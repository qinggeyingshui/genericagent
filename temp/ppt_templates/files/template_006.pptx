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tags/tag1.xml" ContentType="application/vnd.openxmlformats-officedocument.presentationml.tags+xml"/>
  <Override PartName="/ppt/slideLayouts/tags/tag2.xml" ContentType="application/vnd.openxmlformats-officedocument.presentationml.tags+xml"/>
  <Override PartName="/ppt/slideLayouts/tags/tag3.xml" ContentType="application/vnd.openxmlformats-officedocument.presentationml.tags+xml"/>
  <Override PartName="/ppt/slideLayouts/tags/tag4.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tags/tag5.xml" ContentType="application/vnd.openxmlformats-officedocument.presentationml.tags+xml"/>
  <Override PartName="/ppt/slideLayouts/tags/tag6.xml" ContentType="application/vnd.openxmlformats-officedocument.presentationml.tags+xml"/>
  <Override PartName="/ppt/slideLayouts/tags/tag7.xml" ContentType="application/vnd.openxmlformats-officedocument.presentationml.tags+xml"/>
  <Override PartName="/ppt/slideLayouts/tags/tag8.xml" ContentType="application/vnd.openxmlformats-officedocument.presentationml.tags+xml"/>
  <Override PartName="/ppt/slideLayouts/tags/tag9.xml" ContentType="application/vnd.openxmlformats-officedocument.presentationml.tags+xml"/>
  <Override PartName="/ppt/slideLayouts/slideLayout5.xml" ContentType="application/vnd.openxmlformats-officedocument.presentationml.slideLayout+xml"/>
  <Override PartName="/ppt/slideLayouts/tags/tag10.xml" ContentType="application/vnd.openxmlformats-officedocument.presentationml.tags+xml"/>
  <Override PartName="/ppt/slideLayouts/tags/tag11.xml" ContentType="application/vnd.openxmlformats-officedocument.presentationml.tags+xml"/>
  <Override PartName="/ppt/slideLayouts/tags/tag12.xml" ContentType="application/vnd.openxmlformats-officedocument.presentationml.tags+xml"/>
  <Override PartName="/ppt/slideLayouts/tags/tag13.xml" ContentType="application/vnd.openxmlformats-officedocument.presentationml.tags+xml"/>
  <Override PartName="/ppt/slideLayouts/tags/tag14.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tags/tag15.xml" ContentType="application/vnd.openxmlformats-officedocument.presentationml.tags+xml"/>
  <Override PartName="/ppt/slideLayouts/tags/tag16.xml" ContentType="application/vnd.openxmlformats-officedocument.presentationml.tags+xml"/>
  <Override PartName="/ppt/slideLayouts/tags/tag17.xml" ContentType="application/vnd.openxmlformats-officedocument.presentationml.tags+xml"/>
  <Override PartName="/ppt/slideLayouts/slideLayout11.xml" ContentType="application/vnd.openxmlformats-officedocument.presentationml.slideLayout+xml"/>
  <Override PartName="/ppt/slideMasters/tags/tag18.xml" ContentType="application/vnd.openxmlformats-officedocument.presentationml.tags+xml"/>
  <Override PartName="/ppt/slideMasters/tags/tag19.xml" ContentType="application/vnd.openxmlformats-officedocument.presentationml.tags+xml"/>
  <Override PartName="/ppt/slideMasters/tags/tag20.xml" ContentType="application/vnd.openxmlformats-officedocument.presentationml.tags+xml"/>
  <Override PartName="/ppt/slideMasters/tags/tag21.xml" ContentType="application/vnd.openxmlformats-officedocument.presentationml.tags+xml"/>
  <Override PartName="/ppt/slideMasters/tags/tag22.xml" ContentType="application/vnd.openxmlformats-officedocument.presentationml.tags+xml"/>
  <Override PartName="/ppt/slideMasters/tags/tag23.xml" ContentType="application/vnd.openxmlformats-officedocument.presentationml.tags+xml"/>
  <Override PartName="/ppt/slides/slide1.xml" ContentType="application/vnd.openxmlformats-officedocument.presentationml.slide+xml"/>
  <Override PartName="/ppt/slides/tags/tag24.xml" ContentType="application/vnd.openxmlformats-officedocument.presentationml.tags+xml"/>
  <Override PartName="/ppt/slides/slide2.xml" ContentType="application/vnd.openxmlformats-officedocument.presentationml.slide+xml"/>
  <Override PartName="/ppt/slides/tags/tag25.xml" ContentType="application/vnd.openxmlformats-officedocument.presentationml.tags+xml"/>
  <Override PartName="/ppt/slides/tags/tag26.xml" ContentType="application/vnd.openxmlformats-officedocument.presentationml.tags+xml"/>
  <Override PartName="/ppt/slides/tags/tag27.xml" ContentType="application/vnd.openxmlformats-officedocument.presentationml.tags+xml"/>
  <Override PartName="/ppt/slides/tags/tag28.xml" ContentType="application/vnd.openxmlformats-officedocument.presentationml.tags+xml"/>
  <Override PartName="/ppt/slides/tags/tag29.xml" ContentType="application/vnd.openxmlformats-officedocument.presentationml.tags+xml"/>
  <Override PartName="/ppt/slides/tags/tag30.xml" ContentType="application/vnd.openxmlformats-officedocument.presentationml.tags+xml"/>
  <Override PartName="/ppt/slides/tags/tag31.xml" ContentType="application/vnd.openxmlformats-officedocument.presentationml.tags+xml"/>
  <Override PartName="/ppt/slides/tags/tag32.xml" ContentType="application/vnd.openxmlformats-officedocument.presentationml.tags+xml"/>
  <Override PartName="/ppt/slides/tags/tag33.xml" ContentType="application/vnd.openxmlformats-officedocument.presentationml.tags+xml"/>
  <Override PartName="/ppt/slides/tags/tag34.xml" ContentType="application/vnd.openxmlformats-officedocument.presentationml.tags+xml"/>
  <Override PartName="/ppt/slides/tags/tag35.xml" ContentType="application/vnd.openxmlformats-officedocument.presentationml.tags+xml"/>
  <Override PartName="/ppt/slides/tags/tag36.xml" ContentType="application/vnd.openxmlformats-officedocument.presentationml.tags+xml"/>
  <Override PartName="/ppt/slides/tags/tag37.xml" ContentType="application/vnd.openxmlformats-officedocument.presentationml.tags+xml"/>
  <Override PartName="/ppt/slides/tags/tag38.xml" ContentType="application/vnd.openxmlformats-officedocument.presentationml.tags+xml"/>
  <Override PartName="/ppt/slides/tags/tag39.xml" ContentType="application/vnd.openxmlformats-officedocument.presentationml.tags+xml"/>
  <Override PartName="/ppt/slides/tags/tag40.xml" ContentType="application/vnd.openxmlformats-officedocument.presentationml.tags+xml"/>
  <Override PartName="/ppt/slides/tags/tag41.xml" ContentType="application/vnd.openxmlformats-officedocument.presentationml.tags+xml"/>
  <Override PartName="/ppt/slides/tags/tag42.xml" ContentType="application/vnd.openxmlformats-officedocument.presentationml.tags+xml"/>
  <Override PartName="/ppt/slides/tags/tag43.xml" ContentType="application/vnd.openxmlformats-officedocument.presentationml.tags+xml"/>
  <Override PartName="/ppt/slides/tags/tag44.xml" ContentType="application/vnd.openxmlformats-officedocument.presentationml.tags+xml"/>
  <Override PartName="/ppt/slides/tags/tag45.xml" ContentType="application/vnd.openxmlformats-officedocument.presentationml.tags+xml"/>
  <Override PartName="/ppt/slides/tags/tag46.xml" ContentType="application/vnd.openxmlformats-officedocument.presentationml.tags+xml"/>
  <Override PartName="/ppt/slides/tags/tag47.xml" ContentType="application/vnd.openxmlformats-officedocument.presentationml.tags+xml"/>
  <Override PartName="/ppt/slides/tags/tag48.xml" ContentType="application/vnd.openxmlformats-officedocument.presentationml.tags+xml"/>
  <Override PartName="/ppt/slides/tags/tag49.xml" ContentType="application/vnd.openxmlformats-officedocument.presentationml.tags+xml"/>
  <Override PartName="/ppt/slides/tags/tag50.xml" ContentType="application/vnd.openxmlformats-officedocument.presentationml.tags+xml"/>
  <Override PartName="/ppt/slides/tags/tag51.xml" ContentType="application/vnd.openxmlformats-officedocument.presentationml.tags+xml"/>
  <Override PartName="/ppt/slides/tags/tag52.xml" ContentType="application/vnd.openxmlformats-officedocument.presentationml.tags+xml"/>
  <Override PartName="/ppt/slides/tags/tag53.xml" ContentType="application/vnd.openxmlformats-officedocument.presentationml.tags+xml"/>
  <Override PartName="/ppt/slides/tags/tag54.xml" ContentType="application/vnd.openxmlformats-officedocument.presentationml.tags+xml"/>
  <Override PartName="/ppt/slides/tags/tag55.xml" ContentType="application/vnd.openxmlformats-officedocument.presentationml.tags+xml"/>
  <Override PartName="/ppt/slides/tags/tag56.xml" ContentType="application/vnd.openxmlformats-officedocument.presentationml.tags+xml"/>
  <Override PartName="/ppt/slides/tags/tag57.xml" ContentType="application/vnd.openxmlformats-officedocument.presentationml.tags+xml"/>
  <Override PartName="/ppt/slides/tags/tag58.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tags/tag59.xml" ContentType="application/vnd.openxmlformats-officedocument.presentationml.tags+xml"/>
  <Override PartName="/ppt/slides/slide4.xml" ContentType="application/vnd.openxmlformats-officedocument.presentationml.slide+xml"/>
  <Override PartName="/ppt/media/image7.bin" ContentType="image/png"/>
  <Override PartName="/ppt/media/image8.bin" ContentType="image/png"/>
  <Override PartName="/ppt/slides/tags/tag60.xml" ContentType="application/vnd.openxmlformats-officedocument.presentationml.tags+xml"/>
  <Override PartName="/ppt/slides/tags/tag61.xml" ContentType="application/vnd.openxmlformats-officedocument.presentationml.tags+xml"/>
  <Override PartName="/ppt/slides/tags/tag62.xml" ContentType="application/vnd.openxmlformats-officedocument.presentationml.tags+xml"/>
  <Override PartName="/ppt/slides/tags/tag63.xml" ContentType="application/vnd.openxmlformats-officedocument.presentationml.tags+xml"/>
  <Override PartName="/ppt/notesSlides/notesSlide2.xml" ContentType="application/vnd.openxmlformats-officedocument.presentationml.notesSlide+xml"/>
  <Override PartName="/ppt/slides/slide5.xml" ContentType="application/vnd.openxmlformats-officedocument.presentationml.slide+xml"/>
  <Override PartName="/ppt/slides/tags/tag64.xml" ContentType="application/vnd.openxmlformats-officedocument.presentationml.tags+xml"/>
  <Override PartName="/ppt/slides/tags/tag65.xml" ContentType="application/vnd.openxmlformats-officedocument.presentationml.tags+xml"/>
  <Override PartName="/ppt/slides/tags/tag66.xml" ContentType="application/vnd.openxmlformats-officedocument.presentationml.tags+xml"/>
  <Override PartName="/ppt/slides/tags/tag67.xml" ContentType="application/vnd.openxmlformats-officedocument.presentationml.tags+xml"/>
  <Override PartName="/ppt/slides/tags/tag68.xml" ContentType="application/vnd.openxmlformats-officedocument.presentationml.tags+xml"/>
  <Override PartName="/ppt/slides/tags/tag69.xml" ContentType="application/vnd.openxmlformats-officedocument.presentationml.tags+xml"/>
  <Override PartName="/ppt/slides/tags/tag70.xml" ContentType="application/vnd.openxmlformats-officedocument.presentationml.tags+xml"/>
  <Override PartName="/ppt/slides/tags/tag71.xml" ContentType="application/vnd.openxmlformats-officedocument.presentationml.tags+xml"/>
  <Override PartName="/ppt/slides/tags/tag72.xml" ContentType="application/vnd.openxmlformats-officedocument.presentationml.tags+xml"/>
  <Override PartName="/ppt/slides/tags/tag73.xml" ContentType="application/vnd.openxmlformats-officedocument.presentationml.tags+xml"/>
  <Override PartName="/ppt/slides/tags/tag74.xml" ContentType="application/vnd.openxmlformats-officedocument.presentationml.tags+xml"/>
  <Override PartName="/ppt/slides/tags/tag75.xml" ContentType="application/vnd.openxmlformats-officedocument.presentationml.tags+xml"/>
  <Override PartName="/ppt/slides/tags/tag76.xml" ContentType="application/vnd.openxmlformats-officedocument.presentationml.tags+xml"/>
  <Override PartName="/ppt/slides/tags/tag77.xml" ContentType="application/vnd.openxmlformats-officedocument.presentationml.tags+xml"/>
  <Override PartName="/ppt/slides/tags/tag78.xml" ContentType="application/vnd.openxmlformats-officedocument.presentationml.tags+xml"/>
  <Override PartName="/ppt/slides/tags/tag79.xml" ContentType="application/vnd.openxmlformats-officedocument.presentationml.tags+xml"/>
  <Override PartName="/ppt/slides/tags/tag80.xml" ContentType="application/vnd.openxmlformats-officedocument.presentationml.tags+xml"/>
  <Override PartName="/ppt/slides/tags/tag81.xml" ContentType="application/vnd.openxmlformats-officedocument.presentationml.tags+xml"/>
  <Override PartName="/ppt/slides/tags/tag82.xml" ContentType="application/vnd.openxmlformats-officedocument.presentationml.tags+xml"/>
  <Override PartName="/ppt/slides/tags/tag83.xml" ContentType="application/vnd.openxmlformats-officedocument.presentationml.tags+xml"/>
  <Override PartName="/ppt/slides/tags/tag84.xml" ContentType="application/vnd.openxmlformats-officedocument.presentationml.tags+xml"/>
  <Override PartName="/ppt/slides/tags/tag85.xml" ContentType="application/vnd.openxmlformats-officedocument.presentationml.tags+xml"/>
  <Override PartName="/ppt/slides/tags/tag86.xml" ContentType="application/vnd.openxmlformats-officedocument.presentationml.tags+xml"/>
  <Override PartName="/ppt/notesSlides/notesSlide3.xml" ContentType="application/vnd.openxmlformats-officedocument.presentationml.notesSlide+xml"/>
  <Override PartName="/ppt/slides/slide6.xml" ContentType="application/vnd.openxmlformats-officedocument.presentationml.slide+xml"/>
  <Override PartName="/ppt/slides/tags/tag87.xml" ContentType="application/vnd.openxmlformats-officedocument.presentationml.tags+xml"/>
  <Override PartName="/ppt/slides/tags/tag88.xml" ContentType="application/vnd.openxmlformats-officedocument.presentationml.tags+xml"/>
  <Override PartName="/ppt/slides/tags/tag89.xml" ContentType="application/vnd.openxmlformats-officedocument.presentationml.tags+xml"/>
  <Override PartName="/ppt/slides/tags/tag90.xml" ContentType="application/vnd.openxmlformats-officedocument.presentationml.tags+xml"/>
  <Override PartName="/ppt/slides/slide7.xml" ContentType="application/vnd.openxmlformats-officedocument.presentationml.slide+xml"/>
  <Override PartName="/ppt/slides/tags/tag91.xml" ContentType="application/vnd.openxmlformats-officedocument.presentationml.tags+xml"/>
  <Override PartName="/ppt/slides/tags/tag92.xml" ContentType="application/vnd.openxmlformats-officedocument.presentationml.tags+xml"/>
  <Override PartName="/ppt/slides/tags/tag93.xml" ContentType="application/vnd.openxmlformats-officedocument.presentationml.tags+xml"/>
  <Override PartName="/ppt/slides/slide8.xml" ContentType="application/vnd.openxmlformats-officedocument.presentationml.slide+xml"/>
  <Override PartName="/ppt/slides/tags/tag94.xml" ContentType="application/vnd.openxmlformats-officedocument.presentationml.tags+xml"/>
  <Override PartName="/ppt/slides/slide9.xml" ContentType="application/vnd.openxmlformats-officedocument.presentationml.slide+xml"/>
  <Override PartName="/ppt/slides/tags/tag95.xml" ContentType="application/vnd.openxmlformats-officedocument.presentationml.tags+xml"/>
  <Override PartName="/ppt/slides/tags/tag96.xml" ContentType="application/vnd.openxmlformats-officedocument.presentationml.tags+xml"/>
  <Override PartName="/ppt/slides/tags/tag97.xml" ContentType="application/vnd.openxmlformats-officedocument.presentationml.tags+xml"/>
  <Override PartName="/ppt/slides/tags/tag98.xml" ContentType="application/vnd.openxmlformats-officedocument.presentationml.tags+xml"/>
  <Override PartName="/ppt/notesSlides/notesSlide4.xml" ContentType="application/vnd.openxmlformats-officedocument.presentationml.notesSlide+xml"/>
  <Override PartName="/ppt/slides/slide10.xml" ContentType="application/vnd.openxmlformats-officedocument.presentationml.slide+xml"/>
  <Override PartName="/ppt/slides/tags/tag99.xml" ContentType="application/vnd.openxmlformats-officedocument.presentationml.tags+xml"/>
  <Override PartName="/ppt/slides/tags/tag100.xml" ContentType="application/vnd.openxmlformats-officedocument.presentationml.tags+xml"/>
  <Override PartName="/ppt/slides/tags/tag101.xml" ContentType="application/vnd.openxmlformats-officedocument.presentationml.tags+xml"/>
  <Override PartName="/ppt/slides/tags/tag102.xml" ContentType="application/vnd.openxmlformats-officedocument.presentationml.tags+xml"/>
  <Override PartName="/ppt/notesSlides/notesSlide5.xml" ContentType="application/vnd.openxmlformats-officedocument.presentationml.notesSlide+xml"/>
  <Override PartName="/ppt/slides/slide11.xml" ContentType="application/vnd.openxmlformats-officedocument.presentationml.slide+xml"/>
  <Override PartName="/ppt/slides/tags/tag103.xml" ContentType="application/vnd.openxmlformats-officedocument.presentationml.tags+xml"/>
  <Override PartName="/ppt/slides/tags/tag104.xml" ContentType="application/vnd.openxmlformats-officedocument.presentationml.tags+xml"/>
  <Override PartName="/ppt/slides/tags/tag105.xml" ContentType="application/vnd.openxmlformats-officedocument.presentationml.tags+xml"/>
  <Override PartName="/ppt/notesSlides/notesSlide6.xml" ContentType="application/vnd.openxmlformats-officedocument.presentationml.notesSlide+xml"/>
  <Override PartName="/ppt/slides/slide12.xml" ContentType="application/vnd.openxmlformats-officedocument.presentationml.slide+xml"/>
  <Override PartName="/ppt/slides/tags/tag106.xml" ContentType="application/vnd.openxmlformats-officedocument.presentationml.tags+xml"/>
  <Override PartName="/ppt/slides/slide13.xml" ContentType="application/vnd.openxmlformats-officedocument.presentationml.slide+xml"/>
  <Override PartName="/ppt/slides/tags/tag107.xml" ContentType="application/vnd.openxmlformats-officedocument.presentationml.tags+xml"/>
  <Override PartName="/ppt/slides/slide14.xml" ContentType="application/vnd.openxmlformats-officedocument.presentationml.slide+xml"/>
  <Override PartName="/ppt/media/image19.bin" ContentType="image/png"/>
  <Override PartName="/ppt/slides/tags/tag108.xml" ContentType="application/vnd.openxmlformats-officedocument.presentationml.tags+xml"/>
  <Override PartName="/ppt/slides/tags/tag109.xml" ContentType="application/vnd.openxmlformats-officedocument.presentationml.tags+xml"/>
  <Override PartName="/ppt/notesSlides/notesSlide7.xml" ContentType="application/vnd.openxmlformats-officedocument.presentationml.notesSlide+xml"/>
  <Override PartName="/ppt/slides/slide15.xml" ContentType="application/vnd.openxmlformats-officedocument.presentationml.slide+xml"/>
  <Override PartName="/ppt/media/image21.bin" ContentType="image/png"/>
  <Override PartName="/ppt/slides/tags/tag110.xml" ContentType="application/vnd.openxmlformats-officedocument.presentationml.tags+xml"/>
  <Override PartName="/ppt/slides/tags/tag111.xml" ContentType="application/vnd.openxmlformats-officedocument.presentationml.tags+xml"/>
  <Override PartName="/ppt/slides/tags/tag112.xml" ContentType="application/vnd.openxmlformats-officedocument.presentationml.tags+xml"/>
  <Override PartName="/ppt/slides/tags/tag113.xml" ContentType="application/vnd.openxmlformats-officedocument.presentationml.tags+xml"/>
  <Override PartName="/ppt/slides/slide16.xml" ContentType="application/vnd.openxmlformats-officedocument.presentationml.slide+xml"/>
  <Override PartName="/ppt/slides/tags/tag114.xml" ContentType="application/vnd.openxmlformats-officedocument.presentationml.tags+xml"/>
  <Override PartName="/ppt/slides/tags/tag115.xml" ContentType="application/vnd.openxmlformats-officedocument.presentationml.tags+xml"/>
  <Override PartName="/ppt/slides/tags/tag116.xml" ContentType="application/vnd.openxmlformats-officedocument.presentationml.tags+xml"/>
  <Override PartName="/ppt/slides/tags/tag117.xml" ContentType="application/vnd.openxmlformats-officedocument.presentationml.tags+xml"/>
  <Override PartName="/ppt/notesSlides/notesSlide8.xml" ContentType="application/vnd.openxmlformats-officedocument.presentationml.notesSlide+xml"/>
  <Override PartName="/ppt/slides/slide17.xml" ContentType="application/vnd.openxmlformats-officedocument.presentationml.slide+xml"/>
  <Override PartName="/ppt/slides/tags/tag118.xml" ContentType="application/vnd.openxmlformats-officedocument.presentationml.tags+xml"/>
  <Override PartName="/ppt/slides/tags/tag119.xml" ContentType="application/vnd.openxmlformats-officedocument.presentationml.tags+xml"/>
  <Override PartName="/ppt/slides/tags/tag120.xml" ContentType="application/vnd.openxmlformats-officedocument.presentationml.tags+xml"/>
  <Override PartName="/ppt/slides/tags/tag121.xml" ContentType="application/vnd.openxmlformats-officedocument.presentationml.tags+xml"/>
  <Override PartName="/ppt/slides/tags/tag122.xml" ContentType="application/vnd.openxmlformats-officedocument.presentationml.tags+xml"/>
  <Override PartName="/ppt/slides/slide18.xml" ContentType="application/vnd.openxmlformats-officedocument.presentationml.slide+xml"/>
  <Override PartName="/ppt/media/image25.bin" ContentType="image/png"/>
  <Override PartName="/ppt/slides/tags/tag123.xml" ContentType="application/vnd.openxmlformats-officedocument.presentationml.tags+xml"/>
  <Override PartName="/ppt/slides/tags/tag124.xml" ContentType="application/vnd.openxmlformats-officedocument.presentationml.tags+xml"/>
  <Override PartName="/ppt/slides/tags/tag125.xml" ContentType="application/vnd.openxmlformats-officedocument.presentationml.tags+xml"/>
  <Override PartName="/ppt/slides/tags/tag126.xml" ContentType="application/vnd.openxmlformats-officedocument.presentationml.tags+xml"/>
  <Override PartName="/ppt/notesSlides/notesSlide9.xml" ContentType="application/vnd.openxmlformats-officedocument.presentationml.notesSlide+xml"/>
  <Override PartName="/ppt/slides/slide19.xml" ContentType="application/vnd.openxmlformats-officedocument.presentationml.slide+xml"/>
  <Override PartName="/ppt/slides/tags/tag127.xml" ContentType="application/vnd.openxmlformats-officedocument.presentationml.tags+xml"/>
  <Override PartName="/ppt/slides/slide20.xml" ContentType="application/vnd.openxmlformats-officedocument.presentationml.slide+xml"/>
  <Override PartName="/ppt/slides/tags/tag128.xml" ContentType="application/vnd.openxmlformats-officedocument.presentationml.tags+xml"/>
  <Override PartName="/ppt/slides/tags/tag129.xml" ContentType="application/vnd.openxmlformats-officedocument.presentationml.tags+xml"/>
  <Override PartName="/ppt/slides/tags/tag130.xml" ContentType="application/vnd.openxmlformats-officedocument.presentationml.tags+xml"/>
  <Override PartName="/ppt/slides/slide21.xml" ContentType="application/vnd.openxmlformats-officedocument.presentationml.slide+xml"/>
  <Override PartName="/ppt/media/image27.bin" ContentType="image/png"/>
  <Override PartName="/ppt/slides/tags/tag131.xml" ContentType="application/vnd.openxmlformats-officedocument.presentationml.tags+xml"/>
  <Override PartName="/ppt/slides/slide22.xml" ContentType="application/vnd.openxmlformats-officedocument.presentationml.slide+xml"/>
  <Override PartName="/ppt/media/image32.bin" ContentType="image/png"/>
  <Override PartName="/ppt/slides/tags/tag132.xml" ContentType="application/vnd.openxmlformats-officedocument.presentationml.tags+xml"/>
  <Override PartName="/ppt/slides/tags/tag133.xml" ContentType="application/vnd.openxmlformats-officedocument.presentationml.tags+xml"/>
  <Override PartName="/ppt/slides/tags/tag134.xml" ContentType="application/vnd.openxmlformats-officedocument.presentationml.tags+xml"/>
  <Override PartName="/ppt/slides/tags/tag135.xml" ContentType="application/vnd.openxmlformats-officedocument.presentationml.tags+xml"/>
  <Override PartName="/ppt/slides/tags/tag136.xml" ContentType="application/vnd.openxmlformats-officedocument.presentationml.tags+xml"/>
  <Override PartName="/ppt/slides/tags/tag137.xml" ContentType="application/vnd.openxmlformats-officedocument.presentationml.tags+xml"/>
  <Override PartName="/ppt/slides/tags/tag138.xml" ContentType="application/vnd.openxmlformats-officedocument.presentationml.tags+xml"/>
  <Override PartName="/ppt/slides/tags/tag139.xml" ContentType="application/vnd.openxmlformats-officedocument.presentationml.tags+xml"/>
  <Override PartName="/ppt/slides/tags/tag140.xml" ContentType="application/vnd.openxmlformats-officedocument.presentationml.tags+xml"/>
  <Override PartName="/ppt/slides/tags/tag141.xml" ContentType="application/vnd.openxmlformats-officedocument.presentationml.tags+xml"/>
  <Override PartName="/ppt/slides/tags/tag142.xml" ContentType="application/vnd.openxmlformats-officedocument.presentationml.tags+xml"/>
  <Override PartName="/ppt/slides/tags/tag143.xml" ContentType="application/vnd.openxmlformats-officedocument.presentationml.tags+xml"/>
  <Override PartName="/ppt/slides/tags/tag144.xml" ContentType="application/vnd.openxmlformats-officedocument.presentationml.tags+xml"/>
  <Override PartName="/ppt/slides/tags/tag145.xml" ContentType="application/vnd.openxmlformats-officedocument.presentationml.tags+xml"/>
  <Override PartName="/ppt/notesSlides/notesSlide10.xml" ContentType="application/vnd.openxmlformats-officedocument.presentationml.notesSlide+xml"/>
  <Override PartName="/ppt/slides/slide23.xml" ContentType="application/vnd.openxmlformats-officedocument.presentationml.slide+xml"/>
  <Override PartName="/ppt/media/image34.bin" ContentType="image/png"/>
  <Override PartName="/ppt/slides/tags/tag146.xml" ContentType="application/vnd.openxmlformats-officedocument.presentationml.tags+xml"/>
  <Override PartName="/ppt/slides/tags/tag147.xml" ContentType="application/vnd.openxmlformats-officedocument.presentationml.tags+xml"/>
  <Override PartName="/ppt/slides/tags/tag148.xml" ContentType="application/vnd.openxmlformats-officedocument.presentationml.tags+xml"/>
  <Override PartName="/ppt/slides/tags/tag149.xml" ContentType="application/vnd.openxmlformats-officedocument.presentationml.tags+xml"/>
  <Override PartName="/ppt/slides/slide24.xml" ContentType="application/vnd.openxmlformats-officedocument.presentationml.slide+xml"/>
  <Override PartName="/ppt/slides/tags/tag150.xml" ContentType="application/vnd.openxmlformats-officedocument.presentationml.tags+xml"/>
  <Override PartName="/ppt/slides/tags/tag151.xml" ContentType="application/vnd.openxmlformats-officedocument.presentationml.tags+xml"/>
  <Override PartName="/ppt/slides/tags/tag152.xml" ContentType="application/vnd.openxmlformats-officedocument.presentationml.tags+xml"/>
  <Override PartName="/ppt/slides/tags/tag153.xml" ContentType="application/vnd.openxmlformats-officedocument.presentationml.tags+xml"/>
  <Override PartName="/ppt/notesSlides/notesSlide11.xml" ContentType="application/vnd.openxmlformats-officedocument.presentationml.notesSlide+xml"/>
  <Override PartName="/ppt/slides/slide25.xml" ContentType="application/vnd.openxmlformats-officedocument.presentationml.slide+xml"/>
  <Override PartName="/ppt/slides/tags/tag154.xml" ContentType="application/vnd.openxmlformats-officedocument.presentationml.tags+xml"/>
  <Override PartName="/ppt/slides/slide26.xml" ContentType="application/vnd.openxmlformats-officedocument.presentationml.slide+xml"/>
  <Override PartName="/ppt/media/image37.bin" ContentType="image/png"/>
  <Override PartName="/ppt/media/image38.bin" ContentType="image/png"/>
  <Override PartName="/ppt/customXML/item.xml" ContentType="application/inkml+xml"/>
  <Override PartName="/ppt/customXML/item2.xml" ContentType="application/inkml+xml"/>
  <Override PartName="/ppt/slides/slide27.xml" ContentType="application/vnd.openxmlformats-officedocument.presentationml.slide+xml"/>
  <Override PartName="/ppt/media/image41.bin" ContentType="image/png"/>
  <Override PartName="/ppt/media/image42.bin" ContentType="image/png"/>
  <Override PartName="/ppt/customXML/item3.xml" ContentType="application/inkml+xml"/>
  <Override PartName="/ppt/customXML/item4.xml" ContentType="application/inkml+xml"/>
  <Override PartName="/ppt/customXML/item5.xml" ContentType="application/inkml+xml"/>
  <Override PartName="/ppt/slides/slide28.xml" ContentType="application/vnd.openxmlformats-officedocument.presentationml.slide+xml"/>
  <Override PartName="/ppt/media/image44.bin" ContentType="image/png"/>
  <Override PartName="/ppt/media/image45.bin" ContentType="image/png"/>
  <Override PartName="/ppt/media/image46.bin" ContentType="image/png"/>
  <Override PartName="/ppt/customXML/item6.xml" ContentType="application/inkml+xml"/>
  <Override PartName="/ppt/customXML/item7.xml" ContentType="application/inkml+xml"/>
  <Override PartName="/ppt/customXML/item8.xml" ContentType="application/inkml+xml"/>
  <Override PartName="/ppt/slides/slide29.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50d86f41ff79498d" /><Relationship Type="http://schemas.openxmlformats.org/package/2006/relationships/metadata/core-properties" Target="/docProps/core.xml" Id="R144c819a905f4e41" /><Relationship Type="http://schemas.openxmlformats.org/officeDocument/2006/relationships/extended-properties" Target="/docProps/app.xml" Id="R04a43f7a56094be9" /><Relationship Type="http://schemas.openxmlformats.org/officeDocument/2006/relationships/custom-properties" Target="/docProps/custom.xml" Id="R49112eceb7ba4bd4"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2186baa42bd04ae7"/>
  </p:sldMasterIdLst>
  <p:notesMasterIdLst>
    <p:notesMasterId r:id="Ra04518e26fac428f"/>
  </p:notesMasterIdLst>
  <p:handoutMasterIdLst>
    <p:handoutMasterId r:id="Re9dbbb2f07cd4300"/>
  </p:handoutMasterIdLst>
  <p:sldIdLst>
    <p:sldId id="256" r:id="R3d42d1ff6ebb4085"/>
    <p:sldId id="257" r:id="Rc6fd5cd9966d4fde"/>
    <p:sldId id="258" r:id="Rc6c01bad22084f81"/>
    <p:sldId id="259" r:id="Rd0f841e509a44394"/>
    <p:sldId id="260" r:id="R5999a80ecaf64819"/>
    <p:sldId id="261" r:id="R1e606a35db6540f1"/>
    <p:sldId id="262" r:id="R533a16c777204858"/>
    <p:sldId id="263" r:id="Rbe407d2ad9044e02"/>
    <p:sldId id="264" r:id="R5b84fbf9cfc94bec"/>
    <p:sldId id="265" r:id="Re0c9899addea4873"/>
    <p:sldId id="266" r:id="R63098b7b10eb46e7"/>
    <p:sldId id="267" r:id="R181b7f5604824649"/>
    <p:sldId id="268" r:id="R523bed9971e34877"/>
    <p:sldId id="269" r:id="Red0fd338113e4d98"/>
    <p:sldId id="270" r:id="R042b391206e54480"/>
    <p:sldId id="271" r:id="Rcad9d81eedaf45e5"/>
    <p:sldId id="272" r:id="Rc62ad5c031624460"/>
    <p:sldId id="273" r:id="R5625e2f3124a4075"/>
    <p:sldId id="274" r:id="R722268da7af844e6"/>
    <p:sldId id="275" r:id="Ra011beaaf88d4990"/>
    <p:sldId id="276" r:id="Rd57e745ddd2d4ed9"/>
    <p:sldId id="277" r:id="R394bccd3cd654766"/>
    <p:sldId id="278" r:id="R091d0ef0c6c54041"/>
    <p:sldId id="279" r:id="R368028f78d6349a2"/>
    <p:sldId id="280" r:id="Rba693572b8134153"/>
    <p:sldId id="281" r:id="R56dab719fc6d4905"/>
    <p:sldId id="282" r:id="R44ecb9facab14353"/>
    <p:sldId id="283" r:id="R89c090e4dfe24366"/>
    <p:sldId id="284" r:id="R9269cc1307d948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2647" autoAdjust="0"/>
  </p:normalViewPr>
  <p:slideViewPr>
    <p:cSldViewPr snapToGrid="0" showGuides="1">
      <p:cViewPr varScale="1">
        <p:scale>
          <a:sx n="83" d="100"/>
          <a:sy n="83" d="100"/>
        </p:scale>
        <p:origin x="72" y="429"/>
      </p:cViewPr>
      <p:guideLst>
        <p:guide orient="horz" pos="214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e9dbbb2f07cd4300" /><Relationship Type="http://schemas.openxmlformats.org/officeDocument/2006/relationships/notesMaster" Target="/ppt/notesMasters/notesMaster1.xml" Id="Ra04518e26fac428f" /><Relationship Type="http://schemas.openxmlformats.org/officeDocument/2006/relationships/presProps" Target="/ppt/presProps.xml" Id="R8bdb1d389ca0437e" /><Relationship Type="http://schemas.openxmlformats.org/officeDocument/2006/relationships/viewProps" Target="/ppt/viewProps.xml" Id="R879ff7ba6bac40ba" /><Relationship Type="http://schemas.openxmlformats.org/officeDocument/2006/relationships/slideMaster" Target="/ppt/slideMasters/slideMaster1.xml" Id="R2186baa42bd04ae7" /><Relationship Type="http://schemas.openxmlformats.org/officeDocument/2006/relationships/theme" Target="/ppt/slideMasters/theme/theme3.xml" Id="Re682d23279c147c1" /><Relationship Type="http://schemas.openxmlformats.org/officeDocument/2006/relationships/slide" Target="/ppt/slides/slide1.xml" Id="R3d42d1ff6ebb4085" /><Relationship Type="http://schemas.openxmlformats.org/officeDocument/2006/relationships/slide" Target="/ppt/slides/slide2.xml" Id="Rc6fd5cd9966d4fde" /><Relationship Type="http://schemas.openxmlformats.org/officeDocument/2006/relationships/slide" Target="/ppt/slides/slide3.xml" Id="Rc6c01bad22084f81" /><Relationship Type="http://schemas.openxmlformats.org/officeDocument/2006/relationships/slide" Target="/ppt/slides/slide4.xml" Id="Rd0f841e509a44394" /><Relationship Type="http://schemas.openxmlformats.org/officeDocument/2006/relationships/slide" Target="/ppt/slides/slide5.xml" Id="R5999a80ecaf64819" /><Relationship Type="http://schemas.openxmlformats.org/officeDocument/2006/relationships/slide" Target="/ppt/slides/slide6.xml" Id="R1e606a35db6540f1" /><Relationship Type="http://schemas.openxmlformats.org/officeDocument/2006/relationships/slide" Target="/ppt/slides/slide7.xml" Id="R533a16c777204858" /><Relationship Type="http://schemas.openxmlformats.org/officeDocument/2006/relationships/slide" Target="/ppt/slides/slide8.xml" Id="Rbe407d2ad9044e02" /><Relationship Type="http://schemas.openxmlformats.org/officeDocument/2006/relationships/slide" Target="/ppt/slides/slide9.xml" Id="R5b84fbf9cfc94bec" /><Relationship Type="http://schemas.openxmlformats.org/officeDocument/2006/relationships/slide" Target="/ppt/slides/slide10.xml" Id="Re0c9899addea4873" /><Relationship Type="http://schemas.openxmlformats.org/officeDocument/2006/relationships/slide" Target="/ppt/slides/slide11.xml" Id="R63098b7b10eb46e7" /><Relationship Type="http://schemas.openxmlformats.org/officeDocument/2006/relationships/slide" Target="/ppt/slides/slide12.xml" Id="R181b7f5604824649" /><Relationship Type="http://schemas.openxmlformats.org/officeDocument/2006/relationships/slide" Target="/ppt/slides/slide13.xml" Id="R523bed9971e34877" /><Relationship Type="http://schemas.openxmlformats.org/officeDocument/2006/relationships/slide" Target="/ppt/slides/slide14.xml" Id="Red0fd338113e4d98" /><Relationship Type="http://schemas.openxmlformats.org/officeDocument/2006/relationships/slide" Target="/ppt/slides/slide15.xml" Id="R042b391206e54480" /><Relationship Type="http://schemas.openxmlformats.org/officeDocument/2006/relationships/slide" Target="/ppt/slides/slide16.xml" Id="Rcad9d81eedaf45e5" /><Relationship Type="http://schemas.openxmlformats.org/officeDocument/2006/relationships/slide" Target="/ppt/slides/slide17.xml" Id="Rc62ad5c031624460" /><Relationship Type="http://schemas.openxmlformats.org/officeDocument/2006/relationships/slide" Target="/ppt/slides/slide18.xml" Id="R5625e2f3124a4075" /><Relationship Type="http://schemas.openxmlformats.org/officeDocument/2006/relationships/slide" Target="/ppt/slides/slide19.xml" Id="R722268da7af844e6" /><Relationship Type="http://schemas.openxmlformats.org/officeDocument/2006/relationships/slide" Target="/ppt/slides/slide20.xml" Id="Ra011beaaf88d4990" /><Relationship Type="http://schemas.openxmlformats.org/officeDocument/2006/relationships/slide" Target="/ppt/slides/slide21.xml" Id="Rd57e745ddd2d4ed9" /><Relationship Type="http://schemas.openxmlformats.org/officeDocument/2006/relationships/slide" Target="/ppt/slides/slide22.xml" Id="R394bccd3cd654766" /><Relationship Type="http://schemas.openxmlformats.org/officeDocument/2006/relationships/slide" Target="/ppt/slides/slide23.xml" Id="R091d0ef0c6c54041" /><Relationship Type="http://schemas.openxmlformats.org/officeDocument/2006/relationships/slide" Target="/ppt/slides/slide24.xml" Id="R368028f78d6349a2" /><Relationship Type="http://schemas.openxmlformats.org/officeDocument/2006/relationships/slide" Target="/ppt/slides/slide25.xml" Id="Rba693572b8134153" /><Relationship Type="http://schemas.openxmlformats.org/officeDocument/2006/relationships/slide" Target="/ppt/slides/slide26.xml" Id="R56dab719fc6d4905" /><Relationship Type="http://schemas.openxmlformats.org/officeDocument/2006/relationships/slide" Target="/ppt/slides/slide27.xml" Id="R44ecb9facab14353" /><Relationship Type="http://schemas.openxmlformats.org/officeDocument/2006/relationships/slide" Target="/ppt/slides/slide28.xml" Id="R89c090e4dfe24366" /><Relationship Type="http://schemas.openxmlformats.org/officeDocument/2006/relationships/slide" Target="/ppt/slides/slide29.xml" Id="R9269cc1307d948d7"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6d4eeeb2fc6f4ce2"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a:t>2025/4/28</a:t>
            </a:fld>
            <a:endParaRPr lang="zh-CN" altLang="en-US" dirty="0"/>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a:t>‹#›</a:t>
            </a:fld>
            <a:endParaRPr lang="zh-CN" altLang="en-US" dirty="0"/>
          </a:p>
        </p:txBody>
      </p:sp>
    </p:spTree>
    <p:extLst>
      <p:ext uri="{BB962C8B-B14F-4D97-AF65-F5344CB8AC3E}">
        <p14:creationId xmlns:p14="http://schemas.microsoft.com/office/powerpoint/2010/main" val="3393398088"/>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617c3fa67da24dc2"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a:pPr/>
              <a:t>2025/4/28</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a:pPr/>
              <a:t>‹#›</a:t>
            </a:fld>
            <a:endParaRPr lang="zh-CN" altLang="en-US" dirty="0"/>
          </a:p>
        </p:txBody>
      </p:sp>
    </p:spTree>
    <p:extLst>
      <p:ext uri="{BB962C8B-B14F-4D97-AF65-F5344CB8AC3E}">
        <p14:creationId xmlns:p14="http://schemas.microsoft.com/office/powerpoint/2010/main" val="68554414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2.xml" Id="Rfdd4fa67b5ee4dd6" /><Relationship Type="http://schemas.openxmlformats.org/officeDocument/2006/relationships/notesMaster" Target="/ppt/notesMasters/notesMaster1.xml" Id="Rc01e9ecef8f4462f" /></Relationships>
</file>

<file path=ppt/notesSlides/_rels/notesSlide2.xml.rels>&#65279;<?xml version="1.0" encoding="utf-8"?><Relationships xmlns="http://schemas.openxmlformats.org/package/2006/relationships"><Relationship Type="http://schemas.openxmlformats.org/officeDocument/2006/relationships/slide" Target="/ppt/slides/slide4.xml" Id="Rfc30e3e170bf43ce" /><Relationship Type="http://schemas.openxmlformats.org/officeDocument/2006/relationships/notesMaster" Target="/ppt/notesMasters/notesMaster1.xml" Id="Re1ed05035dd54d6f" /></Relationships>
</file>

<file path=ppt/notesSlides/_rels/notesSlide3.xml.rels>&#65279;<?xml version="1.0" encoding="utf-8"?><Relationships xmlns="http://schemas.openxmlformats.org/package/2006/relationships"><Relationship Type="http://schemas.openxmlformats.org/officeDocument/2006/relationships/slide" Target="/ppt/slides/slide5.xml" Id="Rcfb210d254e04291" /><Relationship Type="http://schemas.openxmlformats.org/officeDocument/2006/relationships/notesMaster" Target="/ppt/notesMasters/notesMaster1.xml" Id="Rbb5fee8c3612425f" /></Relationships>
</file>

<file path=ppt/notesSlides/_rels/notesSlide4.xml.rels>&#65279;<?xml version="1.0" encoding="utf-8"?><Relationships xmlns="http://schemas.openxmlformats.org/package/2006/relationships"><Relationship Type="http://schemas.openxmlformats.org/officeDocument/2006/relationships/slide" Target="/ppt/slides/slide9.xml" Id="R5bfc895d68094534" /><Relationship Type="http://schemas.openxmlformats.org/officeDocument/2006/relationships/notesMaster" Target="/ppt/notesMasters/notesMaster1.xml" Id="Rba9059eb2c184105" /></Relationships>
</file>

<file path=ppt/notesSlides/_rels/notesSlide5.xml.rels>&#65279;<?xml version="1.0" encoding="utf-8"?><Relationships xmlns="http://schemas.openxmlformats.org/package/2006/relationships"><Relationship Type="http://schemas.openxmlformats.org/officeDocument/2006/relationships/slide" Target="/ppt/slides/slide10.xml" Id="Rc7cc4fea696d4856" /><Relationship Type="http://schemas.openxmlformats.org/officeDocument/2006/relationships/notesMaster" Target="/ppt/notesMasters/notesMaster1.xml" Id="R6a213101f97c4e46" /></Relationships>
</file>

<file path=ppt/notesSlides/_rels/notesSlide6.xml.rels>&#65279;<?xml version="1.0" encoding="utf-8"?><Relationships xmlns="http://schemas.openxmlformats.org/package/2006/relationships"><Relationship Type="http://schemas.openxmlformats.org/officeDocument/2006/relationships/slide" Target="/ppt/slides/slide11.xml" Id="Rbe28ea0d99fa43da" /><Relationship Type="http://schemas.openxmlformats.org/officeDocument/2006/relationships/notesMaster" Target="/ppt/notesMasters/notesMaster1.xml" Id="R53853a11042d45c1" /></Relationships>
</file>

<file path=ppt/notesSlides/_rels/notesSlide7.xml.rels>&#65279;<?xml version="1.0" encoding="utf-8"?><Relationships xmlns="http://schemas.openxmlformats.org/package/2006/relationships"><Relationship Type="http://schemas.openxmlformats.org/officeDocument/2006/relationships/slide" Target="/ppt/slides/slide14.xml" Id="Rc831769d25bc4552" /><Relationship Type="http://schemas.openxmlformats.org/officeDocument/2006/relationships/notesMaster" Target="/ppt/notesMasters/notesMaster1.xml" Id="R11a76473e5f24c0a" /></Relationships>
</file>

<file path=ppt/notesSlides/_rels/notesSlide8.xml.rels>&#65279;<?xml version="1.0" encoding="utf-8"?><Relationships xmlns="http://schemas.openxmlformats.org/package/2006/relationships"><Relationship Type="http://schemas.openxmlformats.org/officeDocument/2006/relationships/slide" Target="/ppt/slides/slide16.xml" Id="R4345328d5f434d9e" /><Relationship Type="http://schemas.openxmlformats.org/officeDocument/2006/relationships/notesMaster" Target="/ppt/notesMasters/notesMaster1.xml" Id="R6967a1448d0d4519" /></Relationships>
</file>

<file path=ppt/notesSlides/_rels/notesSlide9.xml.rels>&#65279;<?xml version="1.0" encoding="utf-8"?><Relationships xmlns="http://schemas.openxmlformats.org/package/2006/relationships"><Relationship Type="http://schemas.openxmlformats.org/officeDocument/2006/relationships/slide" Target="/ppt/slides/slide18.xml" Id="R821918cf84964f82" /><Relationship Type="http://schemas.openxmlformats.org/officeDocument/2006/relationships/notesMaster" Target="/ppt/notesMasters/notesMaster1.xml" Id="Rf6815d5baaf3479c" /></Relationships>
</file>

<file path=ppt/notesSlides/_rels/notesSlide10.xml.rels>&#65279;<?xml version="1.0" encoding="utf-8"?><Relationships xmlns="http://schemas.openxmlformats.org/package/2006/relationships"><Relationship Type="http://schemas.openxmlformats.org/officeDocument/2006/relationships/slide" Target="/ppt/slides/slide22.xml" Id="R78613432fc01489d" /><Relationship Type="http://schemas.openxmlformats.org/officeDocument/2006/relationships/notesMaster" Target="/ppt/notesMasters/notesMaster1.xml" Id="R5f6ea6d7a54f4f67" /></Relationships>
</file>

<file path=ppt/notesSlides/_rels/notesSlide11.xml.rels>&#65279;<?xml version="1.0" encoding="utf-8"?><Relationships xmlns="http://schemas.openxmlformats.org/package/2006/relationships"><Relationship Type="http://schemas.openxmlformats.org/officeDocument/2006/relationships/slide" Target="/ppt/slides/slide24.xml" Id="R1dc3f8183e4348b8" /><Relationship Type="http://schemas.openxmlformats.org/officeDocument/2006/relationships/notesMaster" Target="/ppt/notesMasters/notesMaster1.xml" Id="R1005131deedd4e3f"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7" name="Text Box 1"/>
          <p:cNvSpPr txBox="1">
            <a:spLocks noGrp="1" noRot="1" noChangeAspect="1" noChangeArrowheads="1"/>
          </p:cNvSpPr>
          <p:nvPr>
            <p:ph type="sldImg"/>
          </p:nvPr>
        </p:nvSpPr>
        <p:spPr bwMode="auto">
          <a:xfrm>
            <a:off x="-16998950" y="-11796713"/>
            <a:ext cx="22190075" cy="12482513"/>
          </a:xfrm>
          <a:prstGeom prst="rect">
            <a:avLst/>
          </a:prstGeom>
          <a:solidFill>
            <a:srgbClr val="FFFFFF"/>
          </a:solidFill>
          <a:ln>
            <a:solidFill>
              <a:srgbClr val="000000"/>
            </a:solidFill>
            <a:miter lim="800000"/>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9458" name="Text Box 2"/>
          <p:cNvSpPr txBox="1">
            <a:spLocks noGrp="1" noChangeArrowheads="1"/>
          </p:cNvSpPr>
          <p:nvPr>
            <p:ph type="body" idx="1"/>
          </p:nvPr>
        </p:nvSpPr>
        <p:spPr bwMode="auto">
          <a:xfrm>
            <a:off x="685800" y="4343400"/>
            <a:ext cx="5475288" cy="41036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模板来自于： XX https://www.1ppt.com/</a:t>
            </a:r>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7" name="Text Box 1"/>
          <p:cNvSpPr txBox="1">
            <a:spLocks noGrp="1" noRot="1" noChangeAspect="1" noChangeArrowheads="1"/>
          </p:cNvSpPr>
          <p:nvPr>
            <p:ph type="sldImg"/>
          </p:nvPr>
        </p:nvSpPr>
        <p:spPr bwMode="auto">
          <a:xfrm>
            <a:off x="-17000538" y="-11796713"/>
            <a:ext cx="22198013" cy="12487276"/>
          </a:xfrm>
          <a:prstGeom prst="rect">
            <a:avLst/>
          </a:prstGeom>
          <a:solidFill>
            <a:srgbClr val="FFFFFF"/>
          </a:solidFill>
          <a:ln>
            <a:solidFill>
              <a:srgbClr val="000000"/>
            </a:solidFill>
            <a:miter lim="800000"/>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24578" name="Text Box 2"/>
          <p:cNvSpPr txBox="1">
            <a:spLocks noGrp="1" noChangeArrowheads="1"/>
          </p:cNvSpPr>
          <p:nvPr>
            <p:ph type="body" idx="1"/>
          </p:nvPr>
        </p:nvSpPr>
        <p:spPr bwMode="auto">
          <a:xfrm>
            <a:off x="685800" y="4343400"/>
            <a:ext cx="5480050" cy="41084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模板来自于： XX https://www.1ppt.com/</a:t>
            </a:r>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7" name="Text Box 1"/>
          <p:cNvSpPr txBox="1">
            <a:spLocks noGrp="1" noRot="1" noChangeAspect="1" noChangeArrowheads="1"/>
          </p:cNvSpPr>
          <p:nvPr>
            <p:ph type="sldImg"/>
          </p:nvPr>
        </p:nvSpPr>
        <p:spPr bwMode="auto">
          <a:xfrm>
            <a:off x="-16998950" y="-11796713"/>
            <a:ext cx="22190075" cy="12482513"/>
          </a:xfrm>
          <a:prstGeom prst="rect">
            <a:avLst/>
          </a:prstGeom>
          <a:solidFill>
            <a:srgbClr val="FFFFFF"/>
          </a:solidFill>
          <a:ln>
            <a:solidFill>
              <a:srgbClr val="000000"/>
            </a:solidFill>
            <a:miter lim="800000"/>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9458" name="Text Box 2"/>
          <p:cNvSpPr txBox="1">
            <a:spLocks noGrp="1" noChangeArrowheads="1"/>
          </p:cNvSpPr>
          <p:nvPr>
            <p:ph type="body" idx="1"/>
          </p:nvPr>
        </p:nvSpPr>
        <p:spPr bwMode="auto">
          <a:xfrm>
            <a:off x="685800" y="4343400"/>
            <a:ext cx="5475288" cy="41036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l"/>
            <a:r>
              <a:rPr lang="en-US" altLang="en-US" dirty="0" err="1"/>
              <a:t>模板来自于</a:t>
            </a:r>
            <a:r>
              <a:rPr lang="en-US" altLang="en-US" dirty="0"/>
              <a:t>： </a:t>
            </a:r>
            <a:r>
              <a:rPr lang="en-US" altLang="en-US" dirty="0" err="1"/>
              <a:t>XX</a:t>
            </a:r>
            <a:r>
              <a:rPr lang="en-US" altLang="en-US" dirty="0"/>
              <a:t> https://www.1ppt.com/</a:t>
            </a:r>
          </a:p>
          <a:p>
            <a:pPr algn="l"/>
            <a:endParaRPr lang="en-US" altLang="en-US" dirty="0"/>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bee2736bed4f81" /></Relationships>
</file>

<file path=ppt/slideLayouts/_rels/slideLayout2.xml.rels>&#65279;<?xml version="1.0" encoding="utf-8"?><Relationships xmlns="http://schemas.openxmlformats.org/package/2006/relationships"><Relationship Type="http://schemas.openxmlformats.org/officeDocument/2006/relationships/tags" Target="/ppt/slideLayouts/tags/tag1.xml" Id="Rf89f97f271144af7" /><Relationship Type="http://schemas.openxmlformats.org/officeDocument/2006/relationships/tags" Target="/ppt/slideLayouts/tags/tag2.xml" Id="R155e227428ec4688" /><Relationship Type="http://schemas.openxmlformats.org/officeDocument/2006/relationships/tags" Target="/ppt/slideLayouts/tags/tag3.xml" Id="R7b542423962e4b5e" /><Relationship Type="http://schemas.openxmlformats.org/officeDocument/2006/relationships/tags" Target="/ppt/slideLayouts/tags/tag4.xml" Id="Rd6f90bc4b95b41a0" /><Relationship Type="http://schemas.openxmlformats.org/officeDocument/2006/relationships/slideMaster" Target="/ppt/slideMasters/slideMaster1.xml" Id="Rd55cbe78bc1f41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093a7ea9804d16" /></Relationships>
</file>

<file path=ppt/slideLayouts/_rels/slideLayout4.xml.rels>&#65279;<?xml version="1.0" encoding="utf-8"?><Relationships xmlns="http://schemas.openxmlformats.org/package/2006/relationships"><Relationship Type="http://schemas.openxmlformats.org/officeDocument/2006/relationships/tags" Target="/ppt/slideLayouts/tags/tag5.xml" Id="R5a48f956a15d4e08" /><Relationship Type="http://schemas.openxmlformats.org/officeDocument/2006/relationships/tags" Target="/ppt/slideLayouts/tags/tag6.xml" Id="Rc6ea50952ca5470a" /><Relationship Type="http://schemas.openxmlformats.org/officeDocument/2006/relationships/tags" Target="/ppt/slideLayouts/tags/tag7.xml" Id="R7520e7da7ffa44c0" /><Relationship Type="http://schemas.openxmlformats.org/officeDocument/2006/relationships/tags" Target="/ppt/slideLayouts/tags/tag8.xml" Id="R3c16e03784fa4c37" /><Relationship Type="http://schemas.openxmlformats.org/officeDocument/2006/relationships/tags" Target="/ppt/slideLayouts/tags/tag9.xml" Id="Rfc7c26da932d4988" /><Relationship Type="http://schemas.openxmlformats.org/officeDocument/2006/relationships/slideMaster" Target="/ppt/slideMasters/slideMaster1.xml" Id="R66fe5f63010e46e8" /></Relationships>
</file>

<file path=ppt/slideLayouts/_rels/slideLayout5.xml.rels>&#65279;<?xml version="1.0" encoding="utf-8"?><Relationships xmlns="http://schemas.openxmlformats.org/package/2006/relationships"><Relationship Type="http://schemas.openxmlformats.org/officeDocument/2006/relationships/tags" Target="/ppt/slideLayouts/tags/tag10.xml" Id="Rfaee613a054043da" /><Relationship Type="http://schemas.openxmlformats.org/officeDocument/2006/relationships/tags" Target="/ppt/slideLayouts/tags/tag11.xml" Id="R2ab15754829e4a1b" /><Relationship Type="http://schemas.openxmlformats.org/officeDocument/2006/relationships/tags" Target="/ppt/slideLayouts/tags/tag12.xml" Id="R5117ae1c88c14dec" /><Relationship Type="http://schemas.openxmlformats.org/officeDocument/2006/relationships/tags" Target="/ppt/slideLayouts/tags/tag13.xml" Id="R4af16d9aaee5422b" /><Relationship Type="http://schemas.openxmlformats.org/officeDocument/2006/relationships/tags" Target="/ppt/slideLayouts/tags/tag14.xml" Id="Rb43d6347dd944847" /><Relationship Type="http://schemas.openxmlformats.org/officeDocument/2006/relationships/slideMaster" Target="/ppt/slideMasters/slideMaster1.xml" Id="R604ad880ce2547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1c2389db88411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57b143c18d7497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3bf35cb41404c50" /></Relationships>
</file>

<file path=ppt/slideLayouts/_rels/slideLayout9.xml.rels>&#65279;<?xml version="1.0" encoding="utf-8"?><Relationships xmlns="http://schemas.openxmlformats.org/package/2006/relationships"><Relationship Type="http://schemas.openxmlformats.org/officeDocument/2006/relationships/hyperlink" Target="http://www.1ppt.com/hangye/" TargetMode="External" Id="R3a91e46795f24711a55550f0382a6ca8" /><Relationship Type="http://schemas.openxmlformats.org/officeDocument/2006/relationships/slideMaster" Target="/ppt/slideMasters/slideMaster1.xml" Id="Rfd5e986f46044413" /></Relationships>
</file>

<file path=ppt/slideLayouts/_rels/slideLayout10.xml.rels>&#65279;<?xml version="1.0" encoding="utf-8"?><Relationships xmlns="http://schemas.openxmlformats.org/package/2006/relationships"><Relationship Type="http://schemas.openxmlformats.org/officeDocument/2006/relationships/tags" Target="/ppt/slideLayouts/tags/tag15.xml" Id="R3f2f3d7ec46a47c2" /><Relationship Type="http://schemas.openxmlformats.org/officeDocument/2006/relationships/tags" Target="/ppt/slideLayouts/tags/tag16.xml" Id="R7659a514796d4202" /><Relationship Type="http://schemas.openxmlformats.org/officeDocument/2006/relationships/tags" Target="/ppt/slideLayouts/tags/tag17.xml" Id="R908fc38c06954c92" /><Relationship Type="http://schemas.openxmlformats.org/officeDocument/2006/relationships/slideMaster" Target="/ppt/slideMasters/slideMaster1.xml" Id="R455e56e02b104d3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d18661d6cb04316" /></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Brush-Marti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44616" y="313303"/>
            <a:ext cx="13968992" cy="3895370"/>
          </a:xfrm>
          <a:custGeom>
            <a:avLst/>
            <a:gdLst>
              <a:gd name="connsiteX0" fmla="*/ 26995808 w 27930708"/>
              <a:gd name="connsiteY0" fmla="*/ 7109806 h 7790740"/>
              <a:gd name="connsiteX1" fmla="*/ 27004872 w 27930708"/>
              <a:gd name="connsiteY1" fmla="*/ 7109806 h 7790740"/>
              <a:gd name="connsiteX2" fmla="*/ 26992446 w 27930708"/>
              <a:gd name="connsiteY2" fmla="*/ 7111414 h 7790740"/>
              <a:gd name="connsiteX3" fmla="*/ 25160290 w 27930708"/>
              <a:gd name="connsiteY3" fmla="*/ 7027484 h 7790740"/>
              <a:gd name="connsiteX4" fmla="*/ 25022738 w 27930708"/>
              <a:gd name="connsiteY4" fmla="*/ 7044883 h 7790740"/>
              <a:gd name="connsiteX5" fmla="*/ 25003696 w 27930708"/>
              <a:gd name="connsiteY5" fmla="*/ 7046891 h 7790740"/>
              <a:gd name="connsiteX6" fmla="*/ 25140546 w 27930708"/>
              <a:gd name="connsiteY6" fmla="*/ 7029407 h 7790740"/>
              <a:gd name="connsiteX7" fmla="*/ 25394702 w 27930708"/>
              <a:gd name="connsiteY7" fmla="*/ 6997832 h 7790740"/>
              <a:gd name="connsiteX8" fmla="*/ 25369172 w 27930708"/>
              <a:gd name="connsiteY8" fmla="*/ 7007137 h 7790740"/>
              <a:gd name="connsiteX9" fmla="*/ 25160290 w 27930708"/>
              <a:gd name="connsiteY9" fmla="*/ 7027484 h 7790740"/>
              <a:gd name="connsiteX10" fmla="*/ 25441668 w 27930708"/>
              <a:gd name="connsiteY10" fmla="*/ 6987509 h 7790740"/>
              <a:gd name="connsiteX11" fmla="*/ 25450964 w 27930708"/>
              <a:gd name="connsiteY11" fmla="*/ 6990716 h 7790740"/>
              <a:gd name="connsiteX12" fmla="*/ 25394702 w 27930708"/>
              <a:gd name="connsiteY12" fmla="*/ 6997832 h 7790740"/>
              <a:gd name="connsiteX13" fmla="*/ 25405422 w 27930708"/>
              <a:gd name="connsiteY13" fmla="*/ 6993926 h 7790740"/>
              <a:gd name="connsiteX14" fmla="*/ 25441668 w 27930708"/>
              <a:gd name="connsiteY14" fmla="*/ 6987509 h 7790740"/>
              <a:gd name="connsiteX15" fmla="*/ 25928384 w 27930708"/>
              <a:gd name="connsiteY15" fmla="*/ 6924418 h 7790740"/>
              <a:gd name="connsiteX16" fmla="*/ 25918182 w 27930708"/>
              <a:gd name="connsiteY16" fmla="*/ 6928248 h 7790740"/>
              <a:gd name="connsiteX17" fmla="*/ 25878160 w 27930708"/>
              <a:gd name="connsiteY17" fmla="*/ 6946744 h 7790740"/>
              <a:gd name="connsiteX18" fmla="*/ 25663688 w 27930708"/>
              <a:gd name="connsiteY18" fmla="*/ 6976940 h 7790740"/>
              <a:gd name="connsiteX19" fmla="*/ 25511144 w 27930708"/>
              <a:gd name="connsiteY19" fmla="*/ 6998078 h 7790740"/>
              <a:gd name="connsiteX20" fmla="*/ 25468478 w 27930708"/>
              <a:gd name="connsiteY20" fmla="*/ 6996757 h 7790740"/>
              <a:gd name="connsiteX21" fmla="*/ 25450964 w 27930708"/>
              <a:gd name="connsiteY21" fmla="*/ 6990716 h 7790740"/>
              <a:gd name="connsiteX22" fmla="*/ 25715040 w 27930708"/>
              <a:gd name="connsiteY22" fmla="*/ 6957312 h 7790740"/>
              <a:gd name="connsiteX23" fmla="*/ 25998860 w 27930708"/>
              <a:gd name="connsiteY23" fmla="*/ 6913552 h 7790740"/>
              <a:gd name="connsiteX24" fmla="*/ 25928384 w 27930708"/>
              <a:gd name="connsiteY24" fmla="*/ 6924418 h 7790740"/>
              <a:gd name="connsiteX25" fmla="*/ 25940178 w 27930708"/>
              <a:gd name="connsiteY25" fmla="*/ 6919991 h 7790740"/>
              <a:gd name="connsiteX26" fmla="*/ 25958208 w 27930708"/>
              <a:gd name="connsiteY26" fmla="*/ 6916547 h 7790740"/>
              <a:gd name="connsiteX27" fmla="*/ 27066796 w 27930708"/>
              <a:gd name="connsiteY27" fmla="*/ 6600992 h 7790740"/>
              <a:gd name="connsiteX28" fmla="*/ 27077368 w 27930708"/>
              <a:gd name="connsiteY28" fmla="*/ 6600992 h 7790740"/>
              <a:gd name="connsiteX29" fmla="*/ 27067696 w 27930708"/>
              <a:gd name="connsiteY29" fmla="*/ 6602898 h 7790740"/>
              <a:gd name="connsiteX30" fmla="*/ 27859724 w 27930708"/>
              <a:gd name="connsiteY30" fmla="*/ 6581364 h 7790740"/>
              <a:gd name="connsiteX31" fmla="*/ 27442868 w 27930708"/>
              <a:gd name="connsiteY31" fmla="*/ 6693092 h 7790740"/>
              <a:gd name="connsiteX32" fmla="*/ 27371884 w 27930708"/>
              <a:gd name="connsiteY32" fmla="*/ 6733857 h 7790740"/>
              <a:gd name="connsiteX33" fmla="*/ 27432296 w 27930708"/>
              <a:gd name="connsiteY33" fmla="*/ 6733857 h 7790740"/>
              <a:gd name="connsiteX34" fmla="*/ 27167988 w 27930708"/>
              <a:gd name="connsiteY34" fmla="*/ 6785191 h 7790740"/>
              <a:gd name="connsiteX35" fmla="*/ 27157416 w 27930708"/>
              <a:gd name="connsiteY35" fmla="*/ 6774623 h 7790740"/>
              <a:gd name="connsiteX36" fmla="*/ 26813060 w 27930708"/>
              <a:gd name="connsiteY36" fmla="*/ 6825957 h 7790740"/>
              <a:gd name="connsiteX37" fmla="*/ 26843264 w 27930708"/>
              <a:gd name="connsiteY37" fmla="*/ 6794250 h 7790740"/>
              <a:gd name="connsiteX38" fmla="*/ 26832692 w 27930708"/>
              <a:gd name="connsiteY38" fmla="*/ 6794250 h 7790740"/>
              <a:gd name="connsiteX39" fmla="*/ 26538176 w 27930708"/>
              <a:gd name="connsiteY39" fmla="*/ 6835016 h 7790740"/>
              <a:gd name="connsiteX40" fmla="*/ 26527604 w 27930708"/>
              <a:gd name="connsiteY40" fmla="*/ 6825957 h 7790740"/>
              <a:gd name="connsiteX41" fmla="*/ 26415840 w 27930708"/>
              <a:gd name="connsiteY41" fmla="*/ 6845585 h 7790740"/>
              <a:gd name="connsiteX42" fmla="*/ 26101688 w 27930708"/>
              <a:gd name="connsiteY42" fmla="*/ 6905978 h 7790740"/>
              <a:gd name="connsiteX43" fmla="*/ 26041158 w 27930708"/>
              <a:gd name="connsiteY43" fmla="*/ 6910437 h 7790740"/>
              <a:gd name="connsiteX44" fmla="*/ 25998860 w 27930708"/>
              <a:gd name="connsiteY44" fmla="*/ 6913552 h 7790740"/>
              <a:gd name="connsiteX45" fmla="*/ 26051658 w 27930708"/>
              <a:gd name="connsiteY45" fmla="*/ 6905412 h 7790740"/>
              <a:gd name="connsiteX46" fmla="*/ 26396204 w 27930708"/>
              <a:gd name="connsiteY46" fmla="*/ 6845585 h 7790740"/>
              <a:gd name="connsiteX47" fmla="*/ 27077368 w 27930708"/>
              <a:gd name="connsiteY47" fmla="*/ 6733857 h 7790740"/>
              <a:gd name="connsiteX48" fmla="*/ 27178560 w 27930708"/>
              <a:gd name="connsiteY48" fmla="*/ 6682523 h 7790740"/>
              <a:gd name="connsiteX49" fmla="*/ 25928000 w 27930708"/>
              <a:gd name="connsiteY49" fmla="*/ 6886350 h 7790740"/>
              <a:gd name="connsiteX50" fmla="*/ 24678948 w 27930708"/>
              <a:gd name="connsiteY50" fmla="*/ 7038843 h 7790740"/>
              <a:gd name="connsiteX51" fmla="*/ 25878160 w 27930708"/>
              <a:gd name="connsiteY51" fmla="*/ 6886350 h 7790740"/>
              <a:gd name="connsiteX52" fmla="*/ 26254232 w 27930708"/>
              <a:gd name="connsiteY52" fmla="*/ 6815388 h 7790740"/>
              <a:gd name="connsiteX53" fmla="*/ 26355424 w 27930708"/>
              <a:gd name="connsiteY53" fmla="*/ 6764054 h 7790740"/>
              <a:gd name="connsiteX54" fmla="*/ 26172676 w 27930708"/>
              <a:gd name="connsiteY54" fmla="*/ 6764054 h 7790740"/>
              <a:gd name="connsiteX55" fmla="*/ 26643710 w 27930708"/>
              <a:gd name="connsiteY55" fmla="*/ 6686486 h 7790740"/>
              <a:gd name="connsiteX56" fmla="*/ 27067696 w 27930708"/>
              <a:gd name="connsiteY56" fmla="*/ 6602898 h 7790740"/>
              <a:gd name="connsiteX57" fmla="*/ 27077864 w 27930708"/>
              <a:gd name="connsiteY57" fmla="*/ 6624418 h 7790740"/>
              <a:gd name="connsiteX58" fmla="*/ 27340168 w 27930708"/>
              <a:gd name="connsiteY58" fmla="*/ 6632698 h 7790740"/>
              <a:gd name="connsiteX59" fmla="*/ 27859724 w 27930708"/>
              <a:gd name="connsiteY59" fmla="*/ 6581364 h 7790740"/>
              <a:gd name="connsiteX60" fmla="*/ 26172676 w 27930708"/>
              <a:gd name="connsiteY60" fmla="*/ 6398674 h 7790740"/>
              <a:gd name="connsiteX61" fmla="*/ 26192308 w 27930708"/>
              <a:gd name="connsiteY61" fmla="*/ 6398674 h 7790740"/>
              <a:gd name="connsiteX62" fmla="*/ 26168470 w 27930708"/>
              <a:gd name="connsiteY62" fmla="*/ 6399251 h 7790740"/>
              <a:gd name="connsiteX63" fmla="*/ 25400892 w 27930708"/>
              <a:gd name="connsiteY63" fmla="*/ 5738877 h 7790740"/>
              <a:gd name="connsiteX64" fmla="*/ 25329904 w 27930708"/>
              <a:gd name="connsiteY64" fmla="*/ 5747936 h 7790740"/>
              <a:gd name="connsiteX65" fmla="*/ 25319332 w 27930708"/>
              <a:gd name="connsiteY65" fmla="*/ 5769074 h 7790740"/>
              <a:gd name="connsiteX66" fmla="*/ 25360112 w 27930708"/>
              <a:gd name="connsiteY66" fmla="*/ 5769074 h 7790740"/>
              <a:gd name="connsiteX67" fmla="*/ 25400892 w 27930708"/>
              <a:gd name="connsiteY67" fmla="*/ 5738877 h 7790740"/>
              <a:gd name="connsiteX68" fmla="*/ 8616488 w 27930708"/>
              <a:gd name="connsiteY68" fmla="*/ 5657346 h 7790740"/>
              <a:gd name="connsiteX69" fmla="*/ 8756899 w 27930708"/>
              <a:gd name="connsiteY69" fmla="*/ 5700756 h 7790740"/>
              <a:gd name="connsiteX70" fmla="*/ 8728252 w 27930708"/>
              <a:gd name="connsiteY70" fmla="*/ 5694903 h 7790740"/>
              <a:gd name="connsiteX71" fmla="*/ 8616488 w 27930708"/>
              <a:gd name="connsiteY71" fmla="*/ 5657346 h 7790740"/>
              <a:gd name="connsiteX72" fmla="*/ 24465992 w 27930708"/>
              <a:gd name="connsiteY72" fmla="*/ 5646777 h 7790740"/>
              <a:gd name="connsiteX73" fmla="*/ 24160900 w 27930708"/>
              <a:gd name="connsiteY73" fmla="*/ 5687543 h 7790740"/>
              <a:gd name="connsiteX74" fmla="*/ 24139756 w 27930708"/>
              <a:gd name="connsiteY74" fmla="*/ 5698111 h 7790740"/>
              <a:gd name="connsiteX75" fmla="*/ 24607964 w 27930708"/>
              <a:gd name="connsiteY75" fmla="*/ 5698111 h 7790740"/>
              <a:gd name="connsiteX76" fmla="*/ 24322508 w 27930708"/>
              <a:gd name="connsiteY76" fmla="*/ 5738877 h 7790740"/>
              <a:gd name="connsiteX77" fmla="*/ 24475052 w 27930708"/>
              <a:gd name="connsiteY77" fmla="*/ 5728308 h 7790740"/>
              <a:gd name="connsiteX78" fmla="*/ 24435784 w 27930708"/>
              <a:gd name="connsiteY78" fmla="*/ 5747936 h 7790740"/>
              <a:gd name="connsiteX79" fmla="*/ 24739364 w 27930708"/>
              <a:gd name="connsiteY79" fmla="*/ 5707170 h 7790740"/>
              <a:gd name="connsiteX80" fmla="*/ 24831492 w 27930708"/>
              <a:gd name="connsiteY80" fmla="*/ 5666405 h 7790740"/>
              <a:gd name="connsiteX81" fmla="*/ 24465992 w 27930708"/>
              <a:gd name="connsiteY81" fmla="*/ 5646777 h 7790740"/>
              <a:gd name="connsiteX82" fmla="*/ 25847952 w 27930708"/>
              <a:gd name="connsiteY82" fmla="*/ 5616580 h 7790740"/>
              <a:gd name="connsiteX83" fmla="*/ 25227200 w 27930708"/>
              <a:gd name="connsiteY83" fmla="*/ 5676974 h 7790740"/>
              <a:gd name="connsiteX84" fmla="*/ 25573068 w 27930708"/>
              <a:gd name="connsiteY84" fmla="*/ 5676974 h 7790740"/>
              <a:gd name="connsiteX85" fmla="*/ 25583640 w 27930708"/>
              <a:gd name="connsiteY85" fmla="*/ 5676974 h 7790740"/>
              <a:gd name="connsiteX86" fmla="*/ 25755820 w 27930708"/>
              <a:gd name="connsiteY86" fmla="*/ 5657346 h 7790740"/>
              <a:gd name="connsiteX87" fmla="*/ 25847952 w 27930708"/>
              <a:gd name="connsiteY87" fmla="*/ 5616580 h 7790740"/>
              <a:gd name="connsiteX88" fmla="*/ 24435784 w 27930708"/>
              <a:gd name="connsiteY88" fmla="*/ 5504853 h 7790740"/>
              <a:gd name="connsiteX89" fmla="*/ 24292300 w 27930708"/>
              <a:gd name="connsiteY89" fmla="*/ 5515422 h 7790740"/>
              <a:gd name="connsiteX90" fmla="*/ 24201680 w 27930708"/>
              <a:gd name="connsiteY90" fmla="*/ 5565246 h 7790740"/>
              <a:gd name="connsiteX91" fmla="*/ 24556612 w 27930708"/>
              <a:gd name="connsiteY91" fmla="*/ 5545618 h 7790740"/>
              <a:gd name="connsiteX92" fmla="*/ 24586816 w 27930708"/>
              <a:gd name="connsiteY92" fmla="*/ 5524481 h 7790740"/>
              <a:gd name="connsiteX93" fmla="*/ 24444844 w 27930708"/>
              <a:gd name="connsiteY93" fmla="*/ 5515422 h 7790740"/>
              <a:gd name="connsiteX94" fmla="*/ 24444844 w 27930708"/>
              <a:gd name="connsiteY94" fmla="*/ 5504853 h 7790740"/>
              <a:gd name="connsiteX95" fmla="*/ 23084028 w 27930708"/>
              <a:gd name="connsiteY95" fmla="*/ 5423322 h 7790740"/>
              <a:gd name="connsiteX96" fmla="*/ 22819720 w 27930708"/>
              <a:gd name="connsiteY96" fmla="*/ 5444459 h 7790740"/>
              <a:gd name="connsiteX97" fmla="*/ 23348340 w 27930708"/>
              <a:gd name="connsiteY97" fmla="*/ 5423322 h 7790740"/>
              <a:gd name="connsiteX98" fmla="*/ 23084028 w 27930708"/>
              <a:gd name="connsiteY98" fmla="*/ 5423322 h 7790740"/>
              <a:gd name="connsiteX99" fmla="*/ 23683636 w 27930708"/>
              <a:gd name="connsiteY99" fmla="*/ 5403694 h 7790740"/>
              <a:gd name="connsiteX100" fmla="*/ 23733476 w 27930708"/>
              <a:gd name="connsiteY100" fmla="*/ 5403694 h 7790740"/>
              <a:gd name="connsiteX101" fmla="*/ 23680628 w 27930708"/>
              <a:gd name="connsiteY101" fmla="*/ 5404389 h 7790740"/>
              <a:gd name="connsiteX102" fmla="*/ 23363034 w 27930708"/>
              <a:gd name="connsiteY102" fmla="*/ 5227975 h 7790740"/>
              <a:gd name="connsiteX103" fmla="*/ 23357400 w 27930708"/>
              <a:gd name="connsiteY103" fmla="*/ 5230063 h 7790740"/>
              <a:gd name="connsiteX104" fmla="*/ 23286416 w 27930708"/>
              <a:gd name="connsiteY104" fmla="*/ 5230063 h 7790740"/>
              <a:gd name="connsiteX105" fmla="*/ 8627060 w 27930708"/>
              <a:gd name="connsiteY105" fmla="*/ 4845056 h 7790740"/>
              <a:gd name="connsiteX106" fmla="*/ 8676900 w 27930708"/>
              <a:gd name="connsiteY106" fmla="*/ 4854115 h 7790740"/>
              <a:gd name="connsiteX107" fmla="*/ 8678424 w 27930708"/>
              <a:gd name="connsiteY107" fmla="*/ 4855905 h 7790740"/>
              <a:gd name="connsiteX108" fmla="*/ 8921576 w 27930708"/>
              <a:gd name="connsiteY108" fmla="*/ 4834487 h 7790740"/>
              <a:gd name="connsiteX109" fmla="*/ 9155678 w 27930708"/>
              <a:gd name="connsiteY109" fmla="*/ 4885821 h 7790740"/>
              <a:gd name="connsiteX110" fmla="*/ 9246298 w 27930708"/>
              <a:gd name="connsiteY110" fmla="*/ 4885821 h 7790740"/>
              <a:gd name="connsiteX111" fmla="*/ 9469828 w 27930708"/>
              <a:gd name="connsiteY111" fmla="*/ 4946214 h 7790740"/>
              <a:gd name="connsiteX112" fmla="*/ 9500035 w 27930708"/>
              <a:gd name="connsiteY112" fmla="*/ 4946214 h 7790740"/>
              <a:gd name="connsiteX113" fmla="*/ 9521180 w 27930708"/>
              <a:gd name="connsiteY113" fmla="*/ 4946214 h 7790740"/>
              <a:gd name="connsiteX114" fmla="*/ 9571021 w 27930708"/>
              <a:gd name="connsiteY114" fmla="*/ 4935646 h 7790740"/>
              <a:gd name="connsiteX115" fmla="*/ 9308222 w 27930708"/>
              <a:gd name="connsiteY115" fmla="*/ 4854115 h 7790740"/>
              <a:gd name="connsiteX116" fmla="*/ 8921576 w 27930708"/>
              <a:gd name="connsiteY116" fmla="*/ 4834487 h 7790740"/>
              <a:gd name="connsiteX117" fmla="*/ 8676900 w 27930708"/>
              <a:gd name="connsiteY117" fmla="*/ 4793721 h 7790740"/>
              <a:gd name="connsiteX118" fmla="*/ 8829444 w 27930708"/>
              <a:gd name="connsiteY118" fmla="*/ 4823918 h 7790740"/>
              <a:gd name="connsiteX119" fmla="*/ 8901942 w 27930708"/>
              <a:gd name="connsiteY119" fmla="*/ 4823918 h 7790740"/>
              <a:gd name="connsiteX120" fmla="*/ 8676900 w 27930708"/>
              <a:gd name="connsiteY120" fmla="*/ 4793721 h 7790740"/>
              <a:gd name="connsiteX121" fmla="*/ 9093754 w 27930708"/>
              <a:gd name="connsiteY121" fmla="*/ 4783152 h 7790740"/>
              <a:gd name="connsiteX122" fmla="*/ 9063548 w 27930708"/>
              <a:gd name="connsiteY122" fmla="*/ 4804290 h 7790740"/>
              <a:gd name="connsiteX123" fmla="*/ 9338430 w 27930708"/>
              <a:gd name="connsiteY123" fmla="*/ 4845056 h 7790740"/>
              <a:gd name="connsiteX124" fmla="*/ 9093754 w 27930708"/>
              <a:gd name="connsiteY124" fmla="*/ 4783152 h 7790740"/>
              <a:gd name="connsiteX125" fmla="*/ 8292188 w 27930708"/>
              <a:gd name="connsiteY125" fmla="*/ 4731936 h 7790740"/>
              <a:gd name="connsiteX126" fmla="*/ 8250985 w 27930708"/>
              <a:gd name="connsiteY126" fmla="*/ 4752956 h 7790740"/>
              <a:gd name="connsiteX127" fmla="*/ 8809810 w 27930708"/>
              <a:gd name="connsiteY127" fmla="*/ 4854115 h 7790740"/>
              <a:gd name="connsiteX128" fmla="*/ 8820382 w 27930708"/>
              <a:gd name="connsiteY128" fmla="*/ 4854115 h 7790740"/>
              <a:gd name="connsiteX129" fmla="*/ 8861162 w 27930708"/>
              <a:gd name="connsiteY129" fmla="*/ 4854115 h 7790740"/>
              <a:gd name="connsiteX130" fmla="*/ 8981990 w 27930708"/>
              <a:gd name="connsiteY130" fmla="*/ 4875252 h 7790740"/>
              <a:gd name="connsiteX131" fmla="*/ 8515294 w 27930708"/>
              <a:gd name="connsiteY131" fmla="*/ 4772584 h 7790740"/>
              <a:gd name="connsiteX132" fmla="*/ 8311398 w 27930708"/>
              <a:gd name="connsiteY132" fmla="*/ 4733328 h 7790740"/>
              <a:gd name="connsiteX133" fmla="*/ 8292188 w 27930708"/>
              <a:gd name="connsiteY133" fmla="*/ 4731936 h 7790740"/>
              <a:gd name="connsiteX134" fmla="*/ 5832931 w 27930708"/>
              <a:gd name="connsiteY134" fmla="*/ 4681994 h 7790740"/>
              <a:gd name="connsiteX135" fmla="*/ 5914490 w 27930708"/>
              <a:gd name="connsiteY135" fmla="*/ 4703131 h 7790740"/>
              <a:gd name="connsiteX136" fmla="*/ 5920795 w 27930708"/>
              <a:gd name="connsiteY136" fmla="*/ 4705042 h 7790740"/>
              <a:gd name="connsiteX137" fmla="*/ 9003134 w 27930708"/>
              <a:gd name="connsiteY137" fmla="*/ 4641228 h 7790740"/>
              <a:gd name="connsiteX138" fmla="*/ 9084692 w 27930708"/>
              <a:gd name="connsiteY138" fmla="*/ 4662366 h 7790740"/>
              <a:gd name="connsiteX139" fmla="*/ 9134534 w 27930708"/>
              <a:gd name="connsiteY139" fmla="*/ 4662366 h 7790740"/>
              <a:gd name="connsiteX140" fmla="*/ 9003134 w 27930708"/>
              <a:gd name="connsiteY140" fmla="*/ 4641228 h 7790740"/>
              <a:gd name="connsiteX141" fmla="*/ 8891368 w 27930708"/>
              <a:gd name="connsiteY141" fmla="*/ 4621600 h 7790740"/>
              <a:gd name="connsiteX142" fmla="*/ 8850590 w 27930708"/>
              <a:gd name="connsiteY142" fmla="*/ 4651797 h 7790740"/>
              <a:gd name="connsiteX143" fmla="*/ 9237236 w 27930708"/>
              <a:gd name="connsiteY143" fmla="*/ 4712190 h 7790740"/>
              <a:gd name="connsiteX144" fmla="*/ 8891368 w 27930708"/>
              <a:gd name="connsiteY144" fmla="*/ 4621600 h 7790740"/>
              <a:gd name="connsiteX145" fmla="*/ 20902732 w 27930708"/>
              <a:gd name="connsiteY145" fmla="*/ 3824148 h 7790740"/>
              <a:gd name="connsiteX146" fmla="*/ 20901188 w 27930708"/>
              <a:gd name="connsiteY146" fmla="*/ 3825541 h 7790740"/>
              <a:gd name="connsiteX147" fmla="*/ 20901816 w 27930708"/>
              <a:gd name="connsiteY147" fmla="*/ 3824293 h 7790740"/>
              <a:gd name="connsiteX148" fmla="*/ 21173452 w 27930708"/>
              <a:gd name="connsiteY148" fmla="*/ 3747407 h 7790740"/>
              <a:gd name="connsiteX149" fmla="*/ 21173452 w 27930708"/>
              <a:gd name="connsiteY149" fmla="*/ 3757975 h 7790740"/>
              <a:gd name="connsiteX150" fmla="*/ 20971064 w 27930708"/>
              <a:gd name="connsiteY150" fmla="*/ 3809310 h 7790740"/>
              <a:gd name="connsiteX151" fmla="*/ 20939348 w 27930708"/>
              <a:gd name="connsiteY151" fmla="*/ 3818369 h 7790740"/>
              <a:gd name="connsiteX152" fmla="*/ 20902732 w 27930708"/>
              <a:gd name="connsiteY152" fmla="*/ 3824148 h 7790740"/>
              <a:gd name="connsiteX153" fmla="*/ 20909140 w 27930708"/>
              <a:gd name="connsiteY153" fmla="*/ 3818369 h 7790740"/>
              <a:gd name="connsiteX154" fmla="*/ 20971064 w 27930708"/>
              <a:gd name="connsiteY154" fmla="*/ 3788172 h 7790740"/>
              <a:gd name="connsiteX155" fmla="*/ 20980128 w 27930708"/>
              <a:gd name="connsiteY155" fmla="*/ 3788172 h 7790740"/>
              <a:gd name="connsiteX156" fmla="*/ 21173452 w 27930708"/>
              <a:gd name="connsiteY156" fmla="*/ 3747407 h 7790740"/>
              <a:gd name="connsiteX157" fmla="*/ 21508744 w 27930708"/>
              <a:gd name="connsiteY157" fmla="*/ 3727779 h 7790740"/>
              <a:gd name="connsiteX158" fmla="*/ 21519316 w 27930708"/>
              <a:gd name="connsiteY158" fmla="*/ 3727779 h 7790740"/>
              <a:gd name="connsiteX159" fmla="*/ 21508424 w 27930708"/>
              <a:gd name="connsiteY159" fmla="*/ 3728005 h 7790740"/>
              <a:gd name="connsiteX160" fmla="*/ 20766538 w 27930708"/>
              <a:gd name="connsiteY160" fmla="*/ 3555392 h 7790740"/>
              <a:gd name="connsiteX161" fmla="*/ 20765462 w 27930708"/>
              <a:gd name="connsiteY161" fmla="*/ 3555648 h 7790740"/>
              <a:gd name="connsiteX162" fmla="*/ 20765846 w 27930708"/>
              <a:gd name="connsiteY162" fmla="*/ 3555469 h 7790740"/>
              <a:gd name="connsiteX163" fmla="*/ 21478540 w 27930708"/>
              <a:gd name="connsiteY163" fmla="*/ 3218965 h 7790740"/>
              <a:gd name="connsiteX164" fmla="*/ 21478540 w 27930708"/>
              <a:gd name="connsiteY164" fmla="*/ 3229534 h 7790740"/>
              <a:gd name="connsiteX165" fmla="*/ 21833468 w 27930708"/>
              <a:gd name="connsiteY165" fmla="*/ 3240103 h 7790740"/>
              <a:gd name="connsiteX166" fmla="*/ 21661288 w 27930708"/>
              <a:gd name="connsiteY166" fmla="*/ 3330693 h 7790740"/>
              <a:gd name="connsiteX167" fmla="*/ 21631084 w 27930708"/>
              <a:gd name="connsiteY167" fmla="*/ 3371458 h 7790740"/>
              <a:gd name="connsiteX168" fmla="*/ 21661288 w 27930708"/>
              <a:gd name="connsiteY168" fmla="*/ 3371458 h 7790740"/>
              <a:gd name="connsiteX169" fmla="*/ 21538952 w 27930708"/>
              <a:gd name="connsiteY169" fmla="*/ 3401655 h 7790740"/>
              <a:gd name="connsiteX170" fmla="*/ 21386408 w 27930708"/>
              <a:gd name="connsiteY170" fmla="*/ 3433361 h 7790740"/>
              <a:gd name="connsiteX171" fmla="*/ 21396980 w 27930708"/>
              <a:gd name="connsiteY171" fmla="*/ 3401655 h 7790740"/>
              <a:gd name="connsiteX172" fmla="*/ 21265580 w 27930708"/>
              <a:gd name="connsiteY172" fmla="*/ 3433361 h 7790740"/>
              <a:gd name="connsiteX173" fmla="*/ 21255008 w 27930708"/>
              <a:gd name="connsiteY173" fmla="*/ 3422792 h 7790740"/>
              <a:gd name="connsiteX174" fmla="*/ 21203656 w 27930708"/>
              <a:gd name="connsiteY174" fmla="*/ 3442420 h 7790740"/>
              <a:gd name="connsiteX175" fmla="*/ 21072256 w 27930708"/>
              <a:gd name="connsiteY175" fmla="*/ 3483186 h 7790740"/>
              <a:gd name="connsiteX176" fmla="*/ 21010332 w 27930708"/>
              <a:gd name="connsiteY176" fmla="*/ 3493755 h 7790740"/>
              <a:gd name="connsiteX177" fmla="*/ 20971064 w 27930708"/>
              <a:gd name="connsiteY177" fmla="*/ 3523951 h 7790740"/>
              <a:gd name="connsiteX178" fmla="*/ 20878932 w 27930708"/>
              <a:gd name="connsiteY178" fmla="*/ 3545089 h 7790740"/>
              <a:gd name="connsiteX179" fmla="*/ 20807948 w 27930708"/>
              <a:gd name="connsiteY179" fmla="*/ 3554148 h 7790740"/>
              <a:gd name="connsiteX180" fmla="*/ 20777740 w 27930708"/>
              <a:gd name="connsiteY180" fmla="*/ 3554148 h 7790740"/>
              <a:gd name="connsiteX181" fmla="*/ 20766538 w 27930708"/>
              <a:gd name="connsiteY181" fmla="*/ 3555392 h 7790740"/>
              <a:gd name="connsiteX182" fmla="*/ 20898568 w 27930708"/>
              <a:gd name="connsiteY182" fmla="*/ 3523951 h 7790740"/>
              <a:gd name="connsiteX183" fmla="*/ 21498172 w 27930708"/>
              <a:gd name="connsiteY183" fmla="*/ 3351830 h 7790740"/>
              <a:gd name="connsiteX184" fmla="*/ 21538952 w 27930708"/>
              <a:gd name="connsiteY184" fmla="*/ 3311065 h 7790740"/>
              <a:gd name="connsiteX185" fmla="*/ 20990700 w 27930708"/>
              <a:gd name="connsiteY185" fmla="*/ 3463558 h 7790740"/>
              <a:gd name="connsiteX186" fmla="*/ 20442444 w 27930708"/>
              <a:gd name="connsiteY186" fmla="*/ 3584345 h 7790740"/>
              <a:gd name="connsiteX187" fmla="*/ 20971064 w 27930708"/>
              <a:gd name="connsiteY187" fmla="*/ 3463558 h 7790740"/>
              <a:gd name="connsiteX188" fmla="*/ 21132672 w 27930708"/>
              <a:gd name="connsiteY188" fmla="*/ 3401655 h 7790740"/>
              <a:gd name="connsiteX189" fmla="*/ 21173452 w 27930708"/>
              <a:gd name="connsiteY189" fmla="*/ 3351830 h 7790740"/>
              <a:gd name="connsiteX190" fmla="*/ 21091892 w 27930708"/>
              <a:gd name="connsiteY190" fmla="*/ 3341262 h 7790740"/>
              <a:gd name="connsiteX191" fmla="*/ 21478540 w 27930708"/>
              <a:gd name="connsiteY191" fmla="*/ 3218965 h 7790740"/>
              <a:gd name="connsiteX192" fmla="*/ 21143244 w 27930708"/>
              <a:gd name="connsiteY192" fmla="*/ 3158572 h 7790740"/>
              <a:gd name="connsiteX193" fmla="*/ 21133908 w 27930708"/>
              <a:gd name="connsiteY193" fmla="*/ 3160493 h 7790740"/>
              <a:gd name="connsiteX194" fmla="*/ 21133994 w 27930708"/>
              <a:gd name="connsiteY194" fmla="*/ 3159893 h 7790740"/>
              <a:gd name="connsiteX195" fmla="*/ 21143244 w 27930708"/>
              <a:gd name="connsiteY195" fmla="*/ 3158572 h 7790740"/>
              <a:gd name="connsiteX196" fmla="*/ 21042052 w 27930708"/>
              <a:gd name="connsiteY196" fmla="*/ 2986451 h 7790740"/>
              <a:gd name="connsiteX197" fmla="*/ 21051112 w 27930708"/>
              <a:gd name="connsiteY197" fmla="*/ 2986451 h 7790740"/>
              <a:gd name="connsiteX198" fmla="*/ 21040102 w 27930708"/>
              <a:gd name="connsiteY198" fmla="*/ 2986951 h 7790740"/>
              <a:gd name="connsiteX199" fmla="*/ 21274644 w 27930708"/>
              <a:gd name="connsiteY199" fmla="*/ 2935116 h 7790740"/>
              <a:gd name="connsiteX200" fmla="*/ 21244436 w 27930708"/>
              <a:gd name="connsiteY200" fmla="*/ 2945685 h 7790740"/>
              <a:gd name="connsiteX201" fmla="*/ 21274644 w 27930708"/>
              <a:gd name="connsiteY201" fmla="*/ 2935116 h 7790740"/>
              <a:gd name="connsiteX202" fmla="*/ 12988483 w 27930708"/>
              <a:gd name="connsiteY202" fmla="*/ 2742423 h 7790740"/>
              <a:gd name="connsiteX203" fmla="*/ 13006100 w 27930708"/>
              <a:gd name="connsiteY203" fmla="*/ 2743179 h 7790740"/>
              <a:gd name="connsiteX204" fmla="*/ 13035741 w 27930708"/>
              <a:gd name="connsiteY204" fmla="*/ 2752427 h 7790740"/>
              <a:gd name="connsiteX205" fmla="*/ 13147850 w 27930708"/>
              <a:gd name="connsiteY205" fmla="*/ 2599183 h 7790740"/>
              <a:gd name="connsiteX206" fmla="*/ 13216927 w 27930708"/>
              <a:gd name="connsiteY206" fmla="*/ 2610346 h 7790740"/>
              <a:gd name="connsiteX207" fmla="*/ 13187742 w 27930708"/>
              <a:gd name="connsiteY207" fmla="*/ 2606987 h 7790740"/>
              <a:gd name="connsiteX208" fmla="*/ 13087093 w 27930708"/>
              <a:gd name="connsiteY208" fmla="*/ 2578796 h 7790740"/>
              <a:gd name="connsiteX209" fmla="*/ 13097664 w 27930708"/>
              <a:gd name="connsiteY209" fmla="*/ 2589365 h 7790740"/>
              <a:gd name="connsiteX210" fmla="*/ 13147850 w 27930708"/>
              <a:gd name="connsiteY210" fmla="*/ 2599183 h 7790740"/>
              <a:gd name="connsiteX211" fmla="*/ 13087093 w 27930708"/>
              <a:gd name="connsiteY211" fmla="*/ 2589365 h 7790740"/>
              <a:gd name="connsiteX212" fmla="*/ 13087093 w 27930708"/>
              <a:gd name="connsiteY212" fmla="*/ 2578796 h 7790740"/>
              <a:gd name="connsiteX213" fmla="*/ 12416846 w 27930708"/>
              <a:gd name="connsiteY213" fmla="*/ 2242102 h 7790740"/>
              <a:gd name="connsiteX214" fmla="*/ 12424997 w 27930708"/>
              <a:gd name="connsiteY214" fmla="*/ 2243306 h 7790740"/>
              <a:gd name="connsiteX215" fmla="*/ 12427074 w 27930708"/>
              <a:gd name="connsiteY215" fmla="*/ 2243613 h 7790740"/>
              <a:gd name="connsiteX216" fmla="*/ 12416501 w 27930708"/>
              <a:gd name="connsiteY216" fmla="*/ 2243613 h 7790740"/>
              <a:gd name="connsiteX217" fmla="*/ 12001950 w 27930708"/>
              <a:gd name="connsiteY217" fmla="*/ 2016091 h 7790740"/>
              <a:gd name="connsiteX218" fmla="*/ 12016828 w 27930708"/>
              <a:gd name="connsiteY218" fmla="*/ 2017515 h 7790740"/>
              <a:gd name="connsiteX219" fmla="*/ 12034013 w 27930708"/>
              <a:gd name="connsiteY219" fmla="*/ 2020544 h 7790740"/>
              <a:gd name="connsiteX220" fmla="*/ 12025323 w 27930708"/>
              <a:gd name="connsiteY220" fmla="*/ 2019591 h 7790740"/>
              <a:gd name="connsiteX221" fmla="*/ 11827469 w 27930708"/>
              <a:gd name="connsiteY221" fmla="*/ 1989961 h 7790740"/>
              <a:gd name="connsiteX222" fmla="*/ 12001950 w 27930708"/>
              <a:gd name="connsiteY222" fmla="*/ 2016091 h 7790740"/>
              <a:gd name="connsiteX223" fmla="*/ 11949807 w 27930708"/>
              <a:gd name="connsiteY223" fmla="*/ 2011098 h 7790740"/>
              <a:gd name="connsiteX224" fmla="*/ 11827469 w 27930708"/>
              <a:gd name="connsiteY224" fmla="*/ 1989961 h 7790740"/>
              <a:gd name="connsiteX225" fmla="*/ 1616063 w 27930708"/>
              <a:gd name="connsiteY225" fmla="*/ 1929567 h 7790740"/>
              <a:gd name="connsiteX226" fmla="*/ 1641073 w 27930708"/>
              <a:gd name="connsiteY226" fmla="*/ 1939568 h 7790740"/>
              <a:gd name="connsiteX227" fmla="*/ 1637207 w 27930708"/>
              <a:gd name="connsiteY227" fmla="*/ 1940136 h 7790740"/>
              <a:gd name="connsiteX228" fmla="*/ 1616063 w 27930708"/>
              <a:gd name="connsiteY228" fmla="*/ 1929567 h 7790740"/>
              <a:gd name="connsiteX229" fmla="*/ 508984 w 27930708"/>
              <a:gd name="connsiteY229" fmla="*/ 1909940 h 7790740"/>
              <a:gd name="connsiteX230" fmla="*/ 554616 w 27930708"/>
              <a:gd name="connsiteY230" fmla="*/ 1929351 h 7790740"/>
              <a:gd name="connsiteX231" fmla="*/ 549763 w 27930708"/>
              <a:gd name="connsiteY231" fmla="*/ 1929567 h 7790740"/>
              <a:gd name="connsiteX232" fmla="*/ 508984 w 27930708"/>
              <a:gd name="connsiteY232" fmla="*/ 1909940 h 7790740"/>
              <a:gd name="connsiteX233" fmla="*/ 1523932 w 27930708"/>
              <a:gd name="connsiteY233" fmla="*/ 1766505 h 7790740"/>
              <a:gd name="connsiteX234" fmla="*/ 1545077 w 27930708"/>
              <a:gd name="connsiteY234" fmla="*/ 1766505 h 7790740"/>
              <a:gd name="connsiteX235" fmla="*/ 1577940 w 27930708"/>
              <a:gd name="connsiteY235" fmla="*/ 1776614 h 7790740"/>
              <a:gd name="connsiteX236" fmla="*/ 1575284 w 27930708"/>
              <a:gd name="connsiteY236" fmla="*/ 1777074 h 7790740"/>
              <a:gd name="connsiteX237" fmla="*/ 1523932 w 27930708"/>
              <a:gd name="connsiteY237" fmla="*/ 1766505 h 7790740"/>
              <a:gd name="connsiteX238" fmla="*/ 6402329 w 27930708"/>
              <a:gd name="connsiteY238" fmla="*/ 1572886 h 7790740"/>
              <a:gd name="connsiteX239" fmla="*/ 6491177 w 27930708"/>
              <a:gd name="connsiteY239" fmla="*/ 1609437 h 7790740"/>
              <a:gd name="connsiteX240" fmla="*/ 6402329 w 27930708"/>
              <a:gd name="connsiteY240" fmla="*/ 1574757 h 7790740"/>
              <a:gd name="connsiteX241" fmla="*/ 6402329 w 27930708"/>
              <a:gd name="connsiteY241" fmla="*/ 1573436 h 7790740"/>
              <a:gd name="connsiteX242" fmla="*/ 6381185 w 27930708"/>
              <a:gd name="connsiteY242" fmla="*/ 1564188 h 7790740"/>
              <a:gd name="connsiteX243" fmla="*/ 6402329 w 27930708"/>
              <a:gd name="connsiteY243" fmla="*/ 1564188 h 7790740"/>
              <a:gd name="connsiteX244" fmla="*/ 6402329 w 27930708"/>
              <a:gd name="connsiteY244" fmla="*/ 1572886 h 7790740"/>
              <a:gd name="connsiteX245" fmla="*/ 1392532 w 27930708"/>
              <a:gd name="connsiteY245" fmla="*/ 1512853 h 7790740"/>
              <a:gd name="connsiteX246" fmla="*/ 1400462 w 27930708"/>
              <a:gd name="connsiteY246" fmla="*/ 1514174 h 7790740"/>
              <a:gd name="connsiteX247" fmla="*/ 1400280 w 27930708"/>
              <a:gd name="connsiteY247" fmla="*/ 1514387 h 7790740"/>
              <a:gd name="connsiteX248" fmla="*/ 4848638 w 27930708"/>
              <a:gd name="connsiteY248" fmla="*/ 1199752 h 7790740"/>
              <a:gd name="connsiteX249" fmla="*/ 4846680 w 27930708"/>
              <a:gd name="connsiteY249" fmla="*/ 1207867 h 7790740"/>
              <a:gd name="connsiteX250" fmla="*/ 4999223 w 27930708"/>
              <a:gd name="connsiteY250" fmla="*/ 1299967 h 7790740"/>
              <a:gd name="connsiteX251" fmla="*/ 4958444 w 27930708"/>
              <a:gd name="connsiteY251" fmla="*/ 1289398 h 7790740"/>
              <a:gd name="connsiteX252" fmla="*/ 4949383 w 27930708"/>
              <a:gd name="connsiteY252" fmla="*/ 1278829 h 7790740"/>
              <a:gd name="connsiteX253" fmla="*/ 4846680 w 27930708"/>
              <a:gd name="connsiteY253" fmla="*/ 1278829 h 7790740"/>
              <a:gd name="connsiteX254" fmla="*/ 5009796 w 27930708"/>
              <a:gd name="connsiteY254" fmla="*/ 1349791 h 7790740"/>
              <a:gd name="connsiteX255" fmla="*/ 5527842 w 27930708"/>
              <a:gd name="connsiteY255" fmla="*/ 1523422 h 7790740"/>
              <a:gd name="connsiteX256" fmla="*/ 5080782 w 27930708"/>
              <a:gd name="connsiteY256" fmla="*/ 1289398 h 7790740"/>
              <a:gd name="connsiteX257" fmla="*/ 5121561 w 27930708"/>
              <a:gd name="connsiteY257" fmla="*/ 1278829 h 7790740"/>
              <a:gd name="connsiteX258" fmla="*/ 4958444 w 27930708"/>
              <a:gd name="connsiteY258" fmla="*/ 1218436 h 7790740"/>
              <a:gd name="connsiteX259" fmla="*/ 4848638 w 27930708"/>
              <a:gd name="connsiteY259" fmla="*/ 1199752 h 7790740"/>
              <a:gd name="connsiteX260" fmla="*/ 5008154 w 27930708"/>
              <a:gd name="connsiteY260" fmla="*/ 1013741 h 7790740"/>
              <a:gd name="connsiteX261" fmla="*/ 5061148 w 27930708"/>
              <a:gd name="connsiteY261" fmla="*/ 1035746 h 7790740"/>
              <a:gd name="connsiteX262" fmla="*/ 5009796 w 27930708"/>
              <a:gd name="connsiteY262" fmla="*/ 1016118 h 7790740"/>
              <a:gd name="connsiteX263" fmla="*/ 763673 w 27930708"/>
              <a:gd name="connsiteY263" fmla="*/ 473299 h 7790740"/>
              <a:gd name="connsiteX264" fmla="*/ 770910 w 27930708"/>
              <a:gd name="connsiteY264" fmla="*/ 476164 h 7790740"/>
              <a:gd name="connsiteX265" fmla="*/ 773293 w 27930708"/>
              <a:gd name="connsiteY265" fmla="*/ 477108 h 7790740"/>
              <a:gd name="connsiteX266" fmla="*/ 762721 w 27930708"/>
              <a:gd name="connsiteY266" fmla="*/ 477108 h 7790740"/>
              <a:gd name="connsiteX267" fmla="*/ 4308388 w 27930708"/>
              <a:gd name="connsiteY267" fmla="*/ 302636 h 7790740"/>
              <a:gd name="connsiteX268" fmla="*/ 4329011 w 27930708"/>
              <a:gd name="connsiteY268" fmla="*/ 310271 h 7790740"/>
              <a:gd name="connsiteX269" fmla="*/ 4339205 w 27930708"/>
              <a:gd name="connsiteY269" fmla="*/ 314046 h 7790740"/>
              <a:gd name="connsiteX270" fmla="*/ 4308998 w 27930708"/>
              <a:gd name="connsiteY270" fmla="*/ 304987 h 7790740"/>
              <a:gd name="connsiteX271" fmla="*/ 4226722 w 27930708"/>
              <a:gd name="connsiteY271" fmla="*/ 199140 h 7790740"/>
              <a:gd name="connsiteX272" fmla="*/ 4243865 w 27930708"/>
              <a:gd name="connsiteY272" fmla="*/ 205715 h 7790740"/>
              <a:gd name="connsiteX273" fmla="*/ 4266928 w 27930708"/>
              <a:gd name="connsiteY273" fmla="*/ 216575 h 7790740"/>
              <a:gd name="connsiteX274" fmla="*/ 4257081 w 27930708"/>
              <a:gd name="connsiteY274" fmla="*/ 212321 h 7790740"/>
              <a:gd name="connsiteX275" fmla="*/ 3861938 w 27930708"/>
              <a:gd name="connsiteY275" fmla="*/ 40766 h 7790740"/>
              <a:gd name="connsiteX276" fmla="*/ 4226722 w 27930708"/>
              <a:gd name="connsiteY276" fmla="*/ 199140 h 7790740"/>
              <a:gd name="connsiteX277" fmla="*/ 4105102 w 27930708"/>
              <a:gd name="connsiteY277" fmla="*/ 152493 h 7790740"/>
              <a:gd name="connsiteX278" fmla="*/ 3861938 w 27930708"/>
              <a:gd name="connsiteY278" fmla="*/ 40766 h 7790740"/>
              <a:gd name="connsiteX279" fmla="*/ 610177 w 27930708"/>
              <a:gd name="connsiteY279" fmla="*/ 0 h 7790740"/>
              <a:gd name="connsiteX280" fmla="*/ 814073 w 27930708"/>
              <a:gd name="connsiteY280" fmla="*/ 81531 h 7790740"/>
              <a:gd name="connsiteX281" fmla="*/ 874486 w 27930708"/>
              <a:gd name="connsiteY281" fmla="*/ 70962 h 7790740"/>
              <a:gd name="connsiteX282" fmla="*/ 823135 w 27930708"/>
              <a:gd name="connsiteY282" fmla="*/ 49825 h 7790740"/>
              <a:gd name="connsiteX283" fmla="*/ 915265 w 27930708"/>
              <a:gd name="connsiteY283" fmla="*/ 81531 h 7790740"/>
              <a:gd name="connsiteX284" fmla="*/ 904693 w 27930708"/>
              <a:gd name="connsiteY284" fmla="*/ 90590 h 7790740"/>
              <a:gd name="connsiteX285" fmla="*/ 1239988 w 27930708"/>
              <a:gd name="connsiteY285" fmla="*/ 223456 h 7790740"/>
              <a:gd name="connsiteX286" fmla="*/ 1422739 w 27930708"/>
              <a:gd name="connsiteY286" fmla="*/ 294418 h 7790740"/>
              <a:gd name="connsiteX287" fmla="*/ 1484663 w 27930708"/>
              <a:gd name="connsiteY287" fmla="*/ 283849 h 7790740"/>
              <a:gd name="connsiteX288" fmla="*/ 1403105 w 27930708"/>
              <a:gd name="connsiteY288" fmla="*/ 253652 h 7790740"/>
              <a:gd name="connsiteX289" fmla="*/ 1412167 w 27930708"/>
              <a:gd name="connsiteY289" fmla="*/ 243083 h 7790740"/>
              <a:gd name="connsiteX290" fmla="*/ 1463519 w 27930708"/>
              <a:gd name="connsiteY290" fmla="*/ 234025 h 7790740"/>
              <a:gd name="connsiteX291" fmla="*/ 1452946 w 27930708"/>
              <a:gd name="connsiteY291" fmla="*/ 223456 h 7790740"/>
              <a:gd name="connsiteX292" fmla="*/ 1433312 w 27930708"/>
              <a:gd name="connsiteY292" fmla="*/ 212887 h 7790740"/>
              <a:gd name="connsiteX293" fmla="*/ 1412167 w 27930708"/>
              <a:gd name="connsiteY293" fmla="*/ 212887 h 7790740"/>
              <a:gd name="connsiteX294" fmla="*/ 1179575 w 27930708"/>
              <a:gd name="connsiteY294" fmla="*/ 111728 h 7790740"/>
              <a:gd name="connsiteX295" fmla="*/ 1117651 w 27930708"/>
              <a:gd name="connsiteY295" fmla="*/ 111728 h 7790740"/>
              <a:gd name="connsiteX296" fmla="*/ 1087444 w 27930708"/>
              <a:gd name="connsiteY296" fmla="*/ 111728 h 7790740"/>
              <a:gd name="connsiteX297" fmla="*/ 1067810 w 27930708"/>
              <a:gd name="connsiteY297" fmla="*/ 101159 h 7790740"/>
              <a:gd name="connsiteX298" fmla="*/ 1108589 w 27930708"/>
              <a:gd name="connsiteY298" fmla="*/ 81531 h 7790740"/>
              <a:gd name="connsiteX299" fmla="*/ 1037603 w 27930708"/>
              <a:gd name="connsiteY299" fmla="*/ 49825 h 7790740"/>
              <a:gd name="connsiteX300" fmla="*/ 1179575 w 27930708"/>
              <a:gd name="connsiteY300" fmla="*/ 90590 h 7790740"/>
              <a:gd name="connsiteX301" fmla="*/ 1239988 w 27930708"/>
              <a:gd name="connsiteY301" fmla="*/ 70962 h 7790740"/>
              <a:gd name="connsiteX302" fmla="*/ 1209781 w 27930708"/>
              <a:gd name="connsiteY302" fmla="*/ 60394 h 7790740"/>
              <a:gd name="connsiteX303" fmla="*/ 1270195 w 27930708"/>
              <a:gd name="connsiteY303" fmla="*/ 81531 h 7790740"/>
              <a:gd name="connsiteX304" fmla="*/ 1239988 w 27930708"/>
              <a:gd name="connsiteY304" fmla="*/ 101159 h 7790740"/>
              <a:gd name="connsiteX305" fmla="*/ 1900007 w 27930708"/>
              <a:gd name="connsiteY305" fmla="*/ 375949 h 7790740"/>
              <a:gd name="connsiteX306" fmla="*/ 1961931 w 27930708"/>
              <a:gd name="connsiteY306" fmla="*/ 365380 h 7790740"/>
              <a:gd name="connsiteX307" fmla="*/ 1890945 w 27930708"/>
              <a:gd name="connsiteY307" fmla="*/ 324614 h 7790740"/>
              <a:gd name="connsiteX308" fmla="*/ 2032917 w 27930708"/>
              <a:gd name="connsiteY308" fmla="*/ 385008 h 7790740"/>
              <a:gd name="connsiteX309" fmla="*/ 2084268 w 27930708"/>
              <a:gd name="connsiteY309" fmla="*/ 375949 h 7790740"/>
              <a:gd name="connsiteX310" fmla="*/ 2114475 w 27930708"/>
              <a:gd name="connsiteY310" fmla="*/ 385008 h 7790740"/>
              <a:gd name="connsiteX311" fmla="*/ 2652156 w 27930708"/>
              <a:gd name="connsiteY311" fmla="*/ 599404 h 7790740"/>
              <a:gd name="connsiteX312" fmla="*/ 2673301 w 27930708"/>
              <a:gd name="connsiteY312" fmla="*/ 599404 h 7790740"/>
              <a:gd name="connsiteX313" fmla="*/ 2886259 w 27930708"/>
              <a:gd name="connsiteY313" fmla="*/ 680935 h 7790740"/>
              <a:gd name="connsiteX314" fmla="*/ 2946672 w 27930708"/>
              <a:gd name="connsiteY314" fmla="*/ 659797 h 7790740"/>
              <a:gd name="connsiteX315" fmla="*/ 2825845 w 27930708"/>
              <a:gd name="connsiteY315" fmla="*/ 619032 h 7790740"/>
              <a:gd name="connsiteX316" fmla="*/ 2967817 w 27930708"/>
              <a:gd name="connsiteY316" fmla="*/ 649229 h 7790740"/>
              <a:gd name="connsiteX317" fmla="*/ 3028231 w 27930708"/>
              <a:gd name="connsiteY317" fmla="*/ 640170 h 7790740"/>
              <a:gd name="connsiteX318" fmla="*/ 3721854 w 27930708"/>
              <a:gd name="connsiteY318" fmla="*/ 906466 h 7790740"/>
              <a:gd name="connsiteX319" fmla="*/ 4408200 w 27930708"/>
              <a:gd name="connsiteY319" fmla="*/ 1149839 h 7790740"/>
              <a:gd name="connsiteX320" fmla="*/ 4410380 w 27930708"/>
              <a:gd name="connsiteY320" fmla="*/ 1151437 h 7790740"/>
              <a:gd name="connsiteX321" fmla="*/ 4431336 w 27930708"/>
              <a:gd name="connsiteY321" fmla="*/ 1158043 h 7790740"/>
              <a:gd name="connsiteX322" fmla="*/ 4408200 w 27930708"/>
              <a:gd name="connsiteY322" fmla="*/ 1149839 h 7790740"/>
              <a:gd name="connsiteX323" fmla="*/ 4390557 w 27930708"/>
              <a:gd name="connsiteY323" fmla="*/ 1136905 h 7790740"/>
              <a:gd name="connsiteX324" fmla="*/ 4562736 w 27930708"/>
              <a:gd name="connsiteY324" fmla="*/ 1207867 h 7790740"/>
              <a:gd name="connsiteX325" fmla="*/ 4582370 w 27930708"/>
              <a:gd name="connsiteY325" fmla="*/ 1207867 h 7790740"/>
              <a:gd name="connsiteX326" fmla="*/ 4663929 w 27930708"/>
              <a:gd name="connsiteY326" fmla="*/ 1218436 h 7790740"/>
              <a:gd name="connsiteX327" fmla="*/ 4025054 w 27930708"/>
              <a:gd name="connsiteY327" fmla="*/ 893822 h 7790740"/>
              <a:gd name="connsiteX328" fmla="*/ 4319571 w 27930708"/>
              <a:gd name="connsiteY328" fmla="*/ 1016118 h 7790740"/>
              <a:gd name="connsiteX329" fmla="*/ 4399619 w 27930708"/>
              <a:gd name="connsiteY329" fmla="*/ 1025177 h 7790740"/>
              <a:gd name="connsiteX330" fmla="*/ 4491750 w 27930708"/>
              <a:gd name="connsiteY330" fmla="*/ 1065943 h 7790740"/>
              <a:gd name="connsiteX331" fmla="*/ 4592942 w 27930708"/>
              <a:gd name="connsiteY331" fmla="*/ 1065943 h 7790740"/>
              <a:gd name="connsiteX332" fmla="*/ 4278792 w 27930708"/>
              <a:gd name="connsiteY332" fmla="*/ 924018 h 7790740"/>
              <a:gd name="connsiteX333" fmla="*/ 4644294 w 27930708"/>
              <a:gd name="connsiteY333" fmla="*/ 1065943 h 7790740"/>
              <a:gd name="connsiteX334" fmla="*/ 4734914 w 27930708"/>
              <a:gd name="connsiteY334" fmla="*/ 1076511 h 7790740"/>
              <a:gd name="connsiteX335" fmla="*/ 4614087 w 27930708"/>
              <a:gd name="connsiteY335" fmla="*/ 1016118 h 7790740"/>
              <a:gd name="connsiteX336" fmla="*/ 4704708 w 27930708"/>
              <a:gd name="connsiteY336" fmla="*/ 1016118 h 7790740"/>
              <a:gd name="connsiteX337" fmla="*/ 4502322 w 27930708"/>
              <a:gd name="connsiteY337" fmla="*/ 913449 h 7790740"/>
              <a:gd name="connsiteX338" fmla="*/ 4511384 w 27930708"/>
              <a:gd name="connsiteY338" fmla="*/ 913449 h 7790740"/>
              <a:gd name="connsiteX339" fmla="*/ 4603515 w 27930708"/>
              <a:gd name="connsiteY339" fmla="*/ 913449 h 7790740"/>
              <a:gd name="connsiteX340" fmla="*/ 4167027 w 27930708"/>
              <a:gd name="connsiteY340" fmla="*/ 689994 h 7790740"/>
              <a:gd name="connsiteX341" fmla="*/ 4614087 w 27930708"/>
              <a:gd name="connsiteY341" fmla="*/ 853056 h 7790740"/>
              <a:gd name="connsiteX342" fmla="*/ 4694135 w 27930708"/>
              <a:gd name="connsiteY342" fmla="*/ 853056 h 7790740"/>
              <a:gd name="connsiteX343" fmla="*/ 4552163 w 27930708"/>
              <a:gd name="connsiteY343" fmla="*/ 771525 h 7790740"/>
              <a:gd name="connsiteX344" fmla="*/ 4614087 w 27930708"/>
              <a:gd name="connsiteY344" fmla="*/ 771525 h 7790740"/>
              <a:gd name="connsiteX345" fmla="*/ 4958444 w 27930708"/>
              <a:gd name="connsiteY345" fmla="*/ 934587 h 7790740"/>
              <a:gd name="connsiteX346" fmla="*/ 4949383 w 27930708"/>
              <a:gd name="connsiteY346" fmla="*/ 943646 h 7790740"/>
              <a:gd name="connsiteX347" fmla="*/ 5100417 w 27930708"/>
              <a:gd name="connsiteY347" fmla="*/ 1016118 h 7790740"/>
              <a:gd name="connsiteX348" fmla="*/ 5005690 w 27930708"/>
              <a:gd name="connsiteY348" fmla="*/ 1010173 h 7790740"/>
              <a:gd name="connsiteX349" fmla="*/ 5008154 w 27930708"/>
              <a:gd name="connsiteY349" fmla="*/ 1013741 h 7790740"/>
              <a:gd name="connsiteX350" fmla="*/ 4766631 w 27930708"/>
              <a:gd name="connsiteY350" fmla="*/ 913449 h 7790740"/>
              <a:gd name="connsiteX351" fmla="*/ 4674500 w 27930708"/>
              <a:gd name="connsiteY351" fmla="*/ 902881 h 7790740"/>
              <a:gd name="connsiteX352" fmla="*/ 4919175 w 27930708"/>
              <a:gd name="connsiteY352" fmla="*/ 1035746 h 7790740"/>
              <a:gd name="connsiteX353" fmla="*/ 4846680 w 27930708"/>
              <a:gd name="connsiteY353" fmla="*/ 1016118 h 7790740"/>
              <a:gd name="connsiteX354" fmla="*/ 4796838 w 27930708"/>
              <a:gd name="connsiteY354" fmla="*/ 1025177 h 7790740"/>
              <a:gd name="connsiteX355" fmla="*/ 5325457 w 27930708"/>
              <a:gd name="connsiteY355" fmla="*/ 1269770 h 7790740"/>
              <a:gd name="connsiteX356" fmla="*/ 5325457 w 27930708"/>
              <a:gd name="connsiteY356" fmla="*/ 1278829 h 7790740"/>
              <a:gd name="connsiteX357" fmla="*/ 5345092 w 27930708"/>
              <a:gd name="connsiteY357" fmla="*/ 1289398 h 7790740"/>
              <a:gd name="connsiteX358" fmla="*/ 4979589 w 27930708"/>
              <a:gd name="connsiteY358" fmla="*/ 1136905 h 7790740"/>
              <a:gd name="connsiteX359" fmla="*/ 4878396 w 27930708"/>
              <a:gd name="connsiteY359" fmla="*/ 1127846 h 7790740"/>
              <a:gd name="connsiteX360" fmla="*/ 5446284 w 27930708"/>
              <a:gd name="connsiteY360" fmla="*/ 1411695 h 7790740"/>
              <a:gd name="connsiteX361" fmla="*/ 5538415 w 27930708"/>
              <a:gd name="connsiteY361" fmla="*/ 1422263 h 7790740"/>
              <a:gd name="connsiteX362" fmla="*/ 5974903 w 27930708"/>
              <a:gd name="connsiteY362" fmla="*/ 1635150 h 7790740"/>
              <a:gd name="connsiteX363" fmla="*/ 5456857 w 27930708"/>
              <a:gd name="connsiteY363" fmla="*/ 1431322 h 7790740"/>
              <a:gd name="connsiteX364" fmla="*/ 5345092 w 27930708"/>
              <a:gd name="connsiteY364" fmla="*/ 1422263 h 7790740"/>
              <a:gd name="connsiteX365" fmla="*/ 5558050 w 27930708"/>
              <a:gd name="connsiteY365" fmla="*/ 1523422 h 7790740"/>
              <a:gd name="connsiteX366" fmla="*/ 7193747 w 27930708"/>
              <a:gd name="connsiteY366" fmla="*/ 1989961 h 7790740"/>
              <a:gd name="connsiteX367" fmla="*/ 6157654 w 27930708"/>
              <a:gd name="connsiteY367" fmla="*/ 1604953 h 7790740"/>
              <a:gd name="connsiteX368" fmla="*/ 7001934 w 27930708"/>
              <a:gd name="connsiteY368" fmla="*/ 1918999 h 7790740"/>
              <a:gd name="connsiteX369" fmla="*/ 7092555 w 27930708"/>
              <a:gd name="connsiteY369" fmla="*/ 1909940 h 7790740"/>
              <a:gd name="connsiteX370" fmla="*/ 6544301 w 27930708"/>
              <a:gd name="connsiteY370" fmla="*/ 1695543 h 7790740"/>
              <a:gd name="connsiteX371" fmla="*/ 7193747 w 27930708"/>
              <a:gd name="connsiteY371" fmla="*/ 1929567 h 7790740"/>
              <a:gd name="connsiteX372" fmla="*/ 7285878 w 27930708"/>
              <a:gd name="connsiteY372" fmla="*/ 1929567 h 7790740"/>
              <a:gd name="connsiteX373" fmla="*/ 6833531 w 27930708"/>
              <a:gd name="connsiteY373" fmla="*/ 1750275 h 7790740"/>
              <a:gd name="connsiteX374" fmla="*/ 6491177 w 27930708"/>
              <a:gd name="connsiteY374" fmla="*/ 1609437 h 7790740"/>
              <a:gd name="connsiteX375" fmla="*/ 6762545 w 27930708"/>
              <a:gd name="connsiteY375" fmla="*/ 1715360 h 7790740"/>
              <a:gd name="connsiteX376" fmla="*/ 7122761 w 27930708"/>
              <a:gd name="connsiteY376" fmla="*/ 1848036 h 7790740"/>
              <a:gd name="connsiteX377" fmla="*/ 7223954 w 27930708"/>
              <a:gd name="connsiteY377" fmla="*/ 1848036 h 7790740"/>
              <a:gd name="connsiteX378" fmla="*/ 7193747 w 27930708"/>
              <a:gd name="connsiteY378" fmla="*/ 1837467 h 7790740"/>
              <a:gd name="connsiteX379" fmla="*/ 7264733 w 27930708"/>
              <a:gd name="connsiteY379" fmla="*/ 1828409 h 7790740"/>
              <a:gd name="connsiteX380" fmla="*/ 7092555 w 27930708"/>
              <a:gd name="connsiteY380" fmla="*/ 1766505 h 7790740"/>
              <a:gd name="connsiteX381" fmla="*/ 7174113 w 27930708"/>
              <a:gd name="connsiteY381" fmla="*/ 1766505 h 7790740"/>
              <a:gd name="connsiteX382" fmla="*/ 6961155 w 27930708"/>
              <a:gd name="connsiteY382" fmla="*/ 1684974 h 7790740"/>
              <a:gd name="connsiteX383" fmla="*/ 7010996 w 27930708"/>
              <a:gd name="connsiteY383" fmla="*/ 1675915 h 7790740"/>
              <a:gd name="connsiteX384" fmla="*/ 6381185 w 27930708"/>
              <a:gd name="connsiteY384" fmla="*/ 1390557 h 7790740"/>
              <a:gd name="connsiteX385" fmla="*/ 5751373 w 27930708"/>
              <a:gd name="connsiteY385" fmla="*/ 1106708 h 7790740"/>
              <a:gd name="connsiteX386" fmla="*/ 5761945 w 27930708"/>
              <a:gd name="connsiteY386" fmla="*/ 1096139 h 7790740"/>
              <a:gd name="connsiteX387" fmla="*/ 5416078 w 27930708"/>
              <a:gd name="connsiteY387" fmla="*/ 943646 h 7790740"/>
              <a:gd name="connsiteX388" fmla="*/ 5325457 w 27930708"/>
              <a:gd name="connsiteY388" fmla="*/ 893822 h 7790740"/>
              <a:gd name="connsiteX389" fmla="*/ 5334519 w 27930708"/>
              <a:gd name="connsiteY389" fmla="*/ 893822 h 7790740"/>
              <a:gd name="connsiteX390" fmla="*/ 5650180 w 27930708"/>
              <a:gd name="connsiteY390" fmla="*/ 1035746 h 7790740"/>
              <a:gd name="connsiteX391" fmla="*/ 5751373 w 27930708"/>
              <a:gd name="connsiteY391" fmla="*/ 1035746 h 7790740"/>
              <a:gd name="connsiteX392" fmla="*/ 5162341 w 27930708"/>
              <a:gd name="connsiteY392" fmla="*/ 751897 h 7790740"/>
              <a:gd name="connsiteX393" fmla="*/ 5040003 w 27930708"/>
              <a:gd name="connsiteY393" fmla="*/ 741328 h 7790740"/>
              <a:gd name="connsiteX394" fmla="*/ 5061148 w 27930708"/>
              <a:gd name="connsiteY394" fmla="*/ 751897 h 7790740"/>
              <a:gd name="connsiteX395" fmla="*/ 4786266 w 27930708"/>
              <a:gd name="connsiteY395" fmla="*/ 619032 h 7790740"/>
              <a:gd name="connsiteX396" fmla="*/ 4827045 w 27930708"/>
              <a:gd name="connsiteY396" fmla="*/ 619032 h 7790740"/>
              <a:gd name="connsiteX397" fmla="*/ 4816473 w 27930708"/>
              <a:gd name="connsiteY397" fmla="*/ 608463 h 7790740"/>
              <a:gd name="connsiteX398" fmla="*/ 4786266 w 27930708"/>
              <a:gd name="connsiteY398" fmla="*/ 588835 h 7790740"/>
              <a:gd name="connsiteX399" fmla="*/ 4846680 w 27930708"/>
              <a:gd name="connsiteY399" fmla="*/ 588835 h 7790740"/>
              <a:gd name="connsiteX400" fmla="*/ 4623149 w 27930708"/>
              <a:gd name="connsiteY400" fmla="*/ 477108 h 7790740"/>
              <a:gd name="connsiteX401" fmla="*/ 4653356 w 27930708"/>
              <a:gd name="connsiteY401" fmla="*/ 487676 h 7790740"/>
              <a:gd name="connsiteX402" fmla="*/ 4898031 w 27930708"/>
              <a:gd name="connsiteY402" fmla="*/ 608463 h 7790740"/>
              <a:gd name="connsiteX403" fmla="*/ 4988652 w 27930708"/>
              <a:gd name="connsiteY403" fmla="*/ 619032 h 7790740"/>
              <a:gd name="connsiteX404" fmla="*/ 5690959 w 27930708"/>
              <a:gd name="connsiteY404" fmla="*/ 943646 h 7790740"/>
              <a:gd name="connsiteX405" fmla="*/ 5792152 w 27930708"/>
              <a:gd name="connsiteY405" fmla="*/ 954215 h 7790740"/>
              <a:gd name="connsiteX406" fmla="*/ 5020369 w 27930708"/>
              <a:gd name="connsiteY406" fmla="*/ 599404 h 7790740"/>
              <a:gd name="connsiteX407" fmla="*/ 4938810 w 27930708"/>
              <a:gd name="connsiteY407" fmla="*/ 588835 h 7790740"/>
              <a:gd name="connsiteX408" fmla="*/ 4410191 w 27930708"/>
              <a:gd name="connsiteY408" fmla="*/ 314046 h 7790740"/>
              <a:gd name="connsiteX409" fmla="*/ 4306332 w 27930708"/>
              <a:gd name="connsiteY409" fmla="*/ 294725 h 7790740"/>
              <a:gd name="connsiteX410" fmla="*/ 4308388 w 27930708"/>
              <a:gd name="connsiteY410" fmla="*/ 302636 h 7790740"/>
              <a:gd name="connsiteX411" fmla="*/ 4304798 w 27930708"/>
              <a:gd name="connsiteY411" fmla="*/ 301306 h 7790740"/>
              <a:gd name="connsiteX412" fmla="*/ 4257647 w 27930708"/>
              <a:gd name="connsiteY412" fmla="*/ 283849 h 7790740"/>
              <a:gd name="connsiteX413" fmla="*/ 3943496 w 27930708"/>
              <a:gd name="connsiteY413" fmla="*/ 122297 h 7790740"/>
              <a:gd name="connsiteX414" fmla="*/ 4014482 w 27930708"/>
              <a:gd name="connsiteY414" fmla="*/ 141925 h 7790740"/>
              <a:gd name="connsiteX415" fmla="*/ 4287854 w 27930708"/>
              <a:gd name="connsiteY415" fmla="*/ 264221 h 7790740"/>
              <a:gd name="connsiteX416" fmla="*/ 4390557 w 27930708"/>
              <a:gd name="connsiteY416" fmla="*/ 274790 h 7790740"/>
              <a:gd name="connsiteX417" fmla="*/ 4266928 w 27930708"/>
              <a:gd name="connsiteY417" fmla="*/ 216575 h 7790740"/>
              <a:gd name="connsiteX418" fmla="*/ 4452174 w 27930708"/>
              <a:gd name="connsiteY418" fmla="*/ 296612 h 7790740"/>
              <a:gd name="connsiteX419" fmla="*/ 4644294 w 27930708"/>
              <a:gd name="connsiteY419" fmla="*/ 375949 h 7790740"/>
              <a:gd name="connsiteX420" fmla="*/ 4734914 w 27930708"/>
              <a:gd name="connsiteY420" fmla="*/ 375949 h 7790740"/>
              <a:gd name="connsiteX421" fmla="*/ 4055262 w 27930708"/>
              <a:gd name="connsiteY421" fmla="*/ 19628 h 7790740"/>
              <a:gd name="connsiteX422" fmla="*/ 4278792 w 27930708"/>
              <a:gd name="connsiteY422" fmla="*/ 111728 h 7790740"/>
              <a:gd name="connsiteX423" fmla="*/ 4379985 w 27930708"/>
              <a:gd name="connsiteY423" fmla="*/ 122297 h 7790740"/>
              <a:gd name="connsiteX424" fmla="*/ 4431336 w 27930708"/>
              <a:gd name="connsiteY424" fmla="*/ 111728 h 7790740"/>
              <a:gd name="connsiteX425" fmla="*/ 4227440 w 27930708"/>
              <a:gd name="connsiteY425" fmla="*/ 9059 h 7790740"/>
              <a:gd name="connsiteX426" fmla="*/ 4734914 w 27930708"/>
              <a:gd name="connsiteY426" fmla="*/ 234025 h 7790740"/>
              <a:gd name="connsiteX427" fmla="*/ 4837617 w 27930708"/>
              <a:gd name="connsiteY427" fmla="*/ 234025 h 7790740"/>
              <a:gd name="connsiteX428" fmla="*/ 4491750 w 27930708"/>
              <a:gd name="connsiteY428" fmla="*/ 70962 h 7790740"/>
              <a:gd name="connsiteX429" fmla="*/ 4502322 w 27930708"/>
              <a:gd name="connsiteY429" fmla="*/ 70962 h 7790740"/>
              <a:gd name="connsiteX430" fmla="*/ 5009796 w 27930708"/>
              <a:gd name="connsiteY430" fmla="*/ 304987 h 7790740"/>
              <a:gd name="connsiteX431" fmla="*/ 5110989 w 27930708"/>
              <a:gd name="connsiteY431" fmla="*/ 314046 h 7790740"/>
              <a:gd name="connsiteX432" fmla="*/ 5020369 w 27930708"/>
              <a:gd name="connsiteY432" fmla="*/ 274790 h 7790740"/>
              <a:gd name="connsiteX433" fmla="*/ 5192547 w 27930708"/>
              <a:gd name="connsiteY433" fmla="*/ 335183 h 7790740"/>
              <a:gd name="connsiteX434" fmla="*/ 5172913 w 27930708"/>
              <a:gd name="connsiteY434" fmla="*/ 344242 h 7790740"/>
              <a:gd name="connsiteX435" fmla="*/ 5802725 w 27930708"/>
              <a:gd name="connsiteY435" fmla="*/ 599404 h 7790740"/>
              <a:gd name="connsiteX436" fmla="*/ 6127448 w 27930708"/>
              <a:gd name="connsiteY436" fmla="*/ 751897 h 7790740"/>
              <a:gd name="connsiteX437" fmla="*/ 6228640 w 27930708"/>
              <a:gd name="connsiteY437" fmla="*/ 751897 h 7790740"/>
              <a:gd name="connsiteX438" fmla="*/ 6086668 w 27930708"/>
              <a:gd name="connsiteY438" fmla="*/ 689994 h 7790740"/>
              <a:gd name="connsiteX439" fmla="*/ 6107813 w 27930708"/>
              <a:gd name="connsiteY439" fmla="*/ 689994 h 7790740"/>
              <a:gd name="connsiteX440" fmla="*/ 6178799 w 27930708"/>
              <a:gd name="connsiteY440" fmla="*/ 689994 h 7790740"/>
              <a:gd name="connsiteX441" fmla="*/ 6168227 w 27930708"/>
              <a:gd name="connsiteY441" fmla="*/ 670366 h 7790740"/>
              <a:gd name="connsiteX442" fmla="*/ 6138020 w 27930708"/>
              <a:gd name="connsiteY442" fmla="*/ 659797 h 7790740"/>
              <a:gd name="connsiteX443" fmla="*/ 6086668 w 27930708"/>
              <a:gd name="connsiteY443" fmla="*/ 649229 h 7790740"/>
              <a:gd name="connsiteX444" fmla="*/ 5660753 w 27930708"/>
              <a:gd name="connsiteY444" fmla="*/ 455970 h 7790740"/>
              <a:gd name="connsiteX445" fmla="*/ 5558050 w 27930708"/>
              <a:gd name="connsiteY445" fmla="*/ 446911 h 7790740"/>
              <a:gd name="connsiteX446" fmla="*/ 5538415 w 27930708"/>
              <a:gd name="connsiteY446" fmla="*/ 436342 h 7790740"/>
              <a:gd name="connsiteX447" fmla="*/ 5508208 w 27930708"/>
              <a:gd name="connsiteY447" fmla="*/ 436342 h 7790740"/>
              <a:gd name="connsiteX448" fmla="*/ 5467429 w 27930708"/>
              <a:gd name="connsiteY448" fmla="*/ 416714 h 7790740"/>
              <a:gd name="connsiteX449" fmla="*/ 5527842 w 27930708"/>
              <a:gd name="connsiteY449" fmla="*/ 406145 h 7790740"/>
              <a:gd name="connsiteX450" fmla="*/ 5385871 w 27930708"/>
              <a:gd name="connsiteY450" fmla="*/ 344242 h 7790740"/>
              <a:gd name="connsiteX451" fmla="*/ 5650180 w 27930708"/>
              <a:gd name="connsiteY451" fmla="*/ 436342 h 7790740"/>
              <a:gd name="connsiteX452" fmla="*/ 5740801 w 27930708"/>
              <a:gd name="connsiteY452" fmla="*/ 436342 h 7790740"/>
              <a:gd name="connsiteX453" fmla="*/ 5690959 w 27930708"/>
              <a:gd name="connsiteY453" fmla="*/ 406145 h 7790740"/>
              <a:gd name="connsiteX454" fmla="*/ 5813297 w 27930708"/>
              <a:gd name="connsiteY454" fmla="*/ 455970 h 7790740"/>
              <a:gd name="connsiteX455" fmla="*/ 5761945 w 27930708"/>
              <a:gd name="connsiteY455" fmla="*/ 466539 h 7790740"/>
              <a:gd name="connsiteX456" fmla="*/ 6991362 w 27930708"/>
              <a:gd name="connsiteY456" fmla="*/ 984412 h 7790740"/>
              <a:gd name="connsiteX457" fmla="*/ 7092555 w 27930708"/>
              <a:gd name="connsiteY457" fmla="*/ 984412 h 7790740"/>
              <a:gd name="connsiteX458" fmla="*/ 6961155 w 27930708"/>
              <a:gd name="connsiteY458" fmla="*/ 924018 h 7790740"/>
              <a:gd name="connsiteX459" fmla="*/ 7223954 w 27930708"/>
              <a:gd name="connsiteY459" fmla="*/ 1025177 h 7790740"/>
              <a:gd name="connsiteX460" fmla="*/ 7326657 w 27930708"/>
              <a:gd name="connsiteY460" fmla="*/ 1035746 h 7790740"/>
              <a:gd name="connsiteX461" fmla="*/ 7367436 w 27930708"/>
              <a:gd name="connsiteY461" fmla="*/ 1046315 h 7790740"/>
              <a:gd name="connsiteX462" fmla="*/ 7874911 w 27930708"/>
              <a:gd name="connsiteY462" fmla="*/ 1259201 h 7790740"/>
              <a:gd name="connsiteX463" fmla="*/ 8392956 w 27930708"/>
              <a:gd name="connsiteY463" fmla="*/ 1431322 h 7790740"/>
              <a:gd name="connsiteX464" fmla="*/ 8423164 w 27930708"/>
              <a:gd name="connsiteY464" fmla="*/ 1441891 h 7790740"/>
              <a:gd name="connsiteX465" fmla="*/ 8829444 w 27930708"/>
              <a:gd name="connsiteY465" fmla="*/ 1583815 h 7790740"/>
              <a:gd name="connsiteX466" fmla="*/ 8932148 w 27930708"/>
              <a:gd name="connsiteY466" fmla="*/ 1574757 h 7790740"/>
              <a:gd name="connsiteX467" fmla="*/ 8698046 w 27930708"/>
              <a:gd name="connsiteY467" fmla="*/ 1502284 h 7790740"/>
              <a:gd name="connsiteX468" fmla="*/ 8962354 w 27930708"/>
              <a:gd name="connsiteY468" fmla="*/ 1574757 h 7790740"/>
              <a:gd name="connsiteX469" fmla="*/ 9063548 w 27930708"/>
              <a:gd name="connsiteY469" fmla="*/ 1583815 h 7790740"/>
              <a:gd name="connsiteX470" fmla="*/ 12010220 w 27930708"/>
              <a:gd name="connsiteY470" fmla="*/ 2498775 h 7790740"/>
              <a:gd name="connsiteX471" fmla="*/ 12203543 w 27930708"/>
              <a:gd name="connsiteY471" fmla="*/ 2488206 h 7790740"/>
              <a:gd name="connsiteX472" fmla="*/ 12244322 w 27930708"/>
              <a:gd name="connsiteY472" fmla="*/ 2468578 h 7790740"/>
              <a:gd name="connsiteX473" fmla="*/ 12182399 w 27930708"/>
              <a:gd name="connsiteY473" fmla="*/ 2436871 h 7790740"/>
              <a:gd name="connsiteX474" fmla="*/ 12214117 w 27930708"/>
              <a:gd name="connsiteY474" fmla="*/ 2417244 h 7790740"/>
              <a:gd name="connsiteX475" fmla="*/ 12386295 w 27930708"/>
              <a:gd name="connsiteY475" fmla="*/ 2447440 h 7790740"/>
              <a:gd name="connsiteX476" fmla="*/ 12375722 w 27930708"/>
              <a:gd name="connsiteY476" fmla="*/ 2458009 h 7790740"/>
              <a:gd name="connsiteX477" fmla="*/ 12446708 w 27930708"/>
              <a:gd name="connsiteY477" fmla="*/ 2477637 h 7790740"/>
              <a:gd name="connsiteX478" fmla="*/ 12405930 w 27930708"/>
              <a:gd name="connsiteY478" fmla="*/ 2507834 h 7790740"/>
              <a:gd name="connsiteX479" fmla="*/ 12427074 w 27930708"/>
              <a:gd name="connsiteY479" fmla="*/ 2518402 h 7790740"/>
              <a:gd name="connsiteX480" fmla="*/ 12285101 w 27930708"/>
              <a:gd name="connsiteY480" fmla="*/ 2498775 h 7790740"/>
              <a:gd name="connsiteX481" fmla="*/ 12233751 w 27930708"/>
              <a:gd name="connsiteY481" fmla="*/ 2518402 h 7790740"/>
              <a:gd name="connsiteX482" fmla="*/ 12366661 w 27930708"/>
              <a:gd name="connsiteY482" fmla="*/ 2559168 h 7790740"/>
              <a:gd name="connsiteX483" fmla="*/ 12325882 w 27930708"/>
              <a:gd name="connsiteY483" fmla="*/ 2569737 h 7790740"/>
              <a:gd name="connsiteX484" fmla="*/ 12304736 w 27930708"/>
              <a:gd name="connsiteY484" fmla="*/ 2569737 h 7790740"/>
              <a:gd name="connsiteX485" fmla="*/ 12803149 w 27930708"/>
              <a:gd name="connsiteY485" fmla="*/ 2701092 h 7790740"/>
              <a:gd name="connsiteX486" fmla="*/ 12813720 w 27930708"/>
              <a:gd name="connsiteY486" fmla="*/ 2681464 h 7790740"/>
              <a:gd name="connsiteX487" fmla="*/ 12792576 w 27930708"/>
              <a:gd name="connsiteY487" fmla="*/ 2681464 h 7790740"/>
              <a:gd name="connsiteX488" fmla="*/ 12813720 w 27930708"/>
              <a:gd name="connsiteY488" fmla="*/ 2660327 h 7790740"/>
              <a:gd name="connsiteX489" fmla="*/ 12863562 w 27930708"/>
              <a:gd name="connsiteY489" fmla="*/ 2640699 h 7790740"/>
              <a:gd name="connsiteX490" fmla="*/ 12985899 w 27930708"/>
              <a:gd name="connsiteY490" fmla="*/ 2651268 h 7790740"/>
              <a:gd name="connsiteX491" fmla="*/ 13035741 w 27930708"/>
              <a:gd name="connsiteY491" fmla="*/ 2619561 h 7790740"/>
              <a:gd name="connsiteX492" fmla="*/ 12792576 w 27930708"/>
              <a:gd name="connsiteY492" fmla="*/ 2578796 h 7790740"/>
              <a:gd name="connsiteX493" fmla="*/ 12955693 w 27930708"/>
              <a:gd name="connsiteY493" fmla="*/ 2599933 h 7790740"/>
              <a:gd name="connsiteX494" fmla="*/ 12975327 w 27930708"/>
              <a:gd name="connsiteY494" fmla="*/ 2599933 h 7790740"/>
              <a:gd name="connsiteX495" fmla="*/ 13158078 w 27930708"/>
              <a:gd name="connsiteY495" fmla="*/ 2640699 h 7790740"/>
              <a:gd name="connsiteX496" fmla="*/ 13076519 w 27930708"/>
              <a:gd name="connsiteY496" fmla="*/ 2651268 h 7790740"/>
              <a:gd name="connsiteX497" fmla="*/ 13046314 w 27930708"/>
              <a:gd name="connsiteY497" fmla="*/ 2670896 h 7790740"/>
              <a:gd name="connsiteX498" fmla="*/ 12904341 w 27930708"/>
              <a:gd name="connsiteY498" fmla="*/ 2681464 h 7790740"/>
              <a:gd name="connsiteX499" fmla="*/ 12874134 w 27930708"/>
              <a:gd name="connsiteY499" fmla="*/ 2711661 h 7790740"/>
              <a:gd name="connsiteX500" fmla="*/ 12955504 w 27930708"/>
              <a:gd name="connsiteY500" fmla="*/ 2735441 h 7790740"/>
              <a:gd name="connsiteX501" fmla="*/ 12988483 w 27930708"/>
              <a:gd name="connsiteY501" fmla="*/ 2742423 h 7790740"/>
              <a:gd name="connsiteX502" fmla="*/ 12975327 w 27930708"/>
              <a:gd name="connsiteY502" fmla="*/ 2741858 h 7790740"/>
              <a:gd name="connsiteX503" fmla="*/ 13351402 w 27930708"/>
              <a:gd name="connsiteY503" fmla="*/ 2833957 h 7790740"/>
              <a:gd name="connsiteX504" fmla="*/ 13361974 w 27930708"/>
              <a:gd name="connsiteY504" fmla="*/ 2823389 h 7790740"/>
              <a:gd name="connsiteX505" fmla="*/ 13473739 w 27930708"/>
              <a:gd name="connsiteY505" fmla="*/ 2833957 h 7790740"/>
              <a:gd name="connsiteX506" fmla="*/ 13514518 w 27930708"/>
              <a:gd name="connsiteY506" fmla="*/ 2812820 h 7790740"/>
              <a:gd name="connsiteX507" fmla="*/ 13615712 w 27930708"/>
              <a:gd name="connsiteY507" fmla="*/ 2823389 h 7790740"/>
              <a:gd name="connsiteX508" fmla="*/ 13667062 w 27930708"/>
              <a:gd name="connsiteY508" fmla="*/ 2803761 h 7790740"/>
              <a:gd name="connsiteX509" fmla="*/ 13534152 w 27930708"/>
              <a:gd name="connsiteY509" fmla="*/ 2782623 h 7790740"/>
              <a:gd name="connsiteX510" fmla="*/ 13564360 w 27930708"/>
              <a:gd name="connsiteY510" fmla="*/ 2752427 h 7790740"/>
              <a:gd name="connsiteX511" fmla="*/ 12975327 w 27930708"/>
              <a:gd name="connsiteY511" fmla="*/ 2701092 h 7790740"/>
              <a:gd name="connsiteX512" fmla="*/ 13402753 w 27930708"/>
              <a:gd name="connsiteY512" fmla="*/ 2731289 h 7790740"/>
              <a:gd name="connsiteX513" fmla="*/ 13443533 w 27930708"/>
              <a:gd name="connsiteY513" fmla="*/ 2701092 h 7790740"/>
              <a:gd name="connsiteX514" fmla="*/ 13168650 w 27930708"/>
              <a:gd name="connsiteY514" fmla="*/ 2660327 h 7790740"/>
              <a:gd name="connsiteX515" fmla="*/ 13493373 w 27930708"/>
              <a:gd name="connsiteY515" fmla="*/ 2690523 h 7790740"/>
              <a:gd name="connsiteX516" fmla="*/ 13534152 w 27930708"/>
              <a:gd name="connsiteY516" fmla="*/ 2660327 h 7790740"/>
              <a:gd name="connsiteX517" fmla="*/ 13306658 w 27930708"/>
              <a:gd name="connsiteY517" fmla="*/ 2624846 h 7790740"/>
              <a:gd name="connsiteX518" fmla="*/ 13216927 w 27930708"/>
              <a:gd name="connsiteY518" fmla="*/ 2610346 h 7790740"/>
              <a:gd name="connsiteX519" fmla="*/ 13275696 w 27930708"/>
              <a:gd name="connsiteY519" fmla="*/ 2617108 h 7790740"/>
              <a:gd name="connsiteX520" fmla="*/ 13452594 w 27930708"/>
              <a:gd name="connsiteY520" fmla="*/ 2630130 h 7790740"/>
              <a:gd name="connsiteX521" fmla="*/ 13503946 w 27930708"/>
              <a:gd name="connsiteY521" fmla="*/ 2599933 h 7790740"/>
              <a:gd name="connsiteX522" fmla="*/ 13482802 w 27930708"/>
              <a:gd name="connsiteY522" fmla="*/ 2599933 h 7790740"/>
              <a:gd name="connsiteX523" fmla="*/ 13514518 w 27930708"/>
              <a:gd name="connsiteY523" fmla="*/ 2569737 h 7790740"/>
              <a:gd name="connsiteX524" fmla="*/ 13432960 w 27930708"/>
              <a:gd name="connsiteY524" fmla="*/ 2569737 h 7790740"/>
              <a:gd name="connsiteX525" fmla="*/ 13473739 w 27930708"/>
              <a:gd name="connsiteY525" fmla="*/ 2539540 h 7790740"/>
              <a:gd name="connsiteX526" fmla="*/ 13372547 w 27930708"/>
              <a:gd name="connsiteY526" fmla="*/ 2528971 h 7790740"/>
              <a:gd name="connsiteX527" fmla="*/ 13392181 w 27930708"/>
              <a:gd name="connsiteY527" fmla="*/ 2498775 h 7790740"/>
              <a:gd name="connsiteX528" fmla="*/ 13087093 w 27930708"/>
              <a:gd name="connsiteY528" fmla="*/ 2427812 h 7790740"/>
              <a:gd name="connsiteX529" fmla="*/ 12772941 w 27930708"/>
              <a:gd name="connsiteY529" fmla="*/ 2356850 h 7790740"/>
              <a:gd name="connsiteX530" fmla="*/ 12772941 w 27930708"/>
              <a:gd name="connsiteY530" fmla="*/ 2346281 h 7790740"/>
              <a:gd name="connsiteX531" fmla="*/ 12599252 w 27930708"/>
              <a:gd name="connsiteY531" fmla="*/ 2305516 h 7790740"/>
              <a:gd name="connsiteX532" fmla="*/ 12558474 w 27930708"/>
              <a:gd name="connsiteY532" fmla="*/ 2294947 h 7790740"/>
              <a:gd name="connsiteX533" fmla="*/ 12721591 w 27930708"/>
              <a:gd name="connsiteY533" fmla="*/ 2325144 h 7790740"/>
              <a:gd name="connsiteX534" fmla="*/ 12772941 w 27930708"/>
              <a:gd name="connsiteY534" fmla="*/ 2294947 h 7790740"/>
              <a:gd name="connsiteX535" fmla="*/ 12478426 w 27930708"/>
              <a:gd name="connsiteY535" fmla="*/ 2213416 h 7790740"/>
              <a:gd name="connsiteX536" fmla="*/ 12418743 w 27930708"/>
              <a:gd name="connsiteY536" fmla="*/ 2233799 h 7790740"/>
              <a:gd name="connsiteX537" fmla="*/ 12416846 w 27930708"/>
              <a:gd name="connsiteY537" fmla="*/ 2242102 h 7790740"/>
              <a:gd name="connsiteX538" fmla="*/ 12410460 w 27930708"/>
              <a:gd name="connsiteY538" fmla="*/ 2241159 h 7790740"/>
              <a:gd name="connsiteX539" fmla="*/ 12294164 w 27930708"/>
              <a:gd name="connsiteY539" fmla="*/ 2223985 h 7790740"/>
              <a:gd name="connsiteX540" fmla="*/ 12315308 w 27930708"/>
              <a:gd name="connsiteY540" fmla="*/ 2204357 h 7790740"/>
              <a:gd name="connsiteX541" fmla="*/ 12304736 w 27930708"/>
              <a:gd name="connsiteY541" fmla="*/ 2193788 h 7790740"/>
              <a:gd name="connsiteX542" fmla="*/ 12285101 w 27930708"/>
              <a:gd name="connsiteY542" fmla="*/ 2193788 h 7790740"/>
              <a:gd name="connsiteX543" fmla="*/ 12315308 w 27930708"/>
              <a:gd name="connsiteY543" fmla="*/ 2172650 h 7790740"/>
              <a:gd name="connsiteX544" fmla="*/ 12214117 w 27930708"/>
              <a:gd name="connsiteY544" fmla="*/ 2142454 h 7790740"/>
              <a:gd name="connsiteX545" fmla="*/ 12223178 w 27930708"/>
              <a:gd name="connsiteY545" fmla="*/ 2131885 h 7790740"/>
              <a:gd name="connsiteX546" fmla="*/ 12345515 w 27930708"/>
              <a:gd name="connsiteY546" fmla="*/ 2172650 h 7790740"/>
              <a:gd name="connsiteX547" fmla="*/ 12386295 w 27930708"/>
              <a:gd name="connsiteY547" fmla="*/ 2153023 h 7790740"/>
              <a:gd name="connsiteX548" fmla="*/ 12741224 w 27930708"/>
              <a:gd name="connsiteY548" fmla="*/ 2223985 h 7790740"/>
              <a:gd name="connsiteX549" fmla="*/ 12792576 w 27930708"/>
              <a:gd name="connsiteY549" fmla="*/ 2204357 h 7790740"/>
              <a:gd name="connsiteX550" fmla="*/ 12405930 w 27930708"/>
              <a:gd name="connsiteY550" fmla="*/ 2122826 h 7790740"/>
              <a:gd name="connsiteX551" fmla="*/ 12366661 w 27930708"/>
              <a:gd name="connsiteY551" fmla="*/ 2131885 h 7790740"/>
              <a:gd name="connsiteX552" fmla="*/ 12102351 w 27930708"/>
              <a:gd name="connsiteY552" fmla="*/ 2060923 h 7790740"/>
              <a:gd name="connsiteX553" fmla="*/ 12050999 w 27930708"/>
              <a:gd name="connsiteY553" fmla="*/ 2082061 h 7790740"/>
              <a:gd name="connsiteX554" fmla="*/ 12061571 w 27930708"/>
              <a:gd name="connsiteY554" fmla="*/ 2092629 h 7790740"/>
              <a:gd name="connsiteX555" fmla="*/ 12020792 w 27930708"/>
              <a:gd name="connsiteY555" fmla="*/ 2082061 h 7790740"/>
              <a:gd name="connsiteX556" fmla="*/ 11868248 w 27930708"/>
              <a:gd name="connsiteY556" fmla="*/ 2041295 h 7790740"/>
              <a:gd name="connsiteX557" fmla="*/ 11898455 w 27930708"/>
              <a:gd name="connsiteY557" fmla="*/ 2041295 h 7790740"/>
              <a:gd name="connsiteX558" fmla="*/ 12040426 w 27930708"/>
              <a:gd name="connsiteY558" fmla="*/ 2060923 h 7790740"/>
              <a:gd name="connsiteX559" fmla="*/ 12091778 w 27930708"/>
              <a:gd name="connsiteY559" fmla="*/ 2030726 h 7790740"/>
              <a:gd name="connsiteX560" fmla="*/ 12034013 w 27930708"/>
              <a:gd name="connsiteY560" fmla="*/ 2020544 h 7790740"/>
              <a:gd name="connsiteX561" fmla="*/ 12223178 w 27930708"/>
              <a:gd name="connsiteY561" fmla="*/ 2041295 h 7790740"/>
              <a:gd name="connsiteX562" fmla="*/ 12263957 w 27930708"/>
              <a:gd name="connsiteY562" fmla="*/ 2011098 h 7790740"/>
              <a:gd name="connsiteX563" fmla="*/ 11919599 w 27930708"/>
              <a:gd name="connsiteY563" fmla="*/ 1909940 h 7790740"/>
              <a:gd name="connsiteX564" fmla="*/ 12040426 w 27930708"/>
              <a:gd name="connsiteY564" fmla="*/ 1918999 h 7790740"/>
              <a:gd name="connsiteX565" fmla="*/ 12081207 w 27930708"/>
              <a:gd name="connsiteY565" fmla="*/ 1888802 h 7790740"/>
              <a:gd name="connsiteX566" fmla="*/ 12111412 w 27930708"/>
              <a:gd name="connsiteY566" fmla="*/ 1869174 h 7790740"/>
              <a:gd name="connsiteX567" fmla="*/ 12010220 w 27930708"/>
              <a:gd name="connsiteY567" fmla="*/ 1837467 h 7790740"/>
              <a:gd name="connsiteX568" fmla="*/ 12263957 w 27930708"/>
              <a:gd name="connsiteY568" fmla="*/ 1878233 h 7790740"/>
              <a:gd name="connsiteX569" fmla="*/ 12315308 w 27930708"/>
              <a:gd name="connsiteY569" fmla="*/ 1848036 h 7790740"/>
              <a:gd name="connsiteX570" fmla="*/ 12141620 w 27930708"/>
              <a:gd name="connsiteY570" fmla="*/ 1807271 h 7790740"/>
              <a:gd name="connsiteX571" fmla="*/ 12141620 w 27930708"/>
              <a:gd name="connsiteY571" fmla="*/ 1796702 h 7790740"/>
              <a:gd name="connsiteX572" fmla="*/ 12396867 w 27930708"/>
              <a:gd name="connsiteY572" fmla="*/ 1858605 h 7790740"/>
              <a:gd name="connsiteX573" fmla="*/ 12446708 w 27930708"/>
              <a:gd name="connsiteY573" fmla="*/ 1828409 h 7790740"/>
              <a:gd name="connsiteX574" fmla="*/ 12396867 w 27930708"/>
              <a:gd name="connsiteY574" fmla="*/ 1817840 h 7790740"/>
              <a:gd name="connsiteX575" fmla="*/ 12487487 w 27930708"/>
              <a:gd name="connsiteY575" fmla="*/ 1817840 h 7790740"/>
              <a:gd name="connsiteX576" fmla="*/ 12478426 w 27930708"/>
              <a:gd name="connsiteY576" fmla="*/ 1828409 h 7790740"/>
              <a:gd name="connsiteX577" fmla="*/ 12782003 w 27930708"/>
              <a:gd name="connsiteY577" fmla="*/ 1869174 h 7790740"/>
              <a:gd name="connsiteX578" fmla="*/ 12945120 w 27930708"/>
              <a:gd name="connsiteY578" fmla="*/ 1899371 h 7790740"/>
              <a:gd name="connsiteX579" fmla="*/ 12996472 w 27930708"/>
              <a:gd name="connsiteY579" fmla="*/ 1878233 h 7790740"/>
              <a:gd name="connsiteX580" fmla="*/ 12925485 w 27930708"/>
              <a:gd name="connsiteY580" fmla="*/ 1858605 h 7790740"/>
              <a:gd name="connsiteX581" fmla="*/ 12934549 w 27930708"/>
              <a:gd name="connsiteY581" fmla="*/ 1858605 h 7790740"/>
              <a:gd name="connsiteX582" fmla="*/ 12975327 w 27930708"/>
              <a:gd name="connsiteY582" fmla="*/ 1828409 h 7790740"/>
              <a:gd name="connsiteX583" fmla="*/ 12964754 w 27930708"/>
              <a:gd name="connsiteY583" fmla="*/ 1817840 h 7790740"/>
              <a:gd name="connsiteX584" fmla="*/ 12945120 w 27930708"/>
              <a:gd name="connsiteY584" fmla="*/ 1817840 h 7790740"/>
              <a:gd name="connsiteX585" fmla="*/ 12925485 w 27930708"/>
              <a:gd name="connsiteY585" fmla="*/ 1817840 h 7790740"/>
              <a:gd name="connsiteX586" fmla="*/ 12711018 w 27930708"/>
              <a:gd name="connsiteY586" fmla="*/ 1787643 h 7790740"/>
              <a:gd name="connsiteX587" fmla="*/ 12670239 w 27930708"/>
              <a:gd name="connsiteY587" fmla="*/ 1796702 h 7790740"/>
              <a:gd name="connsiteX588" fmla="*/ 12661176 w 27930708"/>
              <a:gd name="connsiteY588" fmla="*/ 1796702 h 7790740"/>
              <a:gd name="connsiteX589" fmla="*/ 12640031 w 27930708"/>
              <a:gd name="connsiteY589" fmla="*/ 1807271 h 7790740"/>
              <a:gd name="connsiteX590" fmla="*/ 12620397 w 27930708"/>
              <a:gd name="connsiteY590" fmla="*/ 1807271 h 7790740"/>
              <a:gd name="connsiteX591" fmla="*/ 12650605 w 27930708"/>
              <a:gd name="connsiteY591" fmla="*/ 1777074 h 7790740"/>
              <a:gd name="connsiteX592" fmla="*/ 12579618 w 27930708"/>
              <a:gd name="connsiteY592" fmla="*/ 1766505 h 7790740"/>
              <a:gd name="connsiteX593" fmla="*/ 12711018 w 27930708"/>
              <a:gd name="connsiteY593" fmla="*/ 1757446 h 7790740"/>
              <a:gd name="connsiteX594" fmla="*/ 12751797 w 27930708"/>
              <a:gd name="connsiteY594" fmla="*/ 1725740 h 7790740"/>
              <a:gd name="connsiteX595" fmla="*/ 12782003 w 27930708"/>
              <a:gd name="connsiteY595" fmla="*/ 1725740 h 7790740"/>
              <a:gd name="connsiteX596" fmla="*/ 12782003 w 27930708"/>
              <a:gd name="connsiteY596" fmla="*/ 1736309 h 7790740"/>
              <a:gd name="connsiteX597" fmla="*/ 12762370 w 27930708"/>
              <a:gd name="connsiteY597" fmla="*/ 1757446 h 7790740"/>
              <a:gd name="connsiteX598" fmla="*/ 13361974 w 27930708"/>
              <a:gd name="connsiteY598" fmla="*/ 1848036 h 7790740"/>
              <a:gd name="connsiteX599" fmla="*/ 13411816 w 27930708"/>
              <a:gd name="connsiteY599" fmla="*/ 1828409 h 7790740"/>
              <a:gd name="connsiteX600" fmla="*/ 13351402 w 27930708"/>
              <a:gd name="connsiteY600" fmla="*/ 1807271 h 7790740"/>
              <a:gd name="connsiteX601" fmla="*/ 13473739 w 27930708"/>
              <a:gd name="connsiteY601" fmla="*/ 1828409 h 7790740"/>
              <a:gd name="connsiteX602" fmla="*/ 13523581 w 27930708"/>
              <a:gd name="connsiteY602" fmla="*/ 1796702 h 7790740"/>
              <a:gd name="connsiteX603" fmla="*/ 13544725 w 27930708"/>
              <a:gd name="connsiteY603" fmla="*/ 1807271 h 7790740"/>
              <a:gd name="connsiteX604" fmla="*/ 13787889 w 27930708"/>
              <a:gd name="connsiteY604" fmla="*/ 1848036 h 7790740"/>
              <a:gd name="connsiteX605" fmla="*/ 14032564 w 27930708"/>
              <a:gd name="connsiteY605" fmla="*/ 1869174 h 7790740"/>
              <a:gd name="connsiteX606" fmla="*/ 14052199 w 27930708"/>
              <a:gd name="connsiteY606" fmla="*/ 1869174 h 7790740"/>
              <a:gd name="connsiteX607" fmla="*/ 14245522 w 27930708"/>
              <a:gd name="connsiteY607" fmla="*/ 1878233 h 7790740"/>
              <a:gd name="connsiteX608" fmla="*/ 14296874 w 27930708"/>
              <a:gd name="connsiteY608" fmla="*/ 1848036 h 7790740"/>
              <a:gd name="connsiteX609" fmla="*/ 14185109 w 27930708"/>
              <a:gd name="connsiteY609" fmla="*/ 1837467 h 7790740"/>
              <a:gd name="connsiteX610" fmla="*/ 14305936 w 27930708"/>
              <a:gd name="connsiteY610" fmla="*/ 1837467 h 7790740"/>
              <a:gd name="connsiteX611" fmla="*/ 14357287 w 27930708"/>
              <a:gd name="connsiteY611" fmla="*/ 1817840 h 7790740"/>
              <a:gd name="connsiteX612" fmla="*/ 19385208 w 27930708"/>
              <a:gd name="connsiteY612" fmla="*/ 1837467 h 7790740"/>
              <a:gd name="connsiteX613" fmla="*/ 19303648 w 27930708"/>
              <a:gd name="connsiteY613" fmla="*/ 1858605 h 7790740"/>
              <a:gd name="connsiteX614" fmla="*/ 19273444 w 27930708"/>
              <a:gd name="connsiteY614" fmla="*/ 1899371 h 7790740"/>
              <a:gd name="connsiteX615" fmla="*/ 19333856 w 27930708"/>
              <a:gd name="connsiteY615" fmla="*/ 1888802 h 7790740"/>
              <a:gd name="connsiteX616" fmla="*/ 19314224 w 27930708"/>
              <a:gd name="connsiteY616" fmla="*/ 1918999 h 7790740"/>
              <a:gd name="connsiteX617" fmla="*/ 19445620 w 27930708"/>
              <a:gd name="connsiteY617" fmla="*/ 1918999 h 7790740"/>
              <a:gd name="connsiteX618" fmla="*/ 19425988 w 27930708"/>
              <a:gd name="connsiteY618" fmla="*/ 1949195 h 7790740"/>
              <a:gd name="connsiteX619" fmla="*/ 19456196 w 27930708"/>
              <a:gd name="connsiteY619" fmla="*/ 1949195 h 7790740"/>
              <a:gd name="connsiteX620" fmla="*/ 19425988 w 27930708"/>
              <a:gd name="connsiteY620" fmla="*/ 1989961 h 7790740"/>
              <a:gd name="connsiteX621" fmla="*/ 19842840 w 27930708"/>
              <a:gd name="connsiteY621" fmla="*/ 1949195 h 7790740"/>
              <a:gd name="connsiteX622" fmla="*/ 19821696 w 27930708"/>
              <a:gd name="connsiteY622" fmla="*/ 1959764 h 7790740"/>
              <a:gd name="connsiteX623" fmla="*/ 19780916 w 27930708"/>
              <a:gd name="connsiteY623" fmla="*/ 2000530 h 7790740"/>
              <a:gd name="connsiteX624" fmla="*/ 19924400 w 27930708"/>
              <a:gd name="connsiteY624" fmla="*/ 2000530 h 7790740"/>
              <a:gd name="connsiteX625" fmla="*/ 19892684 w 27930708"/>
              <a:gd name="connsiteY625" fmla="*/ 2030726 h 7790740"/>
              <a:gd name="connsiteX626" fmla="*/ 20156992 w 27930708"/>
              <a:gd name="connsiteY626" fmla="*/ 2030726 h 7790740"/>
              <a:gd name="connsiteX627" fmla="*/ 20187200 w 27930708"/>
              <a:gd name="connsiteY627" fmla="*/ 1989961 h 7790740"/>
              <a:gd name="connsiteX628" fmla="*/ 20036164 w 27930708"/>
              <a:gd name="connsiteY628" fmla="*/ 2000530 h 7790740"/>
              <a:gd name="connsiteX629" fmla="*/ 20137356 w 27930708"/>
              <a:gd name="connsiteY629" fmla="*/ 1959764 h 7790740"/>
              <a:gd name="connsiteX630" fmla="*/ 20554212 w 27930708"/>
              <a:gd name="connsiteY630" fmla="*/ 1940136 h 7790740"/>
              <a:gd name="connsiteX631" fmla="*/ 20339744 w 27930708"/>
              <a:gd name="connsiteY631" fmla="*/ 1989961 h 7790740"/>
              <a:gd name="connsiteX632" fmla="*/ 20298964 w 27930708"/>
              <a:gd name="connsiteY632" fmla="*/ 2030726 h 7790740"/>
              <a:gd name="connsiteX633" fmla="*/ 20330680 w 27930708"/>
              <a:gd name="connsiteY633" fmla="*/ 2030726 h 7790740"/>
              <a:gd name="connsiteX634" fmla="*/ 20268756 w 27930708"/>
              <a:gd name="connsiteY634" fmla="*/ 2041295 h 7790740"/>
              <a:gd name="connsiteX635" fmla="*/ 20249124 w 27930708"/>
              <a:gd name="connsiteY635" fmla="*/ 2041295 h 7790740"/>
              <a:gd name="connsiteX636" fmla="*/ 20096580 w 27930708"/>
              <a:gd name="connsiteY636" fmla="*/ 2071492 h 7790740"/>
              <a:gd name="connsiteX637" fmla="*/ 20055800 w 27930708"/>
              <a:gd name="connsiteY637" fmla="*/ 2112257 h 7790740"/>
              <a:gd name="connsiteX638" fmla="*/ 20431872 w 27930708"/>
              <a:gd name="connsiteY638" fmla="*/ 2071492 h 7790740"/>
              <a:gd name="connsiteX639" fmla="*/ 20330680 w 27930708"/>
              <a:gd name="connsiteY639" fmla="*/ 2112257 h 7790740"/>
              <a:gd name="connsiteX640" fmla="*/ 20298964 w 27930708"/>
              <a:gd name="connsiteY640" fmla="*/ 2153023 h 7790740"/>
              <a:gd name="connsiteX641" fmla="*/ 20492288 w 27930708"/>
              <a:gd name="connsiteY641" fmla="*/ 2131885 h 7790740"/>
              <a:gd name="connsiteX642" fmla="*/ 20055800 w 27930708"/>
              <a:gd name="connsiteY642" fmla="*/ 2243613 h 7790740"/>
              <a:gd name="connsiteX643" fmla="*/ 20025592 w 27930708"/>
              <a:gd name="connsiteY643" fmla="*/ 2284378 h 7790740"/>
              <a:gd name="connsiteX644" fmla="*/ 20147928 w 27930708"/>
              <a:gd name="connsiteY644" fmla="*/ 2264750 h 7790740"/>
              <a:gd name="connsiteX645" fmla="*/ 20137356 w 27930708"/>
              <a:gd name="connsiteY645" fmla="*/ 2294947 h 7790740"/>
              <a:gd name="connsiteX646" fmla="*/ 20197772 w 27930708"/>
              <a:gd name="connsiteY646" fmla="*/ 2284378 h 7790740"/>
              <a:gd name="connsiteX647" fmla="*/ 20187200 w 27930708"/>
              <a:gd name="connsiteY647" fmla="*/ 2305516 h 7790740"/>
              <a:gd name="connsiteX648" fmla="*/ 20756596 w 27930708"/>
              <a:gd name="connsiteY648" fmla="*/ 2243613 h 7790740"/>
              <a:gd name="connsiteX649" fmla="*/ 20797376 w 27930708"/>
              <a:gd name="connsiteY649" fmla="*/ 2204357 h 7790740"/>
              <a:gd name="connsiteX650" fmla="*/ 20330680 w 27930708"/>
              <a:gd name="connsiteY650" fmla="*/ 2264750 h 7790740"/>
              <a:gd name="connsiteX651" fmla="*/ 20442444 w 27930708"/>
              <a:gd name="connsiteY651" fmla="*/ 2243613 h 7790740"/>
              <a:gd name="connsiteX652" fmla="*/ 20483224 w 27930708"/>
              <a:gd name="connsiteY652" fmla="*/ 2204357 h 7790740"/>
              <a:gd name="connsiteX653" fmla="*/ 20604052 w 27930708"/>
              <a:gd name="connsiteY653" fmla="*/ 2183219 h 7790740"/>
              <a:gd name="connsiteX654" fmla="*/ 20644832 w 27930708"/>
              <a:gd name="connsiteY654" fmla="*/ 2142454 h 7790740"/>
              <a:gd name="connsiteX655" fmla="*/ 20371460 w 27930708"/>
              <a:gd name="connsiteY655" fmla="*/ 2193788 h 7790740"/>
              <a:gd name="connsiteX656" fmla="*/ 20726388 w 27930708"/>
              <a:gd name="connsiteY656" fmla="*/ 2101688 h 7790740"/>
              <a:gd name="connsiteX657" fmla="*/ 20746024 w 27930708"/>
              <a:gd name="connsiteY657" fmla="*/ 2082061 h 7790740"/>
              <a:gd name="connsiteX658" fmla="*/ 20859300 w 27930708"/>
              <a:gd name="connsiteY658" fmla="*/ 2071492 h 7790740"/>
              <a:gd name="connsiteX659" fmla="*/ 20756596 w 27930708"/>
              <a:gd name="connsiteY659" fmla="*/ 2101688 h 7790740"/>
              <a:gd name="connsiteX660" fmla="*/ 20726388 w 27930708"/>
              <a:gd name="connsiteY660" fmla="*/ 2142454 h 7790740"/>
              <a:gd name="connsiteX661" fmla="*/ 20990700 w 27930708"/>
              <a:gd name="connsiteY661" fmla="*/ 2142454 h 7790740"/>
              <a:gd name="connsiteX662" fmla="*/ 21010332 w 27930708"/>
              <a:gd name="connsiteY662" fmla="*/ 2142454 h 7790740"/>
              <a:gd name="connsiteX663" fmla="*/ 20909140 w 27930708"/>
              <a:gd name="connsiteY663" fmla="*/ 2172650 h 7790740"/>
              <a:gd name="connsiteX664" fmla="*/ 20878932 w 27930708"/>
              <a:gd name="connsiteY664" fmla="*/ 2213416 h 7790740"/>
              <a:gd name="connsiteX665" fmla="*/ 21162876 w 27930708"/>
              <a:gd name="connsiteY665" fmla="*/ 2223985 h 7790740"/>
              <a:gd name="connsiteX666" fmla="*/ 20930284 w 27930708"/>
              <a:gd name="connsiteY666" fmla="*/ 2275319 h 7790740"/>
              <a:gd name="connsiteX667" fmla="*/ 20878932 w 27930708"/>
              <a:gd name="connsiteY667" fmla="*/ 2316085 h 7790740"/>
              <a:gd name="connsiteX668" fmla="*/ 20594992 w 27930708"/>
              <a:gd name="connsiteY668" fmla="*/ 2346281 h 7790740"/>
              <a:gd name="connsiteX669" fmla="*/ 20614624 w 27930708"/>
              <a:gd name="connsiteY669" fmla="*/ 2316085 h 7790740"/>
              <a:gd name="connsiteX670" fmla="*/ 20492288 w 27930708"/>
              <a:gd name="connsiteY670" fmla="*/ 2346281 h 7790740"/>
              <a:gd name="connsiteX671" fmla="*/ 20451508 w 27930708"/>
              <a:gd name="connsiteY671" fmla="*/ 2387047 h 7790740"/>
              <a:gd name="connsiteX672" fmla="*/ 20492288 w 27930708"/>
              <a:gd name="connsiteY672" fmla="*/ 2387047 h 7790740"/>
              <a:gd name="connsiteX673" fmla="*/ 20462080 w 27930708"/>
              <a:gd name="connsiteY673" fmla="*/ 2396106 h 7790740"/>
              <a:gd name="connsiteX674" fmla="*/ 20421300 w 27930708"/>
              <a:gd name="connsiteY674" fmla="*/ 2436871 h 7790740"/>
              <a:gd name="connsiteX675" fmla="*/ 20756596 w 27930708"/>
              <a:gd name="connsiteY675" fmla="*/ 2406675 h 7790740"/>
              <a:gd name="connsiteX676" fmla="*/ 20726388 w 27930708"/>
              <a:gd name="connsiteY676" fmla="*/ 2447440 h 7790740"/>
              <a:gd name="connsiteX677" fmla="*/ 20298964 w 27930708"/>
              <a:gd name="connsiteY677" fmla="*/ 2569737 h 7790740"/>
              <a:gd name="connsiteX678" fmla="*/ 20268756 w 27930708"/>
              <a:gd name="connsiteY678" fmla="*/ 2610502 h 7790740"/>
              <a:gd name="connsiteX679" fmla="*/ 20513432 w 27930708"/>
              <a:gd name="connsiteY679" fmla="*/ 2559168 h 7790740"/>
              <a:gd name="connsiteX680" fmla="*/ 20371460 w 27930708"/>
              <a:gd name="connsiteY680" fmla="*/ 2630130 h 7790740"/>
              <a:gd name="connsiteX681" fmla="*/ 20350316 w 27930708"/>
              <a:gd name="connsiteY681" fmla="*/ 2660327 h 7790740"/>
              <a:gd name="connsiteX682" fmla="*/ 20584416 w 27930708"/>
              <a:gd name="connsiteY682" fmla="*/ 2619561 h 7790740"/>
              <a:gd name="connsiteX683" fmla="*/ 20584416 w 27930708"/>
              <a:gd name="connsiteY683" fmla="*/ 2630130 h 7790740"/>
              <a:gd name="connsiteX684" fmla="*/ 20604052 w 27930708"/>
              <a:gd name="connsiteY684" fmla="*/ 2630130 h 7790740"/>
              <a:gd name="connsiteX685" fmla="*/ 20584416 w 27930708"/>
              <a:gd name="connsiteY685" fmla="*/ 2670896 h 7790740"/>
              <a:gd name="connsiteX686" fmla="*/ 20838156 w 27930708"/>
              <a:gd name="connsiteY686" fmla="*/ 2651268 h 7790740"/>
              <a:gd name="connsiteX687" fmla="*/ 20878932 w 27930708"/>
              <a:gd name="connsiteY687" fmla="*/ 2610502 h 7790740"/>
              <a:gd name="connsiteX688" fmla="*/ 20909140 w 27930708"/>
              <a:gd name="connsiteY688" fmla="*/ 2610502 h 7790740"/>
              <a:gd name="connsiteX689" fmla="*/ 20971064 w 27930708"/>
              <a:gd name="connsiteY689" fmla="*/ 2630130 h 7790740"/>
              <a:gd name="connsiteX690" fmla="*/ 20848728 w 27930708"/>
              <a:gd name="connsiteY690" fmla="*/ 2670896 h 7790740"/>
              <a:gd name="connsiteX691" fmla="*/ 20807948 w 27930708"/>
              <a:gd name="connsiteY691" fmla="*/ 2722230 h 7790740"/>
              <a:gd name="connsiteX692" fmla="*/ 21061684 w 27930708"/>
              <a:gd name="connsiteY692" fmla="*/ 2690523 h 7790740"/>
              <a:gd name="connsiteX693" fmla="*/ 21061684 w 27930708"/>
              <a:gd name="connsiteY693" fmla="*/ 2701092 h 7790740"/>
              <a:gd name="connsiteX694" fmla="*/ 20898568 w 27930708"/>
              <a:gd name="connsiteY694" fmla="*/ 2762995 h 7790740"/>
              <a:gd name="connsiteX695" fmla="*/ 20859300 w 27930708"/>
              <a:gd name="connsiteY695" fmla="*/ 2803761 h 7790740"/>
              <a:gd name="connsiteX696" fmla="*/ 21295788 w 27930708"/>
              <a:gd name="connsiteY696" fmla="*/ 2752427 h 7790740"/>
              <a:gd name="connsiteX697" fmla="*/ 21315424 w 27930708"/>
              <a:gd name="connsiteY697" fmla="*/ 2762995 h 7790740"/>
              <a:gd name="connsiteX698" fmla="*/ 21356200 w 27930708"/>
              <a:gd name="connsiteY698" fmla="*/ 2772054 h 7790740"/>
              <a:gd name="connsiteX699" fmla="*/ 21325996 w 27930708"/>
              <a:gd name="connsiteY699" fmla="*/ 2793192 h 7790740"/>
              <a:gd name="connsiteX700" fmla="*/ 21295788 w 27930708"/>
              <a:gd name="connsiteY700" fmla="*/ 2833957 h 7790740"/>
              <a:gd name="connsiteX701" fmla="*/ 21538952 w 27930708"/>
              <a:gd name="connsiteY701" fmla="*/ 2812820 h 7790740"/>
              <a:gd name="connsiteX702" fmla="*/ 21792688 w 27930708"/>
              <a:gd name="connsiteY702" fmla="*/ 2782623 h 7790740"/>
              <a:gd name="connsiteX703" fmla="*/ 21803260 w 27930708"/>
              <a:gd name="connsiteY703" fmla="*/ 2782623 h 7790740"/>
              <a:gd name="connsiteX704" fmla="*/ 21448332 w 27930708"/>
              <a:gd name="connsiteY704" fmla="*/ 2883782 h 7790740"/>
              <a:gd name="connsiteX705" fmla="*/ 21407552 w 27930708"/>
              <a:gd name="connsiteY705" fmla="*/ 2924548 h 7790740"/>
              <a:gd name="connsiteX706" fmla="*/ 21274644 w 27930708"/>
              <a:gd name="connsiteY706" fmla="*/ 2965313 h 7790740"/>
              <a:gd name="connsiteX707" fmla="*/ 21255008 w 27930708"/>
              <a:gd name="connsiteY707" fmla="*/ 2965313 h 7790740"/>
              <a:gd name="connsiteX708" fmla="*/ 21274644 w 27930708"/>
              <a:gd name="connsiteY708" fmla="*/ 2935116 h 7790740"/>
              <a:gd name="connsiteX709" fmla="*/ 21306360 w 27930708"/>
              <a:gd name="connsiteY709" fmla="*/ 2894351 h 7790740"/>
              <a:gd name="connsiteX710" fmla="*/ 21102464 w 27930708"/>
              <a:gd name="connsiteY710" fmla="*/ 2945685 h 7790740"/>
              <a:gd name="connsiteX711" fmla="*/ 21285216 w 27930708"/>
              <a:gd name="connsiteY711" fmla="*/ 2883782 h 7790740"/>
              <a:gd name="connsiteX712" fmla="*/ 21315424 w 27930708"/>
              <a:gd name="connsiteY712" fmla="*/ 2833957 h 7790740"/>
              <a:gd name="connsiteX713" fmla="*/ 21143244 w 27930708"/>
              <a:gd name="connsiteY713" fmla="*/ 2874723 h 7790740"/>
              <a:gd name="connsiteX714" fmla="*/ 21173452 w 27930708"/>
              <a:gd name="connsiteY714" fmla="*/ 2864154 h 7790740"/>
              <a:gd name="connsiteX715" fmla="*/ 21203656 w 27930708"/>
              <a:gd name="connsiteY715" fmla="*/ 2823389 h 7790740"/>
              <a:gd name="connsiteX716" fmla="*/ 20868360 w 27930708"/>
              <a:gd name="connsiteY716" fmla="*/ 2853585 h 7790740"/>
              <a:gd name="connsiteX717" fmla="*/ 20786804 w 27930708"/>
              <a:gd name="connsiteY717" fmla="*/ 2864154 h 7790740"/>
              <a:gd name="connsiteX718" fmla="*/ 20756596 w 27930708"/>
              <a:gd name="connsiteY718" fmla="*/ 2904920 h 7790740"/>
              <a:gd name="connsiteX719" fmla="*/ 20818520 w 27930708"/>
              <a:gd name="connsiteY719" fmla="*/ 2894351 h 7790740"/>
              <a:gd name="connsiteX720" fmla="*/ 20898568 w 27930708"/>
              <a:gd name="connsiteY720" fmla="*/ 2883782 h 7790740"/>
              <a:gd name="connsiteX721" fmla="*/ 21061684 w 27930708"/>
              <a:gd name="connsiteY721" fmla="*/ 2864154 h 7790740"/>
              <a:gd name="connsiteX722" fmla="*/ 20777740 w 27930708"/>
              <a:gd name="connsiteY722" fmla="*/ 2945685 h 7790740"/>
              <a:gd name="connsiteX723" fmla="*/ 20746024 w 27930708"/>
              <a:gd name="connsiteY723" fmla="*/ 2986451 h 7790740"/>
              <a:gd name="connsiteX724" fmla="*/ 21072256 w 27930708"/>
              <a:gd name="connsiteY724" fmla="*/ 2924548 h 7790740"/>
              <a:gd name="connsiteX725" fmla="*/ 21020904 w 27930708"/>
              <a:gd name="connsiteY725" fmla="*/ 2954744 h 7790740"/>
              <a:gd name="connsiteX726" fmla="*/ 21001272 w 27930708"/>
              <a:gd name="connsiteY726" fmla="*/ 2995510 h 7790740"/>
              <a:gd name="connsiteX727" fmla="*/ 21026192 w 27930708"/>
              <a:gd name="connsiteY727" fmla="*/ 2987583 h 7790740"/>
              <a:gd name="connsiteX728" fmla="*/ 21040102 w 27930708"/>
              <a:gd name="connsiteY728" fmla="*/ 2986951 h 7790740"/>
              <a:gd name="connsiteX729" fmla="*/ 20950108 w 27930708"/>
              <a:gd name="connsiteY729" fmla="*/ 3010042 h 7790740"/>
              <a:gd name="connsiteX730" fmla="*/ 20859300 w 27930708"/>
              <a:gd name="connsiteY730" fmla="*/ 3025706 h 7790740"/>
              <a:gd name="connsiteX731" fmla="*/ 20655404 w 27930708"/>
              <a:gd name="connsiteY731" fmla="*/ 3098178 h 7790740"/>
              <a:gd name="connsiteX732" fmla="*/ 20685612 w 27930708"/>
              <a:gd name="connsiteY732" fmla="*/ 3098178 h 7790740"/>
              <a:gd name="connsiteX733" fmla="*/ 20756596 w 27930708"/>
              <a:gd name="connsiteY733" fmla="*/ 3077041 h 7790740"/>
              <a:gd name="connsiteX734" fmla="*/ 20756596 w 27930708"/>
              <a:gd name="connsiteY734" fmla="*/ 3098178 h 7790740"/>
              <a:gd name="connsiteX735" fmla="*/ 21233864 w 27930708"/>
              <a:gd name="connsiteY735" fmla="*/ 3016647 h 7790740"/>
              <a:gd name="connsiteX736" fmla="*/ 21325996 w 27930708"/>
              <a:gd name="connsiteY736" fmla="*/ 3006079 h 7790740"/>
              <a:gd name="connsiteX737" fmla="*/ 21295788 w 27930708"/>
              <a:gd name="connsiteY737" fmla="*/ 3036275 h 7790740"/>
              <a:gd name="connsiteX738" fmla="*/ 20868360 w 27930708"/>
              <a:gd name="connsiteY738" fmla="*/ 3137434 h 7790740"/>
              <a:gd name="connsiteX739" fmla="*/ 20838156 w 27930708"/>
              <a:gd name="connsiteY739" fmla="*/ 3178200 h 7790740"/>
              <a:gd name="connsiteX740" fmla="*/ 21061684 w 27930708"/>
              <a:gd name="connsiteY740" fmla="*/ 3137434 h 7790740"/>
              <a:gd name="connsiteX741" fmla="*/ 21051112 w 27930708"/>
              <a:gd name="connsiteY741" fmla="*/ 3169140 h 7790740"/>
              <a:gd name="connsiteX742" fmla="*/ 21091892 w 27930708"/>
              <a:gd name="connsiteY742" fmla="*/ 3158572 h 7790740"/>
              <a:gd name="connsiteX743" fmla="*/ 21091892 w 27930708"/>
              <a:gd name="connsiteY743" fmla="*/ 3169140 h 7790740"/>
              <a:gd name="connsiteX744" fmla="*/ 21098312 w 27930708"/>
              <a:gd name="connsiteY744" fmla="*/ 3167819 h 7790740"/>
              <a:gd name="connsiteX745" fmla="*/ 21133908 w 27930708"/>
              <a:gd name="connsiteY745" fmla="*/ 3160493 h 7790740"/>
              <a:gd name="connsiteX746" fmla="*/ 21132672 w 27930708"/>
              <a:gd name="connsiteY746" fmla="*/ 3169140 h 7790740"/>
              <a:gd name="connsiteX747" fmla="*/ 20563272 w 27930708"/>
              <a:gd name="connsiteY747" fmla="*/ 3270299 h 7790740"/>
              <a:gd name="connsiteX748" fmla="*/ 20524004 w 27930708"/>
              <a:gd name="connsiteY748" fmla="*/ 3311065 h 7790740"/>
              <a:gd name="connsiteX749" fmla="*/ 20513432 w 27930708"/>
              <a:gd name="connsiteY749" fmla="*/ 3311065 h 7790740"/>
              <a:gd name="connsiteX750" fmla="*/ 20492288 w 27930708"/>
              <a:gd name="connsiteY750" fmla="*/ 3351830 h 7790740"/>
              <a:gd name="connsiteX751" fmla="*/ 20644832 w 27930708"/>
              <a:gd name="connsiteY751" fmla="*/ 3300496 h 7790740"/>
              <a:gd name="connsiteX752" fmla="*/ 20625196 w 27930708"/>
              <a:gd name="connsiteY752" fmla="*/ 3330693 h 7790740"/>
              <a:gd name="connsiteX753" fmla="*/ 21102464 w 27930708"/>
              <a:gd name="connsiteY753" fmla="*/ 3270299 h 7790740"/>
              <a:gd name="connsiteX754" fmla="*/ 21233864 w 27930708"/>
              <a:gd name="connsiteY754" fmla="*/ 3240103 h 7790740"/>
              <a:gd name="connsiteX755" fmla="*/ 21233864 w 27930708"/>
              <a:gd name="connsiteY755" fmla="*/ 3250672 h 7790740"/>
              <a:gd name="connsiteX756" fmla="*/ 21377348 w 27930708"/>
              <a:gd name="connsiteY756" fmla="*/ 3229534 h 7790740"/>
              <a:gd name="connsiteX757" fmla="*/ 20736964 w 27930708"/>
              <a:gd name="connsiteY757" fmla="*/ 3382027 h 7790740"/>
              <a:gd name="connsiteX758" fmla="*/ 20554212 w 27930708"/>
              <a:gd name="connsiteY758" fmla="*/ 3422792 h 7790740"/>
              <a:gd name="connsiteX759" fmla="*/ 20513432 w 27930708"/>
              <a:gd name="connsiteY759" fmla="*/ 3463558 h 7790740"/>
              <a:gd name="connsiteX760" fmla="*/ 20634260 w 27930708"/>
              <a:gd name="connsiteY760" fmla="*/ 3433361 h 7790740"/>
              <a:gd name="connsiteX761" fmla="*/ 20644832 w 27930708"/>
              <a:gd name="connsiteY761" fmla="*/ 3442420 h 7790740"/>
              <a:gd name="connsiteX762" fmla="*/ 21042052 w 27930708"/>
              <a:gd name="connsiteY762" fmla="*/ 3392596 h 7790740"/>
              <a:gd name="connsiteX763" fmla="*/ 20971064 w 27930708"/>
              <a:gd name="connsiteY763" fmla="*/ 3412224 h 7790740"/>
              <a:gd name="connsiteX764" fmla="*/ 20756596 w 27930708"/>
              <a:gd name="connsiteY764" fmla="*/ 3452989 h 7790740"/>
              <a:gd name="connsiteX765" fmla="*/ 20736964 w 27930708"/>
              <a:gd name="connsiteY765" fmla="*/ 3452989 h 7790740"/>
              <a:gd name="connsiteX766" fmla="*/ 20726388 w 27930708"/>
              <a:gd name="connsiteY766" fmla="*/ 3463558 h 7790740"/>
              <a:gd name="connsiteX767" fmla="*/ 20665976 w 27930708"/>
              <a:gd name="connsiteY767" fmla="*/ 3472617 h 7790740"/>
              <a:gd name="connsiteX768" fmla="*/ 20644832 w 27930708"/>
              <a:gd name="connsiteY768" fmla="*/ 3472617 h 7790740"/>
              <a:gd name="connsiteX769" fmla="*/ 20218916 w 27930708"/>
              <a:gd name="connsiteY769" fmla="*/ 3545089 h 7790740"/>
              <a:gd name="connsiteX770" fmla="*/ 20208344 w 27930708"/>
              <a:gd name="connsiteY770" fmla="*/ 3545089 h 7790740"/>
              <a:gd name="connsiteX771" fmla="*/ 20178136 w 27930708"/>
              <a:gd name="connsiteY771" fmla="*/ 3584345 h 7790740"/>
              <a:gd name="connsiteX772" fmla="*/ 20483224 w 27930708"/>
              <a:gd name="connsiteY772" fmla="*/ 3545089 h 7790740"/>
              <a:gd name="connsiteX773" fmla="*/ 20320108 w 27930708"/>
              <a:gd name="connsiteY773" fmla="*/ 3605482 h 7790740"/>
              <a:gd name="connsiteX774" fmla="*/ 20289900 w 27930708"/>
              <a:gd name="connsiteY774" fmla="*/ 3646248 h 7790740"/>
              <a:gd name="connsiteX775" fmla="*/ 20594236 w 27930708"/>
              <a:gd name="connsiteY775" fmla="*/ 3596423 h 7790740"/>
              <a:gd name="connsiteX776" fmla="*/ 20765462 w 27930708"/>
              <a:gd name="connsiteY776" fmla="*/ 3555648 h 7790740"/>
              <a:gd name="connsiteX777" fmla="*/ 20746024 w 27930708"/>
              <a:gd name="connsiteY777" fmla="*/ 3564717 h 7790740"/>
              <a:gd name="connsiteX778" fmla="*/ 20543640 w 27930708"/>
              <a:gd name="connsiteY778" fmla="*/ 3616051 h 7790740"/>
              <a:gd name="connsiteX779" fmla="*/ 20513432 w 27930708"/>
              <a:gd name="connsiteY779" fmla="*/ 3656817 h 7790740"/>
              <a:gd name="connsiteX780" fmla="*/ 20634260 w 27930708"/>
              <a:gd name="connsiteY780" fmla="*/ 3656817 h 7790740"/>
              <a:gd name="connsiteX781" fmla="*/ 20502860 w 27930708"/>
              <a:gd name="connsiteY781" fmla="*/ 3706641 h 7790740"/>
              <a:gd name="connsiteX782" fmla="*/ 20472652 w 27930708"/>
              <a:gd name="connsiteY782" fmla="*/ 3747407 h 7790740"/>
              <a:gd name="connsiteX783" fmla="*/ 20726388 w 27930708"/>
              <a:gd name="connsiteY783" fmla="*/ 3717210 h 7790740"/>
              <a:gd name="connsiteX784" fmla="*/ 20706756 w 27930708"/>
              <a:gd name="connsiteY784" fmla="*/ 3747407 h 7790740"/>
              <a:gd name="connsiteX785" fmla="*/ 21102464 w 27930708"/>
              <a:gd name="connsiteY785" fmla="*/ 3687013 h 7790740"/>
              <a:gd name="connsiteX786" fmla="*/ 21508744 w 27930708"/>
              <a:gd name="connsiteY786" fmla="*/ 3594913 h 7790740"/>
              <a:gd name="connsiteX787" fmla="*/ 21508744 w 27930708"/>
              <a:gd name="connsiteY787" fmla="*/ 3605482 h 7790740"/>
              <a:gd name="connsiteX788" fmla="*/ 21691496 w 27930708"/>
              <a:gd name="connsiteY788" fmla="*/ 3564717 h 7790740"/>
              <a:gd name="connsiteX789" fmla="*/ 21457396 w 27930708"/>
              <a:gd name="connsiteY789" fmla="*/ 3625110 h 7790740"/>
              <a:gd name="connsiteX790" fmla="*/ 21345628 w 27930708"/>
              <a:gd name="connsiteY790" fmla="*/ 3656817 h 7790740"/>
              <a:gd name="connsiteX791" fmla="*/ 21306360 w 27930708"/>
              <a:gd name="connsiteY791" fmla="*/ 3697582 h 7790740"/>
              <a:gd name="connsiteX792" fmla="*/ 21295788 w 27930708"/>
              <a:gd name="connsiteY792" fmla="*/ 3697582 h 7790740"/>
              <a:gd name="connsiteX793" fmla="*/ 21295788 w 27930708"/>
              <a:gd name="connsiteY793" fmla="*/ 3676444 h 7790740"/>
              <a:gd name="connsiteX794" fmla="*/ 20971064 w 27930708"/>
              <a:gd name="connsiteY794" fmla="*/ 3747407 h 7790740"/>
              <a:gd name="connsiteX795" fmla="*/ 20930284 w 27930708"/>
              <a:gd name="connsiteY795" fmla="*/ 3788172 h 7790740"/>
              <a:gd name="connsiteX796" fmla="*/ 20904420 w 27930708"/>
              <a:gd name="connsiteY796" fmla="*/ 3819124 h 7790740"/>
              <a:gd name="connsiteX797" fmla="*/ 20901816 w 27930708"/>
              <a:gd name="connsiteY797" fmla="*/ 3824293 h 7790740"/>
              <a:gd name="connsiteX798" fmla="*/ 20764478 w 27930708"/>
              <a:gd name="connsiteY798" fmla="*/ 3845970 h 7790740"/>
              <a:gd name="connsiteX799" fmla="*/ 20227976 w 27930708"/>
              <a:gd name="connsiteY799" fmla="*/ 3940665 h 7790740"/>
              <a:gd name="connsiteX800" fmla="*/ 20187200 w 27930708"/>
              <a:gd name="connsiteY800" fmla="*/ 3981431 h 7790740"/>
              <a:gd name="connsiteX801" fmla="*/ 20634260 w 27930708"/>
              <a:gd name="connsiteY801" fmla="*/ 3910469 h 7790740"/>
              <a:gd name="connsiteX802" fmla="*/ 21091892 w 27930708"/>
              <a:gd name="connsiteY802" fmla="*/ 3839506 h 7790740"/>
              <a:gd name="connsiteX803" fmla="*/ 21122100 w 27930708"/>
              <a:gd name="connsiteY803" fmla="*/ 3818369 h 7790740"/>
              <a:gd name="connsiteX804" fmla="*/ 21418124 w 27930708"/>
              <a:gd name="connsiteY804" fmla="*/ 3736838 h 7790740"/>
              <a:gd name="connsiteX805" fmla="*/ 21464756 w 27930708"/>
              <a:gd name="connsiteY805" fmla="*/ 3728911 h 7790740"/>
              <a:gd name="connsiteX806" fmla="*/ 21508424 w 27930708"/>
              <a:gd name="connsiteY806" fmla="*/ 3728005 h 7790740"/>
              <a:gd name="connsiteX807" fmla="*/ 21502326 w 27930708"/>
              <a:gd name="connsiteY807" fmla="*/ 3732308 h 7790740"/>
              <a:gd name="connsiteX808" fmla="*/ 21489112 w 27930708"/>
              <a:gd name="connsiteY808" fmla="*/ 3736838 h 7790740"/>
              <a:gd name="connsiteX809" fmla="*/ 21153816 w 27930708"/>
              <a:gd name="connsiteY809" fmla="*/ 3839506 h 7790740"/>
              <a:gd name="connsiteX810" fmla="*/ 21162876 w 27930708"/>
              <a:gd name="connsiteY810" fmla="*/ 3818369 h 7790740"/>
              <a:gd name="connsiteX811" fmla="*/ 20573844 w 27930708"/>
              <a:gd name="connsiteY811" fmla="*/ 3930096 h 7790740"/>
              <a:gd name="connsiteX812" fmla="*/ 20543640 w 27930708"/>
              <a:gd name="connsiteY812" fmla="*/ 3940665 h 7790740"/>
              <a:gd name="connsiteX813" fmla="*/ 20502860 w 27930708"/>
              <a:gd name="connsiteY813" fmla="*/ 3981431 h 7790740"/>
              <a:gd name="connsiteX814" fmla="*/ 20644832 w 27930708"/>
              <a:gd name="connsiteY814" fmla="*/ 3960293 h 7790740"/>
              <a:gd name="connsiteX815" fmla="*/ 20665976 w 27930708"/>
              <a:gd name="connsiteY815" fmla="*/ 3951234 h 7790740"/>
              <a:gd name="connsiteX816" fmla="*/ 20696184 w 27930708"/>
              <a:gd name="connsiteY816" fmla="*/ 3960293 h 7790740"/>
              <a:gd name="connsiteX817" fmla="*/ 21010332 w 27930708"/>
              <a:gd name="connsiteY817" fmla="*/ 3899900 h 7790740"/>
              <a:gd name="connsiteX818" fmla="*/ 21001272 w 27930708"/>
              <a:gd name="connsiteY818" fmla="*/ 3930096 h 7790740"/>
              <a:gd name="connsiteX819" fmla="*/ 21061684 w 27930708"/>
              <a:gd name="connsiteY819" fmla="*/ 3919528 h 7790740"/>
              <a:gd name="connsiteX820" fmla="*/ 20949920 w 27930708"/>
              <a:gd name="connsiteY820" fmla="*/ 3960293 h 7790740"/>
              <a:gd name="connsiteX821" fmla="*/ 20960492 w 27930708"/>
              <a:gd name="connsiteY821" fmla="*/ 3940665 h 7790740"/>
              <a:gd name="connsiteX822" fmla="*/ 20777740 w 27930708"/>
              <a:gd name="connsiteY822" fmla="*/ 3960293 h 7790740"/>
              <a:gd name="connsiteX823" fmla="*/ 21214228 w 27930708"/>
              <a:gd name="connsiteY823" fmla="*/ 3992000 h 7790740"/>
              <a:gd name="connsiteX824" fmla="*/ 21193084 w 27930708"/>
              <a:gd name="connsiteY824" fmla="*/ 3992000 h 7790740"/>
              <a:gd name="connsiteX825" fmla="*/ 20706756 w 27930708"/>
              <a:gd name="connsiteY825" fmla="*/ 3970862 h 7790740"/>
              <a:gd name="connsiteX826" fmla="*/ 20451508 w 27930708"/>
              <a:gd name="connsiteY826" fmla="*/ 4022196 h 7790740"/>
              <a:gd name="connsiteX827" fmla="*/ 20421300 w 27930708"/>
              <a:gd name="connsiteY827" fmla="*/ 4041824 h 7790740"/>
              <a:gd name="connsiteX828" fmla="*/ 20524004 w 27930708"/>
              <a:gd name="connsiteY828" fmla="*/ 4041824 h 7790740"/>
              <a:gd name="connsiteX829" fmla="*/ 20767168 w 27930708"/>
              <a:gd name="connsiteY829" fmla="*/ 4001059 h 7790740"/>
              <a:gd name="connsiteX830" fmla="*/ 20594992 w 27930708"/>
              <a:gd name="connsiteY830" fmla="*/ 4052393 h 7790740"/>
              <a:gd name="connsiteX831" fmla="*/ 20827584 w 27930708"/>
              <a:gd name="connsiteY831" fmla="*/ 4062962 h 7790740"/>
              <a:gd name="connsiteX832" fmla="*/ 20797376 w 27930708"/>
              <a:gd name="connsiteY832" fmla="*/ 4062962 h 7790740"/>
              <a:gd name="connsiteX833" fmla="*/ 20706756 w 27930708"/>
              <a:gd name="connsiteY833" fmla="*/ 4093158 h 7790740"/>
              <a:gd name="connsiteX834" fmla="*/ 20726388 w 27930708"/>
              <a:gd name="connsiteY834" fmla="*/ 4103727 h 7790740"/>
              <a:gd name="connsiteX835" fmla="*/ 20807948 w 27930708"/>
              <a:gd name="connsiteY835" fmla="*/ 4072021 h 7790740"/>
              <a:gd name="connsiteX836" fmla="*/ 20827584 w 27930708"/>
              <a:gd name="connsiteY836" fmla="*/ 4062962 h 7790740"/>
              <a:gd name="connsiteX837" fmla="*/ 20838156 w 27930708"/>
              <a:gd name="connsiteY837" fmla="*/ 4052393 h 7790740"/>
              <a:gd name="connsiteX838" fmla="*/ 20889508 w 27930708"/>
              <a:gd name="connsiteY838" fmla="*/ 4011627 h 7790740"/>
              <a:gd name="connsiteX839" fmla="*/ 20980128 w 27930708"/>
              <a:gd name="connsiteY839" fmla="*/ 3992000 h 7790740"/>
              <a:gd name="connsiteX840" fmla="*/ 20949920 w 27930708"/>
              <a:gd name="connsiteY840" fmla="*/ 4031255 h 7790740"/>
              <a:gd name="connsiteX841" fmla="*/ 21081320 w 27930708"/>
              <a:gd name="connsiteY841" fmla="*/ 4001059 h 7790740"/>
              <a:gd name="connsiteX842" fmla="*/ 21042052 w 27930708"/>
              <a:gd name="connsiteY842" fmla="*/ 4022196 h 7790740"/>
              <a:gd name="connsiteX843" fmla="*/ 21010332 w 27930708"/>
              <a:gd name="connsiteY843" fmla="*/ 4062962 h 7790740"/>
              <a:gd name="connsiteX844" fmla="*/ 20777740 w 27930708"/>
              <a:gd name="connsiteY844" fmla="*/ 4103727 h 7790740"/>
              <a:gd name="connsiteX845" fmla="*/ 20767168 w 27930708"/>
              <a:gd name="connsiteY845" fmla="*/ 4103727 h 7790740"/>
              <a:gd name="connsiteX846" fmla="*/ 21010332 w 27930708"/>
              <a:gd name="connsiteY846" fmla="*/ 4133924 h 7790740"/>
              <a:gd name="connsiteX847" fmla="*/ 20939348 w 27930708"/>
              <a:gd name="connsiteY847" fmla="*/ 4164121 h 7790740"/>
              <a:gd name="connsiteX848" fmla="*/ 21498172 w 27930708"/>
              <a:gd name="connsiteY848" fmla="*/ 4215455 h 7790740"/>
              <a:gd name="connsiteX849" fmla="*/ 21590304 w 27930708"/>
              <a:gd name="connsiteY849" fmla="*/ 4183748 h 7790740"/>
              <a:gd name="connsiteX850" fmla="*/ 21255008 w 27930708"/>
              <a:gd name="connsiteY850" fmla="*/ 4153552 h 7790740"/>
              <a:gd name="connsiteX851" fmla="*/ 21498172 w 27930708"/>
              <a:gd name="connsiteY851" fmla="*/ 4144493 h 7790740"/>
              <a:gd name="connsiteX852" fmla="*/ 22392296 w 27930708"/>
              <a:gd name="connsiteY852" fmla="*/ 4204886 h 7790740"/>
              <a:gd name="connsiteX853" fmla="*/ 21915028 w 27930708"/>
              <a:gd name="connsiteY853" fmla="*/ 4215455 h 7790740"/>
              <a:gd name="connsiteX854" fmla="*/ 21824408 w 27930708"/>
              <a:gd name="connsiteY854" fmla="*/ 4245652 h 7790740"/>
              <a:gd name="connsiteX855" fmla="*/ 21874248 w 27930708"/>
              <a:gd name="connsiteY855" fmla="*/ 4256221 h 7790740"/>
              <a:gd name="connsiteX856" fmla="*/ 21732276 w 27930708"/>
              <a:gd name="connsiteY856" fmla="*/ 4245652 h 7790740"/>
              <a:gd name="connsiteX857" fmla="*/ 21702068 w 27930708"/>
              <a:gd name="connsiteY857" fmla="*/ 4245652 h 7790740"/>
              <a:gd name="connsiteX858" fmla="*/ 21356200 w 27930708"/>
              <a:gd name="connsiteY858" fmla="*/ 4245652 h 7790740"/>
              <a:gd name="connsiteX859" fmla="*/ 21265580 w 27930708"/>
              <a:gd name="connsiteY859" fmla="*/ 4275848 h 7790740"/>
              <a:gd name="connsiteX860" fmla="*/ 22087204 w 27930708"/>
              <a:gd name="connsiteY860" fmla="*/ 4316614 h 7790740"/>
              <a:gd name="connsiteX861" fmla="*/ 21854612 w 27930708"/>
              <a:gd name="connsiteY861" fmla="*/ 4325673 h 7790740"/>
              <a:gd name="connsiteX862" fmla="*/ 21783628 w 27930708"/>
              <a:gd name="connsiteY862" fmla="*/ 4366438 h 7790740"/>
              <a:gd name="connsiteX863" fmla="*/ 22200480 w 27930708"/>
              <a:gd name="connsiteY863" fmla="*/ 4377007 h 7790740"/>
              <a:gd name="connsiteX864" fmla="*/ 21702068 w 27930708"/>
              <a:gd name="connsiteY864" fmla="*/ 4387576 h 7790740"/>
              <a:gd name="connsiteX865" fmla="*/ 21214228 w 27930708"/>
              <a:gd name="connsiteY865" fmla="*/ 4398145 h 7790740"/>
              <a:gd name="connsiteX866" fmla="*/ 21122100 w 27930708"/>
              <a:gd name="connsiteY866" fmla="*/ 4428342 h 7790740"/>
              <a:gd name="connsiteX867" fmla="*/ 21396980 w 27930708"/>
              <a:gd name="connsiteY867" fmla="*/ 4447969 h 7790740"/>
              <a:gd name="connsiteX868" fmla="*/ 21356200 w 27930708"/>
              <a:gd name="connsiteY868" fmla="*/ 4469107 h 7790740"/>
              <a:gd name="connsiteX869" fmla="*/ 21508744 w 27930708"/>
              <a:gd name="connsiteY869" fmla="*/ 4478166 h 7790740"/>
              <a:gd name="connsiteX870" fmla="*/ 21478540 w 27930708"/>
              <a:gd name="connsiteY870" fmla="*/ 4499304 h 7790740"/>
              <a:gd name="connsiteX871" fmla="*/ 22718528 w 27930708"/>
              <a:gd name="connsiteY871" fmla="*/ 4550638 h 7790740"/>
              <a:gd name="connsiteX872" fmla="*/ 22809148 w 27930708"/>
              <a:gd name="connsiteY872" fmla="*/ 4509873 h 7790740"/>
              <a:gd name="connsiteX873" fmla="*/ 21792688 w 27930708"/>
              <a:gd name="connsiteY873" fmla="*/ 4478166 h 7790740"/>
              <a:gd name="connsiteX874" fmla="*/ 22047936 w 27930708"/>
              <a:gd name="connsiteY874" fmla="*/ 4478166 h 7790740"/>
              <a:gd name="connsiteX875" fmla="*/ 22138556 w 27930708"/>
              <a:gd name="connsiteY875" fmla="*/ 4458538 h 7790740"/>
              <a:gd name="connsiteX876" fmla="*/ 22413440 w 27930708"/>
              <a:gd name="connsiteY876" fmla="*/ 4458538 h 7790740"/>
              <a:gd name="connsiteX877" fmla="*/ 22514632 w 27930708"/>
              <a:gd name="connsiteY877" fmla="*/ 4417773 h 7790740"/>
              <a:gd name="connsiteX878" fmla="*/ 21904456 w 27930708"/>
              <a:gd name="connsiteY878" fmla="*/ 4417773 h 7790740"/>
              <a:gd name="connsiteX879" fmla="*/ 22697384 w 27930708"/>
              <a:gd name="connsiteY879" fmla="*/ 4398145 h 7790740"/>
              <a:gd name="connsiteX880" fmla="*/ 22759308 w 27930708"/>
              <a:gd name="connsiteY880" fmla="*/ 4387576 h 7790740"/>
              <a:gd name="connsiteX881" fmla="*/ 22991900 w 27930708"/>
              <a:gd name="connsiteY881" fmla="*/ 4398145 h 7790740"/>
              <a:gd name="connsiteX882" fmla="*/ 22768368 w 27930708"/>
              <a:gd name="connsiteY882" fmla="*/ 4407204 h 7790740"/>
              <a:gd name="connsiteX883" fmla="*/ 22677748 w 27930708"/>
              <a:gd name="connsiteY883" fmla="*/ 4447969 h 7790740"/>
              <a:gd name="connsiteX884" fmla="*/ 23256208 w 27930708"/>
              <a:gd name="connsiteY884" fmla="*/ 4488735 h 7790740"/>
              <a:gd name="connsiteX885" fmla="*/ 23296988 w 27930708"/>
              <a:gd name="connsiteY885" fmla="*/ 4488735 h 7790740"/>
              <a:gd name="connsiteX886" fmla="*/ 23084028 w 27930708"/>
              <a:gd name="connsiteY886" fmla="*/ 4499304 h 7790740"/>
              <a:gd name="connsiteX887" fmla="*/ 22991900 w 27930708"/>
              <a:gd name="connsiteY887" fmla="*/ 4540069 h 7790740"/>
              <a:gd name="connsiteX888" fmla="*/ 23602076 w 27930708"/>
              <a:gd name="connsiteY888" fmla="*/ 4591404 h 7790740"/>
              <a:gd name="connsiteX889" fmla="*/ 23062884 w 27930708"/>
              <a:gd name="connsiteY889" fmla="*/ 4611031 h 7790740"/>
              <a:gd name="connsiteX890" fmla="*/ 22961692 w 27930708"/>
              <a:gd name="connsiteY890" fmla="*/ 4630659 h 7790740"/>
              <a:gd name="connsiteX891" fmla="*/ 22951120 w 27930708"/>
              <a:gd name="connsiteY891" fmla="*/ 4630659 h 7790740"/>
              <a:gd name="connsiteX892" fmla="*/ 22321308 w 27930708"/>
              <a:gd name="connsiteY892" fmla="*/ 4611031 h 7790740"/>
              <a:gd name="connsiteX893" fmla="*/ 22383232 w 27930708"/>
              <a:gd name="connsiteY893" fmla="*/ 4591404 h 7790740"/>
              <a:gd name="connsiteX894" fmla="*/ 22108352 w 27930708"/>
              <a:gd name="connsiteY894" fmla="*/ 4591404 h 7790740"/>
              <a:gd name="connsiteX895" fmla="*/ 22016220 w 27930708"/>
              <a:gd name="connsiteY895" fmla="*/ 4630659 h 7790740"/>
              <a:gd name="connsiteX896" fmla="*/ 22087204 w 27930708"/>
              <a:gd name="connsiteY896" fmla="*/ 4630659 h 7790740"/>
              <a:gd name="connsiteX897" fmla="*/ 22026792 w 27930708"/>
              <a:gd name="connsiteY897" fmla="*/ 4641228 h 7790740"/>
              <a:gd name="connsiteX898" fmla="*/ 21936172 w 27930708"/>
              <a:gd name="connsiteY898" fmla="*/ 4671425 h 7790740"/>
              <a:gd name="connsiteX899" fmla="*/ 22656604 w 27930708"/>
              <a:gd name="connsiteY899" fmla="*/ 4712190 h 7790740"/>
              <a:gd name="connsiteX900" fmla="*/ 22575044 w 27930708"/>
              <a:gd name="connsiteY900" fmla="*/ 4742387 h 7790740"/>
              <a:gd name="connsiteX901" fmla="*/ 21620512 w 27930708"/>
              <a:gd name="connsiteY901" fmla="*/ 4772584 h 7790740"/>
              <a:gd name="connsiteX902" fmla="*/ 21528380 w 27930708"/>
              <a:gd name="connsiteY902" fmla="*/ 4804290 h 7790740"/>
              <a:gd name="connsiteX903" fmla="*/ 22078144 w 27930708"/>
              <a:gd name="connsiteY903" fmla="*/ 4813349 h 7790740"/>
              <a:gd name="connsiteX904" fmla="*/ 21742848 w 27930708"/>
              <a:gd name="connsiteY904" fmla="*/ 4854115 h 7790740"/>
              <a:gd name="connsiteX905" fmla="*/ 21702068 w 27930708"/>
              <a:gd name="connsiteY905" fmla="*/ 4875252 h 7790740"/>
              <a:gd name="connsiteX906" fmla="*/ 22200480 w 27930708"/>
              <a:gd name="connsiteY906" fmla="*/ 4885821 h 7790740"/>
              <a:gd name="connsiteX907" fmla="*/ 22209544 w 27930708"/>
              <a:gd name="connsiteY907" fmla="*/ 4894880 h 7790740"/>
              <a:gd name="connsiteX908" fmla="*/ 22250324 w 27930708"/>
              <a:gd name="connsiteY908" fmla="*/ 4894880 h 7790740"/>
              <a:gd name="connsiteX909" fmla="*/ 22189908 w 27930708"/>
              <a:gd name="connsiteY909" fmla="*/ 4925077 h 7790740"/>
              <a:gd name="connsiteX910" fmla="*/ 22738164 w 27930708"/>
              <a:gd name="connsiteY910" fmla="*/ 4956783 h 7790740"/>
              <a:gd name="connsiteX911" fmla="*/ 22839356 w 27930708"/>
              <a:gd name="connsiteY911" fmla="*/ 4935646 h 7790740"/>
              <a:gd name="connsiteX912" fmla="*/ 22901280 w 27930708"/>
              <a:gd name="connsiteY912" fmla="*/ 4935646 h 7790740"/>
              <a:gd name="connsiteX913" fmla="*/ 23013044 w 27930708"/>
              <a:gd name="connsiteY913" fmla="*/ 4965842 h 7790740"/>
              <a:gd name="connsiteX914" fmla="*/ 22738164 w 27930708"/>
              <a:gd name="connsiteY914" fmla="*/ 4986980 h 7790740"/>
              <a:gd name="connsiteX915" fmla="*/ 22656604 w 27930708"/>
              <a:gd name="connsiteY915" fmla="*/ 5017177 h 7790740"/>
              <a:gd name="connsiteX916" fmla="*/ 23185224 w 27930708"/>
              <a:gd name="connsiteY916" fmla="*/ 5038314 h 7790740"/>
              <a:gd name="connsiteX917" fmla="*/ 23195796 w 27930708"/>
              <a:gd name="connsiteY917" fmla="*/ 5047373 h 7790740"/>
              <a:gd name="connsiteX918" fmla="*/ 22819720 w 27930708"/>
              <a:gd name="connsiteY918" fmla="*/ 5077570 h 7790740"/>
              <a:gd name="connsiteX919" fmla="*/ 22727588 w 27930708"/>
              <a:gd name="connsiteY919" fmla="*/ 5118335 h 7790740"/>
              <a:gd name="connsiteX920" fmla="*/ 23662488 w 27930708"/>
              <a:gd name="connsiteY920" fmla="*/ 5139473 h 7790740"/>
              <a:gd name="connsiteX921" fmla="*/ 23713840 w 27930708"/>
              <a:gd name="connsiteY921" fmla="*/ 5150042 h 7790740"/>
              <a:gd name="connsiteX922" fmla="*/ 23795400 w 27930708"/>
              <a:gd name="connsiteY922" fmla="*/ 5159101 h 7790740"/>
              <a:gd name="connsiteX923" fmla="*/ 23703268 w 27930708"/>
              <a:gd name="connsiteY923" fmla="*/ 5180239 h 7790740"/>
              <a:gd name="connsiteX924" fmla="*/ 23632284 w 27930708"/>
              <a:gd name="connsiteY924" fmla="*/ 5210435 h 7790740"/>
              <a:gd name="connsiteX925" fmla="*/ 24160900 w 27930708"/>
              <a:gd name="connsiteY925" fmla="*/ 5230063 h 7790740"/>
              <a:gd name="connsiteX926" fmla="*/ 24698584 w 27930708"/>
              <a:gd name="connsiteY926" fmla="*/ 5230063 h 7790740"/>
              <a:gd name="connsiteX927" fmla="*/ 24730300 w 27930708"/>
              <a:gd name="connsiteY927" fmla="*/ 5230063 h 7790740"/>
              <a:gd name="connsiteX928" fmla="*/ 23967580 w 27930708"/>
              <a:gd name="connsiteY928" fmla="*/ 5291966 h 7790740"/>
              <a:gd name="connsiteX929" fmla="*/ 24109552 w 27930708"/>
              <a:gd name="connsiteY929" fmla="*/ 5281397 h 7790740"/>
              <a:gd name="connsiteX930" fmla="*/ 24089916 w 27930708"/>
              <a:gd name="connsiteY930" fmla="*/ 5291966 h 7790740"/>
              <a:gd name="connsiteX931" fmla="*/ 23875448 w 27930708"/>
              <a:gd name="connsiteY931" fmla="*/ 5301025 h 7790740"/>
              <a:gd name="connsiteX932" fmla="*/ 23845240 w 27930708"/>
              <a:gd name="connsiteY932" fmla="*/ 5332732 h 7790740"/>
              <a:gd name="connsiteX933" fmla="*/ 23541664 w 27930708"/>
              <a:gd name="connsiteY933" fmla="*/ 5341791 h 7790740"/>
              <a:gd name="connsiteX934" fmla="*/ 23500884 w 27930708"/>
              <a:gd name="connsiteY934" fmla="*/ 5341791 h 7790740"/>
              <a:gd name="connsiteX935" fmla="*/ 23531092 w 27930708"/>
              <a:gd name="connsiteY935" fmla="*/ 5332732 h 7790740"/>
              <a:gd name="connsiteX936" fmla="*/ 23479740 w 27930708"/>
              <a:gd name="connsiteY936" fmla="*/ 5332732 h 7790740"/>
              <a:gd name="connsiteX937" fmla="*/ 23531092 w 27930708"/>
              <a:gd name="connsiteY937" fmla="*/ 5311594 h 7790740"/>
              <a:gd name="connsiteX938" fmla="*/ 23550724 w 27930708"/>
              <a:gd name="connsiteY938" fmla="*/ 5311594 h 7790740"/>
              <a:gd name="connsiteX939" fmla="*/ 23621712 w 27930708"/>
              <a:gd name="connsiteY939" fmla="*/ 5270829 h 7790740"/>
              <a:gd name="connsiteX940" fmla="*/ 23185224 w 27930708"/>
              <a:gd name="connsiteY940" fmla="*/ 5291966 h 7790740"/>
              <a:gd name="connsiteX941" fmla="*/ 23591504 w 27930708"/>
              <a:gd name="connsiteY941" fmla="*/ 5260260 h 7790740"/>
              <a:gd name="connsiteX942" fmla="*/ 23673064 w 27930708"/>
              <a:gd name="connsiteY942" fmla="*/ 5219494 h 7790740"/>
              <a:gd name="connsiteX943" fmla="*/ 23480306 w 27930708"/>
              <a:gd name="connsiteY943" fmla="*/ 5224779 h 7790740"/>
              <a:gd name="connsiteX944" fmla="*/ 23363034 w 27930708"/>
              <a:gd name="connsiteY944" fmla="*/ 5227975 h 7790740"/>
              <a:gd name="connsiteX945" fmla="*/ 23386618 w 27930708"/>
              <a:gd name="connsiteY945" fmla="*/ 5219235 h 7790740"/>
              <a:gd name="connsiteX946" fmla="*/ 23460104 w 27930708"/>
              <a:gd name="connsiteY946" fmla="*/ 5189298 h 7790740"/>
              <a:gd name="connsiteX947" fmla="*/ 22718528 w 27930708"/>
              <a:gd name="connsiteY947" fmla="*/ 5169670 h 7790740"/>
              <a:gd name="connsiteX948" fmla="*/ 22555412 w 27930708"/>
              <a:gd name="connsiteY948" fmla="*/ 5159101 h 7790740"/>
              <a:gd name="connsiteX949" fmla="*/ 22463280 w 27930708"/>
              <a:gd name="connsiteY949" fmla="*/ 5189298 h 7790740"/>
              <a:gd name="connsiteX950" fmla="*/ 22606764 w 27930708"/>
              <a:gd name="connsiteY950" fmla="*/ 5199866 h 7790740"/>
              <a:gd name="connsiteX951" fmla="*/ 22768368 w 27930708"/>
              <a:gd name="connsiteY951" fmla="*/ 5210435 h 7790740"/>
              <a:gd name="connsiteX952" fmla="*/ 22789512 w 27930708"/>
              <a:gd name="connsiteY952" fmla="*/ 5210435 h 7790740"/>
              <a:gd name="connsiteX953" fmla="*/ 23133872 w 27930708"/>
              <a:gd name="connsiteY953" fmla="*/ 5210435 h 7790740"/>
              <a:gd name="connsiteX954" fmla="*/ 22819720 w 27930708"/>
              <a:gd name="connsiteY954" fmla="*/ 5219494 h 7790740"/>
              <a:gd name="connsiteX955" fmla="*/ 22504060 w 27930708"/>
              <a:gd name="connsiteY955" fmla="*/ 5240632 h 7790740"/>
              <a:gd name="connsiteX956" fmla="*/ 22422500 w 27930708"/>
              <a:gd name="connsiteY956" fmla="*/ 5270829 h 7790740"/>
              <a:gd name="connsiteX957" fmla="*/ 22778940 w 27930708"/>
              <a:gd name="connsiteY957" fmla="*/ 5281397 h 7790740"/>
              <a:gd name="connsiteX958" fmla="*/ 23124808 w 27930708"/>
              <a:gd name="connsiteY958" fmla="*/ 5270829 h 7790740"/>
              <a:gd name="connsiteX959" fmla="*/ 23013044 w 27930708"/>
              <a:gd name="connsiteY959" fmla="*/ 5291966 h 7790740"/>
              <a:gd name="connsiteX960" fmla="*/ 22951120 w 27930708"/>
              <a:gd name="connsiteY960" fmla="*/ 5322163 h 7790740"/>
              <a:gd name="connsiteX961" fmla="*/ 23053824 w 27930708"/>
              <a:gd name="connsiteY961" fmla="*/ 5322163 h 7790740"/>
              <a:gd name="connsiteX962" fmla="*/ 23032680 w 27930708"/>
              <a:gd name="connsiteY962" fmla="*/ 5332732 h 7790740"/>
              <a:gd name="connsiteX963" fmla="*/ 22636968 w 27930708"/>
              <a:gd name="connsiteY963" fmla="*/ 5332732 h 7790740"/>
              <a:gd name="connsiteX964" fmla="*/ 22433072 w 27930708"/>
              <a:gd name="connsiteY964" fmla="*/ 5332732 h 7790740"/>
              <a:gd name="connsiteX965" fmla="*/ 22433072 w 27930708"/>
              <a:gd name="connsiteY965" fmla="*/ 5341791 h 7790740"/>
              <a:gd name="connsiteX966" fmla="*/ 22596192 w 27930708"/>
              <a:gd name="connsiteY966" fmla="*/ 5341791 h 7790740"/>
              <a:gd name="connsiteX967" fmla="*/ 22544840 w 27930708"/>
              <a:gd name="connsiteY967" fmla="*/ 5362928 h 7790740"/>
              <a:gd name="connsiteX968" fmla="*/ 22830292 w 27930708"/>
              <a:gd name="connsiteY968" fmla="*/ 5371987 h 7790740"/>
              <a:gd name="connsiteX969" fmla="*/ 22789512 w 27930708"/>
              <a:gd name="connsiteY969" fmla="*/ 5393125 h 7790740"/>
              <a:gd name="connsiteX970" fmla="*/ 22910340 w 27930708"/>
              <a:gd name="connsiteY970" fmla="*/ 5393125 h 7790740"/>
              <a:gd name="connsiteX971" fmla="*/ 22904110 w 27930708"/>
              <a:gd name="connsiteY971" fmla="*/ 5394446 h 7790740"/>
              <a:gd name="connsiteX972" fmla="*/ 22863928 w 27930708"/>
              <a:gd name="connsiteY972" fmla="*/ 5402967 h 7790740"/>
              <a:gd name="connsiteX973" fmla="*/ 22830292 w 27930708"/>
              <a:gd name="connsiteY973" fmla="*/ 5403694 h 7790740"/>
              <a:gd name="connsiteX974" fmla="*/ 22849928 w 27930708"/>
              <a:gd name="connsiteY974" fmla="*/ 5403694 h 7790740"/>
              <a:gd name="connsiteX975" fmla="*/ 22860500 w 27930708"/>
              <a:gd name="connsiteY975" fmla="*/ 5403694 h 7790740"/>
              <a:gd name="connsiteX976" fmla="*/ 22863928 w 27930708"/>
              <a:gd name="connsiteY976" fmla="*/ 5402967 h 7790740"/>
              <a:gd name="connsiteX977" fmla="*/ 23135950 w 27930708"/>
              <a:gd name="connsiteY977" fmla="*/ 5397088 h 7790740"/>
              <a:gd name="connsiteX978" fmla="*/ 23449532 w 27930708"/>
              <a:gd name="connsiteY978" fmla="*/ 5382556 h 7790740"/>
              <a:gd name="connsiteX979" fmla="*/ 23632284 w 27930708"/>
              <a:gd name="connsiteY979" fmla="*/ 5382556 h 7790740"/>
              <a:gd name="connsiteX980" fmla="*/ 23561296 w 27930708"/>
              <a:gd name="connsiteY980" fmla="*/ 5412753 h 7790740"/>
              <a:gd name="connsiteX981" fmla="*/ 23647388 w 27930708"/>
              <a:gd name="connsiteY981" fmla="*/ 5404826 h 7790740"/>
              <a:gd name="connsiteX982" fmla="*/ 23680628 w 27930708"/>
              <a:gd name="connsiteY982" fmla="*/ 5404389 h 7790740"/>
              <a:gd name="connsiteX983" fmla="*/ 23656070 w 27930708"/>
              <a:gd name="connsiteY983" fmla="*/ 5410063 h 7790740"/>
              <a:gd name="connsiteX984" fmla="*/ 23591504 w 27930708"/>
              <a:gd name="connsiteY984" fmla="*/ 5444459 h 7790740"/>
              <a:gd name="connsiteX985" fmla="*/ 23907164 w 27930708"/>
              <a:gd name="connsiteY985" fmla="*/ 5444459 h 7790740"/>
              <a:gd name="connsiteX986" fmla="*/ 23845240 w 27930708"/>
              <a:gd name="connsiteY986" fmla="*/ 5485225 h 7790740"/>
              <a:gd name="connsiteX987" fmla="*/ 24435784 w 27930708"/>
              <a:gd name="connsiteY987" fmla="*/ 5474656 h 7790740"/>
              <a:gd name="connsiteX988" fmla="*/ 24536976 w 27930708"/>
              <a:gd name="connsiteY988" fmla="*/ 5433891 h 7790740"/>
              <a:gd name="connsiteX989" fmla="*/ 24425212 w 27930708"/>
              <a:gd name="connsiteY989" fmla="*/ 5444459 h 7790740"/>
              <a:gd name="connsiteX990" fmla="*/ 24373860 w 27930708"/>
              <a:gd name="connsiteY990" fmla="*/ 5453518 h 7790740"/>
              <a:gd name="connsiteX991" fmla="*/ 24251524 w 27930708"/>
              <a:gd name="connsiteY991" fmla="*/ 5444459 h 7790740"/>
              <a:gd name="connsiteX992" fmla="*/ 24191108 w 27930708"/>
              <a:gd name="connsiteY992" fmla="*/ 5444459 h 7790740"/>
              <a:gd name="connsiteX993" fmla="*/ 24171476 w 27930708"/>
              <a:gd name="connsiteY993" fmla="*/ 5444459 h 7790740"/>
              <a:gd name="connsiteX994" fmla="*/ 24120124 w 27930708"/>
              <a:gd name="connsiteY994" fmla="*/ 5444459 h 7790740"/>
              <a:gd name="connsiteX995" fmla="*/ 24150328 w 27930708"/>
              <a:gd name="connsiteY995" fmla="*/ 5423322 h 7790740"/>
              <a:gd name="connsiteX996" fmla="*/ 24343652 w 27930708"/>
              <a:gd name="connsiteY996" fmla="*/ 5423322 h 7790740"/>
              <a:gd name="connsiteX997" fmla="*/ 24425212 w 27930708"/>
              <a:gd name="connsiteY997" fmla="*/ 5403694 h 7790740"/>
              <a:gd name="connsiteX998" fmla="*/ 25379748 w 27930708"/>
              <a:gd name="connsiteY998" fmla="*/ 5362928 h 7790740"/>
              <a:gd name="connsiteX999" fmla="*/ 24872272 w 27930708"/>
              <a:gd name="connsiteY999" fmla="*/ 5423322 h 7790740"/>
              <a:gd name="connsiteX1000" fmla="*/ 24780140 w 27930708"/>
              <a:gd name="connsiteY1000" fmla="*/ 5464087 h 7790740"/>
              <a:gd name="connsiteX1001" fmla="*/ 24831492 w 27930708"/>
              <a:gd name="connsiteY1001" fmla="*/ 5464087 h 7790740"/>
              <a:gd name="connsiteX1002" fmla="*/ 24689520 w 27930708"/>
              <a:gd name="connsiteY1002" fmla="*/ 5474656 h 7790740"/>
              <a:gd name="connsiteX1003" fmla="*/ 24648740 w 27930708"/>
              <a:gd name="connsiteY1003" fmla="*/ 5485225 h 7790740"/>
              <a:gd name="connsiteX1004" fmla="*/ 24547548 w 27930708"/>
              <a:gd name="connsiteY1004" fmla="*/ 5494284 h 7790740"/>
              <a:gd name="connsiteX1005" fmla="*/ 24891908 w 27930708"/>
              <a:gd name="connsiteY1005" fmla="*/ 5494284 h 7790740"/>
              <a:gd name="connsiteX1006" fmla="*/ 24820920 w 27930708"/>
              <a:gd name="connsiteY1006" fmla="*/ 5504853 h 7790740"/>
              <a:gd name="connsiteX1007" fmla="*/ 24760508 w 27930708"/>
              <a:gd name="connsiteY1007" fmla="*/ 5524481 h 7790740"/>
              <a:gd name="connsiteX1008" fmla="*/ 25064084 w 27930708"/>
              <a:gd name="connsiteY1008" fmla="*/ 5504853 h 7790740"/>
              <a:gd name="connsiteX1009" fmla="*/ 24820920 w 27930708"/>
              <a:gd name="connsiteY1009" fmla="*/ 5545618 h 7790740"/>
              <a:gd name="connsiteX1010" fmla="*/ 25115436 w 27930708"/>
              <a:gd name="connsiteY1010" fmla="*/ 5545618 h 7790740"/>
              <a:gd name="connsiteX1011" fmla="*/ 25145644 w 27930708"/>
              <a:gd name="connsiteY1011" fmla="*/ 5556187 h 7790740"/>
              <a:gd name="connsiteX1012" fmla="*/ 25186424 w 27930708"/>
              <a:gd name="connsiteY1012" fmla="*/ 5556187 h 7790740"/>
              <a:gd name="connsiteX1013" fmla="*/ 25156216 w 27930708"/>
              <a:gd name="connsiteY1013" fmla="*/ 5565246 h 7790740"/>
              <a:gd name="connsiteX1014" fmla="*/ 25115436 w 27930708"/>
              <a:gd name="connsiteY1014" fmla="*/ 5565246 h 7790740"/>
              <a:gd name="connsiteX1015" fmla="*/ 24820920 w 27930708"/>
              <a:gd name="connsiteY1015" fmla="*/ 5606012 h 7790740"/>
              <a:gd name="connsiteX1016" fmla="*/ 24769568 w 27930708"/>
              <a:gd name="connsiteY1016" fmla="*/ 5636208 h 7790740"/>
              <a:gd name="connsiteX1017" fmla="*/ 25003672 w 27930708"/>
              <a:gd name="connsiteY1017" fmla="*/ 5627149 h 7790740"/>
              <a:gd name="connsiteX1018" fmla="*/ 24962892 w 27930708"/>
              <a:gd name="connsiteY1018" fmla="*/ 5636208 h 7790740"/>
              <a:gd name="connsiteX1019" fmla="*/ 24973464 w 27930708"/>
              <a:gd name="connsiteY1019" fmla="*/ 5636208 h 7790740"/>
              <a:gd name="connsiteX1020" fmla="*/ 25156216 w 27930708"/>
              <a:gd name="connsiteY1020" fmla="*/ 5636208 h 7790740"/>
              <a:gd name="connsiteX1021" fmla="*/ 25431096 w 27930708"/>
              <a:gd name="connsiteY1021" fmla="*/ 5606012 h 7790740"/>
              <a:gd name="connsiteX1022" fmla="*/ 25521716 w 27930708"/>
              <a:gd name="connsiteY1022" fmla="*/ 5556187 h 7790740"/>
              <a:gd name="connsiteX1023" fmla="*/ 24882844 w 27930708"/>
              <a:gd name="connsiteY1023" fmla="*/ 5627149 h 7790740"/>
              <a:gd name="connsiteX1024" fmla="*/ 25715040 w 27930708"/>
              <a:gd name="connsiteY1024" fmla="*/ 5515422 h 7790740"/>
              <a:gd name="connsiteX1025" fmla="*/ 25776964 w 27930708"/>
              <a:gd name="connsiteY1025" fmla="*/ 5494284 h 7790740"/>
              <a:gd name="connsiteX1026" fmla="*/ 26020132 w 27930708"/>
              <a:gd name="connsiteY1026" fmla="*/ 5474656 h 7790740"/>
              <a:gd name="connsiteX1027" fmla="*/ 25786028 w 27930708"/>
              <a:gd name="connsiteY1027" fmla="*/ 5515422 h 7790740"/>
              <a:gd name="connsiteX1028" fmla="*/ 25704468 w 27930708"/>
              <a:gd name="connsiteY1028" fmla="*/ 5565246 h 7790740"/>
              <a:gd name="connsiteX1029" fmla="*/ 26314648 w 27930708"/>
              <a:gd name="connsiteY1029" fmla="*/ 5535049 h 7790740"/>
              <a:gd name="connsiteX1030" fmla="*/ 26355424 w 27930708"/>
              <a:gd name="connsiteY1030" fmla="*/ 5535049 h 7790740"/>
              <a:gd name="connsiteX1031" fmla="*/ 26131896 w 27930708"/>
              <a:gd name="connsiteY1031" fmla="*/ 5575815 h 7790740"/>
              <a:gd name="connsiteX1032" fmla="*/ 26039764 w 27930708"/>
              <a:gd name="connsiteY1032" fmla="*/ 5616580 h 7790740"/>
              <a:gd name="connsiteX1033" fmla="*/ 26680148 w 27930708"/>
              <a:gd name="connsiteY1033" fmla="*/ 5596953 h 7790740"/>
              <a:gd name="connsiteX1034" fmla="*/ 26121324 w 27930708"/>
              <a:gd name="connsiteY1034" fmla="*/ 5676974 h 7790740"/>
              <a:gd name="connsiteX1035" fmla="*/ 26020132 w 27930708"/>
              <a:gd name="connsiteY1035" fmla="*/ 5717739 h 7790740"/>
              <a:gd name="connsiteX1036" fmla="*/ 26009556 w 27930708"/>
              <a:gd name="connsiteY1036" fmla="*/ 5717739 h 7790740"/>
              <a:gd name="connsiteX1037" fmla="*/ 25409952 w 27930708"/>
              <a:gd name="connsiteY1037" fmla="*/ 5769074 h 7790740"/>
              <a:gd name="connsiteX1038" fmla="*/ 25502084 w 27930708"/>
              <a:gd name="connsiteY1038" fmla="*/ 5769074 h 7790740"/>
              <a:gd name="connsiteX1039" fmla="*/ 25024816 w 27930708"/>
              <a:gd name="connsiteY1039" fmla="*/ 5818898 h 7790740"/>
              <a:gd name="connsiteX1040" fmla="*/ 25104864 w 27930708"/>
              <a:gd name="connsiteY1040" fmla="*/ 5818898 h 7790740"/>
              <a:gd name="connsiteX1041" fmla="*/ 25044452 w 27930708"/>
              <a:gd name="connsiteY1041" fmla="*/ 5829467 h 7790740"/>
              <a:gd name="connsiteX1042" fmla="*/ 24943256 w 27930708"/>
              <a:gd name="connsiteY1042" fmla="*/ 5870232 h 7790740"/>
              <a:gd name="connsiteX1043" fmla="*/ 25237776 w 27930708"/>
              <a:gd name="connsiteY1043" fmla="*/ 5870232 h 7790740"/>
              <a:gd name="connsiteX1044" fmla="*/ 25104864 w 27930708"/>
              <a:gd name="connsiteY1044" fmla="*/ 5880801 h 7790740"/>
              <a:gd name="connsiteX1045" fmla="*/ 25704468 w 27930708"/>
              <a:gd name="connsiteY1045" fmla="*/ 5829467 h 7790740"/>
              <a:gd name="connsiteX1046" fmla="*/ 25624420 w 27930708"/>
              <a:gd name="connsiteY1046" fmla="*/ 5870232 h 7790740"/>
              <a:gd name="connsiteX1047" fmla="*/ 24627596 w 27930708"/>
              <a:gd name="connsiteY1047" fmla="*/ 6012157 h 7790740"/>
              <a:gd name="connsiteX1048" fmla="*/ 24536976 w 27930708"/>
              <a:gd name="connsiteY1048" fmla="*/ 6052922 h 7790740"/>
              <a:gd name="connsiteX1049" fmla="*/ 24536976 w 27930708"/>
              <a:gd name="connsiteY1049" fmla="*/ 6052922 h 7790740"/>
              <a:gd name="connsiteX1050" fmla="*/ 25115436 w 27930708"/>
              <a:gd name="connsiteY1050" fmla="*/ 5992529 h 7790740"/>
              <a:gd name="connsiteX1051" fmla="*/ 24769568 w 27930708"/>
              <a:gd name="connsiteY1051" fmla="*/ 6074060 h 7790740"/>
              <a:gd name="connsiteX1052" fmla="*/ 24719728 w 27930708"/>
              <a:gd name="connsiteY1052" fmla="*/ 6104257 h 7790740"/>
              <a:gd name="connsiteX1053" fmla="*/ 25248348 w 27930708"/>
              <a:gd name="connsiteY1053" fmla="*/ 6052922 h 7790740"/>
              <a:gd name="connsiteX1054" fmla="*/ 25257408 w 27930708"/>
              <a:gd name="connsiteY1054" fmla="*/ 6063491 h 7790740"/>
              <a:gd name="connsiteX1055" fmla="*/ 25263828 w 27930708"/>
              <a:gd name="connsiteY1055" fmla="*/ 6063491 h 7790740"/>
              <a:gd name="connsiteX1056" fmla="*/ 25298188 w 27930708"/>
              <a:gd name="connsiteY1056" fmla="*/ 6063491 h 7790740"/>
              <a:gd name="connsiteX1057" fmla="*/ 25237776 w 27930708"/>
              <a:gd name="connsiteY1057" fmla="*/ 6104257 h 7790740"/>
              <a:gd name="connsiteX1058" fmla="*/ 25826808 w 27930708"/>
              <a:gd name="connsiteY1058" fmla="*/ 6074060 h 7790740"/>
              <a:gd name="connsiteX1059" fmla="*/ 25918936 w 27930708"/>
              <a:gd name="connsiteY1059" fmla="*/ 6033294 h 7790740"/>
              <a:gd name="connsiteX1060" fmla="*/ 25989924 w 27930708"/>
              <a:gd name="connsiteY1060" fmla="*/ 6022726 h 7790740"/>
              <a:gd name="connsiteX1061" fmla="*/ 26110752 w 27930708"/>
              <a:gd name="connsiteY1061" fmla="*/ 6043863 h 7790740"/>
              <a:gd name="connsiteX1062" fmla="*/ 25826808 w 27930708"/>
              <a:gd name="connsiteY1062" fmla="*/ 6093688 h 7790740"/>
              <a:gd name="connsiteX1063" fmla="*/ 25736188 w 27930708"/>
              <a:gd name="connsiteY1063" fmla="*/ 6134453 h 7790740"/>
              <a:gd name="connsiteX1064" fmla="*/ 26295012 w 27930708"/>
              <a:gd name="connsiteY1064" fmla="*/ 6093688 h 7790740"/>
              <a:gd name="connsiteX1065" fmla="*/ 26314648 w 27930708"/>
              <a:gd name="connsiteY1065" fmla="*/ 6104257 h 7790740"/>
              <a:gd name="connsiteX1066" fmla="*/ 25918936 w 27930708"/>
              <a:gd name="connsiteY1066" fmla="*/ 6185788 h 7790740"/>
              <a:gd name="connsiteX1067" fmla="*/ 25826808 w 27930708"/>
              <a:gd name="connsiteY1067" fmla="*/ 6226553 h 7790740"/>
              <a:gd name="connsiteX1068" fmla="*/ 26813060 w 27930708"/>
              <a:gd name="connsiteY1068" fmla="*/ 6134453 h 7790740"/>
              <a:gd name="connsiteX1069" fmla="*/ 26862900 w 27930708"/>
              <a:gd name="connsiteY1069" fmla="*/ 6134453 h 7790740"/>
              <a:gd name="connsiteX1070" fmla="*/ 26944456 w 27930708"/>
              <a:gd name="connsiteY1070" fmla="*/ 6145022 h 7790740"/>
              <a:gd name="connsiteX1071" fmla="*/ 26862900 w 27930708"/>
              <a:gd name="connsiteY1071" fmla="*/ 6164650 h 7790740"/>
              <a:gd name="connsiteX1072" fmla="*/ 26791912 w 27930708"/>
              <a:gd name="connsiteY1072" fmla="*/ 6215984 h 7790740"/>
              <a:gd name="connsiteX1073" fmla="*/ 27340168 w 27930708"/>
              <a:gd name="connsiteY1073" fmla="*/ 6175219 h 7790740"/>
              <a:gd name="connsiteX1074" fmla="*/ 27898992 w 27930708"/>
              <a:gd name="connsiteY1074" fmla="*/ 6104257 h 7790740"/>
              <a:gd name="connsiteX1075" fmla="*/ 27930708 w 27930708"/>
              <a:gd name="connsiteY1075" fmla="*/ 6104257 h 7790740"/>
              <a:gd name="connsiteX1076" fmla="*/ 27107576 w 27930708"/>
              <a:gd name="connsiteY1076" fmla="*/ 6256750 h 7790740"/>
              <a:gd name="connsiteX1077" fmla="*/ 27015444 w 27930708"/>
              <a:gd name="connsiteY1077" fmla="*/ 6306574 h 7790740"/>
              <a:gd name="connsiteX1078" fmla="*/ 26701292 w 27930708"/>
              <a:gd name="connsiteY1078" fmla="*/ 6357909 h 7790740"/>
              <a:gd name="connsiteX1079" fmla="*/ 26660516 w 27930708"/>
              <a:gd name="connsiteY1079" fmla="*/ 6357909 h 7790740"/>
              <a:gd name="connsiteX1080" fmla="*/ 26701292 w 27930708"/>
              <a:gd name="connsiteY1080" fmla="*/ 6327712 h 7790740"/>
              <a:gd name="connsiteX1081" fmla="*/ 26630308 w 27930708"/>
              <a:gd name="connsiteY1081" fmla="*/ 6338281 h 7790740"/>
              <a:gd name="connsiteX1082" fmla="*/ 26710356 w 27930708"/>
              <a:gd name="connsiteY1082" fmla="*/ 6317143 h 7790740"/>
              <a:gd name="connsiteX1083" fmla="*/ 26782852 w 27930708"/>
              <a:gd name="connsiteY1083" fmla="*/ 6276378 h 7790740"/>
              <a:gd name="connsiteX1084" fmla="*/ 26325220 w 27930708"/>
              <a:gd name="connsiteY1084" fmla="*/ 6347340 h 7790740"/>
              <a:gd name="connsiteX1085" fmla="*/ 26742072 w 27930708"/>
              <a:gd name="connsiteY1085" fmla="*/ 6265809 h 7790740"/>
              <a:gd name="connsiteX1086" fmla="*/ 26832692 w 27930708"/>
              <a:gd name="connsiteY1086" fmla="*/ 6215984 h 7790740"/>
              <a:gd name="connsiteX1087" fmla="*/ 26426412 w 27930708"/>
              <a:gd name="connsiteY1087" fmla="*/ 6276378 h 7790740"/>
              <a:gd name="connsiteX1088" fmla="*/ 26507968 w 27930708"/>
              <a:gd name="connsiteY1088" fmla="*/ 6256750 h 7790740"/>
              <a:gd name="connsiteX1089" fmla="*/ 26598592 w 27930708"/>
              <a:gd name="connsiteY1089" fmla="*/ 6215984 h 7790740"/>
              <a:gd name="connsiteX1090" fmla="*/ 25826808 w 27930708"/>
              <a:gd name="connsiteY1090" fmla="*/ 6276378 h 7790740"/>
              <a:gd name="connsiteX1091" fmla="*/ 25654628 w 27930708"/>
              <a:gd name="connsiteY1091" fmla="*/ 6286946 h 7790740"/>
              <a:gd name="connsiteX1092" fmla="*/ 25551924 w 27930708"/>
              <a:gd name="connsiteY1092" fmla="*/ 6327712 h 7790740"/>
              <a:gd name="connsiteX1093" fmla="*/ 25715040 w 27930708"/>
              <a:gd name="connsiteY1093" fmla="*/ 6317143 h 7790740"/>
              <a:gd name="connsiteX1094" fmla="*/ 25878160 w 27930708"/>
              <a:gd name="connsiteY1094" fmla="*/ 6306574 h 7790740"/>
              <a:gd name="connsiteX1095" fmla="*/ 25897792 w 27930708"/>
              <a:gd name="connsiteY1095" fmla="*/ 6306574 h 7790740"/>
              <a:gd name="connsiteX1096" fmla="*/ 26263296 w 27930708"/>
              <a:gd name="connsiteY1096" fmla="*/ 6265809 h 7790740"/>
              <a:gd name="connsiteX1097" fmla="*/ 25938572 w 27930708"/>
              <a:gd name="connsiteY1097" fmla="*/ 6317143 h 7790740"/>
              <a:gd name="connsiteX1098" fmla="*/ 25613848 w 27930708"/>
              <a:gd name="connsiteY1098" fmla="*/ 6368477 h 7790740"/>
              <a:gd name="connsiteX1099" fmla="*/ 25521716 w 27930708"/>
              <a:gd name="connsiteY1099" fmla="*/ 6418302 h 7790740"/>
              <a:gd name="connsiteX1100" fmla="*/ 25897792 w 27930708"/>
              <a:gd name="connsiteY1100" fmla="*/ 6388105 h 7790740"/>
              <a:gd name="connsiteX1101" fmla="*/ 26263296 w 27930708"/>
              <a:gd name="connsiteY1101" fmla="*/ 6338281 h 7790740"/>
              <a:gd name="connsiteX1102" fmla="*/ 26142468 w 27930708"/>
              <a:gd name="connsiteY1102" fmla="*/ 6368477 h 7790740"/>
              <a:gd name="connsiteX1103" fmla="*/ 26091116 w 27930708"/>
              <a:gd name="connsiteY1103" fmla="*/ 6409243 h 7790740"/>
              <a:gd name="connsiteX1104" fmla="*/ 26137748 w 27930708"/>
              <a:gd name="connsiteY1104" fmla="*/ 6399995 h 7790740"/>
              <a:gd name="connsiteX1105" fmla="*/ 26168470 w 27930708"/>
              <a:gd name="connsiteY1105" fmla="*/ 6399251 h 7790740"/>
              <a:gd name="connsiteX1106" fmla="*/ 25960850 w 27930708"/>
              <a:gd name="connsiteY1106" fmla="*/ 6427738 h 7790740"/>
              <a:gd name="connsiteX1107" fmla="*/ 25755820 w 27930708"/>
              <a:gd name="connsiteY1107" fmla="*/ 6450008 h 7790740"/>
              <a:gd name="connsiteX1108" fmla="*/ 25289124 w 27930708"/>
              <a:gd name="connsiteY1108" fmla="*/ 6540598 h 7790740"/>
              <a:gd name="connsiteX1109" fmla="*/ 25349540 w 27930708"/>
              <a:gd name="connsiteY1109" fmla="*/ 6530030 h 7790740"/>
              <a:gd name="connsiteX1110" fmla="*/ 25521716 w 27930708"/>
              <a:gd name="connsiteY1110" fmla="*/ 6510402 h 7790740"/>
              <a:gd name="connsiteX1111" fmla="*/ 25511144 w 27930708"/>
              <a:gd name="connsiteY1111" fmla="*/ 6530030 h 7790740"/>
              <a:gd name="connsiteX1112" fmla="*/ 26609164 w 27930708"/>
              <a:gd name="connsiteY1112" fmla="*/ 6409243 h 7790740"/>
              <a:gd name="connsiteX1113" fmla="*/ 26802484 w 27930708"/>
              <a:gd name="connsiteY1113" fmla="*/ 6388105 h 7790740"/>
              <a:gd name="connsiteX1114" fmla="*/ 26720928 w 27930708"/>
              <a:gd name="connsiteY1114" fmla="*/ 6428871 h 7790740"/>
              <a:gd name="connsiteX1115" fmla="*/ 26243660 w 27930708"/>
              <a:gd name="connsiteY1115" fmla="*/ 6490774 h 7790740"/>
              <a:gd name="connsiteX1116" fmla="*/ 25755820 w 27930708"/>
              <a:gd name="connsiteY1116" fmla="*/ 6570795 h 7790740"/>
              <a:gd name="connsiteX1117" fmla="*/ 25674264 w 27930708"/>
              <a:gd name="connsiteY1117" fmla="*/ 6611561 h 7790740"/>
              <a:gd name="connsiteX1118" fmla="*/ 25928000 w 27930708"/>
              <a:gd name="connsiteY1118" fmla="*/ 6581364 h 7790740"/>
              <a:gd name="connsiteX1119" fmla="*/ 26183248 w 27930708"/>
              <a:gd name="connsiteY1119" fmla="*/ 6551167 h 7790740"/>
              <a:gd name="connsiteX1120" fmla="*/ 26151528 w 27930708"/>
              <a:gd name="connsiteY1120" fmla="*/ 6581364 h 7790740"/>
              <a:gd name="connsiteX1121" fmla="*/ 26243660 w 27930708"/>
              <a:gd name="connsiteY1121" fmla="*/ 6570795 h 7790740"/>
              <a:gd name="connsiteX1122" fmla="*/ 26344852 w 27930708"/>
              <a:gd name="connsiteY1122" fmla="*/ 6560226 h 7790740"/>
              <a:gd name="connsiteX1123" fmla="*/ 26325220 w 27930708"/>
              <a:gd name="connsiteY1123" fmla="*/ 6570795 h 7790740"/>
              <a:gd name="connsiteX1124" fmla="*/ 25033880 w 27930708"/>
              <a:gd name="connsiteY1124" fmla="*/ 6712719 h 7790740"/>
              <a:gd name="connsiteX1125" fmla="*/ 24932684 w 27930708"/>
              <a:gd name="connsiteY1125" fmla="*/ 6753485 h 7790740"/>
              <a:gd name="connsiteX1126" fmla="*/ 24902480 w 27930708"/>
              <a:gd name="connsiteY1126" fmla="*/ 6764054 h 7790740"/>
              <a:gd name="connsiteX1127" fmla="*/ 24851128 w 27930708"/>
              <a:gd name="connsiteY1127" fmla="*/ 6794250 h 7790740"/>
              <a:gd name="connsiteX1128" fmla="*/ 25196996 w 27930708"/>
              <a:gd name="connsiteY1128" fmla="*/ 6744426 h 7790740"/>
              <a:gd name="connsiteX1129" fmla="*/ 25145644 w 27930708"/>
              <a:gd name="connsiteY1129" fmla="*/ 6774623 h 7790740"/>
              <a:gd name="connsiteX1130" fmla="*/ 25695408 w 27930708"/>
              <a:gd name="connsiteY1130" fmla="*/ 6733857 h 7790740"/>
              <a:gd name="connsiteX1131" fmla="*/ 25958208 w 27930708"/>
              <a:gd name="connsiteY1131" fmla="*/ 6712719 h 7790740"/>
              <a:gd name="connsiteX1132" fmla="*/ 26233088 w 27930708"/>
              <a:gd name="connsiteY1132" fmla="*/ 6673464 h 7790740"/>
              <a:gd name="connsiteX1133" fmla="*/ 26527604 w 27930708"/>
              <a:gd name="connsiteY1133" fmla="*/ 6632698 h 7790740"/>
              <a:gd name="connsiteX1134" fmla="*/ 26527604 w 27930708"/>
              <a:gd name="connsiteY1134" fmla="*/ 6652326 h 7790740"/>
              <a:gd name="connsiteX1135" fmla="*/ 26852328 w 27930708"/>
              <a:gd name="connsiteY1135" fmla="*/ 6611561 h 7790740"/>
              <a:gd name="connsiteX1136" fmla="*/ 26131896 w 27930708"/>
              <a:gd name="connsiteY1136" fmla="*/ 6733857 h 7790740"/>
              <a:gd name="connsiteX1137" fmla="*/ 25949144 w 27930708"/>
              <a:gd name="connsiteY1137" fmla="*/ 6764054 h 7790740"/>
              <a:gd name="connsiteX1138" fmla="*/ 25766392 w 27930708"/>
              <a:gd name="connsiteY1138" fmla="*/ 6785191 h 7790740"/>
              <a:gd name="connsiteX1139" fmla="*/ 25400892 w 27930708"/>
              <a:gd name="connsiteY1139" fmla="*/ 6815388 h 7790740"/>
              <a:gd name="connsiteX1140" fmla="*/ 25390320 w 27930708"/>
              <a:gd name="connsiteY1140" fmla="*/ 6815388 h 7790740"/>
              <a:gd name="connsiteX1141" fmla="*/ 24973464 w 27930708"/>
              <a:gd name="connsiteY1141" fmla="*/ 6865213 h 7790740"/>
              <a:gd name="connsiteX1142" fmla="*/ 24882844 w 27930708"/>
              <a:gd name="connsiteY1142" fmla="*/ 6905978 h 7790740"/>
              <a:gd name="connsiteX1143" fmla="*/ 25156216 w 27930708"/>
              <a:gd name="connsiteY1143" fmla="*/ 6875781 h 7790740"/>
              <a:gd name="connsiteX1144" fmla="*/ 25156216 w 27930708"/>
              <a:gd name="connsiteY1144" fmla="*/ 6886350 h 7790740"/>
              <a:gd name="connsiteX1145" fmla="*/ 26071480 w 27930708"/>
              <a:gd name="connsiteY1145" fmla="*/ 6815388 h 7790740"/>
              <a:gd name="connsiteX1146" fmla="*/ 25908364 w 27930708"/>
              <a:gd name="connsiteY1146" fmla="*/ 6845585 h 7790740"/>
              <a:gd name="connsiteX1147" fmla="*/ 25420524 w 27930708"/>
              <a:gd name="connsiteY1147" fmla="*/ 6886350 h 7790740"/>
              <a:gd name="connsiteX1148" fmla="*/ 25379748 w 27930708"/>
              <a:gd name="connsiteY1148" fmla="*/ 6896919 h 7790740"/>
              <a:gd name="connsiteX1149" fmla="*/ 25338968 w 27930708"/>
              <a:gd name="connsiteY1149" fmla="*/ 6896919 h 7790740"/>
              <a:gd name="connsiteX1150" fmla="*/ 25207568 w 27930708"/>
              <a:gd name="connsiteY1150" fmla="*/ 6916547 h 7790740"/>
              <a:gd name="connsiteX1151" fmla="*/ 25166788 w 27930708"/>
              <a:gd name="connsiteY1151" fmla="*/ 6916547 h 7790740"/>
              <a:gd name="connsiteX1152" fmla="*/ 24678948 w 27930708"/>
              <a:gd name="connsiteY1152" fmla="*/ 6957312 h 7790740"/>
              <a:gd name="connsiteX1153" fmla="*/ 24191108 w 27930708"/>
              <a:gd name="connsiteY1153" fmla="*/ 7007137 h 7790740"/>
              <a:gd name="connsiteX1154" fmla="*/ 24180536 w 27930708"/>
              <a:gd name="connsiteY1154" fmla="*/ 7007137 h 7790740"/>
              <a:gd name="connsiteX1155" fmla="*/ 24089916 w 27930708"/>
              <a:gd name="connsiteY1155" fmla="*/ 7047902 h 7790740"/>
              <a:gd name="connsiteX1156" fmla="*/ 24435784 w 27930708"/>
              <a:gd name="connsiteY1156" fmla="*/ 7028275 h 7790740"/>
              <a:gd name="connsiteX1157" fmla="*/ 24780140 w 27930708"/>
              <a:gd name="connsiteY1157" fmla="*/ 6998078 h 7790740"/>
              <a:gd name="connsiteX1158" fmla="*/ 24404068 w 27930708"/>
              <a:gd name="connsiteY1158" fmla="*/ 7069040 h 7790740"/>
              <a:gd name="connsiteX1159" fmla="*/ 24322508 w 27930708"/>
              <a:gd name="connsiteY1159" fmla="*/ 7109806 h 7790740"/>
              <a:gd name="connsiteX1160" fmla="*/ 24673260 w 27930708"/>
              <a:gd name="connsiteY1160" fmla="*/ 7081732 h 7790740"/>
              <a:gd name="connsiteX1161" fmla="*/ 25003696 w 27930708"/>
              <a:gd name="connsiteY1161" fmla="*/ 7046891 h 7790740"/>
              <a:gd name="connsiteX1162" fmla="*/ 24913052 w 27930708"/>
              <a:gd name="connsiteY1162" fmla="*/ 7058471 h 7790740"/>
              <a:gd name="connsiteX1163" fmla="*/ 24810348 w 27930708"/>
              <a:gd name="connsiteY1163" fmla="*/ 7109806 h 7790740"/>
              <a:gd name="connsiteX1164" fmla="*/ 25095804 w 27930708"/>
              <a:gd name="connsiteY1164" fmla="*/ 7099237 h 7790740"/>
              <a:gd name="connsiteX1165" fmla="*/ 24780140 w 27930708"/>
              <a:gd name="connsiteY1165" fmla="*/ 7159630 h 7790740"/>
              <a:gd name="connsiteX1166" fmla="*/ 24698584 w 27930708"/>
              <a:gd name="connsiteY1166" fmla="*/ 7200396 h 7790740"/>
              <a:gd name="connsiteX1167" fmla="*/ 25278552 w 27930708"/>
              <a:gd name="connsiteY1167" fmla="*/ 7159630 h 7790740"/>
              <a:gd name="connsiteX1168" fmla="*/ 25216628 w 27930708"/>
              <a:gd name="connsiteY1168" fmla="*/ 7200396 h 7790740"/>
              <a:gd name="connsiteX1169" fmla="*/ 26121324 w 27930708"/>
              <a:gd name="connsiteY1169" fmla="*/ 7109806 h 7790740"/>
              <a:gd name="connsiteX1170" fmla="*/ 27026016 w 27930708"/>
              <a:gd name="connsiteY1170" fmla="*/ 6976940 h 7790740"/>
              <a:gd name="connsiteX1171" fmla="*/ 27026016 w 27930708"/>
              <a:gd name="connsiteY1171" fmla="*/ 6987509 h 7790740"/>
              <a:gd name="connsiteX1172" fmla="*/ 27432296 w 27930708"/>
              <a:gd name="connsiteY1172" fmla="*/ 6937685 h 7790740"/>
              <a:gd name="connsiteX1173" fmla="*/ 26903680 w 27930708"/>
              <a:gd name="connsiteY1173" fmla="*/ 7017706 h 7790740"/>
              <a:gd name="connsiteX1174" fmla="*/ 26903680 w 27930708"/>
              <a:gd name="connsiteY1174" fmla="*/ 7007137 h 7790740"/>
              <a:gd name="connsiteX1175" fmla="*/ 26649940 w 27930708"/>
              <a:gd name="connsiteY1175" fmla="*/ 7047902 h 7790740"/>
              <a:gd name="connsiteX1176" fmla="*/ 26548748 w 27930708"/>
              <a:gd name="connsiteY1176" fmla="*/ 7099237 h 7790740"/>
              <a:gd name="connsiteX1177" fmla="*/ 26527604 w 27930708"/>
              <a:gd name="connsiteY1177" fmla="*/ 7099237 h 7790740"/>
              <a:gd name="connsiteX1178" fmla="*/ 26538176 w 27930708"/>
              <a:gd name="connsiteY1178" fmla="*/ 7088668 h 7790740"/>
              <a:gd name="connsiteX1179" fmla="*/ 26172676 w 27930708"/>
              <a:gd name="connsiteY1179" fmla="*/ 7140002 h 7790740"/>
              <a:gd name="connsiteX1180" fmla="*/ 25989924 w 27930708"/>
              <a:gd name="connsiteY1180" fmla="*/ 7170199 h 7790740"/>
              <a:gd name="connsiteX1181" fmla="*/ 25807172 w 27930708"/>
              <a:gd name="connsiteY1181" fmla="*/ 7180768 h 7790740"/>
              <a:gd name="connsiteX1182" fmla="*/ 25695408 w 27930708"/>
              <a:gd name="connsiteY1182" fmla="*/ 7232102 h 7790740"/>
              <a:gd name="connsiteX1183" fmla="*/ 25663688 w 27930708"/>
              <a:gd name="connsiteY1183" fmla="*/ 7262299 h 7790740"/>
              <a:gd name="connsiteX1184" fmla="*/ 25786028 w 27930708"/>
              <a:gd name="connsiteY1184" fmla="*/ 7221533 h 7790740"/>
              <a:gd name="connsiteX1185" fmla="*/ 25816236 w 27930708"/>
              <a:gd name="connsiteY1185" fmla="*/ 7221533 h 7790740"/>
              <a:gd name="connsiteX1186" fmla="*/ 26254232 w 27930708"/>
              <a:gd name="connsiteY1186" fmla="*/ 7159630 h 7790740"/>
              <a:gd name="connsiteX1187" fmla="*/ 26243660 w 27930708"/>
              <a:gd name="connsiteY1187" fmla="*/ 7170199 h 7790740"/>
              <a:gd name="connsiteX1188" fmla="*/ 26009556 w 27930708"/>
              <a:gd name="connsiteY1188" fmla="*/ 7210964 h 7790740"/>
              <a:gd name="connsiteX1189" fmla="*/ 25786028 w 27930708"/>
              <a:gd name="connsiteY1189" fmla="*/ 7241161 h 7790740"/>
              <a:gd name="connsiteX1190" fmla="*/ 25725612 w 27930708"/>
              <a:gd name="connsiteY1190" fmla="*/ 7262299 h 7790740"/>
              <a:gd name="connsiteX1191" fmla="*/ 24932684 w 27930708"/>
              <a:gd name="connsiteY1191" fmla="*/ 7333261 h 7790740"/>
              <a:gd name="connsiteX1192" fmla="*/ 24536976 w 27930708"/>
              <a:gd name="connsiteY1192" fmla="*/ 7374026 h 7790740"/>
              <a:gd name="connsiteX1193" fmla="*/ 24139756 w 27930708"/>
              <a:gd name="connsiteY1193" fmla="*/ 7404223 h 7790740"/>
              <a:gd name="connsiteX1194" fmla="*/ 24038564 w 27930708"/>
              <a:gd name="connsiteY1194" fmla="*/ 7444989 h 7790740"/>
              <a:gd name="connsiteX1195" fmla="*/ 24536976 w 27930708"/>
              <a:gd name="connsiteY1195" fmla="*/ 7404223 h 7790740"/>
              <a:gd name="connsiteX1196" fmla="*/ 25033880 w 27930708"/>
              <a:gd name="connsiteY1196" fmla="*/ 7352889 h 7790740"/>
              <a:gd name="connsiteX1197" fmla="*/ 26039764 w 27930708"/>
              <a:gd name="connsiteY1197" fmla="*/ 7271358 h 7790740"/>
              <a:gd name="connsiteX1198" fmla="*/ 26131896 w 27930708"/>
              <a:gd name="connsiteY1198" fmla="*/ 7241161 h 7790740"/>
              <a:gd name="connsiteX1199" fmla="*/ 26791912 w 27930708"/>
              <a:gd name="connsiteY1199" fmla="*/ 7129433 h 7790740"/>
              <a:gd name="connsiteX1200" fmla="*/ 26898392 w 27930708"/>
              <a:gd name="connsiteY1200" fmla="*/ 7123583 h 7790740"/>
              <a:gd name="connsiteX1201" fmla="*/ 26992446 w 27930708"/>
              <a:gd name="connsiteY1201" fmla="*/ 7111414 h 7790740"/>
              <a:gd name="connsiteX1202" fmla="*/ 26974098 w 27930708"/>
              <a:gd name="connsiteY1202" fmla="*/ 7120186 h 7790740"/>
              <a:gd name="connsiteX1203" fmla="*/ 26944456 w 27930708"/>
              <a:gd name="connsiteY1203" fmla="*/ 7129433 h 7790740"/>
              <a:gd name="connsiteX1204" fmla="*/ 26192308 w 27930708"/>
              <a:gd name="connsiteY1204" fmla="*/ 7262299 h 7790740"/>
              <a:gd name="connsiteX1205" fmla="*/ 26202880 w 27930708"/>
              <a:gd name="connsiteY1205" fmla="*/ 7241161 h 7790740"/>
              <a:gd name="connsiteX1206" fmla="*/ 25551924 w 27930708"/>
              <a:gd name="connsiteY1206" fmla="*/ 7333261 h 7790740"/>
              <a:gd name="connsiteX1207" fmla="*/ 24891908 w 27930708"/>
              <a:gd name="connsiteY1207" fmla="*/ 7384595 h 7790740"/>
              <a:gd name="connsiteX1208" fmla="*/ 24820920 w 27930708"/>
              <a:gd name="connsiteY1208" fmla="*/ 7393654 h 7790740"/>
              <a:gd name="connsiteX1209" fmla="*/ 24719728 w 27930708"/>
              <a:gd name="connsiteY1209" fmla="*/ 7444989 h 7790740"/>
              <a:gd name="connsiteX1210" fmla="*/ 25867584 w 27930708"/>
              <a:gd name="connsiteY1210" fmla="*/ 7333261 h 7790740"/>
              <a:gd name="connsiteX1211" fmla="*/ 25826808 w 27930708"/>
              <a:gd name="connsiteY1211" fmla="*/ 7363458 h 7790740"/>
              <a:gd name="connsiteX1212" fmla="*/ 25958208 w 27930708"/>
              <a:gd name="connsiteY1212" fmla="*/ 7352889 h 7790740"/>
              <a:gd name="connsiteX1213" fmla="*/ 25704468 w 27930708"/>
              <a:gd name="connsiteY1213" fmla="*/ 7393654 h 7790740"/>
              <a:gd name="connsiteX1214" fmla="*/ 25725612 w 27930708"/>
              <a:gd name="connsiteY1214" fmla="*/ 7374026 h 7790740"/>
              <a:gd name="connsiteX1215" fmla="*/ 24597392 w 27930708"/>
              <a:gd name="connsiteY1215" fmla="*/ 7475185 h 7790740"/>
              <a:gd name="connsiteX1216" fmla="*/ 24496196 w 27930708"/>
              <a:gd name="connsiteY1216" fmla="*/ 7526519 h 7790740"/>
              <a:gd name="connsiteX1217" fmla="*/ 25298188 w 27930708"/>
              <a:gd name="connsiteY1217" fmla="*/ 7444989 h 7790740"/>
              <a:gd name="connsiteX1218" fmla="*/ 24760508 w 27930708"/>
              <a:gd name="connsiteY1218" fmla="*/ 7526519 h 7790740"/>
              <a:gd name="connsiteX1219" fmla="*/ 24231888 w 27930708"/>
              <a:gd name="connsiteY1219" fmla="*/ 7597481 h 7790740"/>
              <a:gd name="connsiteX1220" fmla="*/ 23053824 w 27930708"/>
              <a:gd name="connsiteY1220" fmla="*/ 7688071 h 7790740"/>
              <a:gd name="connsiteX1221" fmla="*/ 22951120 w 27930708"/>
              <a:gd name="connsiteY1221" fmla="*/ 7728837 h 7790740"/>
              <a:gd name="connsiteX1222" fmla="*/ 24049136 w 27930708"/>
              <a:gd name="connsiteY1222" fmla="*/ 7647306 h 7790740"/>
              <a:gd name="connsiteX1223" fmla="*/ 24068772 w 27930708"/>
              <a:gd name="connsiteY1223" fmla="*/ 7647306 h 7790740"/>
              <a:gd name="connsiteX1224" fmla="*/ 24150328 w 27930708"/>
              <a:gd name="connsiteY1224" fmla="*/ 7638247 h 7790740"/>
              <a:gd name="connsiteX1225" fmla="*/ 24657804 w 27930708"/>
              <a:gd name="connsiteY1225" fmla="*/ 7586913 h 7790740"/>
              <a:gd name="connsiteX1226" fmla="*/ 24861700 w 27930708"/>
              <a:gd name="connsiteY1226" fmla="*/ 7567285 h 7790740"/>
              <a:gd name="connsiteX1227" fmla="*/ 24780140 w 27930708"/>
              <a:gd name="connsiteY1227" fmla="*/ 7597481 h 7790740"/>
              <a:gd name="connsiteX1228" fmla="*/ 23795400 w 27930708"/>
              <a:gd name="connsiteY1228" fmla="*/ 7679013 h 7790740"/>
              <a:gd name="connsiteX1229" fmla="*/ 23307560 w 27930708"/>
              <a:gd name="connsiteY1229" fmla="*/ 7709209 h 7790740"/>
              <a:gd name="connsiteX1230" fmla="*/ 22809148 w 27930708"/>
              <a:gd name="connsiteY1230" fmla="*/ 7739406 h 7790740"/>
              <a:gd name="connsiteX1231" fmla="*/ 21824408 w 27930708"/>
              <a:gd name="connsiteY1231" fmla="*/ 7780172 h 7790740"/>
              <a:gd name="connsiteX1232" fmla="*/ 21336568 w 27930708"/>
              <a:gd name="connsiteY1232" fmla="*/ 7790740 h 7790740"/>
              <a:gd name="connsiteX1233" fmla="*/ 20838156 w 27930708"/>
              <a:gd name="connsiteY1233" fmla="*/ 7790740 h 7790740"/>
              <a:gd name="connsiteX1234" fmla="*/ 19851904 w 27930708"/>
              <a:gd name="connsiteY1234" fmla="*/ 7790740 h 7790740"/>
              <a:gd name="connsiteX1235" fmla="*/ 18867160 w 27930708"/>
              <a:gd name="connsiteY1235" fmla="*/ 7759033 h 7790740"/>
              <a:gd name="connsiteX1236" fmla="*/ 18368748 w 27930708"/>
              <a:gd name="connsiteY1236" fmla="*/ 7749975 h 7790740"/>
              <a:gd name="connsiteX1237" fmla="*/ 17880908 w 27930708"/>
              <a:gd name="connsiteY1237" fmla="*/ 7718268 h 7790740"/>
              <a:gd name="connsiteX1238" fmla="*/ 16896168 w 27930708"/>
              <a:gd name="connsiteY1238" fmla="*/ 7657875 h 7790740"/>
              <a:gd name="connsiteX1239" fmla="*/ 16002047 w 27930708"/>
              <a:gd name="connsiteY1239" fmla="*/ 7576344 h 7790740"/>
              <a:gd name="connsiteX1240" fmla="*/ 15554987 w 27930708"/>
              <a:gd name="connsiteY1240" fmla="*/ 7535579 h 7790740"/>
              <a:gd name="connsiteX1241" fmla="*/ 15107926 w 27930708"/>
              <a:gd name="connsiteY1241" fmla="*/ 7485754 h 7790740"/>
              <a:gd name="connsiteX1242" fmla="*/ 14215316 w 27930708"/>
              <a:gd name="connsiteY1242" fmla="*/ 7374026 h 7790740"/>
              <a:gd name="connsiteX1243" fmla="*/ 13778827 w 27930708"/>
              <a:gd name="connsiteY1243" fmla="*/ 7312123 h 7790740"/>
              <a:gd name="connsiteX1244" fmla="*/ 13331768 w 27930708"/>
              <a:gd name="connsiteY1244" fmla="*/ 7241161 h 7790740"/>
              <a:gd name="connsiteX1245" fmla="*/ 10314108 w 27930708"/>
              <a:gd name="connsiteY1245" fmla="*/ 6673464 h 7790740"/>
              <a:gd name="connsiteX1246" fmla="*/ 10333743 w 27930708"/>
              <a:gd name="connsiteY1246" fmla="*/ 6662895 h 7790740"/>
              <a:gd name="connsiteX1247" fmla="*/ 9826270 w 27930708"/>
              <a:gd name="connsiteY1247" fmla="*/ 6551167 h 7790740"/>
              <a:gd name="connsiteX1248" fmla="*/ 9845903 w 27930708"/>
              <a:gd name="connsiteY1248" fmla="*/ 6540598 h 7790740"/>
              <a:gd name="connsiteX1249" fmla="*/ 9237236 w 27930708"/>
              <a:gd name="connsiteY1249" fmla="*/ 6388105 h 7790740"/>
              <a:gd name="connsiteX1250" fmla="*/ 9317285 w 27930708"/>
              <a:gd name="connsiteY1250" fmla="*/ 6388105 h 7790740"/>
              <a:gd name="connsiteX1251" fmla="*/ 9358064 w 27930708"/>
              <a:gd name="connsiteY1251" fmla="*/ 6398674 h 7790740"/>
              <a:gd name="connsiteX1252" fmla="*/ 9368636 w 27930708"/>
              <a:gd name="connsiteY1252" fmla="*/ 6398674 h 7790740"/>
              <a:gd name="connsiteX1253" fmla="*/ 9379208 w 27930708"/>
              <a:gd name="connsiteY1253" fmla="*/ 6398674 h 7790740"/>
              <a:gd name="connsiteX1254" fmla="*/ 9469828 w 27930708"/>
              <a:gd name="connsiteY1254" fmla="*/ 6388105 h 7790740"/>
              <a:gd name="connsiteX1255" fmla="*/ 9317285 w 27930708"/>
              <a:gd name="connsiteY1255" fmla="*/ 6338281 h 7790740"/>
              <a:gd name="connsiteX1256" fmla="*/ 9500035 w 27930708"/>
              <a:gd name="connsiteY1256" fmla="*/ 6379046 h 7790740"/>
              <a:gd name="connsiteX1257" fmla="*/ 9611800 w 27930708"/>
              <a:gd name="connsiteY1257" fmla="*/ 6368477 h 7790740"/>
              <a:gd name="connsiteX1258" fmla="*/ 9175312 w 27930708"/>
              <a:gd name="connsiteY1258" fmla="*/ 6256750 h 7790740"/>
              <a:gd name="connsiteX1259" fmla="*/ 9226664 w 27930708"/>
              <a:gd name="connsiteY1259" fmla="*/ 6246181 h 7790740"/>
              <a:gd name="connsiteX1260" fmla="*/ 8850590 w 27930708"/>
              <a:gd name="connsiteY1260" fmla="*/ 6134453 h 7790740"/>
              <a:gd name="connsiteX1261" fmla="*/ 8891368 w 27930708"/>
              <a:gd name="connsiteY1261" fmla="*/ 6123884 h 7790740"/>
              <a:gd name="connsiteX1262" fmla="*/ 8911004 w 27930708"/>
              <a:gd name="connsiteY1262" fmla="*/ 6123884 h 7790740"/>
              <a:gd name="connsiteX1263" fmla="*/ 9012196 w 27930708"/>
              <a:gd name="connsiteY1263" fmla="*/ 6113316 h 7790740"/>
              <a:gd name="connsiteX1264" fmla="*/ 8850590 w 27930708"/>
              <a:gd name="connsiteY1264" fmla="*/ 6063491 h 7790740"/>
              <a:gd name="connsiteX1265" fmla="*/ 8738824 w 27930708"/>
              <a:gd name="connsiteY1265" fmla="*/ 6063491 h 7790740"/>
              <a:gd name="connsiteX1266" fmla="*/ 8596852 w 27930708"/>
              <a:gd name="connsiteY1266" fmla="*/ 6033294 h 7790740"/>
              <a:gd name="connsiteX1267" fmla="*/ 8596852 w 27930708"/>
              <a:gd name="connsiteY1267" fmla="*/ 6022726 h 7790740"/>
              <a:gd name="connsiteX1268" fmla="*/ 8169426 w 27930708"/>
              <a:gd name="connsiteY1268" fmla="*/ 5880801 h 7790740"/>
              <a:gd name="connsiteX1269" fmla="*/ 8373322 w 27930708"/>
              <a:gd name="connsiteY1269" fmla="*/ 5921567 h 7790740"/>
              <a:gd name="connsiteX1270" fmla="*/ 9012196 w 27930708"/>
              <a:gd name="connsiteY1270" fmla="*/ 6083119 h 7790740"/>
              <a:gd name="connsiteX1271" fmla="*/ 9114900 w 27930708"/>
              <a:gd name="connsiteY1271" fmla="*/ 6074060 h 7790740"/>
              <a:gd name="connsiteX1272" fmla="*/ 9490974 w 27930708"/>
              <a:gd name="connsiteY1272" fmla="*/ 6164650 h 7790740"/>
              <a:gd name="connsiteX1273" fmla="*/ 9510608 w 27930708"/>
              <a:gd name="connsiteY1273" fmla="*/ 6164650 h 7790740"/>
              <a:gd name="connsiteX1274" fmla="*/ 9531752 w 27930708"/>
              <a:gd name="connsiteY1274" fmla="*/ 6175219 h 7790740"/>
              <a:gd name="connsiteX1275" fmla="*/ 9916889 w 27930708"/>
              <a:gd name="connsiteY1275" fmla="*/ 6246181 h 7790740"/>
              <a:gd name="connsiteX1276" fmla="*/ 10028654 w 27930708"/>
              <a:gd name="connsiteY1276" fmla="*/ 6235612 h 7790740"/>
              <a:gd name="connsiteX1277" fmla="*/ 9744710 w 27930708"/>
              <a:gd name="connsiteY1277" fmla="*/ 6164650 h 7790740"/>
              <a:gd name="connsiteX1278" fmla="*/ 9785489 w 27930708"/>
              <a:gd name="connsiteY1278" fmla="*/ 6145022 h 7790740"/>
              <a:gd name="connsiteX1279" fmla="*/ 9510608 w 27930708"/>
              <a:gd name="connsiteY1279" fmla="*/ 6063491 h 7790740"/>
              <a:gd name="connsiteX1280" fmla="*/ 9602739 w 27930708"/>
              <a:gd name="connsiteY1280" fmla="*/ 6052922 h 7790740"/>
              <a:gd name="connsiteX1281" fmla="*/ 9267444 w 27930708"/>
              <a:gd name="connsiteY1281" fmla="*/ 5962332 h 7790740"/>
              <a:gd name="connsiteX1282" fmla="*/ 8941210 w 27930708"/>
              <a:gd name="connsiteY1282" fmla="*/ 5870232 h 7790740"/>
              <a:gd name="connsiteX1283" fmla="*/ 8901942 w 27930708"/>
              <a:gd name="connsiteY1283" fmla="*/ 5870232 h 7790740"/>
              <a:gd name="connsiteX1284" fmla="*/ 7915690 w 27930708"/>
              <a:gd name="connsiteY1284" fmla="*/ 5627149 h 7790740"/>
              <a:gd name="connsiteX1285" fmla="*/ 7905117 w 27930708"/>
              <a:gd name="connsiteY1285" fmla="*/ 5627149 h 7790740"/>
              <a:gd name="connsiteX1286" fmla="*/ 7296450 w 27930708"/>
              <a:gd name="connsiteY1286" fmla="*/ 5412753 h 7790740"/>
              <a:gd name="connsiteX1287" fmla="*/ 7305513 w 27930708"/>
              <a:gd name="connsiteY1287" fmla="*/ 5403694 h 7790740"/>
              <a:gd name="connsiteX1288" fmla="*/ 7021568 w 27930708"/>
              <a:gd name="connsiteY1288" fmla="*/ 5322163 h 7790740"/>
              <a:gd name="connsiteX1289" fmla="*/ 7092555 w 27930708"/>
              <a:gd name="connsiteY1289" fmla="*/ 5332732 h 7790740"/>
              <a:gd name="connsiteX1290" fmla="*/ 7204320 w 27930708"/>
              <a:gd name="connsiteY1290" fmla="*/ 5341791 h 7790740"/>
              <a:gd name="connsiteX1291" fmla="*/ 7671015 w 27930708"/>
              <a:gd name="connsiteY1291" fmla="*/ 5474656 h 7790740"/>
              <a:gd name="connsiteX1292" fmla="*/ 7569822 w 27930708"/>
              <a:gd name="connsiteY1292" fmla="*/ 5485225 h 7790740"/>
              <a:gd name="connsiteX1293" fmla="*/ 7763145 w 27930708"/>
              <a:gd name="connsiteY1293" fmla="*/ 5545618 h 7790740"/>
              <a:gd name="connsiteX1294" fmla="*/ 7885483 w 27930708"/>
              <a:gd name="connsiteY1294" fmla="*/ 5575815 h 7790740"/>
              <a:gd name="connsiteX1295" fmla="*/ 7945897 w 27930708"/>
              <a:gd name="connsiteY1295" fmla="*/ 5596953 h 7790740"/>
              <a:gd name="connsiteX1296" fmla="*/ 8038027 w 27930708"/>
              <a:gd name="connsiteY1296" fmla="*/ 5596953 h 7790740"/>
              <a:gd name="connsiteX1297" fmla="*/ 8057662 w 27930708"/>
              <a:gd name="connsiteY1297" fmla="*/ 5596953 h 7790740"/>
              <a:gd name="connsiteX1298" fmla="*/ 8139220 w 27930708"/>
              <a:gd name="connsiteY1298" fmla="*/ 5606012 h 7790740"/>
              <a:gd name="connsiteX1299" fmla="*/ 8149792 w 27930708"/>
              <a:gd name="connsiteY1299" fmla="*/ 5606012 h 7790740"/>
              <a:gd name="connsiteX1300" fmla="*/ 8596852 w 27930708"/>
              <a:gd name="connsiteY1300" fmla="*/ 5707170 h 7790740"/>
              <a:gd name="connsiteX1301" fmla="*/ 8646694 w 27930708"/>
              <a:gd name="connsiteY1301" fmla="*/ 5707170 h 7790740"/>
              <a:gd name="connsiteX1302" fmla="*/ 8861162 w 27930708"/>
              <a:gd name="connsiteY1302" fmla="*/ 5769074 h 7790740"/>
              <a:gd name="connsiteX1303" fmla="*/ 8972928 w 27930708"/>
              <a:gd name="connsiteY1303" fmla="*/ 5769074 h 7790740"/>
              <a:gd name="connsiteX1304" fmla="*/ 8810000 w 27930708"/>
              <a:gd name="connsiteY1304" fmla="*/ 5717173 h 7790740"/>
              <a:gd name="connsiteX1305" fmla="*/ 8756899 w 27930708"/>
              <a:gd name="connsiteY1305" fmla="*/ 5700756 h 7790740"/>
              <a:gd name="connsiteX1306" fmla="*/ 8840017 w 27930708"/>
              <a:gd name="connsiteY1306" fmla="*/ 5717739 h 7790740"/>
              <a:gd name="connsiteX1307" fmla="*/ 8941210 w 27930708"/>
              <a:gd name="connsiteY1307" fmla="*/ 5707170 h 7790740"/>
              <a:gd name="connsiteX1308" fmla="*/ 8504722 w 27930708"/>
              <a:gd name="connsiteY1308" fmla="*/ 5586384 h 7790740"/>
              <a:gd name="connsiteX1309" fmla="*/ 8667838 w 27930708"/>
              <a:gd name="connsiteY1309" fmla="*/ 5616580 h 7790740"/>
              <a:gd name="connsiteX1310" fmla="*/ 8880796 w 27930708"/>
              <a:gd name="connsiteY1310" fmla="*/ 5676974 h 7790740"/>
              <a:gd name="connsiteX1311" fmla="*/ 9123961 w 27930708"/>
              <a:gd name="connsiteY1311" fmla="*/ 5747936 h 7790740"/>
              <a:gd name="connsiteX1312" fmla="*/ 9358064 w 27930708"/>
              <a:gd name="connsiteY1312" fmla="*/ 5818898 h 7790740"/>
              <a:gd name="connsiteX1313" fmla="*/ 9469828 w 27930708"/>
              <a:gd name="connsiteY1313" fmla="*/ 5809839 h 7790740"/>
              <a:gd name="connsiteX1314" fmla="*/ 8861162 w 27930708"/>
              <a:gd name="connsiteY1314" fmla="*/ 5627149 h 7790740"/>
              <a:gd name="connsiteX1315" fmla="*/ 8850590 w 27930708"/>
              <a:gd name="connsiteY1315" fmla="*/ 5616580 h 7790740"/>
              <a:gd name="connsiteX1316" fmla="*/ 8809810 w 27930708"/>
              <a:gd name="connsiteY1316" fmla="*/ 5606012 h 7790740"/>
              <a:gd name="connsiteX1317" fmla="*/ 8809810 w 27930708"/>
              <a:gd name="connsiteY1317" fmla="*/ 5596953 h 7790740"/>
              <a:gd name="connsiteX1318" fmla="*/ 8423164 w 27930708"/>
              <a:gd name="connsiteY1318" fmla="*/ 5474656 h 7790740"/>
              <a:gd name="connsiteX1319" fmla="*/ 8403529 w 27930708"/>
              <a:gd name="connsiteY1319" fmla="*/ 5464087 h 7790740"/>
              <a:gd name="connsiteX1320" fmla="*/ 8352178 w 27930708"/>
              <a:gd name="connsiteY1320" fmla="*/ 5453518 h 7790740"/>
              <a:gd name="connsiteX1321" fmla="*/ 8352178 w 27930708"/>
              <a:gd name="connsiteY1321" fmla="*/ 5444459 h 7790740"/>
              <a:gd name="connsiteX1322" fmla="*/ 8423164 w 27930708"/>
              <a:gd name="connsiteY1322" fmla="*/ 5433891 h 7790740"/>
              <a:gd name="connsiteX1323" fmla="*/ 8038027 w 27930708"/>
              <a:gd name="connsiteY1323" fmla="*/ 5322163 h 7790740"/>
              <a:gd name="connsiteX1324" fmla="*/ 7945897 w 27930708"/>
              <a:gd name="connsiteY1324" fmla="*/ 5322163 h 7790740"/>
              <a:gd name="connsiteX1325" fmla="*/ 7133334 w 27930708"/>
              <a:gd name="connsiteY1325" fmla="*/ 5128904 h 7790740"/>
              <a:gd name="connsiteX1326" fmla="*/ 7062348 w 27930708"/>
              <a:gd name="connsiteY1326" fmla="*/ 5139473 h 7790740"/>
              <a:gd name="connsiteX1327" fmla="*/ 7275306 w 27930708"/>
              <a:gd name="connsiteY1327" fmla="*/ 5210435 h 7790740"/>
              <a:gd name="connsiteX1328" fmla="*/ 7468629 w 27930708"/>
              <a:gd name="connsiteY1328" fmla="*/ 5270829 h 7790740"/>
              <a:gd name="connsiteX1329" fmla="*/ 7610601 w 27930708"/>
              <a:gd name="connsiteY1329" fmla="*/ 5311594 h 7790740"/>
              <a:gd name="connsiteX1330" fmla="*/ 7580394 w 27930708"/>
              <a:gd name="connsiteY1330" fmla="*/ 5322163 h 7790740"/>
              <a:gd name="connsiteX1331" fmla="*/ 7448995 w 27930708"/>
              <a:gd name="connsiteY1331" fmla="*/ 5301025 h 7790740"/>
              <a:gd name="connsiteX1332" fmla="*/ 7417278 w 27930708"/>
              <a:gd name="connsiteY1332" fmla="*/ 5301025 h 7790740"/>
              <a:gd name="connsiteX1333" fmla="*/ 6514095 w 27930708"/>
              <a:gd name="connsiteY1333" fmla="*/ 5006608 h 7790740"/>
              <a:gd name="connsiteX1334" fmla="*/ 5619973 w 27930708"/>
              <a:gd name="connsiteY1334" fmla="*/ 4692562 h 7790740"/>
              <a:gd name="connsiteX1335" fmla="*/ 5792152 w 27930708"/>
              <a:gd name="connsiteY1335" fmla="*/ 4742387 h 7790740"/>
              <a:gd name="connsiteX1336" fmla="*/ 5863138 w 27930708"/>
              <a:gd name="connsiteY1336" fmla="*/ 4752956 h 7790740"/>
              <a:gd name="connsiteX1337" fmla="*/ 5934124 w 27930708"/>
              <a:gd name="connsiteY1337" fmla="*/ 4772584 h 7790740"/>
              <a:gd name="connsiteX1338" fmla="*/ 6035317 w 27930708"/>
              <a:gd name="connsiteY1338" fmla="*/ 4783152 h 7790740"/>
              <a:gd name="connsiteX1339" fmla="*/ 6452171 w 27930708"/>
              <a:gd name="connsiteY1339" fmla="*/ 4916018 h 7790740"/>
              <a:gd name="connsiteX1340" fmla="*/ 6563936 w 27930708"/>
              <a:gd name="connsiteY1340" fmla="*/ 4905449 h 7790740"/>
              <a:gd name="connsiteX1341" fmla="*/ 6235248 w 27930708"/>
              <a:gd name="connsiteY1341" fmla="*/ 4800327 h 7790740"/>
              <a:gd name="connsiteX1342" fmla="*/ 5920795 w 27930708"/>
              <a:gd name="connsiteY1342" fmla="*/ 4705042 h 7790740"/>
              <a:gd name="connsiteX1343" fmla="*/ 6030786 w 27930708"/>
              <a:gd name="connsiteY1343" fmla="*/ 4733894 h 7790740"/>
              <a:gd name="connsiteX1344" fmla="*/ 6228640 w 27930708"/>
              <a:gd name="connsiteY1344" fmla="*/ 4793721 h 7790740"/>
              <a:gd name="connsiteX1345" fmla="*/ 6320771 w 27930708"/>
              <a:gd name="connsiteY1345" fmla="*/ 4793721 h 7790740"/>
              <a:gd name="connsiteX1346" fmla="*/ 6798038 w 27930708"/>
              <a:gd name="connsiteY1346" fmla="*/ 4916018 h 7790740"/>
              <a:gd name="connsiteX1347" fmla="*/ 6869024 w 27930708"/>
              <a:gd name="connsiteY1347" fmla="*/ 4925077 h 7790740"/>
              <a:gd name="connsiteX1348" fmla="*/ 6991362 w 27930708"/>
              <a:gd name="connsiteY1348" fmla="*/ 4965842 h 7790740"/>
              <a:gd name="connsiteX1349" fmla="*/ 6980789 w 27930708"/>
              <a:gd name="connsiteY1349" fmla="*/ 4976411 h 7790740"/>
              <a:gd name="connsiteX1350" fmla="*/ 7468629 w 27930708"/>
              <a:gd name="connsiteY1350" fmla="*/ 5128904 h 7790740"/>
              <a:gd name="connsiteX1351" fmla="*/ 8769032 w 27930708"/>
              <a:gd name="connsiteY1351" fmla="*/ 5474656 h 7790740"/>
              <a:gd name="connsiteX1352" fmla="*/ 9338430 w 27930708"/>
              <a:gd name="connsiteY1352" fmla="*/ 5606012 h 7790740"/>
              <a:gd name="connsiteX1353" fmla="*/ 9450195 w 27930708"/>
              <a:gd name="connsiteY1353" fmla="*/ 5596953 h 7790740"/>
              <a:gd name="connsiteX1354" fmla="*/ 9063548 w 27930708"/>
              <a:gd name="connsiteY1354" fmla="*/ 5474656 h 7790740"/>
              <a:gd name="connsiteX1355" fmla="*/ 9114900 w 27930708"/>
              <a:gd name="connsiteY1355" fmla="*/ 5485225 h 7790740"/>
              <a:gd name="connsiteX1356" fmla="*/ 9216092 w 27930708"/>
              <a:gd name="connsiteY1356" fmla="*/ 5474656 h 7790740"/>
              <a:gd name="connsiteX1357" fmla="*/ 8586280 w 27930708"/>
              <a:gd name="connsiteY1357" fmla="*/ 5301025 h 7790740"/>
              <a:gd name="connsiteX1358" fmla="*/ 8270620 w 27930708"/>
              <a:gd name="connsiteY1358" fmla="*/ 5199866 h 7790740"/>
              <a:gd name="connsiteX1359" fmla="*/ 8749396 w 27930708"/>
              <a:gd name="connsiteY1359" fmla="*/ 5301025 h 7790740"/>
              <a:gd name="connsiteX1360" fmla="*/ 8951782 w 27930708"/>
              <a:gd name="connsiteY1360" fmla="*/ 5341791 h 7790740"/>
              <a:gd name="connsiteX1361" fmla="*/ 9003134 w 27930708"/>
              <a:gd name="connsiteY1361" fmla="*/ 5352360 h 7790740"/>
              <a:gd name="connsiteX1362" fmla="*/ 9043914 w 27930708"/>
              <a:gd name="connsiteY1362" fmla="*/ 5352360 h 7790740"/>
              <a:gd name="connsiteX1363" fmla="*/ 9123961 w 27930708"/>
              <a:gd name="connsiteY1363" fmla="*/ 5341791 h 7790740"/>
              <a:gd name="connsiteX1364" fmla="*/ 8850590 w 27930708"/>
              <a:gd name="connsiteY1364" fmla="*/ 5291966 h 7790740"/>
              <a:gd name="connsiteX1365" fmla="*/ 8829444 w 27930708"/>
              <a:gd name="connsiteY1365" fmla="*/ 5281397 h 7790740"/>
              <a:gd name="connsiteX1366" fmla="*/ 8911004 w 27930708"/>
              <a:gd name="connsiteY1366" fmla="*/ 5301025 h 7790740"/>
              <a:gd name="connsiteX1367" fmla="*/ 9012196 w 27930708"/>
              <a:gd name="connsiteY1367" fmla="*/ 5291966 h 7790740"/>
              <a:gd name="connsiteX1368" fmla="*/ 9114900 w 27930708"/>
              <a:gd name="connsiteY1368" fmla="*/ 5301025 h 7790740"/>
              <a:gd name="connsiteX1369" fmla="*/ 9205520 w 27930708"/>
              <a:gd name="connsiteY1369" fmla="*/ 5291966 h 7790740"/>
              <a:gd name="connsiteX1370" fmla="*/ 8972928 w 27930708"/>
              <a:gd name="connsiteY1370" fmla="*/ 5210435 h 7790740"/>
              <a:gd name="connsiteX1371" fmla="*/ 8972928 w 27930708"/>
              <a:gd name="connsiteY1371" fmla="*/ 5199866 h 7790740"/>
              <a:gd name="connsiteX1372" fmla="*/ 8850590 w 27930708"/>
              <a:gd name="connsiteY1372" fmla="*/ 5159101 h 7790740"/>
              <a:gd name="connsiteX1373" fmla="*/ 9003134 w 27930708"/>
              <a:gd name="connsiteY1373" fmla="*/ 5180239 h 7790740"/>
              <a:gd name="connsiteX1374" fmla="*/ 9084692 w 27930708"/>
              <a:gd name="connsiteY1374" fmla="*/ 5169670 h 7790740"/>
              <a:gd name="connsiteX1375" fmla="*/ 8463942 w 27930708"/>
              <a:gd name="connsiteY1375" fmla="*/ 5006608 h 7790740"/>
              <a:gd name="connsiteX1376" fmla="*/ 8463942 w 27930708"/>
              <a:gd name="connsiteY1376" fmla="*/ 4997549 h 7790740"/>
              <a:gd name="connsiteX1377" fmla="*/ 8444308 w 27930708"/>
              <a:gd name="connsiteY1377" fmla="*/ 4986980 h 7790740"/>
              <a:gd name="connsiteX1378" fmla="*/ 8749396 w 27930708"/>
              <a:gd name="connsiteY1378" fmla="*/ 5047373 h 7790740"/>
              <a:gd name="connsiteX1379" fmla="*/ 8840017 w 27930708"/>
              <a:gd name="connsiteY1379" fmla="*/ 5038314 h 7790740"/>
              <a:gd name="connsiteX1380" fmla="*/ 8758458 w 27930708"/>
              <a:gd name="connsiteY1380" fmla="*/ 5006608 h 7790740"/>
              <a:gd name="connsiteX1381" fmla="*/ 9003134 w 27930708"/>
              <a:gd name="connsiteY1381" fmla="*/ 5047373 h 7790740"/>
              <a:gd name="connsiteX1382" fmla="*/ 9093754 w 27930708"/>
              <a:gd name="connsiteY1382" fmla="*/ 5038314 h 7790740"/>
              <a:gd name="connsiteX1383" fmla="*/ 9052976 w 27930708"/>
              <a:gd name="connsiteY1383" fmla="*/ 5027745 h 7790740"/>
              <a:gd name="connsiteX1384" fmla="*/ 9145106 w 27930708"/>
              <a:gd name="connsiteY1384" fmla="*/ 5006608 h 7790740"/>
              <a:gd name="connsiteX1385" fmla="*/ 8596852 w 27930708"/>
              <a:gd name="connsiteY1385" fmla="*/ 4875252 h 7790740"/>
              <a:gd name="connsiteX1386" fmla="*/ 8683508 w 27930708"/>
              <a:gd name="connsiteY1386" fmla="*/ 4861876 h 7790740"/>
              <a:gd name="connsiteX1387" fmla="*/ 8678424 w 27930708"/>
              <a:gd name="connsiteY1387" fmla="*/ 4855905 h 7790740"/>
              <a:gd name="connsiteX1388" fmla="*/ 8811132 w 27930708"/>
              <a:gd name="connsiteY1388" fmla="*/ 4883934 h 7790740"/>
              <a:gd name="connsiteX1389" fmla="*/ 9003134 w 27930708"/>
              <a:gd name="connsiteY1389" fmla="*/ 4916018 h 7790740"/>
              <a:gd name="connsiteX1390" fmla="*/ 9074120 w 27930708"/>
              <a:gd name="connsiteY1390" fmla="*/ 4905449 h 7790740"/>
              <a:gd name="connsiteX1391" fmla="*/ 8047088 w 27930708"/>
              <a:gd name="connsiteY1391" fmla="*/ 4722759 h 7790740"/>
              <a:gd name="connsiteX1392" fmla="*/ 8373322 w 27930708"/>
              <a:gd name="connsiteY1392" fmla="*/ 4813349 h 7790740"/>
              <a:gd name="connsiteX1393" fmla="*/ 8302336 w 27930708"/>
              <a:gd name="connsiteY1393" fmla="*/ 4823918 h 7790740"/>
              <a:gd name="connsiteX1394" fmla="*/ 8414102 w 27930708"/>
              <a:gd name="connsiteY1394" fmla="*/ 4854115 h 7790740"/>
              <a:gd name="connsiteX1395" fmla="*/ 8352178 w 27930708"/>
              <a:gd name="connsiteY1395" fmla="*/ 4845056 h 7790740"/>
              <a:gd name="connsiteX1396" fmla="*/ 7986676 w 27930708"/>
              <a:gd name="connsiteY1396" fmla="*/ 4752956 h 7790740"/>
              <a:gd name="connsiteX1397" fmla="*/ 7692159 w 27930708"/>
              <a:gd name="connsiteY1397" fmla="*/ 4651797 h 7790740"/>
              <a:gd name="connsiteX1398" fmla="*/ 7285878 w 27930708"/>
              <a:gd name="connsiteY1398" fmla="*/ 4570266 h 7790740"/>
              <a:gd name="connsiteX1399" fmla="*/ 7427850 w 27930708"/>
              <a:gd name="connsiteY1399" fmla="*/ 4611031 h 7790740"/>
              <a:gd name="connsiteX1400" fmla="*/ 7397643 w 27930708"/>
              <a:gd name="connsiteY1400" fmla="*/ 4621600 h 7790740"/>
              <a:gd name="connsiteX1401" fmla="*/ 7468629 w 27930708"/>
              <a:gd name="connsiteY1401" fmla="*/ 4641228 h 7790740"/>
              <a:gd name="connsiteX1402" fmla="*/ 6869024 w 27930708"/>
              <a:gd name="connsiteY1402" fmla="*/ 4499304 h 7790740"/>
              <a:gd name="connsiteX1403" fmla="*/ 6776893 w 27930708"/>
              <a:gd name="connsiteY1403" fmla="*/ 4499304 h 7790740"/>
              <a:gd name="connsiteX1404" fmla="*/ 7722366 w 27930708"/>
              <a:gd name="connsiteY1404" fmla="*/ 4783152 h 7790740"/>
              <a:gd name="connsiteX1405" fmla="*/ 7681587 w 27930708"/>
              <a:gd name="connsiteY1405" fmla="*/ 4804290 h 7790740"/>
              <a:gd name="connsiteX1406" fmla="*/ 7855276 w 27930708"/>
              <a:gd name="connsiteY1406" fmla="*/ 4864683 h 7790740"/>
              <a:gd name="connsiteX1407" fmla="*/ 7782779 w 27930708"/>
              <a:gd name="connsiteY1407" fmla="*/ 4845056 h 7790740"/>
              <a:gd name="connsiteX1408" fmla="*/ 7722366 w 27930708"/>
              <a:gd name="connsiteY1408" fmla="*/ 4845056 h 7790740"/>
              <a:gd name="connsiteX1409" fmla="*/ 7610601 w 27930708"/>
              <a:gd name="connsiteY1409" fmla="*/ 4804290 h 7790740"/>
              <a:gd name="connsiteX1410" fmla="*/ 7498835 w 27930708"/>
              <a:gd name="connsiteY1410" fmla="*/ 4813349 h 7790740"/>
              <a:gd name="connsiteX1411" fmla="*/ 7681587 w 27930708"/>
              <a:gd name="connsiteY1411" fmla="*/ 4875252 h 7790740"/>
              <a:gd name="connsiteX1412" fmla="*/ 7621173 w 27930708"/>
              <a:gd name="connsiteY1412" fmla="*/ 4875252 h 7790740"/>
              <a:gd name="connsiteX1413" fmla="*/ 7356864 w 27930708"/>
              <a:gd name="connsiteY1413" fmla="*/ 4793721 h 7790740"/>
              <a:gd name="connsiteX1414" fmla="*/ 7264733 w 27930708"/>
              <a:gd name="connsiteY1414" fmla="*/ 4783152 h 7790740"/>
              <a:gd name="connsiteX1415" fmla="*/ 6991362 w 27930708"/>
              <a:gd name="connsiteY1415" fmla="*/ 4703131 h 7790740"/>
              <a:gd name="connsiteX1416" fmla="*/ 6888659 w 27930708"/>
              <a:gd name="connsiteY1416" fmla="*/ 4712190 h 7790740"/>
              <a:gd name="connsiteX1417" fmla="*/ 7032141 w 27930708"/>
              <a:gd name="connsiteY1417" fmla="*/ 4763525 h 7790740"/>
              <a:gd name="connsiteX1418" fmla="*/ 7010996 w 27930708"/>
              <a:gd name="connsiteY1418" fmla="*/ 4772584 h 7790740"/>
              <a:gd name="connsiteX1419" fmla="*/ 7692159 w 27930708"/>
              <a:gd name="connsiteY1419" fmla="*/ 4986980 h 7790740"/>
              <a:gd name="connsiteX1420" fmla="*/ 7651380 w 27930708"/>
              <a:gd name="connsiteY1420" fmla="*/ 4997549 h 7790740"/>
              <a:gd name="connsiteX1421" fmla="*/ 7509408 w 27930708"/>
              <a:gd name="connsiteY1421" fmla="*/ 4956783 h 7790740"/>
              <a:gd name="connsiteX1422" fmla="*/ 7408216 w 27930708"/>
              <a:gd name="connsiteY1422" fmla="*/ 4956783 h 7790740"/>
              <a:gd name="connsiteX1423" fmla="*/ 7488264 w 27930708"/>
              <a:gd name="connsiteY1423" fmla="*/ 4997549 h 7790740"/>
              <a:gd name="connsiteX1424" fmla="*/ 7041203 w 27930708"/>
              <a:gd name="connsiteY1424" fmla="*/ 4885821 h 7790740"/>
              <a:gd name="connsiteX1425" fmla="*/ 6950583 w 27930708"/>
              <a:gd name="connsiteY1425" fmla="*/ 4885821 h 7790740"/>
              <a:gd name="connsiteX1426" fmla="*/ 6961155 w 27930708"/>
              <a:gd name="connsiteY1426" fmla="*/ 4894880 h 7790740"/>
              <a:gd name="connsiteX1427" fmla="*/ 6828245 w 27930708"/>
              <a:gd name="connsiteY1427" fmla="*/ 4864683 h 7790740"/>
              <a:gd name="connsiteX1428" fmla="*/ 6615287 w 27930708"/>
              <a:gd name="connsiteY1428" fmla="*/ 4793721 h 7790740"/>
              <a:gd name="connsiteX1429" fmla="*/ 6625860 w 27930708"/>
              <a:gd name="connsiteY1429" fmla="*/ 4783152 h 7790740"/>
              <a:gd name="connsiteX1430" fmla="*/ 6503522 w 27930708"/>
              <a:gd name="connsiteY1430" fmla="*/ 4752956 h 7790740"/>
              <a:gd name="connsiteX1431" fmla="*/ 6432536 w 27930708"/>
              <a:gd name="connsiteY1431" fmla="*/ 4722759 h 7790740"/>
              <a:gd name="connsiteX1432" fmla="*/ 6615287 w 27930708"/>
              <a:gd name="connsiteY1432" fmla="*/ 4742387 h 7790740"/>
              <a:gd name="connsiteX1433" fmla="*/ 6696846 w 27930708"/>
              <a:gd name="connsiteY1433" fmla="*/ 4733328 h 7790740"/>
              <a:gd name="connsiteX1434" fmla="*/ 6219578 w 27930708"/>
              <a:gd name="connsiteY1434" fmla="*/ 4550638 h 7790740"/>
              <a:gd name="connsiteX1435" fmla="*/ 6209005 w 27930708"/>
              <a:gd name="connsiteY1435" fmla="*/ 4550638 h 7790740"/>
              <a:gd name="connsiteX1436" fmla="*/ 6209005 w 27930708"/>
              <a:gd name="connsiteY1436" fmla="*/ 4540069 h 7790740"/>
              <a:gd name="connsiteX1437" fmla="*/ 6299626 w 27930708"/>
              <a:gd name="connsiteY1437" fmla="*/ 4570266 h 7790740"/>
              <a:gd name="connsiteX1438" fmla="*/ 6411391 w 27930708"/>
              <a:gd name="connsiteY1438" fmla="*/ 4570266 h 7790740"/>
              <a:gd name="connsiteX1439" fmla="*/ 6067034 w 27930708"/>
              <a:gd name="connsiteY1439" fmla="*/ 4438910 h 7790740"/>
              <a:gd name="connsiteX1440" fmla="*/ 6157654 w 27930708"/>
              <a:gd name="connsiteY1440" fmla="*/ 4428342 h 7790740"/>
              <a:gd name="connsiteX1441" fmla="*/ 6005110 w 27930708"/>
              <a:gd name="connsiteY1441" fmla="*/ 4377007 h 7790740"/>
              <a:gd name="connsiteX1442" fmla="*/ 6107813 w 27930708"/>
              <a:gd name="connsiteY1442" fmla="*/ 4407204 h 7790740"/>
              <a:gd name="connsiteX1443" fmla="*/ 6219578 w 27930708"/>
              <a:gd name="connsiteY1443" fmla="*/ 4438910 h 7790740"/>
              <a:gd name="connsiteX1444" fmla="*/ 6329833 w 27930708"/>
              <a:gd name="connsiteY1444" fmla="*/ 4438910 h 7790740"/>
              <a:gd name="connsiteX1445" fmla="*/ 6219578 w 27930708"/>
              <a:gd name="connsiteY1445" fmla="*/ 4407204 h 7790740"/>
              <a:gd name="connsiteX1446" fmla="*/ 6138020 w 27930708"/>
              <a:gd name="connsiteY1446" fmla="*/ 4377007 h 7790740"/>
              <a:gd name="connsiteX1447" fmla="*/ 6574508 w 27930708"/>
              <a:gd name="connsiteY1447" fmla="*/ 4499304 h 7790740"/>
              <a:gd name="connsiteX1448" fmla="*/ 6666639 w 27930708"/>
              <a:gd name="connsiteY1448" fmla="*/ 4488735 h 7790740"/>
              <a:gd name="connsiteX1449" fmla="*/ 6116875 w 27930708"/>
              <a:gd name="connsiteY1449" fmla="*/ 4295476 h 7790740"/>
              <a:gd name="connsiteX1450" fmla="*/ 5243898 w 27930708"/>
              <a:gd name="connsiteY1450" fmla="*/ 4062962 h 7790740"/>
              <a:gd name="connsiteX1451" fmla="*/ 4358840 w 27930708"/>
              <a:gd name="connsiteY1451" fmla="*/ 3809310 h 7790740"/>
              <a:gd name="connsiteX1452" fmla="*/ 3922352 w 27930708"/>
              <a:gd name="connsiteY1452" fmla="*/ 3676444 h 7790740"/>
              <a:gd name="connsiteX1453" fmla="*/ 3485863 w 27930708"/>
              <a:gd name="connsiteY1453" fmla="*/ 3534520 h 7790740"/>
              <a:gd name="connsiteX1454" fmla="*/ 2733714 w 27930708"/>
              <a:gd name="connsiteY1454" fmla="*/ 3300496 h 7790740"/>
              <a:gd name="connsiteX1455" fmla="*/ 2002710 w 27930708"/>
              <a:gd name="connsiteY1455" fmla="*/ 3016647 h 7790740"/>
              <a:gd name="connsiteX1456" fmla="*/ 2022344 w 27930708"/>
              <a:gd name="connsiteY1456" fmla="*/ 3006079 h 7790740"/>
              <a:gd name="connsiteX1457" fmla="*/ 1768608 w 27930708"/>
              <a:gd name="connsiteY1457" fmla="*/ 2924548 h 7790740"/>
              <a:gd name="connsiteX1458" fmla="*/ 1779180 w 27930708"/>
              <a:gd name="connsiteY1458" fmla="*/ 2904920 h 7790740"/>
              <a:gd name="connsiteX1459" fmla="*/ 1484663 w 27930708"/>
              <a:gd name="connsiteY1459" fmla="*/ 2782623 h 7790740"/>
              <a:gd name="connsiteX1460" fmla="*/ 1523932 w 27930708"/>
              <a:gd name="connsiteY1460" fmla="*/ 2782623 h 7790740"/>
              <a:gd name="connsiteX1461" fmla="*/ 1555649 w 27930708"/>
              <a:gd name="connsiteY1461" fmla="*/ 2782623 h 7790740"/>
              <a:gd name="connsiteX1462" fmla="*/ 1616063 w 27930708"/>
              <a:gd name="connsiteY1462" fmla="*/ 2772054 h 7790740"/>
              <a:gd name="connsiteX1463" fmla="*/ 1545077 w 27930708"/>
              <a:gd name="connsiteY1463" fmla="*/ 2731289 h 7790740"/>
              <a:gd name="connsiteX1464" fmla="*/ 1637207 w 27930708"/>
              <a:gd name="connsiteY1464" fmla="*/ 2762995 h 7790740"/>
              <a:gd name="connsiteX1465" fmla="*/ 1697621 w 27930708"/>
              <a:gd name="connsiteY1465" fmla="*/ 2752427 h 7790740"/>
              <a:gd name="connsiteX1466" fmla="*/ 1484663 w 27930708"/>
              <a:gd name="connsiteY1466" fmla="*/ 2660327 h 7790740"/>
              <a:gd name="connsiteX1467" fmla="*/ 1514870 w 27930708"/>
              <a:gd name="connsiteY1467" fmla="*/ 2640699 h 7790740"/>
              <a:gd name="connsiteX1468" fmla="*/ 1332119 w 27930708"/>
              <a:gd name="connsiteY1468" fmla="*/ 2569737 h 7790740"/>
              <a:gd name="connsiteX1469" fmla="*/ 1362326 w 27930708"/>
              <a:gd name="connsiteY1469" fmla="*/ 2548599 h 7790740"/>
              <a:gd name="connsiteX1470" fmla="*/ 1372898 w 27930708"/>
              <a:gd name="connsiteY1470" fmla="*/ 2559168 h 7790740"/>
              <a:gd name="connsiteX1471" fmla="*/ 1422739 w 27930708"/>
              <a:gd name="connsiteY1471" fmla="*/ 2539540 h 7790740"/>
              <a:gd name="connsiteX1472" fmla="*/ 1351754 w 27930708"/>
              <a:gd name="connsiteY1472" fmla="*/ 2498775 h 7790740"/>
              <a:gd name="connsiteX1473" fmla="*/ 1291340 w 27930708"/>
              <a:gd name="connsiteY1473" fmla="*/ 2498775 h 7790740"/>
              <a:gd name="connsiteX1474" fmla="*/ 1220354 w 27930708"/>
              <a:gd name="connsiteY1474" fmla="*/ 2477637 h 7790740"/>
              <a:gd name="connsiteX1475" fmla="*/ 1220354 w 27930708"/>
              <a:gd name="connsiteY1475" fmla="*/ 2468578 h 7790740"/>
              <a:gd name="connsiteX1476" fmla="*/ 1016458 w 27930708"/>
              <a:gd name="connsiteY1476" fmla="*/ 2365909 h 7790740"/>
              <a:gd name="connsiteX1477" fmla="*/ 1117651 w 27930708"/>
              <a:gd name="connsiteY1477" fmla="*/ 2387047 h 7790740"/>
              <a:gd name="connsiteX1478" fmla="*/ 1433312 w 27930708"/>
              <a:gd name="connsiteY1478" fmla="*/ 2507834 h 7790740"/>
              <a:gd name="connsiteX1479" fmla="*/ 1493725 w 27930708"/>
              <a:gd name="connsiteY1479" fmla="*/ 2488206 h 7790740"/>
              <a:gd name="connsiteX1480" fmla="*/ 1676476 w 27930708"/>
              <a:gd name="connsiteY1480" fmla="*/ 2559168 h 7790740"/>
              <a:gd name="connsiteX1481" fmla="*/ 1687049 w 27930708"/>
              <a:gd name="connsiteY1481" fmla="*/ 2559168 h 7790740"/>
              <a:gd name="connsiteX1482" fmla="*/ 1697621 w 27930708"/>
              <a:gd name="connsiteY1482" fmla="*/ 2569737 h 7790740"/>
              <a:gd name="connsiteX1483" fmla="*/ 1890945 w 27930708"/>
              <a:gd name="connsiteY1483" fmla="*/ 2630130 h 7790740"/>
              <a:gd name="connsiteX1484" fmla="*/ 1951358 w 27930708"/>
              <a:gd name="connsiteY1484" fmla="*/ 2619561 h 7790740"/>
              <a:gd name="connsiteX1485" fmla="*/ 1819959 w 27930708"/>
              <a:gd name="connsiteY1485" fmla="*/ 2559168 h 7790740"/>
              <a:gd name="connsiteX1486" fmla="*/ 1839593 w 27930708"/>
              <a:gd name="connsiteY1486" fmla="*/ 2539540 h 7790740"/>
              <a:gd name="connsiteX1487" fmla="*/ 1717256 w 27930708"/>
              <a:gd name="connsiteY1487" fmla="*/ 2468578 h 7790740"/>
              <a:gd name="connsiteX1488" fmla="*/ 1768608 w 27930708"/>
              <a:gd name="connsiteY1488" fmla="*/ 2447440 h 7790740"/>
              <a:gd name="connsiteX1489" fmla="*/ 1443884 w 27930708"/>
              <a:gd name="connsiteY1489" fmla="*/ 2316085 h 7790740"/>
              <a:gd name="connsiteX1490" fmla="*/ 1422739 w 27930708"/>
              <a:gd name="connsiteY1490" fmla="*/ 2316085 h 7790740"/>
              <a:gd name="connsiteX1491" fmla="*/ 934900 w 27930708"/>
              <a:gd name="connsiteY1491" fmla="*/ 2131885 h 7790740"/>
              <a:gd name="connsiteX1492" fmla="*/ 640383 w 27930708"/>
              <a:gd name="connsiteY1492" fmla="*/ 1980902 h 7790740"/>
              <a:gd name="connsiteX1493" fmla="*/ 650956 w 27930708"/>
              <a:gd name="connsiteY1493" fmla="*/ 1970333 h 7790740"/>
              <a:gd name="connsiteX1494" fmla="*/ 591062 w 27930708"/>
              <a:gd name="connsiteY1494" fmla="*/ 1944854 h 7790740"/>
              <a:gd name="connsiteX1495" fmla="*/ 554616 w 27930708"/>
              <a:gd name="connsiteY1495" fmla="*/ 1929351 h 7790740"/>
              <a:gd name="connsiteX1496" fmla="*/ 579403 w 27930708"/>
              <a:gd name="connsiteY1496" fmla="*/ 1928246 h 7790740"/>
              <a:gd name="connsiteX1497" fmla="*/ 610177 w 27930708"/>
              <a:gd name="connsiteY1497" fmla="*/ 1918999 h 7790740"/>
              <a:gd name="connsiteX1498" fmla="*/ 833707 w 27930708"/>
              <a:gd name="connsiteY1498" fmla="*/ 2011098 h 7790740"/>
              <a:gd name="connsiteX1499" fmla="*/ 782356 w 27930708"/>
              <a:gd name="connsiteY1499" fmla="*/ 2030726 h 7790740"/>
              <a:gd name="connsiteX1500" fmla="*/ 965106 w 27930708"/>
              <a:gd name="connsiteY1500" fmla="*/ 2101688 h 7790740"/>
              <a:gd name="connsiteX1501" fmla="*/ 1016458 w 27930708"/>
              <a:gd name="connsiteY1501" fmla="*/ 2101688 h 7790740"/>
              <a:gd name="connsiteX1502" fmla="*/ 1027031 w 27930708"/>
              <a:gd name="connsiteY1502" fmla="*/ 2101688 h 7790740"/>
              <a:gd name="connsiteX1503" fmla="*/ 1067810 w 27930708"/>
              <a:gd name="connsiteY1503" fmla="*/ 2101688 h 7790740"/>
              <a:gd name="connsiteX1504" fmla="*/ 1076872 w 27930708"/>
              <a:gd name="connsiteY1504" fmla="*/ 2101688 h 7790740"/>
              <a:gd name="connsiteX1505" fmla="*/ 1301912 w 27930708"/>
              <a:gd name="connsiteY1505" fmla="*/ 2172650 h 7790740"/>
              <a:gd name="connsiteX1506" fmla="*/ 1321547 w 27930708"/>
              <a:gd name="connsiteY1506" fmla="*/ 2172650 h 7790740"/>
              <a:gd name="connsiteX1507" fmla="*/ 1422739 w 27930708"/>
              <a:gd name="connsiteY1507" fmla="*/ 2223985 h 7790740"/>
              <a:gd name="connsiteX1508" fmla="*/ 1484663 w 27930708"/>
              <a:gd name="connsiteY1508" fmla="*/ 2213416 h 7790740"/>
              <a:gd name="connsiteX1509" fmla="*/ 1321547 w 27930708"/>
              <a:gd name="connsiteY1509" fmla="*/ 2131885 h 7790740"/>
              <a:gd name="connsiteX1510" fmla="*/ 1433312 w 27930708"/>
              <a:gd name="connsiteY1510" fmla="*/ 2172650 h 7790740"/>
              <a:gd name="connsiteX1511" fmla="*/ 1484663 w 27930708"/>
              <a:gd name="connsiteY1511" fmla="*/ 2153023 h 7790740"/>
              <a:gd name="connsiteX1512" fmla="*/ 1270195 w 27930708"/>
              <a:gd name="connsiteY1512" fmla="*/ 2071492 h 7790740"/>
              <a:gd name="connsiteX1513" fmla="*/ 1362326 w 27930708"/>
              <a:gd name="connsiteY1513" fmla="*/ 2082061 h 7790740"/>
              <a:gd name="connsiteX1514" fmla="*/ 1463519 w 27930708"/>
              <a:gd name="connsiteY1514" fmla="*/ 2131885 h 7790740"/>
              <a:gd name="connsiteX1515" fmla="*/ 1575284 w 27930708"/>
              <a:gd name="connsiteY1515" fmla="*/ 2183219 h 7790740"/>
              <a:gd name="connsiteX1516" fmla="*/ 1697621 w 27930708"/>
              <a:gd name="connsiteY1516" fmla="*/ 2243613 h 7790740"/>
              <a:gd name="connsiteX1517" fmla="*/ 1758035 w 27930708"/>
              <a:gd name="connsiteY1517" fmla="*/ 2223985 h 7790740"/>
              <a:gd name="connsiteX1518" fmla="*/ 1463519 w 27930708"/>
              <a:gd name="connsiteY1518" fmla="*/ 2082061 h 7790740"/>
              <a:gd name="connsiteX1519" fmla="*/ 1433312 w 27930708"/>
              <a:gd name="connsiteY1519" fmla="*/ 2071492 h 7790740"/>
              <a:gd name="connsiteX1520" fmla="*/ 1443884 w 27930708"/>
              <a:gd name="connsiteY1520" fmla="*/ 2060923 h 7790740"/>
              <a:gd name="connsiteX1521" fmla="*/ 1261133 w 27930708"/>
              <a:gd name="connsiteY1521" fmla="*/ 1970333 h 7790740"/>
              <a:gd name="connsiteX1522" fmla="*/ 1250561 w 27930708"/>
              <a:gd name="connsiteY1522" fmla="*/ 1959764 h 7790740"/>
              <a:gd name="connsiteX1523" fmla="*/ 1229416 w 27930708"/>
              <a:gd name="connsiteY1523" fmla="*/ 1949195 h 7790740"/>
              <a:gd name="connsiteX1524" fmla="*/ 1229416 w 27930708"/>
              <a:gd name="connsiteY1524" fmla="*/ 1940136 h 7790740"/>
              <a:gd name="connsiteX1525" fmla="*/ 1220354 w 27930708"/>
              <a:gd name="connsiteY1525" fmla="*/ 1940136 h 7790740"/>
              <a:gd name="connsiteX1526" fmla="*/ 1270195 w 27930708"/>
              <a:gd name="connsiteY1526" fmla="*/ 1929567 h 7790740"/>
              <a:gd name="connsiteX1527" fmla="*/ 1076872 w 27930708"/>
              <a:gd name="connsiteY1527" fmla="*/ 1848036 h 7790740"/>
              <a:gd name="connsiteX1528" fmla="*/ 1027031 w 27930708"/>
              <a:gd name="connsiteY1528" fmla="*/ 1848036 h 7790740"/>
              <a:gd name="connsiteX1529" fmla="*/ 620749 w 27930708"/>
              <a:gd name="connsiteY1529" fmla="*/ 1725740 h 7790740"/>
              <a:gd name="connsiteX1530" fmla="*/ 579970 w 27930708"/>
              <a:gd name="connsiteY1530" fmla="*/ 1746878 h 7790740"/>
              <a:gd name="connsiteX1531" fmla="*/ 681163 w 27930708"/>
              <a:gd name="connsiteY1531" fmla="*/ 1787643 h 7790740"/>
              <a:gd name="connsiteX1532" fmla="*/ 681163 w 27930708"/>
              <a:gd name="connsiteY1532" fmla="*/ 1796702 h 7790740"/>
              <a:gd name="connsiteX1533" fmla="*/ 773293 w 27930708"/>
              <a:gd name="connsiteY1533" fmla="*/ 1828409 h 7790740"/>
              <a:gd name="connsiteX1534" fmla="*/ 844279 w 27930708"/>
              <a:gd name="connsiteY1534" fmla="*/ 1858605 h 7790740"/>
              <a:gd name="connsiteX1535" fmla="*/ 823135 w 27930708"/>
              <a:gd name="connsiteY1535" fmla="*/ 1869174 h 7790740"/>
              <a:gd name="connsiteX1536" fmla="*/ 752149 w 27930708"/>
              <a:gd name="connsiteY1536" fmla="*/ 1869174 h 7790740"/>
              <a:gd name="connsiteX1537" fmla="*/ 743087 w 27930708"/>
              <a:gd name="connsiteY1537" fmla="*/ 1869174 h 7790740"/>
              <a:gd name="connsiteX1538" fmla="*/ 193323 w 27930708"/>
              <a:gd name="connsiteY1538" fmla="*/ 1604953 h 7790740"/>
              <a:gd name="connsiteX1539" fmla="*/ 102702 w 27930708"/>
              <a:gd name="connsiteY1539" fmla="*/ 1583815 h 7790740"/>
              <a:gd name="connsiteX1540" fmla="*/ 81558 w 27930708"/>
              <a:gd name="connsiteY1540" fmla="*/ 1574757 h 7790740"/>
              <a:gd name="connsiteX1541" fmla="*/ 173689 w 27930708"/>
              <a:gd name="connsiteY1541" fmla="*/ 1594384 h 7790740"/>
              <a:gd name="connsiteX1542" fmla="*/ 92130 w 27930708"/>
              <a:gd name="connsiteY1542" fmla="*/ 1553619 h 7790740"/>
              <a:gd name="connsiteX1543" fmla="*/ 70985 w 27930708"/>
              <a:gd name="connsiteY1543" fmla="*/ 1564188 h 7790740"/>
              <a:gd name="connsiteX1544" fmla="*/ 0 w 27930708"/>
              <a:gd name="connsiteY1544" fmla="*/ 1523422 h 7790740"/>
              <a:gd name="connsiteX1545" fmla="*/ 21144 w 27930708"/>
              <a:gd name="connsiteY1545" fmla="*/ 1493226 h 7790740"/>
              <a:gd name="connsiteX1546" fmla="*/ 81558 w 27930708"/>
              <a:gd name="connsiteY1546" fmla="*/ 1493226 h 7790740"/>
              <a:gd name="connsiteX1547" fmla="*/ 296026 w 27930708"/>
              <a:gd name="connsiteY1547" fmla="*/ 1574757 h 7790740"/>
              <a:gd name="connsiteX1548" fmla="*/ 356440 w 27930708"/>
              <a:gd name="connsiteY1548" fmla="*/ 1564188 h 7790740"/>
              <a:gd name="connsiteX1549" fmla="*/ 81558 w 27930708"/>
              <a:gd name="connsiteY1549" fmla="*/ 1452460 h 7790740"/>
              <a:gd name="connsiteX1550" fmla="*/ 193323 w 27930708"/>
              <a:gd name="connsiteY1550" fmla="*/ 1482657 h 7790740"/>
              <a:gd name="connsiteX1551" fmla="*/ 244675 w 27930708"/>
              <a:gd name="connsiteY1551" fmla="*/ 1482657 h 7790740"/>
              <a:gd name="connsiteX1552" fmla="*/ 478777 w 27930708"/>
              <a:gd name="connsiteY1552" fmla="*/ 1553619 h 7790740"/>
              <a:gd name="connsiteX1553" fmla="*/ 518046 w 27930708"/>
              <a:gd name="connsiteY1553" fmla="*/ 1553619 h 7790740"/>
              <a:gd name="connsiteX1554" fmla="*/ 579970 w 27930708"/>
              <a:gd name="connsiteY1554" fmla="*/ 1583815 h 7790740"/>
              <a:gd name="connsiteX1555" fmla="*/ 569398 w 27930708"/>
              <a:gd name="connsiteY1555" fmla="*/ 1594384 h 7790740"/>
              <a:gd name="connsiteX1556" fmla="*/ 803500 w 27930708"/>
              <a:gd name="connsiteY1556" fmla="*/ 1706112 h 7790740"/>
              <a:gd name="connsiteX1557" fmla="*/ 1452946 w 27930708"/>
              <a:gd name="connsiteY1557" fmla="*/ 1940136 h 7790740"/>
              <a:gd name="connsiteX1558" fmla="*/ 1738400 w 27930708"/>
              <a:gd name="connsiteY1558" fmla="*/ 2041295 h 7790740"/>
              <a:gd name="connsiteX1559" fmla="*/ 1798814 w 27930708"/>
              <a:gd name="connsiteY1559" fmla="*/ 2021667 h 7790740"/>
              <a:gd name="connsiteX1560" fmla="*/ 1711403 w 27930708"/>
              <a:gd name="connsiteY1560" fmla="*/ 1967691 h 7790740"/>
              <a:gd name="connsiteX1561" fmla="*/ 1641073 w 27930708"/>
              <a:gd name="connsiteY1561" fmla="*/ 1939568 h 7790740"/>
              <a:gd name="connsiteX1562" fmla="*/ 1682140 w 27930708"/>
              <a:gd name="connsiteY1562" fmla="*/ 1933531 h 7790740"/>
              <a:gd name="connsiteX1563" fmla="*/ 1697621 w 27930708"/>
              <a:gd name="connsiteY1563" fmla="*/ 1918999 h 7790740"/>
              <a:gd name="connsiteX1564" fmla="*/ 1392532 w 27930708"/>
              <a:gd name="connsiteY1564" fmla="*/ 1796702 h 7790740"/>
              <a:gd name="connsiteX1565" fmla="*/ 1239988 w 27930708"/>
              <a:gd name="connsiteY1565" fmla="*/ 1716681 h 7790740"/>
              <a:gd name="connsiteX1566" fmla="*/ 1484663 w 27930708"/>
              <a:gd name="connsiteY1566" fmla="*/ 1787643 h 7790740"/>
              <a:gd name="connsiteX1567" fmla="*/ 1585856 w 27930708"/>
              <a:gd name="connsiteY1567" fmla="*/ 1817840 h 7790740"/>
              <a:gd name="connsiteX1568" fmla="*/ 1605490 w 27930708"/>
              <a:gd name="connsiteY1568" fmla="*/ 1817840 h 7790740"/>
              <a:gd name="connsiteX1569" fmla="*/ 1626635 w 27930708"/>
              <a:gd name="connsiteY1569" fmla="*/ 1817840 h 7790740"/>
              <a:gd name="connsiteX1570" fmla="*/ 1676476 w 27930708"/>
              <a:gd name="connsiteY1570" fmla="*/ 1807271 h 7790740"/>
              <a:gd name="connsiteX1571" fmla="*/ 1611343 w 27930708"/>
              <a:gd name="connsiteY1571" fmla="*/ 1786888 h 7790740"/>
              <a:gd name="connsiteX1572" fmla="*/ 1577940 w 27930708"/>
              <a:gd name="connsiteY1572" fmla="*/ 1776614 h 7790740"/>
              <a:gd name="connsiteX1573" fmla="*/ 1612287 w 27930708"/>
              <a:gd name="connsiteY1573" fmla="*/ 1770657 h 7790740"/>
              <a:gd name="connsiteX1574" fmla="*/ 1626635 w 27930708"/>
              <a:gd name="connsiteY1574" fmla="*/ 1757446 h 7790740"/>
              <a:gd name="connsiteX1575" fmla="*/ 1687049 w 27930708"/>
              <a:gd name="connsiteY1575" fmla="*/ 1766505 h 7790740"/>
              <a:gd name="connsiteX1576" fmla="*/ 1738400 w 27930708"/>
              <a:gd name="connsiteY1576" fmla="*/ 1746878 h 7790740"/>
              <a:gd name="connsiteX1577" fmla="*/ 1626635 w 27930708"/>
              <a:gd name="connsiteY1577" fmla="*/ 1684974 h 7790740"/>
              <a:gd name="connsiteX1578" fmla="*/ 1626635 w 27930708"/>
              <a:gd name="connsiteY1578" fmla="*/ 1675915 h 7790740"/>
              <a:gd name="connsiteX1579" fmla="*/ 1575284 w 27930708"/>
              <a:gd name="connsiteY1579" fmla="*/ 1645719 h 7790740"/>
              <a:gd name="connsiteX1580" fmla="*/ 1646270 w 27930708"/>
              <a:gd name="connsiteY1580" fmla="*/ 1654778 h 7790740"/>
              <a:gd name="connsiteX1581" fmla="*/ 1697621 w 27930708"/>
              <a:gd name="connsiteY1581" fmla="*/ 1645719 h 7790740"/>
              <a:gd name="connsiteX1582" fmla="*/ 1392532 w 27930708"/>
              <a:gd name="connsiteY1582" fmla="*/ 1523422 h 7790740"/>
              <a:gd name="connsiteX1583" fmla="*/ 1400280 w 27930708"/>
              <a:gd name="connsiteY1583" fmla="*/ 1514387 h 7790740"/>
              <a:gd name="connsiteX1584" fmla="*/ 1545077 w 27930708"/>
              <a:gd name="connsiteY1584" fmla="*/ 1543050 h 7790740"/>
              <a:gd name="connsiteX1585" fmla="*/ 1596429 w 27930708"/>
              <a:gd name="connsiteY1585" fmla="*/ 1533991 h 7790740"/>
              <a:gd name="connsiteX1586" fmla="*/ 1555649 w 27930708"/>
              <a:gd name="connsiteY1586" fmla="*/ 1512853 h 7790740"/>
              <a:gd name="connsiteX1587" fmla="*/ 1687049 w 27930708"/>
              <a:gd name="connsiteY1587" fmla="*/ 1533991 h 7790740"/>
              <a:gd name="connsiteX1588" fmla="*/ 1738400 w 27930708"/>
              <a:gd name="connsiteY1588" fmla="*/ 1512853 h 7790740"/>
              <a:gd name="connsiteX1589" fmla="*/ 1717256 w 27930708"/>
              <a:gd name="connsiteY1589" fmla="*/ 1502284 h 7790740"/>
              <a:gd name="connsiteX1590" fmla="*/ 1768608 w 27930708"/>
              <a:gd name="connsiteY1590" fmla="*/ 1493226 h 7790740"/>
              <a:gd name="connsiteX1591" fmla="*/ 1504298 w 27930708"/>
              <a:gd name="connsiteY1591" fmla="*/ 1390557 h 7790740"/>
              <a:gd name="connsiteX1592" fmla="*/ 1545077 w 27930708"/>
              <a:gd name="connsiteY1592" fmla="*/ 1370929 h 7790740"/>
              <a:gd name="connsiteX1593" fmla="*/ 1523932 w 27930708"/>
              <a:gd name="connsiteY1593" fmla="*/ 1360360 h 7790740"/>
              <a:gd name="connsiteX1594" fmla="*/ 1717256 w 27930708"/>
              <a:gd name="connsiteY1594" fmla="*/ 1401126 h 7790740"/>
              <a:gd name="connsiteX1595" fmla="*/ 1768608 w 27930708"/>
              <a:gd name="connsiteY1595" fmla="*/ 1390557 h 7790740"/>
              <a:gd name="connsiteX1596" fmla="*/ 1280767 w 27930708"/>
              <a:gd name="connsiteY1596" fmla="*/ 1207867 h 7790740"/>
              <a:gd name="connsiteX1597" fmla="*/ 1646270 w 27930708"/>
              <a:gd name="connsiteY1597" fmla="*/ 1340732 h 7790740"/>
              <a:gd name="connsiteX1598" fmla="*/ 1687049 w 27930708"/>
              <a:gd name="connsiteY1598" fmla="*/ 1330164 h 7790740"/>
              <a:gd name="connsiteX1599" fmla="*/ 1809386 w 27930708"/>
              <a:gd name="connsiteY1599" fmla="*/ 1370929 h 7790740"/>
              <a:gd name="connsiteX1600" fmla="*/ 1859228 w 27930708"/>
              <a:gd name="connsiteY1600" fmla="*/ 1360360 h 7790740"/>
              <a:gd name="connsiteX1601" fmla="*/ 1970993 w 27930708"/>
              <a:gd name="connsiteY1601" fmla="*/ 1411695 h 7790740"/>
              <a:gd name="connsiteX1602" fmla="*/ 2032917 w 27930708"/>
              <a:gd name="connsiteY1602" fmla="*/ 1390557 h 7790740"/>
              <a:gd name="connsiteX1603" fmla="*/ 1890945 w 27930708"/>
              <a:gd name="connsiteY1603" fmla="*/ 1330164 h 7790740"/>
              <a:gd name="connsiteX1604" fmla="*/ 1921152 w 27930708"/>
              <a:gd name="connsiteY1604" fmla="*/ 1319595 h 7790740"/>
              <a:gd name="connsiteX1605" fmla="*/ 1291340 w 27930708"/>
              <a:gd name="connsiteY1605" fmla="*/ 1087080 h 7790740"/>
              <a:gd name="connsiteX1606" fmla="*/ 1748973 w 27930708"/>
              <a:gd name="connsiteY1606" fmla="*/ 1248633 h 7790740"/>
              <a:gd name="connsiteX1607" fmla="*/ 1798814 w 27930708"/>
              <a:gd name="connsiteY1607" fmla="*/ 1229005 h 7790740"/>
              <a:gd name="connsiteX1608" fmla="*/ 1504298 w 27930708"/>
              <a:gd name="connsiteY1608" fmla="*/ 1117277 h 7790740"/>
              <a:gd name="connsiteX1609" fmla="*/ 1859228 w 27930708"/>
              <a:gd name="connsiteY1609" fmla="*/ 1229005 h 7790740"/>
              <a:gd name="connsiteX1610" fmla="*/ 1910579 w 27930708"/>
              <a:gd name="connsiteY1610" fmla="*/ 1218436 h 7790740"/>
              <a:gd name="connsiteX1611" fmla="*/ 1433312 w 27930708"/>
              <a:gd name="connsiteY1611" fmla="*/ 1016118 h 7790740"/>
              <a:gd name="connsiteX1612" fmla="*/ 1433312 w 27930708"/>
              <a:gd name="connsiteY1612" fmla="*/ 1005549 h 7790740"/>
              <a:gd name="connsiteX1613" fmla="*/ 1443884 w 27930708"/>
              <a:gd name="connsiteY1613" fmla="*/ 1016118 h 7790740"/>
              <a:gd name="connsiteX1614" fmla="*/ 1829021 w 27930708"/>
              <a:gd name="connsiteY1614" fmla="*/ 1158043 h 7790740"/>
              <a:gd name="connsiteX1615" fmla="*/ 1890945 w 27930708"/>
              <a:gd name="connsiteY1615" fmla="*/ 1147474 h 7790740"/>
              <a:gd name="connsiteX1616" fmla="*/ 1869800 w 27930708"/>
              <a:gd name="connsiteY1616" fmla="*/ 1147474 h 7790740"/>
              <a:gd name="connsiteX1617" fmla="*/ 1910579 w 27930708"/>
              <a:gd name="connsiteY1617" fmla="*/ 1127846 h 7790740"/>
              <a:gd name="connsiteX1618" fmla="*/ 1819959 w 27930708"/>
              <a:gd name="connsiteY1618" fmla="*/ 1096139 h 7790740"/>
              <a:gd name="connsiteX1619" fmla="*/ 1869800 w 27930708"/>
              <a:gd name="connsiteY1619" fmla="*/ 1076511 h 7790740"/>
              <a:gd name="connsiteX1620" fmla="*/ 1758035 w 27930708"/>
              <a:gd name="connsiteY1620" fmla="*/ 1035746 h 7790740"/>
              <a:gd name="connsiteX1621" fmla="*/ 1789752 w 27930708"/>
              <a:gd name="connsiteY1621" fmla="*/ 1025177 h 7790740"/>
              <a:gd name="connsiteX1622" fmla="*/ 1128223 w 27930708"/>
              <a:gd name="connsiteY1622" fmla="*/ 689994 h 7790740"/>
              <a:gd name="connsiteX1623" fmla="*/ 1128223 w 27930708"/>
              <a:gd name="connsiteY1623" fmla="*/ 680935 h 7790740"/>
              <a:gd name="connsiteX1624" fmla="*/ 945472 w 27930708"/>
              <a:gd name="connsiteY1624" fmla="*/ 599404 h 7790740"/>
              <a:gd name="connsiteX1625" fmla="*/ 904693 w 27930708"/>
              <a:gd name="connsiteY1625" fmla="*/ 569208 h 7790740"/>
              <a:gd name="connsiteX1626" fmla="*/ 1076872 w 27930708"/>
              <a:gd name="connsiteY1626" fmla="*/ 640170 h 7790740"/>
              <a:gd name="connsiteX1627" fmla="*/ 1138796 w 27930708"/>
              <a:gd name="connsiteY1627" fmla="*/ 629601 h 7790740"/>
              <a:gd name="connsiteX1628" fmla="*/ 823135 w 27930708"/>
              <a:gd name="connsiteY1628" fmla="*/ 466539 h 7790740"/>
              <a:gd name="connsiteX1629" fmla="*/ 764939 w 27930708"/>
              <a:gd name="connsiteY1629" fmla="*/ 468237 h 7790740"/>
              <a:gd name="connsiteX1630" fmla="*/ 763673 w 27930708"/>
              <a:gd name="connsiteY1630" fmla="*/ 473299 h 7790740"/>
              <a:gd name="connsiteX1631" fmla="*/ 754225 w 27930708"/>
              <a:gd name="connsiteY1631" fmla="*/ 469559 h 7790740"/>
              <a:gd name="connsiteX1632" fmla="*/ 620749 w 27930708"/>
              <a:gd name="connsiteY1632" fmla="*/ 416714 h 7790740"/>
              <a:gd name="connsiteX1633" fmla="*/ 650956 w 27930708"/>
              <a:gd name="connsiteY1633" fmla="*/ 406145 h 7790740"/>
              <a:gd name="connsiteX1634" fmla="*/ 640383 w 27930708"/>
              <a:gd name="connsiteY1634" fmla="*/ 406145 h 7790740"/>
              <a:gd name="connsiteX1635" fmla="*/ 640383 w 27930708"/>
              <a:gd name="connsiteY1635" fmla="*/ 395577 h 7790740"/>
              <a:gd name="connsiteX1636" fmla="*/ 620749 w 27930708"/>
              <a:gd name="connsiteY1636" fmla="*/ 385008 h 7790740"/>
              <a:gd name="connsiteX1637" fmla="*/ 661528 w 27930708"/>
              <a:gd name="connsiteY1637" fmla="*/ 375949 h 7790740"/>
              <a:gd name="connsiteX1638" fmla="*/ 539191 w 27930708"/>
              <a:gd name="connsiteY1638" fmla="*/ 314046 h 7790740"/>
              <a:gd name="connsiteX1639" fmla="*/ 558825 w 27930708"/>
              <a:gd name="connsiteY1639" fmla="*/ 314046 h 7790740"/>
              <a:gd name="connsiteX1640" fmla="*/ 691735 w 27930708"/>
              <a:gd name="connsiteY1640" fmla="*/ 385008 h 7790740"/>
              <a:gd name="connsiteX1641" fmla="*/ 743087 w 27930708"/>
              <a:gd name="connsiteY1641" fmla="*/ 375949 h 7790740"/>
              <a:gd name="connsiteX1642" fmla="*/ 1117651 w 27930708"/>
              <a:gd name="connsiteY1642" fmla="*/ 558639 h 7790740"/>
              <a:gd name="connsiteX1643" fmla="*/ 1179575 w 27930708"/>
              <a:gd name="connsiteY1643" fmla="*/ 548070 h 7790740"/>
              <a:gd name="connsiteX1644" fmla="*/ 762721 w 27930708"/>
              <a:gd name="connsiteY1644" fmla="*/ 344242 h 7790740"/>
              <a:gd name="connsiteX1645" fmla="*/ 721942 w 27930708"/>
              <a:gd name="connsiteY1645" fmla="*/ 354811 h 7790740"/>
              <a:gd name="connsiteX1646" fmla="*/ 558825 w 27930708"/>
              <a:gd name="connsiteY1646" fmla="*/ 274790 h 7790740"/>
              <a:gd name="connsiteX1647" fmla="*/ 558825 w 27930708"/>
              <a:gd name="connsiteY1647" fmla="*/ 253652 h 7790740"/>
              <a:gd name="connsiteX1648" fmla="*/ 528618 w 27930708"/>
              <a:gd name="connsiteY1648" fmla="*/ 202318 h 7790740"/>
              <a:gd name="connsiteX1649" fmla="*/ 569398 w 27930708"/>
              <a:gd name="connsiteY1649" fmla="*/ 212887 h 7790740"/>
              <a:gd name="connsiteX1650" fmla="*/ 629811 w 27930708"/>
              <a:gd name="connsiteY1650" fmla="*/ 202318 h 7790740"/>
              <a:gd name="connsiteX1651" fmla="*/ 549763 w 27930708"/>
              <a:gd name="connsiteY1651" fmla="*/ 161552 h 7790740"/>
              <a:gd name="connsiteX1652" fmla="*/ 590542 w 27930708"/>
              <a:gd name="connsiteY1652" fmla="*/ 40766 h 7790740"/>
              <a:gd name="connsiteX1653" fmla="*/ 650956 w 27930708"/>
              <a:gd name="connsiteY1653" fmla="*/ 70962 h 7790740"/>
              <a:gd name="connsiteX1654" fmla="*/ 711369 w 27930708"/>
              <a:gd name="connsiteY1654" fmla="*/ 49825 h 7790740"/>
              <a:gd name="connsiteX1655" fmla="*/ 610177 w 27930708"/>
              <a:gd name="connsiteY1655" fmla="*/ 0 h 779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Lst>
            <a:rect l="l" t="t" r="r" b="b"/>
            <a:pathLst>
              <a:path w="27930708" h="7790740">
                <a:moveTo>
                  <a:pt x="26995808" y="7109806"/>
                </a:moveTo>
                <a:cubicBezTo>
                  <a:pt x="27004872" y="7109806"/>
                  <a:pt x="27004872" y="7109806"/>
                  <a:pt x="27004872" y="7109806"/>
                </a:cubicBezTo>
                <a:lnTo>
                  <a:pt x="26992446" y="7111414"/>
                </a:lnTo>
                <a:close/>
                <a:moveTo>
                  <a:pt x="25160290" y="7027484"/>
                </a:moveTo>
                <a:lnTo>
                  <a:pt x="25022738" y="7044883"/>
                </a:lnTo>
                <a:lnTo>
                  <a:pt x="25003696" y="7046891"/>
                </a:lnTo>
                <a:lnTo>
                  <a:pt x="25140546" y="7029407"/>
                </a:lnTo>
                <a:close/>
                <a:moveTo>
                  <a:pt x="25394702" y="6997832"/>
                </a:moveTo>
                <a:lnTo>
                  <a:pt x="25369172" y="7007137"/>
                </a:lnTo>
                <a:lnTo>
                  <a:pt x="25160290" y="7027484"/>
                </a:lnTo>
                <a:close/>
                <a:moveTo>
                  <a:pt x="25441668" y="6987509"/>
                </a:moveTo>
                <a:lnTo>
                  <a:pt x="25450964" y="6990716"/>
                </a:lnTo>
                <a:lnTo>
                  <a:pt x="25394702" y="6997832"/>
                </a:lnTo>
                <a:lnTo>
                  <a:pt x="25405422" y="6993926"/>
                </a:lnTo>
                <a:cubicBezTo>
                  <a:pt x="25418258" y="6990151"/>
                  <a:pt x="25431096" y="6987509"/>
                  <a:pt x="25441668" y="6987509"/>
                </a:cubicBezTo>
                <a:close/>
                <a:moveTo>
                  <a:pt x="25928384" y="6924418"/>
                </a:moveTo>
                <a:lnTo>
                  <a:pt x="25918182" y="6928248"/>
                </a:lnTo>
                <a:cubicBezTo>
                  <a:pt x="25903080" y="6934665"/>
                  <a:pt x="25887976" y="6942214"/>
                  <a:pt x="25878160" y="6946744"/>
                </a:cubicBezTo>
                <a:cubicBezTo>
                  <a:pt x="25807172" y="6957312"/>
                  <a:pt x="25736188" y="6967881"/>
                  <a:pt x="25663688" y="6976940"/>
                </a:cubicBezTo>
                <a:cubicBezTo>
                  <a:pt x="25663688" y="6976940"/>
                  <a:pt x="25663688" y="6976940"/>
                  <a:pt x="25511144" y="6998078"/>
                </a:cubicBezTo>
                <a:cubicBezTo>
                  <a:pt x="25496042" y="6998078"/>
                  <a:pt x="25480938" y="6998078"/>
                  <a:pt x="25468478" y="6996757"/>
                </a:cubicBezTo>
                <a:lnTo>
                  <a:pt x="25450964" y="6990716"/>
                </a:lnTo>
                <a:lnTo>
                  <a:pt x="25715040" y="6957312"/>
                </a:lnTo>
                <a:close/>
                <a:moveTo>
                  <a:pt x="25998860" y="6913552"/>
                </a:moveTo>
                <a:lnTo>
                  <a:pt x="25928384" y="6924418"/>
                </a:lnTo>
                <a:lnTo>
                  <a:pt x="25940178" y="6919991"/>
                </a:lnTo>
                <a:cubicBezTo>
                  <a:pt x="25947068" y="6917868"/>
                  <a:pt x="25953300" y="6916547"/>
                  <a:pt x="25958208" y="6916547"/>
                </a:cubicBezTo>
                <a:close/>
                <a:moveTo>
                  <a:pt x="27066796" y="6600992"/>
                </a:moveTo>
                <a:cubicBezTo>
                  <a:pt x="27077368" y="6600992"/>
                  <a:pt x="27077368" y="6600992"/>
                  <a:pt x="27077368" y="6600992"/>
                </a:cubicBezTo>
                <a:lnTo>
                  <a:pt x="27067696" y="6602898"/>
                </a:lnTo>
                <a:close/>
                <a:moveTo>
                  <a:pt x="27859724" y="6581364"/>
                </a:moveTo>
                <a:cubicBezTo>
                  <a:pt x="27707180" y="6611561"/>
                  <a:pt x="27574268" y="6652326"/>
                  <a:pt x="27442868" y="6693092"/>
                </a:cubicBezTo>
                <a:cubicBezTo>
                  <a:pt x="27432296" y="6703660"/>
                  <a:pt x="27340168" y="6733857"/>
                  <a:pt x="27371884" y="6733857"/>
                </a:cubicBezTo>
                <a:cubicBezTo>
                  <a:pt x="27391520" y="6733857"/>
                  <a:pt x="27412664" y="6733857"/>
                  <a:pt x="27432296" y="6733857"/>
                </a:cubicBezTo>
                <a:cubicBezTo>
                  <a:pt x="27340168" y="6753485"/>
                  <a:pt x="27260120" y="6764054"/>
                  <a:pt x="27167988" y="6785191"/>
                </a:cubicBezTo>
                <a:cubicBezTo>
                  <a:pt x="27167988" y="6774623"/>
                  <a:pt x="27167988" y="6774623"/>
                  <a:pt x="27157416" y="6774623"/>
                </a:cubicBezTo>
                <a:cubicBezTo>
                  <a:pt x="27157416" y="6774623"/>
                  <a:pt x="27157416" y="6774623"/>
                  <a:pt x="26813060" y="6825957"/>
                </a:cubicBezTo>
                <a:cubicBezTo>
                  <a:pt x="26822120" y="6815388"/>
                  <a:pt x="26843264" y="6804819"/>
                  <a:pt x="26843264" y="6794250"/>
                </a:cubicBezTo>
                <a:cubicBezTo>
                  <a:pt x="26843264" y="6794250"/>
                  <a:pt x="26843264" y="6785191"/>
                  <a:pt x="26832692" y="6794250"/>
                </a:cubicBezTo>
                <a:cubicBezTo>
                  <a:pt x="26731500" y="6804819"/>
                  <a:pt x="26639368" y="6815388"/>
                  <a:pt x="26538176" y="6835016"/>
                </a:cubicBezTo>
                <a:cubicBezTo>
                  <a:pt x="26548748" y="6825957"/>
                  <a:pt x="26538176" y="6825957"/>
                  <a:pt x="26527604" y="6825957"/>
                </a:cubicBezTo>
                <a:cubicBezTo>
                  <a:pt x="26486824" y="6835016"/>
                  <a:pt x="26456620" y="6845585"/>
                  <a:pt x="26415840" y="6845585"/>
                </a:cubicBezTo>
                <a:cubicBezTo>
                  <a:pt x="26314648" y="6865213"/>
                  <a:pt x="26202880" y="6886350"/>
                  <a:pt x="26101688" y="6905978"/>
                </a:cubicBezTo>
                <a:cubicBezTo>
                  <a:pt x="26101688" y="6905978"/>
                  <a:pt x="26101688" y="6905978"/>
                  <a:pt x="26041158" y="6910437"/>
                </a:cubicBezTo>
                <a:lnTo>
                  <a:pt x="25998860" y="6913552"/>
                </a:lnTo>
                <a:lnTo>
                  <a:pt x="26051658" y="6905412"/>
                </a:lnTo>
                <a:cubicBezTo>
                  <a:pt x="26164744" y="6886350"/>
                  <a:pt x="26279152" y="6865968"/>
                  <a:pt x="26396204" y="6845585"/>
                </a:cubicBezTo>
                <a:cubicBezTo>
                  <a:pt x="26619736" y="6804819"/>
                  <a:pt x="26852328" y="6764054"/>
                  <a:pt x="27077368" y="6733857"/>
                </a:cubicBezTo>
                <a:cubicBezTo>
                  <a:pt x="27127208" y="6723288"/>
                  <a:pt x="27198196" y="6682523"/>
                  <a:pt x="27178560" y="6682523"/>
                </a:cubicBezTo>
                <a:cubicBezTo>
                  <a:pt x="26761708" y="6744426"/>
                  <a:pt x="26344852" y="6825957"/>
                  <a:pt x="25928000" y="6886350"/>
                </a:cubicBezTo>
                <a:cubicBezTo>
                  <a:pt x="25511144" y="6946744"/>
                  <a:pt x="25095804" y="6998078"/>
                  <a:pt x="24678948" y="7038843"/>
                </a:cubicBezTo>
                <a:cubicBezTo>
                  <a:pt x="25064084" y="6976940"/>
                  <a:pt x="25491512" y="6946744"/>
                  <a:pt x="25878160" y="6886350"/>
                </a:cubicBezTo>
                <a:cubicBezTo>
                  <a:pt x="26009556" y="6865213"/>
                  <a:pt x="26142468" y="6835016"/>
                  <a:pt x="26254232" y="6815388"/>
                </a:cubicBezTo>
                <a:cubicBezTo>
                  <a:pt x="26273868" y="6804819"/>
                  <a:pt x="26385632" y="6764054"/>
                  <a:pt x="26355424" y="6764054"/>
                </a:cubicBezTo>
                <a:cubicBezTo>
                  <a:pt x="26295012" y="6764054"/>
                  <a:pt x="26243660" y="6753485"/>
                  <a:pt x="26172676" y="6764054"/>
                </a:cubicBezTo>
                <a:cubicBezTo>
                  <a:pt x="26335036" y="6738386"/>
                  <a:pt x="26492488" y="6713097"/>
                  <a:pt x="26643710" y="6686486"/>
                </a:cubicBezTo>
                <a:lnTo>
                  <a:pt x="27067696" y="6602898"/>
                </a:lnTo>
                <a:lnTo>
                  <a:pt x="27077864" y="6624418"/>
                </a:lnTo>
                <a:cubicBezTo>
                  <a:pt x="27113900" y="6641191"/>
                  <a:pt x="27218962" y="6639493"/>
                  <a:pt x="27340168" y="6632698"/>
                </a:cubicBezTo>
                <a:cubicBezTo>
                  <a:pt x="27513856" y="6622129"/>
                  <a:pt x="27716240" y="6591933"/>
                  <a:pt x="27859724" y="6581364"/>
                </a:cubicBezTo>
                <a:close/>
                <a:moveTo>
                  <a:pt x="26172676" y="6398674"/>
                </a:moveTo>
                <a:cubicBezTo>
                  <a:pt x="26192308" y="6398674"/>
                  <a:pt x="26192308" y="6398674"/>
                  <a:pt x="26192308" y="6398674"/>
                </a:cubicBezTo>
                <a:lnTo>
                  <a:pt x="26168470" y="6399251"/>
                </a:lnTo>
                <a:close/>
                <a:moveTo>
                  <a:pt x="25400892" y="5738877"/>
                </a:moveTo>
                <a:cubicBezTo>
                  <a:pt x="25379748" y="5738877"/>
                  <a:pt x="25360112" y="5747936"/>
                  <a:pt x="25329904" y="5747936"/>
                </a:cubicBezTo>
                <a:cubicBezTo>
                  <a:pt x="25308760" y="5758505"/>
                  <a:pt x="25289124" y="5769074"/>
                  <a:pt x="25319332" y="5769074"/>
                </a:cubicBezTo>
                <a:cubicBezTo>
                  <a:pt x="25329904" y="5769074"/>
                  <a:pt x="25349540" y="5769074"/>
                  <a:pt x="25360112" y="5769074"/>
                </a:cubicBezTo>
                <a:cubicBezTo>
                  <a:pt x="25390320" y="5758505"/>
                  <a:pt x="25420524" y="5738877"/>
                  <a:pt x="25400892" y="5738877"/>
                </a:cubicBezTo>
                <a:close/>
                <a:moveTo>
                  <a:pt x="8616488" y="5657346"/>
                </a:moveTo>
                <a:lnTo>
                  <a:pt x="8756899" y="5700756"/>
                </a:lnTo>
                <a:lnTo>
                  <a:pt x="8728252" y="5694903"/>
                </a:lnTo>
                <a:cubicBezTo>
                  <a:pt x="8690116" y="5684900"/>
                  <a:pt x="8651980" y="5672444"/>
                  <a:pt x="8616488" y="5657346"/>
                </a:cubicBezTo>
                <a:close/>
                <a:moveTo>
                  <a:pt x="24465992" y="5646777"/>
                </a:moveTo>
                <a:cubicBezTo>
                  <a:pt x="24363288" y="5657346"/>
                  <a:pt x="24262096" y="5676974"/>
                  <a:pt x="24160900" y="5687543"/>
                </a:cubicBezTo>
                <a:cubicBezTo>
                  <a:pt x="24150328" y="5687543"/>
                  <a:pt x="24139756" y="5687543"/>
                  <a:pt x="24139756" y="5698111"/>
                </a:cubicBezTo>
                <a:cubicBezTo>
                  <a:pt x="24292300" y="5698111"/>
                  <a:pt x="24475052" y="5687543"/>
                  <a:pt x="24607964" y="5698111"/>
                </a:cubicBezTo>
                <a:cubicBezTo>
                  <a:pt x="24506768" y="5707170"/>
                  <a:pt x="24414640" y="5728308"/>
                  <a:pt x="24322508" y="5738877"/>
                </a:cubicBezTo>
                <a:cubicBezTo>
                  <a:pt x="24373860" y="5738877"/>
                  <a:pt x="24425212" y="5738877"/>
                  <a:pt x="24475052" y="5728308"/>
                </a:cubicBezTo>
                <a:cubicBezTo>
                  <a:pt x="24455420" y="5738877"/>
                  <a:pt x="24444844" y="5747936"/>
                  <a:pt x="24435784" y="5747936"/>
                </a:cubicBezTo>
                <a:cubicBezTo>
                  <a:pt x="24536976" y="5738877"/>
                  <a:pt x="24638168" y="5717739"/>
                  <a:pt x="24739364" y="5707170"/>
                </a:cubicBezTo>
                <a:cubicBezTo>
                  <a:pt x="24760508" y="5698111"/>
                  <a:pt x="24861700" y="5666405"/>
                  <a:pt x="24831492" y="5666405"/>
                </a:cubicBezTo>
                <a:cubicBezTo>
                  <a:pt x="24730300" y="5646777"/>
                  <a:pt x="24597392" y="5646777"/>
                  <a:pt x="24465992" y="5646777"/>
                </a:cubicBezTo>
                <a:close/>
                <a:moveTo>
                  <a:pt x="25847952" y="5616580"/>
                </a:moveTo>
                <a:cubicBezTo>
                  <a:pt x="25644056" y="5636208"/>
                  <a:pt x="25431096" y="5657346"/>
                  <a:pt x="25227200" y="5676974"/>
                </a:cubicBezTo>
                <a:cubicBezTo>
                  <a:pt x="25338968" y="5676974"/>
                  <a:pt x="25461304" y="5676974"/>
                  <a:pt x="25573068" y="5676974"/>
                </a:cubicBezTo>
                <a:cubicBezTo>
                  <a:pt x="25583640" y="5676974"/>
                  <a:pt x="25583640" y="5676974"/>
                  <a:pt x="25583640" y="5676974"/>
                </a:cubicBezTo>
                <a:cubicBezTo>
                  <a:pt x="25644056" y="5666405"/>
                  <a:pt x="25695408" y="5666405"/>
                  <a:pt x="25755820" y="5657346"/>
                </a:cubicBezTo>
                <a:cubicBezTo>
                  <a:pt x="25796600" y="5657346"/>
                  <a:pt x="25878160" y="5616580"/>
                  <a:pt x="25847952" y="5616580"/>
                </a:cubicBezTo>
                <a:close/>
                <a:moveTo>
                  <a:pt x="24435784" y="5504853"/>
                </a:moveTo>
                <a:cubicBezTo>
                  <a:pt x="24384432" y="5515422"/>
                  <a:pt x="24343652" y="5515422"/>
                  <a:pt x="24292300" y="5515422"/>
                </a:cubicBezTo>
                <a:cubicBezTo>
                  <a:pt x="24262096" y="5524481"/>
                  <a:pt x="24150328" y="5565246"/>
                  <a:pt x="24201680" y="5565246"/>
                </a:cubicBezTo>
                <a:cubicBezTo>
                  <a:pt x="24313448" y="5565246"/>
                  <a:pt x="24435784" y="5556187"/>
                  <a:pt x="24556612" y="5545618"/>
                </a:cubicBezTo>
                <a:cubicBezTo>
                  <a:pt x="24586816" y="5535049"/>
                  <a:pt x="24597392" y="5524481"/>
                  <a:pt x="24586816" y="5524481"/>
                </a:cubicBezTo>
                <a:cubicBezTo>
                  <a:pt x="24536976" y="5524481"/>
                  <a:pt x="24496196" y="5515422"/>
                  <a:pt x="24444844" y="5515422"/>
                </a:cubicBezTo>
                <a:cubicBezTo>
                  <a:pt x="24455420" y="5515422"/>
                  <a:pt x="24455420" y="5504853"/>
                  <a:pt x="24444844" y="5504853"/>
                </a:cubicBezTo>
                <a:close/>
                <a:moveTo>
                  <a:pt x="23084028" y="5423322"/>
                </a:moveTo>
                <a:cubicBezTo>
                  <a:pt x="23002472" y="5433891"/>
                  <a:pt x="22910340" y="5433891"/>
                  <a:pt x="22819720" y="5444459"/>
                </a:cubicBezTo>
                <a:cubicBezTo>
                  <a:pt x="23002472" y="5444459"/>
                  <a:pt x="23174652" y="5433891"/>
                  <a:pt x="23348340" y="5423322"/>
                </a:cubicBezTo>
                <a:cubicBezTo>
                  <a:pt x="23266780" y="5423322"/>
                  <a:pt x="23174652" y="5423322"/>
                  <a:pt x="23084028" y="5423322"/>
                </a:cubicBezTo>
                <a:close/>
                <a:moveTo>
                  <a:pt x="23683636" y="5403694"/>
                </a:moveTo>
                <a:cubicBezTo>
                  <a:pt x="23733476" y="5403694"/>
                  <a:pt x="23733476" y="5403694"/>
                  <a:pt x="23733476" y="5403694"/>
                </a:cubicBezTo>
                <a:lnTo>
                  <a:pt x="23680628" y="5404389"/>
                </a:lnTo>
                <a:close/>
                <a:moveTo>
                  <a:pt x="23363034" y="5227975"/>
                </a:moveTo>
                <a:lnTo>
                  <a:pt x="23357400" y="5230063"/>
                </a:lnTo>
                <a:cubicBezTo>
                  <a:pt x="23286416" y="5230063"/>
                  <a:pt x="23286416" y="5230063"/>
                  <a:pt x="23286416" y="5230063"/>
                </a:cubicBezTo>
                <a:close/>
                <a:moveTo>
                  <a:pt x="8627060" y="4845056"/>
                </a:moveTo>
                <a:cubicBezTo>
                  <a:pt x="8676900" y="4854115"/>
                  <a:pt x="8676900" y="4854115"/>
                  <a:pt x="8676900" y="4854115"/>
                </a:cubicBezTo>
                <a:lnTo>
                  <a:pt x="8678424" y="4855905"/>
                </a:lnTo>
                <a:close/>
                <a:moveTo>
                  <a:pt x="8921576" y="4834487"/>
                </a:moveTo>
                <a:cubicBezTo>
                  <a:pt x="8992562" y="4845056"/>
                  <a:pt x="9074120" y="4864683"/>
                  <a:pt x="9155678" y="4885821"/>
                </a:cubicBezTo>
                <a:cubicBezTo>
                  <a:pt x="9175312" y="4885821"/>
                  <a:pt x="9226664" y="4885821"/>
                  <a:pt x="9246298" y="4885821"/>
                </a:cubicBezTo>
                <a:cubicBezTo>
                  <a:pt x="9317285" y="4905449"/>
                  <a:pt x="9398843" y="4925077"/>
                  <a:pt x="9469828" y="4946214"/>
                </a:cubicBezTo>
                <a:cubicBezTo>
                  <a:pt x="9480401" y="4946214"/>
                  <a:pt x="9490974" y="4946214"/>
                  <a:pt x="9500035" y="4946214"/>
                </a:cubicBezTo>
                <a:cubicBezTo>
                  <a:pt x="9510608" y="4946214"/>
                  <a:pt x="9510608" y="4946214"/>
                  <a:pt x="9521180" y="4946214"/>
                </a:cubicBezTo>
                <a:cubicBezTo>
                  <a:pt x="9540814" y="4946214"/>
                  <a:pt x="9551387" y="4935646"/>
                  <a:pt x="9571021" y="4935646"/>
                </a:cubicBezTo>
                <a:cubicBezTo>
                  <a:pt x="9480401" y="4905449"/>
                  <a:pt x="9388270" y="4885821"/>
                  <a:pt x="9308222" y="4854115"/>
                </a:cubicBezTo>
                <a:cubicBezTo>
                  <a:pt x="9175312" y="4845056"/>
                  <a:pt x="9043914" y="4834487"/>
                  <a:pt x="8921576" y="4834487"/>
                </a:cubicBezTo>
                <a:close/>
                <a:moveTo>
                  <a:pt x="8676900" y="4793721"/>
                </a:moveTo>
                <a:cubicBezTo>
                  <a:pt x="8728252" y="4804290"/>
                  <a:pt x="8779604" y="4813349"/>
                  <a:pt x="8829444" y="4823918"/>
                </a:cubicBezTo>
                <a:cubicBezTo>
                  <a:pt x="8840017" y="4823918"/>
                  <a:pt x="8870224" y="4834487"/>
                  <a:pt x="8901942" y="4823918"/>
                </a:cubicBezTo>
                <a:cubicBezTo>
                  <a:pt x="8820382" y="4813349"/>
                  <a:pt x="8749396" y="4804290"/>
                  <a:pt x="8676900" y="4793721"/>
                </a:cubicBezTo>
                <a:close/>
                <a:moveTo>
                  <a:pt x="9093754" y="4783152"/>
                </a:moveTo>
                <a:cubicBezTo>
                  <a:pt x="9074120" y="4783152"/>
                  <a:pt x="9043914" y="4804290"/>
                  <a:pt x="9063548" y="4804290"/>
                </a:cubicBezTo>
                <a:cubicBezTo>
                  <a:pt x="9155678" y="4823918"/>
                  <a:pt x="9246298" y="4834487"/>
                  <a:pt x="9338430" y="4845056"/>
                </a:cubicBezTo>
                <a:cubicBezTo>
                  <a:pt x="9256872" y="4813349"/>
                  <a:pt x="9175312" y="4793721"/>
                  <a:pt x="9093754" y="4783152"/>
                </a:cubicBezTo>
                <a:close/>
                <a:moveTo>
                  <a:pt x="8292188" y="4731936"/>
                </a:moveTo>
                <a:cubicBezTo>
                  <a:pt x="8269958" y="4735970"/>
                  <a:pt x="8243056" y="4752956"/>
                  <a:pt x="8250985" y="4752956"/>
                </a:cubicBezTo>
                <a:cubicBezTo>
                  <a:pt x="8444308" y="4793721"/>
                  <a:pt x="8627060" y="4823918"/>
                  <a:pt x="8809810" y="4854115"/>
                </a:cubicBezTo>
                <a:cubicBezTo>
                  <a:pt x="8809810" y="4854115"/>
                  <a:pt x="8809810" y="4854115"/>
                  <a:pt x="8820382" y="4854115"/>
                </a:cubicBezTo>
                <a:cubicBezTo>
                  <a:pt x="8820382" y="4854115"/>
                  <a:pt x="8820382" y="4854115"/>
                  <a:pt x="8861162" y="4854115"/>
                </a:cubicBezTo>
                <a:lnTo>
                  <a:pt x="8981990" y="4875252"/>
                </a:lnTo>
                <a:cubicBezTo>
                  <a:pt x="8829444" y="4834487"/>
                  <a:pt x="8667838" y="4804290"/>
                  <a:pt x="8515294" y="4772584"/>
                </a:cubicBezTo>
                <a:cubicBezTo>
                  <a:pt x="8444308" y="4763525"/>
                  <a:pt x="8382384" y="4742387"/>
                  <a:pt x="8311398" y="4733328"/>
                </a:cubicBezTo>
                <a:cubicBezTo>
                  <a:pt x="8306490" y="4730686"/>
                  <a:pt x="8299598" y="4730591"/>
                  <a:pt x="8292188" y="4731936"/>
                </a:cubicBezTo>
                <a:close/>
                <a:moveTo>
                  <a:pt x="5832931" y="4681994"/>
                </a:moveTo>
                <a:cubicBezTo>
                  <a:pt x="5914490" y="4703131"/>
                  <a:pt x="5914490" y="4703131"/>
                  <a:pt x="5914490" y="4703131"/>
                </a:cubicBezTo>
                <a:lnTo>
                  <a:pt x="5920795" y="4705042"/>
                </a:lnTo>
                <a:close/>
                <a:moveTo>
                  <a:pt x="9003134" y="4641228"/>
                </a:moveTo>
                <a:cubicBezTo>
                  <a:pt x="9033340" y="4651797"/>
                  <a:pt x="9063548" y="4651797"/>
                  <a:pt x="9084692" y="4662366"/>
                </a:cubicBezTo>
                <a:cubicBezTo>
                  <a:pt x="9093754" y="4662366"/>
                  <a:pt x="9114900" y="4662366"/>
                  <a:pt x="9134534" y="4662366"/>
                </a:cubicBezTo>
                <a:cubicBezTo>
                  <a:pt x="9084692" y="4651797"/>
                  <a:pt x="9043914" y="4651797"/>
                  <a:pt x="9003134" y="4641228"/>
                </a:cubicBezTo>
                <a:close/>
                <a:moveTo>
                  <a:pt x="8891368" y="4621600"/>
                </a:moveTo>
                <a:cubicBezTo>
                  <a:pt x="8870224" y="4630659"/>
                  <a:pt x="8840017" y="4651797"/>
                  <a:pt x="8850590" y="4651797"/>
                </a:cubicBezTo>
                <a:cubicBezTo>
                  <a:pt x="8981990" y="4671425"/>
                  <a:pt x="9104326" y="4692562"/>
                  <a:pt x="9237236" y="4712190"/>
                </a:cubicBezTo>
                <a:cubicBezTo>
                  <a:pt x="9123961" y="4681994"/>
                  <a:pt x="9012196" y="4651797"/>
                  <a:pt x="8891368" y="4621600"/>
                </a:cubicBezTo>
                <a:close/>
                <a:moveTo>
                  <a:pt x="20902732" y="3824148"/>
                </a:moveTo>
                <a:lnTo>
                  <a:pt x="20901188" y="3825541"/>
                </a:lnTo>
                <a:lnTo>
                  <a:pt x="20901816" y="3824293"/>
                </a:lnTo>
                <a:close/>
                <a:moveTo>
                  <a:pt x="21173452" y="3747407"/>
                </a:moveTo>
                <a:lnTo>
                  <a:pt x="21173452" y="3757975"/>
                </a:lnTo>
                <a:cubicBezTo>
                  <a:pt x="21102464" y="3777603"/>
                  <a:pt x="21031480" y="3788172"/>
                  <a:pt x="20971064" y="3809310"/>
                </a:cubicBezTo>
                <a:cubicBezTo>
                  <a:pt x="20960492" y="3809310"/>
                  <a:pt x="20949920" y="3818369"/>
                  <a:pt x="20939348" y="3818369"/>
                </a:cubicBezTo>
                <a:lnTo>
                  <a:pt x="20902732" y="3824148"/>
                </a:lnTo>
                <a:lnTo>
                  <a:pt x="20909140" y="3818369"/>
                </a:lnTo>
                <a:cubicBezTo>
                  <a:pt x="20909140" y="3818369"/>
                  <a:pt x="20909140" y="3818369"/>
                  <a:pt x="20971064" y="3788172"/>
                </a:cubicBezTo>
                <a:cubicBezTo>
                  <a:pt x="20971064" y="3788172"/>
                  <a:pt x="20971064" y="3788172"/>
                  <a:pt x="20980128" y="3788172"/>
                </a:cubicBezTo>
                <a:cubicBezTo>
                  <a:pt x="21042052" y="3777603"/>
                  <a:pt x="21113036" y="3757975"/>
                  <a:pt x="21173452" y="3747407"/>
                </a:cubicBezTo>
                <a:close/>
                <a:moveTo>
                  <a:pt x="21508744" y="3727779"/>
                </a:moveTo>
                <a:cubicBezTo>
                  <a:pt x="21519316" y="3727779"/>
                  <a:pt x="21519316" y="3727779"/>
                  <a:pt x="21519316" y="3727779"/>
                </a:cubicBezTo>
                <a:lnTo>
                  <a:pt x="21508424" y="3728005"/>
                </a:lnTo>
                <a:close/>
                <a:moveTo>
                  <a:pt x="20766538" y="3555392"/>
                </a:moveTo>
                <a:lnTo>
                  <a:pt x="20765462" y="3555648"/>
                </a:lnTo>
                <a:lnTo>
                  <a:pt x="20765846" y="3555469"/>
                </a:lnTo>
                <a:close/>
                <a:moveTo>
                  <a:pt x="21478540" y="3218965"/>
                </a:moveTo>
                <a:lnTo>
                  <a:pt x="21478540" y="3229534"/>
                </a:lnTo>
                <a:cubicBezTo>
                  <a:pt x="21467968" y="3311065"/>
                  <a:pt x="21712640" y="3250672"/>
                  <a:pt x="21833468" y="3240103"/>
                </a:cubicBezTo>
                <a:cubicBezTo>
                  <a:pt x="21773056" y="3270299"/>
                  <a:pt x="21712640" y="3300496"/>
                  <a:pt x="21661288" y="3330693"/>
                </a:cubicBezTo>
                <a:cubicBezTo>
                  <a:pt x="21650716" y="3341262"/>
                  <a:pt x="21620512" y="3371458"/>
                  <a:pt x="21631084" y="3371458"/>
                </a:cubicBezTo>
                <a:cubicBezTo>
                  <a:pt x="21640144" y="3371458"/>
                  <a:pt x="21650716" y="3371458"/>
                  <a:pt x="21661288" y="3371458"/>
                </a:cubicBezTo>
                <a:cubicBezTo>
                  <a:pt x="21620512" y="3382027"/>
                  <a:pt x="21579732" y="3392596"/>
                  <a:pt x="21538952" y="3401655"/>
                </a:cubicBezTo>
                <a:cubicBezTo>
                  <a:pt x="21538952" y="3401655"/>
                  <a:pt x="21538952" y="3401655"/>
                  <a:pt x="21386408" y="3433361"/>
                </a:cubicBezTo>
                <a:cubicBezTo>
                  <a:pt x="21396980" y="3422792"/>
                  <a:pt x="21396980" y="3412224"/>
                  <a:pt x="21396980" y="3401655"/>
                </a:cubicBezTo>
                <a:cubicBezTo>
                  <a:pt x="21345628" y="3412224"/>
                  <a:pt x="21306360" y="3422792"/>
                  <a:pt x="21265580" y="3433361"/>
                </a:cubicBezTo>
                <a:cubicBezTo>
                  <a:pt x="21265580" y="3422792"/>
                  <a:pt x="21265580" y="3422792"/>
                  <a:pt x="21255008" y="3422792"/>
                </a:cubicBezTo>
                <a:cubicBezTo>
                  <a:pt x="21255008" y="3422792"/>
                  <a:pt x="21255008" y="3422792"/>
                  <a:pt x="21203656" y="3442420"/>
                </a:cubicBezTo>
                <a:cubicBezTo>
                  <a:pt x="21162876" y="3452989"/>
                  <a:pt x="21113036" y="3463558"/>
                  <a:pt x="21072256" y="3483186"/>
                </a:cubicBezTo>
                <a:cubicBezTo>
                  <a:pt x="21072256" y="3483186"/>
                  <a:pt x="21072256" y="3483186"/>
                  <a:pt x="21010332" y="3493755"/>
                </a:cubicBezTo>
                <a:cubicBezTo>
                  <a:pt x="21001272" y="3493755"/>
                  <a:pt x="20980128" y="3513383"/>
                  <a:pt x="20971064" y="3523951"/>
                </a:cubicBezTo>
                <a:cubicBezTo>
                  <a:pt x="20939348" y="3534520"/>
                  <a:pt x="20909140" y="3545089"/>
                  <a:pt x="20878932" y="3545089"/>
                </a:cubicBezTo>
                <a:cubicBezTo>
                  <a:pt x="20878932" y="3545089"/>
                  <a:pt x="20878932" y="3545089"/>
                  <a:pt x="20807948" y="3554148"/>
                </a:cubicBezTo>
                <a:cubicBezTo>
                  <a:pt x="20797376" y="3554148"/>
                  <a:pt x="20786804" y="3554148"/>
                  <a:pt x="20777740" y="3554148"/>
                </a:cubicBezTo>
                <a:lnTo>
                  <a:pt x="20766538" y="3555392"/>
                </a:lnTo>
                <a:lnTo>
                  <a:pt x="20898568" y="3523951"/>
                </a:lnTo>
                <a:cubicBezTo>
                  <a:pt x="21102464" y="3472617"/>
                  <a:pt x="21295788" y="3401655"/>
                  <a:pt x="21498172" y="3351830"/>
                </a:cubicBezTo>
                <a:cubicBezTo>
                  <a:pt x="21519316" y="3351830"/>
                  <a:pt x="21549524" y="3311065"/>
                  <a:pt x="21538952" y="3311065"/>
                </a:cubicBezTo>
                <a:cubicBezTo>
                  <a:pt x="21356200" y="3351830"/>
                  <a:pt x="21173452" y="3412224"/>
                  <a:pt x="20990700" y="3463558"/>
                </a:cubicBezTo>
                <a:cubicBezTo>
                  <a:pt x="20807948" y="3513383"/>
                  <a:pt x="20625196" y="3554148"/>
                  <a:pt x="20442444" y="3584345"/>
                </a:cubicBezTo>
                <a:cubicBezTo>
                  <a:pt x="20604052" y="3534520"/>
                  <a:pt x="20797376" y="3513383"/>
                  <a:pt x="20971064" y="3463558"/>
                </a:cubicBezTo>
                <a:cubicBezTo>
                  <a:pt x="21020904" y="3442420"/>
                  <a:pt x="21081320" y="3422792"/>
                  <a:pt x="21132672" y="3401655"/>
                </a:cubicBezTo>
                <a:cubicBezTo>
                  <a:pt x="21143244" y="3392596"/>
                  <a:pt x="21184024" y="3362399"/>
                  <a:pt x="21173452" y="3351830"/>
                </a:cubicBezTo>
                <a:cubicBezTo>
                  <a:pt x="21143244" y="3351830"/>
                  <a:pt x="21113036" y="3341262"/>
                  <a:pt x="21091892" y="3341262"/>
                </a:cubicBezTo>
                <a:cubicBezTo>
                  <a:pt x="21224800" y="3311065"/>
                  <a:pt x="21356200" y="3270299"/>
                  <a:pt x="21478540" y="3218965"/>
                </a:cubicBezTo>
                <a:close/>
                <a:moveTo>
                  <a:pt x="21143244" y="3158572"/>
                </a:moveTo>
                <a:lnTo>
                  <a:pt x="21133908" y="3160493"/>
                </a:lnTo>
                <a:lnTo>
                  <a:pt x="21133994" y="3159893"/>
                </a:lnTo>
                <a:cubicBezTo>
                  <a:pt x="21135316" y="3158572"/>
                  <a:pt x="21137958" y="3158572"/>
                  <a:pt x="21143244" y="3158572"/>
                </a:cubicBezTo>
                <a:close/>
                <a:moveTo>
                  <a:pt x="21042052" y="2986451"/>
                </a:moveTo>
                <a:cubicBezTo>
                  <a:pt x="21051112" y="2986451"/>
                  <a:pt x="21051112" y="2986451"/>
                  <a:pt x="21051112" y="2986451"/>
                </a:cubicBezTo>
                <a:lnTo>
                  <a:pt x="21040102" y="2986951"/>
                </a:lnTo>
                <a:close/>
                <a:moveTo>
                  <a:pt x="21274644" y="2935116"/>
                </a:moveTo>
                <a:cubicBezTo>
                  <a:pt x="21244436" y="2945685"/>
                  <a:pt x="21244436" y="2945685"/>
                  <a:pt x="21244436" y="2945685"/>
                </a:cubicBezTo>
                <a:cubicBezTo>
                  <a:pt x="21274644" y="2935116"/>
                  <a:pt x="21274644" y="2935116"/>
                  <a:pt x="21274644" y="2935116"/>
                </a:cubicBezTo>
                <a:close/>
                <a:moveTo>
                  <a:pt x="12988483" y="2742423"/>
                </a:moveTo>
                <a:lnTo>
                  <a:pt x="13006100" y="2743179"/>
                </a:lnTo>
                <a:cubicBezTo>
                  <a:pt x="13016106" y="2744500"/>
                  <a:pt x="13025923" y="2747142"/>
                  <a:pt x="13035741" y="2752427"/>
                </a:cubicBezTo>
                <a:close/>
                <a:moveTo>
                  <a:pt x="13147850" y="2599183"/>
                </a:moveTo>
                <a:lnTo>
                  <a:pt x="13216927" y="2610346"/>
                </a:lnTo>
                <a:lnTo>
                  <a:pt x="13187742" y="2606987"/>
                </a:lnTo>
                <a:close/>
                <a:moveTo>
                  <a:pt x="13087093" y="2578796"/>
                </a:moveTo>
                <a:cubicBezTo>
                  <a:pt x="13087093" y="2578796"/>
                  <a:pt x="13087093" y="2578796"/>
                  <a:pt x="13097664" y="2589365"/>
                </a:cubicBezTo>
                <a:lnTo>
                  <a:pt x="13147850" y="2599183"/>
                </a:lnTo>
                <a:lnTo>
                  <a:pt x="13087093" y="2589365"/>
                </a:lnTo>
                <a:cubicBezTo>
                  <a:pt x="13087093" y="2589365"/>
                  <a:pt x="13087093" y="2589365"/>
                  <a:pt x="13087093" y="2578796"/>
                </a:cubicBezTo>
                <a:close/>
                <a:moveTo>
                  <a:pt x="12416846" y="2242102"/>
                </a:moveTo>
                <a:lnTo>
                  <a:pt x="12424997" y="2243306"/>
                </a:lnTo>
                <a:cubicBezTo>
                  <a:pt x="12427074" y="2243613"/>
                  <a:pt x="12427074" y="2243613"/>
                  <a:pt x="12427074" y="2243613"/>
                </a:cubicBezTo>
                <a:cubicBezTo>
                  <a:pt x="12416501" y="2243613"/>
                  <a:pt x="12416501" y="2243613"/>
                  <a:pt x="12416501" y="2243613"/>
                </a:cubicBezTo>
                <a:close/>
                <a:moveTo>
                  <a:pt x="12001950" y="2016091"/>
                </a:moveTo>
                <a:lnTo>
                  <a:pt x="12016828" y="2017515"/>
                </a:lnTo>
                <a:lnTo>
                  <a:pt x="12034013" y="2020544"/>
                </a:lnTo>
                <a:lnTo>
                  <a:pt x="12025323" y="2019591"/>
                </a:lnTo>
                <a:close/>
                <a:moveTo>
                  <a:pt x="11827469" y="1989961"/>
                </a:moveTo>
                <a:lnTo>
                  <a:pt x="12001950" y="2016091"/>
                </a:lnTo>
                <a:lnTo>
                  <a:pt x="11949807" y="2011098"/>
                </a:lnTo>
                <a:cubicBezTo>
                  <a:pt x="11909028" y="2011098"/>
                  <a:pt x="11868248" y="2000530"/>
                  <a:pt x="11827469" y="1989961"/>
                </a:cubicBezTo>
                <a:close/>
                <a:moveTo>
                  <a:pt x="1616063" y="1929567"/>
                </a:moveTo>
                <a:lnTo>
                  <a:pt x="1641073" y="1939568"/>
                </a:lnTo>
                <a:lnTo>
                  <a:pt x="1637207" y="1940136"/>
                </a:lnTo>
                <a:cubicBezTo>
                  <a:pt x="1616063" y="1929567"/>
                  <a:pt x="1616063" y="1929567"/>
                  <a:pt x="1616063" y="1929567"/>
                </a:cubicBezTo>
                <a:close/>
                <a:moveTo>
                  <a:pt x="508984" y="1909940"/>
                </a:moveTo>
                <a:lnTo>
                  <a:pt x="554616" y="1929351"/>
                </a:lnTo>
                <a:lnTo>
                  <a:pt x="549763" y="1929567"/>
                </a:lnTo>
                <a:cubicBezTo>
                  <a:pt x="508984" y="1909940"/>
                  <a:pt x="508984" y="1909940"/>
                  <a:pt x="508984" y="1909940"/>
                </a:cubicBezTo>
                <a:close/>
                <a:moveTo>
                  <a:pt x="1523932" y="1766505"/>
                </a:moveTo>
                <a:cubicBezTo>
                  <a:pt x="1545077" y="1766505"/>
                  <a:pt x="1545077" y="1766505"/>
                  <a:pt x="1545077" y="1766505"/>
                </a:cubicBezTo>
                <a:lnTo>
                  <a:pt x="1577940" y="1776614"/>
                </a:lnTo>
                <a:lnTo>
                  <a:pt x="1575284" y="1777074"/>
                </a:lnTo>
                <a:cubicBezTo>
                  <a:pt x="1523932" y="1766505"/>
                  <a:pt x="1523932" y="1766505"/>
                  <a:pt x="1523932" y="1766505"/>
                </a:cubicBezTo>
                <a:close/>
                <a:moveTo>
                  <a:pt x="6402329" y="1572886"/>
                </a:moveTo>
                <a:lnTo>
                  <a:pt x="6491177" y="1609437"/>
                </a:lnTo>
                <a:lnTo>
                  <a:pt x="6402329" y="1574757"/>
                </a:lnTo>
                <a:cubicBezTo>
                  <a:pt x="6402329" y="1574757"/>
                  <a:pt x="6402329" y="1574757"/>
                  <a:pt x="6402329" y="1573436"/>
                </a:cubicBezTo>
                <a:close/>
                <a:moveTo>
                  <a:pt x="6381185" y="1564188"/>
                </a:moveTo>
                <a:cubicBezTo>
                  <a:pt x="6381185" y="1564188"/>
                  <a:pt x="6381185" y="1564188"/>
                  <a:pt x="6402329" y="1564188"/>
                </a:cubicBezTo>
                <a:lnTo>
                  <a:pt x="6402329" y="1572886"/>
                </a:lnTo>
                <a:close/>
                <a:moveTo>
                  <a:pt x="1392532" y="1512853"/>
                </a:moveTo>
                <a:cubicBezTo>
                  <a:pt x="1397819" y="1512853"/>
                  <a:pt x="1400462" y="1512853"/>
                  <a:pt x="1400462" y="1514174"/>
                </a:cubicBezTo>
                <a:lnTo>
                  <a:pt x="1400280" y="1514387"/>
                </a:lnTo>
                <a:close/>
                <a:moveTo>
                  <a:pt x="4848638" y="1199752"/>
                </a:moveTo>
                <a:cubicBezTo>
                  <a:pt x="4841110" y="1200507"/>
                  <a:pt x="4839128" y="1202960"/>
                  <a:pt x="4846680" y="1207867"/>
                </a:cubicBezTo>
                <a:cubicBezTo>
                  <a:pt x="4898031" y="1238064"/>
                  <a:pt x="4949383" y="1269770"/>
                  <a:pt x="4999223" y="1299967"/>
                </a:cubicBezTo>
                <a:cubicBezTo>
                  <a:pt x="4988652" y="1289398"/>
                  <a:pt x="4979589" y="1289398"/>
                  <a:pt x="4958444" y="1289398"/>
                </a:cubicBezTo>
                <a:cubicBezTo>
                  <a:pt x="4958444" y="1289398"/>
                  <a:pt x="4958444" y="1289398"/>
                  <a:pt x="4949383" y="1278829"/>
                </a:cubicBezTo>
                <a:cubicBezTo>
                  <a:pt x="4928238" y="1269770"/>
                  <a:pt x="4816473" y="1259201"/>
                  <a:pt x="4846680" y="1278829"/>
                </a:cubicBezTo>
                <a:cubicBezTo>
                  <a:pt x="4908604" y="1299967"/>
                  <a:pt x="4958444" y="1330164"/>
                  <a:pt x="5009796" y="1349791"/>
                </a:cubicBezTo>
                <a:cubicBezTo>
                  <a:pt x="5181975" y="1411695"/>
                  <a:pt x="5355664" y="1463029"/>
                  <a:pt x="5527842" y="1523422"/>
                </a:cubicBezTo>
                <a:cubicBezTo>
                  <a:pt x="5375298" y="1441891"/>
                  <a:pt x="5222754" y="1370929"/>
                  <a:pt x="5080782" y="1289398"/>
                </a:cubicBezTo>
                <a:cubicBezTo>
                  <a:pt x="5121561" y="1289398"/>
                  <a:pt x="5151768" y="1289398"/>
                  <a:pt x="5121561" y="1278829"/>
                </a:cubicBezTo>
                <a:cubicBezTo>
                  <a:pt x="5121561" y="1278829"/>
                  <a:pt x="5121561" y="1278829"/>
                  <a:pt x="4958444" y="1218436"/>
                </a:cubicBezTo>
                <a:cubicBezTo>
                  <a:pt x="4943719" y="1210509"/>
                  <a:pt x="4871222" y="1197487"/>
                  <a:pt x="4848638" y="1199752"/>
                </a:cubicBezTo>
                <a:close/>
                <a:moveTo>
                  <a:pt x="5008154" y="1013741"/>
                </a:moveTo>
                <a:lnTo>
                  <a:pt x="5061148" y="1035746"/>
                </a:lnTo>
                <a:cubicBezTo>
                  <a:pt x="5009796" y="1016118"/>
                  <a:pt x="5009796" y="1016118"/>
                  <a:pt x="5009796" y="1016118"/>
                </a:cubicBezTo>
                <a:close/>
                <a:moveTo>
                  <a:pt x="763673" y="473299"/>
                </a:moveTo>
                <a:lnTo>
                  <a:pt x="770910" y="476164"/>
                </a:lnTo>
                <a:cubicBezTo>
                  <a:pt x="773293" y="477108"/>
                  <a:pt x="773293" y="477108"/>
                  <a:pt x="773293" y="477108"/>
                </a:cubicBezTo>
                <a:cubicBezTo>
                  <a:pt x="762721" y="477108"/>
                  <a:pt x="762721" y="477108"/>
                  <a:pt x="762721" y="477108"/>
                </a:cubicBezTo>
                <a:close/>
                <a:moveTo>
                  <a:pt x="4308388" y="302636"/>
                </a:moveTo>
                <a:lnTo>
                  <a:pt x="4329011" y="310271"/>
                </a:lnTo>
                <a:cubicBezTo>
                  <a:pt x="4339205" y="314046"/>
                  <a:pt x="4339205" y="314046"/>
                  <a:pt x="4339205" y="314046"/>
                </a:cubicBezTo>
                <a:cubicBezTo>
                  <a:pt x="4308998" y="304987"/>
                  <a:pt x="4308998" y="304987"/>
                  <a:pt x="4308998" y="304987"/>
                </a:cubicBezTo>
                <a:close/>
                <a:moveTo>
                  <a:pt x="4226722" y="199140"/>
                </a:moveTo>
                <a:lnTo>
                  <a:pt x="4243865" y="205715"/>
                </a:lnTo>
                <a:lnTo>
                  <a:pt x="4266928" y="216575"/>
                </a:lnTo>
                <a:lnTo>
                  <a:pt x="4257081" y="212321"/>
                </a:lnTo>
                <a:close/>
                <a:moveTo>
                  <a:pt x="3861938" y="40766"/>
                </a:moveTo>
                <a:lnTo>
                  <a:pt x="4226722" y="199140"/>
                </a:lnTo>
                <a:lnTo>
                  <a:pt x="4105102" y="152493"/>
                </a:lnTo>
                <a:cubicBezTo>
                  <a:pt x="4025054" y="111728"/>
                  <a:pt x="3943496" y="81531"/>
                  <a:pt x="3861938" y="40766"/>
                </a:cubicBezTo>
                <a:close/>
                <a:moveTo>
                  <a:pt x="610177" y="0"/>
                </a:moveTo>
                <a:cubicBezTo>
                  <a:pt x="681163" y="19628"/>
                  <a:pt x="743087" y="49825"/>
                  <a:pt x="814073" y="81531"/>
                </a:cubicBezTo>
                <a:cubicBezTo>
                  <a:pt x="833707" y="90590"/>
                  <a:pt x="885058" y="81531"/>
                  <a:pt x="874486" y="70962"/>
                </a:cubicBezTo>
                <a:cubicBezTo>
                  <a:pt x="874486" y="70962"/>
                  <a:pt x="874486" y="70962"/>
                  <a:pt x="823135" y="49825"/>
                </a:cubicBezTo>
                <a:cubicBezTo>
                  <a:pt x="854852" y="60394"/>
                  <a:pt x="885058" y="70962"/>
                  <a:pt x="915265" y="81531"/>
                </a:cubicBezTo>
                <a:cubicBezTo>
                  <a:pt x="904693" y="81531"/>
                  <a:pt x="904693" y="81531"/>
                  <a:pt x="904693" y="90590"/>
                </a:cubicBezTo>
                <a:cubicBezTo>
                  <a:pt x="1016458" y="131356"/>
                  <a:pt x="1128223" y="182690"/>
                  <a:pt x="1239988" y="223456"/>
                </a:cubicBezTo>
                <a:cubicBezTo>
                  <a:pt x="1301912" y="253652"/>
                  <a:pt x="1362326" y="274790"/>
                  <a:pt x="1422739" y="294418"/>
                </a:cubicBezTo>
                <a:cubicBezTo>
                  <a:pt x="1443884" y="304987"/>
                  <a:pt x="1493725" y="294418"/>
                  <a:pt x="1484663" y="283849"/>
                </a:cubicBezTo>
                <a:cubicBezTo>
                  <a:pt x="1452946" y="274790"/>
                  <a:pt x="1422739" y="264221"/>
                  <a:pt x="1403105" y="253652"/>
                </a:cubicBezTo>
                <a:cubicBezTo>
                  <a:pt x="1403105" y="253652"/>
                  <a:pt x="1412167" y="253652"/>
                  <a:pt x="1412167" y="243083"/>
                </a:cubicBezTo>
                <a:cubicBezTo>
                  <a:pt x="1433312" y="253652"/>
                  <a:pt x="1463519" y="243083"/>
                  <a:pt x="1463519" y="234025"/>
                </a:cubicBezTo>
                <a:cubicBezTo>
                  <a:pt x="1463519" y="234025"/>
                  <a:pt x="1463519" y="234025"/>
                  <a:pt x="1452946" y="223456"/>
                </a:cubicBezTo>
                <a:cubicBezTo>
                  <a:pt x="1452946" y="223456"/>
                  <a:pt x="1452946" y="223456"/>
                  <a:pt x="1433312" y="212887"/>
                </a:cubicBezTo>
                <a:cubicBezTo>
                  <a:pt x="1433312" y="212887"/>
                  <a:pt x="1422739" y="212887"/>
                  <a:pt x="1412167" y="212887"/>
                </a:cubicBezTo>
                <a:cubicBezTo>
                  <a:pt x="1332119" y="182690"/>
                  <a:pt x="1261133" y="141925"/>
                  <a:pt x="1179575" y="111728"/>
                </a:cubicBezTo>
                <a:cubicBezTo>
                  <a:pt x="1169002" y="101159"/>
                  <a:pt x="1138796" y="111728"/>
                  <a:pt x="1117651" y="111728"/>
                </a:cubicBezTo>
                <a:cubicBezTo>
                  <a:pt x="1108589" y="111728"/>
                  <a:pt x="1098016" y="111728"/>
                  <a:pt x="1087444" y="111728"/>
                </a:cubicBezTo>
                <a:cubicBezTo>
                  <a:pt x="1087444" y="111728"/>
                  <a:pt x="1087444" y="111728"/>
                  <a:pt x="1067810" y="101159"/>
                </a:cubicBezTo>
                <a:cubicBezTo>
                  <a:pt x="1098016" y="101159"/>
                  <a:pt x="1117651" y="90590"/>
                  <a:pt x="1108589" y="81531"/>
                </a:cubicBezTo>
                <a:cubicBezTo>
                  <a:pt x="1087444" y="70962"/>
                  <a:pt x="1057237" y="60394"/>
                  <a:pt x="1037603" y="49825"/>
                </a:cubicBezTo>
                <a:cubicBezTo>
                  <a:pt x="1087444" y="60394"/>
                  <a:pt x="1128223" y="81531"/>
                  <a:pt x="1179575" y="90590"/>
                </a:cubicBezTo>
                <a:cubicBezTo>
                  <a:pt x="1190147" y="90590"/>
                  <a:pt x="1261133" y="81531"/>
                  <a:pt x="1239988" y="70962"/>
                </a:cubicBezTo>
                <a:cubicBezTo>
                  <a:pt x="1239988" y="70962"/>
                  <a:pt x="1239988" y="70962"/>
                  <a:pt x="1209781" y="60394"/>
                </a:cubicBezTo>
                <a:cubicBezTo>
                  <a:pt x="1209781" y="60394"/>
                  <a:pt x="1209781" y="60394"/>
                  <a:pt x="1270195" y="81531"/>
                </a:cubicBezTo>
                <a:cubicBezTo>
                  <a:pt x="1250561" y="90590"/>
                  <a:pt x="1239988" y="90590"/>
                  <a:pt x="1239988" y="101159"/>
                </a:cubicBezTo>
                <a:cubicBezTo>
                  <a:pt x="1463519" y="182690"/>
                  <a:pt x="1676476" y="283849"/>
                  <a:pt x="1900007" y="375949"/>
                </a:cubicBezTo>
                <a:cubicBezTo>
                  <a:pt x="1910579" y="385008"/>
                  <a:pt x="1970993" y="375949"/>
                  <a:pt x="1961931" y="365380"/>
                </a:cubicBezTo>
                <a:cubicBezTo>
                  <a:pt x="1931724" y="344242"/>
                  <a:pt x="1910579" y="335183"/>
                  <a:pt x="1890945" y="324614"/>
                </a:cubicBezTo>
                <a:cubicBezTo>
                  <a:pt x="1940786" y="344242"/>
                  <a:pt x="1981565" y="365380"/>
                  <a:pt x="2032917" y="385008"/>
                </a:cubicBezTo>
                <a:cubicBezTo>
                  <a:pt x="2043489" y="395577"/>
                  <a:pt x="2073696" y="385008"/>
                  <a:pt x="2084268" y="375949"/>
                </a:cubicBezTo>
                <a:cubicBezTo>
                  <a:pt x="2084268" y="375949"/>
                  <a:pt x="2084268" y="375949"/>
                  <a:pt x="2114475" y="385008"/>
                </a:cubicBezTo>
                <a:cubicBezTo>
                  <a:pt x="2286654" y="466539"/>
                  <a:pt x="2469405" y="537501"/>
                  <a:pt x="2652156" y="599404"/>
                </a:cubicBezTo>
                <a:cubicBezTo>
                  <a:pt x="2662728" y="599404"/>
                  <a:pt x="2662728" y="599404"/>
                  <a:pt x="2673301" y="599404"/>
                </a:cubicBezTo>
                <a:cubicBezTo>
                  <a:pt x="2744287" y="629601"/>
                  <a:pt x="2815273" y="649229"/>
                  <a:pt x="2886259" y="680935"/>
                </a:cubicBezTo>
                <a:cubicBezTo>
                  <a:pt x="2905893" y="680935"/>
                  <a:pt x="2957245" y="670366"/>
                  <a:pt x="2946672" y="659797"/>
                </a:cubicBezTo>
                <a:cubicBezTo>
                  <a:pt x="2946672" y="659797"/>
                  <a:pt x="2946672" y="659797"/>
                  <a:pt x="2825845" y="619032"/>
                </a:cubicBezTo>
                <a:cubicBezTo>
                  <a:pt x="2875686" y="629601"/>
                  <a:pt x="2927038" y="640170"/>
                  <a:pt x="2967817" y="649229"/>
                </a:cubicBezTo>
                <a:cubicBezTo>
                  <a:pt x="2978389" y="649229"/>
                  <a:pt x="3017658" y="649229"/>
                  <a:pt x="3028231" y="640170"/>
                </a:cubicBezTo>
                <a:cubicBezTo>
                  <a:pt x="3257047" y="731515"/>
                  <a:pt x="3488129" y="820217"/>
                  <a:pt x="3721854" y="906466"/>
                </a:cubicBezTo>
                <a:lnTo>
                  <a:pt x="4408200" y="1149839"/>
                </a:lnTo>
                <a:lnTo>
                  <a:pt x="4410380" y="1151437"/>
                </a:lnTo>
                <a:cubicBezTo>
                  <a:pt x="4418121" y="1155400"/>
                  <a:pt x="4426050" y="1158043"/>
                  <a:pt x="4431336" y="1158043"/>
                </a:cubicBezTo>
                <a:lnTo>
                  <a:pt x="4408200" y="1149839"/>
                </a:lnTo>
                <a:lnTo>
                  <a:pt x="4390557" y="1136905"/>
                </a:lnTo>
                <a:cubicBezTo>
                  <a:pt x="4450971" y="1167102"/>
                  <a:pt x="4502322" y="1188239"/>
                  <a:pt x="4562736" y="1207867"/>
                </a:cubicBezTo>
                <a:cubicBezTo>
                  <a:pt x="4573308" y="1207867"/>
                  <a:pt x="4573308" y="1207867"/>
                  <a:pt x="4582370" y="1207867"/>
                </a:cubicBezTo>
                <a:cubicBezTo>
                  <a:pt x="4603515" y="1218436"/>
                  <a:pt x="4704708" y="1229005"/>
                  <a:pt x="4663929" y="1218436"/>
                </a:cubicBezTo>
                <a:cubicBezTo>
                  <a:pt x="4450971" y="1106708"/>
                  <a:pt x="4227440" y="1005549"/>
                  <a:pt x="4025054" y="893822"/>
                </a:cubicBezTo>
                <a:cubicBezTo>
                  <a:pt x="4115675" y="934587"/>
                  <a:pt x="4216867" y="975353"/>
                  <a:pt x="4319571" y="1016118"/>
                </a:cubicBezTo>
                <a:cubicBezTo>
                  <a:pt x="4339205" y="1025177"/>
                  <a:pt x="4379985" y="1025177"/>
                  <a:pt x="4399619" y="1025177"/>
                </a:cubicBezTo>
                <a:cubicBezTo>
                  <a:pt x="4399619" y="1025177"/>
                  <a:pt x="4399619" y="1025177"/>
                  <a:pt x="4491750" y="1065943"/>
                </a:cubicBezTo>
                <a:cubicBezTo>
                  <a:pt x="4521956" y="1076511"/>
                  <a:pt x="4614087" y="1087080"/>
                  <a:pt x="4592942" y="1065943"/>
                </a:cubicBezTo>
                <a:cubicBezTo>
                  <a:pt x="4481177" y="1016118"/>
                  <a:pt x="4379985" y="975353"/>
                  <a:pt x="4278792" y="924018"/>
                </a:cubicBezTo>
                <a:cubicBezTo>
                  <a:pt x="4399619" y="975353"/>
                  <a:pt x="4521956" y="1025177"/>
                  <a:pt x="4644294" y="1065943"/>
                </a:cubicBezTo>
                <a:cubicBezTo>
                  <a:pt x="4663929" y="1076511"/>
                  <a:pt x="4766631" y="1096139"/>
                  <a:pt x="4734914" y="1076511"/>
                </a:cubicBezTo>
                <a:cubicBezTo>
                  <a:pt x="4734914" y="1076511"/>
                  <a:pt x="4734914" y="1076511"/>
                  <a:pt x="4614087" y="1016118"/>
                </a:cubicBezTo>
                <a:cubicBezTo>
                  <a:pt x="4633721" y="1025177"/>
                  <a:pt x="4734914" y="1035746"/>
                  <a:pt x="4704708" y="1016118"/>
                </a:cubicBezTo>
                <a:cubicBezTo>
                  <a:pt x="4633721" y="975353"/>
                  <a:pt x="4573308" y="943646"/>
                  <a:pt x="4502322" y="913449"/>
                </a:cubicBezTo>
                <a:cubicBezTo>
                  <a:pt x="4502322" y="913449"/>
                  <a:pt x="4502322" y="913449"/>
                  <a:pt x="4511384" y="913449"/>
                </a:cubicBezTo>
                <a:cubicBezTo>
                  <a:pt x="4532529" y="913449"/>
                  <a:pt x="4633721" y="934587"/>
                  <a:pt x="4603515" y="913449"/>
                </a:cubicBezTo>
                <a:cubicBezTo>
                  <a:pt x="4450971" y="842487"/>
                  <a:pt x="4308998" y="771525"/>
                  <a:pt x="4167027" y="689994"/>
                </a:cubicBezTo>
                <a:cubicBezTo>
                  <a:pt x="4319571" y="741328"/>
                  <a:pt x="4461542" y="801722"/>
                  <a:pt x="4614087" y="853056"/>
                </a:cubicBezTo>
                <a:cubicBezTo>
                  <a:pt x="4623149" y="853056"/>
                  <a:pt x="4725852" y="872684"/>
                  <a:pt x="4694135" y="853056"/>
                </a:cubicBezTo>
                <a:cubicBezTo>
                  <a:pt x="4644294" y="822859"/>
                  <a:pt x="4603515" y="801722"/>
                  <a:pt x="4552163" y="771525"/>
                </a:cubicBezTo>
                <a:cubicBezTo>
                  <a:pt x="4582370" y="782094"/>
                  <a:pt x="4623149" y="782094"/>
                  <a:pt x="4614087" y="771525"/>
                </a:cubicBezTo>
                <a:cubicBezTo>
                  <a:pt x="4734914" y="831919"/>
                  <a:pt x="4846680" y="883253"/>
                  <a:pt x="4958444" y="934587"/>
                </a:cubicBezTo>
                <a:cubicBezTo>
                  <a:pt x="4938810" y="934587"/>
                  <a:pt x="4928238" y="934587"/>
                  <a:pt x="4949383" y="943646"/>
                </a:cubicBezTo>
                <a:cubicBezTo>
                  <a:pt x="4999223" y="964784"/>
                  <a:pt x="5050575" y="994980"/>
                  <a:pt x="5100417" y="1016118"/>
                </a:cubicBezTo>
                <a:cubicBezTo>
                  <a:pt x="5070965" y="1008191"/>
                  <a:pt x="5017725" y="1006210"/>
                  <a:pt x="5005690" y="1010173"/>
                </a:cubicBezTo>
                <a:lnTo>
                  <a:pt x="5008154" y="1013741"/>
                </a:lnTo>
                <a:lnTo>
                  <a:pt x="4766631" y="913449"/>
                </a:lnTo>
                <a:cubicBezTo>
                  <a:pt x="4745486" y="902881"/>
                  <a:pt x="4633721" y="883253"/>
                  <a:pt x="4674500" y="902881"/>
                </a:cubicBezTo>
                <a:cubicBezTo>
                  <a:pt x="4756059" y="954215"/>
                  <a:pt x="4837617" y="994980"/>
                  <a:pt x="4919175" y="1035746"/>
                </a:cubicBezTo>
                <a:cubicBezTo>
                  <a:pt x="4898031" y="1025177"/>
                  <a:pt x="4867824" y="1025177"/>
                  <a:pt x="4846680" y="1016118"/>
                </a:cubicBezTo>
                <a:cubicBezTo>
                  <a:pt x="4837617" y="1016118"/>
                  <a:pt x="4756059" y="1005549"/>
                  <a:pt x="4796838" y="1025177"/>
                </a:cubicBezTo>
                <a:cubicBezTo>
                  <a:pt x="4958444" y="1127846"/>
                  <a:pt x="5141196" y="1198808"/>
                  <a:pt x="5325457" y="1269770"/>
                </a:cubicBezTo>
                <a:cubicBezTo>
                  <a:pt x="5314885" y="1269770"/>
                  <a:pt x="5314885" y="1269770"/>
                  <a:pt x="5325457" y="1278829"/>
                </a:cubicBezTo>
                <a:cubicBezTo>
                  <a:pt x="5325457" y="1278829"/>
                  <a:pt x="5325457" y="1278829"/>
                  <a:pt x="5345092" y="1289398"/>
                </a:cubicBezTo>
                <a:cubicBezTo>
                  <a:pt x="5222754" y="1238064"/>
                  <a:pt x="5100417" y="1188239"/>
                  <a:pt x="4979589" y="1136905"/>
                </a:cubicBezTo>
                <a:cubicBezTo>
                  <a:pt x="4938810" y="1117277"/>
                  <a:pt x="4846680" y="1117277"/>
                  <a:pt x="4878396" y="1127846"/>
                </a:cubicBezTo>
                <a:cubicBezTo>
                  <a:pt x="5061148" y="1218436"/>
                  <a:pt x="5263533" y="1310536"/>
                  <a:pt x="5446284" y="1411695"/>
                </a:cubicBezTo>
                <a:cubicBezTo>
                  <a:pt x="5467429" y="1422263"/>
                  <a:pt x="5517270" y="1422263"/>
                  <a:pt x="5538415" y="1422263"/>
                </a:cubicBezTo>
                <a:cubicBezTo>
                  <a:pt x="5690959" y="1493226"/>
                  <a:pt x="5843504" y="1564188"/>
                  <a:pt x="5974903" y="1635150"/>
                </a:cubicBezTo>
                <a:cubicBezTo>
                  <a:pt x="5802725" y="1574757"/>
                  <a:pt x="5629036" y="1502284"/>
                  <a:pt x="5456857" y="1431322"/>
                </a:cubicBezTo>
                <a:cubicBezTo>
                  <a:pt x="5416078" y="1422263"/>
                  <a:pt x="5314885" y="1411695"/>
                  <a:pt x="5345092" y="1422263"/>
                </a:cubicBezTo>
                <a:cubicBezTo>
                  <a:pt x="5416078" y="1463029"/>
                  <a:pt x="5487064" y="1493226"/>
                  <a:pt x="5558050" y="1523422"/>
                </a:cubicBezTo>
                <a:cubicBezTo>
                  <a:pt x="6097241" y="1695543"/>
                  <a:pt x="6645494" y="1848036"/>
                  <a:pt x="7193747" y="1989961"/>
                </a:cubicBezTo>
                <a:cubicBezTo>
                  <a:pt x="6849390" y="1858605"/>
                  <a:pt x="6492949" y="1757446"/>
                  <a:pt x="6157654" y="1604953"/>
                </a:cubicBezTo>
                <a:cubicBezTo>
                  <a:pt x="6421964" y="1684974"/>
                  <a:pt x="6737624" y="1828409"/>
                  <a:pt x="7001934" y="1918999"/>
                </a:cubicBezTo>
                <a:cubicBezTo>
                  <a:pt x="7032141" y="1918999"/>
                  <a:pt x="7133334" y="1929567"/>
                  <a:pt x="7092555" y="1909940"/>
                </a:cubicBezTo>
                <a:cubicBezTo>
                  <a:pt x="6920376" y="1837467"/>
                  <a:pt x="6727052" y="1777074"/>
                  <a:pt x="6544301" y="1695543"/>
                </a:cubicBezTo>
                <a:cubicBezTo>
                  <a:pt x="6757259" y="1766505"/>
                  <a:pt x="6991362" y="1869174"/>
                  <a:pt x="7193747" y="1929567"/>
                </a:cubicBezTo>
                <a:cubicBezTo>
                  <a:pt x="7214892" y="1940136"/>
                  <a:pt x="7326657" y="1940136"/>
                  <a:pt x="7285878" y="1929567"/>
                </a:cubicBezTo>
                <a:cubicBezTo>
                  <a:pt x="7138620" y="1868419"/>
                  <a:pt x="6986076" y="1809913"/>
                  <a:pt x="6833531" y="1750275"/>
                </a:cubicBezTo>
                <a:lnTo>
                  <a:pt x="6491177" y="1609437"/>
                </a:lnTo>
                <a:lnTo>
                  <a:pt x="6762545" y="1715360"/>
                </a:lnTo>
                <a:cubicBezTo>
                  <a:pt x="6881862" y="1759711"/>
                  <a:pt x="7001179" y="1802741"/>
                  <a:pt x="7122761" y="1848036"/>
                </a:cubicBezTo>
                <a:cubicBezTo>
                  <a:pt x="7163541" y="1858605"/>
                  <a:pt x="7245099" y="1858605"/>
                  <a:pt x="7223954" y="1848036"/>
                </a:cubicBezTo>
                <a:cubicBezTo>
                  <a:pt x="7223954" y="1848036"/>
                  <a:pt x="7223954" y="1848036"/>
                  <a:pt x="7193747" y="1837467"/>
                </a:cubicBezTo>
                <a:cubicBezTo>
                  <a:pt x="7234527" y="1848036"/>
                  <a:pt x="7305513" y="1837467"/>
                  <a:pt x="7264733" y="1828409"/>
                </a:cubicBezTo>
                <a:cubicBezTo>
                  <a:pt x="7245099" y="1817840"/>
                  <a:pt x="7163541" y="1796702"/>
                  <a:pt x="7092555" y="1766505"/>
                </a:cubicBezTo>
                <a:cubicBezTo>
                  <a:pt x="7133334" y="1777074"/>
                  <a:pt x="7193747" y="1777074"/>
                  <a:pt x="7174113" y="1766505"/>
                </a:cubicBezTo>
                <a:cubicBezTo>
                  <a:pt x="7103127" y="1736309"/>
                  <a:pt x="7032141" y="1716681"/>
                  <a:pt x="6961155" y="1684974"/>
                </a:cubicBezTo>
                <a:cubicBezTo>
                  <a:pt x="6991362" y="1684974"/>
                  <a:pt x="7032141" y="1684974"/>
                  <a:pt x="7010996" y="1675915"/>
                </a:cubicBezTo>
                <a:cubicBezTo>
                  <a:pt x="6808611" y="1574757"/>
                  <a:pt x="6594143" y="1482657"/>
                  <a:pt x="6381185" y="1390557"/>
                </a:cubicBezTo>
                <a:cubicBezTo>
                  <a:pt x="6178799" y="1299967"/>
                  <a:pt x="5964330" y="1198808"/>
                  <a:pt x="5751373" y="1106708"/>
                </a:cubicBezTo>
                <a:cubicBezTo>
                  <a:pt x="5761945" y="1106708"/>
                  <a:pt x="5772517" y="1106708"/>
                  <a:pt x="5761945" y="1096139"/>
                </a:cubicBezTo>
                <a:cubicBezTo>
                  <a:pt x="5761945" y="1096139"/>
                  <a:pt x="5761945" y="1096139"/>
                  <a:pt x="5416078" y="943646"/>
                </a:cubicBezTo>
                <a:cubicBezTo>
                  <a:pt x="5385871" y="924018"/>
                  <a:pt x="5355664" y="902881"/>
                  <a:pt x="5325457" y="893822"/>
                </a:cubicBezTo>
                <a:cubicBezTo>
                  <a:pt x="5325457" y="893822"/>
                  <a:pt x="5325457" y="893822"/>
                  <a:pt x="5334519" y="893822"/>
                </a:cubicBezTo>
                <a:cubicBezTo>
                  <a:pt x="5435712" y="943646"/>
                  <a:pt x="5547477" y="984412"/>
                  <a:pt x="5650180" y="1035746"/>
                </a:cubicBezTo>
                <a:cubicBezTo>
                  <a:pt x="5690959" y="1046315"/>
                  <a:pt x="5772517" y="1046315"/>
                  <a:pt x="5751373" y="1035746"/>
                </a:cubicBezTo>
                <a:cubicBezTo>
                  <a:pt x="5547477" y="954215"/>
                  <a:pt x="5334519" y="863625"/>
                  <a:pt x="5162341" y="751897"/>
                </a:cubicBezTo>
                <a:cubicBezTo>
                  <a:pt x="5121561" y="730760"/>
                  <a:pt x="5029430" y="730760"/>
                  <a:pt x="5040003" y="741328"/>
                </a:cubicBezTo>
                <a:cubicBezTo>
                  <a:pt x="5040003" y="741328"/>
                  <a:pt x="5040003" y="741328"/>
                  <a:pt x="5061148" y="751897"/>
                </a:cubicBezTo>
                <a:cubicBezTo>
                  <a:pt x="5061148" y="751897"/>
                  <a:pt x="5061148" y="751897"/>
                  <a:pt x="4786266" y="619032"/>
                </a:cubicBezTo>
                <a:cubicBezTo>
                  <a:pt x="4816473" y="629601"/>
                  <a:pt x="4846680" y="629601"/>
                  <a:pt x="4827045" y="619032"/>
                </a:cubicBezTo>
                <a:cubicBezTo>
                  <a:pt x="4827045" y="608463"/>
                  <a:pt x="4827045" y="608463"/>
                  <a:pt x="4816473" y="608463"/>
                </a:cubicBezTo>
                <a:cubicBezTo>
                  <a:pt x="4816473" y="608463"/>
                  <a:pt x="4816473" y="608463"/>
                  <a:pt x="4786266" y="588835"/>
                </a:cubicBezTo>
                <a:cubicBezTo>
                  <a:pt x="4816473" y="599404"/>
                  <a:pt x="4857252" y="599404"/>
                  <a:pt x="4846680" y="588835"/>
                </a:cubicBezTo>
                <a:cubicBezTo>
                  <a:pt x="4766631" y="548070"/>
                  <a:pt x="4694135" y="517873"/>
                  <a:pt x="4623149" y="477108"/>
                </a:cubicBezTo>
                <a:cubicBezTo>
                  <a:pt x="4633721" y="477108"/>
                  <a:pt x="4644294" y="487676"/>
                  <a:pt x="4653356" y="487676"/>
                </a:cubicBezTo>
                <a:cubicBezTo>
                  <a:pt x="4653356" y="487676"/>
                  <a:pt x="4653356" y="487676"/>
                  <a:pt x="4898031" y="608463"/>
                </a:cubicBezTo>
                <a:cubicBezTo>
                  <a:pt x="4919175" y="619032"/>
                  <a:pt x="4969017" y="629601"/>
                  <a:pt x="4988652" y="619032"/>
                </a:cubicBezTo>
                <a:cubicBezTo>
                  <a:pt x="5222754" y="730760"/>
                  <a:pt x="5456857" y="831919"/>
                  <a:pt x="5690959" y="943646"/>
                </a:cubicBezTo>
                <a:cubicBezTo>
                  <a:pt x="5731739" y="964784"/>
                  <a:pt x="5822359" y="964784"/>
                  <a:pt x="5792152" y="954215"/>
                </a:cubicBezTo>
                <a:cubicBezTo>
                  <a:pt x="5538415" y="831919"/>
                  <a:pt x="5284678" y="711132"/>
                  <a:pt x="5020369" y="599404"/>
                </a:cubicBezTo>
                <a:cubicBezTo>
                  <a:pt x="4999223" y="588835"/>
                  <a:pt x="4958444" y="588835"/>
                  <a:pt x="4938810" y="588835"/>
                </a:cubicBezTo>
                <a:cubicBezTo>
                  <a:pt x="4756059" y="496736"/>
                  <a:pt x="4582370" y="406145"/>
                  <a:pt x="4410191" y="314046"/>
                </a:cubicBezTo>
                <a:cubicBezTo>
                  <a:pt x="4379607" y="299325"/>
                  <a:pt x="4320987" y="289700"/>
                  <a:pt x="4306332" y="294725"/>
                </a:cubicBezTo>
                <a:lnTo>
                  <a:pt x="4308388" y="302636"/>
                </a:lnTo>
                <a:lnTo>
                  <a:pt x="4304798" y="301306"/>
                </a:lnTo>
                <a:cubicBezTo>
                  <a:pt x="4293329" y="297060"/>
                  <a:pt x="4278036" y="291398"/>
                  <a:pt x="4257647" y="283849"/>
                </a:cubicBezTo>
                <a:cubicBezTo>
                  <a:pt x="4145882" y="234025"/>
                  <a:pt x="4044689" y="172121"/>
                  <a:pt x="3943496" y="122297"/>
                </a:cubicBezTo>
                <a:cubicBezTo>
                  <a:pt x="3963131" y="131356"/>
                  <a:pt x="3993337" y="131356"/>
                  <a:pt x="4014482" y="141925"/>
                </a:cubicBezTo>
                <a:cubicBezTo>
                  <a:pt x="4105102" y="182690"/>
                  <a:pt x="4197233" y="223456"/>
                  <a:pt x="4287854" y="264221"/>
                </a:cubicBezTo>
                <a:cubicBezTo>
                  <a:pt x="4319571" y="274790"/>
                  <a:pt x="4410191" y="283849"/>
                  <a:pt x="4390557" y="274790"/>
                </a:cubicBezTo>
                <a:lnTo>
                  <a:pt x="4266928" y="216575"/>
                </a:lnTo>
                <a:lnTo>
                  <a:pt x="4452174" y="296612"/>
                </a:lnTo>
                <a:cubicBezTo>
                  <a:pt x="4516765" y="324048"/>
                  <a:pt x="4580860" y="350659"/>
                  <a:pt x="4644294" y="375949"/>
                </a:cubicBezTo>
                <a:cubicBezTo>
                  <a:pt x="4674500" y="385008"/>
                  <a:pt x="4775694" y="395577"/>
                  <a:pt x="4734914" y="375949"/>
                </a:cubicBezTo>
                <a:cubicBezTo>
                  <a:pt x="4502322" y="253652"/>
                  <a:pt x="4278792" y="141925"/>
                  <a:pt x="4055262" y="19628"/>
                </a:cubicBezTo>
                <a:cubicBezTo>
                  <a:pt x="4126247" y="49825"/>
                  <a:pt x="4206296" y="81531"/>
                  <a:pt x="4278792" y="111728"/>
                </a:cubicBezTo>
                <a:cubicBezTo>
                  <a:pt x="4298426" y="122297"/>
                  <a:pt x="4379985" y="131356"/>
                  <a:pt x="4379985" y="122297"/>
                </a:cubicBezTo>
                <a:cubicBezTo>
                  <a:pt x="4420764" y="122297"/>
                  <a:pt x="4450971" y="122297"/>
                  <a:pt x="4431336" y="111728"/>
                </a:cubicBezTo>
                <a:cubicBezTo>
                  <a:pt x="4358840" y="81531"/>
                  <a:pt x="4287854" y="40766"/>
                  <a:pt x="4227440" y="9059"/>
                </a:cubicBezTo>
                <a:cubicBezTo>
                  <a:pt x="4399619" y="81531"/>
                  <a:pt x="4562736" y="152493"/>
                  <a:pt x="4734914" y="234025"/>
                </a:cubicBezTo>
                <a:cubicBezTo>
                  <a:pt x="4766631" y="243083"/>
                  <a:pt x="4867824" y="253652"/>
                  <a:pt x="4837617" y="234025"/>
                </a:cubicBezTo>
                <a:cubicBezTo>
                  <a:pt x="4837617" y="234025"/>
                  <a:pt x="4837617" y="234025"/>
                  <a:pt x="4491750" y="70962"/>
                </a:cubicBezTo>
                <a:cubicBezTo>
                  <a:pt x="4491750" y="70962"/>
                  <a:pt x="4491750" y="70962"/>
                  <a:pt x="4502322" y="70962"/>
                </a:cubicBezTo>
                <a:cubicBezTo>
                  <a:pt x="4674500" y="152493"/>
                  <a:pt x="4846680" y="223456"/>
                  <a:pt x="5009796" y="304987"/>
                </a:cubicBezTo>
                <a:cubicBezTo>
                  <a:pt x="5050575" y="324614"/>
                  <a:pt x="5132134" y="324614"/>
                  <a:pt x="5110989" y="314046"/>
                </a:cubicBezTo>
                <a:cubicBezTo>
                  <a:pt x="5110989" y="314046"/>
                  <a:pt x="5110989" y="314046"/>
                  <a:pt x="5020369" y="274790"/>
                </a:cubicBezTo>
                <a:cubicBezTo>
                  <a:pt x="5070209" y="294418"/>
                  <a:pt x="5132134" y="314046"/>
                  <a:pt x="5192547" y="335183"/>
                </a:cubicBezTo>
                <a:cubicBezTo>
                  <a:pt x="5172913" y="335183"/>
                  <a:pt x="5172913" y="344242"/>
                  <a:pt x="5172913" y="344242"/>
                </a:cubicBezTo>
                <a:cubicBezTo>
                  <a:pt x="5385871" y="436342"/>
                  <a:pt x="5598829" y="528442"/>
                  <a:pt x="5802725" y="599404"/>
                </a:cubicBezTo>
                <a:cubicBezTo>
                  <a:pt x="5914490" y="649229"/>
                  <a:pt x="6026255" y="700563"/>
                  <a:pt x="6127448" y="751897"/>
                </a:cubicBezTo>
                <a:cubicBezTo>
                  <a:pt x="6168227" y="760956"/>
                  <a:pt x="6260357" y="760956"/>
                  <a:pt x="6228640" y="751897"/>
                </a:cubicBezTo>
                <a:cubicBezTo>
                  <a:pt x="6178799" y="730760"/>
                  <a:pt x="6138020" y="711132"/>
                  <a:pt x="6086668" y="689994"/>
                </a:cubicBezTo>
                <a:cubicBezTo>
                  <a:pt x="6086668" y="689994"/>
                  <a:pt x="6097241" y="689994"/>
                  <a:pt x="6107813" y="689994"/>
                </a:cubicBezTo>
                <a:cubicBezTo>
                  <a:pt x="6147082" y="700563"/>
                  <a:pt x="6198434" y="700563"/>
                  <a:pt x="6178799" y="689994"/>
                </a:cubicBezTo>
                <a:cubicBezTo>
                  <a:pt x="6178799" y="689994"/>
                  <a:pt x="6178799" y="689994"/>
                  <a:pt x="6168227" y="670366"/>
                </a:cubicBezTo>
                <a:cubicBezTo>
                  <a:pt x="6168227" y="670366"/>
                  <a:pt x="6168227" y="670366"/>
                  <a:pt x="6138020" y="659797"/>
                </a:cubicBezTo>
                <a:cubicBezTo>
                  <a:pt x="6116875" y="649229"/>
                  <a:pt x="6107813" y="649229"/>
                  <a:pt x="6086668" y="649229"/>
                </a:cubicBezTo>
                <a:cubicBezTo>
                  <a:pt x="5944697" y="588835"/>
                  <a:pt x="5802725" y="517873"/>
                  <a:pt x="5660753" y="455970"/>
                </a:cubicBezTo>
                <a:cubicBezTo>
                  <a:pt x="5629036" y="446911"/>
                  <a:pt x="5579194" y="446911"/>
                  <a:pt x="5558050" y="446911"/>
                </a:cubicBezTo>
                <a:cubicBezTo>
                  <a:pt x="5558050" y="446911"/>
                  <a:pt x="5558050" y="446911"/>
                  <a:pt x="5538415" y="436342"/>
                </a:cubicBezTo>
                <a:cubicBezTo>
                  <a:pt x="5538415" y="436342"/>
                  <a:pt x="5517270" y="436342"/>
                  <a:pt x="5508208" y="436342"/>
                </a:cubicBezTo>
                <a:cubicBezTo>
                  <a:pt x="5508208" y="436342"/>
                  <a:pt x="5508208" y="436342"/>
                  <a:pt x="5467429" y="416714"/>
                </a:cubicBezTo>
                <a:cubicBezTo>
                  <a:pt x="5508208" y="416714"/>
                  <a:pt x="5547477" y="416714"/>
                  <a:pt x="5527842" y="406145"/>
                </a:cubicBezTo>
                <a:cubicBezTo>
                  <a:pt x="5476491" y="385008"/>
                  <a:pt x="5435712" y="365380"/>
                  <a:pt x="5385871" y="344242"/>
                </a:cubicBezTo>
                <a:cubicBezTo>
                  <a:pt x="5476491" y="375949"/>
                  <a:pt x="5568622" y="406145"/>
                  <a:pt x="5650180" y="436342"/>
                </a:cubicBezTo>
                <a:cubicBezTo>
                  <a:pt x="5669815" y="436342"/>
                  <a:pt x="5781580" y="455970"/>
                  <a:pt x="5740801" y="436342"/>
                </a:cubicBezTo>
                <a:cubicBezTo>
                  <a:pt x="5740801" y="436342"/>
                  <a:pt x="5740801" y="436342"/>
                  <a:pt x="5690959" y="406145"/>
                </a:cubicBezTo>
                <a:cubicBezTo>
                  <a:pt x="5690959" y="406145"/>
                  <a:pt x="5690959" y="406145"/>
                  <a:pt x="5813297" y="455970"/>
                </a:cubicBezTo>
                <a:cubicBezTo>
                  <a:pt x="5772517" y="455970"/>
                  <a:pt x="5751373" y="455970"/>
                  <a:pt x="5761945" y="466539"/>
                </a:cubicBezTo>
                <a:cubicBezTo>
                  <a:pt x="6178799" y="629601"/>
                  <a:pt x="6574508" y="831919"/>
                  <a:pt x="6991362" y="984412"/>
                </a:cubicBezTo>
                <a:cubicBezTo>
                  <a:pt x="7021568" y="994980"/>
                  <a:pt x="7122761" y="1005549"/>
                  <a:pt x="7092555" y="984412"/>
                </a:cubicBezTo>
                <a:cubicBezTo>
                  <a:pt x="7092555" y="984412"/>
                  <a:pt x="7092555" y="984412"/>
                  <a:pt x="6961155" y="924018"/>
                </a:cubicBezTo>
                <a:cubicBezTo>
                  <a:pt x="7051775" y="954215"/>
                  <a:pt x="7133334" y="994980"/>
                  <a:pt x="7223954" y="1025177"/>
                </a:cubicBezTo>
                <a:cubicBezTo>
                  <a:pt x="7255671" y="1035746"/>
                  <a:pt x="7305513" y="1035746"/>
                  <a:pt x="7326657" y="1035746"/>
                </a:cubicBezTo>
                <a:cubicBezTo>
                  <a:pt x="7326657" y="1035746"/>
                  <a:pt x="7326657" y="1035746"/>
                  <a:pt x="7367436" y="1046315"/>
                </a:cubicBezTo>
                <a:cubicBezTo>
                  <a:pt x="7529043" y="1127846"/>
                  <a:pt x="7702732" y="1198808"/>
                  <a:pt x="7874911" y="1259201"/>
                </a:cubicBezTo>
                <a:cubicBezTo>
                  <a:pt x="8038027" y="1319595"/>
                  <a:pt x="8220778" y="1381498"/>
                  <a:pt x="8392956" y="1431322"/>
                </a:cubicBezTo>
                <a:cubicBezTo>
                  <a:pt x="8403529" y="1441891"/>
                  <a:pt x="8414102" y="1441891"/>
                  <a:pt x="8423164" y="1441891"/>
                </a:cubicBezTo>
                <a:cubicBezTo>
                  <a:pt x="8556073" y="1482657"/>
                  <a:pt x="8698046" y="1533991"/>
                  <a:pt x="8829444" y="1583815"/>
                </a:cubicBezTo>
                <a:cubicBezTo>
                  <a:pt x="8870224" y="1594384"/>
                  <a:pt x="8951782" y="1583815"/>
                  <a:pt x="8932148" y="1574757"/>
                </a:cubicBezTo>
                <a:cubicBezTo>
                  <a:pt x="8850590" y="1553619"/>
                  <a:pt x="8779604" y="1523422"/>
                  <a:pt x="8698046" y="1502284"/>
                </a:cubicBezTo>
                <a:cubicBezTo>
                  <a:pt x="8790176" y="1523422"/>
                  <a:pt x="8880796" y="1553619"/>
                  <a:pt x="8962354" y="1574757"/>
                </a:cubicBezTo>
                <a:cubicBezTo>
                  <a:pt x="8981990" y="1574757"/>
                  <a:pt x="9043914" y="1583815"/>
                  <a:pt x="9063548" y="1583815"/>
                </a:cubicBezTo>
                <a:cubicBezTo>
                  <a:pt x="10039227" y="1918999"/>
                  <a:pt x="11014906" y="2223985"/>
                  <a:pt x="12010220" y="2498775"/>
                </a:cubicBezTo>
                <a:cubicBezTo>
                  <a:pt x="12081207" y="2498775"/>
                  <a:pt x="12141620" y="2498775"/>
                  <a:pt x="12203543" y="2488206"/>
                </a:cubicBezTo>
                <a:cubicBezTo>
                  <a:pt x="12214117" y="2488206"/>
                  <a:pt x="12263957" y="2468578"/>
                  <a:pt x="12244322" y="2468578"/>
                </a:cubicBezTo>
                <a:cubicBezTo>
                  <a:pt x="12223178" y="2458009"/>
                  <a:pt x="12203543" y="2447440"/>
                  <a:pt x="12182399" y="2436871"/>
                </a:cubicBezTo>
                <a:cubicBezTo>
                  <a:pt x="12192972" y="2436871"/>
                  <a:pt x="12214117" y="2427812"/>
                  <a:pt x="12214117" y="2417244"/>
                </a:cubicBezTo>
                <a:cubicBezTo>
                  <a:pt x="12263957" y="2427812"/>
                  <a:pt x="12325882" y="2436871"/>
                  <a:pt x="12386295" y="2447440"/>
                </a:cubicBezTo>
                <a:cubicBezTo>
                  <a:pt x="12375722" y="2458009"/>
                  <a:pt x="12366661" y="2458009"/>
                  <a:pt x="12375722" y="2458009"/>
                </a:cubicBezTo>
                <a:cubicBezTo>
                  <a:pt x="12396867" y="2468578"/>
                  <a:pt x="12427074" y="2477637"/>
                  <a:pt x="12446708" y="2477637"/>
                </a:cubicBezTo>
                <a:cubicBezTo>
                  <a:pt x="12427074" y="2488206"/>
                  <a:pt x="12396867" y="2507834"/>
                  <a:pt x="12405930" y="2507834"/>
                </a:cubicBezTo>
                <a:cubicBezTo>
                  <a:pt x="12405930" y="2507834"/>
                  <a:pt x="12405930" y="2507834"/>
                  <a:pt x="12427074" y="2518402"/>
                </a:cubicBezTo>
                <a:cubicBezTo>
                  <a:pt x="12375722" y="2507834"/>
                  <a:pt x="12334943" y="2498775"/>
                  <a:pt x="12285101" y="2498775"/>
                </a:cubicBezTo>
                <a:cubicBezTo>
                  <a:pt x="12274530" y="2498775"/>
                  <a:pt x="12223178" y="2518402"/>
                  <a:pt x="12233751" y="2518402"/>
                </a:cubicBezTo>
                <a:cubicBezTo>
                  <a:pt x="12274530" y="2539540"/>
                  <a:pt x="12325882" y="2548599"/>
                  <a:pt x="12366661" y="2559168"/>
                </a:cubicBezTo>
                <a:cubicBezTo>
                  <a:pt x="12345515" y="2559168"/>
                  <a:pt x="12334943" y="2559168"/>
                  <a:pt x="12325882" y="2569737"/>
                </a:cubicBezTo>
                <a:cubicBezTo>
                  <a:pt x="12325882" y="2569737"/>
                  <a:pt x="12315308" y="2569737"/>
                  <a:pt x="12304736" y="2569737"/>
                </a:cubicBezTo>
                <a:cubicBezTo>
                  <a:pt x="12467853" y="2619561"/>
                  <a:pt x="12640031" y="2660327"/>
                  <a:pt x="12803149" y="2701092"/>
                </a:cubicBezTo>
                <a:cubicBezTo>
                  <a:pt x="12813720" y="2690523"/>
                  <a:pt x="12822783" y="2681464"/>
                  <a:pt x="12813720" y="2681464"/>
                </a:cubicBezTo>
                <a:cubicBezTo>
                  <a:pt x="12813720" y="2681464"/>
                  <a:pt x="12813720" y="2681464"/>
                  <a:pt x="12792576" y="2681464"/>
                </a:cubicBezTo>
                <a:cubicBezTo>
                  <a:pt x="12803149" y="2670896"/>
                  <a:pt x="12813720" y="2670896"/>
                  <a:pt x="12813720" y="2660327"/>
                </a:cubicBezTo>
                <a:cubicBezTo>
                  <a:pt x="12833355" y="2660327"/>
                  <a:pt x="12863562" y="2651268"/>
                  <a:pt x="12863562" y="2640699"/>
                </a:cubicBezTo>
                <a:cubicBezTo>
                  <a:pt x="12863562" y="2640699"/>
                  <a:pt x="12863562" y="2640699"/>
                  <a:pt x="12985899" y="2651268"/>
                </a:cubicBezTo>
                <a:cubicBezTo>
                  <a:pt x="13005533" y="2651268"/>
                  <a:pt x="13046314" y="2619561"/>
                  <a:pt x="13035741" y="2619561"/>
                </a:cubicBezTo>
                <a:cubicBezTo>
                  <a:pt x="12985899" y="2610502"/>
                  <a:pt x="12833355" y="2610502"/>
                  <a:pt x="12792576" y="2578796"/>
                </a:cubicBezTo>
                <a:cubicBezTo>
                  <a:pt x="12792576" y="2578796"/>
                  <a:pt x="12792576" y="2578796"/>
                  <a:pt x="12955693" y="2599933"/>
                </a:cubicBezTo>
                <a:cubicBezTo>
                  <a:pt x="12964754" y="2599933"/>
                  <a:pt x="12964754" y="2599933"/>
                  <a:pt x="12975327" y="2599933"/>
                </a:cubicBezTo>
                <a:cubicBezTo>
                  <a:pt x="13035741" y="2619561"/>
                  <a:pt x="13097664" y="2630130"/>
                  <a:pt x="13158078" y="2640699"/>
                </a:cubicBezTo>
                <a:cubicBezTo>
                  <a:pt x="13127872" y="2640699"/>
                  <a:pt x="13097664" y="2640699"/>
                  <a:pt x="13076519" y="2651268"/>
                </a:cubicBezTo>
                <a:cubicBezTo>
                  <a:pt x="13067458" y="2651268"/>
                  <a:pt x="13056885" y="2660327"/>
                  <a:pt x="13046314" y="2670896"/>
                </a:cubicBezTo>
                <a:cubicBezTo>
                  <a:pt x="12996472" y="2670896"/>
                  <a:pt x="12955693" y="2670896"/>
                  <a:pt x="12904341" y="2681464"/>
                </a:cubicBezTo>
                <a:cubicBezTo>
                  <a:pt x="12904341" y="2690523"/>
                  <a:pt x="12852989" y="2701092"/>
                  <a:pt x="12874134" y="2711661"/>
                </a:cubicBezTo>
                <a:cubicBezTo>
                  <a:pt x="12899810" y="2721475"/>
                  <a:pt x="12927751" y="2729024"/>
                  <a:pt x="12955504" y="2735441"/>
                </a:cubicBezTo>
                <a:lnTo>
                  <a:pt x="12988483" y="2742423"/>
                </a:lnTo>
                <a:lnTo>
                  <a:pt x="12975327" y="2741858"/>
                </a:lnTo>
                <a:cubicBezTo>
                  <a:pt x="13097664" y="2772054"/>
                  <a:pt x="13229064" y="2803761"/>
                  <a:pt x="13351402" y="2833957"/>
                </a:cubicBezTo>
                <a:cubicBezTo>
                  <a:pt x="13361974" y="2833957"/>
                  <a:pt x="13361974" y="2833957"/>
                  <a:pt x="13361974" y="2823389"/>
                </a:cubicBezTo>
                <a:cubicBezTo>
                  <a:pt x="13402753" y="2833957"/>
                  <a:pt x="13432960" y="2833957"/>
                  <a:pt x="13473739" y="2833957"/>
                </a:cubicBezTo>
                <a:cubicBezTo>
                  <a:pt x="13482802" y="2833957"/>
                  <a:pt x="13514518" y="2823389"/>
                  <a:pt x="13514518" y="2812820"/>
                </a:cubicBezTo>
                <a:cubicBezTo>
                  <a:pt x="13555297" y="2812820"/>
                  <a:pt x="13585504" y="2823389"/>
                  <a:pt x="13615712" y="2823389"/>
                </a:cubicBezTo>
                <a:cubicBezTo>
                  <a:pt x="13635346" y="2833957"/>
                  <a:pt x="13686697" y="2803761"/>
                  <a:pt x="13667062" y="2803761"/>
                </a:cubicBezTo>
                <a:cubicBezTo>
                  <a:pt x="13626283" y="2793192"/>
                  <a:pt x="13585504" y="2782623"/>
                  <a:pt x="13534152" y="2782623"/>
                </a:cubicBezTo>
                <a:cubicBezTo>
                  <a:pt x="13555297" y="2772054"/>
                  <a:pt x="13574933" y="2752427"/>
                  <a:pt x="13564360" y="2752427"/>
                </a:cubicBezTo>
                <a:cubicBezTo>
                  <a:pt x="13372547" y="2722230"/>
                  <a:pt x="13168650" y="2741858"/>
                  <a:pt x="12975327" y="2701092"/>
                </a:cubicBezTo>
                <a:cubicBezTo>
                  <a:pt x="13108237" y="2690523"/>
                  <a:pt x="13269843" y="2731289"/>
                  <a:pt x="13402753" y="2731289"/>
                </a:cubicBezTo>
                <a:cubicBezTo>
                  <a:pt x="13411816" y="2731289"/>
                  <a:pt x="13463166" y="2701092"/>
                  <a:pt x="13443533" y="2701092"/>
                </a:cubicBezTo>
                <a:cubicBezTo>
                  <a:pt x="13351402" y="2681464"/>
                  <a:pt x="13260781" y="2681464"/>
                  <a:pt x="13168650" y="2660327"/>
                </a:cubicBezTo>
                <a:cubicBezTo>
                  <a:pt x="13280416" y="2660327"/>
                  <a:pt x="13392181" y="2690523"/>
                  <a:pt x="13493373" y="2690523"/>
                </a:cubicBezTo>
                <a:cubicBezTo>
                  <a:pt x="13503946" y="2690523"/>
                  <a:pt x="13555297" y="2660327"/>
                  <a:pt x="13534152" y="2660327"/>
                </a:cubicBezTo>
                <a:cubicBezTo>
                  <a:pt x="13457880" y="2645228"/>
                  <a:pt x="13381608" y="2635037"/>
                  <a:pt x="13306658" y="2624846"/>
                </a:cubicBezTo>
                <a:lnTo>
                  <a:pt x="13216927" y="2610346"/>
                </a:lnTo>
                <a:lnTo>
                  <a:pt x="13275696" y="2617108"/>
                </a:lnTo>
                <a:cubicBezTo>
                  <a:pt x="13334033" y="2622203"/>
                  <a:pt x="13392181" y="2624846"/>
                  <a:pt x="13452594" y="2630130"/>
                </a:cubicBezTo>
                <a:cubicBezTo>
                  <a:pt x="13473739" y="2630130"/>
                  <a:pt x="13514518" y="2599933"/>
                  <a:pt x="13503946" y="2599933"/>
                </a:cubicBezTo>
                <a:cubicBezTo>
                  <a:pt x="13503946" y="2599933"/>
                  <a:pt x="13503946" y="2599933"/>
                  <a:pt x="13482802" y="2599933"/>
                </a:cubicBezTo>
                <a:cubicBezTo>
                  <a:pt x="13503946" y="2589365"/>
                  <a:pt x="13534152" y="2569737"/>
                  <a:pt x="13514518" y="2569737"/>
                </a:cubicBezTo>
                <a:cubicBezTo>
                  <a:pt x="13503946" y="2569737"/>
                  <a:pt x="13473739" y="2569737"/>
                  <a:pt x="13432960" y="2569737"/>
                </a:cubicBezTo>
                <a:cubicBezTo>
                  <a:pt x="13452594" y="2559168"/>
                  <a:pt x="13482802" y="2539540"/>
                  <a:pt x="13473739" y="2539540"/>
                </a:cubicBezTo>
                <a:cubicBezTo>
                  <a:pt x="13473739" y="2539540"/>
                  <a:pt x="13473739" y="2539540"/>
                  <a:pt x="13372547" y="2528971"/>
                </a:cubicBezTo>
                <a:cubicBezTo>
                  <a:pt x="13381608" y="2518402"/>
                  <a:pt x="13402753" y="2507834"/>
                  <a:pt x="13392181" y="2498775"/>
                </a:cubicBezTo>
                <a:cubicBezTo>
                  <a:pt x="13290989" y="2468578"/>
                  <a:pt x="13188285" y="2447440"/>
                  <a:pt x="13087093" y="2427812"/>
                </a:cubicBezTo>
                <a:cubicBezTo>
                  <a:pt x="12985899" y="2406675"/>
                  <a:pt x="12874134" y="2376478"/>
                  <a:pt x="12772941" y="2356850"/>
                </a:cubicBezTo>
                <a:cubicBezTo>
                  <a:pt x="12772941" y="2356850"/>
                  <a:pt x="12782003" y="2346281"/>
                  <a:pt x="12772941" y="2346281"/>
                </a:cubicBezTo>
                <a:cubicBezTo>
                  <a:pt x="12721591" y="2335713"/>
                  <a:pt x="12661176" y="2325144"/>
                  <a:pt x="12599252" y="2305516"/>
                </a:cubicBezTo>
                <a:cubicBezTo>
                  <a:pt x="12599252" y="2305516"/>
                  <a:pt x="12599252" y="2305516"/>
                  <a:pt x="12558474" y="2294947"/>
                </a:cubicBezTo>
                <a:cubicBezTo>
                  <a:pt x="12620397" y="2305516"/>
                  <a:pt x="12670239" y="2316085"/>
                  <a:pt x="12721591" y="2325144"/>
                </a:cubicBezTo>
                <a:cubicBezTo>
                  <a:pt x="12741224" y="2325144"/>
                  <a:pt x="12782003" y="2294947"/>
                  <a:pt x="12772941" y="2294947"/>
                </a:cubicBezTo>
                <a:cubicBezTo>
                  <a:pt x="12670239" y="2275319"/>
                  <a:pt x="12569045" y="2264750"/>
                  <a:pt x="12478426" y="2213416"/>
                </a:cubicBezTo>
                <a:cubicBezTo>
                  <a:pt x="12462567" y="2206622"/>
                  <a:pt x="12429717" y="2221909"/>
                  <a:pt x="12418743" y="2233799"/>
                </a:cubicBezTo>
                <a:lnTo>
                  <a:pt x="12416846" y="2242102"/>
                </a:lnTo>
                <a:lnTo>
                  <a:pt x="12410460" y="2241159"/>
                </a:lnTo>
                <a:cubicBezTo>
                  <a:pt x="12393846" y="2238706"/>
                  <a:pt x="12360619" y="2233799"/>
                  <a:pt x="12294164" y="2223985"/>
                </a:cubicBezTo>
                <a:cubicBezTo>
                  <a:pt x="12304736" y="2213416"/>
                  <a:pt x="12325882" y="2204357"/>
                  <a:pt x="12315308" y="2204357"/>
                </a:cubicBezTo>
                <a:cubicBezTo>
                  <a:pt x="12315308" y="2193788"/>
                  <a:pt x="12315308" y="2193788"/>
                  <a:pt x="12304736" y="2193788"/>
                </a:cubicBezTo>
                <a:cubicBezTo>
                  <a:pt x="12304736" y="2193788"/>
                  <a:pt x="12304736" y="2193788"/>
                  <a:pt x="12285101" y="2193788"/>
                </a:cubicBezTo>
                <a:cubicBezTo>
                  <a:pt x="12304736" y="2183219"/>
                  <a:pt x="12325882" y="2172650"/>
                  <a:pt x="12315308" y="2172650"/>
                </a:cubicBezTo>
                <a:cubicBezTo>
                  <a:pt x="12285101" y="2163592"/>
                  <a:pt x="12244322" y="2153023"/>
                  <a:pt x="12214117" y="2142454"/>
                </a:cubicBezTo>
                <a:cubicBezTo>
                  <a:pt x="12214117" y="2142454"/>
                  <a:pt x="12214117" y="2142454"/>
                  <a:pt x="12223178" y="2131885"/>
                </a:cubicBezTo>
                <a:cubicBezTo>
                  <a:pt x="12223178" y="2131885"/>
                  <a:pt x="12223178" y="2131885"/>
                  <a:pt x="12345515" y="2172650"/>
                </a:cubicBezTo>
                <a:cubicBezTo>
                  <a:pt x="12356087" y="2172650"/>
                  <a:pt x="12375722" y="2163592"/>
                  <a:pt x="12386295" y="2153023"/>
                </a:cubicBezTo>
                <a:cubicBezTo>
                  <a:pt x="12508632" y="2172650"/>
                  <a:pt x="12620397" y="2204357"/>
                  <a:pt x="12741224" y="2223985"/>
                </a:cubicBezTo>
                <a:cubicBezTo>
                  <a:pt x="12762370" y="2234554"/>
                  <a:pt x="12803149" y="2204357"/>
                  <a:pt x="12792576" y="2204357"/>
                </a:cubicBezTo>
                <a:cubicBezTo>
                  <a:pt x="12661176" y="2172650"/>
                  <a:pt x="12538839" y="2131885"/>
                  <a:pt x="12405930" y="2122826"/>
                </a:cubicBezTo>
                <a:cubicBezTo>
                  <a:pt x="12396867" y="2122826"/>
                  <a:pt x="12375722" y="2122826"/>
                  <a:pt x="12366661" y="2131885"/>
                </a:cubicBezTo>
                <a:cubicBezTo>
                  <a:pt x="12274530" y="2112257"/>
                  <a:pt x="12182399" y="2092629"/>
                  <a:pt x="12102351" y="2060923"/>
                </a:cubicBezTo>
                <a:cubicBezTo>
                  <a:pt x="12081207" y="2051864"/>
                  <a:pt x="12031364" y="2082061"/>
                  <a:pt x="12050999" y="2082061"/>
                </a:cubicBezTo>
                <a:cubicBezTo>
                  <a:pt x="12050999" y="2082061"/>
                  <a:pt x="12050999" y="2082061"/>
                  <a:pt x="12061571" y="2092629"/>
                </a:cubicBezTo>
                <a:cubicBezTo>
                  <a:pt x="12061571" y="2092629"/>
                  <a:pt x="12061571" y="2092629"/>
                  <a:pt x="12020792" y="2082061"/>
                </a:cubicBezTo>
                <a:cubicBezTo>
                  <a:pt x="11969442" y="2071492"/>
                  <a:pt x="11919599" y="2060923"/>
                  <a:pt x="11868248" y="2041295"/>
                </a:cubicBezTo>
                <a:cubicBezTo>
                  <a:pt x="11868248" y="2041295"/>
                  <a:pt x="11868248" y="2041295"/>
                  <a:pt x="11898455" y="2041295"/>
                </a:cubicBezTo>
                <a:cubicBezTo>
                  <a:pt x="11949807" y="2041295"/>
                  <a:pt x="11990586" y="2051864"/>
                  <a:pt x="12040426" y="2060923"/>
                </a:cubicBezTo>
                <a:cubicBezTo>
                  <a:pt x="12061571" y="2060923"/>
                  <a:pt x="12102351" y="2030726"/>
                  <a:pt x="12091778" y="2030726"/>
                </a:cubicBezTo>
                <a:lnTo>
                  <a:pt x="12034013" y="2020544"/>
                </a:lnTo>
                <a:lnTo>
                  <a:pt x="12223178" y="2041295"/>
                </a:lnTo>
                <a:cubicBezTo>
                  <a:pt x="12233751" y="2041295"/>
                  <a:pt x="12285101" y="2011098"/>
                  <a:pt x="12263957" y="2011098"/>
                </a:cubicBezTo>
                <a:cubicBezTo>
                  <a:pt x="12152192" y="1980902"/>
                  <a:pt x="12031364" y="1949195"/>
                  <a:pt x="11919599" y="1909940"/>
                </a:cubicBezTo>
                <a:cubicBezTo>
                  <a:pt x="11919599" y="1909940"/>
                  <a:pt x="11919599" y="1909940"/>
                  <a:pt x="12040426" y="1918999"/>
                </a:cubicBezTo>
                <a:cubicBezTo>
                  <a:pt x="12050999" y="1918999"/>
                  <a:pt x="12081207" y="1899371"/>
                  <a:pt x="12081207" y="1888802"/>
                </a:cubicBezTo>
                <a:cubicBezTo>
                  <a:pt x="12102351" y="1888802"/>
                  <a:pt x="12121986" y="1869174"/>
                  <a:pt x="12111412" y="1869174"/>
                </a:cubicBezTo>
                <a:cubicBezTo>
                  <a:pt x="12070633" y="1858605"/>
                  <a:pt x="12040426" y="1848036"/>
                  <a:pt x="12010220" y="1837467"/>
                </a:cubicBezTo>
                <a:cubicBezTo>
                  <a:pt x="12091778" y="1848036"/>
                  <a:pt x="12173336" y="1858605"/>
                  <a:pt x="12263957" y="1878233"/>
                </a:cubicBezTo>
                <a:cubicBezTo>
                  <a:pt x="12274530" y="1878233"/>
                  <a:pt x="12325882" y="1848036"/>
                  <a:pt x="12315308" y="1848036"/>
                </a:cubicBezTo>
                <a:cubicBezTo>
                  <a:pt x="12315308" y="1848036"/>
                  <a:pt x="12315308" y="1848036"/>
                  <a:pt x="12141620" y="1807271"/>
                </a:cubicBezTo>
                <a:cubicBezTo>
                  <a:pt x="12141620" y="1807271"/>
                  <a:pt x="12141620" y="1807271"/>
                  <a:pt x="12141620" y="1796702"/>
                </a:cubicBezTo>
                <a:cubicBezTo>
                  <a:pt x="12233751" y="1817840"/>
                  <a:pt x="12315308" y="1837467"/>
                  <a:pt x="12396867" y="1858605"/>
                </a:cubicBezTo>
                <a:cubicBezTo>
                  <a:pt x="12416501" y="1858605"/>
                  <a:pt x="12457280" y="1828409"/>
                  <a:pt x="12446708" y="1828409"/>
                </a:cubicBezTo>
                <a:cubicBezTo>
                  <a:pt x="12446708" y="1828409"/>
                  <a:pt x="12446708" y="1828409"/>
                  <a:pt x="12396867" y="1817840"/>
                </a:cubicBezTo>
                <a:cubicBezTo>
                  <a:pt x="12427074" y="1817840"/>
                  <a:pt x="12457280" y="1817840"/>
                  <a:pt x="12487487" y="1817840"/>
                </a:cubicBezTo>
                <a:cubicBezTo>
                  <a:pt x="12478426" y="1828409"/>
                  <a:pt x="12478426" y="1828409"/>
                  <a:pt x="12478426" y="1828409"/>
                </a:cubicBezTo>
                <a:cubicBezTo>
                  <a:pt x="12579618" y="1848036"/>
                  <a:pt x="12680810" y="1869174"/>
                  <a:pt x="12782003" y="1869174"/>
                </a:cubicBezTo>
                <a:cubicBezTo>
                  <a:pt x="12843928" y="1878233"/>
                  <a:pt x="12893768" y="1888802"/>
                  <a:pt x="12945120" y="1899371"/>
                </a:cubicBezTo>
                <a:cubicBezTo>
                  <a:pt x="12964754" y="1909940"/>
                  <a:pt x="13005533" y="1878233"/>
                  <a:pt x="12996472" y="1878233"/>
                </a:cubicBezTo>
                <a:cubicBezTo>
                  <a:pt x="12975327" y="1869174"/>
                  <a:pt x="12945120" y="1869174"/>
                  <a:pt x="12925485" y="1858605"/>
                </a:cubicBezTo>
                <a:lnTo>
                  <a:pt x="12934549" y="1858605"/>
                </a:lnTo>
                <a:cubicBezTo>
                  <a:pt x="12955693" y="1848036"/>
                  <a:pt x="12975327" y="1837467"/>
                  <a:pt x="12975327" y="1828409"/>
                </a:cubicBezTo>
                <a:cubicBezTo>
                  <a:pt x="12975327" y="1828409"/>
                  <a:pt x="12975327" y="1828409"/>
                  <a:pt x="12964754" y="1817840"/>
                </a:cubicBezTo>
                <a:cubicBezTo>
                  <a:pt x="12964754" y="1817840"/>
                  <a:pt x="12964754" y="1817840"/>
                  <a:pt x="12945120" y="1817840"/>
                </a:cubicBezTo>
                <a:cubicBezTo>
                  <a:pt x="12945120" y="1817840"/>
                  <a:pt x="12934549" y="1817840"/>
                  <a:pt x="12925485" y="1817840"/>
                </a:cubicBezTo>
                <a:cubicBezTo>
                  <a:pt x="12852989" y="1807271"/>
                  <a:pt x="12782003" y="1796702"/>
                  <a:pt x="12711018" y="1787643"/>
                </a:cubicBezTo>
                <a:cubicBezTo>
                  <a:pt x="12700445" y="1777074"/>
                  <a:pt x="12680810" y="1787643"/>
                  <a:pt x="12670239" y="1796702"/>
                </a:cubicBezTo>
                <a:cubicBezTo>
                  <a:pt x="12670239" y="1796702"/>
                  <a:pt x="12670239" y="1796702"/>
                  <a:pt x="12661176" y="1796702"/>
                </a:cubicBezTo>
                <a:cubicBezTo>
                  <a:pt x="12650605" y="1796702"/>
                  <a:pt x="12650605" y="1807271"/>
                  <a:pt x="12640031" y="1807271"/>
                </a:cubicBezTo>
                <a:cubicBezTo>
                  <a:pt x="12640031" y="1807271"/>
                  <a:pt x="12640031" y="1807271"/>
                  <a:pt x="12620397" y="1807271"/>
                </a:cubicBezTo>
                <a:cubicBezTo>
                  <a:pt x="12640031" y="1796702"/>
                  <a:pt x="12661176" y="1777074"/>
                  <a:pt x="12650605" y="1777074"/>
                </a:cubicBezTo>
                <a:cubicBezTo>
                  <a:pt x="12629459" y="1777074"/>
                  <a:pt x="12599252" y="1766505"/>
                  <a:pt x="12579618" y="1766505"/>
                </a:cubicBezTo>
                <a:cubicBezTo>
                  <a:pt x="12620397" y="1766505"/>
                  <a:pt x="12670239" y="1766505"/>
                  <a:pt x="12711018" y="1757446"/>
                </a:cubicBezTo>
                <a:cubicBezTo>
                  <a:pt x="12721591" y="1757446"/>
                  <a:pt x="12772941" y="1736309"/>
                  <a:pt x="12751797" y="1725740"/>
                </a:cubicBezTo>
                <a:lnTo>
                  <a:pt x="12782003" y="1725740"/>
                </a:lnTo>
                <a:cubicBezTo>
                  <a:pt x="12782003" y="1736309"/>
                  <a:pt x="12782003" y="1736309"/>
                  <a:pt x="12782003" y="1736309"/>
                </a:cubicBezTo>
                <a:cubicBezTo>
                  <a:pt x="12772941" y="1746878"/>
                  <a:pt x="12762370" y="1757446"/>
                  <a:pt x="12762370" y="1757446"/>
                </a:cubicBezTo>
                <a:cubicBezTo>
                  <a:pt x="12964754" y="1777074"/>
                  <a:pt x="13158078" y="1828409"/>
                  <a:pt x="13361974" y="1848036"/>
                </a:cubicBezTo>
                <a:cubicBezTo>
                  <a:pt x="13372547" y="1858605"/>
                  <a:pt x="13432960" y="1828409"/>
                  <a:pt x="13411816" y="1828409"/>
                </a:cubicBezTo>
                <a:cubicBezTo>
                  <a:pt x="13392181" y="1817840"/>
                  <a:pt x="13372547" y="1807271"/>
                  <a:pt x="13351402" y="1807271"/>
                </a:cubicBezTo>
                <a:cubicBezTo>
                  <a:pt x="13392181" y="1807271"/>
                  <a:pt x="13432960" y="1817840"/>
                  <a:pt x="13473739" y="1828409"/>
                </a:cubicBezTo>
                <a:cubicBezTo>
                  <a:pt x="13482802" y="1828409"/>
                  <a:pt x="13514518" y="1807271"/>
                  <a:pt x="13523581" y="1796702"/>
                </a:cubicBezTo>
                <a:cubicBezTo>
                  <a:pt x="13523581" y="1796702"/>
                  <a:pt x="13523581" y="1796702"/>
                  <a:pt x="13544725" y="1807271"/>
                </a:cubicBezTo>
                <a:cubicBezTo>
                  <a:pt x="13626283" y="1828409"/>
                  <a:pt x="13707841" y="1837467"/>
                  <a:pt x="13787889" y="1848036"/>
                </a:cubicBezTo>
                <a:cubicBezTo>
                  <a:pt x="13869448" y="1858605"/>
                  <a:pt x="13951006" y="1858605"/>
                  <a:pt x="14032564" y="1869174"/>
                </a:cubicBezTo>
                <a:cubicBezTo>
                  <a:pt x="14041626" y="1869174"/>
                  <a:pt x="14041626" y="1869174"/>
                  <a:pt x="14052199" y="1869174"/>
                </a:cubicBezTo>
                <a:cubicBezTo>
                  <a:pt x="14114123" y="1869174"/>
                  <a:pt x="14185109" y="1869174"/>
                  <a:pt x="14245522" y="1878233"/>
                </a:cubicBezTo>
                <a:cubicBezTo>
                  <a:pt x="14266667" y="1878233"/>
                  <a:pt x="14305936" y="1848036"/>
                  <a:pt x="14296874" y="1848036"/>
                </a:cubicBezTo>
                <a:cubicBezTo>
                  <a:pt x="14296874" y="1848036"/>
                  <a:pt x="14296874" y="1848036"/>
                  <a:pt x="14185109" y="1837467"/>
                </a:cubicBezTo>
                <a:cubicBezTo>
                  <a:pt x="14225888" y="1837467"/>
                  <a:pt x="14266667" y="1837467"/>
                  <a:pt x="14305936" y="1837467"/>
                </a:cubicBezTo>
                <a:cubicBezTo>
                  <a:pt x="14316508" y="1837467"/>
                  <a:pt x="14346715" y="1828409"/>
                  <a:pt x="14357287" y="1817840"/>
                </a:cubicBezTo>
                <a:cubicBezTo>
                  <a:pt x="16021682" y="2011098"/>
                  <a:pt x="17708732" y="2021667"/>
                  <a:pt x="19385208" y="1837467"/>
                </a:cubicBezTo>
                <a:cubicBezTo>
                  <a:pt x="19355000" y="1848036"/>
                  <a:pt x="19324796" y="1848036"/>
                  <a:pt x="19303648" y="1858605"/>
                </a:cubicBezTo>
                <a:cubicBezTo>
                  <a:pt x="19293076" y="1858605"/>
                  <a:pt x="19253808" y="1899371"/>
                  <a:pt x="19273444" y="1899371"/>
                </a:cubicBezTo>
                <a:cubicBezTo>
                  <a:pt x="19293076" y="1899371"/>
                  <a:pt x="19314224" y="1899371"/>
                  <a:pt x="19333856" y="1888802"/>
                </a:cubicBezTo>
                <a:cubicBezTo>
                  <a:pt x="19324796" y="1909940"/>
                  <a:pt x="19303648" y="1918999"/>
                  <a:pt x="19314224" y="1918999"/>
                </a:cubicBezTo>
                <a:cubicBezTo>
                  <a:pt x="19365572" y="1918999"/>
                  <a:pt x="19404844" y="1918999"/>
                  <a:pt x="19445620" y="1918999"/>
                </a:cubicBezTo>
                <a:cubicBezTo>
                  <a:pt x="19425988" y="1929567"/>
                  <a:pt x="19415416" y="1949195"/>
                  <a:pt x="19425988" y="1949195"/>
                </a:cubicBezTo>
                <a:lnTo>
                  <a:pt x="19456196" y="1949195"/>
                </a:lnTo>
                <a:cubicBezTo>
                  <a:pt x="19445620" y="1949195"/>
                  <a:pt x="19404844" y="1989961"/>
                  <a:pt x="19425988" y="1989961"/>
                </a:cubicBezTo>
                <a:cubicBezTo>
                  <a:pt x="19557388" y="1989961"/>
                  <a:pt x="19700868" y="1970333"/>
                  <a:pt x="19842840" y="1949195"/>
                </a:cubicBezTo>
                <a:cubicBezTo>
                  <a:pt x="19842840" y="1949195"/>
                  <a:pt x="19842840" y="1949195"/>
                  <a:pt x="19821696" y="1959764"/>
                </a:cubicBezTo>
                <a:cubicBezTo>
                  <a:pt x="19812636" y="1959764"/>
                  <a:pt x="19761284" y="1989961"/>
                  <a:pt x="19780916" y="2000530"/>
                </a:cubicBezTo>
                <a:cubicBezTo>
                  <a:pt x="19832268" y="2000530"/>
                  <a:pt x="19873048" y="2000530"/>
                  <a:pt x="19924400" y="2000530"/>
                </a:cubicBezTo>
                <a:cubicBezTo>
                  <a:pt x="19903256" y="2011098"/>
                  <a:pt x="19883620" y="2030726"/>
                  <a:pt x="19892684" y="2030726"/>
                </a:cubicBezTo>
                <a:cubicBezTo>
                  <a:pt x="19984812" y="2041295"/>
                  <a:pt x="20066372" y="2041295"/>
                  <a:pt x="20156992" y="2030726"/>
                </a:cubicBezTo>
                <a:cubicBezTo>
                  <a:pt x="20178136" y="2030726"/>
                  <a:pt x="20208344" y="1989961"/>
                  <a:pt x="20187200" y="1989961"/>
                </a:cubicBezTo>
                <a:cubicBezTo>
                  <a:pt x="20137356" y="1989961"/>
                  <a:pt x="20086004" y="2000530"/>
                  <a:pt x="20036164" y="2000530"/>
                </a:cubicBezTo>
                <a:cubicBezTo>
                  <a:pt x="20076944" y="1989961"/>
                  <a:pt x="20107152" y="1980902"/>
                  <a:pt x="20137356" y="1959764"/>
                </a:cubicBezTo>
                <a:cubicBezTo>
                  <a:pt x="20279328" y="1959764"/>
                  <a:pt x="20412240" y="1949195"/>
                  <a:pt x="20554212" y="1940136"/>
                </a:cubicBezTo>
                <a:cubicBezTo>
                  <a:pt x="20483224" y="1949195"/>
                  <a:pt x="20412240" y="1959764"/>
                  <a:pt x="20339744" y="1989961"/>
                </a:cubicBezTo>
                <a:cubicBezTo>
                  <a:pt x="20330680" y="1989961"/>
                  <a:pt x="20289900" y="2021667"/>
                  <a:pt x="20298964" y="2030726"/>
                </a:cubicBezTo>
                <a:cubicBezTo>
                  <a:pt x="20298964" y="2030726"/>
                  <a:pt x="20298964" y="2030726"/>
                  <a:pt x="20330680" y="2030726"/>
                </a:cubicBezTo>
                <a:cubicBezTo>
                  <a:pt x="20309536" y="2030726"/>
                  <a:pt x="20289900" y="2030726"/>
                  <a:pt x="20268756" y="2041295"/>
                </a:cubicBezTo>
                <a:cubicBezTo>
                  <a:pt x="20259696" y="2041295"/>
                  <a:pt x="20249124" y="2041295"/>
                  <a:pt x="20249124" y="2041295"/>
                </a:cubicBezTo>
                <a:cubicBezTo>
                  <a:pt x="20197772" y="2051864"/>
                  <a:pt x="20147928" y="2060923"/>
                  <a:pt x="20096580" y="2071492"/>
                </a:cubicBezTo>
                <a:cubicBezTo>
                  <a:pt x="20086004" y="2071492"/>
                  <a:pt x="20036164" y="2112257"/>
                  <a:pt x="20055800" y="2112257"/>
                </a:cubicBezTo>
                <a:cubicBezTo>
                  <a:pt x="20187200" y="2112257"/>
                  <a:pt x="20309536" y="2082061"/>
                  <a:pt x="20431872" y="2071492"/>
                </a:cubicBezTo>
                <a:cubicBezTo>
                  <a:pt x="20401668" y="2082061"/>
                  <a:pt x="20360888" y="2092629"/>
                  <a:pt x="20330680" y="2112257"/>
                </a:cubicBezTo>
                <a:cubicBezTo>
                  <a:pt x="20320108" y="2112257"/>
                  <a:pt x="20289900" y="2153023"/>
                  <a:pt x="20298964" y="2153023"/>
                </a:cubicBezTo>
                <a:cubicBezTo>
                  <a:pt x="20371460" y="2142454"/>
                  <a:pt x="20431872" y="2142454"/>
                  <a:pt x="20492288" y="2131885"/>
                </a:cubicBezTo>
                <a:cubicBezTo>
                  <a:pt x="20350316" y="2163592"/>
                  <a:pt x="20197772" y="2193788"/>
                  <a:pt x="20055800" y="2243613"/>
                </a:cubicBezTo>
                <a:cubicBezTo>
                  <a:pt x="20045228" y="2243613"/>
                  <a:pt x="20004448" y="2284378"/>
                  <a:pt x="20025592" y="2284378"/>
                </a:cubicBezTo>
                <a:cubicBezTo>
                  <a:pt x="20066372" y="2275319"/>
                  <a:pt x="20107152" y="2275319"/>
                  <a:pt x="20147928" y="2264750"/>
                </a:cubicBezTo>
                <a:cubicBezTo>
                  <a:pt x="20137356" y="2284378"/>
                  <a:pt x="20126784" y="2294947"/>
                  <a:pt x="20137356" y="2294947"/>
                </a:cubicBezTo>
                <a:cubicBezTo>
                  <a:pt x="20156992" y="2294947"/>
                  <a:pt x="20178136" y="2284378"/>
                  <a:pt x="20197772" y="2284378"/>
                </a:cubicBezTo>
                <a:cubicBezTo>
                  <a:pt x="20187200" y="2294947"/>
                  <a:pt x="20178136" y="2305516"/>
                  <a:pt x="20187200" y="2305516"/>
                </a:cubicBezTo>
                <a:cubicBezTo>
                  <a:pt x="20380520" y="2316085"/>
                  <a:pt x="20563272" y="2275319"/>
                  <a:pt x="20756596" y="2243613"/>
                </a:cubicBezTo>
                <a:cubicBezTo>
                  <a:pt x="20777740" y="2243613"/>
                  <a:pt x="20807948" y="2204357"/>
                  <a:pt x="20797376" y="2204357"/>
                </a:cubicBezTo>
                <a:cubicBezTo>
                  <a:pt x="20634260" y="2223985"/>
                  <a:pt x="20483224" y="2254182"/>
                  <a:pt x="20330680" y="2264750"/>
                </a:cubicBezTo>
                <a:cubicBezTo>
                  <a:pt x="20371460" y="2254182"/>
                  <a:pt x="20412240" y="2243613"/>
                  <a:pt x="20442444" y="2243613"/>
                </a:cubicBezTo>
                <a:cubicBezTo>
                  <a:pt x="20462080" y="2234554"/>
                  <a:pt x="20472652" y="2223985"/>
                  <a:pt x="20483224" y="2204357"/>
                </a:cubicBezTo>
                <a:cubicBezTo>
                  <a:pt x="20483224" y="2204357"/>
                  <a:pt x="20483224" y="2204357"/>
                  <a:pt x="20604052" y="2183219"/>
                </a:cubicBezTo>
                <a:cubicBezTo>
                  <a:pt x="20625196" y="2172650"/>
                  <a:pt x="20655404" y="2131885"/>
                  <a:pt x="20644832" y="2142454"/>
                </a:cubicBezTo>
                <a:cubicBezTo>
                  <a:pt x="20554212" y="2153023"/>
                  <a:pt x="20462080" y="2172650"/>
                  <a:pt x="20371460" y="2193788"/>
                </a:cubicBezTo>
                <a:cubicBezTo>
                  <a:pt x="20492288" y="2163592"/>
                  <a:pt x="20604052" y="2142454"/>
                  <a:pt x="20726388" y="2101688"/>
                </a:cubicBezTo>
                <a:cubicBezTo>
                  <a:pt x="20726388" y="2101688"/>
                  <a:pt x="20736964" y="2092629"/>
                  <a:pt x="20746024" y="2082061"/>
                </a:cubicBezTo>
                <a:cubicBezTo>
                  <a:pt x="20786804" y="2082061"/>
                  <a:pt x="20818520" y="2071492"/>
                  <a:pt x="20859300" y="2071492"/>
                </a:cubicBezTo>
                <a:cubicBezTo>
                  <a:pt x="20818520" y="2082061"/>
                  <a:pt x="20786804" y="2092629"/>
                  <a:pt x="20756596" y="2101688"/>
                </a:cubicBezTo>
                <a:cubicBezTo>
                  <a:pt x="20746024" y="2112257"/>
                  <a:pt x="20706756" y="2142454"/>
                  <a:pt x="20726388" y="2142454"/>
                </a:cubicBezTo>
                <a:cubicBezTo>
                  <a:pt x="20807948" y="2153023"/>
                  <a:pt x="20898568" y="2142454"/>
                  <a:pt x="20990700" y="2142454"/>
                </a:cubicBezTo>
                <a:cubicBezTo>
                  <a:pt x="20990700" y="2142454"/>
                  <a:pt x="20990700" y="2142454"/>
                  <a:pt x="21010332" y="2142454"/>
                </a:cubicBezTo>
                <a:cubicBezTo>
                  <a:pt x="20980128" y="2153023"/>
                  <a:pt x="20949920" y="2163592"/>
                  <a:pt x="20909140" y="2172650"/>
                </a:cubicBezTo>
                <a:cubicBezTo>
                  <a:pt x="20909140" y="2172650"/>
                  <a:pt x="20868360" y="2213416"/>
                  <a:pt x="20878932" y="2213416"/>
                </a:cubicBezTo>
                <a:cubicBezTo>
                  <a:pt x="20971064" y="2223985"/>
                  <a:pt x="21072256" y="2223985"/>
                  <a:pt x="21162876" y="2223985"/>
                </a:cubicBezTo>
                <a:cubicBezTo>
                  <a:pt x="21162876" y="2223985"/>
                  <a:pt x="21162876" y="2223985"/>
                  <a:pt x="20930284" y="2275319"/>
                </a:cubicBezTo>
                <a:cubicBezTo>
                  <a:pt x="20919712" y="2275319"/>
                  <a:pt x="20889508" y="2305516"/>
                  <a:pt x="20878932" y="2316085"/>
                </a:cubicBezTo>
                <a:cubicBezTo>
                  <a:pt x="20786804" y="2325144"/>
                  <a:pt x="20685612" y="2346281"/>
                  <a:pt x="20594992" y="2346281"/>
                </a:cubicBezTo>
                <a:cubicBezTo>
                  <a:pt x="20604052" y="2335713"/>
                  <a:pt x="20625196" y="2316085"/>
                  <a:pt x="20614624" y="2316085"/>
                </a:cubicBezTo>
                <a:cubicBezTo>
                  <a:pt x="20573844" y="2325144"/>
                  <a:pt x="20533068" y="2335713"/>
                  <a:pt x="20492288" y="2346281"/>
                </a:cubicBezTo>
                <a:cubicBezTo>
                  <a:pt x="20483224" y="2346281"/>
                  <a:pt x="20442444" y="2387047"/>
                  <a:pt x="20451508" y="2387047"/>
                </a:cubicBezTo>
                <a:cubicBezTo>
                  <a:pt x="20462080" y="2387047"/>
                  <a:pt x="20472652" y="2387047"/>
                  <a:pt x="20492288" y="2387047"/>
                </a:cubicBezTo>
                <a:cubicBezTo>
                  <a:pt x="20492288" y="2387047"/>
                  <a:pt x="20492288" y="2387047"/>
                  <a:pt x="20462080" y="2396106"/>
                </a:cubicBezTo>
                <a:cubicBezTo>
                  <a:pt x="20451508" y="2406675"/>
                  <a:pt x="20412240" y="2436871"/>
                  <a:pt x="20421300" y="2436871"/>
                </a:cubicBezTo>
                <a:cubicBezTo>
                  <a:pt x="20533068" y="2458009"/>
                  <a:pt x="20644832" y="2436871"/>
                  <a:pt x="20756596" y="2406675"/>
                </a:cubicBezTo>
                <a:cubicBezTo>
                  <a:pt x="20736964" y="2417244"/>
                  <a:pt x="20726388" y="2436871"/>
                  <a:pt x="20726388" y="2447440"/>
                </a:cubicBezTo>
                <a:cubicBezTo>
                  <a:pt x="20584416" y="2477637"/>
                  <a:pt x="20442444" y="2518402"/>
                  <a:pt x="20298964" y="2569737"/>
                </a:cubicBezTo>
                <a:cubicBezTo>
                  <a:pt x="20289900" y="2569737"/>
                  <a:pt x="20249124" y="2610502"/>
                  <a:pt x="20268756" y="2610502"/>
                </a:cubicBezTo>
                <a:cubicBezTo>
                  <a:pt x="20350316" y="2599933"/>
                  <a:pt x="20431872" y="2578796"/>
                  <a:pt x="20513432" y="2559168"/>
                </a:cubicBezTo>
                <a:cubicBezTo>
                  <a:pt x="20462080" y="2578796"/>
                  <a:pt x="20412240" y="2599933"/>
                  <a:pt x="20371460" y="2630130"/>
                </a:cubicBezTo>
                <a:cubicBezTo>
                  <a:pt x="20371460" y="2640699"/>
                  <a:pt x="20339744" y="2670896"/>
                  <a:pt x="20350316" y="2660327"/>
                </a:cubicBezTo>
                <a:cubicBezTo>
                  <a:pt x="20431872" y="2660327"/>
                  <a:pt x="20502860" y="2640699"/>
                  <a:pt x="20584416" y="2619561"/>
                </a:cubicBezTo>
                <a:cubicBezTo>
                  <a:pt x="20573844" y="2630130"/>
                  <a:pt x="20584416" y="2630130"/>
                  <a:pt x="20584416" y="2630130"/>
                </a:cubicBezTo>
                <a:cubicBezTo>
                  <a:pt x="20584416" y="2630130"/>
                  <a:pt x="20584416" y="2630130"/>
                  <a:pt x="20604052" y="2630130"/>
                </a:cubicBezTo>
                <a:cubicBezTo>
                  <a:pt x="20594992" y="2640699"/>
                  <a:pt x="20563272" y="2670896"/>
                  <a:pt x="20584416" y="2670896"/>
                </a:cubicBezTo>
                <a:cubicBezTo>
                  <a:pt x="20665976" y="2670896"/>
                  <a:pt x="20746024" y="2660327"/>
                  <a:pt x="20838156" y="2651268"/>
                </a:cubicBezTo>
                <a:cubicBezTo>
                  <a:pt x="20859300" y="2651268"/>
                  <a:pt x="20878932" y="2630130"/>
                  <a:pt x="20878932" y="2610502"/>
                </a:cubicBezTo>
                <a:cubicBezTo>
                  <a:pt x="20878932" y="2610502"/>
                  <a:pt x="20878932" y="2610502"/>
                  <a:pt x="20909140" y="2610502"/>
                </a:cubicBezTo>
                <a:cubicBezTo>
                  <a:pt x="20930284" y="2619561"/>
                  <a:pt x="20949920" y="2630130"/>
                  <a:pt x="20971064" y="2630130"/>
                </a:cubicBezTo>
                <a:cubicBezTo>
                  <a:pt x="20930284" y="2651268"/>
                  <a:pt x="20889508" y="2660327"/>
                  <a:pt x="20848728" y="2670896"/>
                </a:cubicBezTo>
                <a:cubicBezTo>
                  <a:pt x="20838156" y="2681464"/>
                  <a:pt x="20786804" y="2722230"/>
                  <a:pt x="20807948" y="2722230"/>
                </a:cubicBezTo>
                <a:cubicBezTo>
                  <a:pt x="20889508" y="2711661"/>
                  <a:pt x="20980128" y="2701092"/>
                  <a:pt x="21061684" y="2690523"/>
                </a:cubicBezTo>
                <a:lnTo>
                  <a:pt x="21061684" y="2701092"/>
                </a:lnTo>
                <a:cubicBezTo>
                  <a:pt x="21010332" y="2722230"/>
                  <a:pt x="20949920" y="2741858"/>
                  <a:pt x="20898568" y="2762995"/>
                </a:cubicBezTo>
                <a:cubicBezTo>
                  <a:pt x="20889508" y="2772054"/>
                  <a:pt x="20838156" y="2803761"/>
                  <a:pt x="20859300" y="2803761"/>
                </a:cubicBezTo>
                <a:cubicBezTo>
                  <a:pt x="21010332" y="2803761"/>
                  <a:pt x="21153816" y="2772054"/>
                  <a:pt x="21295788" y="2752427"/>
                </a:cubicBezTo>
                <a:cubicBezTo>
                  <a:pt x="21306360" y="2762995"/>
                  <a:pt x="21315424" y="2762995"/>
                  <a:pt x="21315424" y="2762995"/>
                </a:cubicBezTo>
                <a:cubicBezTo>
                  <a:pt x="21325996" y="2762995"/>
                  <a:pt x="21345628" y="2762995"/>
                  <a:pt x="21356200" y="2772054"/>
                </a:cubicBezTo>
                <a:cubicBezTo>
                  <a:pt x="21345628" y="2782623"/>
                  <a:pt x="21336568" y="2782623"/>
                  <a:pt x="21325996" y="2793192"/>
                </a:cubicBezTo>
                <a:cubicBezTo>
                  <a:pt x="21315424" y="2793192"/>
                  <a:pt x="21274644" y="2833957"/>
                  <a:pt x="21295788" y="2833957"/>
                </a:cubicBezTo>
                <a:cubicBezTo>
                  <a:pt x="21377348" y="2833957"/>
                  <a:pt x="21457396" y="2823389"/>
                  <a:pt x="21538952" y="2812820"/>
                </a:cubicBezTo>
                <a:cubicBezTo>
                  <a:pt x="21620512" y="2803761"/>
                  <a:pt x="21712640" y="2793192"/>
                  <a:pt x="21792688" y="2782623"/>
                </a:cubicBezTo>
                <a:cubicBezTo>
                  <a:pt x="21792688" y="2782623"/>
                  <a:pt x="21792688" y="2782623"/>
                  <a:pt x="21803260" y="2782623"/>
                </a:cubicBezTo>
                <a:cubicBezTo>
                  <a:pt x="21680924" y="2812820"/>
                  <a:pt x="21569160" y="2853585"/>
                  <a:pt x="21448332" y="2883782"/>
                </a:cubicBezTo>
                <a:cubicBezTo>
                  <a:pt x="21437760" y="2894351"/>
                  <a:pt x="21396980" y="2924548"/>
                  <a:pt x="21407552" y="2924548"/>
                </a:cubicBezTo>
                <a:cubicBezTo>
                  <a:pt x="21366772" y="2945685"/>
                  <a:pt x="21315424" y="2954744"/>
                  <a:pt x="21274644" y="2965313"/>
                </a:cubicBezTo>
                <a:cubicBezTo>
                  <a:pt x="21274644" y="2965313"/>
                  <a:pt x="21274644" y="2965313"/>
                  <a:pt x="21255008" y="2965313"/>
                </a:cubicBezTo>
                <a:cubicBezTo>
                  <a:pt x="21274644" y="2954744"/>
                  <a:pt x="21295788" y="2935116"/>
                  <a:pt x="21274644" y="2935116"/>
                </a:cubicBezTo>
                <a:cubicBezTo>
                  <a:pt x="21285216" y="2924548"/>
                  <a:pt x="21325996" y="2883782"/>
                  <a:pt x="21306360" y="2894351"/>
                </a:cubicBezTo>
                <a:cubicBezTo>
                  <a:pt x="21233864" y="2915488"/>
                  <a:pt x="21173452" y="2935116"/>
                  <a:pt x="21102464" y="2945685"/>
                </a:cubicBezTo>
                <a:cubicBezTo>
                  <a:pt x="21162876" y="2915488"/>
                  <a:pt x="21224800" y="2904920"/>
                  <a:pt x="21285216" y="2883782"/>
                </a:cubicBezTo>
                <a:cubicBezTo>
                  <a:pt x="21295788" y="2874723"/>
                  <a:pt x="21325996" y="2833957"/>
                  <a:pt x="21315424" y="2833957"/>
                </a:cubicBezTo>
                <a:cubicBezTo>
                  <a:pt x="21255008" y="2843017"/>
                  <a:pt x="21193084" y="2864154"/>
                  <a:pt x="21143244" y="2874723"/>
                </a:cubicBezTo>
                <a:cubicBezTo>
                  <a:pt x="21143244" y="2874723"/>
                  <a:pt x="21143244" y="2874723"/>
                  <a:pt x="21173452" y="2864154"/>
                </a:cubicBezTo>
                <a:cubicBezTo>
                  <a:pt x="21184024" y="2864154"/>
                  <a:pt x="21224800" y="2823389"/>
                  <a:pt x="21203656" y="2823389"/>
                </a:cubicBezTo>
                <a:cubicBezTo>
                  <a:pt x="21091892" y="2812820"/>
                  <a:pt x="20980128" y="2833957"/>
                  <a:pt x="20868360" y="2853585"/>
                </a:cubicBezTo>
                <a:cubicBezTo>
                  <a:pt x="20868360" y="2853585"/>
                  <a:pt x="20868360" y="2853585"/>
                  <a:pt x="20786804" y="2864154"/>
                </a:cubicBezTo>
                <a:cubicBezTo>
                  <a:pt x="20767168" y="2864154"/>
                  <a:pt x="20736964" y="2904920"/>
                  <a:pt x="20756596" y="2904920"/>
                </a:cubicBezTo>
                <a:cubicBezTo>
                  <a:pt x="20756596" y="2904920"/>
                  <a:pt x="20756596" y="2904920"/>
                  <a:pt x="20818520" y="2894351"/>
                </a:cubicBezTo>
                <a:cubicBezTo>
                  <a:pt x="20818520" y="2894351"/>
                  <a:pt x="20818520" y="2894351"/>
                  <a:pt x="20898568" y="2883782"/>
                </a:cubicBezTo>
                <a:cubicBezTo>
                  <a:pt x="20960492" y="2874723"/>
                  <a:pt x="21010332" y="2874723"/>
                  <a:pt x="21061684" y="2864154"/>
                </a:cubicBezTo>
                <a:cubicBezTo>
                  <a:pt x="20971064" y="2894351"/>
                  <a:pt x="20868360" y="2915488"/>
                  <a:pt x="20777740" y="2945685"/>
                </a:cubicBezTo>
                <a:cubicBezTo>
                  <a:pt x="20777740" y="2945685"/>
                  <a:pt x="20726388" y="2986451"/>
                  <a:pt x="20746024" y="2986451"/>
                </a:cubicBezTo>
                <a:cubicBezTo>
                  <a:pt x="20859300" y="2975882"/>
                  <a:pt x="20971064" y="2954744"/>
                  <a:pt x="21072256" y="2924548"/>
                </a:cubicBezTo>
                <a:cubicBezTo>
                  <a:pt x="21051112" y="2935116"/>
                  <a:pt x="21042052" y="2945685"/>
                  <a:pt x="21020904" y="2954744"/>
                </a:cubicBezTo>
                <a:cubicBezTo>
                  <a:pt x="21020904" y="2954744"/>
                  <a:pt x="20980128" y="2995510"/>
                  <a:pt x="21001272" y="2995510"/>
                </a:cubicBezTo>
                <a:cubicBezTo>
                  <a:pt x="21011088" y="2990980"/>
                  <a:pt x="21018640" y="2988715"/>
                  <a:pt x="21026192" y="2987583"/>
                </a:cubicBezTo>
                <a:lnTo>
                  <a:pt x="21040102" y="2986951"/>
                </a:lnTo>
                <a:lnTo>
                  <a:pt x="20950108" y="3010042"/>
                </a:lnTo>
                <a:cubicBezTo>
                  <a:pt x="20919714" y="3016270"/>
                  <a:pt x="20889506" y="3021177"/>
                  <a:pt x="20859300" y="3025706"/>
                </a:cubicBezTo>
                <a:cubicBezTo>
                  <a:pt x="20786804" y="3036275"/>
                  <a:pt x="20696184" y="3057413"/>
                  <a:pt x="20655404" y="3098178"/>
                </a:cubicBezTo>
                <a:cubicBezTo>
                  <a:pt x="20625196" y="3128375"/>
                  <a:pt x="20665976" y="3117806"/>
                  <a:pt x="20685612" y="3098178"/>
                </a:cubicBezTo>
                <a:cubicBezTo>
                  <a:pt x="20685612" y="3087610"/>
                  <a:pt x="20726388" y="3087610"/>
                  <a:pt x="20756596" y="3077041"/>
                </a:cubicBezTo>
                <a:cubicBezTo>
                  <a:pt x="20746024" y="3087610"/>
                  <a:pt x="20746024" y="3098178"/>
                  <a:pt x="20756596" y="3098178"/>
                </a:cubicBezTo>
                <a:cubicBezTo>
                  <a:pt x="20919712" y="3107237"/>
                  <a:pt x="21081320" y="3057413"/>
                  <a:pt x="21233864" y="3016647"/>
                </a:cubicBezTo>
                <a:cubicBezTo>
                  <a:pt x="21233864" y="3016647"/>
                  <a:pt x="21233864" y="3016647"/>
                  <a:pt x="21325996" y="3006079"/>
                </a:cubicBezTo>
                <a:cubicBezTo>
                  <a:pt x="21315424" y="3016647"/>
                  <a:pt x="21295788" y="3025706"/>
                  <a:pt x="21295788" y="3036275"/>
                </a:cubicBezTo>
                <a:cubicBezTo>
                  <a:pt x="21153816" y="3066472"/>
                  <a:pt x="21010332" y="3098178"/>
                  <a:pt x="20868360" y="3137434"/>
                </a:cubicBezTo>
                <a:cubicBezTo>
                  <a:pt x="20859300" y="3148003"/>
                  <a:pt x="20827584" y="3188768"/>
                  <a:pt x="20838156" y="3178200"/>
                </a:cubicBezTo>
                <a:cubicBezTo>
                  <a:pt x="20909140" y="3169140"/>
                  <a:pt x="20990700" y="3158572"/>
                  <a:pt x="21061684" y="3137434"/>
                </a:cubicBezTo>
                <a:cubicBezTo>
                  <a:pt x="21051112" y="3148003"/>
                  <a:pt x="21042052" y="3169140"/>
                  <a:pt x="21051112" y="3169140"/>
                </a:cubicBezTo>
                <a:cubicBezTo>
                  <a:pt x="21061684" y="3169140"/>
                  <a:pt x="21081320" y="3158572"/>
                  <a:pt x="21091892" y="3158572"/>
                </a:cubicBezTo>
                <a:lnTo>
                  <a:pt x="21091892" y="3169140"/>
                </a:lnTo>
                <a:cubicBezTo>
                  <a:pt x="21091892" y="3169140"/>
                  <a:pt x="21091892" y="3169140"/>
                  <a:pt x="21098312" y="3167819"/>
                </a:cubicBezTo>
                <a:lnTo>
                  <a:pt x="21133908" y="3160493"/>
                </a:lnTo>
                <a:lnTo>
                  <a:pt x="21132672" y="3169140"/>
                </a:lnTo>
                <a:cubicBezTo>
                  <a:pt x="20939348" y="3199337"/>
                  <a:pt x="20746024" y="3218965"/>
                  <a:pt x="20563272" y="3270299"/>
                </a:cubicBezTo>
                <a:cubicBezTo>
                  <a:pt x="20543640" y="3270299"/>
                  <a:pt x="20513432" y="3300496"/>
                  <a:pt x="20524004" y="3311065"/>
                </a:cubicBezTo>
                <a:cubicBezTo>
                  <a:pt x="20524004" y="3311065"/>
                  <a:pt x="20524004" y="3311065"/>
                  <a:pt x="20513432" y="3311065"/>
                </a:cubicBezTo>
                <a:cubicBezTo>
                  <a:pt x="20492288" y="3321634"/>
                  <a:pt x="20462080" y="3371458"/>
                  <a:pt x="20492288" y="3351830"/>
                </a:cubicBezTo>
                <a:cubicBezTo>
                  <a:pt x="20533068" y="3330693"/>
                  <a:pt x="20584416" y="3311065"/>
                  <a:pt x="20644832" y="3300496"/>
                </a:cubicBezTo>
                <a:cubicBezTo>
                  <a:pt x="20625196" y="3311065"/>
                  <a:pt x="20614624" y="3330693"/>
                  <a:pt x="20625196" y="3330693"/>
                </a:cubicBezTo>
                <a:cubicBezTo>
                  <a:pt x="20777740" y="3321634"/>
                  <a:pt x="20949920" y="3300496"/>
                  <a:pt x="21102464" y="3270299"/>
                </a:cubicBezTo>
                <a:cubicBezTo>
                  <a:pt x="21143244" y="3259731"/>
                  <a:pt x="21193084" y="3250672"/>
                  <a:pt x="21233864" y="3240103"/>
                </a:cubicBezTo>
                <a:cubicBezTo>
                  <a:pt x="21224800" y="3240103"/>
                  <a:pt x="21224800" y="3250672"/>
                  <a:pt x="21233864" y="3250672"/>
                </a:cubicBezTo>
                <a:cubicBezTo>
                  <a:pt x="21285216" y="3240103"/>
                  <a:pt x="21325996" y="3240103"/>
                  <a:pt x="21377348" y="3229534"/>
                </a:cubicBezTo>
                <a:cubicBezTo>
                  <a:pt x="21173452" y="3300496"/>
                  <a:pt x="20949920" y="3341262"/>
                  <a:pt x="20736964" y="3382027"/>
                </a:cubicBezTo>
                <a:cubicBezTo>
                  <a:pt x="20675040" y="3392596"/>
                  <a:pt x="20614624" y="3401655"/>
                  <a:pt x="20554212" y="3422792"/>
                </a:cubicBezTo>
                <a:cubicBezTo>
                  <a:pt x="20533068" y="3422792"/>
                  <a:pt x="20502860" y="3463558"/>
                  <a:pt x="20513432" y="3463558"/>
                </a:cubicBezTo>
                <a:cubicBezTo>
                  <a:pt x="20554212" y="3452989"/>
                  <a:pt x="20594992" y="3442420"/>
                  <a:pt x="20634260" y="3433361"/>
                </a:cubicBezTo>
                <a:cubicBezTo>
                  <a:pt x="20634260" y="3442420"/>
                  <a:pt x="20634260" y="3442420"/>
                  <a:pt x="20644832" y="3442420"/>
                </a:cubicBezTo>
                <a:cubicBezTo>
                  <a:pt x="20767168" y="3433361"/>
                  <a:pt x="20919712" y="3382027"/>
                  <a:pt x="21042052" y="3392596"/>
                </a:cubicBezTo>
                <a:cubicBezTo>
                  <a:pt x="21020904" y="3401655"/>
                  <a:pt x="21001272" y="3412224"/>
                  <a:pt x="20971064" y="3412224"/>
                </a:cubicBezTo>
                <a:cubicBezTo>
                  <a:pt x="20898568" y="3422792"/>
                  <a:pt x="20827584" y="3433361"/>
                  <a:pt x="20756596" y="3452989"/>
                </a:cubicBezTo>
                <a:cubicBezTo>
                  <a:pt x="20756596" y="3452989"/>
                  <a:pt x="20756596" y="3452989"/>
                  <a:pt x="20736964" y="3452989"/>
                </a:cubicBezTo>
                <a:cubicBezTo>
                  <a:pt x="20736964" y="3452989"/>
                  <a:pt x="20726388" y="3452989"/>
                  <a:pt x="20726388" y="3463558"/>
                </a:cubicBezTo>
                <a:cubicBezTo>
                  <a:pt x="20726388" y="3463558"/>
                  <a:pt x="20726388" y="3463558"/>
                  <a:pt x="20665976" y="3472617"/>
                </a:cubicBezTo>
                <a:cubicBezTo>
                  <a:pt x="20665976" y="3472617"/>
                  <a:pt x="20665976" y="3472617"/>
                  <a:pt x="20644832" y="3472617"/>
                </a:cubicBezTo>
                <a:cubicBezTo>
                  <a:pt x="20502860" y="3493755"/>
                  <a:pt x="20360888" y="3513383"/>
                  <a:pt x="20218916" y="3545089"/>
                </a:cubicBezTo>
                <a:cubicBezTo>
                  <a:pt x="20218916" y="3545089"/>
                  <a:pt x="20218916" y="3545089"/>
                  <a:pt x="20208344" y="3545089"/>
                </a:cubicBezTo>
                <a:cubicBezTo>
                  <a:pt x="20197772" y="3545089"/>
                  <a:pt x="20156992" y="3584345"/>
                  <a:pt x="20178136" y="3584345"/>
                </a:cubicBezTo>
                <a:cubicBezTo>
                  <a:pt x="20279328" y="3575286"/>
                  <a:pt x="20380520" y="3564717"/>
                  <a:pt x="20483224" y="3545089"/>
                </a:cubicBezTo>
                <a:cubicBezTo>
                  <a:pt x="20421300" y="3564717"/>
                  <a:pt x="20371460" y="3584345"/>
                  <a:pt x="20320108" y="3605482"/>
                </a:cubicBezTo>
                <a:cubicBezTo>
                  <a:pt x="20309536" y="3616051"/>
                  <a:pt x="20268756" y="3646248"/>
                  <a:pt x="20289900" y="3646248"/>
                </a:cubicBezTo>
                <a:cubicBezTo>
                  <a:pt x="20391094" y="3635679"/>
                  <a:pt x="20492666" y="3617939"/>
                  <a:pt x="20594236" y="3596423"/>
                </a:cubicBezTo>
                <a:lnTo>
                  <a:pt x="20765462" y="3555648"/>
                </a:lnTo>
                <a:lnTo>
                  <a:pt x="20746024" y="3564717"/>
                </a:lnTo>
                <a:cubicBezTo>
                  <a:pt x="20685612" y="3575286"/>
                  <a:pt x="20614624" y="3594913"/>
                  <a:pt x="20543640" y="3616051"/>
                </a:cubicBezTo>
                <a:cubicBezTo>
                  <a:pt x="20533068" y="3616051"/>
                  <a:pt x="20492288" y="3656817"/>
                  <a:pt x="20513432" y="3656817"/>
                </a:cubicBezTo>
                <a:cubicBezTo>
                  <a:pt x="20554212" y="3656817"/>
                  <a:pt x="20594992" y="3656817"/>
                  <a:pt x="20634260" y="3656817"/>
                </a:cubicBezTo>
                <a:cubicBezTo>
                  <a:pt x="20594992" y="3665876"/>
                  <a:pt x="20543640" y="3687013"/>
                  <a:pt x="20502860" y="3706641"/>
                </a:cubicBezTo>
                <a:cubicBezTo>
                  <a:pt x="20492288" y="3717210"/>
                  <a:pt x="20451508" y="3747407"/>
                  <a:pt x="20472652" y="3747407"/>
                </a:cubicBezTo>
                <a:cubicBezTo>
                  <a:pt x="20554212" y="3736838"/>
                  <a:pt x="20634260" y="3727779"/>
                  <a:pt x="20726388" y="3717210"/>
                </a:cubicBezTo>
                <a:cubicBezTo>
                  <a:pt x="20706756" y="3727779"/>
                  <a:pt x="20696184" y="3757975"/>
                  <a:pt x="20706756" y="3747407"/>
                </a:cubicBezTo>
                <a:cubicBezTo>
                  <a:pt x="20838156" y="3727779"/>
                  <a:pt x="20971064" y="3706641"/>
                  <a:pt x="21102464" y="3687013"/>
                </a:cubicBezTo>
                <a:cubicBezTo>
                  <a:pt x="21244436" y="3656817"/>
                  <a:pt x="21377348" y="3625110"/>
                  <a:pt x="21508744" y="3594913"/>
                </a:cubicBezTo>
                <a:cubicBezTo>
                  <a:pt x="21498172" y="3594913"/>
                  <a:pt x="21498172" y="3605482"/>
                  <a:pt x="21508744" y="3605482"/>
                </a:cubicBezTo>
                <a:cubicBezTo>
                  <a:pt x="21569160" y="3594913"/>
                  <a:pt x="21631084" y="3584345"/>
                  <a:pt x="21691496" y="3564717"/>
                </a:cubicBezTo>
                <a:cubicBezTo>
                  <a:pt x="21609940" y="3584345"/>
                  <a:pt x="21528380" y="3616051"/>
                  <a:pt x="21457396" y="3625110"/>
                </a:cubicBezTo>
                <a:cubicBezTo>
                  <a:pt x="21457396" y="3625110"/>
                  <a:pt x="21457396" y="3625110"/>
                  <a:pt x="21345628" y="3656817"/>
                </a:cubicBezTo>
                <a:cubicBezTo>
                  <a:pt x="21325996" y="3656817"/>
                  <a:pt x="21306360" y="3687013"/>
                  <a:pt x="21306360" y="3697582"/>
                </a:cubicBezTo>
                <a:cubicBezTo>
                  <a:pt x="21306360" y="3697582"/>
                  <a:pt x="21306360" y="3697582"/>
                  <a:pt x="21295788" y="3697582"/>
                </a:cubicBezTo>
                <a:cubicBezTo>
                  <a:pt x="21295788" y="3687013"/>
                  <a:pt x="21306360" y="3676444"/>
                  <a:pt x="21295788" y="3676444"/>
                </a:cubicBezTo>
                <a:cubicBezTo>
                  <a:pt x="21193084" y="3706641"/>
                  <a:pt x="21081320" y="3736838"/>
                  <a:pt x="20971064" y="3747407"/>
                </a:cubicBezTo>
                <a:cubicBezTo>
                  <a:pt x="20960492" y="3747407"/>
                  <a:pt x="20919712" y="3788172"/>
                  <a:pt x="20930284" y="3788172"/>
                </a:cubicBezTo>
                <a:cubicBezTo>
                  <a:pt x="20919712" y="3798741"/>
                  <a:pt x="20909518" y="3811575"/>
                  <a:pt x="20904420" y="3819124"/>
                </a:cubicBezTo>
                <a:lnTo>
                  <a:pt x="20901816" y="3824293"/>
                </a:lnTo>
                <a:lnTo>
                  <a:pt x="20764478" y="3845970"/>
                </a:lnTo>
                <a:cubicBezTo>
                  <a:pt x="20589044" y="3877535"/>
                  <a:pt x="20411482" y="3918018"/>
                  <a:pt x="20227976" y="3940665"/>
                </a:cubicBezTo>
                <a:cubicBezTo>
                  <a:pt x="20208344" y="3940665"/>
                  <a:pt x="20178136" y="3981431"/>
                  <a:pt x="20187200" y="3981431"/>
                </a:cubicBezTo>
                <a:cubicBezTo>
                  <a:pt x="20339744" y="3960293"/>
                  <a:pt x="20492288" y="3930096"/>
                  <a:pt x="20634260" y="3910469"/>
                </a:cubicBezTo>
                <a:cubicBezTo>
                  <a:pt x="20786804" y="3880272"/>
                  <a:pt x="20939348" y="3859134"/>
                  <a:pt x="21091892" y="3839506"/>
                </a:cubicBezTo>
                <a:cubicBezTo>
                  <a:pt x="21102464" y="3839506"/>
                  <a:pt x="21113036" y="3828938"/>
                  <a:pt x="21122100" y="3818369"/>
                </a:cubicBezTo>
                <a:cubicBezTo>
                  <a:pt x="21224800" y="3798741"/>
                  <a:pt x="21325996" y="3768544"/>
                  <a:pt x="21418124" y="3736838"/>
                </a:cubicBezTo>
                <a:cubicBezTo>
                  <a:pt x="21433228" y="3732308"/>
                  <a:pt x="21448332" y="3730044"/>
                  <a:pt x="21464756" y="3728911"/>
                </a:cubicBezTo>
                <a:lnTo>
                  <a:pt x="21508424" y="3728005"/>
                </a:lnTo>
                <a:lnTo>
                  <a:pt x="21502326" y="3732308"/>
                </a:lnTo>
                <a:cubicBezTo>
                  <a:pt x="21498550" y="3734573"/>
                  <a:pt x="21493642" y="3736838"/>
                  <a:pt x="21489112" y="3736838"/>
                </a:cubicBezTo>
                <a:cubicBezTo>
                  <a:pt x="21377348" y="3777603"/>
                  <a:pt x="21265580" y="3809310"/>
                  <a:pt x="21153816" y="3839506"/>
                </a:cubicBezTo>
                <a:cubicBezTo>
                  <a:pt x="21162876" y="3828938"/>
                  <a:pt x="21173452" y="3818369"/>
                  <a:pt x="21162876" y="3818369"/>
                </a:cubicBezTo>
                <a:cubicBezTo>
                  <a:pt x="20980128" y="3889331"/>
                  <a:pt x="20777740" y="3910469"/>
                  <a:pt x="20573844" y="3930096"/>
                </a:cubicBezTo>
                <a:cubicBezTo>
                  <a:pt x="20573844" y="3930096"/>
                  <a:pt x="20573844" y="3930096"/>
                  <a:pt x="20543640" y="3940665"/>
                </a:cubicBezTo>
                <a:cubicBezTo>
                  <a:pt x="20524004" y="3940665"/>
                  <a:pt x="20492288" y="3981431"/>
                  <a:pt x="20502860" y="3981431"/>
                </a:cubicBezTo>
                <a:cubicBezTo>
                  <a:pt x="20554212" y="3981431"/>
                  <a:pt x="20594992" y="3970862"/>
                  <a:pt x="20644832" y="3960293"/>
                </a:cubicBezTo>
                <a:cubicBezTo>
                  <a:pt x="20655404" y="3960293"/>
                  <a:pt x="20665976" y="3960293"/>
                  <a:pt x="20665976" y="3951234"/>
                </a:cubicBezTo>
                <a:cubicBezTo>
                  <a:pt x="20675040" y="3951234"/>
                  <a:pt x="20685612" y="3951234"/>
                  <a:pt x="20696184" y="3960293"/>
                </a:cubicBezTo>
                <a:cubicBezTo>
                  <a:pt x="20807948" y="3940665"/>
                  <a:pt x="20909140" y="3919528"/>
                  <a:pt x="21010332" y="3899900"/>
                </a:cubicBezTo>
                <a:cubicBezTo>
                  <a:pt x="21001272" y="3910469"/>
                  <a:pt x="20980128" y="3930096"/>
                  <a:pt x="21001272" y="3930096"/>
                </a:cubicBezTo>
                <a:cubicBezTo>
                  <a:pt x="21020904" y="3930096"/>
                  <a:pt x="21042052" y="3930096"/>
                  <a:pt x="21061684" y="3919528"/>
                </a:cubicBezTo>
                <a:cubicBezTo>
                  <a:pt x="21061684" y="3919528"/>
                  <a:pt x="21061684" y="3919528"/>
                  <a:pt x="20949920" y="3960293"/>
                </a:cubicBezTo>
                <a:cubicBezTo>
                  <a:pt x="20960492" y="3951234"/>
                  <a:pt x="20971064" y="3940665"/>
                  <a:pt x="20960492" y="3940665"/>
                </a:cubicBezTo>
                <a:cubicBezTo>
                  <a:pt x="20898568" y="3940665"/>
                  <a:pt x="20838156" y="3951234"/>
                  <a:pt x="20777740" y="3960293"/>
                </a:cubicBezTo>
                <a:cubicBezTo>
                  <a:pt x="20919712" y="3970862"/>
                  <a:pt x="21072256" y="3981431"/>
                  <a:pt x="21214228" y="3992000"/>
                </a:cubicBezTo>
                <a:cubicBezTo>
                  <a:pt x="21203656" y="3992000"/>
                  <a:pt x="21193084" y="3992000"/>
                  <a:pt x="21193084" y="3992000"/>
                </a:cubicBezTo>
                <a:cubicBezTo>
                  <a:pt x="21031480" y="3992000"/>
                  <a:pt x="20868360" y="3981431"/>
                  <a:pt x="20706756" y="3970862"/>
                </a:cubicBezTo>
                <a:cubicBezTo>
                  <a:pt x="20625196" y="3992000"/>
                  <a:pt x="20533068" y="4011627"/>
                  <a:pt x="20451508" y="4022196"/>
                </a:cubicBezTo>
                <a:cubicBezTo>
                  <a:pt x="20442444" y="4022196"/>
                  <a:pt x="20431872" y="4031255"/>
                  <a:pt x="20421300" y="4041824"/>
                </a:cubicBezTo>
                <a:cubicBezTo>
                  <a:pt x="20451508" y="4041824"/>
                  <a:pt x="20492288" y="4041824"/>
                  <a:pt x="20524004" y="4041824"/>
                </a:cubicBezTo>
                <a:cubicBezTo>
                  <a:pt x="20604052" y="4031255"/>
                  <a:pt x="20685612" y="4011627"/>
                  <a:pt x="20767168" y="4001059"/>
                </a:cubicBezTo>
                <a:cubicBezTo>
                  <a:pt x="20715816" y="4022196"/>
                  <a:pt x="20655404" y="4031255"/>
                  <a:pt x="20594992" y="4052393"/>
                </a:cubicBezTo>
                <a:cubicBezTo>
                  <a:pt x="20665976" y="4052393"/>
                  <a:pt x="20746024" y="4062962"/>
                  <a:pt x="20827584" y="4062962"/>
                </a:cubicBezTo>
                <a:cubicBezTo>
                  <a:pt x="20827584" y="4062962"/>
                  <a:pt x="20827584" y="4062962"/>
                  <a:pt x="20797376" y="4062962"/>
                </a:cubicBezTo>
                <a:cubicBezTo>
                  <a:pt x="20777740" y="4062962"/>
                  <a:pt x="20675040" y="4093158"/>
                  <a:pt x="20706756" y="4093158"/>
                </a:cubicBezTo>
                <a:cubicBezTo>
                  <a:pt x="20715816" y="4093158"/>
                  <a:pt x="20726388" y="4093158"/>
                  <a:pt x="20726388" y="4103727"/>
                </a:cubicBezTo>
                <a:cubicBezTo>
                  <a:pt x="20756596" y="4093158"/>
                  <a:pt x="20777740" y="4082590"/>
                  <a:pt x="20807948" y="4072021"/>
                </a:cubicBezTo>
                <a:cubicBezTo>
                  <a:pt x="20807948" y="4072021"/>
                  <a:pt x="20818520" y="4072021"/>
                  <a:pt x="20827584" y="4062962"/>
                </a:cubicBezTo>
                <a:cubicBezTo>
                  <a:pt x="20827584" y="4062962"/>
                  <a:pt x="20827584" y="4052393"/>
                  <a:pt x="20838156" y="4052393"/>
                </a:cubicBezTo>
                <a:cubicBezTo>
                  <a:pt x="20859300" y="4052393"/>
                  <a:pt x="20878932" y="4022196"/>
                  <a:pt x="20889508" y="4011627"/>
                </a:cubicBezTo>
                <a:cubicBezTo>
                  <a:pt x="20889508" y="4011627"/>
                  <a:pt x="20889508" y="4011627"/>
                  <a:pt x="20980128" y="3992000"/>
                </a:cubicBezTo>
                <a:cubicBezTo>
                  <a:pt x="20960492" y="4001059"/>
                  <a:pt x="20939348" y="4031255"/>
                  <a:pt x="20949920" y="4031255"/>
                </a:cubicBezTo>
                <a:cubicBezTo>
                  <a:pt x="20949920" y="4031255"/>
                  <a:pt x="20949920" y="4031255"/>
                  <a:pt x="21081320" y="4001059"/>
                </a:cubicBezTo>
                <a:cubicBezTo>
                  <a:pt x="21072256" y="4011627"/>
                  <a:pt x="21051112" y="4011627"/>
                  <a:pt x="21042052" y="4022196"/>
                </a:cubicBezTo>
                <a:cubicBezTo>
                  <a:pt x="21042052" y="4022196"/>
                  <a:pt x="20990700" y="4062962"/>
                  <a:pt x="21010332" y="4062962"/>
                </a:cubicBezTo>
                <a:cubicBezTo>
                  <a:pt x="21010332" y="4062962"/>
                  <a:pt x="21010332" y="4062962"/>
                  <a:pt x="20777740" y="4103727"/>
                </a:cubicBezTo>
                <a:lnTo>
                  <a:pt x="20767168" y="4103727"/>
                </a:lnTo>
                <a:cubicBezTo>
                  <a:pt x="20838156" y="4112786"/>
                  <a:pt x="20919712" y="4123355"/>
                  <a:pt x="21010332" y="4133924"/>
                </a:cubicBezTo>
                <a:cubicBezTo>
                  <a:pt x="20971064" y="4133924"/>
                  <a:pt x="20909140" y="4153552"/>
                  <a:pt x="20939348" y="4164121"/>
                </a:cubicBezTo>
                <a:cubicBezTo>
                  <a:pt x="21122100" y="4183748"/>
                  <a:pt x="21306360" y="4204886"/>
                  <a:pt x="21498172" y="4215455"/>
                </a:cubicBezTo>
                <a:cubicBezTo>
                  <a:pt x="21538952" y="4215455"/>
                  <a:pt x="21620512" y="4183748"/>
                  <a:pt x="21590304" y="4183748"/>
                </a:cubicBezTo>
                <a:cubicBezTo>
                  <a:pt x="21478540" y="4174689"/>
                  <a:pt x="21366772" y="4174689"/>
                  <a:pt x="21255008" y="4153552"/>
                </a:cubicBezTo>
                <a:cubicBezTo>
                  <a:pt x="21336568" y="4153552"/>
                  <a:pt x="21418124" y="4153552"/>
                  <a:pt x="21498172" y="4144493"/>
                </a:cubicBezTo>
                <a:cubicBezTo>
                  <a:pt x="21792688" y="4174689"/>
                  <a:pt x="22097780" y="4183748"/>
                  <a:pt x="22392296" y="4204886"/>
                </a:cubicBezTo>
                <a:cubicBezTo>
                  <a:pt x="22230688" y="4204886"/>
                  <a:pt x="22078144" y="4204886"/>
                  <a:pt x="21915028" y="4215455"/>
                </a:cubicBezTo>
                <a:cubicBezTo>
                  <a:pt x="21895392" y="4215455"/>
                  <a:pt x="21792688" y="4235083"/>
                  <a:pt x="21824408" y="4245652"/>
                </a:cubicBezTo>
                <a:cubicBezTo>
                  <a:pt x="21824408" y="4245652"/>
                  <a:pt x="21824408" y="4245652"/>
                  <a:pt x="21874248" y="4256221"/>
                </a:cubicBezTo>
                <a:cubicBezTo>
                  <a:pt x="21824408" y="4245652"/>
                  <a:pt x="21783628" y="4245652"/>
                  <a:pt x="21732276" y="4245652"/>
                </a:cubicBezTo>
                <a:cubicBezTo>
                  <a:pt x="21721704" y="4245652"/>
                  <a:pt x="21712640" y="4245652"/>
                  <a:pt x="21702068" y="4245652"/>
                </a:cubicBezTo>
                <a:cubicBezTo>
                  <a:pt x="21579732" y="4245652"/>
                  <a:pt x="21467968" y="4245652"/>
                  <a:pt x="21356200" y="4245652"/>
                </a:cubicBezTo>
                <a:cubicBezTo>
                  <a:pt x="21325996" y="4245652"/>
                  <a:pt x="21224800" y="4275848"/>
                  <a:pt x="21265580" y="4275848"/>
                </a:cubicBezTo>
                <a:cubicBezTo>
                  <a:pt x="21528380" y="4306045"/>
                  <a:pt x="21813836" y="4295476"/>
                  <a:pt x="22087204" y="4316614"/>
                </a:cubicBezTo>
                <a:cubicBezTo>
                  <a:pt x="22007156" y="4316614"/>
                  <a:pt x="21936172" y="4316614"/>
                  <a:pt x="21854612" y="4325673"/>
                </a:cubicBezTo>
                <a:cubicBezTo>
                  <a:pt x="21833468" y="4325673"/>
                  <a:pt x="21742848" y="4357379"/>
                  <a:pt x="21783628" y="4366438"/>
                </a:cubicBezTo>
                <a:cubicBezTo>
                  <a:pt x="21915028" y="4377007"/>
                  <a:pt x="22057000" y="4377007"/>
                  <a:pt x="22200480" y="4377007"/>
                </a:cubicBezTo>
                <a:cubicBezTo>
                  <a:pt x="22026792" y="4387576"/>
                  <a:pt x="21865184" y="4387576"/>
                  <a:pt x="21702068" y="4387576"/>
                </a:cubicBezTo>
                <a:cubicBezTo>
                  <a:pt x="21538952" y="4387576"/>
                  <a:pt x="21377348" y="4398145"/>
                  <a:pt x="21214228" y="4398145"/>
                </a:cubicBezTo>
                <a:cubicBezTo>
                  <a:pt x="21193084" y="4398145"/>
                  <a:pt x="21081320" y="4428342"/>
                  <a:pt x="21122100" y="4428342"/>
                </a:cubicBezTo>
                <a:cubicBezTo>
                  <a:pt x="21214228" y="4438910"/>
                  <a:pt x="21306360" y="4447969"/>
                  <a:pt x="21396980" y="4447969"/>
                </a:cubicBezTo>
                <a:cubicBezTo>
                  <a:pt x="21366772" y="4458538"/>
                  <a:pt x="21336568" y="4469107"/>
                  <a:pt x="21356200" y="4469107"/>
                </a:cubicBezTo>
                <a:cubicBezTo>
                  <a:pt x="21407552" y="4478166"/>
                  <a:pt x="21457396" y="4478166"/>
                  <a:pt x="21508744" y="4478166"/>
                </a:cubicBezTo>
                <a:cubicBezTo>
                  <a:pt x="21478540" y="4488735"/>
                  <a:pt x="21448332" y="4499304"/>
                  <a:pt x="21478540" y="4499304"/>
                </a:cubicBezTo>
                <a:cubicBezTo>
                  <a:pt x="21874248" y="4550638"/>
                  <a:pt x="22301672" y="4529500"/>
                  <a:pt x="22718528" y="4550638"/>
                </a:cubicBezTo>
                <a:cubicBezTo>
                  <a:pt x="22759308" y="4550638"/>
                  <a:pt x="22839356" y="4509873"/>
                  <a:pt x="22809148" y="4509873"/>
                </a:cubicBezTo>
                <a:cubicBezTo>
                  <a:pt x="22473852" y="4499304"/>
                  <a:pt x="22127984" y="4509873"/>
                  <a:pt x="21792688" y="4478166"/>
                </a:cubicBezTo>
                <a:cubicBezTo>
                  <a:pt x="21874248" y="4478166"/>
                  <a:pt x="21966380" y="4478166"/>
                  <a:pt x="22047936" y="4478166"/>
                </a:cubicBezTo>
                <a:cubicBezTo>
                  <a:pt x="22078144" y="4478166"/>
                  <a:pt x="22118924" y="4469107"/>
                  <a:pt x="22138556" y="4458538"/>
                </a:cubicBezTo>
                <a:cubicBezTo>
                  <a:pt x="22138556" y="4458538"/>
                  <a:pt x="22138556" y="4458538"/>
                  <a:pt x="22413440" y="4458538"/>
                </a:cubicBezTo>
                <a:cubicBezTo>
                  <a:pt x="22454220" y="4458538"/>
                  <a:pt x="22544840" y="4417773"/>
                  <a:pt x="22514632" y="4417773"/>
                </a:cubicBezTo>
                <a:cubicBezTo>
                  <a:pt x="22312248" y="4417773"/>
                  <a:pt x="22108352" y="4417773"/>
                  <a:pt x="21904456" y="4417773"/>
                </a:cubicBezTo>
                <a:cubicBezTo>
                  <a:pt x="22168764" y="4417773"/>
                  <a:pt x="22443644" y="4407204"/>
                  <a:pt x="22697384" y="4398145"/>
                </a:cubicBezTo>
                <a:cubicBezTo>
                  <a:pt x="22707956" y="4398145"/>
                  <a:pt x="22738164" y="4387576"/>
                  <a:pt x="22759308" y="4387576"/>
                </a:cubicBezTo>
                <a:cubicBezTo>
                  <a:pt x="22839356" y="4387576"/>
                  <a:pt x="22910340" y="4387576"/>
                  <a:pt x="22991900" y="4398145"/>
                </a:cubicBezTo>
                <a:cubicBezTo>
                  <a:pt x="22920912" y="4398145"/>
                  <a:pt x="22839356" y="4407204"/>
                  <a:pt x="22768368" y="4407204"/>
                </a:cubicBezTo>
                <a:cubicBezTo>
                  <a:pt x="22748736" y="4407204"/>
                  <a:pt x="22636968" y="4438910"/>
                  <a:pt x="22677748" y="4447969"/>
                </a:cubicBezTo>
                <a:cubicBezTo>
                  <a:pt x="22869560" y="4469107"/>
                  <a:pt x="23062884" y="4478166"/>
                  <a:pt x="23256208" y="4488735"/>
                </a:cubicBezTo>
                <a:cubicBezTo>
                  <a:pt x="23277352" y="4488735"/>
                  <a:pt x="23286416" y="4488735"/>
                  <a:pt x="23296988" y="4488735"/>
                </a:cubicBezTo>
                <a:cubicBezTo>
                  <a:pt x="23226000" y="4499304"/>
                  <a:pt x="23155016" y="4499304"/>
                  <a:pt x="23084028" y="4499304"/>
                </a:cubicBezTo>
                <a:cubicBezTo>
                  <a:pt x="23062884" y="4499304"/>
                  <a:pt x="22961692" y="4540069"/>
                  <a:pt x="22991900" y="4540069"/>
                </a:cubicBezTo>
                <a:cubicBezTo>
                  <a:pt x="23185224" y="4559697"/>
                  <a:pt x="23398180" y="4570266"/>
                  <a:pt x="23602076" y="4591404"/>
                </a:cubicBezTo>
                <a:cubicBezTo>
                  <a:pt x="23419324" y="4600463"/>
                  <a:pt x="23245636" y="4600463"/>
                  <a:pt x="23062884" y="4611031"/>
                </a:cubicBezTo>
                <a:cubicBezTo>
                  <a:pt x="23043252" y="4611031"/>
                  <a:pt x="22981328" y="4621600"/>
                  <a:pt x="22961692" y="4630659"/>
                </a:cubicBezTo>
                <a:cubicBezTo>
                  <a:pt x="22961692" y="4630659"/>
                  <a:pt x="22961692" y="4630659"/>
                  <a:pt x="22951120" y="4630659"/>
                </a:cubicBezTo>
                <a:cubicBezTo>
                  <a:pt x="22748736" y="4630659"/>
                  <a:pt x="22534268" y="4630659"/>
                  <a:pt x="22321308" y="4611031"/>
                </a:cubicBezTo>
                <a:cubicBezTo>
                  <a:pt x="22362088" y="4600463"/>
                  <a:pt x="22402868" y="4591404"/>
                  <a:pt x="22383232" y="4591404"/>
                </a:cubicBezTo>
                <a:cubicBezTo>
                  <a:pt x="22280528" y="4580835"/>
                  <a:pt x="22200480" y="4591404"/>
                  <a:pt x="22108352" y="4591404"/>
                </a:cubicBezTo>
                <a:cubicBezTo>
                  <a:pt x="22087204" y="4591404"/>
                  <a:pt x="21986012" y="4621600"/>
                  <a:pt x="22016220" y="4630659"/>
                </a:cubicBezTo>
                <a:cubicBezTo>
                  <a:pt x="22016220" y="4630659"/>
                  <a:pt x="22016220" y="4630659"/>
                  <a:pt x="22087204" y="4630659"/>
                </a:cubicBezTo>
                <a:cubicBezTo>
                  <a:pt x="22087204" y="4630659"/>
                  <a:pt x="22087204" y="4630659"/>
                  <a:pt x="22026792" y="4641228"/>
                </a:cubicBezTo>
                <a:cubicBezTo>
                  <a:pt x="22016220" y="4641228"/>
                  <a:pt x="21904456" y="4671425"/>
                  <a:pt x="21936172" y="4671425"/>
                </a:cubicBezTo>
                <a:cubicBezTo>
                  <a:pt x="22149128" y="4712190"/>
                  <a:pt x="22402868" y="4712190"/>
                  <a:pt x="22656604" y="4712190"/>
                </a:cubicBezTo>
                <a:cubicBezTo>
                  <a:pt x="22615824" y="4712190"/>
                  <a:pt x="22575044" y="4733328"/>
                  <a:pt x="22575044" y="4742387"/>
                </a:cubicBezTo>
                <a:cubicBezTo>
                  <a:pt x="22250324" y="4742387"/>
                  <a:pt x="21936172" y="4752956"/>
                  <a:pt x="21620512" y="4772584"/>
                </a:cubicBezTo>
                <a:cubicBezTo>
                  <a:pt x="21590304" y="4772584"/>
                  <a:pt x="21498172" y="4804290"/>
                  <a:pt x="21528380" y="4804290"/>
                </a:cubicBezTo>
                <a:cubicBezTo>
                  <a:pt x="21712640" y="4813349"/>
                  <a:pt x="21895392" y="4813349"/>
                  <a:pt x="22078144" y="4813349"/>
                </a:cubicBezTo>
                <a:cubicBezTo>
                  <a:pt x="21955808" y="4813349"/>
                  <a:pt x="21844040" y="4823918"/>
                  <a:pt x="21742848" y="4854115"/>
                </a:cubicBezTo>
                <a:cubicBezTo>
                  <a:pt x="21742848" y="4854115"/>
                  <a:pt x="21661288" y="4875252"/>
                  <a:pt x="21702068" y="4875252"/>
                </a:cubicBezTo>
                <a:cubicBezTo>
                  <a:pt x="21865184" y="4885821"/>
                  <a:pt x="22037364" y="4885821"/>
                  <a:pt x="22200480" y="4885821"/>
                </a:cubicBezTo>
                <a:cubicBezTo>
                  <a:pt x="22189908" y="4885821"/>
                  <a:pt x="22189908" y="4894880"/>
                  <a:pt x="22209544" y="4894880"/>
                </a:cubicBezTo>
                <a:cubicBezTo>
                  <a:pt x="22209544" y="4894880"/>
                  <a:pt x="22209544" y="4894880"/>
                  <a:pt x="22250324" y="4894880"/>
                </a:cubicBezTo>
                <a:cubicBezTo>
                  <a:pt x="22230688" y="4894880"/>
                  <a:pt x="22149128" y="4925077"/>
                  <a:pt x="22189908" y="4925077"/>
                </a:cubicBezTo>
                <a:cubicBezTo>
                  <a:pt x="22372660" y="4956783"/>
                  <a:pt x="22544840" y="4956783"/>
                  <a:pt x="22738164" y="4956783"/>
                </a:cubicBezTo>
                <a:cubicBezTo>
                  <a:pt x="22778940" y="4965842"/>
                  <a:pt x="22819720" y="4946214"/>
                  <a:pt x="22839356" y="4935646"/>
                </a:cubicBezTo>
                <a:cubicBezTo>
                  <a:pt x="22839356" y="4935646"/>
                  <a:pt x="22839356" y="4935646"/>
                  <a:pt x="22901280" y="4935646"/>
                </a:cubicBezTo>
                <a:cubicBezTo>
                  <a:pt x="22942056" y="4946214"/>
                  <a:pt x="22981328" y="4956783"/>
                  <a:pt x="23013044" y="4965842"/>
                </a:cubicBezTo>
                <a:cubicBezTo>
                  <a:pt x="22920912" y="4976411"/>
                  <a:pt x="22830292" y="4976411"/>
                  <a:pt x="22738164" y="4986980"/>
                </a:cubicBezTo>
                <a:cubicBezTo>
                  <a:pt x="22718528" y="4986980"/>
                  <a:pt x="22606764" y="5017177"/>
                  <a:pt x="22656604" y="5017177"/>
                </a:cubicBezTo>
                <a:cubicBezTo>
                  <a:pt x="22830292" y="5038314"/>
                  <a:pt x="23013044" y="5038314"/>
                  <a:pt x="23185224" y="5038314"/>
                </a:cubicBezTo>
                <a:cubicBezTo>
                  <a:pt x="23195796" y="5038314"/>
                  <a:pt x="23195796" y="5047373"/>
                  <a:pt x="23195796" y="5047373"/>
                </a:cubicBezTo>
                <a:cubicBezTo>
                  <a:pt x="23073456" y="5057942"/>
                  <a:pt x="22942056" y="5068511"/>
                  <a:pt x="22819720" y="5077570"/>
                </a:cubicBezTo>
                <a:cubicBezTo>
                  <a:pt x="22798576" y="5088139"/>
                  <a:pt x="22686812" y="5118335"/>
                  <a:pt x="22727588" y="5118335"/>
                </a:cubicBezTo>
                <a:cubicBezTo>
                  <a:pt x="23043252" y="5139473"/>
                  <a:pt x="23348340" y="5139473"/>
                  <a:pt x="23662488" y="5139473"/>
                </a:cubicBezTo>
                <a:cubicBezTo>
                  <a:pt x="23683636" y="5139473"/>
                  <a:pt x="23692696" y="5139473"/>
                  <a:pt x="23713840" y="5150042"/>
                </a:cubicBezTo>
                <a:cubicBezTo>
                  <a:pt x="23724412" y="5150042"/>
                  <a:pt x="23754620" y="5159101"/>
                  <a:pt x="23795400" y="5159101"/>
                </a:cubicBezTo>
                <a:cubicBezTo>
                  <a:pt x="23795400" y="5159101"/>
                  <a:pt x="23795400" y="5159101"/>
                  <a:pt x="23703268" y="5180239"/>
                </a:cubicBezTo>
                <a:cubicBezTo>
                  <a:pt x="23692696" y="5180239"/>
                  <a:pt x="23591504" y="5210435"/>
                  <a:pt x="23632284" y="5210435"/>
                </a:cubicBezTo>
                <a:cubicBezTo>
                  <a:pt x="23804460" y="5219494"/>
                  <a:pt x="23988724" y="5230063"/>
                  <a:pt x="24160900" y="5230063"/>
                </a:cubicBezTo>
                <a:cubicBezTo>
                  <a:pt x="24343652" y="5230063"/>
                  <a:pt x="24515832" y="5230063"/>
                  <a:pt x="24698584" y="5230063"/>
                </a:cubicBezTo>
                <a:cubicBezTo>
                  <a:pt x="24698584" y="5230063"/>
                  <a:pt x="24698584" y="5230063"/>
                  <a:pt x="24730300" y="5230063"/>
                </a:cubicBezTo>
                <a:cubicBezTo>
                  <a:pt x="24465992" y="5251201"/>
                  <a:pt x="24210744" y="5270829"/>
                  <a:pt x="23967580" y="5291966"/>
                </a:cubicBezTo>
                <a:cubicBezTo>
                  <a:pt x="24008356" y="5291966"/>
                  <a:pt x="24059708" y="5281397"/>
                  <a:pt x="24109552" y="5281397"/>
                </a:cubicBezTo>
                <a:cubicBezTo>
                  <a:pt x="24100488" y="5281397"/>
                  <a:pt x="24100488" y="5291966"/>
                  <a:pt x="24089916" y="5291966"/>
                </a:cubicBezTo>
                <a:cubicBezTo>
                  <a:pt x="24018932" y="5291966"/>
                  <a:pt x="23947944" y="5301025"/>
                  <a:pt x="23875448" y="5301025"/>
                </a:cubicBezTo>
                <a:cubicBezTo>
                  <a:pt x="23845240" y="5311594"/>
                  <a:pt x="23825608" y="5322163"/>
                  <a:pt x="23845240" y="5332732"/>
                </a:cubicBezTo>
                <a:cubicBezTo>
                  <a:pt x="23845240" y="5332732"/>
                  <a:pt x="23845240" y="5332732"/>
                  <a:pt x="23541664" y="5341791"/>
                </a:cubicBezTo>
                <a:cubicBezTo>
                  <a:pt x="23541664" y="5341791"/>
                  <a:pt x="23541664" y="5341791"/>
                  <a:pt x="23500884" y="5341791"/>
                </a:cubicBezTo>
                <a:cubicBezTo>
                  <a:pt x="23509944" y="5341791"/>
                  <a:pt x="23520516" y="5332732"/>
                  <a:pt x="23531092" y="5332732"/>
                </a:cubicBezTo>
                <a:cubicBezTo>
                  <a:pt x="23509944" y="5332732"/>
                  <a:pt x="23500884" y="5332732"/>
                  <a:pt x="23479740" y="5332732"/>
                </a:cubicBezTo>
                <a:cubicBezTo>
                  <a:pt x="23500884" y="5332732"/>
                  <a:pt x="23520516" y="5322163"/>
                  <a:pt x="23531092" y="5311594"/>
                </a:cubicBezTo>
                <a:lnTo>
                  <a:pt x="23550724" y="5311594"/>
                </a:lnTo>
                <a:cubicBezTo>
                  <a:pt x="23580932" y="5301025"/>
                  <a:pt x="23683636" y="5270829"/>
                  <a:pt x="23621712" y="5270829"/>
                </a:cubicBezTo>
                <a:cubicBezTo>
                  <a:pt x="23479740" y="5281397"/>
                  <a:pt x="23337768" y="5291966"/>
                  <a:pt x="23185224" y="5291966"/>
                </a:cubicBezTo>
                <a:cubicBezTo>
                  <a:pt x="23316624" y="5281397"/>
                  <a:pt x="23460104" y="5270829"/>
                  <a:pt x="23591504" y="5260260"/>
                </a:cubicBezTo>
                <a:cubicBezTo>
                  <a:pt x="23612648" y="5251201"/>
                  <a:pt x="23713840" y="5219494"/>
                  <a:pt x="23673064" y="5219494"/>
                </a:cubicBezTo>
                <a:cubicBezTo>
                  <a:pt x="23607364" y="5219494"/>
                  <a:pt x="23543928" y="5222136"/>
                  <a:pt x="23480306" y="5224779"/>
                </a:cubicBezTo>
                <a:lnTo>
                  <a:pt x="23363034" y="5227975"/>
                </a:lnTo>
                <a:lnTo>
                  <a:pt x="23386618" y="5219235"/>
                </a:lnTo>
                <a:cubicBezTo>
                  <a:pt x="23425556" y="5206283"/>
                  <a:pt x="23482760" y="5189298"/>
                  <a:pt x="23460104" y="5189298"/>
                </a:cubicBezTo>
                <a:cubicBezTo>
                  <a:pt x="23215428" y="5159101"/>
                  <a:pt x="22972264" y="5169670"/>
                  <a:pt x="22718528" y="5169670"/>
                </a:cubicBezTo>
                <a:cubicBezTo>
                  <a:pt x="22718528" y="5169670"/>
                  <a:pt x="22718528" y="5169670"/>
                  <a:pt x="22555412" y="5159101"/>
                </a:cubicBezTo>
                <a:cubicBezTo>
                  <a:pt x="22514632" y="5159101"/>
                  <a:pt x="22433072" y="5189298"/>
                  <a:pt x="22463280" y="5189298"/>
                </a:cubicBezTo>
                <a:cubicBezTo>
                  <a:pt x="22514632" y="5189298"/>
                  <a:pt x="22565984" y="5199866"/>
                  <a:pt x="22606764" y="5199866"/>
                </a:cubicBezTo>
                <a:cubicBezTo>
                  <a:pt x="22606764" y="5199866"/>
                  <a:pt x="22606764" y="5199866"/>
                  <a:pt x="22768368" y="5210435"/>
                </a:cubicBezTo>
                <a:cubicBezTo>
                  <a:pt x="22768368" y="5210435"/>
                  <a:pt x="22778940" y="5210435"/>
                  <a:pt x="22789512" y="5210435"/>
                </a:cubicBezTo>
                <a:cubicBezTo>
                  <a:pt x="22901280" y="5210435"/>
                  <a:pt x="23022104" y="5210435"/>
                  <a:pt x="23133872" y="5210435"/>
                </a:cubicBezTo>
                <a:cubicBezTo>
                  <a:pt x="23032680" y="5210435"/>
                  <a:pt x="22920912" y="5219494"/>
                  <a:pt x="22819720" y="5219494"/>
                </a:cubicBezTo>
                <a:cubicBezTo>
                  <a:pt x="22718528" y="5230063"/>
                  <a:pt x="22606764" y="5230063"/>
                  <a:pt x="22504060" y="5240632"/>
                </a:cubicBezTo>
                <a:cubicBezTo>
                  <a:pt x="22484424" y="5240632"/>
                  <a:pt x="22383232" y="5270829"/>
                  <a:pt x="22422500" y="5270829"/>
                </a:cubicBezTo>
                <a:cubicBezTo>
                  <a:pt x="22544840" y="5281397"/>
                  <a:pt x="22656604" y="5281397"/>
                  <a:pt x="22778940" y="5281397"/>
                </a:cubicBezTo>
                <a:cubicBezTo>
                  <a:pt x="22890708" y="5281397"/>
                  <a:pt x="23013044" y="5281397"/>
                  <a:pt x="23124808" y="5270829"/>
                </a:cubicBezTo>
                <a:cubicBezTo>
                  <a:pt x="23094604" y="5281397"/>
                  <a:pt x="23053824" y="5281397"/>
                  <a:pt x="23013044" y="5291966"/>
                </a:cubicBezTo>
                <a:cubicBezTo>
                  <a:pt x="23002472" y="5291966"/>
                  <a:pt x="22910340" y="5322163"/>
                  <a:pt x="22951120" y="5322163"/>
                </a:cubicBezTo>
                <a:cubicBezTo>
                  <a:pt x="22981328" y="5322163"/>
                  <a:pt x="23022104" y="5322163"/>
                  <a:pt x="23053824" y="5322163"/>
                </a:cubicBezTo>
                <a:cubicBezTo>
                  <a:pt x="23053824" y="5322163"/>
                  <a:pt x="23053824" y="5322163"/>
                  <a:pt x="23032680" y="5332732"/>
                </a:cubicBezTo>
                <a:cubicBezTo>
                  <a:pt x="22901280" y="5332732"/>
                  <a:pt x="22768368" y="5332732"/>
                  <a:pt x="22636968" y="5332732"/>
                </a:cubicBezTo>
                <a:cubicBezTo>
                  <a:pt x="22565984" y="5332732"/>
                  <a:pt x="22504060" y="5332732"/>
                  <a:pt x="22433072" y="5332732"/>
                </a:cubicBezTo>
                <a:cubicBezTo>
                  <a:pt x="22422500" y="5341791"/>
                  <a:pt x="22422500" y="5341791"/>
                  <a:pt x="22433072" y="5341791"/>
                </a:cubicBezTo>
                <a:cubicBezTo>
                  <a:pt x="22433072" y="5341791"/>
                  <a:pt x="22433072" y="5341791"/>
                  <a:pt x="22596192" y="5341791"/>
                </a:cubicBezTo>
                <a:cubicBezTo>
                  <a:pt x="22555412" y="5352360"/>
                  <a:pt x="22514632" y="5362928"/>
                  <a:pt x="22544840" y="5362928"/>
                </a:cubicBezTo>
                <a:cubicBezTo>
                  <a:pt x="22636968" y="5371987"/>
                  <a:pt x="22738164" y="5371987"/>
                  <a:pt x="22830292" y="5371987"/>
                </a:cubicBezTo>
                <a:cubicBezTo>
                  <a:pt x="22798576" y="5382556"/>
                  <a:pt x="22759308" y="5393125"/>
                  <a:pt x="22789512" y="5393125"/>
                </a:cubicBezTo>
                <a:cubicBezTo>
                  <a:pt x="22830292" y="5403694"/>
                  <a:pt x="22869560" y="5403694"/>
                  <a:pt x="22910340" y="5393125"/>
                </a:cubicBezTo>
                <a:cubicBezTo>
                  <a:pt x="22910340" y="5393125"/>
                  <a:pt x="22910340" y="5393125"/>
                  <a:pt x="22904110" y="5394446"/>
                </a:cubicBezTo>
                <a:lnTo>
                  <a:pt x="22863928" y="5402967"/>
                </a:lnTo>
                <a:lnTo>
                  <a:pt x="22830292" y="5403694"/>
                </a:lnTo>
                <a:cubicBezTo>
                  <a:pt x="22839356" y="5403694"/>
                  <a:pt x="22849928" y="5403694"/>
                  <a:pt x="22849928" y="5403694"/>
                </a:cubicBezTo>
                <a:cubicBezTo>
                  <a:pt x="22860500" y="5403694"/>
                  <a:pt x="22860500" y="5403694"/>
                  <a:pt x="22860500" y="5403694"/>
                </a:cubicBezTo>
                <a:lnTo>
                  <a:pt x="22863928" y="5402967"/>
                </a:lnTo>
                <a:lnTo>
                  <a:pt x="23135950" y="5397088"/>
                </a:lnTo>
                <a:cubicBezTo>
                  <a:pt x="23238840" y="5393125"/>
                  <a:pt x="23343054" y="5387841"/>
                  <a:pt x="23449532" y="5382556"/>
                </a:cubicBezTo>
                <a:cubicBezTo>
                  <a:pt x="23449532" y="5382556"/>
                  <a:pt x="23449532" y="5382556"/>
                  <a:pt x="23632284" y="5382556"/>
                </a:cubicBezTo>
                <a:cubicBezTo>
                  <a:pt x="23612648" y="5393125"/>
                  <a:pt x="23580932" y="5403694"/>
                  <a:pt x="23561296" y="5412753"/>
                </a:cubicBezTo>
                <a:cubicBezTo>
                  <a:pt x="23591504" y="5408223"/>
                  <a:pt x="23619446" y="5405958"/>
                  <a:pt x="23647388" y="5404826"/>
                </a:cubicBezTo>
                <a:lnTo>
                  <a:pt x="23680628" y="5404389"/>
                </a:lnTo>
                <a:lnTo>
                  <a:pt x="23656070" y="5410063"/>
                </a:lnTo>
                <a:cubicBezTo>
                  <a:pt x="23620104" y="5421529"/>
                  <a:pt x="23568848" y="5444459"/>
                  <a:pt x="23591504" y="5444459"/>
                </a:cubicBezTo>
                <a:cubicBezTo>
                  <a:pt x="23692696" y="5453518"/>
                  <a:pt x="23804460" y="5453518"/>
                  <a:pt x="23907164" y="5444459"/>
                </a:cubicBezTo>
                <a:cubicBezTo>
                  <a:pt x="23875448" y="5453518"/>
                  <a:pt x="23815036" y="5485225"/>
                  <a:pt x="23845240" y="5485225"/>
                </a:cubicBezTo>
                <a:cubicBezTo>
                  <a:pt x="24038564" y="5494284"/>
                  <a:pt x="24231888" y="5485225"/>
                  <a:pt x="24435784" y="5474656"/>
                </a:cubicBezTo>
                <a:cubicBezTo>
                  <a:pt x="24475052" y="5474656"/>
                  <a:pt x="24547548" y="5444459"/>
                  <a:pt x="24536976" y="5433891"/>
                </a:cubicBezTo>
                <a:cubicBezTo>
                  <a:pt x="24496196" y="5433891"/>
                  <a:pt x="24455420" y="5444459"/>
                  <a:pt x="24425212" y="5444459"/>
                </a:cubicBezTo>
                <a:cubicBezTo>
                  <a:pt x="24414640" y="5444459"/>
                  <a:pt x="24395004" y="5453518"/>
                  <a:pt x="24373860" y="5453518"/>
                </a:cubicBezTo>
                <a:cubicBezTo>
                  <a:pt x="24354224" y="5444459"/>
                  <a:pt x="24313448" y="5444459"/>
                  <a:pt x="24251524" y="5444459"/>
                </a:cubicBezTo>
                <a:lnTo>
                  <a:pt x="24191108" y="5444459"/>
                </a:lnTo>
                <a:cubicBezTo>
                  <a:pt x="24191108" y="5444459"/>
                  <a:pt x="24180536" y="5444459"/>
                  <a:pt x="24171476" y="5444459"/>
                </a:cubicBezTo>
                <a:lnTo>
                  <a:pt x="24120124" y="5444459"/>
                </a:lnTo>
                <a:cubicBezTo>
                  <a:pt x="24130696" y="5433891"/>
                  <a:pt x="24139756" y="5433891"/>
                  <a:pt x="24150328" y="5423322"/>
                </a:cubicBezTo>
                <a:cubicBezTo>
                  <a:pt x="24210744" y="5423322"/>
                  <a:pt x="24283240" y="5423322"/>
                  <a:pt x="24343652" y="5423322"/>
                </a:cubicBezTo>
                <a:cubicBezTo>
                  <a:pt x="24373860" y="5412753"/>
                  <a:pt x="24404068" y="5412753"/>
                  <a:pt x="24425212" y="5403694"/>
                </a:cubicBezTo>
                <a:cubicBezTo>
                  <a:pt x="24739364" y="5393125"/>
                  <a:pt x="25055024" y="5371987"/>
                  <a:pt x="25379748" y="5362928"/>
                </a:cubicBezTo>
                <a:cubicBezTo>
                  <a:pt x="25207568" y="5371987"/>
                  <a:pt x="25033880" y="5393125"/>
                  <a:pt x="24872272" y="5423322"/>
                </a:cubicBezTo>
                <a:cubicBezTo>
                  <a:pt x="24851128" y="5423322"/>
                  <a:pt x="24739364" y="5464087"/>
                  <a:pt x="24780140" y="5464087"/>
                </a:cubicBezTo>
                <a:cubicBezTo>
                  <a:pt x="24780140" y="5464087"/>
                  <a:pt x="24780140" y="5464087"/>
                  <a:pt x="24831492" y="5464087"/>
                </a:cubicBezTo>
                <a:cubicBezTo>
                  <a:pt x="24780140" y="5464087"/>
                  <a:pt x="24739364" y="5474656"/>
                  <a:pt x="24689520" y="5474656"/>
                </a:cubicBezTo>
                <a:cubicBezTo>
                  <a:pt x="24678948" y="5474656"/>
                  <a:pt x="24657804" y="5485225"/>
                  <a:pt x="24648740" y="5485225"/>
                </a:cubicBezTo>
                <a:cubicBezTo>
                  <a:pt x="24618536" y="5485225"/>
                  <a:pt x="24577756" y="5494284"/>
                  <a:pt x="24547548" y="5494284"/>
                </a:cubicBezTo>
                <a:cubicBezTo>
                  <a:pt x="24657804" y="5494284"/>
                  <a:pt x="24769568" y="5494284"/>
                  <a:pt x="24891908" y="5494284"/>
                </a:cubicBezTo>
                <a:cubicBezTo>
                  <a:pt x="24891908" y="5494284"/>
                  <a:pt x="24891908" y="5494284"/>
                  <a:pt x="24820920" y="5504853"/>
                </a:cubicBezTo>
                <a:cubicBezTo>
                  <a:pt x="24810348" y="5504853"/>
                  <a:pt x="24780140" y="5515422"/>
                  <a:pt x="24760508" y="5524481"/>
                </a:cubicBezTo>
                <a:cubicBezTo>
                  <a:pt x="24861700" y="5515422"/>
                  <a:pt x="24962892" y="5504853"/>
                  <a:pt x="25064084" y="5504853"/>
                </a:cubicBezTo>
                <a:cubicBezTo>
                  <a:pt x="24984036" y="5515422"/>
                  <a:pt x="24902480" y="5524481"/>
                  <a:pt x="24820920" y="5545618"/>
                </a:cubicBezTo>
                <a:cubicBezTo>
                  <a:pt x="24922112" y="5545618"/>
                  <a:pt x="25014244" y="5545618"/>
                  <a:pt x="25115436" y="5545618"/>
                </a:cubicBezTo>
                <a:cubicBezTo>
                  <a:pt x="25126008" y="5545618"/>
                  <a:pt x="25136580" y="5556187"/>
                  <a:pt x="25145644" y="5556187"/>
                </a:cubicBezTo>
                <a:cubicBezTo>
                  <a:pt x="25166788" y="5556187"/>
                  <a:pt x="25177360" y="5556187"/>
                  <a:pt x="25186424" y="5556187"/>
                </a:cubicBezTo>
                <a:cubicBezTo>
                  <a:pt x="25177360" y="5556187"/>
                  <a:pt x="25166788" y="5556187"/>
                  <a:pt x="25156216" y="5565246"/>
                </a:cubicBezTo>
                <a:cubicBezTo>
                  <a:pt x="25145644" y="5565246"/>
                  <a:pt x="25136580" y="5565246"/>
                  <a:pt x="25115436" y="5565246"/>
                </a:cubicBezTo>
                <a:cubicBezTo>
                  <a:pt x="25024816" y="5575815"/>
                  <a:pt x="24922112" y="5586384"/>
                  <a:pt x="24820920" y="5606012"/>
                </a:cubicBezTo>
                <a:cubicBezTo>
                  <a:pt x="24780140" y="5616580"/>
                  <a:pt x="24739364" y="5636208"/>
                  <a:pt x="24769568" y="5636208"/>
                </a:cubicBezTo>
                <a:cubicBezTo>
                  <a:pt x="24851128" y="5636208"/>
                  <a:pt x="24932684" y="5636208"/>
                  <a:pt x="25003672" y="5627149"/>
                </a:cubicBezTo>
                <a:cubicBezTo>
                  <a:pt x="25003672" y="5627149"/>
                  <a:pt x="25003672" y="5627149"/>
                  <a:pt x="24962892" y="5636208"/>
                </a:cubicBezTo>
                <a:lnTo>
                  <a:pt x="24973464" y="5636208"/>
                </a:lnTo>
                <a:cubicBezTo>
                  <a:pt x="24973464" y="5636208"/>
                  <a:pt x="24973464" y="5636208"/>
                  <a:pt x="25156216" y="5636208"/>
                </a:cubicBezTo>
                <a:cubicBezTo>
                  <a:pt x="25156216" y="5636208"/>
                  <a:pt x="25156216" y="5636208"/>
                  <a:pt x="25431096" y="5606012"/>
                </a:cubicBezTo>
                <a:cubicBezTo>
                  <a:pt x="25471876" y="5596953"/>
                  <a:pt x="25551924" y="5556187"/>
                  <a:pt x="25521716" y="5556187"/>
                </a:cubicBezTo>
                <a:cubicBezTo>
                  <a:pt x="25308760" y="5575815"/>
                  <a:pt x="25095804" y="5606012"/>
                  <a:pt x="24882844" y="5627149"/>
                </a:cubicBezTo>
                <a:cubicBezTo>
                  <a:pt x="25166788" y="5596953"/>
                  <a:pt x="25441668" y="5556187"/>
                  <a:pt x="25715040" y="5515422"/>
                </a:cubicBezTo>
                <a:cubicBezTo>
                  <a:pt x="25725612" y="5515422"/>
                  <a:pt x="25755820" y="5504853"/>
                  <a:pt x="25776964" y="5494284"/>
                </a:cubicBezTo>
                <a:cubicBezTo>
                  <a:pt x="25857012" y="5494284"/>
                  <a:pt x="25938572" y="5485225"/>
                  <a:pt x="26020132" y="5474656"/>
                </a:cubicBezTo>
                <a:cubicBezTo>
                  <a:pt x="25949144" y="5485225"/>
                  <a:pt x="25867584" y="5504853"/>
                  <a:pt x="25786028" y="5515422"/>
                </a:cubicBezTo>
                <a:cubicBezTo>
                  <a:pt x="25766392" y="5524481"/>
                  <a:pt x="25654628" y="5565246"/>
                  <a:pt x="25704468" y="5565246"/>
                </a:cubicBezTo>
                <a:cubicBezTo>
                  <a:pt x="25908364" y="5565246"/>
                  <a:pt x="26110752" y="5545618"/>
                  <a:pt x="26314648" y="5535049"/>
                </a:cubicBezTo>
                <a:cubicBezTo>
                  <a:pt x="26325220" y="5535049"/>
                  <a:pt x="26344852" y="5535049"/>
                  <a:pt x="26355424" y="5535049"/>
                </a:cubicBezTo>
                <a:cubicBezTo>
                  <a:pt x="26273868" y="5545618"/>
                  <a:pt x="26202880" y="5556187"/>
                  <a:pt x="26131896" y="5575815"/>
                </a:cubicBezTo>
                <a:cubicBezTo>
                  <a:pt x="26101688" y="5575815"/>
                  <a:pt x="25998984" y="5616580"/>
                  <a:pt x="26039764" y="5616580"/>
                </a:cubicBezTo>
                <a:cubicBezTo>
                  <a:pt x="26243660" y="5616580"/>
                  <a:pt x="26467192" y="5606012"/>
                  <a:pt x="26680148" y="5596953"/>
                </a:cubicBezTo>
                <a:cubicBezTo>
                  <a:pt x="26497396" y="5627149"/>
                  <a:pt x="26304072" y="5657346"/>
                  <a:pt x="26121324" y="5676974"/>
                </a:cubicBezTo>
                <a:cubicBezTo>
                  <a:pt x="26101688" y="5676974"/>
                  <a:pt x="26030704" y="5707170"/>
                  <a:pt x="26020132" y="5717739"/>
                </a:cubicBezTo>
                <a:lnTo>
                  <a:pt x="26009556" y="5717739"/>
                </a:lnTo>
                <a:cubicBezTo>
                  <a:pt x="25816236" y="5738877"/>
                  <a:pt x="25613848" y="5758505"/>
                  <a:pt x="25409952" y="5769074"/>
                </a:cubicBezTo>
                <a:cubicBezTo>
                  <a:pt x="25441668" y="5769074"/>
                  <a:pt x="25471876" y="5769074"/>
                  <a:pt x="25502084" y="5769074"/>
                </a:cubicBezTo>
                <a:cubicBezTo>
                  <a:pt x="25338968" y="5788701"/>
                  <a:pt x="25177360" y="5799270"/>
                  <a:pt x="25024816" y="5818898"/>
                </a:cubicBezTo>
                <a:cubicBezTo>
                  <a:pt x="25024816" y="5818898"/>
                  <a:pt x="25024816" y="5818898"/>
                  <a:pt x="25104864" y="5818898"/>
                </a:cubicBezTo>
                <a:cubicBezTo>
                  <a:pt x="25085228" y="5829467"/>
                  <a:pt x="25064084" y="5829467"/>
                  <a:pt x="25044452" y="5829467"/>
                </a:cubicBezTo>
                <a:cubicBezTo>
                  <a:pt x="25024816" y="5840036"/>
                  <a:pt x="24962892" y="5859664"/>
                  <a:pt x="24943256" y="5870232"/>
                </a:cubicBezTo>
                <a:cubicBezTo>
                  <a:pt x="25044452" y="5870232"/>
                  <a:pt x="25145644" y="5870232"/>
                  <a:pt x="25237776" y="5870232"/>
                </a:cubicBezTo>
                <a:cubicBezTo>
                  <a:pt x="25196996" y="5870232"/>
                  <a:pt x="25156216" y="5870232"/>
                  <a:pt x="25104864" y="5880801"/>
                </a:cubicBezTo>
                <a:cubicBezTo>
                  <a:pt x="25298188" y="5880801"/>
                  <a:pt x="25502084" y="5850605"/>
                  <a:pt x="25704468" y="5829467"/>
                </a:cubicBezTo>
                <a:cubicBezTo>
                  <a:pt x="25663688" y="5840036"/>
                  <a:pt x="25624420" y="5859664"/>
                  <a:pt x="25624420" y="5870232"/>
                </a:cubicBezTo>
                <a:cubicBezTo>
                  <a:pt x="25289124" y="5900429"/>
                  <a:pt x="24953832" y="5951763"/>
                  <a:pt x="24627596" y="6012157"/>
                </a:cubicBezTo>
                <a:cubicBezTo>
                  <a:pt x="24607964" y="6012157"/>
                  <a:pt x="24547548" y="6043863"/>
                  <a:pt x="24536976" y="6052922"/>
                </a:cubicBezTo>
                <a:cubicBezTo>
                  <a:pt x="24526404" y="6052922"/>
                  <a:pt x="24526404" y="6063491"/>
                  <a:pt x="24536976" y="6052922"/>
                </a:cubicBezTo>
                <a:cubicBezTo>
                  <a:pt x="24730300" y="6043863"/>
                  <a:pt x="24922112" y="6022726"/>
                  <a:pt x="25115436" y="5992529"/>
                </a:cubicBezTo>
                <a:cubicBezTo>
                  <a:pt x="24984036" y="6012157"/>
                  <a:pt x="24872272" y="6043863"/>
                  <a:pt x="24769568" y="6074060"/>
                </a:cubicBezTo>
                <a:cubicBezTo>
                  <a:pt x="24760508" y="6083119"/>
                  <a:pt x="24689520" y="6113316"/>
                  <a:pt x="24719728" y="6104257"/>
                </a:cubicBezTo>
                <a:cubicBezTo>
                  <a:pt x="24902480" y="6093688"/>
                  <a:pt x="25074656" y="6074060"/>
                  <a:pt x="25248348" y="6052922"/>
                </a:cubicBezTo>
                <a:cubicBezTo>
                  <a:pt x="25237776" y="6063491"/>
                  <a:pt x="25237776" y="6063491"/>
                  <a:pt x="25257408" y="6063491"/>
                </a:cubicBezTo>
                <a:cubicBezTo>
                  <a:pt x="25257408" y="6063491"/>
                  <a:pt x="25257408" y="6063491"/>
                  <a:pt x="25263828" y="6063491"/>
                </a:cubicBezTo>
                <a:lnTo>
                  <a:pt x="25298188" y="6063491"/>
                </a:lnTo>
                <a:cubicBezTo>
                  <a:pt x="25289124" y="6063491"/>
                  <a:pt x="25196996" y="6104257"/>
                  <a:pt x="25237776" y="6104257"/>
                </a:cubicBezTo>
                <a:cubicBezTo>
                  <a:pt x="25431096" y="6104257"/>
                  <a:pt x="25624420" y="6083119"/>
                  <a:pt x="25826808" y="6074060"/>
                </a:cubicBezTo>
                <a:cubicBezTo>
                  <a:pt x="25857012" y="6063491"/>
                  <a:pt x="25908364" y="6043863"/>
                  <a:pt x="25918936" y="6033294"/>
                </a:cubicBezTo>
                <a:cubicBezTo>
                  <a:pt x="25918936" y="6033294"/>
                  <a:pt x="25918936" y="6033294"/>
                  <a:pt x="25989924" y="6022726"/>
                </a:cubicBezTo>
                <a:cubicBezTo>
                  <a:pt x="26030704" y="6033294"/>
                  <a:pt x="26071480" y="6033294"/>
                  <a:pt x="26110752" y="6043863"/>
                </a:cubicBezTo>
                <a:cubicBezTo>
                  <a:pt x="26009556" y="6063491"/>
                  <a:pt x="25918936" y="6074060"/>
                  <a:pt x="25826808" y="6093688"/>
                </a:cubicBezTo>
                <a:cubicBezTo>
                  <a:pt x="25796600" y="6104257"/>
                  <a:pt x="25695408" y="6145022"/>
                  <a:pt x="25736188" y="6134453"/>
                </a:cubicBezTo>
                <a:cubicBezTo>
                  <a:pt x="25928000" y="6134453"/>
                  <a:pt x="26110752" y="6113316"/>
                  <a:pt x="26295012" y="6093688"/>
                </a:cubicBezTo>
                <a:cubicBezTo>
                  <a:pt x="26304072" y="6093688"/>
                  <a:pt x="26304072" y="6104257"/>
                  <a:pt x="26314648" y="6104257"/>
                </a:cubicBezTo>
                <a:cubicBezTo>
                  <a:pt x="26183248" y="6123884"/>
                  <a:pt x="26050336" y="6154081"/>
                  <a:pt x="25918936" y="6185788"/>
                </a:cubicBezTo>
                <a:cubicBezTo>
                  <a:pt x="25897792" y="6185788"/>
                  <a:pt x="25786028" y="6226553"/>
                  <a:pt x="25826808" y="6226553"/>
                </a:cubicBezTo>
                <a:cubicBezTo>
                  <a:pt x="26151528" y="6205415"/>
                  <a:pt x="26486824" y="6175219"/>
                  <a:pt x="26813060" y="6134453"/>
                </a:cubicBezTo>
                <a:cubicBezTo>
                  <a:pt x="26822120" y="6134453"/>
                  <a:pt x="26843264" y="6134453"/>
                  <a:pt x="26862900" y="6134453"/>
                </a:cubicBezTo>
                <a:cubicBezTo>
                  <a:pt x="26873472" y="6145022"/>
                  <a:pt x="26914252" y="6145022"/>
                  <a:pt x="26944456" y="6145022"/>
                </a:cubicBezTo>
                <a:cubicBezTo>
                  <a:pt x="26944456" y="6145022"/>
                  <a:pt x="26944456" y="6145022"/>
                  <a:pt x="26862900" y="6164650"/>
                </a:cubicBezTo>
                <a:cubicBezTo>
                  <a:pt x="26843264" y="6175219"/>
                  <a:pt x="26742072" y="6215984"/>
                  <a:pt x="26791912" y="6215984"/>
                </a:cubicBezTo>
                <a:cubicBezTo>
                  <a:pt x="26965604" y="6205415"/>
                  <a:pt x="27157416" y="6185788"/>
                  <a:pt x="27340168" y="6175219"/>
                </a:cubicBezTo>
                <a:cubicBezTo>
                  <a:pt x="27533492" y="6145022"/>
                  <a:pt x="27716240" y="6123884"/>
                  <a:pt x="27898992" y="6104257"/>
                </a:cubicBezTo>
                <a:cubicBezTo>
                  <a:pt x="27898992" y="6104257"/>
                  <a:pt x="27898992" y="6104257"/>
                  <a:pt x="27930708" y="6104257"/>
                </a:cubicBezTo>
                <a:cubicBezTo>
                  <a:pt x="27655828" y="6154081"/>
                  <a:pt x="27380948" y="6215984"/>
                  <a:pt x="27107576" y="6256750"/>
                </a:cubicBezTo>
                <a:cubicBezTo>
                  <a:pt x="27086428" y="6256750"/>
                  <a:pt x="26985236" y="6306574"/>
                  <a:pt x="27015444" y="6306574"/>
                </a:cubicBezTo>
                <a:cubicBezTo>
                  <a:pt x="27015444" y="6306574"/>
                  <a:pt x="27015444" y="6306574"/>
                  <a:pt x="26701292" y="6357909"/>
                </a:cubicBezTo>
                <a:cubicBezTo>
                  <a:pt x="26701292" y="6357909"/>
                  <a:pt x="26701292" y="6357909"/>
                  <a:pt x="26660516" y="6357909"/>
                </a:cubicBezTo>
                <a:cubicBezTo>
                  <a:pt x="26701292" y="6347340"/>
                  <a:pt x="26751136" y="6317143"/>
                  <a:pt x="26701292" y="6327712"/>
                </a:cubicBezTo>
                <a:cubicBezTo>
                  <a:pt x="26680148" y="6327712"/>
                  <a:pt x="26660516" y="6327712"/>
                  <a:pt x="26630308" y="6338281"/>
                </a:cubicBezTo>
                <a:cubicBezTo>
                  <a:pt x="26660516" y="6327712"/>
                  <a:pt x="26680148" y="6327712"/>
                  <a:pt x="26710356" y="6317143"/>
                </a:cubicBezTo>
                <a:cubicBezTo>
                  <a:pt x="26742072" y="6306574"/>
                  <a:pt x="26843264" y="6265809"/>
                  <a:pt x="26782852" y="6276378"/>
                </a:cubicBezTo>
                <a:cubicBezTo>
                  <a:pt x="26630308" y="6297515"/>
                  <a:pt x="26477764" y="6327712"/>
                  <a:pt x="26325220" y="6347340"/>
                </a:cubicBezTo>
                <a:cubicBezTo>
                  <a:pt x="26467192" y="6317143"/>
                  <a:pt x="26609164" y="6286946"/>
                  <a:pt x="26742072" y="6265809"/>
                </a:cubicBezTo>
                <a:cubicBezTo>
                  <a:pt x="26772280" y="6256750"/>
                  <a:pt x="26862900" y="6215984"/>
                  <a:pt x="26832692" y="6215984"/>
                </a:cubicBezTo>
                <a:cubicBezTo>
                  <a:pt x="26690720" y="6235612"/>
                  <a:pt x="26557812" y="6256750"/>
                  <a:pt x="26426412" y="6276378"/>
                </a:cubicBezTo>
                <a:cubicBezTo>
                  <a:pt x="26426412" y="6276378"/>
                  <a:pt x="26426412" y="6276378"/>
                  <a:pt x="26507968" y="6256750"/>
                </a:cubicBezTo>
                <a:cubicBezTo>
                  <a:pt x="26518544" y="6256750"/>
                  <a:pt x="26630308" y="6215984"/>
                  <a:pt x="26598592" y="6215984"/>
                </a:cubicBezTo>
                <a:cubicBezTo>
                  <a:pt x="26344852" y="6215984"/>
                  <a:pt x="26091116" y="6246181"/>
                  <a:pt x="25826808" y="6276378"/>
                </a:cubicBezTo>
                <a:cubicBezTo>
                  <a:pt x="25826808" y="6276378"/>
                  <a:pt x="25826808" y="6276378"/>
                  <a:pt x="25654628" y="6286946"/>
                </a:cubicBezTo>
                <a:cubicBezTo>
                  <a:pt x="25613848" y="6286946"/>
                  <a:pt x="25521716" y="6338281"/>
                  <a:pt x="25551924" y="6327712"/>
                </a:cubicBezTo>
                <a:cubicBezTo>
                  <a:pt x="25613848" y="6327712"/>
                  <a:pt x="25663688" y="6327712"/>
                  <a:pt x="25715040" y="6317143"/>
                </a:cubicBezTo>
                <a:cubicBezTo>
                  <a:pt x="25715040" y="6317143"/>
                  <a:pt x="25715040" y="6317143"/>
                  <a:pt x="25878160" y="6306574"/>
                </a:cubicBezTo>
                <a:cubicBezTo>
                  <a:pt x="25888732" y="6306574"/>
                  <a:pt x="25888732" y="6306574"/>
                  <a:pt x="25897792" y="6306574"/>
                </a:cubicBezTo>
                <a:cubicBezTo>
                  <a:pt x="26020132" y="6297515"/>
                  <a:pt x="26142468" y="6276378"/>
                  <a:pt x="26263296" y="6265809"/>
                </a:cubicBezTo>
                <a:cubicBezTo>
                  <a:pt x="26151528" y="6286946"/>
                  <a:pt x="26039764" y="6306574"/>
                  <a:pt x="25938572" y="6317143"/>
                </a:cubicBezTo>
                <a:cubicBezTo>
                  <a:pt x="25826808" y="6338281"/>
                  <a:pt x="25715040" y="6347340"/>
                  <a:pt x="25613848" y="6368477"/>
                </a:cubicBezTo>
                <a:cubicBezTo>
                  <a:pt x="25592704" y="6379046"/>
                  <a:pt x="25480940" y="6418302"/>
                  <a:pt x="25521716" y="6418302"/>
                </a:cubicBezTo>
                <a:cubicBezTo>
                  <a:pt x="25644056" y="6409243"/>
                  <a:pt x="25776964" y="6398674"/>
                  <a:pt x="25897792" y="6388105"/>
                </a:cubicBezTo>
                <a:cubicBezTo>
                  <a:pt x="26020132" y="6368477"/>
                  <a:pt x="26142468" y="6347340"/>
                  <a:pt x="26263296" y="6338281"/>
                </a:cubicBezTo>
                <a:cubicBezTo>
                  <a:pt x="26224024" y="6347340"/>
                  <a:pt x="26183248" y="6357909"/>
                  <a:pt x="26142468" y="6368477"/>
                </a:cubicBezTo>
                <a:cubicBezTo>
                  <a:pt x="26131896" y="6368477"/>
                  <a:pt x="26039764" y="6409243"/>
                  <a:pt x="26091116" y="6409243"/>
                </a:cubicBezTo>
                <a:cubicBezTo>
                  <a:pt x="26106220" y="6403959"/>
                  <a:pt x="26121322" y="6401316"/>
                  <a:pt x="26137748" y="6399995"/>
                </a:cubicBezTo>
                <a:lnTo>
                  <a:pt x="26168470" y="6399251"/>
                </a:lnTo>
                <a:lnTo>
                  <a:pt x="25960850" y="6427738"/>
                </a:lnTo>
                <a:cubicBezTo>
                  <a:pt x="25890996" y="6436797"/>
                  <a:pt x="25822276" y="6444724"/>
                  <a:pt x="25755820" y="6450008"/>
                </a:cubicBezTo>
                <a:cubicBezTo>
                  <a:pt x="25592704" y="6469636"/>
                  <a:pt x="25390320" y="6490774"/>
                  <a:pt x="25289124" y="6540598"/>
                </a:cubicBezTo>
                <a:cubicBezTo>
                  <a:pt x="25216628" y="6570795"/>
                  <a:pt x="25308760" y="6551167"/>
                  <a:pt x="25349540" y="6530030"/>
                </a:cubicBezTo>
                <a:cubicBezTo>
                  <a:pt x="25369172" y="6530030"/>
                  <a:pt x="25450732" y="6520971"/>
                  <a:pt x="25521716" y="6510402"/>
                </a:cubicBezTo>
                <a:cubicBezTo>
                  <a:pt x="25502084" y="6520971"/>
                  <a:pt x="25480940" y="6530030"/>
                  <a:pt x="25511144" y="6530030"/>
                </a:cubicBezTo>
                <a:cubicBezTo>
                  <a:pt x="25878160" y="6530030"/>
                  <a:pt x="26243660" y="6469636"/>
                  <a:pt x="26609164" y="6409243"/>
                </a:cubicBezTo>
                <a:cubicBezTo>
                  <a:pt x="26609164" y="6409243"/>
                  <a:pt x="26609164" y="6409243"/>
                  <a:pt x="26802484" y="6388105"/>
                </a:cubicBezTo>
                <a:cubicBezTo>
                  <a:pt x="26772280" y="6398674"/>
                  <a:pt x="26720928" y="6418302"/>
                  <a:pt x="26720928" y="6428871"/>
                </a:cubicBezTo>
                <a:cubicBezTo>
                  <a:pt x="26557812" y="6450008"/>
                  <a:pt x="26396204" y="6469636"/>
                  <a:pt x="26243660" y="6490774"/>
                </a:cubicBezTo>
                <a:cubicBezTo>
                  <a:pt x="26080544" y="6520971"/>
                  <a:pt x="25918936" y="6540598"/>
                  <a:pt x="25755820" y="6570795"/>
                </a:cubicBezTo>
                <a:cubicBezTo>
                  <a:pt x="25725612" y="6570795"/>
                  <a:pt x="25644056" y="6611561"/>
                  <a:pt x="25674264" y="6611561"/>
                </a:cubicBezTo>
                <a:cubicBezTo>
                  <a:pt x="25755820" y="6600992"/>
                  <a:pt x="25837380" y="6591933"/>
                  <a:pt x="25928000" y="6581364"/>
                </a:cubicBezTo>
                <a:cubicBezTo>
                  <a:pt x="26009556" y="6570795"/>
                  <a:pt x="26101688" y="6560226"/>
                  <a:pt x="26183248" y="6551167"/>
                </a:cubicBezTo>
                <a:cubicBezTo>
                  <a:pt x="26151528" y="6560226"/>
                  <a:pt x="26121324" y="6581364"/>
                  <a:pt x="26151528" y="6581364"/>
                </a:cubicBezTo>
                <a:cubicBezTo>
                  <a:pt x="26183248" y="6581364"/>
                  <a:pt x="26213452" y="6570795"/>
                  <a:pt x="26243660" y="6570795"/>
                </a:cubicBezTo>
                <a:cubicBezTo>
                  <a:pt x="26284440" y="6570795"/>
                  <a:pt x="26314648" y="6560226"/>
                  <a:pt x="26344852" y="6560226"/>
                </a:cubicBezTo>
                <a:cubicBezTo>
                  <a:pt x="26335792" y="6560226"/>
                  <a:pt x="26335792" y="6570795"/>
                  <a:pt x="26325220" y="6570795"/>
                </a:cubicBezTo>
                <a:cubicBezTo>
                  <a:pt x="25897792" y="6622129"/>
                  <a:pt x="25461304" y="6652326"/>
                  <a:pt x="25033880" y="6712719"/>
                </a:cubicBezTo>
                <a:cubicBezTo>
                  <a:pt x="25003672" y="6712719"/>
                  <a:pt x="24922112" y="6753485"/>
                  <a:pt x="24932684" y="6753485"/>
                </a:cubicBezTo>
                <a:cubicBezTo>
                  <a:pt x="24922112" y="6753485"/>
                  <a:pt x="24913052" y="6764054"/>
                  <a:pt x="24902480" y="6764054"/>
                </a:cubicBezTo>
                <a:cubicBezTo>
                  <a:pt x="24872272" y="6774623"/>
                  <a:pt x="24780140" y="6815388"/>
                  <a:pt x="24851128" y="6794250"/>
                </a:cubicBezTo>
                <a:cubicBezTo>
                  <a:pt x="24953832" y="6774623"/>
                  <a:pt x="25074656" y="6753485"/>
                  <a:pt x="25196996" y="6744426"/>
                </a:cubicBezTo>
                <a:cubicBezTo>
                  <a:pt x="25156216" y="6753485"/>
                  <a:pt x="25126008" y="6774623"/>
                  <a:pt x="25145644" y="6774623"/>
                </a:cubicBezTo>
                <a:cubicBezTo>
                  <a:pt x="25329904" y="6764054"/>
                  <a:pt x="25511144" y="6753485"/>
                  <a:pt x="25695408" y="6733857"/>
                </a:cubicBezTo>
                <a:cubicBezTo>
                  <a:pt x="25786028" y="6723288"/>
                  <a:pt x="25878160" y="6723288"/>
                  <a:pt x="25958208" y="6712719"/>
                </a:cubicBezTo>
                <a:cubicBezTo>
                  <a:pt x="26050336" y="6703660"/>
                  <a:pt x="26142468" y="6693092"/>
                  <a:pt x="26233088" y="6673464"/>
                </a:cubicBezTo>
                <a:cubicBezTo>
                  <a:pt x="26335792" y="6662895"/>
                  <a:pt x="26426412" y="6652326"/>
                  <a:pt x="26527604" y="6632698"/>
                </a:cubicBezTo>
                <a:cubicBezTo>
                  <a:pt x="26518544" y="6641757"/>
                  <a:pt x="26507968" y="6652326"/>
                  <a:pt x="26527604" y="6652326"/>
                </a:cubicBezTo>
                <a:cubicBezTo>
                  <a:pt x="26630308" y="6641757"/>
                  <a:pt x="26742072" y="6632698"/>
                  <a:pt x="26852328" y="6611561"/>
                </a:cubicBezTo>
                <a:cubicBezTo>
                  <a:pt x="26619736" y="6662895"/>
                  <a:pt x="26375060" y="6693092"/>
                  <a:pt x="26131896" y="6733857"/>
                </a:cubicBezTo>
                <a:cubicBezTo>
                  <a:pt x="26131896" y="6733857"/>
                  <a:pt x="26131896" y="6733857"/>
                  <a:pt x="25949144" y="6764054"/>
                </a:cubicBezTo>
                <a:cubicBezTo>
                  <a:pt x="25888732" y="6764054"/>
                  <a:pt x="25826808" y="6774623"/>
                  <a:pt x="25766392" y="6785191"/>
                </a:cubicBezTo>
                <a:cubicBezTo>
                  <a:pt x="25644056" y="6794250"/>
                  <a:pt x="25521716" y="6804819"/>
                  <a:pt x="25400892" y="6815388"/>
                </a:cubicBezTo>
                <a:lnTo>
                  <a:pt x="25390320" y="6815388"/>
                </a:lnTo>
                <a:cubicBezTo>
                  <a:pt x="25248348" y="6835016"/>
                  <a:pt x="25104864" y="6856154"/>
                  <a:pt x="24973464" y="6865213"/>
                </a:cubicBezTo>
                <a:cubicBezTo>
                  <a:pt x="24932684" y="6875781"/>
                  <a:pt x="24851128" y="6916547"/>
                  <a:pt x="24882844" y="6905978"/>
                </a:cubicBezTo>
                <a:cubicBezTo>
                  <a:pt x="24973464" y="6896919"/>
                  <a:pt x="25064084" y="6886350"/>
                  <a:pt x="25156216" y="6875781"/>
                </a:cubicBezTo>
                <a:cubicBezTo>
                  <a:pt x="25145644" y="6886350"/>
                  <a:pt x="25145644" y="6886350"/>
                  <a:pt x="25156216" y="6886350"/>
                </a:cubicBezTo>
                <a:cubicBezTo>
                  <a:pt x="25431096" y="6865213"/>
                  <a:pt x="25786028" y="6815388"/>
                  <a:pt x="26071480" y="6815388"/>
                </a:cubicBezTo>
                <a:cubicBezTo>
                  <a:pt x="26009556" y="6825957"/>
                  <a:pt x="25958208" y="6835016"/>
                  <a:pt x="25908364" y="6845585"/>
                </a:cubicBezTo>
                <a:cubicBezTo>
                  <a:pt x="25745248" y="6845585"/>
                  <a:pt x="25583640" y="6865213"/>
                  <a:pt x="25420524" y="6886350"/>
                </a:cubicBezTo>
                <a:cubicBezTo>
                  <a:pt x="25409952" y="6886350"/>
                  <a:pt x="25390320" y="6896919"/>
                  <a:pt x="25379748" y="6896919"/>
                </a:cubicBezTo>
                <a:cubicBezTo>
                  <a:pt x="25369172" y="6896919"/>
                  <a:pt x="25349540" y="6896919"/>
                  <a:pt x="25338968" y="6896919"/>
                </a:cubicBezTo>
                <a:cubicBezTo>
                  <a:pt x="25338968" y="6896919"/>
                  <a:pt x="25338968" y="6896919"/>
                  <a:pt x="25207568" y="6916547"/>
                </a:cubicBezTo>
                <a:cubicBezTo>
                  <a:pt x="25207568" y="6916547"/>
                  <a:pt x="25207568" y="6916547"/>
                  <a:pt x="25166788" y="6916547"/>
                </a:cubicBezTo>
                <a:cubicBezTo>
                  <a:pt x="25003672" y="6937685"/>
                  <a:pt x="24842064" y="6946744"/>
                  <a:pt x="24678948" y="6957312"/>
                </a:cubicBezTo>
                <a:cubicBezTo>
                  <a:pt x="24515832" y="6976940"/>
                  <a:pt x="24354224" y="6987509"/>
                  <a:pt x="24191108" y="7007137"/>
                </a:cubicBezTo>
                <a:cubicBezTo>
                  <a:pt x="24191108" y="7007137"/>
                  <a:pt x="24191108" y="7007137"/>
                  <a:pt x="24180536" y="7007137"/>
                </a:cubicBezTo>
                <a:cubicBezTo>
                  <a:pt x="24150328" y="7007137"/>
                  <a:pt x="24059708" y="7047902"/>
                  <a:pt x="24089916" y="7047902"/>
                </a:cubicBezTo>
                <a:cubicBezTo>
                  <a:pt x="24210744" y="7038843"/>
                  <a:pt x="24322508" y="7038843"/>
                  <a:pt x="24435784" y="7028275"/>
                </a:cubicBezTo>
                <a:cubicBezTo>
                  <a:pt x="24435784" y="7028275"/>
                  <a:pt x="24435784" y="7028275"/>
                  <a:pt x="24780140" y="6998078"/>
                </a:cubicBezTo>
                <a:cubicBezTo>
                  <a:pt x="24648740" y="7017706"/>
                  <a:pt x="24526404" y="7038843"/>
                  <a:pt x="24404068" y="7069040"/>
                </a:cubicBezTo>
                <a:cubicBezTo>
                  <a:pt x="24384432" y="7069040"/>
                  <a:pt x="24283240" y="7109806"/>
                  <a:pt x="24322508" y="7109806"/>
                </a:cubicBezTo>
                <a:cubicBezTo>
                  <a:pt x="24439560" y="7102256"/>
                  <a:pt x="24556516" y="7092726"/>
                  <a:pt x="24673260" y="7081732"/>
                </a:cubicBezTo>
                <a:lnTo>
                  <a:pt x="25003696" y="7046891"/>
                </a:lnTo>
                <a:lnTo>
                  <a:pt x="24913052" y="7058471"/>
                </a:lnTo>
                <a:cubicBezTo>
                  <a:pt x="24891908" y="7069040"/>
                  <a:pt x="24780140" y="7099237"/>
                  <a:pt x="24810348" y="7109806"/>
                </a:cubicBezTo>
                <a:cubicBezTo>
                  <a:pt x="24913052" y="7109806"/>
                  <a:pt x="25003672" y="7109806"/>
                  <a:pt x="25095804" y="7099237"/>
                </a:cubicBezTo>
                <a:cubicBezTo>
                  <a:pt x="24994608" y="7120374"/>
                  <a:pt x="24882844" y="7140002"/>
                  <a:pt x="24780140" y="7159630"/>
                </a:cubicBezTo>
                <a:cubicBezTo>
                  <a:pt x="24760508" y="7170199"/>
                  <a:pt x="24657804" y="7210964"/>
                  <a:pt x="24698584" y="7200396"/>
                </a:cubicBezTo>
                <a:cubicBezTo>
                  <a:pt x="24891908" y="7191337"/>
                  <a:pt x="25085228" y="7180768"/>
                  <a:pt x="25278552" y="7159630"/>
                </a:cubicBezTo>
                <a:cubicBezTo>
                  <a:pt x="25237776" y="7170199"/>
                  <a:pt x="25196996" y="7200396"/>
                  <a:pt x="25216628" y="7200396"/>
                </a:cubicBezTo>
                <a:cubicBezTo>
                  <a:pt x="25521716" y="7159630"/>
                  <a:pt x="25826808" y="7140002"/>
                  <a:pt x="26121324" y="7109806"/>
                </a:cubicBezTo>
                <a:cubicBezTo>
                  <a:pt x="26426412" y="7069040"/>
                  <a:pt x="26731500" y="7028275"/>
                  <a:pt x="27026016" y="6976940"/>
                </a:cubicBezTo>
                <a:cubicBezTo>
                  <a:pt x="27015444" y="6976940"/>
                  <a:pt x="27015444" y="6987509"/>
                  <a:pt x="27026016" y="6987509"/>
                </a:cubicBezTo>
                <a:cubicBezTo>
                  <a:pt x="27157416" y="6967881"/>
                  <a:pt x="27299388" y="6957312"/>
                  <a:pt x="27432296" y="6937685"/>
                </a:cubicBezTo>
                <a:cubicBezTo>
                  <a:pt x="27260120" y="6967881"/>
                  <a:pt x="27077368" y="6998078"/>
                  <a:pt x="26903680" y="7017706"/>
                </a:cubicBezTo>
                <a:cubicBezTo>
                  <a:pt x="26914252" y="7017706"/>
                  <a:pt x="26914252" y="7007137"/>
                  <a:pt x="26903680" y="7007137"/>
                </a:cubicBezTo>
                <a:cubicBezTo>
                  <a:pt x="26903680" y="7007137"/>
                  <a:pt x="26903680" y="7007137"/>
                  <a:pt x="26649940" y="7047902"/>
                </a:cubicBezTo>
                <a:cubicBezTo>
                  <a:pt x="26619736" y="7058471"/>
                  <a:pt x="26557812" y="7088668"/>
                  <a:pt x="26548748" y="7099237"/>
                </a:cubicBezTo>
                <a:cubicBezTo>
                  <a:pt x="26548748" y="7099237"/>
                  <a:pt x="26548748" y="7099237"/>
                  <a:pt x="26527604" y="7099237"/>
                </a:cubicBezTo>
                <a:cubicBezTo>
                  <a:pt x="26548748" y="7088668"/>
                  <a:pt x="26548748" y="7088668"/>
                  <a:pt x="26538176" y="7088668"/>
                </a:cubicBezTo>
                <a:cubicBezTo>
                  <a:pt x="26415840" y="7109806"/>
                  <a:pt x="26295012" y="7120374"/>
                  <a:pt x="26172676" y="7140002"/>
                </a:cubicBezTo>
                <a:cubicBezTo>
                  <a:pt x="26172676" y="7140002"/>
                  <a:pt x="26172676" y="7140002"/>
                  <a:pt x="25989924" y="7170199"/>
                </a:cubicBezTo>
                <a:cubicBezTo>
                  <a:pt x="25989924" y="7170199"/>
                  <a:pt x="25989924" y="7170199"/>
                  <a:pt x="25807172" y="7180768"/>
                </a:cubicBezTo>
                <a:cubicBezTo>
                  <a:pt x="25776964" y="7180768"/>
                  <a:pt x="25684836" y="7221533"/>
                  <a:pt x="25695408" y="7232102"/>
                </a:cubicBezTo>
                <a:cubicBezTo>
                  <a:pt x="25663688" y="7241161"/>
                  <a:pt x="25603276" y="7271358"/>
                  <a:pt x="25663688" y="7262299"/>
                </a:cubicBezTo>
                <a:cubicBezTo>
                  <a:pt x="25704468" y="7251730"/>
                  <a:pt x="25745248" y="7241161"/>
                  <a:pt x="25786028" y="7221533"/>
                </a:cubicBezTo>
                <a:cubicBezTo>
                  <a:pt x="25796600" y="7221533"/>
                  <a:pt x="25807172" y="7221533"/>
                  <a:pt x="25816236" y="7221533"/>
                </a:cubicBezTo>
                <a:cubicBezTo>
                  <a:pt x="25958208" y="7210964"/>
                  <a:pt x="26110752" y="7191337"/>
                  <a:pt x="26254232" y="7159630"/>
                </a:cubicBezTo>
                <a:cubicBezTo>
                  <a:pt x="26243660" y="7170199"/>
                  <a:pt x="26243660" y="7170199"/>
                  <a:pt x="26243660" y="7170199"/>
                </a:cubicBezTo>
                <a:cubicBezTo>
                  <a:pt x="26162100" y="7191337"/>
                  <a:pt x="26091116" y="7200396"/>
                  <a:pt x="26009556" y="7210964"/>
                </a:cubicBezTo>
                <a:cubicBezTo>
                  <a:pt x="25938572" y="7221533"/>
                  <a:pt x="25857012" y="7232102"/>
                  <a:pt x="25786028" y="7241161"/>
                </a:cubicBezTo>
                <a:cubicBezTo>
                  <a:pt x="25766392" y="7241161"/>
                  <a:pt x="25745248" y="7251730"/>
                  <a:pt x="25725612" y="7262299"/>
                </a:cubicBezTo>
                <a:cubicBezTo>
                  <a:pt x="25461304" y="7281927"/>
                  <a:pt x="25196996" y="7303064"/>
                  <a:pt x="24932684" y="7333261"/>
                </a:cubicBezTo>
                <a:cubicBezTo>
                  <a:pt x="24932684" y="7333261"/>
                  <a:pt x="24932684" y="7333261"/>
                  <a:pt x="24536976" y="7374026"/>
                </a:cubicBezTo>
                <a:cubicBezTo>
                  <a:pt x="24404068" y="7384595"/>
                  <a:pt x="24272668" y="7393654"/>
                  <a:pt x="24139756" y="7404223"/>
                </a:cubicBezTo>
                <a:cubicBezTo>
                  <a:pt x="24089916" y="7404223"/>
                  <a:pt x="24008356" y="7444989"/>
                  <a:pt x="24038564" y="7444989"/>
                </a:cubicBezTo>
                <a:cubicBezTo>
                  <a:pt x="24201680" y="7434419"/>
                  <a:pt x="24373860" y="7423851"/>
                  <a:pt x="24536976" y="7404223"/>
                </a:cubicBezTo>
                <a:cubicBezTo>
                  <a:pt x="24536976" y="7404223"/>
                  <a:pt x="24536976" y="7404223"/>
                  <a:pt x="25033880" y="7352889"/>
                </a:cubicBezTo>
                <a:cubicBezTo>
                  <a:pt x="25369172" y="7322692"/>
                  <a:pt x="25704468" y="7292495"/>
                  <a:pt x="26039764" y="7271358"/>
                </a:cubicBezTo>
                <a:cubicBezTo>
                  <a:pt x="26071480" y="7271358"/>
                  <a:pt x="26110752" y="7251730"/>
                  <a:pt x="26131896" y="7241161"/>
                </a:cubicBezTo>
                <a:cubicBezTo>
                  <a:pt x="26355424" y="7210964"/>
                  <a:pt x="26578956" y="7180768"/>
                  <a:pt x="26791912" y="7129433"/>
                </a:cubicBezTo>
                <a:cubicBezTo>
                  <a:pt x="26827406" y="7129433"/>
                  <a:pt x="26862900" y="7127168"/>
                  <a:pt x="26898392" y="7123583"/>
                </a:cubicBezTo>
                <a:lnTo>
                  <a:pt x="26992446" y="7111414"/>
                </a:lnTo>
                <a:lnTo>
                  <a:pt x="26974098" y="7120186"/>
                </a:lnTo>
                <a:cubicBezTo>
                  <a:pt x="26965226" y="7122639"/>
                  <a:pt x="26955030" y="7124904"/>
                  <a:pt x="26944456" y="7129433"/>
                </a:cubicBezTo>
                <a:cubicBezTo>
                  <a:pt x="26701292" y="7180768"/>
                  <a:pt x="26436984" y="7221533"/>
                  <a:pt x="26192308" y="7262299"/>
                </a:cubicBezTo>
                <a:cubicBezTo>
                  <a:pt x="26213452" y="7251730"/>
                  <a:pt x="26233088" y="7241161"/>
                  <a:pt x="26202880" y="7241161"/>
                </a:cubicBezTo>
                <a:cubicBezTo>
                  <a:pt x="25989924" y="7292495"/>
                  <a:pt x="25776964" y="7312123"/>
                  <a:pt x="25551924" y="7333261"/>
                </a:cubicBezTo>
                <a:cubicBezTo>
                  <a:pt x="25338968" y="7352889"/>
                  <a:pt x="25115436" y="7374026"/>
                  <a:pt x="24891908" y="7384595"/>
                </a:cubicBezTo>
                <a:cubicBezTo>
                  <a:pt x="24891908" y="7384595"/>
                  <a:pt x="24891908" y="7384595"/>
                  <a:pt x="24820920" y="7393654"/>
                </a:cubicBezTo>
                <a:cubicBezTo>
                  <a:pt x="24780140" y="7404223"/>
                  <a:pt x="24689520" y="7444989"/>
                  <a:pt x="24719728" y="7444989"/>
                </a:cubicBezTo>
                <a:cubicBezTo>
                  <a:pt x="25104864" y="7404223"/>
                  <a:pt x="25491512" y="7384595"/>
                  <a:pt x="25867584" y="7333261"/>
                </a:cubicBezTo>
                <a:cubicBezTo>
                  <a:pt x="25826808" y="7342320"/>
                  <a:pt x="25786028" y="7363458"/>
                  <a:pt x="25826808" y="7363458"/>
                </a:cubicBezTo>
                <a:cubicBezTo>
                  <a:pt x="25867584" y="7363458"/>
                  <a:pt x="25918936" y="7363458"/>
                  <a:pt x="25958208" y="7352889"/>
                </a:cubicBezTo>
                <a:cubicBezTo>
                  <a:pt x="25878160" y="7374026"/>
                  <a:pt x="25786028" y="7384595"/>
                  <a:pt x="25704468" y="7393654"/>
                </a:cubicBezTo>
                <a:cubicBezTo>
                  <a:pt x="25736188" y="7384595"/>
                  <a:pt x="25755820" y="7374026"/>
                  <a:pt x="25725612" y="7374026"/>
                </a:cubicBezTo>
                <a:cubicBezTo>
                  <a:pt x="25349540" y="7393654"/>
                  <a:pt x="24984036" y="7454047"/>
                  <a:pt x="24597392" y="7475185"/>
                </a:cubicBezTo>
                <a:cubicBezTo>
                  <a:pt x="24556612" y="7485754"/>
                  <a:pt x="24465992" y="7526519"/>
                  <a:pt x="24496196" y="7526519"/>
                </a:cubicBezTo>
                <a:cubicBezTo>
                  <a:pt x="24769568" y="7505381"/>
                  <a:pt x="25033880" y="7475185"/>
                  <a:pt x="25298188" y="7444989"/>
                </a:cubicBezTo>
                <a:cubicBezTo>
                  <a:pt x="25126008" y="7475185"/>
                  <a:pt x="24943256" y="7494813"/>
                  <a:pt x="24760508" y="7526519"/>
                </a:cubicBezTo>
                <a:cubicBezTo>
                  <a:pt x="24586816" y="7546147"/>
                  <a:pt x="24404068" y="7576344"/>
                  <a:pt x="24231888" y="7597481"/>
                </a:cubicBezTo>
                <a:cubicBezTo>
                  <a:pt x="23845240" y="7627678"/>
                  <a:pt x="23449532" y="7668443"/>
                  <a:pt x="23053824" y="7688071"/>
                </a:cubicBezTo>
                <a:cubicBezTo>
                  <a:pt x="23002472" y="7688071"/>
                  <a:pt x="22920912" y="7728837"/>
                  <a:pt x="22951120" y="7728837"/>
                </a:cubicBezTo>
                <a:cubicBezTo>
                  <a:pt x="23316624" y="7709209"/>
                  <a:pt x="23683636" y="7679013"/>
                  <a:pt x="24049136" y="7647306"/>
                </a:cubicBezTo>
                <a:cubicBezTo>
                  <a:pt x="24038564" y="7657875"/>
                  <a:pt x="24049136" y="7657875"/>
                  <a:pt x="24068772" y="7647306"/>
                </a:cubicBezTo>
                <a:cubicBezTo>
                  <a:pt x="24100488" y="7647306"/>
                  <a:pt x="24120124" y="7647306"/>
                  <a:pt x="24150328" y="7638247"/>
                </a:cubicBezTo>
                <a:cubicBezTo>
                  <a:pt x="24313448" y="7627678"/>
                  <a:pt x="24485624" y="7606541"/>
                  <a:pt x="24657804" y="7586913"/>
                </a:cubicBezTo>
                <a:cubicBezTo>
                  <a:pt x="24657804" y="7586913"/>
                  <a:pt x="24657804" y="7586913"/>
                  <a:pt x="24861700" y="7567285"/>
                </a:cubicBezTo>
                <a:cubicBezTo>
                  <a:pt x="24842064" y="7576344"/>
                  <a:pt x="24801284" y="7586913"/>
                  <a:pt x="24780140" y="7597481"/>
                </a:cubicBezTo>
                <a:cubicBezTo>
                  <a:pt x="24455420" y="7638247"/>
                  <a:pt x="24120124" y="7647306"/>
                  <a:pt x="23795400" y="7679013"/>
                </a:cubicBezTo>
                <a:cubicBezTo>
                  <a:pt x="23795400" y="7679013"/>
                  <a:pt x="23795400" y="7679013"/>
                  <a:pt x="23307560" y="7709209"/>
                </a:cubicBezTo>
                <a:cubicBezTo>
                  <a:pt x="23144444" y="7718268"/>
                  <a:pt x="22972264" y="7739406"/>
                  <a:pt x="22809148" y="7739406"/>
                </a:cubicBezTo>
                <a:cubicBezTo>
                  <a:pt x="22809148" y="7739406"/>
                  <a:pt x="22809148" y="7739406"/>
                  <a:pt x="21824408" y="7780172"/>
                </a:cubicBezTo>
                <a:cubicBezTo>
                  <a:pt x="21661288" y="7780172"/>
                  <a:pt x="21498172" y="7790740"/>
                  <a:pt x="21336568" y="7790740"/>
                </a:cubicBezTo>
                <a:cubicBezTo>
                  <a:pt x="21336568" y="7790740"/>
                  <a:pt x="21336568" y="7790740"/>
                  <a:pt x="20838156" y="7790740"/>
                </a:cubicBezTo>
                <a:cubicBezTo>
                  <a:pt x="20838156" y="7790740"/>
                  <a:pt x="20838156" y="7790740"/>
                  <a:pt x="19851904" y="7790740"/>
                </a:cubicBezTo>
                <a:cubicBezTo>
                  <a:pt x="19851904" y="7790740"/>
                  <a:pt x="19851904" y="7790740"/>
                  <a:pt x="18867160" y="7759033"/>
                </a:cubicBezTo>
                <a:cubicBezTo>
                  <a:pt x="18867160" y="7759033"/>
                  <a:pt x="18867160" y="7759033"/>
                  <a:pt x="18368748" y="7749975"/>
                </a:cubicBezTo>
                <a:cubicBezTo>
                  <a:pt x="18368748" y="7749975"/>
                  <a:pt x="18368748" y="7749975"/>
                  <a:pt x="17880908" y="7718268"/>
                </a:cubicBezTo>
                <a:cubicBezTo>
                  <a:pt x="17880908" y="7718268"/>
                  <a:pt x="17880908" y="7718268"/>
                  <a:pt x="16896168" y="7657875"/>
                </a:cubicBezTo>
                <a:cubicBezTo>
                  <a:pt x="16591080" y="7638247"/>
                  <a:pt x="16296564" y="7606541"/>
                  <a:pt x="16002047" y="7576344"/>
                </a:cubicBezTo>
                <a:cubicBezTo>
                  <a:pt x="16002047" y="7576344"/>
                  <a:pt x="16002047" y="7576344"/>
                  <a:pt x="15554987" y="7535579"/>
                </a:cubicBezTo>
                <a:cubicBezTo>
                  <a:pt x="15402442" y="7515951"/>
                  <a:pt x="15260471" y="7505381"/>
                  <a:pt x="15107926" y="7485754"/>
                </a:cubicBezTo>
                <a:cubicBezTo>
                  <a:pt x="14813410" y="7444989"/>
                  <a:pt x="14518894" y="7414791"/>
                  <a:pt x="14215316" y="7374026"/>
                </a:cubicBezTo>
                <a:cubicBezTo>
                  <a:pt x="14215316" y="7374026"/>
                  <a:pt x="14215316" y="7374026"/>
                  <a:pt x="13778827" y="7312123"/>
                </a:cubicBezTo>
                <a:cubicBezTo>
                  <a:pt x="13626283" y="7292495"/>
                  <a:pt x="13473739" y="7271358"/>
                  <a:pt x="13331768" y="7241161"/>
                </a:cubicBezTo>
                <a:cubicBezTo>
                  <a:pt x="12325882" y="7109806"/>
                  <a:pt x="11309423" y="6916547"/>
                  <a:pt x="10314108" y="6673464"/>
                </a:cubicBezTo>
                <a:cubicBezTo>
                  <a:pt x="10344315" y="6673464"/>
                  <a:pt x="10353377" y="6662895"/>
                  <a:pt x="10333743" y="6662895"/>
                </a:cubicBezTo>
                <a:cubicBezTo>
                  <a:pt x="10170627" y="6622129"/>
                  <a:pt x="9998447" y="6591933"/>
                  <a:pt x="9826270" y="6551167"/>
                </a:cubicBezTo>
                <a:cubicBezTo>
                  <a:pt x="9856475" y="6551167"/>
                  <a:pt x="9867049" y="6540598"/>
                  <a:pt x="9845903" y="6540598"/>
                </a:cubicBezTo>
                <a:cubicBezTo>
                  <a:pt x="9663152" y="6490774"/>
                  <a:pt x="9419987" y="6450008"/>
                  <a:pt x="9237236" y="6388105"/>
                </a:cubicBezTo>
                <a:cubicBezTo>
                  <a:pt x="9256872" y="6388105"/>
                  <a:pt x="9287077" y="6388105"/>
                  <a:pt x="9317285" y="6388105"/>
                </a:cubicBezTo>
                <a:cubicBezTo>
                  <a:pt x="9317285" y="6388105"/>
                  <a:pt x="9317285" y="6388105"/>
                  <a:pt x="9358064" y="6398674"/>
                </a:cubicBezTo>
                <a:cubicBezTo>
                  <a:pt x="9358064" y="6398674"/>
                  <a:pt x="9358064" y="6398674"/>
                  <a:pt x="9368636" y="6398674"/>
                </a:cubicBezTo>
                <a:cubicBezTo>
                  <a:pt x="9368636" y="6398674"/>
                  <a:pt x="9368636" y="6398674"/>
                  <a:pt x="9379208" y="6398674"/>
                </a:cubicBezTo>
                <a:cubicBezTo>
                  <a:pt x="9398843" y="6398674"/>
                  <a:pt x="9521180" y="6398674"/>
                  <a:pt x="9469828" y="6388105"/>
                </a:cubicBezTo>
                <a:cubicBezTo>
                  <a:pt x="9419987" y="6368477"/>
                  <a:pt x="9368636" y="6347340"/>
                  <a:pt x="9317285" y="6338281"/>
                </a:cubicBezTo>
                <a:cubicBezTo>
                  <a:pt x="9317285" y="6338281"/>
                  <a:pt x="9317285" y="6338281"/>
                  <a:pt x="9500035" y="6379046"/>
                </a:cubicBezTo>
                <a:cubicBezTo>
                  <a:pt x="9540814" y="6388105"/>
                  <a:pt x="9643518" y="6379046"/>
                  <a:pt x="9611800" y="6368477"/>
                </a:cubicBezTo>
                <a:cubicBezTo>
                  <a:pt x="9469828" y="6327712"/>
                  <a:pt x="9327857" y="6297515"/>
                  <a:pt x="9175312" y="6256750"/>
                </a:cubicBezTo>
                <a:cubicBezTo>
                  <a:pt x="9216092" y="6256750"/>
                  <a:pt x="9256872" y="6256750"/>
                  <a:pt x="9226664" y="6246181"/>
                </a:cubicBezTo>
                <a:cubicBezTo>
                  <a:pt x="9104326" y="6205415"/>
                  <a:pt x="8981990" y="6164650"/>
                  <a:pt x="8850590" y="6134453"/>
                </a:cubicBezTo>
                <a:cubicBezTo>
                  <a:pt x="8880796" y="6134453"/>
                  <a:pt x="8911004" y="6134453"/>
                  <a:pt x="8891368" y="6123884"/>
                </a:cubicBezTo>
                <a:cubicBezTo>
                  <a:pt x="8891368" y="6123884"/>
                  <a:pt x="8891368" y="6123884"/>
                  <a:pt x="8911004" y="6123884"/>
                </a:cubicBezTo>
                <a:cubicBezTo>
                  <a:pt x="8932148" y="6134453"/>
                  <a:pt x="9052976" y="6134453"/>
                  <a:pt x="9012196" y="6113316"/>
                </a:cubicBezTo>
                <a:cubicBezTo>
                  <a:pt x="8951782" y="6093688"/>
                  <a:pt x="8901942" y="6083119"/>
                  <a:pt x="8850590" y="6063491"/>
                </a:cubicBezTo>
                <a:cubicBezTo>
                  <a:pt x="8820382" y="6052922"/>
                  <a:pt x="8769032" y="6052922"/>
                  <a:pt x="8738824" y="6063491"/>
                </a:cubicBezTo>
                <a:cubicBezTo>
                  <a:pt x="8698046" y="6052922"/>
                  <a:pt x="8646694" y="6043863"/>
                  <a:pt x="8596852" y="6033294"/>
                </a:cubicBezTo>
                <a:cubicBezTo>
                  <a:pt x="8605914" y="6022726"/>
                  <a:pt x="8605914" y="6022726"/>
                  <a:pt x="8596852" y="6022726"/>
                </a:cubicBezTo>
                <a:cubicBezTo>
                  <a:pt x="8454880" y="5971391"/>
                  <a:pt x="8302336" y="5932136"/>
                  <a:pt x="8169426" y="5880801"/>
                </a:cubicBezTo>
                <a:cubicBezTo>
                  <a:pt x="8229840" y="5891370"/>
                  <a:pt x="8302336" y="5910998"/>
                  <a:pt x="8373322" y="5921567"/>
                </a:cubicBezTo>
                <a:cubicBezTo>
                  <a:pt x="8575708" y="5981960"/>
                  <a:pt x="8799238" y="6033294"/>
                  <a:pt x="9012196" y="6083119"/>
                </a:cubicBezTo>
                <a:cubicBezTo>
                  <a:pt x="9043914" y="6083119"/>
                  <a:pt x="9114900" y="6083119"/>
                  <a:pt x="9114900" y="6074060"/>
                </a:cubicBezTo>
                <a:cubicBezTo>
                  <a:pt x="9237236" y="6104257"/>
                  <a:pt x="9368636" y="6134453"/>
                  <a:pt x="9490974" y="6164650"/>
                </a:cubicBezTo>
                <a:cubicBezTo>
                  <a:pt x="9490974" y="6164650"/>
                  <a:pt x="9490974" y="6164650"/>
                  <a:pt x="9510608" y="6164650"/>
                </a:cubicBezTo>
                <a:cubicBezTo>
                  <a:pt x="9521180" y="6164650"/>
                  <a:pt x="9521180" y="6164650"/>
                  <a:pt x="9531752" y="6175219"/>
                </a:cubicBezTo>
                <a:cubicBezTo>
                  <a:pt x="9663152" y="6194847"/>
                  <a:pt x="9785489" y="6226553"/>
                  <a:pt x="9916889" y="6246181"/>
                </a:cubicBezTo>
                <a:cubicBezTo>
                  <a:pt x="9947096" y="6256750"/>
                  <a:pt x="10069433" y="6256750"/>
                  <a:pt x="10028654" y="6235612"/>
                </a:cubicBezTo>
                <a:cubicBezTo>
                  <a:pt x="10028654" y="6235612"/>
                  <a:pt x="10028654" y="6235612"/>
                  <a:pt x="9744710" y="6164650"/>
                </a:cubicBezTo>
                <a:cubicBezTo>
                  <a:pt x="9785489" y="6164650"/>
                  <a:pt x="9805124" y="6154081"/>
                  <a:pt x="9785489" y="6145022"/>
                </a:cubicBezTo>
                <a:cubicBezTo>
                  <a:pt x="9693360" y="6113316"/>
                  <a:pt x="9602739" y="6093688"/>
                  <a:pt x="9510608" y="6063491"/>
                </a:cubicBezTo>
                <a:cubicBezTo>
                  <a:pt x="9551387" y="6063491"/>
                  <a:pt x="9643518" y="6052922"/>
                  <a:pt x="9602739" y="6052922"/>
                </a:cubicBezTo>
                <a:cubicBezTo>
                  <a:pt x="9490974" y="6022726"/>
                  <a:pt x="9379208" y="5992529"/>
                  <a:pt x="9267444" y="5962332"/>
                </a:cubicBezTo>
                <a:cubicBezTo>
                  <a:pt x="9164740" y="5932136"/>
                  <a:pt x="9052976" y="5910998"/>
                  <a:pt x="8941210" y="5870232"/>
                </a:cubicBezTo>
                <a:cubicBezTo>
                  <a:pt x="8932148" y="5870232"/>
                  <a:pt x="8921576" y="5870232"/>
                  <a:pt x="8901942" y="5870232"/>
                </a:cubicBezTo>
                <a:cubicBezTo>
                  <a:pt x="8575708" y="5788701"/>
                  <a:pt x="8240412" y="5707170"/>
                  <a:pt x="7915690" y="5627149"/>
                </a:cubicBezTo>
                <a:cubicBezTo>
                  <a:pt x="7905117" y="5627149"/>
                  <a:pt x="7915690" y="5627149"/>
                  <a:pt x="7905117" y="5627149"/>
                </a:cubicBezTo>
                <a:cubicBezTo>
                  <a:pt x="7702732" y="5556187"/>
                  <a:pt x="7498835" y="5485225"/>
                  <a:pt x="7296450" y="5412753"/>
                </a:cubicBezTo>
                <a:cubicBezTo>
                  <a:pt x="7305513" y="5412753"/>
                  <a:pt x="7316085" y="5412753"/>
                  <a:pt x="7305513" y="5403694"/>
                </a:cubicBezTo>
                <a:cubicBezTo>
                  <a:pt x="7305513" y="5403694"/>
                  <a:pt x="7305513" y="5403694"/>
                  <a:pt x="7021568" y="5322163"/>
                </a:cubicBezTo>
                <a:cubicBezTo>
                  <a:pt x="7021568" y="5322163"/>
                  <a:pt x="7021568" y="5322163"/>
                  <a:pt x="7092555" y="5332732"/>
                </a:cubicBezTo>
                <a:cubicBezTo>
                  <a:pt x="7122761" y="5341791"/>
                  <a:pt x="7184685" y="5341791"/>
                  <a:pt x="7204320" y="5341791"/>
                </a:cubicBezTo>
                <a:cubicBezTo>
                  <a:pt x="7356864" y="5382556"/>
                  <a:pt x="7509408" y="5433891"/>
                  <a:pt x="7671015" y="5474656"/>
                </a:cubicBezTo>
                <a:cubicBezTo>
                  <a:pt x="7631746" y="5474656"/>
                  <a:pt x="7539615" y="5474656"/>
                  <a:pt x="7569822" y="5485225"/>
                </a:cubicBezTo>
                <a:cubicBezTo>
                  <a:pt x="7569822" y="5485225"/>
                  <a:pt x="7671015" y="5515422"/>
                  <a:pt x="7763145" y="5545618"/>
                </a:cubicBezTo>
                <a:cubicBezTo>
                  <a:pt x="7803925" y="5556187"/>
                  <a:pt x="7855276" y="5565246"/>
                  <a:pt x="7885483" y="5575815"/>
                </a:cubicBezTo>
                <a:cubicBezTo>
                  <a:pt x="7915690" y="5586384"/>
                  <a:pt x="7945897" y="5596953"/>
                  <a:pt x="7945897" y="5596953"/>
                </a:cubicBezTo>
                <a:cubicBezTo>
                  <a:pt x="7976103" y="5606012"/>
                  <a:pt x="8016882" y="5596953"/>
                  <a:pt x="8038027" y="5596953"/>
                </a:cubicBezTo>
                <a:cubicBezTo>
                  <a:pt x="8038027" y="5596953"/>
                  <a:pt x="8038027" y="5596953"/>
                  <a:pt x="8057662" y="5596953"/>
                </a:cubicBezTo>
                <a:cubicBezTo>
                  <a:pt x="8087868" y="5606012"/>
                  <a:pt x="8118075" y="5606012"/>
                  <a:pt x="8139220" y="5606012"/>
                </a:cubicBezTo>
                <a:lnTo>
                  <a:pt x="8149792" y="5606012"/>
                </a:lnTo>
                <a:cubicBezTo>
                  <a:pt x="8302336" y="5636208"/>
                  <a:pt x="8454880" y="5676974"/>
                  <a:pt x="8596852" y="5707170"/>
                </a:cubicBezTo>
                <a:cubicBezTo>
                  <a:pt x="8605914" y="5707170"/>
                  <a:pt x="8627060" y="5707170"/>
                  <a:pt x="8646694" y="5707170"/>
                </a:cubicBezTo>
                <a:cubicBezTo>
                  <a:pt x="8728252" y="5738877"/>
                  <a:pt x="8799238" y="5758505"/>
                  <a:pt x="8861162" y="5769074"/>
                </a:cubicBezTo>
                <a:cubicBezTo>
                  <a:pt x="8901942" y="5788701"/>
                  <a:pt x="9003134" y="5779642"/>
                  <a:pt x="8972928" y="5769074"/>
                </a:cubicBezTo>
                <a:cubicBezTo>
                  <a:pt x="8926862" y="5753975"/>
                  <a:pt x="8870980" y="5736235"/>
                  <a:pt x="8810000" y="5717173"/>
                </a:cubicBezTo>
                <a:lnTo>
                  <a:pt x="8756899" y="5700756"/>
                </a:lnTo>
                <a:lnTo>
                  <a:pt x="8840017" y="5717739"/>
                </a:lnTo>
                <a:cubicBezTo>
                  <a:pt x="8870224" y="5728308"/>
                  <a:pt x="8981990" y="5717739"/>
                  <a:pt x="8941210" y="5707170"/>
                </a:cubicBezTo>
                <a:cubicBezTo>
                  <a:pt x="8861162" y="5676974"/>
                  <a:pt x="8657266" y="5636208"/>
                  <a:pt x="8504722" y="5586384"/>
                </a:cubicBezTo>
                <a:cubicBezTo>
                  <a:pt x="8565136" y="5596953"/>
                  <a:pt x="8616488" y="5606012"/>
                  <a:pt x="8667838" y="5616580"/>
                </a:cubicBezTo>
                <a:cubicBezTo>
                  <a:pt x="8738824" y="5636208"/>
                  <a:pt x="8809810" y="5657346"/>
                  <a:pt x="8880796" y="5676974"/>
                </a:cubicBezTo>
                <a:cubicBezTo>
                  <a:pt x="8880796" y="5676974"/>
                  <a:pt x="8880796" y="5676974"/>
                  <a:pt x="9123961" y="5747936"/>
                </a:cubicBezTo>
                <a:cubicBezTo>
                  <a:pt x="9205520" y="5779642"/>
                  <a:pt x="9287077" y="5799270"/>
                  <a:pt x="9358064" y="5818898"/>
                </a:cubicBezTo>
                <a:cubicBezTo>
                  <a:pt x="9398843" y="5829467"/>
                  <a:pt x="9510608" y="5818898"/>
                  <a:pt x="9469828" y="5809839"/>
                </a:cubicBezTo>
                <a:cubicBezTo>
                  <a:pt x="9267444" y="5747936"/>
                  <a:pt x="9063548" y="5687543"/>
                  <a:pt x="8861162" y="5627149"/>
                </a:cubicBezTo>
                <a:cubicBezTo>
                  <a:pt x="8861162" y="5627149"/>
                  <a:pt x="8861162" y="5616580"/>
                  <a:pt x="8850590" y="5616580"/>
                </a:cubicBezTo>
                <a:cubicBezTo>
                  <a:pt x="8840017" y="5616580"/>
                  <a:pt x="8820382" y="5616580"/>
                  <a:pt x="8809810" y="5606012"/>
                </a:cubicBezTo>
                <a:cubicBezTo>
                  <a:pt x="8820382" y="5606012"/>
                  <a:pt x="8820382" y="5606012"/>
                  <a:pt x="8809810" y="5596953"/>
                </a:cubicBezTo>
                <a:cubicBezTo>
                  <a:pt x="8676900" y="5556187"/>
                  <a:pt x="8545502" y="5515422"/>
                  <a:pt x="8423164" y="5474656"/>
                </a:cubicBezTo>
                <a:cubicBezTo>
                  <a:pt x="8423164" y="5474656"/>
                  <a:pt x="8414102" y="5464087"/>
                  <a:pt x="8403529" y="5464087"/>
                </a:cubicBezTo>
                <a:cubicBezTo>
                  <a:pt x="8403529" y="5464087"/>
                  <a:pt x="8403529" y="5464087"/>
                  <a:pt x="8352178" y="5453518"/>
                </a:cubicBezTo>
                <a:cubicBezTo>
                  <a:pt x="8362750" y="5444459"/>
                  <a:pt x="8362750" y="5444459"/>
                  <a:pt x="8352178" y="5444459"/>
                </a:cubicBezTo>
                <a:cubicBezTo>
                  <a:pt x="8392956" y="5444459"/>
                  <a:pt x="8444308" y="5433891"/>
                  <a:pt x="8423164" y="5433891"/>
                </a:cubicBezTo>
                <a:cubicBezTo>
                  <a:pt x="8291764" y="5393125"/>
                  <a:pt x="8169426" y="5352360"/>
                  <a:pt x="8038027" y="5322163"/>
                </a:cubicBezTo>
                <a:cubicBezTo>
                  <a:pt x="8016882" y="5322163"/>
                  <a:pt x="7976103" y="5322163"/>
                  <a:pt x="7945897" y="5322163"/>
                </a:cubicBezTo>
                <a:cubicBezTo>
                  <a:pt x="7661953" y="5230063"/>
                  <a:pt x="7367436" y="5159101"/>
                  <a:pt x="7133334" y="5128904"/>
                </a:cubicBezTo>
                <a:cubicBezTo>
                  <a:pt x="7122761" y="5128904"/>
                  <a:pt x="7021568" y="5128904"/>
                  <a:pt x="7062348" y="5139473"/>
                </a:cubicBezTo>
                <a:cubicBezTo>
                  <a:pt x="7072920" y="5150042"/>
                  <a:pt x="7163541" y="5169670"/>
                  <a:pt x="7275306" y="5210435"/>
                </a:cubicBezTo>
                <a:cubicBezTo>
                  <a:pt x="7275306" y="5210435"/>
                  <a:pt x="7275306" y="5210435"/>
                  <a:pt x="7468629" y="5270829"/>
                </a:cubicBezTo>
                <a:cubicBezTo>
                  <a:pt x="7519981" y="5281397"/>
                  <a:pt x="7569822" y="5301025"/>
                  <a:pt x="7610601" y="5311594"/>
                </a:cubicBezTo>
                <a:cubicBezTo>
                  <a:pt x="7590967" y="5311594"/>
                  <a:pt x="7580394" y="5311594"/>
                  <a:pt x="7580394" y="5322163"/>
                </a:cubicBezTo>
                <a:cubicBezTo>
                  <a:pt x="7539615" y="5311594"/>
                  <a:pt x="7488264" y="5301025"/>
                  <a:pt x="7448995" y="5301025"/>
                </a:cubicBezTo>
                <a:cubicBezTo>
                  <a:pt x="7448995" y="5301025"/>
                  <a:pt x="7438422" y="5301025"/>
                  <a:pt x="7417278" y="5301025"/>
                </a:cubicBezTo>
                <a:cubicBezTo>
                  <a:pt x="7122761" y="5199866"/>
                  <a:pt x="6817673" y="5109276"/>
                  <a:pt x="6514095" y="5006608"/>
                </a:cubicBezTo>
                <a:cubicBezTo>
                  <a:pt x="6209005" y="4905449"/>
                  <a:pt x="5914490" y="4793721"/>
                  <a:pt x="5619973" y="4692562"/>
                </a:cubicBezTo>
                <a:cubicBezTo>
                  <a:pt x="5669815" y="4712190"/>
                  <a:pt x="5731739" y="4722759"/>
                  <a:pt x="5792152" y="4742387"/>
                </a:cubicBezTo>
                <a:cubicBezTo>
                  <a:pt x="5813297" y="4752956"/>
                  <a:pt x="5843504" y="4752956"/>
                  <a:pt x="5863138" y="4752956"/>
                </a:cubicBezTo>
                <a:cubicBezTo>
                  <a:pt x="5863138" y="4752956"/>
                  <a:pt x="5863138" y="4752956"/>
                  <a:pt x="5934124" y="4772584"/>
                </a:cubicBezTo>
                <a:cubicBezTo>
                  <a:pt x="5964330" y="4783152"/>
                  <a:pt x="6005110" y="4783152"/>
                  <a:pt x="6035317" y="4783152"/>
                </a:cubicBezTo>
                <a:cubicBezTo>
                  <a:pt x="6168227" y="4823918"/>
                  <a:pt x="6310199" y="4864683"/>
                  <a:pt x="6452171" y="4916018"/>
                </a:cubicBezTo>
                <a:cubicBezTo>
                  <a:pt x="6492949" y="4925077"/>
                  <a:pt x="6594143" y="4916018"/>
                  <a:pt x="6563936" y="4905449"/>
                </a:cubicBezTo>
                <a:cubicBezTo>
                  <a:pt x="6452170" y="4869968"/>
                  <a:pt x="6343048" y="4834487"/>
                  <a:pt x="6235248" y="4800327"/>
                </a:cubicBezTo>
                <a:lnTo>
                  <a:pt x="5920795" y="4705042"/>
                </a:lnTo>
                <a:lnTo>
                  <a:pt x="6030786" y="4733894"/>
                </a:lnTo>
                <a:cubicBezTo>
                  <a:pt x="6096863" y="4752956"/>
                  <a:pt x="6162940" y="4773338"/>
                  <a:pt x="6228640" y="4793721"/>
                </a:cubicBezTo>
                <a:cubicBezTo>
                  <a:pt x="6249785" y="4804290"/>
                  <a:pt x="6290564" y="4804290"/>
                  <a:pt x="6320771" y="4793721"/>
                </a:cubicBezTo>
                <a:cubicBezTo>
                  <a:pt x="6473315" y="4845056"/>
                  <a:pt x="6634922" y="4875252"/>
                  <a:pt x="6798038" y="4916018"/>
                </a:cubicBezTo>
                <a:cubicBezTo>
                  <a:pt x="6808611" y="4925077"/>
                  <a:pt x="6838818" y="4925077"/>
                  <a:pt x="6869024" y="4925077"/>
                </a:cubicBezTo>
                <a:cubicBezTo>
                  <a:pt x="6869024" y="4925077"/>
                  <a:pt x="6869024" y="4925077"/>
                  <a:pt x="6991362" y="4965842"/>
                </a:cubicBezTo>
                <a:cubicBezTo>
                  <a:pt x="6970217" y="4965842"/>
                  <a:pt x="6961155" y="4965842"/>
                  <a:pt x="6980789" y="4976411"/>
                </a:cubicBezTo>
                <a:cubicBezTo>
                  <a:pt x="7143906" y="5038314"/>
                  <a:pt x="7305513" y="5088139"/>
                  <a:pt x="7468629" y="5128904"/>
                </a:cubicBezTo>
                <a:cubicBezTo>
                  <a:pt x="7855276" y="5301025"/>
                  <a:pt x="8352178" y="5382556"/>
                  <a:pt x="8769032" y="5474656"/>
                </a:cubicBezTo>
                <a:cubicBezTo>
                  <a:pt x="8962354" y="5524481"/>
                  <a:pt x="9145106" y="5575815"/>
                  <a:pt x="9338430" y="5606012"/>
                </a:cubicBezTo>
                <a:cubicBezTo>
                  <a:pt x="9358064" y="5606012"/>
                  <a:pt x="9480401" y="5606012"/>
                  <a:pt x="9450195" y="5596953"/>
                </a:cubicBezTo>
                <a:cubicBezTo>
                  <a:pt x="9327857" y="5545618"/>
                  <a:pt x="9196458" y="5504853"/>
                  <a:pt x="9063548" y="5474656"/>
                </a:cubicBezTo>
                <a:cubicBezTo>
                  <a:pt x="9063548" y="5474656"/>
                  <a:pt x="9063548" y="5474656"/>
                  <a:pt x="9114900" y="5485225"/>
                </a:cubicBezTo>
                <a:cubicBezTo>
                  <a:pt x="9145106" y="5494284"/>
                  <a:pt x="9256872" y="5485225"/>
                  <a:pt x="9216092" y="5474656"/>
                </a:cubicBezTo>
                <a:cubicBezTo>
                  <a:pt x="9012196" y="5412753"/>
                  <a:pt x="8799238" y="5352360"/>
                  <a:pt x="8586280" y="5301025"/>
                </a:cubicBezTo>
                <a:cubicBezTo>
                  <a:pt x="8485088" y="5260260"/>
                  <a:pt x="8382384" y="5230063"/>
                  <a:pt x="8270620" y="5199866"/>
                </a:cubicBezTo>
                <a:cubicBezTo>
                  <a:pt x="8433736" y="5230063"/>
                  <a:pt x="8586280" y="5270829"/>
                  <a:pt x="8749396" y="5301025"/>
                </a:cubicBezTo>
                <a:cubicBezTo>
                  <a:pt x="8820382" y="5311594"/>
                  <a:pt x="8880796" y="5332732"/>
                  <a:pt x="8951782" y="5341791"/>
                </a:cubicBezTo>
                <a:cubicBezTo>
                  <a:pt x="8972928" y="5352360"/>
                  <a:pt x="8981990" y="5352360"/>
                  <a:pt x="9003134" y="5352360"/>
                </a:cubicBezTo>
                <a:cubicBezTo>
                  <a:pt x="9003134" y="5352360"/>
                  <a:pt x="9003134" y="5352360"/>
                  <a:pt x="9043914" y="5352360"/>
                </a:cubicBezTo>
                <a:cubicBezTo>
                  <a:pt x="9084692" y="5362928"/>
                  <a:pt x="9175312" y="5352360"/>
                  <a:pt x="9123961" y="5341791"/>
                </a:cubicBezTo>
                <a:cubicBezTo>
                  <a:pt x="9033340" y="5322163"/>
                  <a:pt x="8941210" y="5311594"/>
                  <a:pt x="8850590" y="5291966"/>
                </a:cubicBezTo>
                <a:cubicBezTo>
                  <a:pt x="8850590" y="5291966"/>
                  <a:pt x="8850590" y="5291966"/>
                  <a:pt x="8829444" y="5281397"/>
                </a:cubicBezTo>
                <a:cubicBezTo>
                  <a:pt x="8829444" y="5281397"/>
                  <a:pt x="8829444" y="5281397"/>
                  <a:pt x="8911004" y="5301025"/>
                </a:cubicBezTo>
                <a:cubicBezTo>
                  <a:pt x="8932148" y="5301025"/>
                  <a:pt x="9033340" y="5301025"/>
                  <a:pt x="9012196" y="5291966"/>
                </a:cubicBezTo>
                <a:cubicBezTo>
                  <a:pt x="9043914" y="5291966"/>
                  <a:pt x="9084692" y="5301025"/>
                  <a:pt x="9114900" y="5301025"/>
                </a:cubicBezTo>
                <a:cubicBezTo>
                  <a:pt x="9123961" y="5301025"/>
                  <a:pt x="9237236" y="5301025"/>
                  <a:pt x="9205520" y="5291966"/>
                </a:cubicBezTo>
                <a:cubicBezTo>
                  <a:pt x="9134534" y="5260260"/>
                  <a:pt x="9052976" y="5230063"/>
                  <a:pt x="8972928" y="5210435"/>
                </a:cubicBezTo>
                <a:cubicBezTo>
                  <a:pt x="8981990" y="5210435"/>
                  <a:pt x="8981990" y="5210435"/>
                  <a:pt x="8972928" y="5199866"/>
                </a:cubicBezTo>
                <a:cubicBezTo>
                  <a:pt x="8932148" y="5189298"/>
                  <a:pt x="8891368" y="5180239"/>
                  <a:pt x="8850590" y="5159101"/>
                </a:cubicBezTo>
                <a:cubicBezTo>
                  <a:pt x="8901942" y="5169670"/>
                  <a:pt x="8951782" y="5180239"/>
                  <a:pt x="9003134" y="5180239"/>
                </a:cubicBezTo>
                <a:cubicBezTo>
                  <a:pt x="9012196" y="5180239"/>
                  <a:pt x="9123961" y="5180239"/>
                  <a:pt x="9084692" y="5169670"/>
                </a:cubicBezTo>
                <a:cubicBezTo>
                  <a:pt x="8891368" y="5118335"/>
                  <a:pt x="8657266" y="5068511"/>
                  <a:pt x="8463942" y="5006608"/>
                </a:cubicBezTo>
                <a:cubicBezTo>
                  <a:pt x="8463942" y="4997549"/>
                  <a:pt x="8474516" y="4997549"/>
                  <a:pt x="8463942" y="4997549"/>
                </a:cubicBezTo>
                <a:cubicBezTo>
                  <a:pt x="8463942" y="4997549"/>
                  <a:pt x="8463942" y="4997549"/>
                  <a:pt x="8444308" y="4986980"/>
                </a:cubicBezTo>
                <a:cubicBezTo>
                  <a:pt x="8545502" y="5006608"/>
                  <a:pt x="8646694" y="5027745"/>
                  <a:pt x="8749396" y="5047373"/>
                </a:cubicBezTo>
                <a:cubicBezTo>
                  <a:pt x="8769032" y="5047373"/>
                  <a:pt x="8891368" y="5057942"/>
                  <a:pt x="8840017" y="5038314"/>
                </a:cubicBezTo>
                <a:cubicBezTo>
                  <a:pt x="8840017" y="5038314"/>
                  <a:pt x="8840017" y="5038314"/>
                  <a:pt x="8758458" y="5006608"/>
                </a:cubicBezTo>
                <a:cubicBezTo>
                  <a:pt x="8840017" y="5027745"/>
                  <a:pt x="8921576" y="5038314"/>
                  <a:pt x="9003134" y="5047373"/>
                </a:cubicBezTo>
                <a:cubicBezTo>
                  <a:pt x="9022768" y="5047373"/>
                  <a:pt x="9134534" y="5047373"/>
                  <a:pt x="9093754" y="5038314"/>
                </a:cubicBezTo>
                <a:cubicBezTo>
                  <a:pt x="9093754" y="5038314"/>
                  <a:pt x="9093754" y="5038314"/>
                  <a:pt x="9052976" y="5027745"/>
                </a:cubicBezTo>
                <a:cubicBezTo>
                  <a:pt x="9093754" y="5027745"/>
                  <a:pt x="9164740" y="5017177"/>
                  <a:pt x="9145106" y="5006608"/>
                </a:cubicBezTo>
                <a:cubicBezTo>
                  <a:pt x="8962354" y="4965842"/>
                  <a:pt x="8779604" y="4916018"/>
                  <a:pt x="8596852" y="4875252"/>
                </a:cubicBezTo>
                <a:cubicBezTo>
                  <a:pt x="8627437" y="4875252"/>
                  <a:pt x="8675012" y="4869307"/>
                  <a:pt x="8683508" y="4861876"/>
                </a:cubicBezTo>
                <a:lnTo>
                  <a:pt x="8678424" y="4855905"/>
                </a:lnTo>
                <a:lnTo>
                  <a:pt x="8811132" y="4883934"/>
                </a:lnTo>
                <a:cubicBezTo>
                  <a:pt x="8873244" y="4895258"/>
                  <a:pt x="8936679" y="4905449"/>
                  <a:pt x="9003134" y="4916018"/>
                </a:cubicBezTo>
                <a:cubicBezTo>
                  <a:pt x="9012196" y="4916018"/>
                  <a:pt x="9052976" y="4916018"/>
                  <a:pt x="9074120" y="4905449"/>
                </a:cubicBezTo>
                <a:cubicBezTo>
                  <a:pt x="8728252" y="4854115"/>
                  <a:pt x="8392956" y="4783152"/>
                  <a:pt x="8047088" y="4722759"/>
                </a:cubicBezTo>
                <a:cubicBezTo>
                  <a:pt x="8158854" y="4752956"/>
                  <a:pt x="8270620" y="4783152"/>
                  <a:pt x="8373322" y="4813349"/>
                </a:cubicBezTo>
                <a:cubicBezTo>
                  <a:pt x="8343116" y="4813349"/>
                  <a:pt x="8270620" y="4813349"/>
                  <a:pt x="8302336" y="4823918"/>
                </a:cubicBezTo>
                <a:cubicBezTo>
                  <a:pt x="8343116" y="4834487"/>
                  <a:pt x="8373322" y="4845056"/>
                  <a:pt x="8414102" y="4854115"/>
                </a:cubicBezTo>
                <a:cubicBezTo>
                  <a:pt x="8414102" y="4854115"/>
                  <a:pt x="8414102" y="4854115"/>
                  <a:pt x="8352178" y="4845056"/>
                </a:cubicBezTo>
                <a:cubicBezTo>
                  <a:pt x="8229840" y="4813349"/>
                  <a:pt x="8109013" y="4783152"/>
                  <a:pt x="7986676" y="4752956"/>
                </a:cubicBezTo>
                <a:cubicBezTo>
                  <a:pt x="7896055" y="4712190"/>
                  <a:pt x="7793352" y="4681994"/>
                  <a:pt x="7692159" y="4651797"/>
                </a:cubicBezTo>
                <a:cubicBezTo>
                  <a:pt x="7560760" y="4621600"/>
                  <a:pt x="7427850" y="4591404"/>
                  <a:pt x="7285878" y="4570266"/>
                </a:cubicBezTo>
                <a:cubicBezTo>
                  <a:pt x="7335719" y="4580835"/>
                  <a:pt x="7376498" y="4591404"/>
                  <a:pt x="7427850" y="4611031"/>
                </a:cubicBezTo>
                <a:cubicBezTo>
                  <a:pt x="7397643" y="4611031"/>
                  <a:pt x="7387071" y="4611031"/>
                  <a:pt x="7397643" y="4621600"/>
                </a:cubicBezTo>
                <a:cubicBezTo>
                  <a:pt x="7397643" y="4621600"/>
                  <a:pt x="7397643" y="4621600"/>
                  <a:pt x="7468629" y="4641228"/>
                </a:cubicBezTo>
                <a:cubicBezTo>
                  <a:pt x="7264733" y="4580835"/>
                  <a:pt x="7072920" y="4529500"/>
                  <a:pt x="6869024" y="4499304"/>
                </a:cubicBezTo>
                <a:cubicBezTo>
                  <a:pt x="6858452" y="4499304"/>
                  <a:pt x="6746687" y="4488735"/>
                  <a:pt x="6776893" y="4499304"/>
                </a:cubicBezTo>
                <a:cubicBezTo>
                  <a:pt x="7072920" y="4641228"/>
                  <a:pt x="7397643" y="4703131"/>
                  <a:pt x="7722366" y="4783152"/>
                </a:cubicBezTo>
                <a:cubicBezTo>
                  <a:pt x="7692159" y="4793721"/>
                  <a:pt x="7661953" y="4793721"/>
                  <a:pt x="7681587" y="4804290"/>
                </a:cubicBezTo>
                <a:cubicBezTo>
                  <a:pt x="7743511" y="4823918"/>
                  <a:pt x="7793352" y="4845056"/>
                  <a:pt x="7855276" y="4864683"/>
                </a:cubicBezTo>
                <a:cubicBezTo>
                  <a:pt x="7834131" y="4854115"/>
                  <a:pt x="7803925" y="4854115"/>
                  <a:pt x="7782779" y="4845056"/>
                </a:cubicBezTo>
                <a:cubicBezTo>
                  <a:pt x="7773718" y="4845056"/>
                  <a:pt x="7752573" y="4845056"/>
                  <a:pt x="7722366" y="4845056"/>
                </a:cubicBezTo>
                <a:cubicBezTo>
                  <a:pt x="7681587" y="4834487"/>
                  <a:pt x="7640808" y="4813349"/>
                  <a:pt x="7610601" y="4804290"/>
                </a:cubicBezTo>
                <a:cubicBezTo>
                  <a:pt x="7569822" y="4793721"/>
                  <a:pt x="7468629" y="4804290"/>
                  <a:pt x="7498835" y="4813349"/>
                </a:cubicBezTo>
                <a:cubicBezTo>
                  <a:pt x="7498835" y="4813349"/>
                  <a:pt x="7498835" y="4813349"/>
                  <a:pt x="7681587" y="4875252"/>
                </a:cubicBezTo>
                <a:cubicBezTo>
                  <a:pt x="7661953" y="4875252"/>
                  <a:pt x="7631746" y="4875252"/>
                  <a:pt x="7621173" y="4875252"/>
                </a:cubicBezTo>
                <a:cubicBezTo>
                  <a:pt x="7529043" y="4845056"/>
                  <a:pt x="7438422" y="4813349"/>
                  <a:pt x="7356864" y="4793721"/>
                </a:cubicBezTo>
                <a:cubicBezTo>
                  <a:pt x="7335719" y="4783152"/>
                  <a:pt x="7296450" y="4783152"/>
                  <a:pt x="7264733" y="4783152"/>
                </a:cubicBezTo>
                <a:cubicBezTo>
                  <a:pt x="7174113" y="4752956"/>
                  <a:pt x="7081982" y="4733328"/>
                  <a:pt x="6991362" y="4703131"/>
                </a:cubicBezTo>
                <a:cubicBezTo>
                  <a:pt x="6970217" y="4692562"/>
                  <a:pt x="6838818" y="4692562"/>
                  <a:pt x="6888659" y="4712190"/>
                </a:cubicBezTo>
                <a:cubicBezTo>
                  <a:pt x="6888659" y="4712190"/>
                  <a:pt x="6888659" y="4712190"/>
                  <a:pt x="7032141" y="4763525"/>
                </a:cubicBezTo>
                <a:cubicBezTo>
                  <a:pt x="7010996" y="4763525"/>
                  <a:pt x="6991362" y="4763525"/>
                  <a:pt x="7010996" y="4772584"/>
                </a:cubicBezTo>
                <a:cubicBezTo>
                  <a:pt x="7204320" y="4864683"/>
                  <a:pt x="7458057" y="4925077"/>
                  <a:pt x="7692159" y="4986980"/>
                </a:cubicBezTo>
                <a:cubicBezTo>
                  <a:pt x="7671015" y="4986980"/>
                  <a:pt x="7661953" y="4986980"/>
                  <a:pt x="7651380" y="4997549"/>
                </a:cubicBezTo>
                <a:cubicBezTo>
                  <a:pt x="7600029" y="4976411"/>
                  <a:pt x="7590967" y="4976411"/>
                  <a:pt x="7509408" y="4956783"/>
                </a:cubicBezTo>
                <a:cubicBezTo>
                  <a:pt x="7488264" y="4956783"/>
                  <a:pt x="7376498" y="4946214"/>
                  <a:pt x="7408216" y="4956783"/>
                </a:cubicBezTo>
                <a:cubicBezTo>
                  <a:pt x="7427850" y="4976411"/>
                  <a:pt x="7458057" y="4986980"/>
                  <a:pt x="7488264" y="4997549"/>
                </a:cubicBezTo>
                <a:cubicBezTo>
                  <a:pt x="7335719" y="4956783"/>
                  <a:pt x="7193747" y="4916018"/>
                  <a:pt x="7041203" y="4885821"/>
                </a:cubicBezTo>
                <a:cubicBezTo>
                  <a:pt x="7021568" y="4875252"/>
                  <a:pt x="6899231" y="4864683"/>
                  <a:pt x="6950583" y="4885821"/>
                </a:cubicBezTo>
                <a:cubicBezTo>
                  <a:pt x="6950583" y="4885821"/>
                  <a:pt x="6950583" y="4885821"/>
                  <a:pt x="6961155" y="4894880"/>
                </a:cubicBezTo>
                <a:cubicBezTo>
                  <a:pt x="6920376" y="4885821"/>
                  <a:pt x="6869024" y="4875252"/>
                  <a:pt x="6828245" y="4864683"/>
                </a:cubicBezTo>
                <a:cubicBezTo>
                  <a:pt x="6757259" y="4845056"/>
                  <a:pt x="6686273" y="4823918"/>
                  <a:pt x="6615287" y="4793721"/>
                </a:cubicBezTo>
                <a:cubicBezTo>
                  <a:pt x="6634922" y="4793721"/>
                  <a:pt x="6645494" y="4793721"/>
                  <a:pt x="6625860" y="4783152"/>
                </a:cubicBezTo>
                <a:cubicBezTo>
                  <a:pt x="6585080" y="4772584"/>
                  <a:pt x="6544301" y="4763525"/>
                  <a:pt x="6503522" y="4752956"/>
                </a:cubicBezTo>
                <a:cubicBezTo>
                  <a:pt x="6482377" y="4742387"/>
                  <a:pt x="6462743" y="4733328"/>
                  <a:pt x="6432536" y="4722759"/>
                </a:cubicBezTo>
                <a:cubicBezTo>
                  <a:pt x="6492949" y="4733328"/>
                  <a:pt x="6554874" y="4733328"/>
                  <a:pt x="6615287" y="4742387"/>
                </a:cubicBezTo>
                <a:cubicBezTo>
                  <a:pt x="6625860" y="4742387"/>
                  <a:pt x="6716480" y="4742387"/>
                  <a:pt x="6696846" y="4733328"/>
                </a:cubicBezTo>
                <a:cubicBezTo>
                  <a:pt x="6544301" y="4662366"/>
                  <a:pt x="6381185" y="4600463"/>
                  <a:pt x="6219578" y="4550638"/>
                </a:cubicBezTo>
                <a:cubicBezTo>
                  <a:pt x="6219578" y="4550638"/>
                  <a:pt x="6219578" y="4550638"/>
                  <a:pt x="6209005" y="4550638"/>
                </a:cubicBezTo>
                <a:cubicBezTo>
                  <a:pt x="6209005" y="4550638"/>
                  <a:pt x="6209005" y="4550638"/>
                  <a:pt x="6209005" y="4540069"/>
                </a:cubicBezTo>
                <a:cubicBezTo>
                  <a:pt x="6209005" y="4540069"/>
                  <a:pt x="6209005" y="4540069"/>
                  <a:pt x="6299626" y="4570266"/>
                </a:cubicBezTo>
                <a:cubicBezTo>
                  <a:pt x="6329833" y="4580835"/>
                  <a:pt x="6452171" y="4591404"/>
                  <a:pt x="6411391" y="4570266"/>
                </a:cubicBezTo>
                <a:cubicBezTo>
                  <a:pt x="6299626" y="4529500"/>
                  <a:pt x="6178799" y="4478166"/>
                  <a:pt x="6067034" y="4438910"/>
                </a:cubicBezTo>
                <a:cubicBezTo>
                  <a:pt x="6086668" y="4438910"/>
                  <a:pt x="6198434" y="4447969"/>
                  <a:pt x="6157654" y="4428342"/>
                </a:cubicBezTo>
                <a:cubicBezTo>
                  <a:pt x="6157654" y="4428342"/>
                  <a:pt x="6157654" y="4428342"/>
                  <a:pt x="6005110" y="4377007"/>
                </a:cubicBezTo>
                <a:cubicBezTo>
                  <a:pt x="6005110" y="4377007"/>
                  <a:pt x="6005110" y="4377007"/>
                  <a:pt x="6107813" y="4407204"/>
                </a:cubicBezTo>
                <a:cubicBezTo>
                  <a:pt x="6147082" y="4417773"/>
                  <a:pt x="6187861" y="4428342"/>
                  <a:pt x="6219578" y="4438910"/>
                </a:cubicBezTo>
                <a:cubicBezTo>
                  <a:pt x="6269420" y="4458538"/>
                  <a:pt x="6350978" y="4447969"/>
                  <a:pt x="6329833" y="4438910"/>
                </a:cubicBezTo>
                <a:cubicBezTo>
                  <a:pt x="6329833" y="4438910"/>
                  <a:pt x="6329833" y="4438910"/>
                  <a:pt x="6219578" y="4407204"/>
                </a:cubicBezTo>
                <a:cubicBezTo>
                  <a:pt x="6187861" y="4398145"/>
                  <a:pt x="6168227" y="4387576"/>
                  <a:pt x="6138020" y="4377007"/>
                </a:cubicBezTo>
                <a:cubicBezTo>
                  <a:pt x="6290564" y="4417773"/>
                  <a:pt x="6432536" y="4458538"/>
                  <a:pt x="6574508" y="4499304"/>
                </a:cubicBezTo>
                <a:cubicBezTo>
                  <a:pt x="6594143" y="4499304"/>
                  <a:pt x="6707418" y="4499304"/>
                  <a:pt x="6666639" y="4488735"/>
                </a:cubicBezTo>
                <a:cubicBezTo>
                  <a:pt x="6492949" y="4428342"/>
                  <a:pt x="6290564" y="4366438"/>
                  <a:pt x="6116875" y="4295476"/>
                </a:cubicBezTo>
                <a:cubicBezTo>
                  <a:pt x="5822359" y="4215455"/>
                  <a:pt x="5527842" y="4144493"/>
                  <a:pt x="5243898" y="4062962"/>
                </a:cubicBezTo>
                <a:cubicBezTo>
                  <a:pt x="4949383" y="3981431"/>
                  <a:pt x="4653356" y="3899900"/>
                  <a:pt x="4358840" y="3809310"/>
                </a:cubicBezTo>
                <a:cubicBezTo>
                  <a:pt x="4358840" y="3809310"/>
                  <a:pt x="4358840" y="3809310"/>
                  <a:pt x="3922352" y="3676444"/>
                </a:cubicBezTo>
                <a:cubicBezTo>
                  <a:pt x="3922352" y="3676444"/>
                  <a:pt x="3922352" y="3676444"/>
                  <a:pt x="3485863" y="3534520"/>
                </a:cubicBezTo>
                <a:cubicBezTo>
                  <a:pt x="3232126" y="3472617"/>
                  <a:pt x="2987451" y="3392596"/>
                  <a:pt x="2733714" y="3300496"/>
                </a:cubicBezTo>
                <a:cubicBezTo>
                  <a:pt x="2490550" y="3218965"/>
                  <a:pt x="2245875" y="3117806"/>
                  <a:pt x="2002710" y="3016647"/>
                </a:cubicBezTo>
                <a:cubicBezTo>
                  <a:pt x="2022344" y="3016647"/>
                  <a:pt x="2022344" y="3016647"/>
                  <a:pt x="2022344" y="3006079"/>
                </a:cubicBezTo>
                <a:cubicBezTo>
                  <a:pt x="1940786" y="2975882"/>
                  <a:pt x="1850165" y="2945685"/>
                  <a:pt x="1768608" y="2924548"/>
                </a:cubicBezTo>
                <a:cubicBezTo>
                  <a:pt x="1779180" y="2915488"/>
                  <a:pt x="1789752" y="2915488"/>
                  <a:pt x="1779180" y="2904920"/>
                </a:cubicBezTo>
                <a:cubicBezTo>
                  <a:pt x="1687049" y="2864154"/>
                  <a:pt x="1575284" y="2833957"/>
                  <a:pt x="1484663" y="2782623"/>
                </a:cubicBezTo>
                <a:cubicBezTo>
                  <a:pt x="1493725" y="2782623"/>
                  <a:pt x="1514870" y="2782623"/>
                  <a:pt x="1523932" y="2782623"/>
                </a:cubicBezTo>
                <a:cubicBezTo>
                  <a:pt x="1523932" y="2782623"/>
                  <a:pt x="1523932" y="2782623"/>
                  <a:pt x="1555649" y="2782623"/>
                </a:cubicBezTo>
                <a:cubicBezTo>
                  <a:pt x="1575284" y="2793192"/>
                  <a:pt x="1637207" y="2782623"/>
                  <a:pt x="1616063" y="2772054"/>
                </a:cubicBezTo>
                <a:cubicBezTo>
                  <a:pt x="1616063" y="2772054"/>
                  <a:pt x="1616063" y="2772054"/>
                  <a:pt x="1545077" y="2731289"/>
                </a:cubicBezTo>
                <a:cubicBezTo>
                  <a:pt x="1545077" y="2731289"/>
                  <a:pt x="1545077" y="2731289"/>
                  <a:pt x="1637207" y="2762995"/>
                </a:cubicBezTo>
                <a:cubicBezTo>
                  <a:pt x="1646270" y="2772054"/>
                  <a:pt x="1708194" y="2762995"/>
                  <a:pt x="1697621" y="2752427"/>
                </a:cubicBezTo>
                <a:cubicBezTo>
                  <a:pt x="1626635" y="2722230"/>
                  <a:pt x="1555649" y="2690523"/>
                  <a:pt x="1484663" y="2660327"/>
                </a:cubicBezTo>
                <a:cubicBezTo>
                  <a:pt x="1504298" y="2660327"/>
                  <a:pt x="1523932" y="2651268"/>
                  <a:pt x="1514870" y="2640699"/>
                </a:cubicBezTo>
                <a:cubicBezTo>
                  <a:pt x="1452946" y="2610502"/>
                  <a:pt x="1392532" y="2589365"/>
                  <a:pt x="1332119" y="2569737"/>
                </a:cubicBezTo>
                <a:cubicBezTo>
                  <a:pt x="1351754" y="2559168"/>
                  <a:pt x="1362326" y="2559168"/>
                  <a:pt x="1362326" y="2548599"/>
                </a:cubicBezTo>
                <a:cubicBezTo>
                  <a:pt x="1362326" y="2548599"/>
                  <a:pt x="1362326" y="2548599"/>
                  <a:pt x="1372898" y="2559168"/>
                </a:cubicBezTo>
                <a:cubicBezTo>
                  <a:pt x="1381960" y="2559168"/>
                  <a:pt x="1443884" y="2548599"/>
                  <a:pt x="1422739" y="2539540"/>
                </a:cubicBezTo>
                <a:cubicBezTo>
                  <a:pt x="1403105" y="2528971"/>
                  <a:pt x="1372898" y="2507834"/>
                  <a:pt x="1351754" y="2498775"/>
                </a:cubicBezTo>
                <a:cubicBezTo>
                  <a:pt x="1332119" y="2488206"/>
                  <a:pt x="1301912" y="2498775"/>
                  <a:pt x="1291340" y="2498775"/>
                </a:cubicBezTo>
                <a:cubicBezTo>
                  <a:pt x="1270195" y="2498775"/>
                  <a:pt x="1239988" y="2488206"/>
                  <a:pt x="1220354" y="2477637"/>
                </a:cubicBezTo>
                <a:cubicBezTo>
                  <a:pt x="1220354" y="2477637"/>
                  <a:pt x="1220354" y="2477637"/>
                  <a:pt x="1220354" y="2468578"/>
                </a:cubicBezTo>
                <a:cubicBezTo>
                  <a:pt x="1149368" y="2436871"/>
                  <a:pt x="1076872" y="2406675"/>
                  <a:pt x="1016458" y="2365909"/>
                </a:cubicBezTo>
                <a:cubicBezTo>
                  <a:pt x="1046665" y="2365909"/>
                  <a:pt x="1087444" y="2376478"/>
                  <a:pt x="1117651" y="2387047"/>
                </a:cubicBezTo>
                <a:cubicBezTo>
                  <a:pt x="1220354" y="2436871"/>
                  <a:pt x="1332119" y="2468578"/>
                  <a:pt x="1433312" y="2507834"/>
                </a:cubicBezTo>
                <a:cubicBezTo>
                  <a:pt x="1452946" y="2507834"/>
                  <a:pt x="1493725" y="2498775"/>
                  <a:pt x="1493725" y="2488206"/>
                </a:cubicBezTo>
                <a:cubicBezTo>
                  <a:pt x="1555649" y="2518402"/>
                  <a:pt x="1616063" y="2539540"/>
                  <a:pt x="1676476" y="2559168"/>
                </a:cubicBezTo>
                <a:cubicBezTo>
                  <a:pt x="1676476" y="2559168"/>
                  <a:pt x="1676476" y="2559168"/>
                  <a:pt x="1687049" y="2559168"/>
                </a:cubicBezTo>
                <a:cubicBezTo>
                  <a:pt x="1687049" y="2569737"/>
                  <a:pt x="1697621" y="2569737"/>
                  <a:pt x="1697621" y="2569737"/>
                </a:cubicBezTo>
                <a:cubicBezTo>
                  <a:pt x="1758035" y="2589365"/>
                  <a:pt x="1829021" y="2610502"/>
                  <a:pt x="1890945" y="2630130"/>
                </a:cubicBezTo>
                <a:cubicBezTo>
                  <a:pt x="1900007" y="2640699"/>
                  <a:pt x="1970993" y="2630130"/>
                  <a:pt x="1951358" y="2619561"/>
                </a:cubicBezTo>
                <a:cubicBezTo>
                  <a:pt x="1910579" y="2599933"/>
                  <a:pt x="1859228" y="2578796"/>
                  <a:pt x="1819959" y="2559168"/>
                </a:cubicBezTo>
                <a:cubicBezTo>
                  <a:pt x="1839593" y="2548599"/>
                  <a:pt x="1850165" y="2548599"/>
                  <a:pt x="1839593" y="2539540"/>
                </a:cubicBezTo>
                <a:cubicBezTo>
                  <a:pt x="1798814" y="2507834"/>
                  <a:pt x="1758035" y="2488206"/>
                  <a:pt x="1717256" y="2468578"/>
                </a:cubicBezTo>
                <a:cubicBezTo>
                  <a:pt x="1738400" y="2468578"/>
                  <a:pt x="1789752" y="2458009"/>
                  <a:pt x="1768608" y="2447440"/>
                </a:cubicBezTo>
                <a:cubicBezTo>
                  <a:pt x="1667415" y="2396106"/>
                  <a:pt x="1555649" y="2365909"/>
                  <a:pt x="1443884" y="2316085"/>
                </a:cubicBezTo>
                <a:cubicBezTo>
                  <a:pt x="1443884" y="2316085"/>
                  <a:pt x="1433312" y="2316085"/>
                  <a:pt x="1422739" y="2316085"/>
                </a:cubicBezTo>
                <a:cubicBezTo>
                  <a:pt x="1261133" y="2254182"/>
                  <a:pt x="1098016" y="2193788"/>
                  <a:pt x="934900" y="2131885"/>
                </a:cubicBezTo>
                <a:cubicBezTo>
                  <a:pt x="833707" y="2082061"/>
                  <a:pt x="743087" y="2030726"/>
                  <a:pt x="640383" y="1980902"/>
                </a:cubicBezTo>
                <a:cubicBezTo>
                  <a:pt x="650956" y="1980902"/>
                  <a:pt x="650956" y="1980902"/>
                  <a:pt x="650956" y="1970333"/>
                </a:cubicBezTo>
                <a:cubicBezTo>
                  <a:pt x="650956" y="1970333"/>
                  <a:pt x="650956" y="1970333"/>
                  <a:pt x="591062" y="1944854"/>
                </a:cubicBezTo>
                <a:lnTo>
                  <a:pt x="554616" y="1929351"/>
                </a:lnTo>
                <a:lnTo>
                  <a:pt x="579403" y="1928246"/>
                </a:lnTo>
                <a:cubicBezTo>
                  <a:pt x="592053" y="1926925"/>
                  <a:pt x="604890" y="1924283"/>
                  <a:pt x="610177" y="1918999"/>
                </a:cubicBezTo>
                <a:cubicBezTo>
                  <a:pt x="681163" y="1949195"/>
                  <a:pt x="762721" y="1980902"/>
                  <a:pt x="833707" y="2011098"/>
                </a:cubicBezTo>
                <a:cubicBezTo>
                  <a:pt x="814073" y="2011098"/>
                  <a:pt x="762721" y="2021667"/>
                  <a:pt x="782356" y="2030726"/>
                </a:cubicBezTo>
                <a:cubicBezTo>
                  <a:pt x="782356" y="2030726"/>
                  <a:pt x="782356" y="2030726"/>
                  <a:pt x="965106" y="2101688"/>
                </a:cubicBezTo>
                <a:cubicBezTo>
                  <a:pt x="975679" y="2112257"/>
                  <a:pt x="996824" y="2101688"/>
                  <a:pt x="1016458" y="2101688"/>
                </a:cubicBezTo>
                <a:cubicBezTo>
                  <a:pt x="1016458" y="2101688"/>
                  <a:pt x="1016458" y="2101688"/>
                  <a:pt x="1027031" y="2101688"/>
                </a:cubicBezTo>
                <a:cubicBezTo>
                  <a:pt x="1037603" y="2112257"/>
                  <a:pt x="1057237" y="2101688"/>
                  <a:pt x="1067810" y="2101688"/>
                </a:cubicBezTo>
                <a:cubicBezTo>
                  <a:pt x="1067810" y="2101688"/>
                  <a:pt x="1067810" y="2101688"/>
                  <a:pt x="1076872" y="2101688"/>
                </a:cubicBezTo>
                <a:cubicBezTo>
                  <a:pt x="1149368" y="2131885"/>
                  <a:pt x="1220354" y="2153023"/>
                  <a:pt x="1301912" y="2172650"/>
                </a:cubicBezTo>
                <a:cubicBezTo>
                  <a:pt x="1301912" y="2183219"/>
                  <a:pt x="1310974" y="2172650"/>
                  <a:pt x="1321547" y="2172650"/>
                </a:cubicBezTo>
                <a:cubicBezTo>
                  <a:pt x="1362326" y="2193788"/>
                  <a:pt x="1403105" y="2213416"/>
                  <a:pt x="1422739" y="2223985"/>
                </a:cubicBezTo>
                <a:cubicBezTo>
                  <a:pt x="1443884" y="2234554"/>
                  <a:pt x="1504298" y="2213416"/>
                  <a:pt x="1484663" y="2213416"/>
                </a:cubicBezTo>
                <a:cubicBezTo>
                  <a:pt x="1443884" y="2193788"/>
                  <a:pt x="1381960" y="2163592"/>
                  <a:pt x="1321547" y="2131885"/>
                </a:cubicBezTo>
                <a:cubicBezTo>
                  <a:pt x="1351754" y="2153023"/>
                  <a:pt x="1392532" y="2163592"/>
                  <a:pt x="1433312" y="2172650"/>
                </a:cubicBezTo>
                <a:cubicBezTo>
                  <a:pt x="1443884" y="2172650"/>
                  <a:pt x="1504298" y="2172650"/>
                  <a:pt x="1484663" y="2153023"/>
                </a:cubicBezTo>
                <a:cubicBezTo>
                  <a:pt x="1443884" y="2131885"/>
                  <a:pt x="1342691" y="2101688"/>
                  <a:pt x="1270195" y="2071492"/>
                </a:cubicBezTo>
                <a:cubicBezTo>
                  <a:pt x="1301912" y="2082061"/>
                  <a:pt x="1332119" y="2082061"/>
                  <a:pt x="1362326" y="2082061"/>
                </a:cubicBezTo>
                <a:cubicBezTo>
                  <a:pt x="1392532" y="2101688"/>
                  <a:pt x="1422739" y="2112257"/>
                  <a:pt x="1463519" y="2131885"/>
                </a:cubicBezTo>
                <a:cubicBezTo>
                  <a:pt x="1463519" y="2131885"/>
                  <a:pt x="1463519" y="2131885"/>
                  <a:pt x="1575284" y="2183219"/>
                </a:cubicBezTo>
                <a:cubicBezTo>
                  <a:pt x="1616063" y="2204357"/>
                  <a:pt x="1656842" y="2223985"/>
                  <a:pt x="1697621" y="2243613"/>
                </a:cubicBezTo>
                <a:cubicBezTo>
                  <a:pt x="1717256" y="2254182"/>
                  <a:pt x="1768608" y="2234554"/>
                  <a:pt x="1758035" y="2223985"/>
                </a:cubicBezTo>
                <a:cubicBezTo>
                  <a:pt x="1656842" y="2172650"/>
                  <a:pt x="1555649" y="2131885"/>
                  <a:pt x="1463519" y="2082061"/>
                </a:cubicBezTo>
                <a:cubicBezTo>
                  <a:pt x="1452946" y="2082061"/>
                  <a:pt x="1443884" y="2071492"/>
                  <a:pt x="1433312" y="2071492"/>
                </a:cubicBezTo>
                <a:cubicBezTo>
                  <a:pt x="1443884" y="2071492"/>
                  <a:pt x="1443884" y="2071492"/>
                  <a:pt x="1443884" y="2060923"/>
                </a:cubicBezTo>
                <a:cubicBezTo>
                  <a:pt x="1381960" y="2030726"/>
                  <a:pt x="1310974" y="2000530"/>
                  <a:pt x="1261133" y="1970333"/>
                </a:cubicBezTo>
                <a:cubicBezTo>
                  <a:pt x="1261133" y="1959764"/>
                  <a:pt x="1250561" y="1959764"/>
                  <a:pt x="1250561" y="1959764"/>
                </a:cubicBezTo>
                <a:cubicBezTo>
                  <a:pt x="1250561" y="1959764"/>
                  <a:pt x="1250561" y="1959764"/>
                  <a:pt x="1229416" y="1949195"/>
                </a:cubicBezTo>
                <a:lnTo>
                  <a:pt x="1229416" y="1940136"/>
                </a:lnTo>
                <a:cubicBezTo>
                  <a:pt x="1229416" y="1940136"/>
                  <a:pt x="1229416" y="1940136"/>
                  <a:pt x="1220354" y="1940136"/>
                </a:cubicBezTo>
                <a:cubicBezTo>
                  <a:pt x="1250561" y="1940136"/>
                  <a:pt x="1280767" y="1929567"/>
                  <a:pt x="1270195" y="1929567"/>
                </a:cubicBezTo>
                <a:cubicBezTo>
                  <a:pt x="1209781" y="1899371"/>
                  <a:pt x="1149368" y="1869174"/>
                  <a:pt x="1076872" y="1848036"/>
                </a:cubicBezTo>
                <a:cubicBezTo>
                  <a:pt x="1076872" y="1837467"/>
                  <a:pt x="1046665" y="1837467"/>
                  <a:pt x="1027031" y="1848036"/>
                </a:cubicBezTo>
                <a:cubicBezTo>
                  <a:pt x="895631" y="1787643"/>
                  <a:pt x="743087" y="1736309"/>
                  <a:pt x="620749" y="1725740"/>
                </a:cubicBezTo>
                <a:cubicBezTo>
                  <a:pt x="610177" y="1725740"/>
                  <a:pt x="558825" y="1736309"/>
                  <a:pt x="579970" y="1746878"/>
                </a:cubicBezTo>
                <a:cubicBezTo>
                  <a:pt x="579970" y="1746878"/>
                  <a:pt x="629811" y="1766505"/>
                  <a:pt x="681163" y="1787643"/>
                </a:cubicBezTo>
                <a:cubicBezTo>
                  <a:pt x="681163" y="1796702"/>
                  <a:pt x="681163" y="1796702"/>
                  <a:pt x="681163" y="1796702"/>
                </a:cubicBezTo>
                <a:cubicBezTo>
                  <a:pt x="681163" y="1796702"/>
                  <a:pt x="681163" y="1796702"/>
                  <a:pt x="773293" y="1828409"/>
                </a:cubicBezTo>
                <a:cubicBezTo>
                  <a:pt x="803500" y="1848036"/>
                  <a:pt x="823135" y="1858605"/>
                  <a:pt x="844279" y="1858605"/>
                </a:cubicBezTo>
                <a:cubicBezTo>
                  <a:pt x="833707" y="1869174"/>
                  <a:pt x="823135" y="1869174"/>
                  <a:pt x="823135" y="1869174"/>
                </a:cubicBezTo>
                <a:cubicBezTo>
                  <a:pt x="803500" y="1869174"/>
                  <a:pt x="782356" y="1869174"/>
                  <a:pt x="752149" y="1869174"/>
                </a:cubicBezTo>
                <a:cubicBezTo>
                  <a:pt x="752149" y="1858605"/>
                  <a:pt x="752149" y="1869174"/>
                  <a:pt x="743087" y="1869174"/>
                </a:cubicBezTo>
                <a:cubicBezTo>
                  <a:pt x="558825" y="1777074"/>
                  <a:pt x="376074" y="1695543"/>
                  <a:pt x="193323" y="1604953"/>
                </a:cubicBezTo>
                <a:cubicBezTo>
                  <a:pt x="163116" y="1594384"/>
                  <a:pt x="132909" y="1594384"/>
                  <a:pt x="102702" y="1583815"/>
                </a:cubicBezTo>
                <a:cubicBezTo>
                  <a:pt x="92130" y="1583815"/>
                  <a:pt x="92130" y="1574757"/>
                  <a:pt x="81558" y="1574757"/>
                </a:cubicBezTo>
                <a:cubicBezTo>
                  <a:pt x="111765" y="1583815"/>
                  <a:pt x="143482" y="1594384"/>
                  <a:pt x="173689" y="1594384"/>
                </a:cubicBezTo>
                <a:cubicBezTo>
                  <a:pt x="143482" y="1583815"/>
                  <a:pt x="111765" y="1574757"/>
                  <a:pt x="92130" y="1553619"/>
                </a:cubicBezTo>
                <a:cubicBezTo>
                  <a:pt x="81558" y="1564188"/>
                  <a:pt x="70985" y="1564188"/>
                  <a:pt x="70985" y="1564188"/>
                </a:cubicBezTo>
                <a:cubicBezTo>
                  <a:pt x="51351" y="1553619"/>
                  <a:pt x="31717" y="1533991"/>
                  <a:pt x="0" y="1523422"/>
                </a:cubicBezTo>
                <a:cubicBezTo>
                  <a:pt x="10572" y="1512853"/>
                  <a:pt x="21144" y="1502284"/>
                  <a:pt x="21144" y="1493226"/>
                </a:cubicBezTo>
                <a:cubicBezTo>
                  <a:pt x="40779" y="1502284"/>
                  <a:pt x="70985" y="1502284"/>
                  <a:pt x="81558" y="1493226"/>
                </a:cubicBezTo>
                <a:cubicBezTo>
                  <a:pt x="152544" y="1523422"/>
                  <a:pt x="223530" y="1543050"/>
                  <a:pt x="296026" y="1574757"/>
                </a:cubicBezTo>
                <a:cubicBezTo>
                  <a:pt x="305088" y="1583815"/>
                  <a:pt x="367012" y="1574757"/>
                  <a:pt x="356440" y="1564188"/>
                </a:cubicBezTo>
                <a:cubicBezTo>
                  <a:pt x="264309" y="1523422"/>
                  <a:pt x="173689" y="1482657"/>
                  <a:pt x="81558" y="1452460"/>
                </a:cubicBezTo>
                <a:cubicBezTo>
                  <a:pt x="111765" y="1463029"/>
                  <a:pt x="152544" y="1472088"/>
                  <a:pt x="193323" y="1482657"/>
                </a:cubicBezTo>
                <a:cubicBezTo>
                  <a:pt x="203895" y="1493226"/>
                  <a:pt x="223530" y="1482657"/>
                  <a:pt x="244675" y="1482657"/>
                </a:cubicBezTo>
                <a:cubicBezTo>
                  <a:pt x="244675" y="1482657"/>
                  <a:pt x="244675" y="1482657"/>
                  <a:pt x="478777" y="1553619"/>
                </a:cubicBezTo>
                <a:cubicBezTo>
                  <a:pt x="487839" y="1553619"/>
                  <a:pt x="508984" y="1553619"/>
                  <a:pt x="518046" y="1553619"/>
                </a:cubicBezTo>
                <a:cubicBezTo>
                  <a:pt x="518046" y="1553619"/>
                  <a:pt x="518046" y="1553619"/>
                  <a:pt x="579970" y="1583815"/>
                </a:cubicBezTo>
                <a:cubicBezTo>
                  <a:pt x="569398" y="1583815"/>
                  <a:pt x="558825" y="1583815"/>
                  <a:pt x="569398" y="1594384"/>
                </a:cubicBezTo>
                <a:cubicBezTo>
                  <a:pt x="650956" y="1645719"/>
                  <a:pt x="721942" y="1675915"/>
                  <a:pt x="803500" y="1706112"/>
                </a:cubicBezTo>
                <a:cubicBezTo>
                  <a:pt x="986251" y="1828409"/>
                  <a:pt x="1239988" y="1888802"/>
                  <a:pt x="1452946" y="1940136"/>
                </a:cubicBezTo>
                <a:cubicBezTo>
                  <a:pt x="1545077" y="1980902"/>
                  <a:pt x="1637207" y="2021667"/>
                  <a:pt x="1738400" y="2041295"/>
                </a:cubicBezTo>
                <a:cubicBezTo>
                  <a:pt x="1748973" y="2041295"/>
                  <a:pt x="1809386" y="2030726"/>
                  <a:pt x="1798814" y="2021667"/>
                </a:cubicBezTo>
                <a:cubicBezTo>
                  <a:pt x="1773894" y="2001285"/>
                  <a:pt x="1743309" y="1983167"/>
                  <a:pt x="1711403" y="1967691"/>
                </a:cubicBezTo>
                <a:lnTo>
                  <a:pt x="1641073" y="1939568"/>
                </a:lnTo>
                <a:lnTo>
                  <a:pt x="1682140" y="1933531"/>
                </a:lnTo>
                <a:cubicBezTo>
                  <a:pt x="1697244" y="1929567"/>
                  <a:pt x="1707438" y="1924283"/>
                  <a:pt x="1697621" y="1918999"/>
                </a:cubicBezTo>
                <a:cubicBezTo>
                  <a:pt x="1596429" y="1878233"/>
                  <a:pt x="1493725" y="1828409"/>
                  <a:pt x="1392532" y="1796702"/>
                </a:cubicBezTo>
                <a:cubicBezTo>
                  <a:pt x="1342691" y="1766505"/>
                  <a:pt x="1291340" y="1736309"/>
                  <a:pt x="1239988" y="1716681"/>
                </a:cubicBezTo>
                <a:cubicBezTo>
                  <a:pt x="1321547" y="1736309"/>
                  <a:pt x="1403105" y="1766505"/>
                  <a:pt x="1484663" y="1787643"/>
                </a:cubicBezTo>
                <a:cubicBezTo>
                  <a:pt x="1514870" y="1796702"/>
                  <a:pt x="1545077" y="1807271"/>
                  <a:pt x="1585856" y="1817840"/>
                </a:cubicBezTo>
                <a:cubicBezTo>
                  <a:pt x="1585856" y="1817840"/>
                  <a:pt x="1596429" y="1817840"/>
                  <a:pt x="1605490" y="1817840"/>
                </a:cubicBezTo>
                <a:cubicBezTo>
                  <a:pt x="1605490" y="1817840"/>
                  <a:pt x="1605490" y="1817840"/>
                  <a:pt x="1626635" y="1817840"/>
                </a:cubicBezTo>
                <a:cubicBezTo>
                  <a:pt x="1646270" y="1828409"/>
                  <a:pt x="1708194" y="1807271"/>
                  <a:pt x="1676476" y="1807271"/>
                </a:cubicBezTo>
                <a:cubicBezTo>
                  <a:pt x="1656842" y="1801986"/>
                  <a:pt x="1634187" y="1794437"/>
                  <a:pt x="1611343" y="1786888"/>
                </a:cubicBezTo>
                <a:lnTo>
                  <a:pt x="1577940" y="1776614"/>
                </a:lnTo>
                <a:lnTo>
                  <a:pt x="1612287" y="1770657"/>
                </a:lnTo>
                <a:cubicBezTo>
                  <a:pt x="1626258" y="1766883"/>
                  <a:pt x="1636453" y="1761976"/>
                  <a:pt x="1626635" y="1757446"/>
                </a:cubicBezTo>
                <a:cubicBezTo>
                  <a:pt x="1646270" y="1757446"/>
                  <a:pt x="1667415" y="1766505"/>
                  <a:pt x="1687049" y="1766505"/>
                </a:cubicBezTo>
                <a:cubicBezTo>
                  <a:pt x="1687049" y="1766505"/>
                  <a:pt x="1748973" y="1757446"/>
                  <a:pt x="1738400" y="1746878"/>
                </a:cubicBezTo>
                <a:cubicBezTo>
                  <a:pt x="1708194" y="1725740"/>
                  <a:pt x="1667415" y="1706112"/>
                  <a:pt x="1626635" y="1684974"/>
                </a:cubicBezTo>
                <a:cubicBezTo>
                  <a:pt x="1637207" y="1684974"/>
                  <a:pt x="1637207" y="1684974"/>
                  <a:pt x="1626635" y="1675915"/>
                </a:cubicBezTo>
                <a:cubicBezTo>
                  <a:pt x="1626635" y="1675915"/>
                  <a:pt x="1626635" y="1675915"/>
                  <a:pt x="1575284" y="1645719"/>
                </a:cubicBezTo>
                <a:cubicBezTo>
                  <a:pt x="1596429" y="1654778"/>
                  <a:pt x="1626635" y="1654778"/>
                  <a:pt x="1646270" y="1654778"/>
                </a:cubicBezTo>
                <a:cubicBezTo>
                  <a:pt x="1656842" y="1654778"/>
                  <a:pt x="1717256" y="1654778"/>
                  <a:pt x="1697621" y="1645719"/>
                </a:cubicBezTo>
                <a:cubicBezTo>
                  <a:pt x="1605490" y="1604953"/>
                  <a:pt x="1484663" y="1574757"/>
                  <a:pt x="1392532" y="1523422"/>
                </a:cubicBezTo>
                <a:lnTo>
                  <a:pt x="1400280" y="1514387"/>
                </a:lnTo>
                <a:lnTo>
                  <a:pt x="1545077" y="1543050"/>
                </a:lnTo>
                <a:cubicBezTo>
                  <a:pt x="1555649" y="1553619"/>
                  <a:pt x="1616063" y="1543050"/>
                  <a:pt x="1596429" y="1533991"/>
                </a:cubicBezTo>
                <a:cubicBezTo>
                  <a:pt x="1585856" y="1523422"/>
                  <a:pt x="1575284" y="1512853"/>
                  <a:pt x="1555649" y="1512853"/>
                </a:cubicBezTo>
                <a:cubicBezTo>
                  <a:pt x="1596429" y="1523422"/>
                  <a:pt x="1646270" y="1533991"/>
                  <a:pt x="1687049" y="1533991"/>
                </a:cubicBezTo>
                <a:cubicBezTo>
                  <a:pt x="1697621" y="1533991"/>
                  <a:pt x="1758035" y="1533991"/>
                  <a:pt x="1738400" y="1512853"/>
                </a:cubicBezTo>
                <a:cubicBezTo>
                  <a:pt x="1738400" y="1512853"/>
                  <a:pt x="1738400" y="1512853"/>
                  <a:pt x="1717256" y="1502284"/>
                </a:cubicBezTo>
                <a:cubicBezTo>
                  <a:pt x="1738400" y="1502284"/>
                  <a:pt x="1779180" y="1493226"/>
                  <a:pt x="1768608" y="1493226"/>
                </a:cubicBezTo>
                <a:cubicBezTo>
                  <a:pt x="1676476" y="1452460"/>
                  <a:pt x="1585856" y="1431322"/>
                  <a:pt x="1504298" y="1390557"/>
                </a:cubicBezTo>
                <a:cubicBezTo>
                  <a:pt x="1523932" y="1390557"/>
                  <a:pt x="1564711" y="1381498"/>
                  <a:pt x="1545077" y="1370929"/>
                </a:cubicBezTo>
                <a:cubicBezTo>
                  <a:pt x="1545077" y="1370929"/>
                  <a:pt x="1545077" y="1370929"/>
                  <a:pt x="1523932" y="1360360"/>
                </a:cubicBezTo>
                <a:cubicBezTo>
                  <a:pt x="1585856" y="1381498"/>
                  <a:pt x="1646270" y="1401126"/>
                  <a:pt x="1717256" y="1401126"/>
                </a:cubicBezTo>
                <a:cubicBezTo>
                  <a:pt x="1727828" y="1411695"/>
                  <a:pt x="1789752" y="1390557"/>
                  <a:pt x="1768608" y="1390557"/>
                </a:cubicBezTo>
                <a:cubicBezTo>
                  <a:pt x="1605490" y="1330164"/>
                  <a:pt x="1422739" y="1299967"/>
                  <a:pt x="1280767" y="1207867"/>
                </a:cubicBezTo>
                <a:cubicBezTo>
                  <a:pt x="1403105" y="1248633"/>
                  <a:pt x="1514870" y="1310536"/>
                  <a:pt x="1646270" y="1340732"/>
                </a:cubicBezTo>
                <a:cubicBezTo>
                  <a:pt x="1646270" y="1340732"/>
                  <a:pt x="1667415" y="1330164"/>
                  <a:pt x="1687049" y="1330164"/>
                </a:cubicBezTo>
                <a:cubicBezTo>
                  <a:pt x="1727828" y="1340732"/>
                  <a:pt x="1768608" y="1360360"/>
                  <a:pt x="1809386" y="1370929"/>
                </a:cubicBezTo>
                <a:cubicBezTo>
                  <a:pt x="1819959" y="1370929"/>
                  <a:pt x="1850165" y="1370929"/>
                  <a:pt x="1859228" y="1360360"/>
                </a:cubicBezTo>
                <a:cubicBezTo>
                  <a:pt x="1900007" y="1381498"/>
                  <a:pt x="1931724" y="1390557"/>
                  <a:pt x="1970993" y="1411695"/>
                </a:cubicBezTo>
                <a:cubicBezTo>
                  <a:pt x="1992138" y="1411695"/>
                  <a:pt x="2043489" y="1401126"/>
                  <a:pt x="2032917" y="1390557"/>
                </a:cubicBezTo>
                <a:cubicBezTo>
                  <a:pt x="1981565" y="1370929"/>
                  <a:pt x="1940786" y="1349791"/>
                  <a:pt x="1890945" y="1330164"/>
                </a:cubicBezTo>
                <a:cubicBezTo>
                  <a:pt x="1910579" y="1330164"/>
                  <a:pt x="1931724" y="1319595"/>
                  <a:pt x="1921152" y="1319595"/>
                </a:cubicBezTo>
                <a:cubicBezTo>
                  <a:pt x="1708194" y="1238064"/>
                  <a:pt x="1493725" y="1188239"/>
                  <a:pt x="1291340" y="1087080"/>
                </a:cubicBezTo>
                <a:cubicBezTo>
                  <a:pt x="1433312" y="1117277"/>
                  <a:pt x="1596429" y="1207867"/>
                  <a:pt x="1748973" y="1248633"/>
                </a:cubicBezTo>
                <a:cubicBezTo>
                  <a:pt x="1758035" y="1248633"/>
                  <a:pt x="1819959" y="1238064"/>
                  <a:pt x="1798814" y="1229005"/>
                </a:cubicBezTo>
                <a:cubicBezTo>
                  <a:pt x="1708194" y="1188239"/>
                  <a:pt x="1605490" y="1158043"/>
                  <a:pt x="1504298" y="1117277"/>
                </a:cubicBezTo>
                <a:cubicBezTo>
                  <a:pt x="1626635" y="1147474"/>
                  <a:pt x="1748973" y="1207867"/>
                  <a:pt x="1859228" y="1229005"/>
                </a:cubicBezTo>
                <a:cubicBezTo>
                  <a:pt x="1869800" y="1229005"/>
                  <a:pt x="1931724" y="1218436"/>
                  <a:pt x="1910579" y="1218436"/>
                </a:cubicBezTo>
                <a:cubicBezTo>
                  <a:pt x="1748973" y="1147474"/>
                  <a:pt x="1585856" y="1087080"/>
                  <a:pt x="1433312" y="1016118"/>
                </a:cubicBezTo>
                <a:cubicBezTo>
                  <a:pt x="1433312" y="1005549"/>
                  <a:pt x="1433312" y="1005549"/>
                  <a:pt x="1433312" y="1005549"/>
                </a:cubicBezTo>
                <a:cubicBezTo>
                  <a:pt x="1433312" y="1005549"/>
                  <a:pt x="1433312" y="1005549"/>
                  <a:pt x="1443884" y="1016118"/>
                </a:cubicBezTo>
                <a:cubicBezTo>
                  <a:pt x="1564711" y="1076511"/>
                  <a:pt x="1697621" y="1117277"/>
                  <a:pt x="1829021" y="1158043"/>
                </a:cubicBezTo>
                <a:cubicBezTo>
                  <a:pt x="1850165" y="1167102"/>
                  <a:pt x="1900007" y="1147474"/>
                  <a:pt x="1890945" y="1147474"/>
                </a:cubicBezTo>
                <a:cubicBezTo>
                  <a:pt x="1890945" y="1147474"/>
                  <a:pt x="1890945" y="1147474"/>
                  <a:pt x="1869800" y="1147474"/>
                </a:cubicBezTo>
                <a:cubicBezTo>
                  <a:pt x="1900007" y="1147474"/>
                  <a:pt x="1931724" y="1127846"/>
                  <a:pt x="1910579" y="1127846"/>
                </a:cubicBezTo>
                <a:cubicBezTo>
                  <a:pt x="1900007" y="1117277"/>
                  <a:pt x="1859228" y="1106708"/>
                  <a:pt x="1819959" y="1096139"/>
                </a:cubicBezTo>
                <a:cubicBezTo>
                  <a:pt x="1850165" y="1096139"/>
                  <a:pt x="1880373" y="1087080"/>
                  <a:pt x="1869800" y="1076511"/>
                </a:cubicBezTo>
                <a:cubicBezTo>
                  <a:pt x="1869800" y="1076511"/>
                  <a:pt x="1869800" y="1076511"/>
                  <a:pt x="1758035" y="1035746"/>
                </a:cubicBezTo>
                <a:cubicBezTo>
                  <a:pt x="1779180" y="1035746"/>
                  <a:pt x="1798814" y="1025177"/>
                  <a:pt x="1789752" y="1025177"/>
                </a:cubicBezTo>
                <a:cubicBezTo>
                  <a:pt x="1575284" y="902881"/>
                  <a:pt x="1351754" y="801722"/>
                  <a:pt x="1128223" y="689994"/>
                </a:cubicBezTo>
                <a:cubicBezTo>
                  <a:pt x="1138796" y="689994"/>
                  <a:pt x="1138796" y="689994"/>
                  <a:pt x="1128223" y="680935"/>
                </a:cubicBezTo>
                <a:cubicBezTo>
                  <a:pt x="1128223" y="680935"/>
                  <a:pt x="1128223" y="680935"/>
                  <a:pt x="945472" y="599404"/>
                </a:cubicBezTo>
                <a:cubicBezTo>
                  <a:pt x="945472" y="599404"/>
                  <a:pt x="945472" y="599404"/>
                  <a:pt x="904693" y="569208"/>
                </a:cubicBezTo>
                <a:cubicBezTo>
                  <a:pt x="965106" y="599404"/>
                  <a:pt x="1016458" y="619032"/>
                  <a:pt x="1076872" y="640170"/>
                </a:cubicBezTo>
                <a:cubicBezTo>
                  <a:pt x="1098016" y="649229"/>
                  <a:pt x="1149368" y="640170"/>
                  <a:pt x="1138796" y="629601"/>
                </a:cubicBezTo>
                <a:cubicBezTo>
                  <a:pt x="1027031" y="588835"/>
                  <a:pt x="915265" y="537501"/>
                  <a:pt x="823135" y="466539"/>
                </a:cubicBezTo>
                <a:cubicBezTo>
                  <a:pt x="808409" y="451818"/>
                  <a:pt x="775842" y="459178"/>
                  <a:pt x="764939" y="468237"/>
                </a:cubicBezTo>
                <a:lnTo>
                  <a:pt x="763673" y="473299"/>
                </a:lnTo>
                <a:lnTo>
                  <a:pt x="754225" y="469559"/>
                </a:lnTo>
                <a:cubicBezTo>
                  <a:pt x="735157" y="462009"/>
                  <a:pt x="697021" y="446911"/>
                  <a:pt x="620749" y="416714"/>
                </a:cubicBezTo>
                <a:cubicBezTo>
                  <a:pt x="640383" y="416714"/>
                  <a:pt x="661528" y="406145"/>
                  <a:pt x="650956" y="406145"/>
                </a:cubicBezTo>
                <a:cubicBezTo>
                  <a:pt x="650956" y="406145"/>
                  <a:pt x="650956" y="406145"/>
                  <a:pt x="640383" y="406145"/>
                </a:cubicBezTo>
                <a:cubicBezTo>
                  <a:pt x="650956" y="395577"/>
                  <a:pt x="650956" y="395577"/>
                  <a:pt x="640383" y="395577"/>
                </a:cubicBezTo>
                <a:cubicBezTo>
                  <a:pt x="640383" y="395577"/>
                  <a:pt x="640383" y="395577"/>
                  <a:pt x="620749" y="385008"/>
                </a:cubicBezTo>
                <a:cubicBezTo>
                  <a:pt x="640383" y="385008"/>
                  <a:pt x="670590" y="375949"/>
                  <a:pt x="661528" y="375949"/>
                </a:cubicBezTo>
                <a:cubicBezTo>
                  <a:pt x="620749" y="354811"/>
                  <a:pt x="579970" y="335183"/>
                  <a:pt x="539191" y="314046"/>
                </a:cubicBezTo>
                <a:cubicBezTo>
                  <a:pt x="549763" y="314046"/>
                  <a:pt x="549763" y="314046"/>
                  <a:pt x="558825" y="314046"/>
                </a:cubicBezTo>
                <a:cubicBezTo>
                  <a:pt x="558825" y="314046"/>
                  <a:pt x="558825" y="314046"/>
                  <a:pt x="691735" y="385008"/>
                </a:cubicBezTo>
                <a:cubicBezTo>
                  <a:pt x="702308" y="385008"/>
                  <a:pt x="732514" y="385008"/>
                  <a:pt x="743087" y="375949"/>
                </a:cubicBezTo>
                <a:cubicBezTo>
                  <a:pt x="874486" y="425773"/>
                  <a:pt x="996824" y="496736"/>
                  <a:pt x="1117651" y="558639"/>
                </a:cubicBezTo>
                <a:cubicBezTo>
                  <a:pt x="1138796" y="569208"/>
                  <a:pt x="1190147" y="548070"/>
                  <a:pt x="1179575" y="548070"/>
                </a:cubicBezTo>
                <a:cubicBezTo>
                  <a:pt x="1037603" y="477108"/>
                  <a:pt x="915265" y="406145"/>
                  <a:pt x="762721" y="344242"/>
                </a:cubicBezTo>
                <a:cubicBezTo>
                  <a:pt x="752149" y="344242"/>
                  <a:pt x="732514" y="344242"/>
                  <a:pt x="721942" y="354811"/>
                </a:cubicBezTo>
                <a:cubicBezTo>
                  <a:pt x="661528" y="324614"/>
                  <a:pt x="610177" y="294418"/>
                  <a:pt x="558825" y="274790"/>
                </a:cubicBezTo>
                <a:cubicBezTo>
                  <a:pt x="558825" y="264221"/>
                  <a:pt x="569398" y="253652"/>
                  <a:pt x="558825" y="253652"/>
                </a:cubicBezTo>
                <a:cubicBezTo>
                  <a:pt x="549763" y="234025"/>
                  <a:pt x="539191" y="212887"/>
                  <a:pt x="528618" y="202318"/>
                </a:cubicBezTo>
                <a:cubicBezTo>
                  <a:pt x="539191" y="202318"/>
                  <a:pt x="558825" y="212887"/>
                  <a:pt x="569398" y="212887"/>
                </a:cubicBezTo>
                <a:cubicBezTo>
                  <a:pt x="590542" y="223456"/>
                  <a:pt x="650956" y="212887"/>
                  <a:pt x="629811" y="202318"/>
                </a:cubicBezTo>
                <a:cubicBezTo>
                  <a:pt x="599604" y="182690"/>
                  <a:pt x="569398" y="172121"/>
                  <a:pt x="549763" y="161552"/>
                </a:cubicBezTo>
                <a:cubicBezTo>
                  <a:pt x="549763" y="161552"/>
                  <a:pt x="549763" y="161552"/>
                  <a:pt x="590542" y="40766"/>
                </a:cubicBezTo>
                <a:cubicBezTo>
                  <a:pt x="610177" y="49825"/>
                  <a:pt x="629811" y="60394"/>
                  <a:pt x="650956" y="70962"/>
                </a:cubicBezTo>
                <a:cubicBezTo>
                  <a:pt x="670590" y="70962"/>
                  <a:pt x="732514" y="60394"/>
                  <a:pt x="711369" y="49825"/>
                </a:cubicBezTo>
                <a:cubicBezTo>
                  <a:pt x="711369" y="49825"/>
                  <a:pt x="711369" y="49825"/>
                  <a:pt x="610177" y="0"/>
                </a:cubicBezTo>
                <a:close/>
              </a:path>
            </a:pathLst>
          </a:custGeom>
        </p:spPr>
        <p:txBody>
          <a:bodyPr wrap="square">
            <a:noAutofit/>
          </a:bodyPr>
          <a:lstStyle>
            <a:lvl1pPr>
              <a:defRPr/>
            </a:lvl1p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f89f97f271144af7"/>
            </p:custDataLst>
          </p:nvPr>
        </p:nvSpPr>
        <p:spPr>
          <a:xfrm>
            <a:off x="608400" y="608400"/>
            <a:ext cx="10969200" cy="705600"/>
          </a:xfrm>
        </p:spPr>
        <p:txBody>
          <a:bodyPr vert="horz" lIns="90000" tIns="46800" rIns="90000" bIns="46800" rtlCol="0" anchor="ctr" anchorCtr="0">
            <a:normAutofit/>
          </a:bodyPr>
          <a:lstStyle>
            <a:lvl1pPr>
              <a:defRPr/>
            </a:lvl1pPr>
          </a:lstStyle>
          <a:p>
            <a:pPr lvl="0"/>
            <a:r>
              <a:rPr lang="zh-CN" altLang="en-US" dirty="0"/>
              <a:t>单击此处编辑母版标题样式</a:t>
            </a:r>
          </a:p>
        </p:txBody>
      </p:sp>
      <p:sp>
        <p:nvSpPr>
          <p:cNvPr id="3" name="日期占位符 2"/>
          <p:cNvSpPr>
            <a:spLocks noGrp="1"/>
          </p:cNvSpPr>
          <p:nvPr>
            <p:ph type="dt" sz="half" idx="10"/>
            <p:custDataLst>
              <p:tags r:id="R155e227428ec4688"/>
            </p:custDataLst>
          </p:nvPr>
        </p:nvSpPr>
        <p:spPr/>
        <p:txBody>
          <a:bodyPr/>
          <a:lstStyle>
            <a:lvl1pPr>
              <a:defRPr/>
            </a:lvl1pPr>
          </a:lstStyle>
          <a:p>
            <a:fld id="{760FBDFE-C587-4B4C-A407-44438C67B59E}" type="datetimeFigureOut">
              <a:rPr lang="zh-CN" altLang="en-US"/>
              <a:pPr/>
              <a:t>2025/4/28</a:t>
            </a:fld>
            <a:endParaRPr lang="zh-CN" altLang="en-US" dirty="0"/>
          </a:p>
        </p:txBody>
      </p:sp>
      <p:sp>
        <p:nvSpPr>
          <p:cNvPr id="4" name="页脚占位符 3"/>
          <p:cNvSpPr>
            <a:spLocks noGrp="1"/>
          </p:cNvSpPr>
          <p:nvPr>
            <p:ph type="ftr" sz="quarter" idx="11"/>
            <p:custDataLst>
              <p:tags r:id="R7b542423962e4b5e"/>
            </p:custDataLst>
          </p:nvPr>
        </p:nvSpPr>
        <p:spPr/>
        <p:txBody>
          <a:bodyPr/>
          <a:lstStyle>
            <a:lvl1pPr>
              <a:defRPr/>
            </a:lvl1pPr>
          </a:lstStyle>
          <a:p>
            <a:endParaRPr lang="zh-CN" altLang="en-US" dirty="0"/>
          </a:p>
        </p:txBody>
      </p:sp>
      <p:sp>
        <p:nvSpPr>
          <p:cNvPr id="5" name="灯片编号占位符 4"/>
          <p:cNvSpPr>
            <a:spLocks noGrp="1"/>
          </p:cNvSpPr>
          <p:nvPr>
            <p:ph type="sldNum" sz="quarter" idx="12"/>
            <p:custDataLst>
              <p:tags r:id="Rd6f90bc4b95b41a0"/>
            </p:custDataLst>
          </p:nvPr>
        </p:nvSpPr>
        <p:spPr/>
        <p:txBody>
          <a:bodyPr/>
          <a:lstStyle>
            <a:lvl1pPr>
              <a:defRPr/>
            </a:lvl1pPr>
          </a:lstStyle>
          <a:p>
            <a:fld id="{49AE70B2-8BF9-45C0-BB95-33D1B9D3A854}" type="slidenum">
              <a:rPr lang="zh-CN" altLang="en-US"/>
              <a:pPr/>
              <a:t>‹#›</a:t>
            </a:fld>
            <a:endParaRPr lang="zh-CN" altLang="en-US" dirty="0"/>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9_Placeholder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2684836"/>
            <a:ext cx="12192000" cy="4152299"/>
          </a:xfrm>
          <a:custGeom>
            <a:avLst/>
            <a:gdLst>
              <a:gd name="connsiteX0" fmla="*/ 13890396 w 24377650"/>
              <a:gd name="connsiteY0" fmla="*/ 7962719 h 8304597"/>
              <a:gd name="connsiteX1" fmla="*/ 13814950 w 24377650"/>
              <a:gd name="connsiteY1" fmla="*/ 8039762 h 8304597"/>
              <a:gd name="connsiteX2" fmla="*/ 13890396 w 24377650"/>
              <a:gd name="connsiteY2" fmla="*/ 7962719 h 8304597"/>
              <a:gd name="connsiteX3" fmla="*/ 14760458 w 24377650"/>
              <a:gd name="connsiteY3" fmla="*/ 7723063 h 8304597"/>
              <a:gd name="connsiteX4" fmla="*/ 14766854 w 24377650"/>
              <a:gd name="connsiteY4" fmla="*/ 7734800 h 8304597"/>
              <a:gd name="connsiteX5" fmla="*/ 14757792 w 24377650"/>
              <a:gd name="connsiteY5" fmla="*/ 7724707 h 8304597"/>
              <a:gd name="connsiteX6" fmla="*/ 17359306 w 24377650"/>
              <a:gd name="connsiteY6" fmla="*/ 7657757 h 8304597"/>
              <a:gd name="connsiteX7" fmla="*/ 17243728 w 24377650"/>
              <a:gd name="connsiteY7" fmla="*/ 7694673 h 8304597"/>
              <a:gd name="connsiteX8" fmla="*/ 17320780 w 24377650"/>
              <a:gd name="connsiteY8" fmla="*/ 7734800 h 8304597"/>
              <a:gd name="connsiteX9" fmla="*/ 17396226 w 24377650"/>
              <a:gd name="connsiteY9" fmla="*/ 7734800 h 8304597"/>
              <a:gd name="connsiteX10" fmla="*/ 17359306 w 24377650"/>
              <a:gd name="connsiteY10" fmla="*/ 7657757 h 8304597"/>
              <a:gd name="connsiteX11" fmla="*/ 13583520 w 24377650"/>
              <a:gd name="connsiteY11" fmla="*/ 7413486 h 8304597"/>
              <a:gd name="connsiteX12" fmla="*/ 13508350 w 24377650"/>
              <a:gd name="connsiteY12" fmla="*/ 7466754 h 8304597"/>
              <a:gd name="connsiteX13" fmla="*/ 13585402 w 24377650"/>
              <a:gd name="connsiteY13" fmla="*/ 7429838 h 8304597"/>
              <a:gd name="connsiteX14" fmla="*/ 13583520 w 24377650"/>
              <a:gd name="connsiteY14" fmla="*/ 7413486 h 8304597"/>
              <a:gd name="connsiteX15" fmla="*/ 15834334 w 24377650"/>
              <a:gd name="connsiteY15" fmla="*/ 7389711 h 8304597"/>
              <a:gd name="connsiteX16" fmla="*/ 15948306 w 24377650"/>
              <a:gd name="connsiteY16" fmla="*/ 7429838 h 8304597"/>
              <a:gd name="connsiteX17" fmla="*/ 15872860 w 24377650"/>
              <a:gd name="connsiteY17" fmla="*/ 7429838 h 8304597"/>
              <a:gd name="connsiteX18" fmla="*/ 15757282 w 24377650"/>
              <a:gd name="connsiteY18" fmla="*/ 7429838 h 8304597"/>
              <a:gd name="connsiteX19" fmla="*/ 15834334 w 24377650"/>
              <a:gd name="connsiteY19" fmla="*/ 7389711 h 8304597"/>
              <a:gd name="connsiteX20" fmla="*/ 18011594 w 24377650"/>
              <a:gd name="connsiteY20" fmla="*/ 7200313 h 8304597"/>
              <a:gd name="connsiteX21" fmla="*/ 18121792 w 24377650"/>
              <a:gd name="connsiteY21" fmla="*/ 7200313 h 8304597"/>
              <a:gd name="connsiteX22" fmla="*/ 18031096 w 24377650"/>
              <a:gd name="connsiteY22" fmla="*/ 7209342 h 8304597"/>
              <a:gd name="connsiteX23" fmla="*/ 17778272 w 24377650"/>
              <a:gd name="connsiteY23" fmla="*/ 7200313 h 8304597"/>
              <a:gd name="connsiteX24" fmla="*/ 17853718 w 24377650"/>
              <a:gd name="connsiteY24" fmla="*/ 7200313 h 8304597"/>
              <a:gd name="connsiteX25" fmla="*/ 17816798 w 24377650"/>
              <a:gd name="connsiteY25" fmla="*/ 7237230 h 8304597"/>
              <a:gd name="connsiteX26" fmla="*/ 17778272 w 24377650"/>
              <a:gd name="connsiteY26" fmla="*/ 7200313 h 8304597"/>
              <a:gd name="connsiteX27" fmla="*/ 18010608 w 24377650"/>
              <a:gd name="connsiteY27" fmla="*/ 7199857 h 8304597"/>
              <a:gd name="connsiteX28" fmla="*/ 18011594 w 24377650"/>
              <a:gd name="connsiteY28" fmla="*/ 7200313 h 8304597"/>
              <a:gd name="connsiteX29" fmla="*/ 18006214 w 24377650"/>
              <a:gd name="connsiteY29" fmla="*/ 7200313 h 8304597"/>
              <a:gd name="connsiteX30" fmla="*/ 17282254 w 24377650"/>
              <a:gd name="connsiteY30" fmla="*/ 7161792 h 8304597"/>
              <a:gd name="connsiteX31" fmla="*/ 17282254 w 24377650"/>
              <a:gd name="connsiteY31" fmla="*/ 7200313 h 8304597"/>
              <a:gd name="connsiteX32" fmla="*/ 17396226 w 24377650"/>
              <a:gd name="connsiteY32" fmla="*/ 7161792 h 8304597"/>
              <a:gd name="connsiteX33" fmla="*/ 17282254 w 24377650"/>
              <a:gd name="connsiteY33" fmla="*/ 7161792 h 8304597"/>
              <a:gd name="connsiteX34" fmla="*/ 17206808 w 24377650"/>
              <a:gd name="connsiteY34" fmla="*/ 7086354 h 8304597"/>
              <a:gd name="connsiteX35" fmla="*/ 17091232 w 24377650"/>
              <a:gd name="connsiteY35" fmla="*/ 7124875 h 8304597"/>
              <a:gd name="connsiteX36" fmla="*/ 17206808 w 24377650"/>
              <a:gd name="connsiteY36" fmla="*/ 7161792 h 8304597"/>
              <a:gd name="connsiteX37" fmla="*/ 17206808 w 24377650"/>
              <a:gd name="connsiteY37" fmla="*/ 7086354 h 8304597"/>
              <a:gd name="connsiteX38" fmla="*/ 10728086 w 24377650"/>
              <a:gd name="connsiteY38" fmla="*/ 7047833 h 8304597"/>
              <a:gd name="connsiteX39" fmla="*/ 10652641 w 24377650"/>
              <a:gd name="connsiteY39" fmla="*/ 7086354 h 8304597"/>
              <a:gd name="connsiteX40" fmla="*/ 10728086 w 24377650"/>
              <a:gd name="connsiteY40" fmla="*/ 7047833 h 8304597"/>
              <a:gd name="connsiteX41" fmla="*/ 21780118 w 24377650"/>
              <a:gd name="connsiteY41" fmla="*/ 6933873 h 8304597"/>
              <a:gd name="connsiteX42" fmla="*/ 21666148 w 24377650"/>
              <a:gd name="connsiteY42" fmla="*/ 6972395 h 8304597"/>
              <a:gd name="connsiteX43" fmla="*/ 21780118 w 24377650"/>
              <a:gd name="connsiteY43" fmla="*/ 6933873 h 8304597"/>
              <a:gd name="connsiteX44" fmla="*/ 18813768 w 24377650"/>
              <a:gd name="connsiteY44" fmla="*/ 6896986 h 8304597"/>
              <a:gd name="connsiteX45" fmla="*/ 18826490 w 24377650"/>
              <a:gd name="connsiteY45" fmla="*/ 6900166 h 8304597"/>
              <a:gd name="connsiteX46" fmla="*/ 18832052 w 24377650"/>
              <a:gd name="connsiteY46" fmla="*/ 6904970 h 8304597"/>
              <a:gd name="connsiteX47" fmla="*/ 18823478 w 24377650"/>
              <a:gd name="connsiteY47" fmla="*/ 6906186 h 8304597"/>
              <a:gd name="connsiteX48" fmla="*/ 16749316 w 24377650"/>
              <a:gd name="connsiteY48" fmla="*/ 6895351 h 8304597"/>
              <a:gd name="connsiteX49" fmla="*/ 16672266 w 24377650"/>
              <a:gd name="connsiteY49" fmla="*/ 6972395 h 8304597"/>
              <a:gd name="connsiteX50" fmla="*/ 16749316 w 24377650"/>
              <a:gd name="connsiteY50" fmla="*/ 6895351 h 8304597"/>
              <a:gd name="connsiteX51" fmla="*/ 18807828 w 24377650"/>
              <a:gd name="connsiteY51" fmla="*/ 6884517 h 8304597"/>
              <a:gd name="connsiteX52" fmla="*/ 18812042 w 24377650"/>
              <a:gd name="connsiteY52" fmla="*/ 6895351 h 8304597"/>
              <a:gd name="connsiteX53" fmla="*/ 18813768 w 24377650"/>
              <a:gd name="connsiteY53" fmla="*/ 6896986 h 8304597"/>
              <a:gd name="connsiteX54" fmla="*/ 18807226 w 24377650"/>
              <a:gd name="connsiteY54" fmla="*/ 6895351 h 8304597"/>
              <a:gd name="connsiteX55" fmla="*/ 18807828 w 24377650"/>
              <a:gd name="connsiteY55" fmla="*/ 6884517 h 8304597"/>
              <a:gd name="connsiteX56" fmla="*/ 9548756 w 24377650"/>
              <a:gd name="connsiteY56" fmla="*/ 6874222 h 8304597"/>
              <a:gd name="connsiteX57" fmla="*/ 9570714 w 24377650"/>
              <a:gd name="connsiteY57" fmla="*/ 6876091 h 8304597"/>
              <a:gd name="connsiteX58" fmla="*/ 9623686 w 24377650"/>
              <a:gd name="connsiteY58" fmla="*/ 6895351 h 8304597"/>
              <a:gd name="connsiteX59" fmla="*/ 9561468 w 24377650"/>
              <a:gd name="connsiteY59" fmla="*/ 6888411 h 8304597"/>
              <a:gd name="connsiteX60" fmla="*/ 9543709 w 24377650"/>
              <a:gd name="connsiteY60" fmla="*/ 6868532 h 8304597"/>
              <a:gd name="connsiteX61" fmla="*/ 9546835 w 24377650"/>
              <a:gd name="connsiteY61" fmla="*/ 6872078 h 8304597"/>
              <a:gd name="connsiteX62" fmla="*/ 9548756 w 24377650"/>
              <a:gd name="connsiteY62" fmla="*/ 6874222 h 8304597"/>
              <a:gd name="connsiteX63" fmla="*/ 9542421 w 24377650"/>
              <a:gd name="connsiteY63" fmla="*/ 6873683 h 8304597"/>
              <a:gd name="connsiteX64" fmla="*/ 18436784 w 24377650"/>
              <a:gd name="connsiteY64" fmla="*/ 6786879 h 8304597"/>
              <a:gd name="connsiteX65" fmla="*/ 18446938 w 24377650"/>
              <a:gd name="connsiteY65" fmla="*/ 6792452 h 8304597"/>
              <a:gd name="connsiteX66" fmla="*/ 18445246 w 24377650"/>
              <a:gd name="connsiteY66" fmla="*/ 6795837 h 8304597"/>
              <a:gd name="connsiteX67" fmla="*/ 18998250 w 24377650"/>
              <a:gd name="connsiteY67" fmla="*/ 6742871 h 8304597"/>
              <a:gd name="connsiteX68" fmla="*/ 19035170 w 24377650"/>
              <a:gd name="connsiteY68" fmla="*/ 6819913 h 8304597"/>
              <a:gd name="connsiteX69" fmla="*/ 19150746 w 24377650"/>
              <a:gd name="connsiteY69" fmla="*/ 6819913 h 8304597"/>
              <a:gd name="connsiteX70" fmla="*/ 19226192 w 24377650"/>
              <a:gd name="connsiteY70" fmla="*/ 6781392 h 8304597"/>
              <a:gd name="connsiteX71" fmla="*/ 18998250 w 24377650"/>
              <a:gd name="connsiteY71" fmla="*/ 6742871 h 8304597"/>
              <a:gd name="connsiteX72" fmla="*/ 9318691 w 24377650"/>
              <a:gd name="connsiteY72" fmla="*/ 6742871 h 8304597"/>
              <a:gd name="connsiteX73" fmla="*/ 9451876 w 24377650"/>
              <a:gd name="connsiteY73" fmla="*/ 6797041 h 8304597"/>
              <a:gd name="connsiteX74" fmla="*/ 9474508 w 24377650"/>
              <a:gd name="connsiteY74" fmla="*/ 6790743 h 8304597"/>
              <a:gd name="connsiteX75" fmla="*/ 9476957 w 24377650"/>
              <a:gd name="connsiteY75" fmla="*/ 6797643 h 8304597"/>
              <a:gd name="connsiteX76" fmla="*/ 9508109 w 24377650"/>
              <a:gd name="connsiteY76" fmla="*/ 6781392 h 8304597"/>
              <a:gd name="connsiteX77" fmla="*/ 9474508 w 24377650"/>
              <a:gd name="connsiteY77" fmla="*/ 6790743 h 8304597"/>
              <a:gd name="connsiteX78" fmla="*/ 9471188 w 24377650"/>
              <a:gd name="connsiteY78" fmla="*/ 6781392 h 8304597"/>
              <a:gd name="connsiteX79" fmla="*/ 9585161 w 24377650"/>
              <a:gd name="connsiteY79" fmla="*/ 6742871 h 8304597"/>
              <a:gd name="connsiteX80" fmla="*/ 9318691 w 24377650"/>
              <a:gd name="connsiteY80" fmla="*/ 6742871 h 8304597"/>
              <a:gd name="connsiteX81" fmla="*/ 18044740 w 24377650"/>
              <a:gd name="connsiteY81" fmla="*/ 6704349 h 8304597"/>
              <a:gd name="connsiteX82" fmla="*/ 18158712 w 24377650"/>
              <a:gd name="connsiteY82" fmla="*/ 6742871 h 8304597"/>
              <a:gd name="connsiteX83" fmla="*/ 18044740 w 24377650"/>
              <a:gd name="connsiteY83" fmla="*/ 6704349 h 8304597"/>
              <a:gd name="connsiteX84" fmla="*/ 17015786 w 24377650"/>
              <a:gd name="connsiteY84" fmla="*/ 6704349 h 8304597"/>
              <a:gd name="connsiteX85" fmla="*/ 16977260 w 24377650"/>
              <a:gd name="connsiteY85" fmla="*/ 6742871 h 8304597"/>
              <a:gd name="connsiteX86" fmla="*/ 17091232 w 24377650"/>
              <a:gd name="connsiteY86" fmla="*/ 6704349 h 8304597"/>
              <a:gd name="connsiteX87" fmla="*/ 17015786 w 24377650"/>
              <a:gd name="connsiteY87" fmla="*/ 6704349 h 8304597"/>
              <a:gd name="connsiteX88" fmla="*/ 16938734 w 24377650"/>
              <a:gd name="connsiteY88" fmla="*/ 6704349 h 8304597"/>
              <a:gd name="connsiteX89" fmla="*/ 16863288 w 24377650"/>
              <a:gd name="connsiteY89" fmla="*/ 6742871 h 8304597"/>
              <a:gd name="connsiteX90" fmla="*/ 16938734 w 24377650"/>
              <a:gd name="connsiteY90" fmla="*/ 6742871 h 8304597"/>
              <a:gd name="connsiteX91" fmla="*/ 16938734 w 24377650"/>
              <a:gd name="connsiteY91" fmla="*/ 6704349 h 8304597"/>
              <a:gd name="connsiteX92" fmla="*/ 18034462 w 24377650"/>
              <a:gd name="connsiteY92" fmla="*/ 6693797 h 8304597"/>
              <a:gd name="connsiteX93" fmla="*/ 18030292 w 24377650"/>
              <a:gd name="connsiteY93" fmla="*/ 6700337 h 8304597"/>
              <a:gd name="connsiteX94" fmla="*/ 18006214 w 24377650"/>
              <a:gd name="connsiteY94" fmla="*/ 6704349 h 8304597"/>
              <a:gd name="connsiteX95" fmla="*/ 17129758 w 24377650"/>
              <a:gd name="connsiteY95" fmla="*/ 6667433 h 8304597"/>
              <a:gd name="connsiteX96" fmla="*/ 17091232 w 24377650"/>
              <a:gd name="connsiteY96" fmla="*/ 6742871 h 8304597"/>
              <a:gd name="connsiteX97" fmla="*/ 17168282 w 24377650"/>
              <a:gd name="connsiteY97" fmla="*/ 6781392 h 8304597"/>
              <a:gd name="connsiteX98" fmla="*/ 17282254 w 24377650"/>
              <a:gd name="connsiteY98" fmla="*/ 6742871 h 8304597"/>
              <a:gd name="connsiteX99" fmla="*/ 17282254 w 24377650"/>
              <a:gd name="connsiteY99" fmla="*/ 6856830 h 8304597"/>
              <a:gd name="connsiteX100" fmla="*/ 16786238 w 24377650"/>
              <a:gd name="connsiteY100" fmla="*/ 6895351 h 8304597"/>
              <a:gd name="connsiteX101" fmla="*/ 16824762 w 24377650"/>
              <a:gd name="connsiteY101" fmla="*/ 6933873 h 8304597"/>
              <a:gd name="connsiteX102" fmla="*/ 16710792 w 24377650"/>
              <a:gd name="connsiteY102" fmla="*/ 7009311 h 8304597"/>
              <a:gd name="connsiteX103" fmla="*/ 16824762 w 24377650"/>
              <a:gd name="connsiteY103" fmla="*/ 7086354 h 8304597"/>
              <a:gd name="connsiteX104" fmla="*/ 16938734 w 24377650"/>
              <a:gd name="connsiteY104" fmla="*/ 7086354 h 8304597"/>
              <a:gd name="connsiteX105" fmla="*/ 16901814 w 24377650"/>
              <a:gd name="connsiteY105" fmla="*/ 7047833 h 8304597"/>
              <a:gd name="connsiteX106" fmla="*/ 17243728 w 24377650"/>
              <a:gd name="connsiteY106" fmla="*/ 7009311 h 8304597"/>
              <a:gd name="connsiteX107" fmla="*/ 17243728 w 24377650"/>
              <a:gd name="connsiteY107" fmla="*/ 7047833 h 8304597"/>
              <a:gd name="connsiteX108" fmla="*/ 17359306 w 24377650"/>
              <a:gd name="connsiteY108" fmla="*/ 7047833 h 8304597"/>
              <a:gd name="connsiteX109" fmla="*/ 17359306 w 24377650"/>
              <a:gd name="connsiteY109" fmla="*/ 7086354 h 8304597"/>
              <a:gd name="connsiteX110" fmla="*/ 17359306 w 24377650"/>
              <a:gd name="connsiteY110" fmla="*/ 7047833 h 8304597"/>
              <a:gd name="connsiteX111" fmla="*/ 17473278 w 24377650"/>
              <a:gd name="connsiteY111" fmla="*/ 7086354 h 8304597"/>
              <a:gd name="connsiteX112" fmla="*/ 17511802 w 24377650"/>
              <a:gd name="connsiteY112" fmla="*/ 7009311 h 8304597"/>
              <a:gd name="connsiteX113" fmla="*/ 17359306 w 24377650"/>
              <a:gd name="connsiteY113" fmla="*/ 7009311 h 8304597"/>
              <a:gd name="connsiteX114" fmla="*/ 17359306 w 24377650"/>
              <a:gd name="connsiteY114" fmla="*/ 6972395 h 8304597"/>
              <a:gd name="connsiteX115" fmla="*/ 17434752 w 24377650"/>
              <a:gd name="connsiteY115" fmla="*/ 6933873 h 8304597"/>
              <a:gd name="connsiteX116" fmla="*/ 17282254 w 24377650"/>
              <a:gd name="connsiteY116" fmla="*/ 6895351 h 8304597"/>
              <a:gd name="connsiteX117" fmla="*/ 17434752 w 24377650"/>
              <a:gd name="connsiteY117" fmla="*/ 6856830 h 8304597"/>
              <a:gd name="connsiteX118" fmla="*/ 17320780 w 24377650"/>
              <a:gd name="connsiteY118" fmla="*/ 6856830 h 8304597"/>
              <a:gd name="connsiteX119" fmla="*/ 17434752 w 24377650"/>
              <a:gd name="connsiteY119" fmla="*/ 6819913 h 8304597"/>
              <a:gd name="connsiteX120" fmla="*/ 17473278 w 24377650"/>
              <a:gd name="connsiteY120" fmla="*/ 6781392 h 8304597"/>
              <a:gd name="connsiteX121" fmla="*/ 17434752 w 24377650"/>
              <a:gd name="connsiteY121" fmla="*/ 6704349 h 8304597"/>
              <a:gd name="connsiteX122" fmla="*/ 17434752 w 24377650"/>
              <a:gd name="connsiteY122" fmla="*/ 6781392 h 8304597"/>
              <a:gd name="connsiteX123" fmla="*/ 17473278 w 24377650"/>
              <a:gd name="connsiteY123" fmla="*/ 6781392 h 8304597"/>
              <a:gd name="connsiteX124" fmla="*/ 17359306 w 24377650"/>
              <a:gd name="connsiteY124" fmla="*/ 6781392 h 8304597"/>
              <a:gd name="connsiteX125" fmla="*/ 17320780 w 24377650"/>
              <a:gd name="connsiteY125" fmla="*/ 6704349 h 8304597"/>
              <a:gd name="connsiteX126" fmla="*/ 17168282 w 24377650"/>
              <a:gd name="connsiteY126" fmla="*/ 6742871 h 8304597"/>
              <a:gd name="connsiteX127" fmla="*/ 17168282 w 24377650"/>
              <a:gd name="connsiteY127" fmla="*/ 6704349 h 8304597"/>
              <a:gd name="connsiteX128" fmla="*/ 17129758 w 24377650"/>
              <a:gd name="connsiteY128" fmla="*/ 6667433 h 8304597"/>
              <a:gd name="connsiteX129" fmla="*/ 19085734 w 24377650"/>
              <a:gd name="connsiteY129" fmla="*/ 6651182 h 8304597"/>
              <a:gd name="connsiteX130" fmla="*/ 19073694 w 24377650"/>
              <a:gd name="connsiteY130" fmla="*/ 6667433 h 8304597"/>
              <a:gd name="connsiteX131" fmla="*/ 19150746 w 24377650"/>
              <a:gd name="connsiteY131" fmla="*/ 6667433 h 8304597"/>
              <a:gd name="connsiteX132" fmla="*/ 19085734 w 24377650"/>
              <a:gd name="connsiteY132" fmla="*/ 6651182 h 8304597"/>
              <a:gd name="connsiteX133" fmla="*/ 21475124 w 24377650"/>
              <a:gd name="connsiteY133" fmla="*/ 6628911 h 8304597"/>
              <a:gd name="connsiteX134" fmla="*/ 21490406 w 24377650"/>
              <a:gd name="connsiteY134" fmla="*/ 6630963 h 8304597"/>
              <a:gd name="connsiteX135" fmla="*/ 21475124 w 24377650"/>
              <a:gd name="connsiteY135" fmla="*/ 6632030 h 8304597"/>
              <a:gd name="connsiteX136" fmla="*/ 22672674 w 24377650"/>
              <a:gd name="connsiteY136" fmla="*/ 6604740 h 8304597"/>
              <a:gd name="connsiteX137" fmla="*/ 22672830 w 24377650"/>
              <a:gd name="connsiteY137" fmla="*/ 6606064 h 8304597"/>
              <a:gd name="connsiteX138" fmla="*/ 22656576 w 24377650"/>
              <a:gd name="connsiteY138" fmla="*/ 6628911 h 8304597"/>
              <a:gd name="connsiteX139" fmla="*/ 22668364 w 24377650"/>
              <a:gd name="connsiteY139" fmla="*/ 6606640 h 8304597"/>
              <a:gd name="connsiteX140" fmla="*/ 22656576 w 24377650"/>
              <a:gd name="connsiteY140" fmla="*/ 6553473 h 8304597"/>
              <a:gd name="connsiteX141" fmla="*/ 22732022 w 24377650"/>
              <a:gd name="connsiteY141" fmla="*/ 6590389 h 8304597"/>
              <a:gd name="connsiteX142" fmla="*/ 22694300 w 24377650"/>
              <a:gd name="connsiteY142" fmla="*/ 6595204 h 8304597"/>
              <a:gd name="connsiteX143" fmla="*/ 22672674 w 24377650"/>
              <a:gd name="connsiteY143" fmla="*/ 6604740 h 8304597"/>
              <a:gd name="connsiteX144" fmla="*/ 22671024 w 24377650"/>
              <a:gd name="connsiteY144" fmla="*/ 6590590 h 8304597"/>
              <a:gd name="connsiteX145" fmla="*/ 22656576 w 24377650"/>
              <a:gd name="connsiteY145" fmla="*/ 6553473 h 8304597"/>
              <a:gd name="connsiteX146" fmla="*/ 6553275 w 24377650"/>
              <a:gd name="connsiteY146" fmla="*/ 6346821 h 8304597"/>
              <a:gd name="connsiteX147" fmla="*/ 6535217 w 24377650"/>
              <a:gd name="connsiteY147" fmla="*/ 6362471 h 8304597"/>
              <a:gd name="connsiteX148" fmla="*/ 6650794 w 24377650"/>
              <a:gd name="connsiteY148" fmla="*/ 6400992 h 8304597"/>
              <a:gd name="connsiteX149" fmla="*/ 6553275 w 24377650"/>
              <a:gd name="connsiteY149" fmla="*/ 6346821 h 8304597"/>
              <a:gd name="connsiteX150" fmla="*/ 1503075 w 24377650"/>
              <a:gd name="connsiteY150" fmla="*/ 6304489 h 8304597"/>
              <a:gd name="connsiteX151" fmla="*/ 1505218 w 24377650"/>
              <a:gd name="connsiteY151" fmla="*/ 6304688 h 8304597"/>
              <a:gd name="connsiteX152" fmla="*/ 1542941 w 24377650"/>
              <a:gd name="connsiteY152" fmla="*/ 6323949 h 8304597"/>
              <a:gd name="connsiteX153" fmla="*/ 1471110 w 24377650"/>
              <a:gd name="connsiteY153" fmla="*/ 6290596 h 8304597"/>
              <a:gd name="connsiteX154" fmla="*/ 1486682 w 24377650"/>
              <a:gd name="connsiteY154" fmla="*/ 6296487 h 8304597"/>
              <a:gd name="connsiteX155" fmla="*/ 1503075 w 24377650"/>
              <a:gd name="connsiteY155" fmla="*/ 6304489 h 8304597"/>
              <a:gd name="connsiteX156" fmla="*/ 1479283 w 24377650"/>
              <a:gd name="connsiteY156" fmla="*/ 6302280 h 8304597"/>
              <a:gd name="connsiteX157" fmla="*/ 7793720 w 24377650"/>
              <a:gd name="connsiteY157" fmla="*/ 6285427 h 8304597"/>
              <a:gd name="connsiteX158" fmla="*/ 7678144 w 24377650"/>
              <a:gd name="connsiteY158" fmla="*/ 6323949 h 8304597"/>
              <a:gd name="connsiteX159" fmla="*/ 7793720 w 24377650"/>
              <a:gd name="connsiteY159" fmla="*/ 6285427 h 8304597"/>
              <a:gd name="connsiteX160" fmla="*/ 5353766 w 24377650"/>
              <a:gd name="connsiteY160" fmla="*/ 6285427 h 8304597"/>
              <a:gd name="connsiteX161" fmla="*/ 5392291 w 24377650"/>
              <a:gd name="connsiteY161" fmla="*/ 6323949 h 8304597"/>
              <a:gd name="connsiteX162" fmla="*/ 5278320 w 24377650"/>
              <a:gd name="connsiteY162" fmla="*/ 6323949 h 8304597"/>
              <a:gd name="connsiteX163" fmla="*/ 5353766 w 24377650"/>
              <a:gd name="connsiteY163" fmla="*/ 6285427 h 8304597"/>
              <a:gd name="connsiteX164" fmla="*/ 1467495 w 24377650"/>
              <a:gd name="connsiteY164" fmla="*/ 6285427 h 8304597"/>
              <a:gd name="connsiteX165" fmla="*/ 1471110 w 24377650"/>
              <a:gd name="connsiteY165" fmla="*/ 6290596 h 8304597"/>
              <a:gd name="connsiteX166" fmla="*/ 1468484 w 24377650"/>
              <a:gd name="connsiteY166" fmla="*/ 6289602 h 8304597"/>
              <a:gd name="connsiteX167" fmla="*/ 1430883 w 24377650"/>
              <a:gd name="connsiteY167" fmla="*/ 6276051 h 8304597"/>
              <a:gd name="connsiteX168" fmla="*/ 1433584 w 24377650"/>
              <a:gd name="connsiteY168" fmla="*/ 6276399 h 8304597"/>
              <a:gd name="connsiteX169" fmla="*/ 1437251 w 24377650"/>
              <a:gd name="connsiteY169" fmla="*/ 6277786 h 8304597"/>
              <a:gd name="connsiteX170" fmla="*/ 1427364 w 24377650"/>
              <a:gd name="connsiteY170" fmla="*/ 6285427 h 8304597"/>
              <a:gd name="connsiteX171" fmla="*/ 6177050 w 24377650"/>
              <a:gd name="connsiteY171" fmla="*/ 6269853 h 8304597"/>
              <a:gd name="connsiteX172" fmla="*/ 6154777 w 24377650"/>
              <a:gd name="connsiteY172" fmla="*/ 6285427 h 8304597"/>
              <a:gd name="connsiteX173" fmla="*/ 6268749 w 24377650"/>
              <a:gd name="connsiteY173" fmla="*/ 6285427 h 8304597"/>
              <a:gd name="connsiteX174" fmla="*/ 6193303 w 24377650"/>
              <a:gd name="connsiteY174" fmla="*/ 6285427 h 8304597"/>
              <a:gd name="connsiteX175" fmla="*/ 6177050 w 24377650"/>
              <a:gd name="connsiteY175" fmla="*/ 6269853 h 8304597"/>
              <a:gd name="connsiteX176" fmla="*/ 1417065 w 24377650"/>
              <a:gd name="connsiteY176" fmla="*/ 6252275 h 8304597"/>
              <a:gd name="connsiteX177" fmla="*/ 1435494 w 24377650"/>
              <a:gd name="connsiteY177" fmla="*/ 6263768 h 8304597"/>
              <a:gd name="connsiteX178" fmla="*/ 1430883 w 24377650"/>
              <a:gd name="connsiteY178" fmla="*/ 6276051 h 8304597"/>
              <a:gd name="connsiteX179" fmla="*/ 1387409 w 24377650"/>
              <a:gd name="connsiteY179" fmla="*/ 6270455 h 8304597"/>
              <a:gd name="connsiteX180" fmla="*/ 1351918 w 24377650"/>
              <a:gd name="connsiteY180" fmla="*/ 6285427 h 8304597"/>
              <a:gd name="connsiteX181" fmla="*/ 1416930 w 24377650"/>
              <a:gd name="connsiteY181" fmla="*/ 6290844 h 8304597"/>
              <a:gd name="connsiteX182" fmla="*/ 1459665 w 24377650"/>
              <a:gd name="connsiteY182" fmla="*/ 6286266 h 8304597"/>
              <a:gd name="connsiteX183" fmla="*/ 1468484 w 24377650"/>
              <a:gd name="connsiteY183" fmla="*/ 6289602 h 8304597"/>
              <a:gd name="connsiteX184" fmla="*/ 1473129 w 24377650"/>
              <a:gd name="connsiteY184" fmla="*/ 6309202 h 8304597"/>
              <a:gd name="connsiteX185" fmla="*/ 1351918 w 24377650"/>
              <a:gd name="connsiteY185" fmla="*/ 6323949 h 8304597"/>
              <a:gd name="connsiteX186" fmla="*/ 1162501 w 24377650"/>
              <a:gd name="connsiteY186" fmla="*/ 6323949 h 8304597"/>
              <a:gd name="connsiteX187" fmla="*/ 1274867 w 24377650"/>
              <a:gd name="connsiteY187" fmla="*/ 6285427 h 8304597"/>
              <a:gd name="connsiteX188" fmla="*/ 1417065 w 24377650"/>
              <a:gd name="connsiteY188" fmla="*/ 6252275 h 8304597"/>
              <a:gd name="connsiteX189" fmla="*/ 6726240 w 24377650"/>
              <a:gd name="connsiteY189" fmla="*/ 6248511 h 8304597"/>
              <a:gd name="connsiteX190" fmla="*/ 6840212 w 24377650"/>
              <a:gd name="connsiteY190" fmla="*/ 6323949 h 8304597"/>
              <a:gd name="connsiteX191" fmla="*/ 6726240 w 24377650"/>
              <a:gd name="connsiteY191" fmla="*/ 6248511 h 8304597"/>
              <a:gd name="connsiteX192" fmla="*/ 3486879 w 24377650"/>
              <a:gd name="connsiteY192" fmla="*/ 6238231 h 8304597"/>
              <a:gd name="connsiteX193" fmla="*/ 3493042 w 24377650"/>
              <a:gd name="connsiteY193" fmla="*/ 6245201 h 8304597"/>
              <a:gd name="connsiteX194" fmla="*/ 3486879 w 24377650"/>
              <a:gd name="connsiteY194" fmla="*/ 6248511 h 8304597"/>
              <a:gd name="connsiteX195" fmla="*/ 3486879 w 24377650"/>
              <a:gd name="connsiteY195" fmla="*/ 6243696 h 8304597"/>
              <a:gd name="connsiteX196" fmla="*/ 0 w 24377650"/>
              <a:gd name="connsiteY196" fmla="*/ 6229099 h 8304597"/>
              <a:gd name="connsiteX197" fmla="*/ 17969 w 24377650"/>
              <a:gd name="connsiteY197" fmla="*/ 6248511 h 8304597"/>
              <a:gd name="connsiteX198" fmla="*/ 0 w 24377650"/>
              <a:gd name="connsiteY198" fmla="*/ 6248511 h 8304597"/>
              <a:gd name="connsiteX199" fmla="*/ 3448353 w 24377650"/>
              <a:gd name="connsiteY199" fmla="*/ 6209989 h 8304597"/>
              <a:gd name="connsiteX200" fmla="*/ 3486879 w 24377650"/>
              <a:gd name="connsiteY200" fmla="*/ 6209989 h 8304597"/>
              <a:gd name="connsiteX201" fmla="*/ 3486879 w 24377650"/>
              <a:gd name="connsiteY201" fmla="*/ 6232259 h 8304597"/>
              <a:gd name="connsiteX202" fmla="*/ 3486879 w 24377650"/>
              <a:gd name="connsiteY202" fmla="*/ 6238231 h 8304597"/>
              <a:gd name="connsiteX203" fmla="*/ 3485324 w 24377650"/>
              <a:gd name="connsiteY203" fmla="*/ 6236473 h 8304597"/>
              <a:gd name="connsiteX204" fmla="*/ 3448353 w 24377650"/>
              <a:gd name="connsiteY204" fmla="*/ 6212583 h 8304597"/>
              <a:gd name="connsiteX205" fmla="*/ 1085449 w 24377650"/>
              <a:gd name="connsiteY205" fmla="*/ 6209989 h 8304597"/>
              <a:gd name="connsiteX206" fmla="*/ 1199421 w 24377650"/>
              <a:gd name="connsiteY206" fmla="*/ 6209989 h 8304597"/>
              <a:gd name="connsiteX207" fmla="*/ 1274867 w 24377650"/>
              <a:gd name="connsiteY207" fmla="*/ 6285427 h 8304597"/>
              <a:gd name="connsiteX208" fmla="*/ 1085449 w 24377650"/>
              <a:gd name="connsiteY208" fmla="*/ 6209989 h 8304597"/>
              <a:gd name="connsiteX209" fmla="*/ 21015048 w 24377650"/>
              <a:gd name="connsiteY209" fmla="*/ 6193738 h 8304597"/>
              <a:gd name="connsiteX210" fmla="*/ 20980712 w 24377650"/>
              <a:gd name="connsiteY210" fmla="*/ 6209989 h 8304597"/>
              <a:gd name="connsiteX211" fmla="*/ 21170130 w 24377650"/>
              <a:gd name="connsiteY211" fmla="*/ 6209989 h 8304597"/>
              <a:gd name="connsiteX212" fmla="*/ 21015048 w 24377650"/>
              <a:gd name="connsiteY212" fmla="*/ 6193738 h 8304597"/>
              <a:gd name="connsiteX213" fmla="*/ 3372907 w 24377650"/>
              <a:gd name="connsiteY213" fmla="*/ 6171468 h 8304597"/>
              <a:gd name="connsiteX214" fmla="*/ 3444340 w 24377650"/>
              <a:gd name="connsiteY214" fmla="*/ 6209990 h 8304597"/>
              <a:gd name="connsiteX215" fmla="*/ 3448353 w 24377650"/>
              <a:gd name="connsiteY215" fmla="*/ 6212583 h 8304597"/>
              <a:gd name="connsiteX216" fmla="*/ 3448353 w 24377650"/>
              <a:gd name="connsiteY216" fmla="*/ 6214804 h 8304597"/>
              <a:gd name="connsiteX217" fmla="*/ 3448353 w 24377650"/>
              <a:gd name="connsiteY217" fmla="*/ 6248511 h 8304597"/>
              <a:gd name="connsiteX218" fmla="*/ 3372907 w 24377650"/>
              <a:gd name="connsiteY218" fmla="*/ 6248511 h 8304597"/>
              <a:gd name="connsiteX219" fmla="*/ 3372907 w 24377650"/>
              <a:gd name="connsiteY219" fmla="*/ 6216008 h 8304597"/>
              <a:gd name="connsiteX220" fmla="*/ 3372907 w 24377650"/>
              <a:gd name="connsiteY220" fmla="*/ 6209989 h 8304597"/>
              <a:gd name="connsiteX221" fmla="*/ 3393901 w 24377650"/>
              <a:gd name="connsiteY221" fmla="*/ 6187117 h 8304597"/>
              <a:gd name="connsiteX222" fmla="*/ 3372907 w 24377650"/>
              <a:gd name="connsiteY222" fmla="*/ 6171904 h 8304597"/>
              <a:gd name="connsiteX223" fmla="*/ 21589096 w 24377650"/>
              <a:gd name="connsiteY223" fmla="*/ 6132947 h 8304597"/>
              <a:gd name="connsiteX224" fmla="*/ 21627622 w 24377650"/>
              <a:gd name="connsiteY224" fmla="*/ 6248511 h 8304597"/>
              <a:gd name="connsiteX225" fmla="*/ 21703068 w 24377650"/>
              <a:gd name="connsiteY225" fmla="*/ 6248511 h 8304597"/>
              <a:gd name="connsiteX226" fmla="*/ 21666148 w 24377650"/>
              <a:gd name="connsiteY226" fmla="*/ 6132947 h 8304597"/>
              <a:gd name="connsiteX227" fmla="*/ 21589096 w 24377650"/>
              <a:gd name="connsiteY227" fmla="*/ 6132947 h 8304597"/>
              <a:gd name="connsiteX228" fmla="*/ 1390444 w 24377650"/>
              <a:gd name="connsiteY228" fmla="*/ 6132947 h 8304597"/>
              <a:gd name="connsiteX229" fmla="*/ 1467495 w 24377650"/>
              <a:gd name="connsiteY229" fmla="*/ 6171468 h 8304597"/>
              <a:gd name="connsiteX230" fmla="*/ 1390444 w 24377650"/>
              <a:gd name="connsiteY230" fmla="*/ 6132947 h 8304597"/>
              <a:gd name="connsiteX231" fmla="*/ 22199084 w 24377650"/>
              <a:gd name="connsiteY231" fmla="*/ 6013147 h 8304597"/>
              <a:gd name="connsiteX232" fmla="*/ 22199084 w 24377650"/>
              <a:gd name="connsiteY232" fmla="*/ 6018987 h 8304597"/>
              <a:gd name="connsiteX233" fmla="*/ 22177452 w 24377650"/>
              <a:gd name="connsiteY233" fmla="*/ 6016426 h 8304597"/>
              <a:gd name="connsiteX234" fmla="*/ 22160558 w 24377650"/>
              <a:gd name="connsiteY234" fmla="*/ 5791068 h 8304597"/>
              <a:gd name="connsiteX235" fmla="*/ 22237610 w 24377650"/>
              <a:gd name="connsiteY235" fmla="*/ 5827985 h 8304597"/>
              <a:gd name="connsiteX236" fmla="*/ 22199084 w 24377650"/>
              <a:gd name="connsiteY236" fmla="*/ 5791068 h 8304597"/>
              <a:gd name="connsiteX237" fmla="*/ 22160558 w 24377650"/>
              <a:gd name="connsiteY237" fmla="*/ 5791068 h 8304597"/>
              <a:gd name="connsiteX238" fmla="*/ 361489 w 24377650"/>
              <a:gd name="connsiteY238" fmla="*/ 5714025 h 8304597"/>
              <a:gd name="connsiteX239" fmla="*/ 475460 w 24377650"/>
              <a:gd name="connsiteY239" fmla="*/ 5752547 h 8304597"/>
              <a:gd name="connsiteX240" fmla="*/ 361489 w 24377650"/>
              <a:gd name="connsiteY240" fmla="*/ 5714025 h 8304597"/>
              <a:gd name="connsiteX241" fmla="*/ 0 w 24377650"/>
              <a:gd name="connsiteY241" fmla="*/ 5559064 h 8304597"/>
              <a:gd name="connsiteX242" fmla="*/ 17969 w 24377650"/>
              <a:gd name="connsiteY242" fmla="*/ 5561544 h 8304597"/>
              <a:gd name="connsiteX243" fmla="*/ 11598 w 24377650"/>
              <a:gd name="connsiteY243" fmla="*/ 5567563 h 8304597"/>
              <a:gd name="connsiteX244" fmla="*/ 0 w 24377650"/>
              <a:gd name="connsiteY244" fmla="*/ 5576647 h 8304597"/>
              <a:gd name="connsiteX245" fmla="*/ 23342010 w 24377650"/>
              <a:gd name="connsiteY245" fmla="*/ 5447585 h 8304597"/>
              <a:gd name="connsiteX246" fmla="*/ 23380536 w 24377650"/>
              <a:gd name="connsiteY246" fmla="*/ 5486106 h 8304597"/>
              <a:gd name="connsiteX247" fmla="*/ 23494508 w 24377650"/>
              <a:gd name="connsiteY247" fmla="*/ 5447585 h 8304597"/>
              <a:gd name="connsiteX248" fmla="*/ 23342010 w 24377650"/>
              <a:gd name="connsiteY248" fmla="*/ 5447585 h 8304597"/>
              <a:gd name="connsiteX249" fmla="*/ 889611 w 24377650"/>
              <a:gd name="connsiteY249" fmla="*/ 5442569 h 8304597"/>
              <a:gd name="connsiteX250" fmla="*/ 780455 w 24377650"/>
              <a:gd name="connsiteY250" fmla="*/ 5523023 h 8304597"/>
              <a:gd name="connsiteX251" fmla="*/ 1010004 w 24377650"/>
              <a:gd name="connsiteY251" fmla="*/ 5523023 h 8304597"/>
              <a:gd name="connsiteX252" fmla="*/ 1085449 w 24377650"/>
              <a:gd name="connsiteY252" fmla="*/ 5447585 h 8304597"/>
              <a:gd name="connsiteX253" fmla="*/ 889611 w 24377650"/>
              <a:gd name="connsiteY253" fmla="*/ 5442569 h 8304597"/>
              <a:gd name="connsiteX254" fmla="*/ 1146147 w 24377650"/>
              <a:gd name="connsiteY254" fmla="*/ 5437352 h 8304597"/>
              <a:gd name="connsiteX255" fmla="*/ 1122370 w 24377650"/>
              <a:gd name="connsiteY255" fmla="*/ 5447585 h 8304597"/>
              <a:gd name="connsiteX256" fmla="*/ 1122370 w 24377650"/>
              <a:gd name="connsiteY256" fmla="*/ 5486106 h 8304597"/>
              <a:gd name="connsiteX257" fmla="*/ 1199421 w 24377650"/>
              <a:gd name="connsiteY257" fmla="*/ 5486106 h 8304597"/>
              <a:gd name="connsiteX258" fmla="*/ 1146147 w 24377650"/>
              <a:gd name="connsiteY258" fmla="*/ 5437352 h 8304597"/>
              <a:gd name="connsiteX259" fmla="*/ 8975172 w 24377650"/>
              <a:gd name="connsiteY259" fmla="*/ 5409063 h 8304597"/>
              <a:gd name="connsiteX260" fmla="*/ 8898120 w 24377650"/>
              <a:gd name="connsiteY260" fmla="*/ 5447585 h 8304597"/>
              <a:gd name="connsiteX261" fmla="*/ 8975172 w 24377650"/>
              <a:gd name="connsiteY261" fmla="*/ 5447585 h 8304597"/>
              <a:gd name="connsiteX262" fmla="*/ 8975172 w 24377650"/>
              <a:gd name="connsiteY262" fmla="*/ 5409063 h 8304597"/>
              <a:gd name="connsiteX263" fmla="*/ 5087296 w 24377650"/>
              <a:gd name="connsiteY263" fmla="*/ 5409063 h 8304597"/>
              <a:gd name="connsiteX264" fmla="*/ 5087296 w 24377650"/>
              <a:gd name="connsiteY264" fmla="*/ 5447585 h 8304597"/>
              <a:gd name="connsiteX265" fmla="*/ 5239794 w 24377650"/>
              <a:gd name="connsiteY265" fmla="*/ 5486106 h 8304597"/>
              <a:gd name="connsiteX266" fmla="*/ 5239794 w 24377650"/>
              <a:gd name="connsiteY266" fmla="*/ 5447585 h 8304597"/>
              <a:gd name="connsiteX267" fmla="*/ 5087296 w 24377650"/>
              <a:gd name="connsiteY267" fmla="*/ 5447585 h 8304597"/>
              <a:gd name="connsiteX268" fmla="*/ 5087296 w 24377650"/>
              <a:gd name="connsiteY268" fmla="*/ 5409063 h 8304597"/>
              <a:gd name="connsiteX269" fmla="*/ 8098715 w 24377650"/>
              <a:gd name="connsiteY269" fmla="*/ 5370541 h 8304597"/>
              <a:gd name="connsiteX270" fmla="*/ 8060189 w 24377650"/>
              <a:gd name="connsiteY270" fmla="*/ 5409063 h 8304597"/>
              <a:gd name="connsiteX271" fmla="*/ 8212686 w 24377650"/>
              <a:gd name="connsiteY271" fmla="*/ 5409063 h 8304597"/>
              <a:gd name="connsiteX272" fmla="*/ 8098715 w 24377650"/>
              <a:gd name="connsiteY272" fmla="*/ 5370541 h 8304597"/>
              <a:gd name="connsiteX273" fmla="*/ 475460 w 24377650"/>
              <a:gd name="connsiteY273" fmla="*/ 5370541 h 8304597"/>
              <a:gd name="connsiteX274" fmla="*/ 491494 w 24377650"/>
              <a:gd name="connsiteY274" fmla="*/ 5394241 h 8304597"/>
              <a:gd name="connsiteX275" fmla="*/ 509517 w 24377650"/>
              <a:gd name="connsiteY275" fmla="*/ 5407998 h 8304597"/>
              <a:gd name="connsiteX276" fmla="*/ 486296 w 24377650"/>
              <a:gd name="connsiteY276" fmla="*/ 5402467 h 8304597"/>
              <a:gd name="connsiteX277" fmla="*/ 470448 w 24377650"/>
              <a:gd name="connsiteY277" fmla="*/ 5389087 h 8304597"/>
              <a:gd name="connsiteX278" fmla="*/ 23289840 w 24377650"/>
              <a:gd name="connsiteY278" fmla="*/ 5342854 h 8304597"/>
              <a:gd name="connsiteX279" fmla="*/ 23266564 w 24377650"/>
              <a:gd name="connsiteY279" fmla="*/ 5370541 h 8304597"/>
              <a:gd name="connsiteX280" fmla="*/ 23342010 w 24377650"/>
              <a:gd name="connsiteY280" fmla="*/ 5370541 h 8304597"/>
              <a:gd name="connsiteX281" fmla="*/ 23289840 w 24377650"/>
              <a:gd name="connsiteY281" fmla="*/ 5342854 h 8304597"/>
              <a:gd name="connsiteX282" fmla="*/ 475460 w 24377650"/>
              <a:gd name="connsiteY282" fmla="*/ 5333625 h 8304597"/>
              <a:gd name="connsiteX283" fmla="*/ 465829 w 24377650"/>
              <a:gd name="connsiteY283" fmla="*/ 5385187 h 8304597"/>
              <a:gd name="connsiteX284" fmla="*/ 470448 w 24377650"/>
              <a:gd name="connsiteY284" fmla="*/ 5389087 h 8304597"/>
              <a:gd name="connsiteX285" fmla="*/ 469441 w 24377650"/>
              <a:gd name="connsiteY285" fmla="*/ 5392812 h 8304597"/>
              <a:gd name="connsiteX286" fmla="*/ 436935 w 24377650"/>
              <a:gd name="connsiteY286" fmla="*/ 5409063 h 8304597"/>
              <a:gd name="connsiteX287" fmla="*/ 361489 w 24377650"/>
              <a:gd name="connsiteY287" fmla="*/ 5370541 h 8304597"/>
              <a:gd name="connsiteX288" fmla="*/ 475460 w 24377650"/>
              <a:gd name="connsiteY288" fmla="*/ 5333625 h 8304597"/>
              <a:gd name="connsiteX289" fmla="*/ 23796568 w 24377650"/>
              <a:gd name="connsiteY289" fmla="*/ 5278852 h 8304597"/>
              <a:gd name="connsiteX290" fmla="*/ 23799502 w 24377650"/>
              <a:gd name="connsiteY290" fmla="*/ 5295103 h 8304597"/>
              <a:gd name="connsiteX291" fmla="*/ 23876554 w 24377650"/>
              <a:gd name="connsiteY291" fmla="*/ 5333625 h 8304597"/>
              <a:gd name="connsiteX292" fmla="*/ 23762582 w 24377650"/>
              <a:gd name="connsiteY292" fmla="*/ 5409063 h 8304597"/>
              <a:gd name="connsiteX293" fmla="*/ 23876554 w 24377650"/>
              <a:gd name="connsiteY293" fmla="*/ 5409063 h 8304597"/>
              <a:gd name="connsiteX294" fmla="*/ 24029050 w 24377650"/>
              <a:gd name="connsiteY294" fmla="*/ 5370541 h 8304597"/>
              <a:gd name="connsiteX295" fmla="*/ 23915080 w 24377650"/>
              <a:gd name="connsiteY295" fmla="*/ 5295103 h 8304597"/>
              <a:gd name="connsiteX296" fmla="*/ 23796568 w 24377650"/>
              <a:gd name="connsiteY296" fmla="*/ 5278852 h 8304597"/>
              <a:gd name="connsiteX297" fmla="*/ 3486879 w 24377650"/>
              <a:gd name="connsiteY297" fmla="*/ 5218061 h 8304597"/>
              <a:gd name="connsiteX298" fmla="*/ 3486879 w 24377650"/>
              <a:gd name="connsiteY298" fmla="*/ 5256582 h 8304597"/>
              <a:gd name="connsiteX299" fmla="*/ 3486879 w 24377650"/>
              <a:gd name="connsiteY299" fmla="*/ 5218061 h 8304597"/>
              <a:gd name="connsiteX300" fmla="*/ 3220410 w 24377650"/>
              <a:gd name="connsiteY300" fmla="*/ 5181144 h 8304597"/>
              <a:gd name="connsiteX301" fmla="*/ 3220881 w 24377650"/>
              <a:gd name="connsiteY301" fmla="*/ 5181205 h 8304597"/>
              <a:gd name="connsiteX302" fmla="*/ 3220526 w 24377650"/>
              <a:gd name="connsiteY302" fmla="*/ 5181311 h 8304597"/>
              <a:gd name="connsiteX303" fmla="*/ 3104833 w 24377650"/>
              <a:gd name="connsiteY303" fmla="*/ 5181144 h 8304597"/>
              <a:gd name="connsiteX304" fmla="*/ 3190913 w 24377650"/>
              <a:gd name="connsiteY304" fmla="*/ 5190173 h 8304597"/>
              <a:gd name="connsiteX305" fmla="*/ 3220526 w 24377650"/>
              <a:gd name="connsiteY305" fmla="*/ 5181311 h 8304597"/>
              <a:gd name="connsiteX306" fmla="*/ 3231597 w 24377650"/>
              <a:gd name="connsiteY306" fmla="*/ 5197295 h 8304597"/>
              <a:gd name="connsiteX307" fmla="*/ 3257330 w 24377650"/>
              <a:gd name="connsiteY307" fmla="*/ 5218061 h 8304597"/>
              <a:gd name="connsiteX308" fmla="*/ 3104833 w 24377650"/>
              <a:gd name="connsiteY308" fmla="*/ 5181144 h 8304597"/>
              <a:gd name="connsiteX309" fmla="*/ 1996219 w 24377650"/>
              <a:gd name="connsiteY309" fmla="*/ 5113732 h 8304597"/>
              <a:gd name="connsiteX310" fmla="*/ 1924986 w 24377650"/>
              <a:gd name="connsiteY310" fmla="*/ 5142623 h 8304597"/>
              <a:gd name="connsiteX311" fmla="*/ 2037353 w 24377650"/>
              <a:gd name="connsiteY311" fmla="*/ 5142623 h 8304597"/>
              <a:gd name="connsiteX312" fmla="*/ 1996219 w 24377650"/>
              <a:gd name="connsiteY312" fmla="*/ 5113732 h 8304597"/>
              <a:gd name="connsiteX313" fmla="*/ 3095879 w 24377650"/>
              <a:gd name="connsiteY313" fmla="*/ 5087850 h 8304597"/>
              <a:gd name="connsiteX314" fmla="*/ 3104833 w 24377650"/>
              <a:gd name="connsiteY314" fmla="*/ 5104101 h 8304597"/>
              <a:gd name="connsiteX315" fmla="*/ 3181884 w 24377650"/>
              <a:gd name="connsiteY315" fmla="*/ 5104101 h 8304597"/>
              <a:gd name="connsiteX316" fmla="*/ 3095879 w 24377650"/>
              <a:gd name="connsiteY316" fmla="*/ 5087850 h 8304597"/>
              <a:gd name="connsiteX317" fmla="*/ 2405152 w 24377650"/>
              <a:gd name="connsiteY317" fmla="*/ 5080025 h 8304597"/>
              <a:gd name="connsiteX318" fmla="*/ 2382478 w 24377650"/>
              <a:gd name="connsiteY318" fmla="*/ 5104101 h 8304597"/>
              <a:gd name="connsiteX319" fmla="*/ 2457924 w 24377650"/>
              <a:gd name="connsiteY319" fmla="*/ 5142623 h 8304597"/>
              <a:gd name="connsiteX320" fmla="*/ 2405152 w 24377650"/>
              <a:gd name="connsiteY320" fmla="*/ 5080025 h 8304597"/>
              <a:gd name="connsiteX321" fmla="*/ 2839970 w 24377650"/>
              <a:gd name="connsiteY321" fmla="*/ 5065579 h 8304597"/>
              <a:gd name="connsiteX322" fmla="*/ 2724392 w 24377650"/>
              <a:gd name="connsiteY322" fmla="*/ 5104101 h 8304597"/>
              <a:gd name="connsiteX323" fmla="*/ 2839970 w 24377650"/>
              <a:gd name="connsiteY323" fmla="*/ 5065579 h 8304597"/>
              <a:gd name="connsiteX324" fmla="*/ 2610421 w 24377650"/>
              <a:gd name="connsiteY324" fmla="*/ 5065579 h 8304597"/>
              <a:gd name="connsiteX325" fmla="*/ 2647342 w 24377650"/>
              <a:gd name="connsiteY325" fmla="*/ 5181144 h 8304597"/>
              <a:gd name="connsiteX326" fmla="*/ 2382478 w 24377650"/>
              <a:gd name="connsiteY326" fmla="*/ 5181144 h 8304597"/>
              <a:gd name="connsiteX327" fmla="*/ 2342347 w 24377650"/>
              <a:gd name="connsiteY327" fmla="*/ 5142623 h 8304597"/>
              <a:gd name="connsiteX328" fmla="*/ 2189850 w 24377650"/>
              <a:gd name="connsiteY328" fmla="*/ 5218061 h 8304597"/>
              <a:gd name="connsiteX329" fmla="*/ 2382478 w 24377650"/>
              <a:gd name="connsiteY329" fmla="*/ 5295103 h 8304597"/>
              <a:gd name="connsiteX330" fmla="*/ 2382478 w 24377650"/>
              <a:gd name="connsiteY330" fmla="*/ 5218061 h 8304597"/>
              <a:gd name="connsiteX331" fmla="*/ 2534975 w 24377650"/>
              <a:gd name="connsiteY331" fmla="*/ 5256582 h 8304597"/>
              <a:gd name="connsiteX332" fmla="*/ 2419399 w 24377650"/>
              <a:gd name="connsiteY332" fmla="*/ 5256582 h 8304597"/>
              <a:gd name="connsiteX333" fmla="*/ 2610421 w 24377650"/>
              <a:gd name="connsiteY333" fmla="*/ 5295103 h 8304597"/>
              <a:gd name="connsiteX334" fmla="*/ 2762918 w 24377650"/>
              <a:gd name="connsiteY334" fmla="*/ 5218061 h 8304597"/>
              <a:gd name="connsiteX335" fmla="*/ 2915416 w 24377650"/>
              <a:gd name="connsiteY335" fmla="*/ 5256582 h 8304597"/>
              <a:gd name="connsiteX336" fmla="*/ 2914814 w 24377650"/>
              <a:gd name="connsiteY336" fmla="*/ 5278852 h 8304597"/>
              <a:gd name="connsiteX337" fmla="*/ 2910983 w 24377650"/>
              <a:gd name="connsiteY337" fmla="*/ 5289248 h 8304597"/>
              <a:gd name="connsiteX338" fmla="*/ 2876890 w 24377650"/>
              <a:gd name="connsiteY338" fmla="*/ 5295103 h 8304597"/>
              <a:gd name="connsiteX339" fmla="*/ 2910600 w 24377650"/>
              <a:gd name="connsiteY339" fmla="*/ 5290288 h 8304597"/>
              <a:gd name="connsiteX340" fmla="*/ 2910983 w 24377650"/>
              <a:gd name="connsiteY340" fmla="*/ 5289248 h 8304597"/>
              <a:gd name="connsiteX341" fmla="*/ 3003051 w 24377650"/>
              <a:gd name="connsiteY341" fmla="*/ 5273435 h 8304597"/>
              <a:gd name="connsiteX342" fmla="*/ 3409827 w 24377650"/>
              <a:gd name="connsiteY342" fmla="*/ 5295103 h 8304597"/>
              <a:gd name="connsiteX343" fmla="*/ 3257330 w 24377650"/>
              <a:gd name="connsiteY343" fmla="*/ 5333625 h 8304597"/>
              <a:gd name="connsiteX344" fmla="*/ 2534975 w 24377650"/>
              <a:gd name="connsiteY344" fmla="*/ 5370541 h 8304597"/>
              <a:gd name="connsiteX345" fmla="*/ 2534975 w 24377650"/>
              <a:gd name="connsiteY345" fmla="*/ 5333625 h 8304597"/>
              <a:gd name="connsiteX346" fmla="*/ 2457924 w 24377650"/>
              <a:gd name="connsiteY346" fmla="*/ 5370541 h 8304597"/>
              <a:gd name="connsiteX347" fmla="*/ 2229981 w 24377650"/>
              <a:gd name="connsiteY347" fmla="*/ 5333625 h 8304597"/>
              <a:gd name="connsiteX348" fmla="*/ 2419399 w 24377650"/>
              <a:gd name="connsiteY348" fmla="*/ 5409063 h 8304597"/>
              <a:gd name="connsiteX349" fmla="*/ 2687472 w 24377650"/>
              <a:gd name="connsiteY349" fmla="*/ 5409063 h 8304597"/>
              <a:gd name="connsiteX350" fmla="*/ 2724392 w 24377650"/>
              <a:gd name="connsiteY350" fmla="*/ 5447585 h 8304597"/>
              <a:gd name="connsiteX351" fmla="*/ 3104833 w 24377650"/>
              <a:gd name="connsiteY351" fmla="*/ 5447585 h 8304597"/>
              <a:gd name="connsiteX352" fmla="*/ 3334382 w 24377650"/>
              <a:gd name="connsiteY352" fmla="*/ 5486106 h 8304597"/>
              <a:gd name="connsiteX353" fmla="*/ 3448353 w 24377650"/>
              <a:gd name="connsiteY353" fmla="*/ 5486106 h 8304597"/>
              <a:gd name="connsiteX354" fmla="*/ 3486879 w 24377650"/>
              <a:gd name="connsiteY354" fmla="*/ 5486106 h 8304597"/>
              <a:gd name="connsiteX355" fmla="*/ 3486879 w 24377650"/>
              <a:gd name="connsiteY355" fmla="*/ 5523023 h 8304597"/>
              <a:gd name="connsiteX356" fmla="*/ 3562324 w 24377650"/>
              <a:gd name="connsiteY356" fmla="*/ 5486106 h 8304597"/>
              <a:gd name="connsiteX357" fmla="*/ 3828793 w 24377650"/>
              <a:gd name="connsiteY357" fmla="*/ 5523023 h 8304597"/>
              <a:gd name="connsiteX358" fmla="*/ 3905845 w 24377650"/>
              <a:gd name="connsiteY358" fmla="*/ 5486106 h 8304597"/>
              <a:gd name="connsiteX359" fmla="*/ 4210839 w 24377650"/>
              <a:gd name="connsiteY359" fmla="*/ 5447585 h 8304597"/>
              <a:gd name="connsiteX360" fmla="*/ 4324811 w 24377650"/>
              <a:gd name="connsiteY360" fmla="*/ 5523023 h 8304597"/>
              <a:gd name="connsiteX361" fmla="*/ 4666726 w 24377650"/>
              <a:gd name="connsiteY361" fmla="*/ 5447585 h 8304597"/>
              <a:gd name="connsiteX362" fmla="*/ 5048771 w 24377650"/>
              <a:gd name="connsiteY362" fmla="*/ 5333625 h 8304597"/>
              <a:gd name="connsiteX363" fmla="*/ 5125822 w 24377650"/>
              <a:gd name="connsiteY363" fmla="*/ 5333625 h 8304597"/>
              <a:gd name="connsiteX364" fmla="*/ 5164348 w 24377650"/>
              <a:gd name="connsiteY364" fmla="*/ 5370541 h 8304597"/>
              <a:gd name="connsiteX365" fmla="*/ 5430817 w 24377650"/>
              <a:gd name="connsiteY365" fmla="*/ 5370541 h 8304597"/>
              <a:gd name="connsiteX366" fmla="*/ 5353766 w 24377650"/>
              <a:gd name="connsiteY366" fmla="*/ 5333625 h 8304597"/>
              <a:gd name="connsiteX367" fmla="*/ 5469342 w 24377650"/>
              <a:gd name="connsiteY367" fmla="*/ 5333625 h 8304597"/>
              <a:gd name="connsiteX368" fmla="*/ 5544788 w 24377650"/>
              <a:gd name="connsiteY368" fmla="*/ 5295103 h 8304597"/>
              <a:gd name="connsiteX369" fmla="*/ 5239794 w 24377650"/>
              <a:gd name="connsiteY369" fmla="*/ 5295103 h 8304597"/>
              <a:gd name="connsiteX370" fmla="*/ 4934800 w 24377650"/>
              <a:gd name="connsiteY370" fmla="*/ 5333625 h 8304597"/>
              <a:gd name="connsiteX371" fmla="*/ 4896274 w 24377650"/>
              <a:gd name="connsiteY371" fmla="*/ 5295103 h 8304597"/>
              <a:gd name="connsiteX372" fmla="*/ 4934800 w 24377650"/>
              <a:gd name="connsiteY372" fmla="*/ 5295103 h 8304597"/>
              <a:gd name="connsiteX373" fmla="*/ 4401862 w 24377650"/>
              <a:gd name="connsiteY373" fmla="*/ 5256582 h 8304597"/>
              <a:gd name="connsiteX374" fmla="*/ 4286285 w 24377650"/>
              <a:gd name="connsiteY374" fmla="*/ 5295103 h 8304597"/>
              <a:gd name="connsiteX375" fmla="*/ 4133788 w 24377650"/>
              <a:gd name="connsiteY375" fmla="*/ 5256582 h 8304597"/>
              <a:gd name="connsiteX376" fmla="*/ 3600851 w 24377650"/>
              <a:gd name="connsiteY376" fmla="*/ 5218061 h 8304597"/>
              <a:gd name="connsiteX377" fmla="*/ 3525405 w 24377650"/>
              <a:gd name="connsiteY377" fmla="*/ 5256582 h 8304597"/>
              <a:gd name="connsiteX378" fmla="*/ 3525405 w 24377650"/>
              <a:gd name="connsiteY378" fmla="*/ 5218061 h 8304597"/>
              <a:gd name="connsiteX379" fmla="*/ 3486879 w 24377650"/>
              <a:gd name="connsiteY379" fmla="*/ 5218061 h 8304597"/>
              <a:gd name="connsiteX380" fmla="*/ 3409827 w 24377650"/>
              <a:gd name="connsiteY380" fmla="*/ 5181144 h 8304597"/>
              <a:gd name="connsiteX381" fmla="*/ 3409827 w 24377650"/>
              <a:gd name="connsiteY381" fmla="*/ 5256582 h 8304597"/>
              <a:gd name="connsiteX382" fmla="*/ 3334382 w 24377650"/>
              <a:gd name="connsiteY382" fmla="*/ 5256582 h 8304597"/>
              <a:gd name="connsiteX383" fmla="*/ 3372907 w 24377650"/>
              <a:gd name="connsiteY383" fmla="*/ 5218061 h 8304597"/>
              <a:gd name="connsiteX384" fmla="*/ 3265231 w 24377650"/>
              <a:gd name="connsiteY384" fmla="*/ 5186912 h 8304597"/>
              <a:gd name="connsiteX385" fmla="*/ 3220881 w 24377650"/>
              <a:gd name="connsiteY385" fmla="*/ 5181205 h 8304597"/>
              <a:gd name="connsiteX386" fmla="*/ 3223344 w 24377650"/>
              <a:gd name="connsiteY386" fmla="*/ 5180467 h 8304597"/>
              <a:gd name="connsiteX387" fmla="*/ 3220410 w 24377650"/>
              <a:gd name="connsiteY387" fmla="*/ 5142623 h 8304597"/>
              <a:gd name="connsiteX388" fmla="*/ 3104833 w 24377650"/>
              <a:gd name="connsiteY388" fmla="*/ 5142623 h 8304597"/>
              <a:gd name="connsiteX389" fmla="*/ 2952336 w 24377650"/>
              <a:gd name="connsiteY389" fmla="*/ 5181144 h 8304597"/>
              <a:gd name="connsiteX390" fmla="*/ 2990861 w 24377650"/>
              <a:gd name="connsiteY390" fmla="*/ 5218061 h 8304597"/>
              <a:gd name="connsiteX391" fmla="*/ 2915416 w 24377650"/>
              <a:gd name="connsiteY391" fmla="*/ 5218061 h 8304597"/>
              <a:gd name="connsiteX392" fmla="*/ 2839970 w 24377650"/>
              <a:gd name="connsiteY392" fmla="*/ 5142623 h 8304597"/>
              <a:gd name="connsiteX393" fmla="*/ 2915416 w 24377650"/>
              <a:gd name="connsiteY393" fmla="*/ 5142623 h 8304597"/>
              <a:gd name="connsiteX394" fmla="*/ 2647342 w 24377650"/>
              <a:gd name="connsiteY394" fmla="*/ 5181144 h 8304597"/>
              <a:gd name="connsiteX395" fmla="*/ 2647342 w 24377650"/>
              <a:gd name="connsiteY395" fmla="*/ 5142623 h 8304597"/>
              <a:gd name="connsiteX396" fmla="*/ 2762918 w 24377650"/>
              <a:gd name="connsiteY396" fmla="*/ 5142623 h 8304597"/>
              <a:gd name="connsiteX397" fmla="*/ 2610421 w 24377650"/>
              <a:gd name="connsiteY397" fmla="*/ 5065579 h 8304597"/>
              <a:gd name="connsiteX398" fmla="*/ 1924986 w 24377650"/>
              <a:gd name="connsiteY398" fmla="*/ 5065579 h 8304597"/>
              <a:gd name="connsiteX399" fmla="*/ 1772489 w 24377650"/>
              <a:gd name="connsiteY399" fmla="*/ 5104101 h 8304597"/>
              <a:gd name="connsiteX400" fmla="*/ 1924986 w 24377650"/>
              <a:gd name="connsiteY400" fmla="*/ 5065579 h 8304597"/>
              <a:gd name="connsiteX401" fmla="*/ 2445386 w 24377650"/>
              <a:gd name="connsiteY401" fmla="*/ 5032427 h 8304597"/>
              <a:gd name="connsiteX402" fmla="*/ 2419399 w 24377650"/>
              <a:gd name="connsiteY402" fmla="*/ 5065579 h 8304597"/>
              <a:gd name="connsiteX403" fmla="*/ 2495020 w 24377650"/>
              <a:gd name="connsiteY403" fmla="*/ 5098082 h 8304597"/>
              <a:gd name="connsiteX404" fmla="*/ 2518860 w 24377650"/>
              <a:gd name="connsiteY404" fmla="*/ 5101673 h 8304597"/>
              <a:gd name="connsiteX405" fmla="*/ 2518045 w 24377650"/>
              <a:gd name="connsiteY405" fmla="*/ 5103499 h 8304597"/>
              <a:gd name="connsiteX406" fmla="*/ 2534975 w 24377650"/>
              <a:gd name="connsiteY406" fmla="*/ 5104101 h 8304597"/>
              <a:gd name="connsiteX407" fmla="*/ 2518860 w 24377650"/>
              <a:gd name="connsiteY407" fmla="*/ 5101673 h 8304597"/>
              <a:gd name="connsiteX408" fmla="*/ 2519926 w 24377650"/>
              <a:gd name="connsiteY408" fmla="*/ 5099286 h 8304597"/>
              <a:gd name="connsiteX409" fmla="*/ 2534975 w 24377650"/>
              <a:gd name="connsiteY409" fmla="*/ 5065579 h 8304597"/>
              <a:gd name="connsiteX410" fmla="*/ 2445386 w 24377650"/>
              <a:gd name="connsiteY410" fmla="*/ 5032427 h 8304597"/>
              <a:gd name="connsiteX411" fmla="*/ 2382478 w 24377650"/>
              <a:gd name="connsiteY411" fmla="*/ 5028663 h 8304597"/>
              <a:gd name="connsiteX412" fmla="*/ 2266901 w 24377650"/>
              <a:gd name="connsiteY412" fmla="*/ 5065579 h 8304597"/>
              <a:gd name="connsiteX413" fmla="*/ 2382478 w 24377650"/>
              <a:gd name="connsiteY413" fmla="*/ 5028663 h 8304597"/>
              <a:gd name="connsiteX414" fmla="*/ 1199421 w 24377650"/>
              <a:gd name="connsiteY414" fmla="*/ 4990141 h 8304597"/>
              <a:gd name="connsiteX415" fmla="*/ 1162501 w 24377650"/>
              <a:gd name="connsiteY415" fmla="*/ 5065579 h 8304597"/>
              <a:gd name="connsiteX416" fmla="*/ 1199421 w 24377650"/>
              <a:gd name="connsiteY416" fmla="*/ 4990141 h 8304597"/>
              <a:gd name="connsiteX417" fmla="*/ 1229636 w 24377650"/>
              <a:gd name="connsiteY417" fmla="*/ 4892919 h 8304597"/>
              <a:gd name="connsiteX418" fmla="*/ 1228516 w 24377650"/>
              <a:gd name="connsiteY418" fmla="*/ 4894641 h 8304597"/>
              <a:gd name="connsiteX419" fmla="*/ 1206118 w 24377650"/>
              <a:gd name="connsiteY419" fmla="*/ 4907331 h 8304597"/>
              <a:gd name="connsiteX420" fmla="*/ 1202128 w 24377650"/>
              <a:gd name="connsiteY420" fmla="*/ 4907858 h 8304597"/>
              <a:gd name="connsiteX421" fmla="*/ 1203083 w 24377650"/>
              <a:gd name="connsiteY421" fmla="*/ 4906804 h 8304597"/>
              <a:gd name="connsiteX422" fmla="*/ 1924986 w 24377650"/>
              <a:gd name="connsiteY422" fmla="*/ 4799139 h 8304597"/>
              <a:gd name="connsiteX423" fmla="*/ 1924986 w 24377650"/>
              <a:gd name="connsiteY423" fmla="*/ 4876182 h 8304597"/>
              <a:gd name="connsiteX424" fmla="*/ 1924986 w 24377650"/>
              <a:gd name="connsiteY424" fmla="*/ 4799139 h 8304597"/>
              <a:gd name="connsiteX425" fmla="*/ 1390444 w 24377650"/>
              <a:gd name="connsiteY425" fmla="*/ 4799139 h 8304597"/>
              <a:gd name="connsiteX426" fmla="*/ 1392627 w 24377650"/>
              <a:gd name="connsiteY426" fmla="*/ 4800068 h 8304597"/>
              <a:gd name="connsiteX427" fmla="*/ 1386280 w 24377650"/>
              <a:gd name="connsiteY427" fmla="*/ 4802197 h 8304597"/>
              <a:gd name="connsiteX428" fmla="*/ 1427364 w 24377650"/>
              <a:gd name="connsiteY428" fmla="*/ 4760617 h 8304597"/>
              <a:gd name="connsiteX429" fmla="*/ 1542941 w 24377650"/>
              <a:gd name="connsiteY429" fmla="*/ 4799139 h 8304597"/>
              <a:gd name="connsiteX430" fmla="*/ 1441360 w 24377650"/>
              <a:gd name="connsiteY430" fmla="*/ 4820808 h 8304597"/>
              <a:gd name="connsiteX431" fmla="*/ 1392627 w 24377650"/>
              <a:gd name="connsiteY431" fmla="*/ 4800068 h 8304597"/>
              <a:gd name="connsiteX432" fmla="*/ 1393604 w 24377650"/>
              <a:gd name="connsiteY432" fmla="*/ 4799741 h 8304597"/>
              <a:gd name="connsiteX433" fmla="*/ 1427364 w 24377650"/>
              <a:gd name="connsiteY433" fmla="*/ 4760617 h 8304597"/>
              <a:gd name="connsiteX434" fmla="*/ 1864966 w 24377650"/>
              <a:gd name="connsiteY434" fmla="*/ 4750460 h 8304597"/>
              <a:gd name="connsiteX435" fmla="*/ 1579861 w 24377650"/>
              <a:gd name="connsiteY435" fmla="*/ 4760617 h 8304597"/>
              <a:gd name="connsiteX436" fmla="*/ 1594910 w 24377650"/>
              <a:gd name="connsiteY436" fmla="*/ 4794324 h 8304597"/>
              <a:gd name="connsiteX437" fmla="*/ 1595503 w 24377650"/>
              <a:gd name="connsiteY437" fmla="*/ 4795652 h 8304597"/>
              <a:gd name="connsiteX438" fmla="*/ 1579861 w 24377650"/>
              <a:gd name="connsiteY438" fmla="*/ 4799139 h 8304597"/>
              <a:gd name="connsiteX439" fmla="*/ 1596791 w 24377650"/>
              <a:gd name="connsiteY439" fmla="*/ 4798537 h 8304597"/>
              <a:gd name="connsiteX440" fmla="*/ 1595503 w 24377650"/>
              <a:gd name="connsiteY440" fmla="*/ 4795652 h 8304597"/>
              <a:gd name="connsiteX441" fmla="*/ 1655458 w 24377650"/>
              <a:gd name="connsiteY441" fmla="*/ 4782286 h 8304597"/>
              <a:gd name="connsiteX442" fmla="*/ 1924986 w 24377650"/>
              <a:gd name="connsiteY442" fmla="*/ 4760617 h 8304597"/>
              <a:gd name="connsiteX443" fmla="*/ 1864966 w 24377650"/>
              <a:gd name="connsiteY443" fmla="*/ 4750460 h 8304597"/>
              <a:gd name="connsiteX444" fmla="*/ 1130316 w 24377650"/>
              <a:gd name="connsiteY444" fmla="*/ 4687298 h 8304597"/>
              <a:gd name="connsiteX445" fmla="*/ 1140428 w 24377650"/>
              <a:gd name="connsiteY445" fmla="*/ 4689994 h 8304597"/>
              <a:gd name="connsiteX446" fmla="*/ 1162296 w 24377650"/>
              <a:gd name="connsiteY446" fmla="*/ 4692645 h 8304597"/>
              <a:gd name="connsiteX447" fmla="*/ 1161873 w 24377650"/>
              <a:gd name="connsiteY447" fmla="*/ 4708026 h 8304597"/>
              <a:gd name="connsiteX448" fmla="*/ 1122370 w 24377650"/>
              <a:gd name="connsiteY448" fmla="*/ 4760617 h 8304597"/>
              <a:gd name="connsiteX449" fmla="*/ 1122370 w 24377650"/>
              <a:gd name="connsiteY449" fmla="*/ 4799139 h 8304597"/>
              <a:gd name="connsiteX450" fmla="*/ 818981 w 24377650"/>
              <a:gd name="connsiteY450" fmla="*/ 4837661 h 8304597"/>
              <a:gd name="connsiteX451" fmla="*/ 780455 w 24377650"/>
              <a:gd name="connsiteY451" fmla="*/ 4760617 h 8304597"/>
              <a:gd name="connsiteX452" fmla="*/ 1122370 w 24377650"/>
              <a:gd name="connsiteY452" fmla="*/ 4723701 h 8304597"/>
              <a:gd name="connsiteX453" fmla="*/ 1123574 w 24377650"/>
              <a:gd name="connsiteY453" fmla="*/ 4689994 h 8304597"/>
              <a:gd name="connsiteX454" fmla="*/ 2152929 w 24377650"/>
              <a:gd name="connsiteY454" fmla="*/ 4685179 h 8304597"/>
              <a:gd name="connsiteX455" fmla="*/ 2077483 w 24377650"/>
              <a:gd name="connsiteY455" fmla="*/ 4723701 h 8304597"/>
              <a:gd name="connsiteX456" fmla="*/ 2152929 w 24377650"/>
              <a:gd name="connsiteY456" fmla="*/ 4685179 h 8304597"/>
              <a:gd name="connsiteX457" fmla="*/ 1314997 w 24377650"/>
              <a:gd name="connsiteY457" fmla="*/ 4685179 h 8304597"/>
              <a:gd name="connsiteX458" fmla="*/ 1162501 w 24377650"/>
              <a:gd name="connsiteY458" fmla="*/ 4799139 h 8304597"/>
              <a:gd name="connsiteX459" fmla="*/ 1274867 w 24377650"/>
              <a:gd name="connsiteY459" fmla="*/ 4837661 h 8304597"/>
              <a:gd name="connsiteX460" fmla="*/ 1352319 w 24377650"/>
              <a:gd name="connsiteY460" fmla="*/ 4813585 h 8304597"/>
              <a:gd name="connsiteX461" fmla="*/ 1386280 w 24377650"/>
              <a:gd name="connsiteY461" fmla="*/ 4802197 h 8304597"/>
              <a:gd name="connsiteX462" fmla="*/ 1328191 w 24377650"/>
              <a:gd name="connsiteY462" fmla="*/ 4844858 h 8304597"/>
              <a:gd name="connsiteX463" fmla="*/ 1262025 w 24377650"/>
              <a:gd name="connsiteY463" fmla="*/ 4875981 h 8304597"/>
              <a:gd name="connsiteX464" fmla="*/ 1229636 w 24377650"/>
              <a:gd name="connsiteY464" fmla="*/ 4892919 h 8304597"/>
              <a:gd name="connsiteX465" fmla="*/ 1236768 w 24377650"/>
              <a:gd name="connsiteY465" fmla="*/ 4881950 h 8304597"/>
              <a:gd name="connsiteX466" fmla="*/ 1237947 w 24377650"/>
              <a:gd name="connsiteY466" fmla="*/ 4876182 h 8304597"/>
              <a:gd name="connsiteX467" fmla="*/ 1046923 w 24377650"/>
              <a:gd name="connsiteY467" fmla="*/ 4837661 h 8304597"/>
              <a:gd name="connsiteX468" fmla="*/ 1122370 w 24377650"/>
              <a:gd name="connsiteY468" fmla="*/ 4760617 h 8304597"/>
              <a:gd name="connsiteX469" fmla="*/ 1246976 w 24377650"/>
              <a:gd name="connsiteY469" fmla="*/ 4737344 h 8304597"/>
              <a:gd name="connsiteX470" fmla="*/ 1266289 w 24377650"/>
              <a:gd name="connsiteY470" fmla="*/ 4722533 h 8304597"/>
              <a:gd name="connsiteX471" fmla="*/ 1274867 w 24377650"/>
              <a:gd name="connsiteY471" fmla="*/ 4723701 h 8304597"/>
              <a:gd name="connsiteX472" fmla="*/ 1271720 w 24377650"/>
              <a:gd name="connsiteY472" fmla="*/ 4718367 h 8304597"/>
              <a:gd name="connsiteX473" fmla="*/ 1162501 w 24377650"/>
              <a:gd name="connsiteY473" fmla="*/ 4685179 h 8304597"/>
              <a:gd name="connsiteX474" fmla="*/ 1185024 w 24377650"/>
              <a:gd name="connsiteY474" fmla="*/ 4691198 h 8304597"/>
              <a:gd name="connsiteX475" fmla="*/ 1187634 w 24377650"/>
              <a:gd name="connsiteY475" fmla="*/ 4692997 h 8304597"/>
              <a:gd name="connsiteX476" fmla="*/ 1180158 w 24377650"/>
              <a:gd name="connsiteY476" fmla="*/ 4694809 h 8304597"/>
              <a:gd name="connsiteX477" fmla="*/ 1162296 w 24377650"/>
              <a:gd name="connsiteY477" fmla="*/ 4692645 h 8304597"/>
              <a:gd name="connsiteX478" fmla="*/ 1122370 w 24377650"/>
              <a:gd name="connsiteY478" fmla="*/ 4685179 h 8304597"/>
              <a:gd name="connsiteX479" fmla="*/ 1134108 w 24377650"/>
              <a:gd name="connsiteY479" fmla="*/ 4685781 h 8304597"/>
              <a:gd name="connsiteX480" fmla="*/ 1130316 w 24377650"/>
              <a:gd name="connsiteY480" fmla="*/ 4687298 h 8304597"/>
              <a:gd name="connsiteX481" fmla="*/ 2313578 w 24377650"/>
              <a:gd name="connsiteY481" fmla="*/ 4631083 h 8304597"/>
              <a:gd name="connsiteX482" fmla="*/ 2266901 w 24377650"/>
              <a:gd name="connsiteY482" fmla="*/ 4646657 h 8304597"/>
              <a:gd name="connsiteX483" fmla="*/ 2494844 w 24377650"/>
              <a:gd name="connsiteY483" fmla="*/ 4646657 h 8304597"/>
              <a:gd name="connsiteX484" fmla="*/ 2313578 w 24377650"/>
              <a:gd name="connsiteY484" fmla="*/ 4631083 h 8304597"/>
              <a:gd name="connsiteX485" fmla="*/ 2000433 w 24377650"/>
              <a:gd name="connsiteY485" fmla="*/ 4609741 h 8304597"/>
              <a:gd name="connsiteX486" fmla="*/ 1427364 w 24377650"/>
              <a:gd name="connsiteY486" fmla="*/ 4646657 h 8304597"/>
              <a:gd name="connsiteX487" fmla="*/ 1579861 w 24377650"/>
              <a:gd name="connsiteY487" fmla="*/ 4685179 h 8304597"/>
              <a:gd name="connsiteX488" fmla="*/ 1542941 w 24377650"/>
              <a:gd name="connsiteY488" fmla="*/ 4646657 h 8304597"/>
              <a:gd name="connsiteX489" fmla="*/ 1579861 w 24377650"/>
              <a:gd name="connsiteY489" fmla="*/ 4646657 h 8304597"/>
              <a:gd name="connsiteX490" fmla="*/ 1809410 w 24377650"/>
              <a:gd name="connsiteY490" fmla="*/ 4723701 h 8304597"/>
              <a:gd name="connsiteX491" fmla="*/ 1924986 w 24377650"/>
              <a:gd name="connsiteY491" fmla="*/ 4646657 h 8304597"/>
              <a:gd name="connsiteX492" fmla="*/ 2000433 w 24377650"/>
              <a:gd name="connsiteY492" fmla="*/ 4685179 h 8304597"/>
              <a:gd name="connsiteX493" fmla="*/ 2037353 w 24377650"/>
              <a:gd name="connsiteY493" fmla="*/ 4609741 h 8304597"/>
              <a:gd name="connsiteX494" fmla="*/ 24181548 w 24377650"/>
              <a:gd name="connsiteY494" fmla="*/ 4532698 h 8304597"/>
              <a:gd name="connsiteX495" fmla="*/ 24104496 w 24377650"/>
              <a:gd name="connsiteY495" fmla="*/ 4609741 h 8304597"/>
              <a:gd name="connsiteX496" fmla="*/ 24181548 w 24377650"/>
              <a:gd name="connsiteY496" fmla="*/ 4646657 h 8304597"/>
              <a:gd name="connsiteX497" fmla="*/ 24067576 w 24377650"/>
              <a:gd name="connsiteY497" fmla="*/ 4685179 h 8304597"/>
              <a:gd name="connsiteX498" fmla="*/ 24181548 w 24377650"/>
              <a:gd name="connsiteY498" fmla="*/ 4685179 h 8304597"/>
              <a:gd name="connsiteX499" fmla="*/ 24220074 w 24377650"/>
              <a:gd name="connsiteY499" fmla="*/ 4760617 h 8304597"/>
              <a:gd name="connsiteX500" fmla="*/ 24334046 w 24377650"/>
              <a:gd name="connsiteY500" fmla="*/ 4723701 h 8304597"/>
              <a:gd name="connsiteX501" fmla="*/ 24181548 w 24377650"/>
              <a:gd name="connsiteY501" fmla="*/ 4532698 h 8304597"/>
              <a:gd name="connsiteX502" fmla="*/ 56494 w 24377650"/>
              <a:gd name="connsiteY502" fmla="*/ 4532698 h 8304597"/>
              <a:gd name="connsiteX503" fmla="*/ 56494 w 24377650"/>
              <a:gd name="connsiteY503" fmla="*/ 4571219 h 8304597"/>
              <a:gd name="connsiteX504" fmla="*/ 170466 w 24377650"/>
              <a:gd name="connsiteY504" fmla="*/ 4609741 h 8304597"/>
              <a:gd name="connsiteX505" fmla="*/ 247517 w 24377650"/>
              <a:gd name="connsiteY505" fmla="*/ 4571219 h 8304597"/>
              <a:gd name="connsiteX506" fmla="*/ 247517 w 24377650"/>
              <a:gd name="connsiteY506" fmla="*/ 4532698 h 8304597"/>
              <a:gd name="connsiteX507" fmla="*/ 56494 w 24377650"/>
              <a:gd name="connsiteY507" fmla="*/ 4532698 h 8304597"/>
              <a:gd name="connsiteX508" fmla="*/ 1960709 w 24377650"/>
              <a:gd name="connsiteY508" fmla="*/ 4528074 h 8304597"/>
              <a:gd name="connsiteX509" fmla="*/ 1961907 w 24377650"/>
              <a:gd name="connsiteY509" fmla="*/ 4532698 h 8304597"/>
              <a:gd name="connsiteX510" fmla="*/ 1900381 w 24377650"/>
              <a:gd name="connsiteY510" fmla="*/ 4543532 h 8304597"/>
              <a:gd name="connsiteX511" fmla="*/ 1898065 w 24377650"/>
              <a:gd name="connsiteY511" fmla="*/ 4543095 h 8304597"/>
              <a:gd name="connsiteX512" fmla="*/ 689960 w 24377650"/>
              <a:gd name="connsiteY512" fmla="*/ 4523068 h 8304597"/>
              <a:gd name="connsiteX513" fmla="*/ 552512 w 24377650"/>
              <a:gd name="connsiteY513" fmla="*/ 4571219 h 8304597"/>
              <a:gd name="connsiteX514" fmla="*/ 857506 w 24377650"/>
              <a:gd name="connsiteY514" fmla="*/ 4532698 h 8304597"/>
              <a:gd name="connsiteX515" fmla="*/ 689960 w 24377650"/>
              <a:gd name="connsiteY515" fmla="*/ 4523068 h 8304597"/>
              <a:gd name="connsiteX516" fmla="*/ 23013122 w 24377650"/>
              <a:gd name="connsiteY516" fmla="*/ 4522255 h 8304597"/>
              <a:gd name="connsiteX517" fmla="*/ 23032322 w 24377650"/>
              <a:gd name="connsiteY517" fmla="*/ 4525468 h 8304597"/>
              <a:gd name="connsiteX518" fmla="*/ 23027460 w 24377650"/>
              <a:gd name="connsiteY518" fmla="*/ 4527281 h 8304597"/>
              <a:gd name="connsiteX519" fmla="*/ 23000096 w 24377650"/>
              <a:gd name="connsiteY519" fmla="*/ 4532698 h 8304597"/>
              <a:gd name="connsiteX520" fmla="*/ 1806826 w 24377650"/>
              <a:gd name="connsiteY520" fmla="*/ 4521864 h 8304597"/>
              <a:gd name="connsiteX521" fmla="*/ 1842919 w 24377650"/>
              <a:gd name="connsiteY521" fmla="*/ 4532698 h 8304597"/>
              <a:gd name="connsiteX522" fmla="*/ 1898065 w 24377650"/>
              <a:gd name="connsiteY522" fmla="*/ 4543095 h 8304597"/>
              <a:gd name="connsiteX523" fmla="*/ 1893734 w 24377650"/>
              <a:gd name="connsiteY523" fmla="*/ 4544134 h 8304597"/>
              <a:gd name="connsiteX524" fmla="*/ 1847935 w 24377650"/>
              <a:gd name="connsiteY524" fmla="*/ 4571219 h 8304597"/>
              <a:gd name="connsiteX525" fmla="*/ 1809410 w 24377650"/>
              <a:gd name="connsiteY525" fmla="*/ 4532698 h 8304597"/>
              <a:gd name="connsiteX526" fmla="*/ 1806826 w 24377650"/>
              <a:gd name="connsiteY526" fmla="*/ 4521864 h 8304597"/>
              <a:gd name="connsiteX527" fmla="*/ 23068946 w 24377650"/>
              <a:gd name="connsiteY527" fmla="*/ 4516447 h 8304597"/>
              <a:gd name="connsiteX528" fmla="*/ 23075542 w 24377650"/>
              <a:gd name="connsiteY528" fmla="*/ 4532698 h 8304597"/>
              <a:gd name="connsiteX529" fmla="*/ 23032322 w 24377650"/>
              <a:gd name="connsiteY529" fmla="*/ 4525468 h 8304597"/>
              <a:gd name="connsiteX530" fmla="*/ 23051664 w 24377650"/>
              <a:gd name="connsiteY530" fmla="*/ 4518253 h 8304597"/>
              <a:gd name="connsiteX531" fmla="*/ 23068946 w 24377650"/>
              <a:gd name="connsiteY531" fmla="*/ 4516447 h 8304597"/>
              <a:gd name="connsiteX532" fmla="*/ 4706856 w 24377650"/>
              <a:gd name="connsiteY532" fmla="*/ 4494177 h 8304597"/>
              <a:gd name="connsiteX533" fmla="*/ 4629805 w 24377650"/>
              <a:gd name="connsiteY533" fmla="*/ 4532698 h 8304597"/>
              <a:gd name="connsiteX534" fmla="*/ 4896274 w 24377650"/>
              <a:gd name="connsiteY534" fmla="*/ 4532698 h 8304597"/>
              <a:gd name="connsiteX535" fmla="*/ 4859354 w 24377650"/>
              <a:gd name="connsiteY535" fmla="*/ 4494177 h 8304597"/>
              <a:gd name="connsiteX536" fmla="*/ 4629805 w 24377650"/>
              <a:gd name="connsiteY536" fmla="*/ 4532698 h 8304597"/>
              <a:gd name="connsiteX537" fmla="*/ 4706856 w 24377650"/>
              <a:gd name="connsiteY537" fmla="*/ 4494177 h 8304597"/>
              <a:gd name="connsiteX538" fmla="*/ 4591280 w 24377650"/>
              <a:gd name="connsiteY538" fmla="*/ 4494177 h 8304597"/>
              <a:gd name="connsiteX539" fmla="*/ 4554359 w 24377650"/>
              <a:gd name="connsiteY539" fmla="*/ 4571219 h 8304597"/>
              <a:gd name="connsiteX540" fmla="*/ 4591280 w 24377650"/>
              <a:gd name="connsiteY540" fmla="*/ 4494177 h 8304597"/>
              <a:gd name="connsiteX541" fmla="*/ 1010004 w 24377650"/>
              <a:gd name="connsiteY541" fmla="*/ 4494177 h 8304597"/>
              <a:gd name="connsiteX542" fmla="*/ 857506 w 24377650"/>
              <a:gd name="connsiteY542" fmla="*/ 4571219 h 8304597"/>
              <a:gd name="connsiteX543" fmla="*/ 932952 w 24377650"/>
              <a:gd name="connsiteY543" fmla="*/ 4571219 h 8304597"/>
              <a:gd name="connsiteX544" fmla="*/ 1010004 w 24377650"/>
              <a:gd name="connsiteY544" fmla="*/ 4494177 h 8304597"/>
              <a:gd name="connsiteX545" fmla="*/ 276086 w 24377650"/>
              <a:gd name="connsiteY545" fmla="*/ 4478603 h 8304597"/>
              <a:gd name="connsiteX546" fmla="*/ 247517 w 24377650"/>
              <a:gd name="connsiteY546" fmla="*/ 4494177 h 8304597"/>
              <a:gd name="connsiteX547" fmla="*/ 322963 w 24377650"/>
              <a:gd name="connsiteY547" fmla="*/ 4532698 h 8304597"/>
              <a:gd name="connsiteX548" fmla="*/ 284438 w 24377650"/>
              <a:gd name="connsiteY548" fmla="*/ 4571219 h 8304597"/>
              <a:gd name="connsiteX549" fmla="*/ 392114 w 24377650"/>
              <a:gd name="connsiteY549" fmla="*/ 4549551 h 8304597"/>
              <a:gd name="connsiteX550" fmla="*/ 428650 w 24377650"/>
              <a:gd name="connsiteY550" fmla="*/ 4535813 h 8304597"/>
              <a:gd name="connsiteX551" fmla="*/ 437040 w 24377650"/>
              <a:gd name="connsiteY551" fmla="*/ 4536575 h 8304597"/>
              <a:gd name="connsiteX552" fmla="*/ 437537 w 24377650"/>
              <a:gd name="connsiteY552" fmla="*/ 4554968 h 8304597"/>
              <a:gd name="connsiteX553" fmla="*/ 475460 w 24377650"/>
              <a:gd name="connsiteY553" fmla="*/ 4571219 h 8304597"/>
              <a:gd name="connsiteX554" fmla="*/ 447369 w 24377650"/>
              <a:gd name="connsiteY554" fmla="*/ 4537513 h 8304597"/>
              <a:gd name="connsiteX555" fmla="*/ 437040 w 24377650"/>
              <a:gd name="connsiteY555" fmla="*/ 4536575 h 8304597"/>
              <a:gd name="connsiteX556" fmla="*/ 436935 w 24377650"/>
              <a:gd name="connsiteY556" fmla="*/ 4532698 h 8304597"/>
              <a:gd name="connsiteX557" fmla="*/ 428650 w 24377650"/>
              <a:gd name="connsiteY557" fmla="*/ 4535813 h 8304597"/>
              <a:gd name="connsiteX558" fmla="*/ 400968 w 24377650"/>
              <a:gd name="connsiteY558" fmla="*/ 4533300 h 8304597"/>
              <a:gd name="connsiteX559" fmla="*/ 361489 w 24377650"/>
              <a:gd name="connsiteY559" fmla="*/ 4532698 h 8304597"/>
              <a:gd name="connsiteX560" fmla="*/ 400015 w 24377650"/>
              <a:gd name="connsiteY560" fmla="*/ 4494177 h 8304597"/>
              <a:gd name="connsiteX561" fmla="*/ 276086 w 24377650"/>
              <a:gd name="connsiteY561" fmla="*/ 4478603 h 8304597"/>
              <a:gd name="connsiteX562" fmla="*/ 1609257 w 24377650"/>
              <a:gd name="connsiteY562" fmla="*/ 4462953 h 8304597"/>
              <a:gd name="connsiteX563" fmla="*/ 1695438 w 24377650"/>
              <a:gd name="connsiteY563" fmla="*/ 4494177 h 8304597"/>
              <a:gd name="connsiteX564" fmla="*/ 1619992 w 24377650"/>
              <a:gd name="connsiteY564" fmla="*/ 4532698 h 8304597"/>
              <a:gd name="connsiteX565" fmla="*/ 1424154 w 24377650"/>
              <a:gd name="connsiteY565" fmla="*/ 4532698 h 8304597"/>
              <a:gd name="connsiteX566" fmla="*/ 1351918 w 24377650"/>
              <a:gd name="connsiteY566" fmla="*/ 4532698 h 8304597"/>
              <a:gd name="connsiteX567" fmla="*/ 1609257 w 24377650"/>
              <a:gd name="connsiteY567" fmla="*/ 4462953 h 8304597"/>
              <a:gd name="connsiteX568" fmla="*/ 12975414 w 24377650"/>
              <a:gd name="connsiteY568" fmla="*/ 4457260 h 8304597"/>
              <a:gd name="connsiteX569" fmla="*/ 12936888 w 24377650"/>
              <a:gd name="connsiteY569" fmla="*/ 4532698 h 8304597"/>
              <a:gd name="connsiteX570" fmla="*/ 12975414 w 24377650"/>
              <a:gd name="connsiteY570" fmla="*/ 4457260 h 8304597"/>
              <a:gd name="connsiteX571" fmla="*/ 1963039 w 24377650"/>
              <a:gd name="connsiteY571" fmla="*/ 4456856 h 8304597"/>
              <a:gd name="connsiteX572" fmla="*/ 1961907 w 24377650"/>
              <a:gd name="connsiteY572" fmla="*/ 4457260 h 8304597"/>
              <a:gd name="connsiteX573" fmla="*/ 1961218 w 24377650"/>
              <a:gd name="connsiteY573" fmla="*/ 4457120 h 8304597"/>
              <a:gd name="connsiteX574" fmla="*/ 0 w 24377650"/>
              <a:gd name="connsiteY574" fmla="*/ 4422035 h 8304597"/>
              <a:gd name="connsiteX575" fmla="*/ 8739 w 24377650"/>
              <a:gd name="connsiteY575" fmla="*/ 4423554 h 8304597"/>
              <a:gd name="connsiteX576" fmla="*/ 1816 w 24377650"/>
              <a:gd name="connsiteY576" fmla="*/ 4434990 h 8304597"/>
              <a:gd name="connsiteX577" fmla="*/ 0 w 24377650"/>
              <a:gd name="connsiteY577" fmla="*/ 4436937 h 8304597"/>
              <a:gd name="connsiteX578" fmla="*/ 1427364 w 24377650"/>
              <a:gd name="connsiteY578" fmla="*/ 4418739 h 8304597"/>
              <a:gd name="connsiteX579" fmla="*/ 1447429 w 24377650"/>
              <a:gd name="connsiteY579" fmla="*/ 4423554 h 8304597"/>
              <a:gd name="connsiteX580" fmla="*/ 1447888 w 24377650"/>
              <a:gd name="connsiteY580" fmla="*/ 4423934 h 8304597"/>
              <a:gd name="connsiteX581" fmla="*/ 322963 w 24377650"/>
              <a:gd name="connsiteY581" fmla="*/ 4418739 h 8304597"/>
              <a:gd name="connsiteX582" fmla="*/ 284438 w 24377650"/>
              <a:gd name="connsiteY582" fmla="*/ 4457260 h 8304597"/>
              <a:gd name="connsiteX583" fmla="*/ 475460 w 24377650"/>
              <a:gd name="connsiteY583" fmla="*/ 4494177 h 8304597"/>
              <a:gd name="connsiteX584" fmla="*/ 480276 w 24377650"/>
              <a:gd name="connsiteY584" fmla="*/ 4494177 h 8304597"/>
              <a:gd name="connsiteX585" fmla="*/ 513986 w 24377650"/>
              <a:gd name="connsiteY585" fmla="*/ 4494177 h 8304597"/>
              <a:gd name="connsiteX586" fmla="*/ 322963 w 24377650"/>
              <a:gd name="connsiteY586" fmla="*/ 4418739 h 8304597"/>
              <a:gd name="connsiteX587" fmla="*/ 23859900 w 24377650"/>
              <a:gd name="connsiteY587" fmla="*/ 4407905 h 8304597"/>
              <a:gd name="connsiteX588" fmla="*/ 23533034 w 24377650"/>
              <a:gd name="connsiteY588" fmla="*/ 4418739 h 8304597"/>
              <a:gd name="connsiteX589" fmla="*/ 23610084 w 24377650"/>
              <a:gd name="connsiteY589" fmla="*/ 4494177 h 8304597"/>
              <a:gd name="connsiteX590" fmla="*/ 23533034 w 24377650"/>
              <a:gd name="connsiteY590" fmla="*/ 4494177 h 8304597"/>
              <a:gd name="connsiteX591" fmla="*/ 23494508 w 24377650"/>
              <a:gd name="connsiteY591" fmla="*/ 4532698 h 8304597"/>
              <a:gd name="connsiteX592" fmla="*/ 23457588 w 24377650"/>
              <a:gd name="connsiteY592" fmla="*/ 4457260 h 8304597"/>
              <a:gd name="connsiteX593" fmla="*/ 23043062 w 24377650"/>
              <a:gd name="connsiteY593" fmla="*/ 4498252 h 8304597"/>
              <a:gd name="connsiteX594" fmla="*/ 23013122 w 24377650"/>
              <a:gd name="connsiteY594" fmla="*/ 4522255 h 8304597"/>
              <a:gd name="connsiteX595" fmla="*/ 22978400 w 24377650"/>
              <a:gd name="connsiteY595" fmla="*/ 4516447 h 8304597"/>
              <a:gd name="connsiteX596" fmla="*/ 22695102 w 24377650"/>
              <a:gd name="connsiteY596" fmla="*/ 4532698 h 8304597"/>
              <a:gd name="connsiteX597" fmla="*/ 22847598 w 24377650"/>
              <a:gd name="connsiteY597" fmla="*/ 4609741 h 8304597"/>
              <a:gd name="connsiteX598" fmla="*/ 22847598 w 24377650"/>
              <a:gd name="connsiteY598" fmla="*/ 4571219 h 8304597"/>
              <a:gd name="connsiteX599" fmla="*/ 22961570 w 24377650"/>
              <a:gd name="connsiteY599" fmla="*/ 4571219 h 8304597"/>
              <a:gd name="connsiteX600" fmla="*/ 23610084 w 24377650"/>
              <a:gd name="connsiteY600" fmla="*/ 4609741 h 8304597"/>
              <a:gd name="connsiteX601" fmla="*/ 23533034 w 24377650"/>
              <a:gd name="connsiteY601" fmla="*/ 4494177 h 8304597"/>
              <a:gd name="connsiteX602" fmla="*/ 23647006 w 24377650"/>
              <a:gd name="connsiteY602" fmla="*/ 4494177 h 8304597"/>
              <a:gd name="connsiteX603" fmla="*/ 23724056 w 24377650"/>
              <a:gd name="connsiteY603" fmla="*/ 4571219 h 8304597"/>
              <a:gd name="connsiteX604" fmla="*/ 23952000 w 24377650"/>
              <a:gd name="connsiteY604" fmla="*/ 4532698 h 8304597"/>
              <a:gd name="connsiteX605" fmla="*/ 24067576 w 24377650"/>
              <a:gd name="connsiteY605" fmla="*/ 4609741 h 8304597"/>
              <a:gd name="connsiteX606" fmla="*/ 24029050 w 24377650"/>
              <a:gd name="connsiteY606" fmla="*/ 4494177 h 8304597"/>
              <a:gd name="connsiteX607" fmla="*/ 23952000 w 24377650"/>
              <a:gd name="connsiteY607" fmla="*/ 4418739 h 8304597"/>
              <a:gd name="connsiteX608" fmla="*/ 23859900 w 24377650"/>
              <a:gd name="connsiteY608" fmla="*/ 4407905 h 8304597"/>
              <a:gd name="connsiteX609" fmla="*/ 3944371 w 24377650"/>
              <a:gd name="connsiteY609" fmla="*/ 4341695 h 8304597"/>
              <a:gd name="connsiteX610" fmla="*/ 4096868 w 24377650"/>
              <a:gd name="connsiteY610" fmla="*/ 4341695 h 8304597"/>
              <a:gd name="connsiteX611" fmla="*/ 4058342 w 24377650"/>
              <a:gd name="connsiteY611" fmla="*/ 4380217 h 8304597"/>
              <a:gd name="connsiteX612" fmla="*/ 3944371 w 24377650"/>
              <a:gd name="connsiteY612" fmla="*/ 4341695 h 8304597"/>
              <a:gd name="connsiteX613" fmla="*/ 2037353 w 24377650"/>
              <a:gd name="connsiteY613" fmla="*/ 4341695 h 8304597"/>
              <a:gd name="connsiteX614" fmla="*/ 2000433 w 24377650"/>
              <a:gd name="connsiteY614" fmla="*/ 4418739 h 8304597"/>
              <a:gd name="connsiteX615" fmla="*/ 1924986 w 24377650"/>
              <a:gd name="connsiteY615" fmla="*/ 4418739 h 8304597"/>
              <a:gd name="connsiteX616" fmla="*/ 2037353 w 24377650"/>
              <a:gd name="connsiteY616" fmla="*/ 4341695 h 8304597"/>
              <a:gd name="connsiteX617" fmla="*/ 1772489 w 24377650"/>
              <a:gd name="connsiteY617" fmla="*/ 4341695 h 8304597"/>
              <a:gd name="connsiteX618" fmla="*/ 1899804 w 24377650"/>
              <a:gd name="connsiteY618" fmla="*/ 4444620 h 8304597"/>
              <a:gd name="connsiteX619" fmla="*/ 1961218 w 24377650"/>
              <a:gd name="connsiteY619" fmla="*/ 4457120 h 8304597"/>
              <a:gd name="connsiteX620" fmla="*/ 1886235 w 24377650"/>
              <a:gd name="connsiteY620" fmla="*/ 4467994 h 8304597"/>
              <a:gd name="connsiteX621" fmla="*/ 1772489 w 24377650"/>
              <a:gd name="connsiteY621" fmla="*/ 4494177 h 8304597"/>
              <a:gd name="connsiteX622" fmla="*/ 1695438 w 24377650"/>
              <a:gd name="connsiteY622" fmla="*/ 4457260 h 8304597"/>
              <a:gd name="connsiteX623" fmla="*/ 1884855 w 24377650"/>
              <a:gd name="connsiteY623" fmla="*/ 4457260 h 8304597"/>
              <a:gd name="connsiteX624" fmla="*/ 1772489 w 24377650"/>
              <a:gd name="connsiteY624" fmla="*/ 4341695 h 8304597"/>
              <a:gd name="connsiteX625" fmla="*/ 6878737 w 24377650"/>
              <a:gd name="connsiteY625" fmla="*/ 4266257 h 8304597"/>
              <a:gd name="connsiteX626" fmla="*/ 6803291 w 24377650"/>
              <a:gd name="connsiteY626" fmla="*/ 4341695 h 8304597"/>
              <a:gd name="connsiteX627" fmla="*/ 6878737 w 24377650"/>
              <a:gd name="connsiteY627" fmla="*/ 4266257 h 8304597"/>
              <a:gd name="connsiteX628" fmla="*/ 6535217 w 24377650"/>
              <a:gd name="connsiteY628" fmla="*/ 4266257 h 8304597"/>
              <a:gd name="connsiteX629" fmla="*/ 6650794 w 24377650"/>
              <a:gd name="connsiteY629" fmla="*/ 4341695 h 8304597"/>
              <a:gd name="connsiteX630" fmla="*/ 6535217 w 24377650"/>
              <a:gd name="connsiteY630" fmla="*/ 4266257 h 8304597"/>
              <a:gd name="connsiteX631" fmla="*/ 6382720 w 24377650"/>
              <a:gd name="connsiteY631" fmla="*/ 4266257 h 8304597"/>
              <a:gd name="connsiteX632" fmla="*/ 6421246 w 24377650"/>
              <a:gd name="connsiteY632" fmla="*/ 4304779 h 8304597"/>
              <a:gd name="connsiteX633" fmla="*/ 6498297 w 24377650"/>
              <a:gd name="connsiteY633" fmla="*/ 4266257 h 8304597"/>
              <a:gd name="connsiteX634" fmla="*/ 6382720 w 24377650"/>
              <a:gd name="connsiteY634" fmla="*/ 4266257 h 8304597"/>
              <a:gd name="connsiteX635" fmla="*/ 1376881 w 24377650"/>
              <a:gd name="connsiteY635" fmla="*/ 4255721 h 8304597"/>
              <a:gd name="connsiteX636" fmla="*/ 1390444 w 24377650"/>
              <a:gd name="connsiteY636" fmla="*/ 4266257 h 8304597"/>
              <a:gd name="connsiteX637" fmla="*/ 1367821 w 24377650"/>
              <a:gd name="connsiteY637" fmla="*/ 4266257 h 8304597"/>
              <a:gd name="connsiteX638" fmla="*/ 1370554 w 24377650"/>
              <a:gd name="connsiteY638" fmla="*/ 4259637 h 8304597"/>
              <a:gd name="connsiteX639" fmla="*/ 6687715 w 24377650"/>
              <a:gd name="connsiteY639" fmla="*/ 4227736 h 8304597"/>
              <a:gd name="connsiteX640" fmla="*/ 6677351 w 24377650"/>
              <a:gd name="connsiteY640" fmla="*/ 4231214 h 8304597"/>
              <a:gd name="connsiteX641" fmla="*/ 6671676 w 24377650"/>
              <a:gd name="connsiteY641" fmla="*/ 4230911 h 8304597"/>
              <a:gd name="connsiteX642" fmla="*/ 6612269 w 24377650"/>
              <a:gd name="connsiteY642" fmla="*/ 4227736 h 8304597"/>
              <a:gd name="connsiteX643" fmla="*/ 6671676 w 24377650"/>
              <a:gd name="connsiteY643" fmla="*/ 4230911 h 8304597"/>
              <a:gd name="connsiteX644" fmla="*/ 6660350 w 24377650"/>
              <a:gd name="connsiteY644" fmla="*/ 4233153 h 8304597"/>
              <a:gd name="connsiteX645" fmla="*/ 6612269 w 24377650"/>
              <a:gd name="connsiteY645" fmla="*/ 4227736 h 8304597"/>
              <a:gd name="connsiteX646" fmla="*/ 1464334 w 24377650"/>
              <a:gd name="connsiteY646" fmla="*/ 4180337 h 8304597"/>
              <a:gd name="connsiteX647" fmla="*/ 1504415 w 24377650"/>
              <a:gd name="connsiteY647" fmla="*/ 4189215 h 8304597"/>
              <a:gd name="connsiteX648" fmla="*/ 1414321 w 24377650"/>
              <a:gd name="connsiteY648" fmla="*/ 4232551 h 8304597"/>
              <a:gd name="connsiteX649" fmla="*/ 1376881 w 24377650"/>
              <a:gd name="connsiteY649" fmla="*/ 4255721 h 8304597"/>
              <a:gd name="connsiteX650" fmla="*/ 1361775 w 24377650"/>
              <a:gd name="connsiteY650" fmla="*/ 4243987 h 8304597"/>
              <a:gd name="connsiteX651" fmla="*/ 1274867 w 24377650"/>
              <a:gd name="connsiteY651" fmla="*/ 4227736 h 8304597"/>
              <a:gd name="connsiteX652" fmla="*/ 1351918 w 24377650"/>
              <a:gd name="connsiteY652" fmla="*/ 4189215 h 8304597"/>
              <a:gd name="connsiteX653" fmla="*/ 1351918 w 24377650"/>
              <a:gd name="connsiteY653" fmla="*/ 4227736 h 8304597"/>
              <a:gd name="connsiteX654" fmla="*/ 1464334 w 24377650"/>
              <a:gd name="connsiteY654" fmla="*/ 4180337 h 8304597"/>
              <a:gd name="connsiteX655" fmla="*/ 7220652 w 24377650"/>
              <a:gd name="connsiteY655" fmla="*/ 4115382 h 8304597"/>
              <a:gd name="connsiteX656" fmla="*/ 7145206 w 24377650"/>
              <a:gd name="connsiteY656" fmla="*/ 4153903 h 8304597"/>
              <a:gd name="connsiteX657" fmla="*/ 7220652 w 24377650"/>
              <a:gd name="connsiteY657" fmla="*/ 4153903 h 8304597"/>
              <a:gd name="connsiteX658" fmla="*/ 7220652 w 24377650"/>
              <a:gd name="connsiteY658" fmla="*/ 4115382 h 8304597"/>
              <a:gd name="connsiteX659" fmla="*/ 7979325 w 24377650"/>
              <a:gd name="connsiteY659" fmla="*/ 4092509 h 8304597"/>
              <a:gd name="connsiteX660" fmla="*/ 7907692 w 24377650"/>
              <a:gd name="connsiteY660" fmla="*/ 4115382 h 8304597"/>
              <a:gd name="connsiteX661" fmla="*/ 8023269 w 24377650"/>
              <a:gd name="connsiteY661" fmla="*/ 4153903 h 8304597"/>
              <a:gd name="connsiteX662" fmla="*/ 7979325 w 24377650"/>
              <a:gd name="connsiteY662" fmla="*/ 4092509 h 8304597"/>
              <a:gd name="connsiteX663" fmla="*/ 6815079 w 24377650"/>
              <a:gd name="connsiteY663" fmla="*/ 4022765 h 8304597"/>
              <a:gd name="connsiteX664" fmla="*/ 6803291 w 24377650"/>
              <a:gd name="connsiteY664" fmla="*/ 4038339 h 8304597"/>
              <a:gd name="connsiteX665" fmla="*/ 6840212 w 24377650"/>
              <a:gd name="connsiteY665" fmla="*/ 4078465 h 8304597"/>
              <a:gd name="connsiteX666" fmla="*/ 6878737 w 24377650"/>
              <a:gd name="connsiteY666" fmla="*/ 4038339 h 8304597"/>
              <a:gd name="connsiteX667" fmla="*/ 6815079 w 24377650"/>
              <a:gd name="connsiteY667" fmla="*/ 4022765 h 8304597"/>
              <a:gd name="connsiteX668" fmla="*/ 7031235 w 24377650"/>
              <a:gd name="connsiteY668" fmla="*/ 4001422 h 8304597"/>
              <a:gd name="connsiteX669" fmla="*/ 6955789 w 24377650"/>
              <a:gd name="connsiteY669" fmla="*/ 4038339 h 8304597"/>
              <a:gd name="connsiteX670" fmla="*/ 6992709 w 24377650"/>
              <a:gd name="connsiteY670" fmla="*/ 4078465 h 8304597"/>
              <a:gd name="connsiteX671" fmla="*/ 7220652 w 24377650"/>
              <a:gd name="connsiteY671" fmla="*/ 4038339 h 8304597"/>
              <a:gd name="connsiteX672" fmla="*/ 7031235 w 24377650"/>
              <a:gd name="connsiteY672" fmla="*/ 4001422 h 8304597"/>
              <a:gd name="connsiteX673" fmla="*/ 5742116 w 24377650"/>
              <a:gd name="connsiteY673" fmla="*/ 3953495 h 8304597"/>
              <a:gd name="connsiteX674" fmla="*/ 5737781 w 24377650"/>
              <a:gd name="connsiteY674" fmla="*/ 3956571 h 8304597"/>
              <a:gd name="connsiteX675" fmla="*/ 5740426 w 24377650"/>
              <a:gd name="connsiteY675" fmla="*/ 3953872 h 8304597"/>
              <a:gd name="connsiteX676" fmla="*/ 5811257 w 24377650"/>
              <a:gd name="connsiteY676" fmla="*/ 3925984 h 8304597"/>
              <a:gd name="connsiteX677" fmla="*/ 5811257 w 24377650"/>
              <a:gd name="connsiteY677" fmla="*/ 3962901 h 8304597"/>
              <a:gd name="connsiteX678" fmla="*/ 5767037 w 24377650"/>
              <a:gd name="connsiteY678" fmla="*/ 3947929 h 8304597"/>
              <a:gd name="connsiteX679" fmla="*/ 5742116 w 24377650"/>
              <a:gd name="connsiteY679" fmla="*/ 3953495 h 8304597"/>
              <a:gd name="connsiteX680" fmla="*/ 5754873 w 24377650"/>
              <a:gd name="connsiteY680" fmla="*/ 3944443 h 8304597"/>
              <a:gd name="connsiteX681" fmla="*/ 5811257 w 24377650"/>
              <a:gd name="connsiteY681" fmla="*/ 3925984 h 8304597"/>
              <a:gd name="connsiteX682" fmla="*/ 5839282 w 24377650"/>
              <a:gd name="connsiteY682" fmla="*/ 3911800 h 8304597"/>
              <a:gd name="connsiteX683" fmla="*/ 5844886 w 24377650"/>
              <a:gd name="connsiteY683" fmla="*/ 3914385 h 8304597"/>
              <a:gd name="connsiteX684" fmla="*/ 5849783 w 24377650"/>
              <a:gd name="connsiteY684" fmla="*/ 3925984 h 8304597"/>
              <a:gd name="connsiteX685" fmla="*/ 5998207 w 24377650"/>
              <a:gd name="connsiteY685" fmla="*/ 3888812 h 8304597"/>
              <a:gd name="connsiteX686" fmla="*/ 6001398 w 24377650"/>
              <a:gd name="connsiteY686" fmla="*/ 3889164 h 8304597"/>
              <a:gd name="connsiteX687" fmla="*/ 5996260 w 24377650"/>
              <a:gd name="connsiteY687" fmla="*/ 3908429 h 8304597"/>
              <a:gd name="connsiteX688" fmla="*/ 5969773 w 24377650"/>
              <a:gd name="connsiteY688" fmla="*/ 3908429 h 8304597"/>
              <a:gd name="connsiteX689" fmla="*/ 5968260 w 24377650"/>
              <a:gd name="connsiteY689" fmla="*/ 3902754 h 8304597"/>
              <a:gd name="connsiteX690" fmla="*/ 5968820 w 24377650"/>
              <a:gd name="connsiteY690" fmla="*/ 3902786 h 8304597"/>
              <a:gd name="connsiteX691" fmla="*/ 5986397 w 24377650"/>
              <a:gd name="connsiteY691" fmla="*/ 3897378 h 8304597"/>
              <a:gd name="connsiteX692" fmla="*/ 5963436 w 24377650"/>
              <a:gd name="connsiteY692" fmla="*/ 3886315 h 8304597"/>
              <a:gd name="connsiteX693" fmla="*/ 5963877 w 24377650"/>
              <a:gd name="connsiteY693" fmla="*/ 3886320 h 8304597"/>
              <a:gd name="connsiteX694" fmla="*/ 5968260 w 24377650"/>
              <a:gd name="connsiteY694" fmla="*/ 3902754 h 8304597"/>
              <a:gd name="connsiteX695" fmla="*/ 5952607 w 24377650"/>
              <a:gd name="connsiteY695" fmla="*/ 3901866 h 8304597"/>
              <a:gd name="connsiteX696" fmla="*/ 6246634 w 24377650"/>
              <a:gd name="connsiteY696" fmla="*/ 3839154 h 8304597"/>
              <a:gd name="connsiteX697" fmla="*/ 6231828 w 24377650"/>
              <a:gd name="connsiteY697" fmla="*/ 3848941 h 8304597"/>
              <a:gd name="connsiteX698" fmla="*/ 6243942 w 24377650"/>
              <a:gd name="connsiteY698" fmla="*/ 3839468 h 8304597"/>
              <a:gd name="connsiteX699" fmla="*/ 6402183 w 24377650"/>
              <a:gd name="connsiteY699" fmla="*/ 3820050 h 8304597"/>
              <a:gd name="connsiteX700" fmla="*/ 6345800 w 24377650"/>
              <a:gd name="connsiteY700" fmla="*/ 3848941 h 8304597"/>
              <a:gd name="connsiteX701" fmla="*/ 6459771 w 24377650"/>
              <a:gd name="connsiteY701" fmla="*/ 3848941 h 8304597"/>
              <a:gd name="connsiteX702" fmla="*/ 6402183 w 24377650"/>
              <a:gd name="connsiteY702" fmla="*/ 3820050 h 8304597"/>
              <a:gd name="connsiteX703" fmla="*/ 5506262 w 24377650"/>
              <a:gd name="connsiteY703" fmla="*/ 3810420 h 8304597"/>
              <a:gd name="connsiteX704" fmla="*/ 5544788 w 24377650"/>
              <a:gd name="connsiteY704" fmla="*/ 3885858 h 8304597"/>
              <a:gd name="connsiteX705" fmla="*/ 5658760 w 24377650"/>
              <a:gd name="connsiteY705" fmla="*/ 3885858 h 8304597"/>
              <a:gd name="connsiteX706" fmla="*/ 5583314 w 24377650"/>
              <a:gd name="connsiteY706" fmla="*/ 3810420 h 8304597"/>
              <a:gd name="connsiteX707" fmla="*/ 5621840 w 24377650"/>
              <a:gd name="connsiteY707" fmla="*/ 3810420 h 8304597"/>
              <a:gd name="connsiteX708" fmla="*/ 5832021 w 24377650"/>
              <a:gd name="connsiteY708" fmla="*/ 3901993 h 8304597"/>
              <a:gd name="connsiteX709" fmla="*/ 5839282 w 24377650"/>
              <a:gd name="connsiteY709" fmla="*/ 3911800 h 8304597"/>
              <a:gd name="connsiteX710" fmla="*/ 5831975 w 24377650"/>
              <a:gd name="connsiteY710" fmla="*/ 3908429 h 8304597"/>
              <a:gd name="connsiteX711" fmla="*/ 5735811 w 24377650"/>
              <a:gd name="connsiteY711" fmla="*/ 3885858 h 8304597"/>
              <a:gd name="connsiteX712" fmla="*/ 5621840 w 24377650"/>
              <a:gd name="connsiteY712" fmla="*/ 3925984 h 8304597"/>
              <a:gd name="connsiteX713" fmla="*/ 5697285 w 24377650"/>
              <a:gd name="connsiteY713" fmla="*/ 3962901 h 8304597"/>
              <a:gd name="connsiteX714" fmla="*/ 5736989 w 24377650"/>
              <a:gd name="connsiteY714" fmla="*/ 3957133 h 8304597"/>
              <a:gd name="connsiteX715" fmla="*/ 5737781 w 24377650"/>
              <a:gd name="connsiteY715" fmla="*/ 3956571 h 8304597"/>
              <a:gd name="connsiteX716" fmla="*/ 5720737 w 24377650"/>
              <a:gd name="connsiteY716" fmla="*/ 3973961 h 8304597"/>
              <a:gd name="connsiteX717" fmla="*/ 5697285 w 24377650"/>
              <a:gd name="connsiteY717" fmla="*/ 4001422 h 8304597"/>
              <a:gd name="connsiteX718" fmla="*/ 5506262 w 24377650"/>
              <a:gd name="connsiteY718" fmla="*/ 3848941 h 8304597"/>
              <a:gd name="connsiteX719" fmla="*/ 5316845 w 24377650"/>
              <a:gd name="connsiteY719" fmla="*/ 3848941 h 8304597"/>
              <a:gd name="connsiteX720" fmla="*/ 5506262 w 24377650"/>
              <a:gd name="connsiteY720" fmla="*/ 3810420 h 8304597"/>
              <a:gd name="connsiteX721" fmla="*/ 5780708 w 24377650"/>
              <a:gd name="connsiteY721" fmla="*/ 3756575 h 8304597"/>
              <a:gd name="connsiteX722" fmla="*/ 5849783 w 24377650"/>
              <a:gd name="connsiteY722" fmla="*/ 3773503 h 8304597"/>
              <a:gd name="connsiteX723" fmla="*/ 5774337 w 24377650"/>
              <a:gd name="connsiteY723" fmla="*/ 3773503 h 8304597"/>
              <a:gd name="connsiteX724" fmla="*/ 5780708 w 24377650"/>
              <a:gd name="connsiteY724" fmla="*/ 3756575 h 8304597"/>
              <a:gd name="connsiteX725" fmla="*/ 6345800 w 24377650"/>
              <a:gd name="connsiteY725" fmla="*/ 3733377 h 8304597"/>
              <a:gd name="connsiteX726" fmla="*/ 6360840 w 24377650"/>
              <a:gd name="connsiteY726" fmla="*/ 3739802 h 8304597"/>
              <a:gd name="connsiteX727" fmla="*/ 6344746 w 24377650"/>
              <a:gd name="connsiteY727" fmla="*/ 3741656 h 8304597"/>
              <a:gd name="connsiteX728" fmla="*/ 6337517 w 24377650"/>
              <a:gd name="connsiteY728" fmla="*/ 3740059 h 8304597"/>
              <a:gd name="connsiteX729" fmla="*/ 6193303 w 24377650"/>
              <a:gd name="connsiteY729" fmla="*/ 3733377 h 8304597"/>
              <a:gd name="connsiteX730" fmla="*/ 6268749 w 24377650"/>
              <a:gd name="connsiteY730" fmla="*/ 3773503 h 8304597"/>
              <a:gd name="connsiteX731" fmla="*/ 6307274 w 24377650"/>
              <a:gd name="connsiteY731" fmla="*/ 3733377 h 8304597"/>
              <a:gd name="connsiteX732" fmla="*/ 6337517 w 24377650"/>
              <a:gd name="connsiteY732" fmla="*/ 3740059 h 8304597"/>
              <a:gd name="connsiteX733" fmla="*/ 6316328 w 24377650"/>
              <a:gd name="connsiteY733" fmla="*/ 3757152 h 8304597"/>
              <a:gd name="connsiteX734" fmla="*/ 6193303 w 24377650"/>
              <a:gd name="connsiteY734" fmla="*/ 3810420 h 8304597"/>
              <a:gd name="connsiteX735" fmla="*/ 6193303 w 24377650"/>
              <a:gd name="connsiteY735" fmla="*/ 3733377 h 8304597"/>
              <a:gd name="connsiteX736" fmla="*/ 6706350 w 24377650"/>
              <a:gd name="connsiteY736" fmla="*/ 3717803 h 8304597"/>
              <a:gd name="connsiteX737" fmla="*/ 6687715 w 24377650"/>
              <a:gd name="connsiteY737" fmla="*/ 3733377 h 8304597"/>
              <a:gd name="connsiteX738" fmla="*/ 6840212 w 24377650"/>
              <a:gd name="connsiteY738" fmla="*/ 3733377 h 8304597"/>
              <a:gd name="connsiteX739" fmla="*/ 6706350 w 24377650"/>
              <a:gd name="connsiteY739" fmla="*/ 3717803 h 8304597"/>
              <a:gd name="connsiteX740" fmla="*/ 6580364 w 24377650"/>
              <a:gd name="connsiteY740" fmla="*/ 3717803 h 8304597"/>
              <a:gd name="connsiteX741" fmla="*/ 6535217 w 24377650"/>
              <a:gd name="connsiteY741" fmla="*/ 3733377 h 8304597"/>
              <a:gd name="connsiteX742" fmla="*/ 6573743 w 24377650"/>
              <a:gd name="connsiteY742" fmla="*/ 3773503 h 8304597"/>
              <a:gd name="connsiteX743" fmla="*/ 6650794 w 24377650"/>
              <a:gd name="connsiteY743" fmla="*/ 3733377 h 8304597"/>
              <a:gd name="connsiteX744" fmla="*/ 6580364 w 24377650"/>
              <a:gd name="connsiteY744" fmla="*/ 3717803 h 8304597"/>
              <a:gd name="connsiteX745" fmla="*/ 6141204 w 24377650"/>
              <a:gd name="connsiteY745" fmla="*/ 3686732 h 8304597"/>
              <a:gd name="connsiteX746" fmla="*/ 6135514 w 24377650"/>
              <a:gd name="connsiteY746" fmla="*/ 3691645 h 8304597"/>
              <a:gd name="connsiteX747" fmla="*/ 6116251 w 24377650"/>
              <a:gd name="connsiteY747" fmla="*/ 3696460 h 8304597"/>
              <a:gd name="connsiteX748" fmla="*/ 6138449 w 24377650"/>
              <a:gd name="connsiteY748" fmla="*/ 3686987 h 8304597"/>
              <a:gd name="connsiteX749" fmla="*/ 5388213 w 24377650"/>
              <a:gd name="connsiteY749" fmla="*/ 3613919 h 8304597"/>
              <a:gd name="connsiteX750" fmla="*/ 5387475 w 24377650"/>
              <a:gd name="connsiteY750" fmla="*/ 3616006 h 8304597"/>
              <a:gd name="connsiteX751" fmla="*/ 5381344 w 24377650"/>
              <a:gd name="connsiteY751" fmla="*/ 3618359 h 8304597"/>
              <a:gd name="connsiteX752" fmla="*/ 6154777 w 24377650"/>
              <a:gd name="connsiteY752" fmla="*/ 3580895 h 8304597"/>
              <a:gd name="connsiteX753" fmla="*/ 6231828 w 24377650"/>
              <a:gd name="connsiteY753" fmla="*/ 3621022 h 8304597"/>
              <a:gd name="connsiteX754" fmla="*/ 6269551 w 24377650"/>
              <a:gd name="connsiteY754" fmla="*/ 3605974 h 8304597"/>
              <a:gd name="connsiteX755" fmla="*/ 6293641 w 24377650"/>
              <a:gd name="connsiteY755" fmla="*/ 3614710 h 8304597"/>
              <a:gd name="connsiteX756" fmla="*/ 6307274 w 24377650"/>
              <a:gd name="connsiteY756" fmla="*/ 3621022 h 8304597"/>
              <a:gd name="connsiteX757" fmla="*/ 6295485 w 24377650"/>
              <a:gd name="connsiteY757" fmla="*/ 3615379 h 8304597"/>
              <a:gd name="connsiteX758" fmla="*/ 6293641 w 24377650"/>
              <a:gd name="connsiteY758" fmla="*/ 3614710 h 8304597"/>
              <a:gd name="connsiteX759" fmla="*/ 6282220 w 24377650"/>
              <a:gd name="connsiteY759" fmla="*/ 3609423 h 8304597"/>
              <a:gd name="connsiteX760" fmla="*/ 6154777 w 24377650"/>
              <a:gd name="connsiteY760" fmla="*/ 3580895 h 8304597"/>
              <a:gd name="connsiteX761" fmla="*/ 5811257 w 24377650"/>
              <a:gd name="connsiteY761" fmla="*/ 3580895 h 8304597"/>
              <a:gd name="connsiteX762" fmla="*/ 5811257 w 24377650"/>
              <a:gd name="connsiteY762" fmla="*/ 3621022 h 8304597"/>
              <a:gd name="connsiteX763" fmla="*/ 5888308 w 24377650"/>
              <a:gd name="connsiteY763" fmla="*/ 3580895 h 8304597"/>
              <a:gd name="connsiteX764" fmla="*/ 5811257 w 24377650"/>
              <a:gd name="connsiteY764" fmla="*/ 3580895 h 8304597"/>
              <a:gd name="connsiteX765" fmla="*/ 5430817 w 24377650"/>
              <a:gd name="connsiteY765" fmla="*/ 3580895 h 8304597"/>
              <a:gd name="connsiteX766" fmla="*/ 5445280 w 24377650"/>
              <a:gd name="connsiteY766" fmla="*/ 3595944 h 8304597"/>
              <a:gd name="connsiteX767" fmla="*/ 5445264 w 24377650"/>
              <a:gd name="connsiteY767" fmla="*/ 3595943 h 8304597"/>
              <a:gd name="connsiteX768" fmla="*/ 5423004 w 24377650"/>
              <a:gd name="connsiteY768" fmla="*/ 3587460 h 8304597"/>
              <a:gd name="connsiteX769" fmla="*/ 5392291 w 24377650"/>
              <a:gd name="connsiteY769" fmla="*/ 3580895 h 8304597"/>
              <a:gd name="connsiteX770" fmla="*/ 5420583 w 24377650"/>
              <a:gd name="connsiteY770" fmla="*/ 3586538 h 8304597"/>
              <a:gd name="connsiteX771" fmla="*/ 5423004 w 24377650"/>
              <a:gd name="connsiteY771" fmla="*/ 3587460 h 8304597"/>
              <a:gd name="connsiteX772" fmla="*/ 5402524 w 24377650"/>
              <a:gd name="connsiteY772" fmla="*/ 3604670 h 8304597"/>
              <a:gd name="connsiteX773" fmla="*/ 5388213 w 24377650"/>
              <a:gd name="connsiteY773" fmla="*/ 3613919 h 8304597"/>
              <a:gd name="connsiteX774" fmla="*/ 5391689 w 24377650"/>
              <a:gd name="connsiteY774" fmla="*/ 3604093 h 8304597"/>
              <a:gd name="connsiteX775" fmla="*/ 5392291 w 24377650"/>
              <a:gd name="connsiteY775" fmla="*/ 3580895 h 8304597"/>
              <a:gd name="connsiteX776" fmla="*/ 5239794 w 24377650"/>
              <a:gd name="connsiteY776" fmla="*/ 3580895 h 8304597"/>
              <a:gd name="connsiteX777" fmla="*/ 5353766 w 24377650"/>
              <a:gd name="connsiteY777" fmla="*/ 3621022 h 8304597"/>
              <a:gd name="connsiteX778" fmla="*/ 5376038 w 24377650"/>
              <a:gd name="connsiteY778" fmla="*/ 3620395 h 8304597"/>
              <a:gd name="connsiteX779" fmla="*/ 5381344 w 24377650"/>
              <a:gd name="connsiteY779" fmla="*/ 3618359 h 8304597"/>
              <a:gd name="connsiteX780" fmla="*/ 5377844 w 24377650"/>
              <a:gd name="connsiteY780" fmla="*/ 3620621 h 8304597"/>
              <a:gd name="connsiteX781" fmla="*/ 5353766 w 24377650"/>
              <a:gd name="connsiteY781" fmla="*/ 3657939 h 8304597"/>
              <a:gd name="connsiteX782" fmla="*/ 5239794 w 24377650"/>
              <a:gd name="connsiteY782" fmla="*/ 3580895 h 8304597"/>
              <a:gd name="connsiteX783" fmla="*/ 5491289 w 24377650"/>
              <a:gd name="connsiteY783" fmla="*/ 3565321 h 8304597"/>
              <a:gd name="connsiteX784" fmla="*/ 5544788 w 24377650"/>
              <a:gd name="connsiteY784" fmla="*/ 3580895 h 8304597"/>
              <a:gd name="connsiteX785" fmla="*/ 5506262 w 24377650"/>
              <a:gd name="connsiteY785" fmla="*/ 3657939 h 8304597"/>
              <a:gd name="connsiteX786" fmla="*/ 5453666 w 24377650"/>
              <a:gd name="connsiteY786" fmla="*/ 3604670 h 8304597"/>
              <a:gd name="connsiteX787" fmla="*/ 5445280 w 24377650"/>
              <a:gd name="connsiteY787" fmla="*/ 3595944 h 8304597"/>
              <a:gd name="connsiteX788" fmla="*/ 5462720 w 24377650"/>
              <a:gd name="connsiteY788" fmla="*/ 3597824 h 8304597"/>
              <a:gd name="connsiteX789" fmla="*/ 5469342 w 24377650"/>
              <a:gd name="connsiteY789" fmla="*/ 3580895 h 8304597"/>
              <a:gd name="connsiteX790" fmla="*/ 5491289 w 24377650"/>
              <a:gd name="connsiteY790" fmla="*/ 3565321 h 8304597"/>
              <a:gd name="connsiteX791" fmla="*/ 4204104 w 24377650"/>
              <a:gd name="connsiteY791" fmla="*/ 3471055 h 8304597"/>
              <a:gd name="connsiteX792" fmla="*/ 4187061 w 24377650"/>
              <a:gd name="connsiteY792" fmla="*/ 3477416 h 8304597"/>
              <a:gd name="connsiteX793" fmla="*/ 4181885 w 24377650"/>
              <a:gd name="connsiteY793" fmla="*/ 3477567 h 8304597"/>
              <a:gd name="connsiteX794" fmla="*/ 4191576 w 24377650"/>
              <a:gd name="connsiteY794" fmla="*/ 3473156 h 8304597"/>
              <a:gd name="connsiteX795" fmla="*/ 4210839 w 24377650"/>
              <a:gd name="connsiteY795" fmla="*/ 3468541 h 8304597"/>
              <a:gd name="connsiteX796" fmla="*/ 4215655 w 24377650"/>
              <a:gd name="connsiteY796" fmla="*/ 3469118 h 8304597"/>
              <a:gd name="connsiteX797" fmla="*/ 4204104 w 24377650"/>
              <a:gd name="connsiteY797" fmla="*/ 3471055 h 8304597"/>
              <a:gd name="connsiteX798" fmla="*/ 4058342 w 24377650"/>
              <a:gd name="connsiteY798" fmla="*/ 3468541 h 8304597"/>
              <a:gd name="connsiteX799" fmla="*/ 4058342 w 24377650"/>
              <a:gd name="connsiteY799" fmla="*/ 3543979 h 8304597"/>
              <a:gd name="connsiteX800" fmla="*/ 3905845 w 24377650"/>
              <a:gd name="connsiteY800" fmla="*/ 3505457 h 8304597"/>
              <a:gd name="connsiteX801" fmla="*/ 4058342 w 24377650"/>
              <a:gd name="connsiteY801" fmla="*/ 3468541 h 8304597"/>
              <a:gd name="connsiteX802" fmla="*/ 748886 w 24377650"/>
              <a:gd name="connsiteY802" fmla="*/ 3416083 h 8304597"/>
              <a:gd name="connsiteX803" fmla="*/ 756140 w 24377650"/>
              <a:gd name="connsiteY803" fmla="*/ 3428415 h 8304597"/>
              <a:gd name="connsiteX804" fmla="*/ 741929 w 24377650"/>
              <a:gd name="connsiteY804" fmla="*/ 3428415 h 8304597"/>
              <a:gd name="connsiteX805" fmla="*/ 4595903 w 24377650"/>
              <a:gd name="connsiteY805" fmla="*/ 3413698 h 8304597"/>
              <a:gd name="connsiteX806" fmla="*/ 4597594 w 24377650"/>
              <a:gd name="connsiteY806" fmla="*/ 3416154 h 8304597"/>
              <a:gd name="connsiteX807" fmla="*/ 4591280 w 24377650"/>
              <a:gd name="connsiteY807" fmla="*/ 3428415 h 8304597"/>
              <a:gd name="connsiteX808" fmla="*/ 4553789 w 24377650"/>
              <a:gd name="connsiteY808" fmla="*/ 3414570 h 8304597"/>
              <a:gd name="connsiteX809" fmla="*/ 5487150 w 24377650"/>
              <a:gd name="connsiteY809" fmla="*/ 3413467 h 8304597"/>
              <a:gd name="connsiteX810" fmla="*/ 5469342 w 24377650"/>
              <a:gd name="connsiteY810" fmla="*/ 3428415 h 8304597"/>
              <a:gd name="connsiteX811" fmla="*/ 5583314 w 24377650"/>
              <a:gd name="connsiteY811" fmla="*/ 3468541 h 8304597"/>
              <a:gd name="connsiteX812" fmla="*/ 5487150 w 24377650"/>
              <a:gd name="connsiteY812" fmla="*/ 3413467 h 8304597"/>
              <a:gd name="connsiteX813" fmla="*/ 4482123 w 24377650"/>
              <a:gd name="connsiteY813" fmla="*/ 3400727 h 8304597"/>
              <a:gd name="connsiteX814" fmla="*/ 4535046 w 24377650"/>
              <a:gd name="connsiteY814" fmla="*/ 3407649 h 8304597"/>
              <a:gd name="connsiteX815" fmla="*/ 4553789 w 24377650"/>
              <a:gd name="connsiteY815" fmla="*/ 3414570 h 8304597"/>
              <a:gd name="connsiteX816" fmla="*/ 4553757 w 24377650"/>
              <a:gd name="connsiteY816" fmla="*/ 3414571 h 8304597"/>
              <a:gd name="connsiteX817" fmla="*/ 4401862 w 24377650"/>
              <a:gd name="connsiteY817" fmla="*/ 3428415 h 8304597"/>
              <a:gd name="connsiteX818" fmla="*/ 4482123 w 24377650"/>
              <a:gd name="connsiteY818" fmla="*/ 3400727 h 8304597"/>
              <a:gd name="connsiteX819" fmla="*/ 2906687 w 24377650"/>
              <a:gd name="connsiteY819" fmla="*/ 3397943 h 8304597"/>
              <a:gd name="connsiteX820" fmla="*/ 2894322 w 24377650"/>
              <a:gd name="connsiteY820" fmla="*/ 3407072 h 8304597"/>
              <a:gd name="connsiteX821" fmla="*/ 2891136 w 24377650"/>
              <a:gd name="connsiteY821" fmla="*/ 3405342 h 8304597"/>
              <a:gd name="connsiteX822" fmla="*/ 2839970 w 24377650"/>
              <a:gd name="connsiteY822" fmla="*/ 3391498 h 8304597"/>
              <a:gd name="connsiteX823" fmla="*/ 2839970 w 24377650"/>
              <a:gd name="connsiteY823" fmla="*/ 3428415 h 8304597"/>
              <a:gd name="connsiteX824" fmla="*/ 2952336 w 24377650"/>
              <a:gd name="connsiteY824" fmla="*/ 3391498 h 8304597"/>
              <a:gd name="connsiteX825" fmla="*/ 2909321 w 24377650"/>
              <a:gd name="connsiteY825" fmla="*/ 3396689 h 8304597"/>
              <a:gd name="connsiteX826" fmla="*/ 2906687 w 24377650"/>
              <a:gd name="connsiteY826" fmla="*/ 3397943 h 8304597"/>
              <a:gd name="connsiteX827" fmla="*/ 2915416 w 24377650"/>
              <a:gd name="connsiteY827" fmla="*/ 3391498 h 8304597"/>
              <a:gd name="connsiteX828" fmla="*/ 2839970 w 24377650"/>
              <a:gd name="connsiteY828" fmla="*/ 3391498 h 8304597"/>
              <a:gd name="connsiteX829" fmla="*/ 2534975 w 24377650"/>
              <a:gd name="connsiteY829" fmla="*/ 3391498 h 8304597"/>
              <a:gd name="connsiteX830" fmla="*/ 2519728 w 24377650"/>
              <a:gd name="connsiteY830" fmla="*/ 3397269 h 8304597"/>
              <a:gd name="connsiteX831" fmla="*/ 2519926 w 24377650"/>
              <a:gd name="connsiteY831" fmla="*/ 3396113 h 8304597"/>
              <a:gd name="connsiteX832" fmla="*/ 2534975 w 24377650"/>
              <a:gd name="connsiteY832" fmla="*/ 3391498 h 8304597"/>
              <a:gd name="connsiteX833" fmla="*/ 741929 w 24377650"/>
              <a:gd name="connsiteY833" fmla="*/ 3391498 h 8304597"/>
              <a:gd name="connsiteX834" fmla="*/ 818981 w 24377650"/>
              <a:gd name="connsiteY834" fmla="*/ 3391498 h 8304597"/>
              <a:gd name="connsiteX835" fmla="*/ 753968 w 24377650"/>
              <a:gd name="connsiteY835" fmla="*/ 3407072 h 8304597"/>
              <a:gd name="connsiteX836" fmla="*/ 748886 w 24377650"/>
              <a:gd name="connsiteY836" fmla="*/ 3416083 h 8304597"/>
              <a:gd name="connsiteX837" fmla="*/ 747347 w 24377650"/>
              <a:gd name="connsiteY837" fmla="*/ 3413467 h 8304597"/>
              <a:gd name="connsiteX838" fmla="*/ 741929 w 24377650"/>
              <a:gd name="connsiteY838" fmla="*/ 3391498 h 8304597"/>
              <a:gd name="connsiteX839" fmla="*/ 5003540 w 24377650"/>
              <a:gd name="connsiteY839" fmla="*/ 3389314 h 8304597"/>
              <a:gd name="connsiteX840" fmla="*/ 5002736 w 24377650"/>
              <a:gd name="connsiteY840" fmla="*/ 3389843 h 8304597"/>
              <a:gd name="connsiteX841" fmla="*/ 4973325 w 24377650"/>
              <a:gd name="connsiteY841" fmla="*/ 3391498 h 8304597"/>
              <a:gd name="connsiteX842" fmla="*/ 6133707 w 24377650"/>
              <a:gd name="connsiteY842" fmla="*/ 3376451 h 8304597"/>
              <a:gd name="connsiteX843" fmla="*/ 6116251 w 24377650"/>
              <a:gd name="connsiteY843" fmla="*/ 3391498 h 8304597"/>
              <a:gd name="connsiteX844" fmla="*/ 6193303 w 24377650"/>
              <a:gd name="connsiteY844" fmla="*/ 3468541 h 8304597"/>
              <a:gd name="connsiteX845" fmla="*/ 6133707 w 24377650"/>
              <a:gd name="connsiteY845" fmla="*/ 3376451 h 8304597"/>
              <a:gd name="connsiteX846" fmla="*/ 4896274 w 24377650"/>
              <a:gd name="connsiteY846" fmla="*/ 3352977 h 8304597"/>
              <a:gd name="connsiteX847" fmla="*/ 4934800 w 24377650"/>
              <a:gd name="connsiteY847" fmla="*/ 3391498 h 8304597"/>
              <a:gd name="connsiteX848" fmla="*/ 4859354 w 24377650"/>
              <a:gd name="connsiteY848" fmla="*/ 3391498 h 8304597"/>
              <a:gd name="connsiteX849" fmla="*/ 4896274 w 24377650"/>
              <a:gd name="connsiteY849" fmla="*/ 3352977 h 8304597"/>
              <a:gd name="connsiteX850" fmla="*/ 4743777 w 24377650"/>
              <a:gd name="connsiteY850" fmla="*/ 3352977 h 8304597"/>
              <a:gd name="connsiteX851" fmla="*/ 4743777 w 24377650"/>
              <a:gd name="connsiteY851" fmla="*/ 3391498 h 8304597"/>
              <a:gd name="connsiteX852" fmla="*/ 4782302 w 24377650"/>
              <a:gd name="connsiteY852" fmla="*/ 3391498 h 8304597"/>
              <a:gd name="connsiteX853" fmla="*/ 4743777 w 24377650"/>
              <a:gd name="connsiteY853" fmla="*/ 3352977 h 8304597"/>
              <a:gd name="connsiteX854" fmla="*/ 3981290 w 24377650"/>
              <a:gd name="connsiteY854" fmla="*/ 3352977 h 8304597"/>
              <a:gd name="connsiteX855" fmla="*/ 4019817 w 24377650"/>
              <a:gd name="connsiteY855" fmla="*/ 3352977 h 8304597"/>
              <a:gd name="connsiteX856" fmla="*/ 3981290 w 24377650"/>
              <a:gd name="connsiteY856" fmla="*/ 3352977 h 8304597"/>
              <a:gd name="connsiteX857" fmla="*/ 1010004 w 24377650"/>
              <a:gd name="connsiteY857" fmla="*/ 3352977 h 8304597"/>
              <a:gd name="connsiteX858" fmla="*/ 1122370 w 24377650"/>
              <a:gd name="connsiteY858" fmla="*/ 3428415 h 8304597"/>
              <a:gd name="connsiteX859" fmla="*/ 1237947 w 24377650"/>
              <a:gd name="connsiteY859" fmla="*/ 3391498 h 8304597"/>
              <a:gd name="connsiteX860" fmla="*/ 1237947 w 24377650"/>
              <a:gd name="connsiteY860" fmla="*/ 3428415 h 8304597"/>
              <a:gd name="connsiteX861" fmla="*/ 1351918 w 24377650"/>
              <a:gd name="connsiteY861" fmla="*/ 3428415 h 8304597"/>
              <a:gd name="connsiteX862" fmla="*/ 1314997 w 24377650"/>
              <a:gd name="connsiteY862" fmla="*/ 3468541 h 8304597"/>
              <a:gd name="connsiteX863" fmla="*/ 1274867 w 24377650"/>
              <a:gd name="connsiteY863" fmla="*/ 3428415 h 8304597"/>
              <a:gd name="connsiteX864" fmla="*/ 741929 w 24377650"/>
              <a:gd name="connsiteY864" fmla="*/ 3468541 h 8304597"/>
              <a:gd name="connsiteX865" fmla="*/ 756376 w 24377650"/>
              <a:gd name="connsiteY865" fmla="*/ 3428816 h 8304597"/>
              <a:gd name="connsiteX866" fmla="*/ 756140 w 24377650"/>
              <a:gd name="connsiteY866" fmla="*/ 3428415 h 8304597"/>
              <a:gd name="connsiteX867" fmla="*/ 842658 w 24377650"/>
              <a:gd name="connsiteY867" fmla="*/ 3428415 h 8304597"/>
              <a:gd name="connsiteX868" fmla="*/ 969873 w 24377650"/>
              <a:gd name="connsiteY868" fmla="*/ 3428415 h 8304597"/>
              <a:gd name="connsiteX869" fmla="*/ 1010004 w 24377650"/>
              <a:gd name="connsiteY869" fmla="*/ 3352977 h 8304597"/>
              <a:gd name="connsiteX870" fmla="*/ 4863492 w 24377650"/>
              <a:gd name="connsiteY870" fmla="*/ 3337403 h 8304597"/>
              <a:gd name="connsiteX871" fmla="*/ 4820828 w 24377650"/>
              <a:gd name="connsiteY871" fmla="*/ 3352977 h 8304597"/>
              <a:gd name="connsiteX872" fmla="*/ 4820828 w 24377650"/>
              <a:gd name="connsiteY872" fmla="*/ 3428415 h 8304597"/>
              <a:gd name="connsiteX873" fmla="*/ 5087296 w 24377650"/>
              <a:gd name="connsiteY873" fmla="*/ 3468541 h 8304597"/>
              <a:gd name="connsiteX874" fmla="*/ 5125822 w 24377650"/>
              <a:gd name="connsiteY874" fmla="*/ 3352977 h 8304597"/>
              <a:gd name="connsiteX875" fmla="*/ 5048771 w 24377650"/>
              <a:gd name="connsiteY875" fmla="*/ 3352977 h 8304597"/>
              <a:gd name="connsiteX876" fmla="*/ 5039942 w 24377650"/>
              <a:gd name="connsiteY876" fmla="*/ 3386683 h 8304597"/>
              <a:gd name="connsiteX877" fmla="*/ 5003540 w 24377650"/>
              <a:gd name="connsiteY877" fmla="*/ 3389314 h 8304597"/>
              <a:gd name="connsiteX878" fmla="*/ 5009367 w 24377650"/>
              <a:gd name="connsiteY878" fmla="*/ 3385479 h 8304597"/>
              <a:gd name="connsiteX879" fmla="*/ 4896274 w 24377650"/>
              <a:gd name="connsiteY879" fmla="*/ 3352977 h 8304597"/>
              <a:gd name="connsiteX880" fmla="*/ 4863492 w 24377650"/>
              <a:gd name="connsiteY880" fmla="*/ 3337403 h 8304597"/>
              <a:gd name="connsiteX881" fmla="*/ 1892305 w 24377650"/>
              <a:gd name="connsiteY881" fmla="*/ 3337403 h 8304597"/>
              <a:gd name="connsiteX882" fmla="*/ 1884855 w 24377650"/>
              <a:gd name="connsiteY882" fmla="*/ 3352977 h 8304597"/>
              <a:gd name="connsiteX883" fmla="*/ 2000433 w 24377650"/>
              <a:gd name="connsiteY883" fmla="*/ 3352977 h 8304597"/>
              <a:gd name="connsiteX884" fmla="*/ 1892305 w 24377650"/>
              <a:gd name="connsiteY884" fmla="*/ 3337403 h 8304597"/>
              <a:gd name="connsiteX885" fmla="*/ 3676296 w 24377650"/>
              <a:gd name="connsiteY885" fmla="*/ 3316060 h 8304597"/>
              <a:gd name="connsiteX886" fmla="*/ 3600851 w 24377650"/>
              <a:gd name="connsiteY886" fmla="*/ 3352977 h 8304597"/>
              <a:gd name="connsiteX887" fmla="*/ 3562525 w 24377650"/>
              <a:gd name="connsiteY887" fmla="*/ 3352977 h 8304597"/>
              <a:gd name="connsiteX888" fmla="*/ 3562324 w 24377650"/>
              <a:gd name="connsiteY888" fmla="*/ 3352977 h 8304597"/>
              <a:gd name="connsiteX889" fmla="*/ 3525405 w 24377650"/>
              <a:gd name="connsiteY889" fmla="*/ 3352977 h 8304597"/>
              <a:gd name="connsiteX890" fmla="*/ 3525405 w 24377650"/>
              <a:gd name="connsiteY890" fmla="*/ 3391498 h 8304597"/>
              <a:gd name="connsiteX891" fmla="*/ 3562324 w 24377650"/>
              <a:gd name="connsiteY891" fmla="*/ 3428415 h 8304597"/>
              <a:gd name="connsiteX892" fmla="*/ 3676296 w 24377650"/>
              <a:gd name="connsiteY892" fmla="*/ 3428415 h 8304597"/>
              <a:gd name="connsiteX893" fmla="*/ 3791873 w 24377650"/>
              <a:gd name="connsiteY893" fmla="*/ 3391498 h 8304597"/>
              <a:gd name="connsiteX894" fmla="*/ 3867319 w 24377650"/>
              <a:gd name="connsiteY894" fmla="*/ 3391498 h 8304597"/>
              <a:gd name="connsiteX895" fmla="*/ 3905845 w 24377650"/>
              <a:gd name="connsiteY895" fmla="*/ 3352977 h 8304597"/>
              <a:gd name="connsiteX896" fmla="*/ 3676296 w 24377650"/>
              <a:gd name="connsiteY896" fmla="*/ 3316060 h 8304597"/>
              <a:gd name="connsiteX897" fmla="*/ 3181884 w 24377650"/>
              <a:gd name="connsiteY897" fmla="*/ 3316060 h 8304597"/>
              <a:gd name="connsiteX898" fmla="*/ 3184009 w 24377650"/>
              <a:gd name="connsiteY898" fmla="*/ 3318751 h 8304597"/>
              <a:gd name="connsiteX899" fmla="*/ 3179920 w 24377650"/>
              <a:gd name="connsiteY899" fmla="*/ 3318480 h 8304597"/>
              <a:gd name="connsiteX900" fmla="*/ 2839970 w 24377650"/>
              <a:gd name="connsiteY900" fmla="*/ 3316060 h 8304597"/>
              <a:gd name="connsiteX901" fmla="*/ 2799839 w 24377650"/>
              <a:gd name="connsiteY901" fmla="*/ 3352977 h 8304597"/>
              <a:gd name="connsiteX902" fmla="*/ 2952336 w 24377650"/>
              <a:gd name="connsiteY902" fmla="*/ 3352977 h 8304597"/>
              <a:gd name="connsiteX903" fmla="*/ 2915416 w 24377650"/>
              <a:gd name="connsiteY903" fmla="*/ 3352977 h 8304597"/>
              <a:gd name="connsiteX904" fmla="*/ 2839970 w 24377650"/>
              <a:gd name="connsiteY904" fmla="*/ 3316060 h 8304597"/>
              <a:gd name="connsiteX905" fmla="*/ 2692489 w 24377650"/>
              <a:gd name="connsiteY905" fmla="*/ 3299708 h 8304597"/>
              <a:gd name="connsiteX906" fmla="*/ 2647342 w 24377650"/>
              <a:gd name="connsiteY906" fmla="*/ 3316060 h 8304597"/>
              <a:gd name="connsiteX907" fmla="*/ 2610421 w 24377650"/>
              <a:gd name="connsiteY907" fmla="*/ 3391498 h 8304597"/>
              <a:gd name="connsiteX908" fmla="*/ 2687472 w 24377650"/>
              <a:gd name="connsiteY908" fmla="*/ 3391498 h 8304597"/>
              <a:gd name="connsiteX909" fmla="*/ 2762918 w 24377650"/>
              <a:gd name="connsiteY909" fmla="*/ 3352977 h 8304597"/>
              <a:gd name="connsiteX910" fmla="*/ 2692489 w 24377650"/>
              <a:gd name="connsiteY910" fmla="*/ 3299708 h 8304597"/>
              <a:gd name="connsiteX911" fmla="*/ 2354988 w 24377650"/>
              <a:gd name="connsiteY911" fmla="*/ 3299131 h 8304597"/>
              <a:gd name="connsiteX912" fmla="*/ 2342347 w 24377650"/>
              <a:gd name="connsiteY912" fmla="*/ 3316060 h 8304597"/>
              <a:gd name="connsiteX913" fmla="*/ 2457924 w 24377650"/>
              <a:gd name="connsiteY913" fmla="*/ 3391498 h 8304597"/>
              <a:gd name="connsiteX914" fmla="*/ 2382478 w 24377650"/>
              <a:gd name="connsiteY914" fmla="*/ 3428415 h 8304597"/>
              <a:gd name="connsiteX915" fmla="*/ 2504827 w 24377650"/>
              <a:gd name="connsiteY915" fmla="*/ 3402909 h 8304597"/>
              <a:gd name="connsiteX916" fmla="*/ 2519728 w 24377650"/>
              <a:gd name="connsiteY916" fmla="*/ 3397269 h 8304597"/>
              <a:gd name="connsiteX917" fmla="*/ 2518045 w 24377650"/>
              <a:gd name="connsiteY917" fmla="*/ 3407072 h 8304597"/>
              <a:gd name="connsiteX918" fmla="*/ 2534975 w 24377650"/>
              <a:gd name="connsiteY918" fmla="*/ 3428415 h 8304597"/>
              <a:gd name="connsiteX919" fmla="*/ 2610421 w 24377650"/>
              <a:gd name="connsiteY919" fmla="*/ 3428415 h 8304597"/>
              <a:gd name="connsiteX920" fmla="*/ 2610421 w 24377650"/>
              <a:gd name="connsiteY920" fmla="*/ 3316060 h 8304597"/>
              <a:gd name="connsiteX921" fmla="*/ 2494844 w 24377650"/>
              <a:gd name="connsiteY921" fmla="*/ 3352977 h 8304597"/>
              <a:gd name="connsiteX922" fmla="*/ 2457924 w 24377650"/>
              <a:gd name="connsiteY922" fmla="*/ 3316060 h 8304597"/>
              <a:gd name="connsiteX923" fmla="*/ 2354988 w 24377650"/>
              <a:gd name="connsiteY923" fmla="*/ 3299131 h 8304597"/>
              <a:gd name="connsiteX924" fmla="*/ 3409827 w 24377650"/>
              <a:gd name="connsiteY924" fmla="*/ 3275933 h 8304597"/>
              <a:gd name="connsiteX925" fmla="*/ 3143358 w 24377650"/>
              <a:gd name="connsiteY925" fmla="*/ 3316060 h 8304597"/>
              <a:gd name="connsiteX926" fmla="*/ 3179920 w 24377650"/>
              <a:gd name="connsiteY926" fmla="*/ 3318480 h 8304597"/>
              <a:gd name="connsiteX927" fmla="*/ 3164076 w 24377650"/>
              <a:gd name="connsiteY927" fmla="*/ 3338005 h 8304597"/>
              <a:gd name="connsiteX928" fmla="*/ 3067913 w 24377650"/>
              <a:gd name="connsiteY928" fmla="*/ 3391498 h 8304597"/>
              <a:gd name="connsiteX929" fmla="*/ 3372907 w 24377650"/>
              <a:gd name="connsiteY929" fmla="*/ 3352977 h 8304597"/>
              <a:gd name="connsiteX930" fmla="*/ 3220410 w 24377650"/>
              <a:gd name="connsiteY930" fmla="*/ 3352977 h 8304597"/>
              <a:gd name="connsiteX931" fmla="*/ 3198739 w 24377650"/>
              <a:gd name="connsiteY931" fmla="*/ 3337403 h 8304597"/>
              <a:gd name="connsiteX932" fmla="*/ 3184009 w 24377650"/>
              <a:gd name="connsiteY932" fmla="*/ 3318751 h 8304597"/>
              <a:gd name="connsiteX933" fmla="*/ 3212308 w 24377650"/>
              <a:gd name="connsiteY933" fmla="*/ 3320624 h 8304597"/>
              <a:gd name="connsiteX934" fmla="*/ 3409827 w 24377650"/>
              <a:gd name="connsiteY934" fmla="*/ 3275933 h 8304597"/>
              <a:gd name="connsiteX935" fmla="*/ 894426 w 24377650"/>
              <a:gd name="connsiteY935" fmla="*/ 3275933 h 8304597"/>
              <a:gd name="connsiteX936" fmla="*/ 1010004 w 24377650"/>
              <a:gd name="connsiteY936" fmla="*/ 3275933 h 8304597"/>
              <a:gd name="connsiteX937" fmla="*/ 894426 w 24377650"/>
              <a:gd name="connsiteY937" fmla="*/ 3275933 h 8304597"/>
              <a:gd name="connsiteX938" fmla="*/ 652036 w 24377650"/>
              <a:gd name="connsiteY938" fmla="*/ 3229186 h 8304597"/>
              <a:gd name="connsiteX939" fmla="*/ 552512 w 24377650"/>
              <a:gd name="connsiteY939" fmla="*/ 3275933 h 8304597"/>
              <a:gd name="connsiteX940" fmla="*/ 780455 w 24377650"/>
              <a:gd name="connsiteY940" fmla="*/ 3239017 h 8304597"/>
              <a:gd name="connsiteX941" fmla="*/ 652036 w 24377650"/>
              <a:gd name="connsiteY941" fmla="*/ 3229186 h 8304597"/>
              <a:gd name="connsiteX942" fmla="*/ 56494 w 24377650"/>
              <a:gd name="connsiteY942" fmla="*/ 3123453 h 8304597"/>
              <a:gd name="connsiteX943" fmla="*/ 95020 w 24377650"/>
              <a:gd name="connsiteY943" fmla="*/ 3163579 h 8304597"/>
              <a:gd name="connsiteX944" fmla="*/ 170466 w 24377650"/>
              <a:gd name="connsiteY944" fmla="*/ 3123453 h 8304597"/>
              <a:gd name="connsiteX945" fmla="*/ 133546 w 24377650"/>
              <a:gd name="connsiteY945" fmla="*/ 3200495 h 8304597"/>
              <a:gd name="connsiteX946" fmla="*/ 56494 w 24377650"/>
              <a:gd name="connsiteY946" fmla="*/ 3163579 h 8304597"/>
              <a:gd name="connsiteX947" fmla="*/ 18170 w 24377650"/>
              <a:gd name="connsiteY947" fmla="*/ 3186852 h 8304597"/>
              <a:gd name="connsiteX948" fmla="*/ 0 w 24377650"/>
              <a:gd name="connsiteY948" fmla="*/ 3212385 h 8304597"/>
              <a:gd name="connsiteX949" fmla="*/ 0 w 24377650"/>
              <a:gd name="connsiteY949" fmla="*/ 3145666 h 8304597"/>
              <a:gd name="connsiteX950" fmla="*/ 4324 w 24377650"/>
              <a:gd name="connsiteY950" fmla="*/ 3143516 h 8304597"/>
              <a:gd name="connsiteX951" fmla="*/ 56494 w 24377650"/>
              <a:gd name="connsiteY951" fmla="*/ 3123453 h 8304597"/>
              <a:gd name="connsiteX952" fmla="*/ 3104833 w 24377650"/>
              <a:gd name="connsiteY952" fmla="*/ 3086536 h 8304597"/>
              <a:gd name="connsiteX953" fmla="*/ 3067913 w 24377650"/>
              <a:gd name="connsiteY953" fmla="*/ 3163579 h 8304597"/>
              <a:gd name="connsiteX954" fmla="*/ 3104833 w 24377650"/>
              <a:gd name="connsiteY954" fmla="*/ 3086536 h 8304597"/>
              <a:gd name="connsiteX955" fmla="*/ 4015602 w 24377650"/>
              <a:gd name="connsiteY955" fmla="*/ 3076053 h 8304597"/>
              <a:gd name="connsiteX956" fmla="*/ 3981290 w 24377650"/>
              <a:gd name="connsiteY956" fmla="*/ 3086536 h 8304597"/>
              <a:gd name="connsiteX957" fmla="*/ 4096868 w 24377650"/>
              <a:gd name="connsiteY957" fmla="*/ 3123453 h 8304597"/>
              <a:gd name="connsiteX958" fmla="*/ 4015602 w 24377650"/>
              <a:gd name="connsiteY958" fmla="*/ 3076053 h 8304597"/>
              <a:gd name="connsiteX959" fmla="*/ 4205165 w 24377650"/>
              <a:gd name="connsiteY959" fmla="*/ 3074587 h 8304597"/>
              <a:gd name="connsiteX960" fmla="*/ 4210839 w 24377650"/>
              <a:gd name="connsiteY960" fmla="*/ 3076705 h 8304597"/>
              <a:gd name="connsiteX961" fmla="*/ 4214868 w 24377650"/>
              <a:gd name="connsiteY961" fmla="*/ 3081850 h 8304597"/>
              <a:gd name="connsiteX962" fmla="*/ 4207578 w 24377650"/>
              <a:gd name="connsiteY962" fmla="*/ 3080442 h 8304597"/>
              <a:gd name="connsiteX963" fmla="*/ 3562324 w 24377650"/>
              <a:gd name="connsiteY963" fmla="*/ 3048015 h 8304597"/>
              <a:gd name="connsiteX964" fmla="*/ 3639376 w 24377650"/>
              <a:gd name="connsiteY964" fmla="*/ 3048015 h 8304597"/>
              <a:gd name="connsiteX965" fmla="*/ 3562324 w 24377650"/>
              <a:gd name="connsiteY965" fmla="*/ 3086536 h 8304597"/>
              <a:gd name="connsiteX966" fmla="*/ 3557709 w 24377650"/>
              <a:gd name="connsiteY966" fmla="*/ 3086536 h 8304597"/>
              <a:gd name="connsiteX967" fmla="*/ 3534961 w 24377650"/>
              <a:gd name="connsiteY967" fmla="*/ 3086536 h 8304597"/>
              <a:gd name="connsiteX968" fmla="*/ 3525405 w 24377650"/>
              <a:gd name="connsiteY968" fmla="*/ 3086536 h 8304597"/>
              <a:gd name="connsiteX969" fmla="*/ 3562324 w 24377650"/>
              <a:gd name="connsiteY969" fmla="*/ 3048015 h 8304597"/>
              <a:gd name="connsiteX970" fmla="*/ 3409827 w 24377650"/>
              <a:gd name="connsiteY970" fmla="*/ 3048015 h 8304597"/>
              <a:gd name="connsiteX971" fmla="*/ 3486879 w 24377650"/>
              <a:gd name="connsiteY971" fmla="*/ 3048015 h 8304597"/>
              <a:gd name="connsiteX972" fmla="*/ 3486879 w 24377650"/>
              <a:gd name="connsiteY972" fmla="*/ 3086536 h 8304597"/>
              <a:gd name="connsiteX973" fmla="*/ 3448353 w 24377650"/>
              <a:gd name="connsiteY973" fmla="*/ 3123453 h 8304597"/>
              <a:gd name="connsiteX974" fmla="*/ 3409827 w 24377650"/>
              <a:gd name="connsiteY974" fmla="*/ 3086536 h 8304597"/>
              <a:gd name="connsiteX975" fmla="*/ 3409827 w 24377650"/>
              <a:gd name="connsiteY975" fmla="*/ 3048015 h 8304597"/>
              <a:gd name="connsiteX976" fmla="*/ 4629805 w 24377650"/>
              <a:gd name="connsiteY976" fmla="*/ 3009493 h 8304597"/>
              <a:gd name="connsiteX977" fmla="*/ 4629805 w 24377650"/>
              <a:gd name="connsiteY977" fmla="*/ 3048015 h 8304597"/>
              <a:gd name="connsiteX978" fmla="*/ 4706856 w 24377650"/>
              <a:gd name="connsiteY978" fmla="*/ 3009493 h 8304597"/>
              <a:gd name="connsiteX979" fmla="*/ 4629805 w 24377650"/>
              <a:gd name="connsiteY979" fmla="*/ 3009493 h 8304597"/>
              <a:gd name="connsiteX980" fmla="*/ 4401862 w 24377650"/>
              <a:gd name="connsiteY980" fmla="*/ 3009493 h 8304597"/>
              <a:gd name="connsiteX981" fmla="*/ 4438782 w 24377650"/>
              <a:gd name="connsiteY981" fmla="*/ 3123453 h 8304597"/>
              <a:gd name="connsiteX982" fmla="*/ 4515834 w 24377650"/>
              <a:gd name="connsiteY982" fmla="*/ 3086536 h 8304597"/>
              <a:gd name="connsiteX983" fmla="*/ 4554359 w 24377650"/>
              <a:gd name="connsiteY983" fmla="*/ 3048015 h 8304597"/>
              <a:gd name="connsiteX984" fmla="*/ 4401862 w 24377650"/>
              <a:gd name="connsiteY984" fmla="*/ 3009493 h 8304597"/>
              <a:gd name="connsiteX985" fmla="*/ 3334382 w 24377650"/>
              <a:gd name="connsiteY985" fmla="*/ 3009493 h 8304597"/>
              <a:gd name="connsiteX986" fmla="*/ 3372907 w 24377650"/>
              <a:gd name="connsiteY986" fmla="*/ 3086536 h 8304597"/>
              <a:gd name="connsiteX987" fmla="*/ 3257330 w 24377650"/>
              <a:gd name="connsiteY987" fmla="*/ 3086536 h 8304597"/>
              <a:gd name="connsiteX988" fmla="*/ 3257330 w 24377650"/>
              <a:gd name="connsiteY988" fmla="*/ 3123453 h 8304597"/>
              <a:gd name="connsiteX989" fmla="*/ 3295856 w 24377650"/>
              <a:gd name="connsiteY989" fmla="*/ 3123453 h 8304597"/>
              <a:gd name="connsiteX990" fmla="*/ 3372907 w 24377650"/>
              <a:gd name="connsiteY990" fmla="*/ 3123453 h 8304597"/>
              <a:gd name="connsiteX991" fmla="*/ 3181884 w 24377650"/>
              <a:gd name="connsiteY991" fmla="*/ 3163579 h 8304597"/>
              <a:gd name="connsiteX992" fmla="*/ 3104833 w 24377650"/>
              <a:gd name="connsiteY992" fmla="*/ 3123453 h 8304597"/>
              <a:gd name="connsiteX993" fmla="*/ 3220410 w 24377650"/>
              <a:gd name="connsiteY993" fmla="*/ 3123453 h 8304597"/>
              <a:gd name="connsiteX994" fmla="*/ 3143358 w 24377650"/>
              <a:gd name="connsiteY994" fmla="*/ 3086536 h 8304597"/>
              <a:gd name="connsiteX995" fmla="*/ 3334382 w 24377650"/>
              <a:gd name="connsiteY995" fmla="*/ 3009493 h 8304597"/>
              <a:gd name="connsiteX996" fmla="*/ 3828793 w 24377650"/>
              <a:gd name="connsiteY996" fmla="*/ 2934055 h 8304597"/>
              <a:gd name="connsiteX997" fmla="*/ 3714822 w 24377650"/>
              <a:gd name="connsiteY997" fmla="*/ 2970972 h 8304597"/>
              <a:gd name="connsiteX998" fmla="*/ 3828793 w 24377650"/>
              <a:gd name="connsiteY998" fmla="*/ 2934055 h 8304597"/>
              <a:gd name="connsiteX999" fmla="*/ 3639376 w 24377650"/>
              <a:gd name="connsiteY999" fmla="*/ 2934055 h 8304597"/>
              <a:gd name="connsiteX1000" fmla="*/ 3562324 w 24377650"/>
              <a:gd name="connsiteY1000" fmla="*/ 2970972 h 8304597"/>
              <a:gd name="connsiteX1001" fmla="*/ 3639376 w 24377650"/>
              <a:gd name="connsiteY1001" fmla="*/ 2934055 h 8304597"/>
              <a:gd name="connsiteX1002" fmla="*/ 3448353 w 24377650"/>
              <a:gd name="connsiteY1002" fmla="*/ 2934055 h 8304597"/>
              <a:gd name="connsiteX1003" fmla="*/ 3486879 w 24377650"/>
              <a:gd name="connsiteY1003" fmla="*/ 2934055 h 8304597"/>
              <a:gd name="connsiteX1004" fmla="*/ 3486879 w 24377650"/>
              <a:gd name="connsiteY1004" fmla="*/ 2970972 h 8304597"/>
              <a:gd name="connsiteX1005" fmla="*/ 3448353 w 24377650"/>
              <a:gd name="connsiteY1005" fmla="*/ 2934055 h 8304597"/>
              <a:gd name="connsiteX1006" fmla="*/ 3486879 w 24377650"/>
              <a:gd name="connsiteY1006" fmla="*/ 2858617 h 8304597"/>
              <a:gd name="connsiteX1007" fmla="*/ 3525405 w 24377650"/>
              <a:gd name="connsiteY1007" fmla="*/ 2858617 h 8304597"/>
              <a:gd name="connsiteX1008" fmla="*/ 3525405 w 24377650"/>
              <a:gd name="connsiteY1008" fmla="*/ 2895534 h 8304597"/>
              <a:gd name="connsiteX1009" fmla="*/ 3525405 w 24377650"/>
              <a:gd name="connsiteY1009" fmla="*/ 2934055 h 8304597"/>
              <a:gd name="connsiteX1010" fmla="*/ 3486879 w 24377650"/>
              <a:gd name="connsiteY1010" fmla="*/ 2895534 h 8304597"/>
              <a:gd name="connsiteX1011" fmla="*/ 3486879 w 24377650"/>
              <a:gd name="connsiteY1011" fmla="*/ 2890919 h 8304597"/>
              <a:gd name="connsiteX1012" fmla="*/ 3486879 w 24377650"/>
              <a:gd name="connsiteY1012" fmla="*/ 2879960 h 8304597"/>
              <a:gd name="connsiteX1013" fmla="*/ 3486879 w 24377650"/>
              <a:gd name="connsiteY1013" fmla="*/ 2874191 h 8304597"/>
              <a:gd name="connsiteX1014" fmla="*/ 3486879 w 24377650"/>
              <a:gd name="connsiteY1014" fmla="*/ 2863232 h 8304597"/>
              <a:gd name="connsiteX1015" fmla="*/ 3486879 w 24377650"/>
              <a:gd name="connsiteY1015" fmla="*/ 2858617 h 8304597"/>
              <a:gd name="connsiteX1016" fmla="*/ 1931357 w 24377650"/>
              <a:gd name="connsiteY1016" fmla="*/ 2841689 h 8304597"/>
              <a:gd name="connsiteX1017" fmla="*/ 1924986 w 24377650"/>
              <a:gd name="connsiteY1017" fmla="*/ 2858617 h 8304597"/>
              <a:gd name="connsiteX1018" fmla="*/ 1884855 w 24377650"/>
              <a:gd name="connsiteY1018" fmla="*/ 2895534 h 8304597"/>
              <a:gd name="connsiteX1019" fmla="*/ 2000433 w 24377650"/>
              <a:gd name="connsiteY1019" fmla="*/ 2858617 h 8304597"/>
              <a:gd name="connsiteX1020" fmla="*/ 1931357 w 24377650"/>
              <a:gd name="connsiteY1020" fmla="*/ 2841689 h 8304597"/>
              <a:gd name="connsiteX1021" fmla="*/ 3867319 w 24377650"/>
              <a:gd name="connsiteY1021" fmla="*/ 2781574 h 8304597"/>
              <a:gd name="connsiteX1022" fmla="*/ 3676296 w 24377650"/>
              <a:gd name="connsiteY1022" fmla="*/ 2818491 h 8304597"/>
              <a:gd name="connsiteX1023" fmla="*/ 3867319 w 24377650"/>
              <a:gd name="connsiteY1023" fmla="*/ 2781574 h 8304597"/>
              <a:gd name="connsiteX1024" fmla="*/ 1237947 w 24377650"/>
              <a:gd name="connsiteY1024" fmla="*/ 2781574 h 8304597"/>
              <a:gd name="connsiteX1025" fmla="*/ 1199421 w 24377650"/>
              <a:gd name="connsiteY1025" fmla="*/ 2818491 h 8304597"/>
              <a:gd name="connsiteX1026" fmla="*/ 1237947 w 24377650"/>
              <a:gd name="connsiteY1026" fmla="*/ 2818491 h 8304597"/>
              <a:gd name="connsiteX1027" fmla="*/ 1237947 w 24377650"/>
              <a:gd name="connsiteY1027" fmla="*/ 2781574 h 8304597"/>
              <a:gd name="connsiteX1028" fmla="*/ 24031208 w 24377650"/>
              <a:gd name="connsiteY1028" fmla="*/ 2765323 h 8304597"/>
              <a:gd name="connsiteX1029" fmla="*/ 23990526 w 24377650"/>
              <a:gd name="connsiteY1029" fmla="*/ 2781574 h 8304597"/>
              <a:gd name="connsiteX1030" fmla="*/ 23990526 w 24377650"/>
              <a:gd name="connsiteY1030" fmla="*/ 2818491 h 8304597"/>
              <a:gd name="connsiteX1031" fmla="*/ 23762582 w 24377650"/>
              <a:gd name="connsiteY1031" fmla="*/ 2858617 h 8304597"/>
              <a:gd name="connsiteX1032" fmla="*/ 24029050 w 24377650"/>
              <a:gd name="connsiteY1032" fmla="*/ 2858617 h 8304597"/>
              <a:gd name="connsiteX1033" fmla="*/ 23915080 w 24377650"/>
              <a:gd name="connsiteY1033" fmla="*/ 2895534 h 8304597"/>
              <a:gd name="connsiteX1034" fmla="*/ 23799502 w 24377650"/>
              <a:gd name="connsiteY1034" fmla="*/ 2858617 h 8304597"/>
              <a:gd name="connsiteX1035" fmla="*/ 23915080 w 24377650"/>
              <a:gd name="connsiteY1035" fmla="*/ 2895534 h 8304597"/>
              <a:gd name="connsiteX1036" fmla="*/ 24256994 w 24377650"/>
              <a:gd name="connsiteY1036" fmla="*/ 2934055 h 8304597"/>
              <a:gd name="connsiteX1037" fmla="*/ 24067576 w 24377650"/>
              <a:gd name="connsiteY1037" fmla="*/ 2858617 h 8304597"/>
              <a:gd name="connsiteX1038" fmla="*/ 24029050 w 24377650"/>
              <a:gd name="connsiteY1038" fmla="*/ 2818491 h 8304597"/>
              <a:gd name="connsiteX1039" fmla="*/ 24181548 w 24377650"/>
              <a:gd name="connsiteY1039" fmla="*/ 2781574 h 8304597"/>
              <a:gd name="connsiteX1040" fmla="*/ 24031208 w 24377650"/>
              <a:gd name="connsiteY1040" fmla="*/ 2765323 h 8304597"/>
              <a:gd name="connsiteX1041" fmla="*/ 1542941 w 24377650"/>
              <a:gd name="connsiteY1041" fmla="*/ 2706136 h 8304597"/>
              <a:gd name="connsiteX1042" fmla="*/ 1467495 w 24377650"/>
              <a:gd name="connsiteY1042" fmla="*/ 2743053 h 8304597"/>
              <a:gd name="connsiteX1043" fmla="*/ 1542941 w 24377650"/>
              <a:gd name="connsiteY1043" fmla="*/ 2706136 h 8304597"/>
              <a:gd name="connsiteX1044" fmla="*/ 1322091 w 24377650"/>
              <a:gd name="connsiteY1044" fmla="*/ 2691079 h 8304597"/>
              <a:gd name="connsiteX1045" fmla="*/ 1351918 w 24377650"/>
              <a:gd name="connsiteY1045" fmla="*/ 2706136 h 8304597"/>
              <a:gd name="connsiteX1046" fmla="*/ 1333458 w 24377650"/>
              <a:gd name="connsiteY1046" fmla="*/ 2701321 h 8304597"/>
              <a:gd name="connsiteX1047" fmla="*/ 23647006 w 24377650"/>
              <a:gd name="connsiteY1047" fmla="*/ 2667615 h 8304597"/>
              <a:gd name="connsiteX1048" fmla="*/ 23762582 w 24377650"/>
              <a:gd name="connsiteY1048" fmla="*/ 2706136 h 8304597"/>
              <a:gd name="connsiteX1049" fmla="*/ 23647006 w 24377650"/>
              <a:gd name="connsiteY1049" fmla="*/ 2667615 h 8304597"/>
              <a:gd name="connsiteX1050" fmla="*/ 1219311 w 24377650"/>
              <a:gd name="connsiteY1050" fmla="*/ 2651364 h 8304597"/>
              <a:gd name="connsiteX1051" fmla="*/ 1237947 w 24377650"/>
              <a:gd name="connsiteY1051" fmla="*/ 2667615 h 8304597"/>
              <a:gd name="connsiteX1052" fmla="*/ 1162501 w 24377650"/>
              <a:gd name="connsiteY1052" fmla="*/ 2667615 h 8304597"/>
              <a:gd name="connsiteX1053" fmla="*/ 1162501 w 24377650"/>
              <a:gd name="connsiteY1053" fmla="*/ 2706136 h 8304597"/>
              <a:gd name="connsiteX1054" fmla="*/ 1085449 w 24377650"/>
              <a:gd name="connsiteY1054" fmla="*/ 2667615 h 8304597"/>
              <a:gd name="connsiteX1055" fmla="*/ 1219311 w 24377650"/>
              <a:gd name="connsiteY1055" fmla="*/ 2651364 h 8304597"/>
              <a:gd name="connsiteX1056" fmla="*/ 4286718 w 24377650"/>
              <a:gd name="connsiteY1056" fmla="*/ 2633758 h 8304597"/>
              <a:gd name="connsiteX1057" fmla="*/ 4172314 w 24377650"/>
              <a:gd name="connsiteY1057" fmla="*/ 2667615 h 8304597"/>
              <a:gd name="connsiteX1058" fmla="*/ 4324811 w 24377650"/>
              <a:gd name="connsiteY1058" fmla="*/ 2667615 h 8304597"/>
              <a:gd name="connsiteX1059" fmla="*/ 4286718 w 24377650"/>
              <a:gd name="connsiteY1059" fmla="*/ 2633758 h 8304597"/>
              <a:gd name="connsiteX1060" fmla="*/ 21398074 w 24377650"/>
              <a:gd name="connsiteY1060" fmla="*/ 2629093 h 8304597"/>
              <a:gd name="connsiteX1061" fmla="*/ 21285706 w 24377650"/>
              <a:gd name="connsiteY1061" fmla="*/ 2667615 h 8304597"/>
              <a:gd name="connsiteX1062" fmla="*/ 21398074 w 24377650"/>
              <a:gd name="connsiteY1062" fmla="*/ 2629093 h 8304597"/>
              <a:gd name="connsiteX1063" fmla="*/ 4249365 w 24377650"/>
              <a:gd name="connsiteY1063" fmla="*/ 2629093 h 8304597"/>
              <a:gd name="connsiteX1064" fmla="*/ 3981290 w 24377650"/>
              <a:gd name="connsiteY1064" fmla="*/ 2667615 h 8304597"/>
              <a:gd name="connsiteX1065" fmla="*/ 4133788 w 24377650"/>
              <a:gd name="connsiteY1065" fmla="*/ 2667615 h 8304597"/>
              <a:gd name="connsiteX1066" fmla="*/ 4249365 w 24377650"/>
              <a:gd name="connsiteY1066" fmla="*/ 2629093 h 8304597"/>
              <a:gd name="connsiteX1067" fmla="*/ 22999294 w 24377650"/>
              <a:gd name="connsiteY1067" fmla="*/ 2600202 h 8304597"/>
              <a:gd name="connsiteX1068" fmla="*/ 22961570 w 24377650"/>
              <a:gd name="connsiteY1068" fmla="*/ 2629093 h 8304597"/>
              <a:gd name="connsiteX1069" fmla="*/ 23037016 w 24377650"/>
              <a:gd name="connsiteY1069" fmla="*/ 2629093 h 8304597"/>
              <a:gd name="connsiteX1070" fmla="*/ 22999294 w 24377650"/>
              <a:gd name="connsiteY1070" fmla="*/ 2600202 h 8304597"/>
              <a:gd name="connsiteX1071" fmla="*/ 23380536 w 24377650"/>
              <a:gd name="connsiteY1071" fmla="*/ 2590572 h 8304597"/>
              <a:gd name="connsiteX1072" fmla="*/ 23457588 w 24377650"/>
              <a:gd name="connsiteY1072" fmla="*/ 2590572 h 8304597"/>
              <a:gd name="connsiteX1073" fmla="*/ 23388988 w 24377650"/>
              <a:gd name="connsiteY1073" fmla="*/ 2596591 h 8304597"/>
              <a:gd name="connsiteX1074" fmla="*/ 23382648 w 24377650"/>
              <a:gd name="connsiteY1074" fmla="*/ 2598385 h 8304597"/>
              <a:gd name="connsiteX1075" fmla="*/ 22990060 w 24377650"/>
              <a:gd name="connsiteY1075" fmla="*/ 2574349 h 8304597"/>
              <a:gd name="connsiteX1076" fmla="*/ 22980230 w 24377650"/>
              <a:gd name="connsiteY1076" fmla="*/ 2576728 h 8304597"/>
              <a:gd name="connsiteX1077" fmla="*/ 22972490 w 24377650"/>
              <a:gd name="connsiteY1077" fmla="*/ 2578602 h 8304597"/>
              <a:gd name="connsiteX1078" fmla="*/ 22966828 w 24377650"/>
              <a:gd name="connsiteY1078" fmla="*/ 2579973 h 8304597"/>
              <a:gd name="connsiteX1079" fmla="*/ 22923044 w 24377650"/>
              <a:gd name="connsiteY1079" fmla="*/ 2590572 h 8304597"/>
              <a:gd name="connsiteX1080" fmla="*/ 22944490 w 24377650"/>
              <a:gd name="connsiteY1080" fmla="*/ 2585380 h 8304597"/>
              <a:gd name="connsiteX1081" fmla="*/ 22972490 w 24377650"/>
              <a:gd name="connsiteY1081" fmla="*/ 2578602 h 8304597"/>
              <a:gd name="connsiteX1082" fmla="*/ 22987380 w 24377650"/>
              <a:gd name="connsiteY1082" fmla="*/ 2574998 h 8304597"/>
              <a:gd name="connsiteX1083" fmla="*/ 22990060 w 24377650"/>
              <a:gd name="connsiteY1083" fmla="*/ 2574349 h 8304597"/>
              <a:gd name="connsiteX1084" fmla="*/ 22465554 w 24377650"/>
              <a:gd name="connsiteY1084" fmla="*/ 2553655 h 8304597"/>
              <a:gd name="connsiteX1085" fmla="*/ 22468260 w 24377650"/>
              <a:gd name="connsiteY1085" fmla="*/ 2556897 h 8304597"/>
              <a:gd name="connsiteX1086" fmla="*/ 22465554 w 24377650"/>
              <a:gd name="connsiteY1086" fmla="*/ 2558219 h 8304597"/>
              <a:gd name="connsiteX1087" fmla="*/ 22160558 w 24377650"/>
              <a:gd name="connsiteY1087" fmla="*/ 2553655 h 8304597"/>
              <a:gd name="connsiteX1088" fmla="*/ 22123638 w 24377650"/>
              <a:gd name="connsiteY1088" fmla="*/ 2590572 h 8304597"/>
              <a:gd name="connsiteX1089" fmla="*/ 22123638 w 24377650"/>
              <a:gd name="connsiteY1089" fmla="*/ 2629093 h 8304597"/>
              <a:gd name="connsiteX1090" fmla="*/ 22160558 w 24377650"/>
              <a:gd name="connsiteY1090" fmla="*/ 2553655 h 8304597"/>
              <a:gd name="connsiteX1091" fmla="*/ 1956891 w 24377650"/>
              <a:gd name="connsiteY1091" fmla="*/ 2505503 h 8304597"/>
              <a:gd name="connsiteX1092" fmla="*/ 1884855 w 24377650"/>
              <a:gd name="connsiteY1092" fmla="*/ 2553655 h 8304597"/>
              <a:gd name="connsiteX1093" fmla="*/ 2037353 w 24377650"/>
              <a:gd name="connsiteY1093" fmla="*/ 2553655 h 8304597"/>
              <a:gd name="connsiteX1094" fmla="*/ 2114404 w 24377650"/>
              <a:gd name="connsiteY1094" fmla="*/ 2515134 h 8304597"/>
              <a:gd name="connsiteX1095" fmla="*/ 1956891 w 24377650"/>
              <a:gd name="connsiteY1095" fmla="*/ 2505503 h 8304597"/>
              <a:gd name="connsiteX1096" fmla="*/ 23107446 w 24377650"/>
              <a:gd name="connsiteY1096" fmla="*/ 2466380 h 8304597"/>
              <a:gd name="connsiteX1097" fmla="*/ 23152594 w 24377650"/>
              <a:gd name="connsiteY1097" fmla="*/ 2476612 h 8304597"/>
              <a:gd name="connsiteX1098" fmla="*/ 23114068 w 24377650"/>
              <a:gd name="connsiteY1098" fmla="*/ 2476612 h 8304597"/>
              <a:gd name="connsiteX1099" fmla="*/ 23228040 w 24377650"/>
              <a:gd name="connsiteY1099" fmla="*/ 2515134 h 8304597"/>
              <a:gd name="connsiteX1100" fmla="*/ 23075542 w 24377650"/>
              <a:gd name="connsiteY1100" fmla="*/ 2590572 h 8304597"/>
              <a:gd name="connsiteX1101" fmla="*/ 23075542 w 24377650"/>
              <a:gd name="connsiteY1101" fmla="*/ 2515134 h 8304597"/>
              <a:gd name="connsiteX1102" fmla="*/ 23037016 w 24377650"/>
              <a:gd name="connsiteY1102" fmla="*/ 2515134 h 8304597"/>
              <a:gd name="connsiteX1103" fmla="*/ 23107446 w 24377650"/>
              <a:gd name="connsiteY1103" fmla="*/ 2466380 h 8304597"/>
              <a:gd name="connsiteX1104" fmla="*/ 2037353 w 24377650"/>
              <a:gd name="connsiteY1104" fmla="*/ 2438091 h 8304597"/>
              <a:gd name="connsiteX1105" fmla="*/ 1961907 w 24377650"/>
              <a:gd name="connsiteY1105" fmla="*/ 2476612 h 8304597"/>
              <a:gd name="connsiteX1106" fmla="*/ 1847935 w 24377650"/>
              <a:gd name="connsiteY1106" fmla="*/ 2476612 h 8304597"/>
              <a:gd name="connsiteX1107" fmla="*/ 1961907 w 24377650"/>
              <a:gd name="connsiteY1107" fmla="*/ 2476612 h 8304597"/>
              <a:gd name="connsiteX1108" fmla="*/ 2037353 w 24377650"/>
              <a:gd name="connsiteY1108" fmla="*/ 2438091 h 8304597"/>
              <a:gd name="connsiteX1109" fmla="*/ 1720144 w 24377650"/>
              <a:gd name="connsiteY1109" fmla="*/ 2346401 h 8304597"/>
              <a:gd name="connsiteX1110" fmla="*/ 1542941 w 24377650"/>
              <a:gd name="connsiteY1110" fmla="*/ 2362653 h 8304597"/>
              <a:gd name="connsiteX1111" fmla="*/ 1732358 w 24377650"/>
              <a:gd name="connsiteY1111" fmla="*/ 2399569 h 8304597"/>
              <a:gd name="connsiteX1112" fmla="*/ 1772489 w 24377650"/>
              <a:gd name="connsiteY1112" fmla="*/ 2362653 h 8304597"/>
              <a:gd name="connsiteX1113" fmla="*/ 1720144 w 24377650"/>
              <a:gd name="connsiteY1113" fmla="*/ 2346401 h 8304597"/>
              <a:gd name="connsiteX1114" fmla="*/ 2342347 w 24377650"/>
              <a:gd name="connsiteY1114" fmla="*/ 2324131 h 8304597"/>
              <a:gd name="connsiteX1115" fmla="*/ 2305426 w 24377650"/>
              <a:gd name="connsiteY1115" fmla="*/ 2399569 h 8304597"/>
              <a:gd name="connsiteX1116" fmla="*/ 2229981 w 24377650"/>
              <a:gd name="connsiteY1116" fmla="*/ 2399569 h 8304597"/>
              <a:gd name="connsiteX1117" fmla="*/ 2305426 w 24377650"/>
              <a:gd name="connsiteY1117" fmla="*/ 2362653 h 8304597"/>
              <a:gd name="connsiteX1118" fmla="*/ 2342347 w 24377650"/>
              <a:gd name="connsiteY1118" fmla="*/ 2324131 h 8304597"/>
              <a:gd name="connsiteX1119" fmla="*/ 2152929 w 24377650"/>
              <a:gd name="connsiteY1119" fmla="*/ 2324131 h 8304597"/>
              <a:gd name="connsiteX1120" fmla="*/ 2152929 w 24377650"/>
              <a:gd name="connsiteY1120" fmla="*/ 2362653 h 8304597"/>
              <a:gd name="connsiteX1121" fmla="*/ 2114404 w 24377650"/>
              <a:gd name="connsiteY1121" fmla="*/ 2362653 h 8304597"/>
              <a:gd name="connsiteX1122" fmla="*/ 2152929 w 24377650"/>
              <a:gd name="connsiteY1122" fmla="*/ 2324131 h 8304597"/>
              <a:gd name="connsiteX1123" fmla="*/ 21484756 w 24377650"/>
              <a:gd name="connsiteY1123" fmla="*/ 2307880 h 8304597"/>
              <a:gd name="connsiteX1124" fmla="*/ 21475124 w 24377650"/>
              <a:gd name="connsiteY1124" fmla="*/ 2324131 h 8304597"/>
              <a:gd name="connsiteX1125" fmla="*/ 21405372 w 24377650"/>
              <a:gd name="connsiteY1125" fmla="*/ 2324131 h 8304597"/>
              <a:gd name="connsiteX1126" fmla="*/ 21398074 w 24377650"/>
              <a:gd name="connsiteY1126" fmla="*/ 2324131 h 8304597"/>
              <a:gd name="connsiteX1127" fmla="*/ 21484756 w 24377650"/>
              <a:gd name="connsiteY1127" fmla="*/ 2307880 h 8304597"/>
              <a:gd name="connsiteX1128" fmla="*/ 21688832 w 24377650"/>
              <a:gd name="connsiteY1128" fmla="*/ 2282416 h 8304597"/>
              <a:gd name="connsiteX1129" fmla="*/ 21741594 w 24377650"/>
              <a:gd name="connsiteY1129" fmla="*/ 2285609 h 8304597"/>
              <a:gd name="connsiteX1130" fmla="*/ 21742676 w 24377650"/>
              <a:gd name="connsiteY1130" fmla="*/ 2300513 h 8304597"/>
              <a:gd name="connsiteX1131" fmla="*/ 21741594 w 24377650"/>
              <a:gd name="connsiteY1131" fmla="*/ 2300256 h 8304597"/>
              <a:gd name="connsiteX1132" fmla="*/ 21932616 w 24377650"/>
              <a:gd name="connsiteY1132" fmla="*/ 2248693 h 8304597"/>
              <a:gd name="connsiteX1133" fmla="*/ 22008062 w 24377650"/>
              <a:gd name="connsiteY1133" fmla="*/ 2285609 h 8304597"/>
              <a:gd name="connsiteX1134" fmla="*/ 22008062 w 24377650"/>
              <a:gd name="connsiteY1134" fmla="*/ 2248693 h 8304597"/>
              <a:gd name="connsiteX1135" fmla="*/ 21932616 w 24377650"/>
              <a:gd name="connsiteY1135" fmla="*/ 2248693 h 8304597"/>
              <a:gd name="connsiteX1136" fmla="*/ 21589096 w 24377650"/>
              <a:gd name="connsiteY1136" fmla="*/ 2248693 h 8304597"/>
              <a:gd name="connsiteX1137" fmla="*/ 21688832 w 24377650"/>
              <a:gd name="connsiteY1137" fmla="*/ 2282416 h 8304597"/>
              <a:gd name="connsiteX1138" fmla="*/ 21665346 w 24377650"/>
              <a:gd name="connsiteY1138" fmla="*/ 2280995 h 8304597"/>
              <a:gd name="connsiteX1139" fmla="*/ 21589096 w 24377650"/>
              <a:gd name="connsiteY1139" fmla="*/ 2248693 h 8304597"/>
              <a:gd name="connsiteX1140" fmla="*/ 1579861 w 24377650"/>
              <a:gd name="connsiteY1140" fmla="*/ 2248693 h 8304597"/>
              <a:gd name="connsiteX1141" fmla="*/ 1619992 w 24377650"/>
              <a:gd name="connsiteY1141" fmla="*/ 2324131 h 8304597"/>
              <a:gd name="connsiteX1142" fmla="*/ 1732358 w 24377650"/>
              <a:gd name="connsiteY1142" fmla="*/ 2324131 h 8304597"/>
              <a:gd name="connsiteX1143" fmla="*/ 1772489 w 24377650"/>
              <a:gd name="connsiteY1143" fmla="*/ 2285609 h 8304597"/>
              <a:gd name="connsiteX1144" fmla="*/ 1961907 w 24377650"/>
              <a:gd name="connsiteY1144" fmla="*/ 2324131 h 8304597"/>
              <a:gd name="connsiteX1145" fmla="*/ 1884855 w 24377650"/>
              <a:gd name="connsiteY1145" fmla="*/ 2324131 h 8304597"/>
              <a:gd name="connsiteX1146" fmla="*/ 2077483 w 24377650"/>
              <a:gd name="connsiteY1146" fmla="*/ 2324131 h 8304597"/>
              <a:gd name="connsiteX1147" fmla="*/ 2000433 w 24377650"/>
              <a:gd name="connsiteY1147" fmla="*/ 2362653 h 8304597"/>
              <a:gd name="connsiteX1148" fmla="*/ 2114404 w 24377650"/>
              <a:gd name="connsiteY1148" fmla="*/ 2399569 h 8304597"/>
              <a:gd name="connsiteX1149" fmla="*/ 2152929 w 24377650"/>
              <a:gd name="connsiteY1149" fmla="*/ 2362653 h 8304597"/>
              <a:gd name="connsiteX1150" fmla="*/ 2189850 w 24377650"/>
              <a:gd name="connsiteY1150" fmla="*/ 2438091 h 8304597"/>
              <a:gd name="connsiteX1151" fmla="*/ 2114404 w 24377650"/>
              <a:gd name="connsiteY1151" fmla="*/ 2438091 h 8304597"/>
              <a:gd name="connsiteX1152" fmla="*/ 2077483 w 24377650"/>
              <a:gd name="connsiteY1152" fmla="*/ 2476612 h 8304597"/>
              <a:gd name="connsiteX1153" fmla="*/ 2189850 w 24377650"/>
              <a:gd name="connsiteY1153" fmla="*/ 2515134 h 8304597"/>
              <a:gd name="connsiteX1154" fmla="*/ 2189850 w 24377650"/>
              <a:gd name="connsiteY1154" fmla="*/ 2590572 h 8304597"/>
              <a:gd name="connsiteX1155" fmla="*/ 2266901 w 24377650"/>
              <a:gd name="connsiteY1155" fmla="*/ 2590572 h 8304597"/>
              <a:gd name="connsiteX1156" fmla="*/ 2382478 w 24377650"/>
              <a:gd name="connsiteY1156" fmla="*/ 2553655 h 8304597"/>
              <a:gd name="connsiteX1157" fmla="*/ 2534975 w 24377650"/>
              <a:gd name="connsiteY1157" fmla="*/ 2590572 h 8304597"/>
              <a:gd name="connsiteX1158" fmla="*/ 2494844 w 24377650"/>
              <a:gd name="connsiteY1158" fmla="*/ 2553655 h 8304597"/>
              <a:gd name="connsiteX1159" fmla="*/ 2571895 w 24377650"/>
              <a:gd name="connsiteY1159" fmla="*/ 2629093 h 8304597"/>
              <a:gd name="connsiteX1160" fmla="*/ 2419399 w 24377650"/>
              <a:gd name="connsiteY1160" fmla="*/ 2629093 h 8304597"/>
              <a:gd name="connsiteX1161" fmla="*/ 2457924 w 24377650"/>
              <a:gd name="connsiteY1161" fmla="*/ 2667615 h 8304597"/>
              <a:gd name="connsiteX1162" fmla="*/ 2382478 w 24377650"/>
              <a:gd name="connsiteY1162" fmla="*/ 2706136 h 8304597"/>
              <a:gd name="connsiteX1163" fmla="*/ 2419399 w 24377650"/>
              <a:gd name="connsiteY1163" fmla="*/ 2667615 h 8304597"/>
              <a:gd name="connsiteX1164" fmla="*/ 2305426 w 24377650"/>
              <a:gd name="connsiteY1164" fmla="*/ 2706136 h 8304597"/>
              <a:gd name="connsiteX1165" fmla="*/ 2266901 w 24377650"/>
              <a:gd name="connsiteY1165" fmla="*/ 2667615 h 8304597"/>
              <a:gd name="connsiteX1166" fmla="*/ 2077483 w 24377650"/>
              <a:gd name="connsiteY1166" fmla="*/ 2667615 h 8304597"/>
              <a:gd name="connsiteX1167" fmla="*/ 1695438 w 24377650"/>
              <a:gd name="connsiteY1167" fmla="*/ 2706136 h 8304597"/>
              <a:gd name="connsiteX1168" fmla="*/ 1314997 w 24377650"/>
              <a:gd name="connsiteY1168" fmla="*/ 2667615 h 8304597"/>
              <a:gd name="connsiteX1169" fmla="*/ 1320766 w 24377650"/>
              <a:gd name="connsiteY1169" fmla="*/ 2689885 h 8304597"/>
              <a:gd name="connsiteX1170" fmla="*/ 1322091 w 24377650"/>
              <a:gd name="connsiteY1170" fmla="*/ 2691079 h 8304597"/>
              <a:gd name="connsiteX1171" fmla="*/ 1318534 w 24377650"/>
              <a:gd name="connsiteY1171" fmla="*/ 2689283 h 8304597"/>
              <a:gd name="connsiteX1172" fmla="*/ 1237947 w 24377650"/>
              <a:gd name="connsiteY1172" fmla="*/ 2667615 h 8304597"/>
              <a:gd name="connsiteX1173" fmla="*/ 1427364 w 24377650"/>
              <a:gd name="connsiteY1173" fmla="*/ 2629093 h 8304597"/>
              <a:gd name="connsiteX1174" fmla="*/ 1467495 w 24377650"/>
              <a:gd name="connsiteY1174" fmla="*/ 2667615 h 8304597"/>
              <a:gd name="connsiteX1175" fmla="*/ 1809410 w 24377650"/>
              <a:gd name="connsiteY1175" fmla="*/ 2590572 h 8304597"/>
              <a:gd name="connsiteX1176" fmla="*/ 1542941 w 24377650"/>
              <a:gd name="connsiteY1176" fmla="*/ 2590572 h 8304597"/>
              <a:gd name="connsiteX1177" fmla="*/ 1732358 w 24377650"/>
              <a:gd name="connsiteY1177" fmla="*/ 2553655 h 8304597"/>
              <a:gd name="connsiteX1178" fmla="*/ 1656913 w 24377650"/>
              <a:gd name="connsiteY1178" fmla="*/ 2515134 h 8304597"/>
              <a:gd name="connsiteX1179" fmla="*/ 1542941 w 24377650"/>
              <a:gd name="connsiteY1179" fmla="*/ 2515134 h 8304597"/>
              <a:gd name="connsiteX1180" fmla="*/ 1619992 w 24377650"/>
              <a:gd name="connsiteY1180" fmla="*/ 2399569 h 8304597"/>
              <a:gd name="connsiteX1181" fmla="*/ 1579861 w 24377650"/>
              <a:gd name="connsiteY1181" fmla="*/ 2476612 h 8304597"/>
              <a:gd name="connsiteX1182" fmla="*/ 1542941 w 24377650"/>
              <a:gd name="connsiteY1182" fmla="*/ 2438091 h 8304597"/>
              <a:gd name="connsiteX1183" fmla="*/ 1427364 w 24377650"/>
              <a:gd name="connsiteY1183" fmla="*/ 2438091 h 8304597"/>
              <a:gd name="connsiteX1184" fmla="*/ 1390444 w 24377650"/>
              <a:gd name="connsiteY1184" fmla="*/ 2362653 h 8304597"/>
              <a:gd name="connsiteX1185" fmla="*/ 1504415 w 24377650"/>
              <a:gd name="connsiteY1185" fmla="*/ 2399569 h 8304597"/>
              <a:gd name="connsiteX1186" fmla="*/ 1504415 w 24377650"/>
              <a:gd name="connsiteY1186" fmla="*/ 2362653 h 8304597"/>
              <a:gd name="connsiteX1187" fmla="*/ 1427364 w 24377650"/>
              <a:gd name="connsiteY1187" fmla="*/ 2324131 h 8304597"/>
              <a:gd name="connsiteX1188" fmla="*/ 1542941 w 24377650"/>
              <a:gd name="connsiteY1188" fmla="*/ 2324131 h 8304597"/>
              <a:gd name="connsiteX1189" fmla="*/ 1504415 w 24377650"/>
              <a:gd name="connsiteY1189" fmla="*/ 2285609 h 8304597"/>
              <a:gd name="connsiteX1190" fmla="*/ 1579861 w 24377650"/>
              <a:gd name="connsiteY1190" fmla="*/ 2248693 h 8304597"/>
              <a:gd name="connsiteX1191" fmla="*/ 21398074 w 24377650"/>
              <a:gd name="connsiteY1191" fmla="*/ 2134734 h 8304597"/>
              <a:gd name="connsiteX1192" fmla="*/ 21322628 w 24377650"/>
              <a:gd name="connsiteY1192" fmla="*/ 2171650 h 8304597"/>
              <a:gd name="connsiteX1193" fmla="*/ 21475124 w 24377650"/>
              <a:gd name="connsiteY1193" fmla="*/ 2248693 h 8304597"/>
              <a:gd name="connsiteX1194" fmla="*/ 21398074 w 24377650"/>
              <a:gd name="connsiteY1194" fmla="*/ 2248693 h 8304597"/>
              <a:gd name="connsiteX1195" fmla="*/ 21398074 w 24377650"/>
              <a:gd name="connsiteY1195" fmla="*/ 2324131 h 8304597"/>
              <a:gd name="connsiteX1196" fmla="*/ 21361152 w 24377650"/>
              <a:gd name="connsiteY1196" fmla="*/ 2324131 h 8304597"/>
              <a:gd name="connsiteX1197" fmla="*/ 21285706 w 24377650"/>
              <a:gd name="connsiteY1197" fmla="*/ 2399569 h 8304597"/>
              <a:gd name="connsiteX1198" fmla="*/ 21361152 w 24377650"/>
              <a:gd name="connsiteY1198" fmla="*/ 2399569 h 8304597"/>
              <a:gd name="connsiteX1199" fmla="*/ 21322628 w 24377650"/>
              <a:gd name="connsiteY1199" fmla="*/ 2438091 h 8304597"/>
              <a:gd name="connsiteX1200" fmla="*/ 21398074 w 24377650"/>
              <a:gd name="connsiteY1200" fmla="*/ 2438091 h 8304597"/>
              <a:gd name="connsiteX1201" fmla="*/ 21436598 w 24377650"/>
              <a:gd name="connsiteY1201" fmla="*/ 2476612 h 8304597"/>
              <a:gd name="connsiteX1202" fmla="*/ 21361152 w 24377650"/>
              <a:gd name="connsiteY1202" fmla="*/ 2476612 h 8304597"/>
              <a:gd name="connsiteX1203" fmla="*/ 21245576 w 24377650"/>
              <a:gd name="connsiteY1203" fmla="*/ 2438091 h 8304597"/>
              <a:gd name="connsiteX1204" fmla="*/ 21285706 w 24377650"/>
              <a:gd name="connsiteY1204" fmla="*/ 2515134 h 8304597"/>
              <a:gd name="connsiteX1205" fmla="*/ 21436598 w 24377650"/>
              <a:gd name="connsiteY1205" fmla="*/ 2515134 h 8304597"/>
              <a:gd name="connsiteX1206" fmla="*/ 21436598 w 24377650"/>
              <a:gd name="connsiteY1206" fmla="*/ 2553655 h 8304597"/>
              <a:gd name="connsiteX1207" fmla="*/ 21689198 w 24377650"/>
              <a:gd name="connsiteY1207" fmla="*/ 2574421 h 8304597"/>
              <a:gd name="connsiteX1208" fmla="*/ 21793776 w 24377650"/>
              <a:gd name="connsiteY1208" fmla="*/ 2587469 h 8304597"/>
              <a:gd name="connsiteX1209" fmla="*/ 21780118 w 24377650"/>
              <a:gd name="connsiteY1209" fmla="*/ 2590572 h 8304597"/>
              <a:gd name="connsiteX1210" fmla="*/ 21818644 w 24377650"/>
              <a:gd name="connsiteY1210" fmla="*/ 2590572 h 8304597"/>
              <a:gd name="connsiteX1211" fmla="*/ 21793776 w 24377650"/>
              <a:gd name="connsiteY1211" fmla="*/ 2587469 h 8304597"/>
              <a:gd name="connsiteX1212" fmla="*/ 21808160 w 24377650"/>
              <a:gd name="connsiteY1212" fmla="*/ 2584202 h 8304597"/>
              <a:gd name="connsiteX1213" fmla="*/ 21855564 w 24377650"/>
              <a:gd name="connsiteY1213" fmla="*/ 2515134 h 8304597"/>
              <a:gd name="connsiteX1214" fmla="*/ 21780118 w 24377650"/>
              <a:gd name="connsiteY1214" fmla="*/ 2515134 h 8304597"/>
              <a:gd name="connsiteX1215" fmla="*/ 21550570 w 24377650"/>
              <a:gd name="connsiteY1215" fmla="*/ 2515134 h 8304597"/>
              <a:gd name="connsiteX1216" fmla="*/ 21780118 w 24377650"/>
              <a:gd name="connsiteY1216" fmla="*/ 2438091 h 8304597"/>
              <a:gd name="connsiteX1217" fmla="*/ 21818644 w 24377650"/>
              <a:gd name="connsiteY1217" fmla="*/ 2515134 h 8304597"/>
              <a:gd name="connsiteX1218" fmla="*/ 21971142 w 24377650"/>
              <a:gd name="connsiteY1218" fmla="*/ 2438091 h 8304597"/>
              <a:gd name="connsiteX1219" fmla="*/ 21855564 w 24377650"/>
              <a:gd name="connsiteY1219" fmla="*/ 2476612 h 8304597"/>
              <a:gd name="connsiteX1220" fmla="*/ 21894090 w 24377650"/>
              <a:gd name="connsiteY1220" fmla="*/ 2399569 h 8304597"/>
              <a:gd name="connsiteX1221" fmla="*/ 21589096 w 24377650"/>
              <a:gd name="connsiteY1221" fmla="*/ 2399569 h 8304597"/>
              <a:gd name="connsiteX1222" fmla="*/ 21818644 w 24377650"/>
              <a:gd name="connsiteY1222" fmla="*/ 2362653 h 8304597"/>
              <a:gd name="connsiteX1223" fmla="*/ 21743324 w 24377650"/>
              <a:gd name="connsiteY1223" fmla="*/ 2309460 h 8304597"/>
              <a:gd name="connsiteX1224" fmla="*/ 21742676 w 24377650"/>
              <a:gd name="connsiteY1224" fmla="*/ 2300513 h 8304597"/>
              <a:gd name="connsiteX1225" fmla="*/ 21814380 w 24377650"/>
              <a:gd name="connsiteY1225" fmla="*/ 2317535 h 8304597"/>
              <a:gd name="connsiteX1226" fmla="*/ 21894090 w 24377650"/>
              <a:gd name="connsiteY1226" fmla="*/ 2324131 h 8304597"/>
              <a:gd name="connsiteX1227" fmla="*/ 21855564 w 24377650"/>
              <a:gd name="connsiteY1227" fmla="*/ 2210172 h 8304597"/>
              <a:gd name="connsiteX1228" fmla="*/ 21818644 w 24377650"/>
              <a:gd name="connsiteY1228" fmla="*/ 2248693 h 8304597"/>
              <a:gd name="connsiteX1229" fmla="*/ 21550570 w 24377650"/>
              <a:gd name="connsiteY1229" fmla="*/ 2248693 h 8304597"/>
              <a:gd name="connsiteX1230" fmla="*/ 21560272 w 24377650"/>
              <a:gd name="connsiteY1230" fmla="*/ 2238992 h 8304597"/>
              <a:gd name="connsiteX1231" fmla="*/ 21565018 w 24377650"/>
              <a:gd name="connsiteY1231" fmla="*/ 2234248 h 8304597"/>
              <a:gd name="connsiteX1232" fmla="*/ 21566824 w 24377650"/>
              <a:gd name="connsiteY1232" fmla="*/ 2232442 h 8304597"/>
              <a:gd name="connsiteX1233" fmla="*/ 21560272 w 24377650"/>
              <a:gd name="connsiteY1233" fmla="*/ 2238992 h 8304597"/>
              <a:gd name="connsiteX1234" fmla="*/ 21555988 w 24377650"/>
              <a:gd name="connsiteY1234" fmla="*/ 2243276 h 8304597"/>
              <a:gd name="connsiteX1235" fmla="*/ 21550570 w 24377650"/>
              <a:gd name="connsiteY1235" fmla="*/ 2248693 h 8304597"/>
              <a:gd name="connsiteX1236" fmla="*/ 21489370 w 24377650"/>
              <a:gd name="connsiteY1236" fmla="*/ 2248693 h 8304597"/>
              <a:gd name="connsiteX1237" fmla="*/ 21475124 w 24377650"/>
              <a:gd name="connsiteY1237" fmla="*/ 2248693 h 8304597"/>
              <a:gd name="connsiteX1238" fmla="*/ 21627622 w 24377650"/>
              <a:gd name="connsiteY1238" fmla="*/ 2210172 h 8304597"/>
              <a:gd name="connsiteX1239" fmla="*/ 21513650 w 24377650"/>
              <a:gd name="connsiteY1239" fmla="*/ 2134734 h 8304597"/>
              <a:gd name="connsiteX1240" fmla="*/ 21398074 w 24377650"/>
              <a:gd name="connsiteY1240" fmla="*/ 2134734 h 8304597"/>
              <a:gd name="connsiteX1241" fmla="*/ 21703068 w 24377650"/>
              <a:gd name="connsiteY1241" fmla="*/ 2057691 h 8304597"/>
              <a:gd name="connsiteX1242" fmla="*/ 21550570 w 24377650"/>
              <a:gd name="connsiteY1242" fmla="*/ 2134734 h 8304597"/>
              <a:gd name="connsiteX1243" fmla="*/ 21855564 w 24377650"/>
              <a:gd name="connsiteY1243" fmla="*/ 2134734 h 8304597"/>
              <a:gd name="connsiteX1244" fmla="*/ 21666148 w 24377650"/>
              <a:gd name="connsiteY1244" fmla="*/ 2210172 h 8304597"/>
              <a:gd name="connsiteX1245" fmla="*/ 21932616 w 24377650"/>
              <a:gd name="connsiteY1245" fmla="*/ 2171650 h 8304597"/>
              <a:gd name="connsiteX1246" fmla="*/ 21894090 w 24377650"/>
              <a:gd name="connsiteY1246" fmla="*/ 2210172 h 8304597"/>
              <a:gd name="connsiteX1247" fmla="*/ 22008062 w 24377650"/>
              <a:gd name="connsiteY1247" fmla="*/ 2210172 h 8304597"/>
              <a:gd name="connsiteX1248" fmla="*/ 22046588 w 24377650"/>
              <a:gd name="connsiteY1248" fmla="*/ 2134734 h 8304597"/>
              <a:gd name="connsiteX1249" fmla="*/ 21855564 w 24377650"/>
              <a:gd name="connsiteY1249" fmla="*/ 2096212 h 8304597"/>
              <a:gd name="connsiteX1250" fmla="*/ 21932616 w 24377650"/>
              <a:gd name="connsiteY1250" fmla="*/ 2096212 h 8304597"/>
              <a:gd name="connsiteX1251" fmla="*/ 21891934 w 24377650"/>
              <a:gd name="connsiteY1251" fmla="*/ 2096212 h 8304597"/>
              <a:gd name="connsiteX1252" fmla="*/ 21855564 w 24377650"/>
              <a:gd name="connsiteY1252" fmla="*/ 2096212 h 8304597"/>
              <a:gd name="connsiteX1253" fmla="*/ 21837104 w 24377650"/>
              <a:gd name="connsiteY1253" fmla="*/ 2096212 h 8304597"/>
              <a:gd name="connsiteX1254" fmla="*/ 21741594 w 24377650"/>
              <a:gd name="connsiteY1254" fmla="*/ 2096212 h 8304597"/>
              <a:gd name="connsiteX1255" fmla="*/ 21703068 w 24377650"/>
              <a:gd name="connsiteY1255" fmla="*/ 2057691 h 8304597"/>
              <a:gd name="connsiteX1256" fmla="*/ 2114404 w 24377650"/>
              <a:gd name="connsiteY1256" fmla="*/ 1905210 h 8304597"/>
              <a:gd name="connsiteX1257" fmla="*/ 2037353 w 24377650"/>
              <a:gd name="connsiteY1257" fmla="*/ 1943731 h 8304597"/>
              <a:gd name="connsiteX1258" fmla="*/ 2000433 w 24377650"/>
              <a:gd name="connsiteY1258" fmla="*/ 1982253 h 8304597"/>
              <a:gd name="connsiteX1259" fmla="*/ 2077483 w 24377650"/>
              <a:gd name="connsiteY1259" fmla="*/ 1982253 h 8304597"/>
              <a:gd name="connsiteX1260" fmla="*/ 2114404 w 24377650"/>
              <a:gd name="connsiteY1260" fmla="*/ 1943731 h 8304597"/>
              <a:gd name="connsiteX1261" fmla="*/ 2114404 w 24377650"/>
              <a:gd name="connsiteY1261" fmla="*/ 1905210 h 8304597"/>
              <a:gd name="connsiteX1262" fmla="*/ 22199084 w 24377650"/>
              <a:gd name="connsiteY1262" fmla="*/ 1876319 h 8304597"/>
              <a:gd name="connsiteX1263" fmla="*/ 22160558 w 24377650"/>
              <a:gd name="connsiteY1263" fmla="*/ 1905210 h 8304597"/>
              <a:gd name="connsiteX1264" fmla="*/ 22237610 w 24377650"/>
              <a:gd name="connsiteY1264" fmla="*/ 1905210 h 8304597"/>
              <a:gd name="connsiteX1265" fmla="*/ 22199084 w 24377650"/>
              <a:gd name="connsiteY1265" fmla="*/ 1876319 h 8304597"/>
              <a:gd name="connsiteX1266" fmla="*/ 1732358 w 24377650"/>
              <a:gd name="connsiteY1266" fmla="*/ 1866688 h 8304597"/>
              <a:gd name="connsiteX1267" fmla="*/ 1656913 w 24377650"/>
              <a:gd name="connsiteY1267" fmla="*/ 1905210 h 8304597"/>
              <a:gd name="connsiteX1268" fmla="*/ 1656913 w 24377650"/>
              <a:gd name="connsiteY1268" fmla="*/ 1943731 h 8304597"/>
              <a:gd name="connsiteX1269" fmla="*/ 1772489 w 24377650"/>
              <a:gd name="connsiteY1269" fmla="*/ 1943731 h 8304597"/>
              <a:gd name="connsiteX1270" fmla="*/ 1961907 w 24377650"/>
              <a:gd name="connsiteY1270" fmla="*/ 1943731 h 8304597"/>
              <a:gd name="connsiteX1271" fmla="*/ 1884855 w 24377650"/>
              <a:gd name="connsiteY1271" fmla="*/ 1943731 h 8304597"/>
              <a:gd name="connsiteX1272" fmla="*/ 2000433 w 24377650"/>
              <a:gd name="connsiteY1272" fmla="*/ 1905210 h 8304597"/>
              <a:gd name="connsiteX1273" fmla="*/ 1884855 w 24377650"/>
              <a:gd name="connsiteY1273" fmla="*/ 1905210 h 8304597"/>
              <a:gd name="connsiteX1274" fmla="*/ 1884855 w 24377650"/>
              <a:gd name="connsiteY1274" fmla="*/ 1866688 h 8304597"/>
              <a:gd name="connsiteX1275" fmla="*/ 1847935 w 24377650"/>
              <a:gd name="connsiteY1275" fmla="*/ 1866688 h 8304597"/>
              <a:gd name="connsiteX1276" fmla="*/ 1809410 w 24377650"/>
              <a:gd name="connsiteY1276" fmla="*/ 1905210 h 8304597"/>
              <a:gd name="connsiteX1277" fmla="*/ 1732358 w 24377650"/>
              <a:gd name="connsiteY1277" fmla="*/ 1866688 h 8304597"/>
              <a:gd name="connsiteX1278" fmla="*/ 1579861 w 24377650"/>
              <a:gd name="connsiteY1278" fmla="*/ 1866688 h 8304597"/>
              <a:gd name="connsiteX1279" fmla="*/ 1467495 w 24377650"/>
              <a:gd name="connsiteY1279" fmla="*/ 1943731 h 8304597"/>
              <a:gd name="connsiteX1280" fmla="*/ 1579861 w 24377650"/>
              <a:gd name="connsiteY1280" fmla="*/ 1943731 h 8304597"/>
              <a:gd name="connsiteX1281" fmla="*/ 1579861 w 24377650"/>
              <a:gd name="connsiteY1281" fmla="*/ 1866688 h 8304597"/>
              <a:gd name="connsiteX1282" fmla="*/ 22366030 w 24377650"/>
              <a:gd name="connsiteY1282" fmla="*/ 1839001 h 8304597"/>
              <a:gd name="connsiteX1283" fmla="*/ 22313056 w 24377650"/>
              <a:gd name="connsiteY1283" fmla="*/ 1866688 h 8304597"/>
              <a:gd name="connsiteX1284" fmla="*/ 22351582 w 24377650"/>
              <a:gd name="connsiteY1284" fmla="*/ 1905210 h 8304597"/>
              <a:gd name="connsiteX1285" fmla="*/ 22390108 w 24377650"/>
              <a:gd name="connsiteY1285" fmla="*/ 1866688 h 8304597"/>
              <a:gd name="connsiteX1286" fmla="*/ 22366030 w 24377650"/>
              <a:gd name="connsiteY1286" fmla="*/ 1839001 h 8304597"/>
              <a:gd name="connsiteX1287" fmla="*/ 1162501 w 24377650"/>
              <a:gd name="connsiteY1287" fmla="*/ 1829772 h 8304597"/>
              <a:gd name="connsiteX1288" fmla="*/ 1085449 w 24377650"/>
              <a:gd name="connsiteY1288" fmla="*/ 1866688 h 8304597"/>
              <a:gd name="connsiteX1289" fmla="*/ 1046923 w 24377650"/>
              <a:gd name="connsiteY1289" fmla="*/ 1866688 h 8304597"/>
              <a:gd name="connsiteX1290" fmla="*/ 1122370 w 24377650"/>
              <a:gd name="connsiteY1290" fmla="*/ 1866688 h 8304597"/>
              <a:gd name="connsiteX1291" fmla="*/ 1162501 w 24377650"/>
              <a:gd name="connsiteY1291" fmla="*/ 1829772 h 8304597"/>
              <a:gd name="connsiteX1292" fmla="*/ 2896780 w 24377650"/>
              <a:gd name="connsiteY1292" fmla="*/ 1774071 h 8304597"/>
              <a:gd name="connsiteX1293" fmla="*/ 2762918 w 24377650"/>
              <a:gd name="connsiteY1293" fmla="*/ 1789645 h 8304597"/>
              <a:gd name="connsiteX1294" fmla="*/ 2724392 w 24377650"/>
              <a:gd name="connsiteY1294" fmla="*/ 1866688 h 8304597"/>
              <a:gd name="connsiteX1295" fmla="*/ 2915416 w 24377650"/>
              <a:gd name="connsiteY1295" fmla="*/ 1789645 h 8304597"/>
              <a:gd name="connsiteX1296" fmla="*/ 2896780 w 24377650"/>
              <a:gd name="connsiteY1296" fmla="*/ 1774071 h 8304597"/>
              <a:gd name="connsiteX1297" fmla="*/ 21780118 w 24377650"/>
              <a:gd name="connsiteY1297" fmla="*/ 1752728 h 8304597"/>
              <a:gd name="connsiteX1298" fmla="*/ 21855564 w 24377650"/>
              <a:gd name="connsiteY1298" fmla="*/ 1789645 h 8304597"/>
              <a:gd name="connsiteX1299" fmla="*/ 21780118 w 24377650"/>
              <a:gd name="connsiteY1299" fmla="*/ 1752728 h 8304597"/>
              <a:gd name="connsiteX1300" fmla="*/ 2990861 w 24377650"/>
              <a:gd name="connsiteY1300" fmla="*/ 1752728 h 8304597"/>
              <a:gd name="connsiteX1301" fmla="*/ 3067913 w 24377650"/>
              <a:gd name="connsiteY1301" fmla="*/ 1789645 h 8304597"/>
              <a:gd name="connsiteX1302" fmla="*/ 2990861 w 24377650"/>
              <a:gd name="connsiteY1302" fmla="*/ 1752728 h 8304597"/>
              <a:gd name="connsiteX1303" fmla="*/ 19808766 w 24377650"/>
              <a:gd name="connsiteY1303" fmla="*/ 1498075 h 8304597"/>
              <a:gd name="connsiteX1304" fmla="*/ 19720604 w 24377650"/>
              <a:gd name="connsiteY1304" fmla="*/ 1524809 h 8304597"/>
              <a:gd name="connsiteX1305" fmla="*/ 19720604 w 24377650"/>
              <a:gd name="connsiteY1305" fmla="*/ 1561726 h 8304597"/>
              <a:gd name="connsiteX1306" fmla="*/ 19828280 w 24377650"/>
              <a:gd name="connsiteY1306" fmla="*/ 1594228 h 8304597"/>
              <a:gd name="connsiteX1307" fmla="*/ 19853680 w 24377650"/>
              <a:gd name="connsiteY1307" fmla="*/ 1597639 h 8304597"/>
              <a:gd name="connsiteX1308" fmla="*/ 19836180 w 24377650"/>
              <a:gd name="connsiteY1308" fmla="*/ 1600247 h 8304597"/>
              <a:gd name="connsiteX1309" fmla="*/ 19873102 w 24377650"/>
              <a:gd name="connsiteY1309" fmla="*/ 1600247 h 8304597"/>
              <a:gd name="connsiteX1310" fmla="*/ 19853680 w 24377650"/>
              <a:gd name="connsiteY1310" fmla="*/ 1597639 h 8304597"/>
              <a:gd name="connsiteX1311" fmla="*/ 19868486 w 24377650"/>
              <a:gd name="connsiteY1311" fmla="*/ 1595432 h 8304597"/>
              <a:gd name="connsiteX1312" fmla="*/ 19873102 w 24377650"/>
              <a:gd name="connsiteY1312" fmla="*/ 1561726 h 8304597"/>
              <a:gd name="connsiteX1313" fmla="*/ 19808766 w 24377650"/>
              <a:gd name="connsiteY1313" fmla="*/ 1498075 h 8304597"/>
              <a:gd name="connsiteX1314" fmla="*/ 21703068 w 24377650"/>
              <a:gd name="connsiteY1314" fmla="*/ 1447767 h 8304597"/>
              <a:gd name="connsiteX1315" fmla="*/ 21780118 w 24377650"/>
              <a:gd name="connsiteY1315" fmla="*/ 1486288 h 8304597"/>
              <a:gd name="connsiteX1316" fmla="*/ 21787092 w 24377650"/>
              <a:gd name="connsiteY1316" fmla="*/ 1485687 h 8304597"/>
              <a:gd name="connsiteX1317" fmla="*/ 21816878 w 24377650"/>
              <a:gd name="connsiteY1317" fmla="*/ 1483177 h 8304597"/>
              <a:gd name="connsiteX1318" fmla="*/ 21818644 w 24377650"/>
              <a:gd name="connsiteY1318" fmla="*/ 1486288 h 8304597"/>
              <a:gd name="connsiteX1319" fmla="*/ 21818644 w 24377650"/>
              <a:gd name="connsiteY1319" fmla="*/ 1483028 h 8304597"/>
              <a:gd name="connsiteX1320" fmla="*/ 21837104 w 24377650"/>
              <a:gd name="connsiteY1320" fmla="*/ 1481473 h 8304597"/>
              <a:gd name="connsiteX1321" fmla="*/ 21894090 w 24377650"/>
              <a:gd name="connsiteY1321" fmla="*/ 1447767 h 8304597"/>
              <a:gd name="connsiteX1322" fmla="*/ 21818644 w 24377650"/>
              <a:gd name="connsiteY1322" fmla="*/ 1447767 h 8304597"/>
              <a:gd name="connsiteX1323" fmla="*/ 21818644 w 24377650"/>
              <a:gd name="connsiteY1323" fmla="*/ 1464018 h 8304597"/>
              <a:gd name="connsiteX1324" fmla="*/ 21818644 w 24377650"/>
              <a:gd name="connsiteY1324" fmla="*/ 1483028 h 8304597"/>
              <a:gd name="connsiteX1325" fmla="*/ 21816878 w 24377650"/>
              <a:gd name="connsiteY1325" fmla="*/ 1483177 h 8304597"/>
              <a:gd name="connsiteX1326" fmla="*/ 21806002 w 24377650"/>
              <a:gd name="connsiteY1326" fmla="*/ 1464018 h 8304597"/>
              <a:gd name="connsiteX1327" fmla="*/ 21703068 w 24377650"/>
              <a:gd name="connsiteY1327" fmla="*/ 1447767 h 8304597"/>
              <a:gd name="connsiteX1328" fmla="*/ 21491378 w 24377650"/>
              <a:gd name="connsiteY1328" fmla="*/ 1393671 h 8304597"/>
              <a:gd name="connsiteX1329" fmla="*/ 21475124 w 24377650"/>
              <a:gd name="connsiteY1329" fmla="*/ 1409245 h 8304597"/>
              <a:gd name="connsiteX1330" fmla="*/ 21491378 w 24377650"/>
              <a:gd name="connsiteY1330" fmla="*/ 1393671 h 8304597"/>
              <a:gd name="connsiteX1331" fmla="*/ 21703068 w 24377650"/>
              <a:gd name="connsiteY1331" fmla="*/ 1372328 h 8304597"/>
              <a:gd name="connsiteX1332" fmla="*/ 21714720 w 24377650"/>
              <a:gd name="connsiteY1332" fmla="*/ 1383201 h 8304597"/>
              <a:gd name="connsiteX1333" fmla="*/ 21707884 w 24377650"/>
              <a:gd name="connsiteY1333" fmla="*/ 1390787 h 8304597"/>
              <a:gd name="connsiteX1334" fmla="*/ 21703068 w 24377650"/>
              <a:gd name="connsiteY1334" fmla="*/ 1409245 h 8304597"/>
              <a:gd name="connsiteX1335" fmla="*/ 21780118 w 24377650"/>
              <a:gd name="connsiteY1335" fmla="*/ 1409245 h 8304597"/>
              <a:gd name="connsiteX1336" fmla="*/ 21725942 w 24377650"/>
              <a:gd name="connsiteY1336" fmla="*/ 1393671 h 8304597"/>
              <a:gd name="connsiteX1337" fmla="*/ 21714720 w 24377650"/>
              <a:gd name="connsiteY1337" fmla="*/ 1383201 h 8304597"/>
              <a:gd name="connsiteX1338" fmla="*/ 21719322 w 24377650"/>
              <a:gd name="connsiteY1338" fmla="*/ 1378097 h 8304597"/>
              <a:gd name="connsiteX1339" fmla="*/ 21741594 w 24377650"/>
              <a:gd name="connsiteY1339" fmla="*/ 1372328 h 8304597"/>
              <a:gd name="connsiteX1340" fmla="*/ 19608238 w 24377650"/>
              <a:gd name="connsiteY1340" fmla="*/ 1372328 h 8304597"/>
              <a:gd name="connsiteX1341" fmla="*/ 19618170 w 24377650"/>
              <a:gd name="connsiteY1341" fmla="*/ 1393671 h 8304597"/>
              <a:gd name="connsiteX1342" fmla="*/ 19611948 w 24377650"/>
              <a:gd name="connsiteY1342" fmla="*/ 1399795 h 8304597"/>
              <a:gd name="connsiteX1343" fmla="*/ 19609972 w 24377650"/>
              <a:gd name="connsiteY1343" fmla="*/ 1400226 h 8304597"/>
              <a:gd name="connsiteX1344" fmla="*/ 19609612 w 24377650"/>
              <a:gd name="connsiteY1344" fmla="*/ 1402092 h 8304597"/>
              <a:gd name="connsiteX1345" fmla="*/ 19607034 w 24377650"/>
              <a:gd name="connsiteY1345" fmla="*/ 1404631 h 8304597"/>
              <a:gd name="connsiteX1346" fmla="*/ 19608238 w 24377650"/>
              <a:gd name="connsiteY1346" fmla="*/ 1409245 h 8304597"/>
              <a:gd name="connsiteX1347" fmla="*/ 19609612 w 24377650"/>
              <a:gd name="connsiteY1347" fmla="*/ 1402092 h 8304597"/>
              <a:gd name="connsiteX1348" fmla="*/ 19611948 w 24377650"/>
              <a:gd name="connsiteY1348" fmla="*/ 1399795 h 8304597"/>
              <a:gd name="connsiteX1349" fmla="*/ 19615186 w 24377650"/>
              <a:gd name="connsiteY1349" fmla="*/ 1399088 h 8304597"/>
              <a:gd name="connsiteX1350" fmla="*/ 19720604 w 24377650"/>
              <a:gd name="connsiteY1350" fmla="*/ 1409245 h 8304597"/>
              <a:gd name="connsiteX1351" fmla="*/ 19608238 w 24377650"/>
              <a:gd name="connsiteY1351" fmla="*/ 1372328 h 8304597"/>
              <a:gd name="connsiteX1352" fmla="*/ 21841870 w 24377650"/>
              <a:gd name="connsiteY1352" fmla="*/ 1323575 h 8304597"/>
              <a:gd name="connsiteX1353" fmla="*/ 21818644 w 24377650"/>
              <a:gd name="connsiteY1353" fmla="*/ 1333808 h 8304597"/>
              <a:gd name="connsiteX1354" fmla="*/ 21932616 w 24377650"/>
              <a:gd name="connsiteY1354" fmla="*/ 1372328 h 8304597"/>
              <a:gd name="connsiteX1355" fmla="*/ 21841870 w 24377650"/>
              <a:gd name="connsiteY1355" fmla="*/ 1323575 h 8304597"/>
              <a:gd name="connsiteX1356" fmla="*/ 21550570 w 24377650"/>
              <a:gd name="connsiteY1356" fmla="*/ 1256764 h 8304597"/>
              <a:gd name="connsiteX1357" fmla="*/ 21590074 w 24377650"/>
              <a:gd name="connsiteY1357" fmla="*/ 1257366 h 8304597"/>
              <a:gd name="connsiteX1358" fmla="*/ 21603366 w 24377650"/>
              <a:gd name="connsiteY1358" fmla="*/ 1258569 h 8304597"/>
              <a:gd name="connsiteX1359" fmla="*/ 21554724 w 24377650"/>
              <a:gd name="connsiteY1359" fmla="*/ 1259967 h 8304597"/>
              <a:gd name="connsiteX1360" fmla="*/ 19831966 w 24377650"/>
              <a:gd name="connsiteY1360" fmla="*/ 1189753 h 8304597"/>
              <a:gd name="connsiteX1361" fmla="*/ 19760734 w 24377650"/>
              <a:gd name="connsiteY1361" fmla="*/ 1219848 h 8304597"/>
              <a:gd name="connsiteX1362" fmla="*/ 19873102 w 24377650"/>
              <a:gd name="connsiteY1362" fmla="*/ 1219848 h 8304597"/>
              <a:gd name="connsiteX1363" fmla="*/ 19831966 w 24377650"/>
              <a:gd name="connsiteY1363" fmla="*/ 1189753 h 8304597"/>
              <a:gd name="connsiteX1364" fmla="*/ 20218226 w 24377650"/>
              <a:gd name="connsiteY1364" fmla="*/ 914885 h 8304597"/>
              <a:gd name="connsiteX1365" fmla="*/ 20218226 w 24377650"/>
              <a:gd name="connsiteY1365" fmla="*/ 1028845 h 8304597"/>
              <a:gd name="connsiteX1366" fmla="*/ 20330592 w 24377650"/>
              <a:gd name="connsiteY1366" fmla="*/ 990324 h 8304597"/>
              <a:gd name="connsiteX1367" fmla="*/ 20218226 w 24377650"/>
              <a:gd name="connsiteY1367" fmla="*/ 914885 h 8304597"/>
              <a:gd name="connsiteX1368" fmla="*/ 5970575 w 24377650"/>
              <a:gd name="connsiteY1368" fmla="*/ 763334 h 8304597"/>
              <a:gd name="connsiteX1369" fmla="*/ 5963954 w 24377650"/>
              <a:gd name="connsiteY1369" fmla="*/ 766417 h 8304597"/>
              <a:gd name="connsiteX1370" fmla="*/ 5888308 w 24377650"/>
              <a:gd name="connsiteY1370" fmla="*/ 799321 h 8304597"/>
              <a:gd name="connsiteX1371" fmla="*/ 5955439 w 24377650"/>
              <a:gd name="connsiteY1371" fmla="*/ 766379 h 8304597"/>
              <a:gd name="connsiteX1372" fmla="*/ 5995081 w 24377650"/>
              <a:gd name="connsiteY1372" fmla="*/ 751921 h 8304597"/>
              <a:gd name="connsiteX1373" fmla="*/ 6015225 w 24377650"/>
              <a:gd name="connsiteY1373" fmla="*/ 752931 h 8304597"/>
              <a:gd name="connsiteX1374" fmla="*/ 6017705 w 24377650"/>
              <a:gd name="connsiteY1374" fmla="*/ 753849 h 8304597"/>
              <a:gd name="connsiteX1375" fmla="*/ 5970575 w 24377650"/>
              <a:gd name="connsiteY1375" fmla="*/ 763334 h 8304597"/>
              <a:gd name="connsiteX1376" fmla="*/ 10384567 w 24377650"/>
              <a:gd name="connsiteY1376" fmla="*/ 646840 h 8304597"/>
              <a:gd name="connsiteX1377" fmla="*/ 10369487 w 24377650"/>
              <a:gd name="connsiteY1377" fmla="*/ 648650 h 8304597"/>
              <a:gd name="connsiteX1378" fmla="*/ 10368991 w 24377650"/>
              <a:gd name="connsiteY1378" fmla="*/ 647442 h 8304597"/>
              <a:gd name="connsiteX1379" fmla="*/ 10384567 w 24377650"/>
              <a:gd name="connsiteY1379" fmla="*/ 646840 h 8304597"/>
              <a:gd name="connsiteX1380" fmla="*/ 13166210 w 24377650"/>
              <a:gd name="connsiteY1380" fmla="*/ 601561 h 8304597"/>
              <a:gd name="connsiteX1381" fmla="*/ 13171252 w 24377650"/>
              <a:gd name="connsiteY1381" fmla="*/ 605108 h 8304597"/>
              <a:gd name="connsiteX1382" fmla="*/ 13166408 w 24377650"/>
              <a:gd name="connsiteY1382" fmla="*/ 608875 h 8304597"/>
              <a:gd name="connsiteX1383" fmla="*/ 20025598 w 24377650"/>
              <a:gd name="connsiteY1383" fmla="*/ 571402 h 8304597"/>
              <a:gd name="connsiteX1384" fmla="*/ 19950152 w 24377650"/>
              <a:gd name="connsiteY1384" fmla="*/ 609923 h 8304597"/>
              <a:gd name="connsiteX1385" fmla="*/ 20025598 w 24377650"/>
              <a:gd name="connsiteY1385" fmla="*/ 609923 h 8304597"/>
              <a:gd name="connsiteX1386" fmla="*/ 13127910 w 24377650"/>
              <a:gd name="connsiteY1386" fmla="*/ 571402 h 8304597"/>
              <a:gd name="connsiteX1387" fmla="*/ 13165834 w 24377650"/>
              <a:gd name="connsiteY1387" fmla="*/ 587653 h 8304597"/>
              <a:gd name="connsiteX1388" fmla="*/ 13166210 w 24377650"/>
              <a:gd name="connsiteY1388" fmla="*/ 601561 h 8304597"/>
              <a:gd name="connsiteX1389" fmla="*/ 13154998 w 24377650"/>
              <a:gd name="connsiteY1389" fmla="*/ 593672 h 8304597"/>
              <a:gd name="connsiteX1390" fmla="*/ 13127910 w 24377650"/>
              <a:gd name="connsiteY1390" fmla="*/ 571402 h 8304597"/>
              <a:gd name="connsiteX1391" fmla="*/ 20434214 w 24377650"/>
              <a:gd name="connsiteY1391" fmla="*/ 433534 h 8304597"/>
              <a:gd name="connsiteX1392" fmla="*/ 20439574 w 24377650"/>
              <a:gd name="connsiteY1392" fmla="*/ 435774 h 8304597"/>
              <a:gd name="connsiteX1393" fmla="*/ 20446170 w 24377650"/>
              <a:gd name="connsiteY1393" fmla="*/ 457443 h 8304597"/>
              <a:gd name="connsiteX1394" fmla="*/ 20178096 w 24377650"/>
              <a:gd name="connsiteY1394" fmla="*/ 380399 h 8304597"/>
              <a:gd name="connsiteX1395" fmla="*/ 20178096 w 24377650"/>
              <a:gd name="connsiteY1395" fmla="*/ 418921 h 8304597"/>
              <a:gd name="connsiteX1396" fmla="*/ 20025598 w 24377650"/>
              <a:gd name="connsiteY1396" fmla="*/ 418921 h 8304597"/>
              <a:gd name="connsiteX1397" fmla="*/ 20178096 w 24377650"/>
              <a:gd name="connsiteY1397" fmla="*/ 571402 h 8304597"/>
              <a:gd name="connsiteX1398" fmla="*/ 20255146 w 24377650"/>
              <a:gd name="connsiteY1398" fmla="*/ 380399 h 8304597"/>
              <a:gd name="connsiteX1399" fmla="*/ 20202776 w 24377650"/>
              <a:gd name="connsiteY1399" fmla="*/ 380399 h 8304597"/>
              <a:gd name="connsiteX1400" fmla="*/ 18121792 w 24377650"/>
              <a:gd name="connsiteY1400" fmla="*/ 380399 h 8304597"/>
              <a:gd name="connsiteX1401" fmla="*/ 17778272 w 24377650"/>
              <a:gd name="connsiteY1401" fmla="*/ 418921 h 8304597"/>
              <a:gd name="connsiteX1402" fmla="*/ 18121792 w 24377650"/>
              <a:gd name="connsiteY1402" fmla="*/ 380399 h 8304597"/>
              <a:gd name="connsiteX1403" fmla="*/ 19950152 w 24377650"/>
              <a:gd name="connsiteY1403" fmla="*/ 341878 h 8304597"/>
              <a:gd name="connsiteX1404" fmla="*/ 19873102 w 24377650"/>
              <a:gd name="connsiteY1404" fmla="*/ 457443 h 8304597"/>
              <a:gd name="connsiteX1405" fmla="*/ 19950152 w 24377650"/>
              <a:gd name="connsiteY1405" fmla="*/ 341878 h 8304597"/>
              <a:gd name="connsiteX1406" fmla="*/ 19720604 w 24377650"/>
              <a:gd name="connsiteY1406" fmla="*/ 341878 h 8304597"/>
              <a:gd name="connsiteX1407" fmla="*/ 19226192 w 24377650"/>
              <a:gd name="connsiteY1407" fmla="*/ 457443 h 8304597"/>
              <a:gd name="connsiteX1408" fmla="*/ 19417214 w 24377650"/>
              <a:gd name="connsiteY1408" fmla="*/ 494359 h 8304597"/>
              <a:gd name="connsiteX1409" fmla="*/ 19303244 w 24377650"/>
              <a:gd name="connsiteY1409" fmla="*/ 532881 h 8304597"/>
              <a:gd name="connsiteX1410" fmla="*/ 19455740 w 24377650"/>
              <a:gd name="connsiteY1410" fmla="*/ 571402 h 8304597"/>
              <a:gd name="connsiteX1411" fmla="*/ 19720604 w 24377650"/>
              <a:gd name="connsiteY1411" fmla="*/ 532881 h 8304597"/>
              <a:gd name="connsiteX1412" fmla="*/ 19797656 w 24377650"/>
              <a:gd name="connsiteY1412" fmla="*/ 380399 h 8304597"/>
              <a:gd name="connsiteX1413" fmla="*/ 19720604 w 24377650"/>
              <a:gd name="connsiteY1413" fmla="*/ 341878 h 8304597"/>
              <a:gd name="connsiteX1414" fmla="*/ 19760734 w 24377650"/>
              <a:gd name="connsiteY1414" fmla="*/ 266440 h 8304597"/>
              <a:gd name="connsiteX1415" fmla="*/ 19608238 w 24377650"/>
              <a:gd name="connsiteY1415" fmla="*/ 304961 h 8304597"/>
              <a:gd name="connsiteX1416" fmla="*/ 19760734 w 24377650"/>
              <a:gd name="connsiteY1416" fmla="*/ 266440 h 8304597"/>
              <a:gd name="connsiteX1417" fmla="*/ 19492660 w 24377650"/>
              <a:gd name="connsiteY1417" fmla="*/ 266440 h 8304597"/>
              <a:gd name="connsiteX1418" fmla="*/ 19417214 w 24377650"/>
              <a:gd name="connsiteY1418" fmla="*/ 304961 h 8304597"/>
              <a:gd name="connsiteX1419" fmla="*/ 19492660 w 24377650"/>
              <a:gd name="connsiteY1419" fmla="*/ 266440 h 8304597"/>
              <a:gd name="connsiteX1420" fmla="*/ 18426786 w 24377650"/>
              <a:gd name="connsiteY1420" fmla="*/ 266440 h 8304597"/>
              <a:gd name="connsiteX1421" fmla="*/ 18502232 w 24377650"/>
              <a:gd name="connsiteY1421" fmla="*/ 266440 h 8304597"/>
              <a:gd name="connsiteX1422" fmla="*/ 18426786 w 24377650"/>
              <a:gd name="connsiteY1422" fmla="*/ 266440 h 8304597"/>
              <a:gd name="connsiteX1423" fmla="*/ 18283118 w 24377650"/>
              <a:gd name="connsiteY1423" fmla="*/ 218890 h 8304597"/>
              <a:gd name="connsiteX1424" fmla="*/ 18235764 w 24377650"/>
              <a:gd name="connsiteY1424" fmla="*/ 266440 h 8304597"/>
              <a:gd name="connsiteX1425" fmla="*/ 18388260 w 24377650"/>
              <a:gd name="connsiteY1425" fmla="*/ 227918 h 8304597"/>
              <a:gd name="connsiteX1426" fmla="*/ 18283118 w 24377650"/>
              <a:gd name="connsiteY1426" fmla="*/ 218890 h 8304597"/>
              <a:gd name="connsiteX1427" fmla="*/ 20255146 w 24377650"/>
              <a:gd name="connsiteY1427" fmla="*/ 191002 h 8304597"/>
              <a:gd name="connsiteX1428" fmla="*/ 20255146 w 24377650"/>
              <a:gd name="connsiteY1428" fmla="*/ 266440 h 8304597"/>
              <a:gd name="connsiteX1429" fmla="*/ 20141176 w 24377650"/>
              <a:gd name="connsiteY1429" fmla="*/ 266440 h 8304597"/>
              <a:gd name="connsiteX1430" fmla="*/ 20141176 w 24377650"/>
              <a:gd name="connsiteY1430" fmla="*/ 341878 h 8304597"/>
              <a:gd name="connsiteX1431" fmla="*/ 20255146 w 24377650"/>
              <a:gd name="connsiteY1431" fmla="*/ 266440 h 8304597"/>
              <a:gd name="connsiteX1432" fmla="*/ 20330592 w 24377650"/>
              <a:gd name="connsiteY1432" fmla="*/ 227918 h 8304597"/>
              <a:gd name="connsiteX1433" fmla="*/ 20293672 w 24377650"/>
              <a:gd name="connsiteY1433" fmla="*/ 191002 h 8304597"/>
              <a:gd name="connsiteX1434" fmla="*/ 20255146 w 24377650"/>
              <a:gd name="connsiteY1434" fmla="*/ 191002 h 8304597"/>
              <a:gd name="connsiteX1435" fmla="*/ 16558294 w 24377650"/>
              <a:gd name="connsiteY1435" fmla="*/ 191002 h 8304597"/>
              <a:gd name="connsiteX1436" fmla="*/ 16214774 w 24377650"/>
              <a:gd name="connsiteY1436" fmla="*/ 227918 h 8304597"/>
              <a:gd name="connsiteX1437" fmla="*/ 16558294 w 24377650"/>
              <a:gd name="connsiteY1437" fmla="*/ 191002 h 8304597"/>
              <a:gd name="connsiteX1438" fmla="*/ 15986832 w 24377650"/>
              <a:gd name="connsiteY1438" fmla="*/ 191002 h 8304597"/>
              <a:gd name="connsiteX1439" fmla="*/ 15834334 w 24377650"/>
              <a:gd name="connsiteY1439" fmla="*/ 266440 h 8304597"/>
              <a:gd name="connsiteX1440" fmla="*/ 16023752 w 24377650"/>
              <a:gd name="connsiteY1440" fmla="*/ 266440 h 8304597"/>
              <a:gd name="connsiteX1441" fmla="*/ 16008176 w 24377650"/>
              <a:gd name="connsiteY1441" fmla="*/ 244170 h 8304597"/>
              <a:gd name="connsiteX1442" fmla="*/ 16009193 w 24377650"/>
              <a:gd name="connsiteY1442" fmla="*/ 237454 h 8304597"/>
              <a:gd name="connsiteX1443" fmla="*/ 16009985 w 24377650"/>
              <a:gd name="connsiteY1443" fmla="*/ 237392 h 8304597"/>
              <a:gd name="connsiteX1444" fmla="*/ 16023752 w 24377650"/>
              <a:gd name="connsiteY1444" fmla="*/ 227918 h 8304597"/>
              <a:gd name="connsiteX1445" fmla="*/ 16009907 w 24377650"/>
              <a:gd name="connsiteY1445" fmla="*/ 232734 h 8304597"/>
              <a:gd name="connsiteX1446" fmla="*/ 16009193 w 24377650"/>
              <a:gd name="connsiteY1446" fmla="*/ 237454 h 8304597"/>
              <a:gd name="connsiteX1447" fmla="*/ 15996990 w 24377650"/>
              <a:gd name="connsiteY1447" fmla="*/ 238402 h 8304597"/>
              <a:gd name="connsiteX1448" fmla="*/ 15986832 w 24377650"/>
              <a:gd name="connsiteY1448" fmla="*/ 191002 h 8304597"/>
              <a:gd name="connsiteX1449" fmla="*/ 19126066 w 24377650"/>
              <a:gd name="connsiteY1449" fmla="*/ 162111 h 8304597"/>
              <a:gd name="connsiteX1450" fmla="*/ 19073694 w 24377650"/>
              <a:gd name="connsiteY1450" fmla="*/ 191002 h 8304597"/>
              <a:gd name="connsiteX1451" fmla="*/ 19150746 w 24377650"/>
              <a:gd name="connsiteY1451" fmla="*/ 191002 h 8304597"/>
              <a:gd name="connsiteX1452" fmla="*/ 19126066 w 24377650"/>
              <a:gd name="connsiteY1452" fmla="*/ 162111 h 8304597"/>
              <a:gd name="connsiteX1453" fmla="*/ 19378690 w 24377650"/>
              <a:gd name="connsiteY1453" fmla="*/ 152480 h 8304597"/>
              <a:gd name="connsiteX1454" fmla="*/ 19417214 w 24377650"/>
              <a:gd name="connsiteY1454" fmla="*/ 191002 h 8304597"/>
              <a:gd name="connsiteX1455" fmla="*/ 19378690 w 24377650"/>
              <a:gd name="connsiteY1455" fmla="*/ 191002 h 8304597"/>
              <a:gd name="connsiteX1456" fmla="*/ 19378690 w 24377650"/>
              <a:gd name="connsiteY1456" fmla="*/ 152480 h 8304597"/>
              <a:gd name="connsiteX1457" fmla="*/ 16824762 w 24377650"/>
              <a:gd name="connsiteY1457" fmla="*/ 152480 h 8304597"/>
              <a:gd name="connsiteX1458" fmla="*/ 16749316 w 24377650"/>
              <a:gd name="connsiteY1458" fmla="*/ 191002 h 8304597"/>
              <a:gd name="connsiteX1459" fmla="*/ 16824762 w 24377650"/>
              <a:gd name="connsiteY1459" fmla="*/ 152480 h 8304597"/>
              <a:gd name="connsiteX1460" fmla="*/ 20044430 w 24377650"/>
              <a:gd name="connsiteY1460" fmla="*/ 88187 h 8304597"/>
              <a:gd name="connsiteX1461" fmla="*/ 20063370 w 24377650"/>
              <a:gd name="connsiteY1461" fmla="*/ 111103 h 8304597"/>
              <a:gd name="connsiteX1462" fmla="*/ 20055790 w 24377650"/>
              <a:gd name="connsiteY1462" fmla="*/ 110551 h 8304597"/>
              <a:gd name="connsiteX1463" fmla="*/ 20048172 w 24377650"/>
              <a:gd name="connsiteY1463" fmla="*/ 107940 h 8304597"/>
              <a:gd name="connsiteX1464" fmla="*/ 20045664 w 24377650"/>
              <a:gd name="connsiteY1464" fmla="*/ 94698 h 8304597"/>
              <a:gd name="connsiteX1465" fmla="*/ 20037174 w 24377650"/>
              <a:gd name="connsiteY1465" fmla="*/ 79406 h 8304597"/>
              <a:gd name="connsiteX1466" fmla="*/ 20043156 w 24377650"/>
              <a:gd name="connsiteY1466" fmla="*/ 81456 h 8304597"/>
              <a:gd name="connsiteX1467" fmla="*/ 20044430 w 24377650"/>
              <a:gd name="connsiteY1467" fmla="*/ 88187 h 8304597"/>
              <a:gd name="connsiteX1468" fmla="*/ 20293672 w 24377650"/>
              <a:gd name="connsiteY1468" fmla="*/ 75437 h 8304597"/>
              <a:gd name="connsiteX1469" fmla="*/ 20230014 w 24377650"/>
              <a:gd name="connsiteY1469" fmla="*/ 97106 h 8304597"/>
              <a:gd name="connsiteX1470" fmla="*/ 20219992 w 24377650"/>
              <a:gd name="connsiteY1470" fmla="*/ 78682 h 8304597"/>
              <a:gd name="connsiteX1471" fmla="*/ 20218226 w 24377650"/>
              <a:gd name="connsiteY1471" fmla="*/ 75437 h 8304597"/>
              <a:gd name="connsiteX1472" fmla="*/ 20219992 w 24377650"/>
              <a:gd name="connsiteY1472" fmla="*/ 78682 h 8304597"/>
              <a:gd name="connsiteX1473" fmla="*/ 20217350 w 24377650"/>
              <a:gd name="connsiteY1473" fmla="*/ 78798 h 8304597"/>
              <a:gd name="connsiteX1474" fmla="*/ 19988678 w 24377650"/>
              <a:gd name="connsiteY1474" fmla="*/ 75437 h 8304597"/>
              <a:gd name="connsiteX1475" fmla="*/ 19836180 w 24377650"/>
              <a:gd name="connsiteY1475" fmla="*/ 113959 h 8304597"/>
              <a:gd name="connsiteX1476" fmla="*/ 19797656 w 24377650"/>
              <a:gd name="connsiteY1476" fmla="*/ 152480 h 8304597"/>
              <a:gd name="connsiteX1477" fmla="*/ 19988678 w 24377650"/>
              <a:gd name="connsiteY1477" fmla="*/ 75437 h 8304597"/>
              <a:gd name="connsiteX1478" fmla="*/ 18730176 w 24377650"/>
              <a:gd name="connsiteY1478" fmla="*/ 38521 h 8304597"/>
              <a:gd name="connsiteX1479" fmla="*/ 18807226 w 24377650"/>
              <a:gd name="connsiteY1479" fmla="*/ 38521 h 8304597"/>
              <a:gd name="connsiteX1480" fmla="*/ 18730176 w 24377650"/>
              <a:gd name="connsiteY1480" fmla="*/ 38521 h 8304597"/>
              <a:gd name="connsiteX1481" fmla="*/ 17892244 w 24377650"/>
              <a:gd name="connsiteY1481" fmla="*/ 38521 h 8304597"/>
              <a:gd name="connsiteX1482" fmla="*/ 17911506 w 24377650"/>
              <a:gd name="connsiteY1482" fmla="*/ 43136 h 8304597"/>
              <a:gd name="connsiteX1483" fmla="*/ 17924568 w 24377650"/>
              <a:gd name="connsiteY1483" fmla="*/ 53945 h 8304597"/>
              <a:gd name="connsiteX1484" fmla="*/ 17921714 w 24377650"/>
              <a:gd name="connsiteY1484" fmla="*/ 54095 h 8304597"/>
              <a:gd name="connsiteX1485" fmla="*/ 17892244 w 24377650"/>
              <a:gd name="connsiteY1485" fmla="*/ 38521 h 8304597"/>
              <a:gd name="connsiteX1486" fmla="*/ 19836180 w 24377650"/>
              <a:gd name="connsiteY1486" fmla="*/ 0 h 8304597"/>
              <a:gd name="connsiteX1487" fmla="*/ 19913232 w 24377650"/>
              <a:gd name="connsiteY1487" fmla="*/ 75437 h 8304597"/>
              <a:gd name="connsiteX1488" fmla="*/ 20030164 w 24377650"/>
              <a:gd name="connsiteY1488" fmla="*/ 70923 h 8304597"/>
              <a:gd name="connsiteX1489" fmla="*/ 20037174 w 24377650"/>
              <a:gd name="connsiteY1489" fmla="*/ 79406 h 8304597"/>
              <a:gd name="connsiteX1490" fmla="*/ 20025598 w 24377650"/>
              <a:gd name="connsiteY1490" fmla="*/ 75437 h 8304597"/>
              <a:gd name="connsiteX1491" fmla="*/ 20036434 w 24377650"/>
              <a:gd name="connsiteY1491" fmla="*/ 109144 h 8304597"/>
              <a:gd name="connsiteX1492" fmla="*/ 20055790 w 24377650"/>
              <a:gd name="connsiteY1492" fmla="*/ 110551 h 8304597"/>
              <a:gd name="connsiteX1493" fmla="*/ 20065730 w 24377650"/>
              <a:gd name="connsiteY1493" fmla="*/ 113959 h 8304597"/>
              <a:gd name="connsiteX1494" fmla="*/ 20025598 w 24377650"/>
              <a:gd name="connsiteY1494" fmla="*/ 191002 h 8304597"/>
              <a:gd name="connsiteX1495" fmla="*/ 20141176 w 24377650"/>
              <a:gd name="connsiteY1495" fmla="*/ 152480 h 8304597"/>
              <a:gd name="connsiteX1496" fmla="*/ 20065730 w 24377650"/>
              <a:gd name="connsiteY1496" fmla="*/ 113959 h 8304597"/>
              <a:gd name="connsiteX1497" fmla="*/ 20063370 w 24377650"/>
              <a:gd name="connsiteY1497" fmla="*/ 111103 h 8304597"/>
              <a:gd name="connsiteX1498" fmla="*/ 20102650 w 24377650"/>
              <a:gd name="connsiteY1498" fmla="*/ 113959 h 8304597"/>
              <a:gd name="connsiteX1499" fmla="*/ 20184316 w 24377650"/>
              <a:gd name="connsiteY1499" fmla="*/ 80253 h 8304597"/>
              <a:gd name="connsiteX1500" fmla="*/ 20217350 w 24377650"/>
              <a:gd name="connsiteY1500" fmla="*/ 78798 h 8304597"/>
              <a:gd name="connsiteX1501" fmla="*/ 20203178 w 24377650"/>
              <a:gd name="connsiteY1501" fmla="*/ 133220 h 8304597"/>
              <a:gd name="connsiteX1502" fmla="*/ 20218226 w 24377650"/>
              <a:gd name="connsiteY1502" fmla="*/ 191002 h 8304597"/>
              <a:gd name="connsiteX1503" fmla="*/ 20330592 w 24377650"/>
              <a:gd name="connsiteY1503" fmla="*/ 152480 h 8304597"/>
              <a:gd name="connsiteX1504" fmla="*/ 20370724 w 24377650"/>
              <a:gd name="connsiteY1504" fmla="*/ 191002 h 8304597"/>
              <a:gd name="connsiteX1505" fmla="*/ 20255146 w 24377650"/>
              <a:gd name="connsiteY1505" fmla="*/ 304961 h 8304597"/>
              <a:gd name="connsiteX1506" fmla="*/ 20293672 w 24377650"/>
              <a:gd name="connsiteY1506" fmla="*/ 341878 h 8304597"/>
              <a:gd name="connsiteX1507" fmla="*/ 20370724 w 24377650"/>
              <a:gd name="connsiteY1507" fmla="*/ 341878 h 8304597"/>
              <a:gd name="connsiteX1508" fmla="*/ 20446170 w 24377650"/>
              <a:gd name="connsiteY1508" fmla="*/ 341878 h 8304597"/>
              <a:gd name="connsiteX1509" fmla="*/ 20417276 w 24377650"/>
              <a:gd name="connsiteY1509" fmla="*/ 399660 h 8304597"/>
              <a:gd name="connsiteX1510" fmla="*/ 20434214 w 24377650"/>
              <a:gd name="connsiteY1510" fmla="*/ 433534 h 8304597"/>
              <a:gd name="connsiteX1511" fmla="*/ 20422292 w 24377650"/>
              <a:gd name="connsiteY1511" fmla="*/ 428551 h 8304597"/>
              <a:gd name="connsiteX1512" fmla="*/ 20370724 w 24377650"/>
              <a:gd name="connsiteY1512" fmla="*/ 457443 h 8304597"/>
              <a:gd name="connsiteX1513" fmla="*/ 20330592 w 24377650"/>
              <a:gd name="connsiteY1513" fmla="*/ 532881 h 8304597"/>
              <a:gd name="connsiteX1514" fmla="*/ 20446170 w 24377650"/>
              <a:gd name="connsiteY1514" fmla="*/ 532881 h 8304597"/>
              <a:gd name="connsiteX1515" fmla="*/ 20446170 w 24377650"/>
              <a:gd name="connsiteY1515" fmla="*/ 609923 h 8304597"/>
              <a:gd name="connsiteX1516" fmla="*/ 20293672 w 24377650"/>
              <a:gd name="connsiteY1516" fmla="*/ 646840 h 8304597"/>
              <a:gd name="connsiteX1517" fmla="*/ 20218226 w 24377650"/>
              <a:gd name="connsiteY1517" fmla="*/ 685361 h 8304597"/>
              <a:gd name="connsiteX1518" fmla="*/ 20102650 w 24377650"/>
              <a:gd name="connsiteY1518" fmla="*/ 723883 h 8304597"/>
              <a:gd name="connsiteX1519" fmla="*/ 19950152 w 24377650"/>
              <a:gd name="connsiteY1519" fmla="*/ 685361 h 8304597"/>
              <a:gd name="connsiteX1520" fmla="*/ 20025598 w 24377650"/>
              <a:gd name="connsiteY1520" fmla="*/ 723883 h 8304597"/>
              <a:gd name="connsiteX1521" fmla="*/ 20141176 w 24377650"/>
              <a:gd name="connsiteY1521" fmla="*/ 799321 h 8304597"/>
              <a:gd name="connsiteX1522" fmla="*/ 20178096 w 24377650"/>
              <a:gd name="connsiteY1522" fmla="*/ 762404 h 8304597"/>
              <a:gd name="connsiteX1523" fmla="*/ 20446170 w 24377650"/>
              <a:gd name="connsiteY1523" fmla="*/ 837842 h 8304597"/>
              <a:gd name="connsiteX1524" fmla="*/ 20483090 w 24377650"/>
              <a:gd name="connsiteY1524" fmla="*/ 723883 h 8304597"/>
              <a:gd name="connsiteX1525" fmla="*/ 20635588 w 24377650"/>
              <a:gd name="connsiteY1525" fmla="*/ 723883 h 8304597"/>
              <a:gd name="connsiteX1526" fmla="*/ 20560142 w 24377650"/>
              <a:gd name="connsiteY1526" fmla="*/ 762404 h 8304597"/>
              <a:gd name="connsiteX1527" fmla="*/ 20560142 w 24377650"/>
              <a:gd name="connsiteY1527" fmla="*/ 837842 h 8304597"/>
              <a:gd name="connsiteX1528" fmla="*/ 20675718 w 24377650"/>
              <a:gd name="connsiteY1528" fmla="*/ 837842 h 8304597"/>
              <a:gd name="connsiteX1529" fmla="*/ 20675718 w 24377650"/>
              <a:gd name="connsiteY1529" fmla="*/ 876364 h 8304597"/>
              <a:gd name="connsiteX1530" fmla="*/ 20598666 w 24377650"/>
              <a:gd name="connsiteY1530" fmla="*/ 951802 h 8304597"/>
              <a:gd name="connsiteX1531" fmla="*/ 20479678 w 24377650"/>
              <a:gd name="connsiteY1531" fmla="*/ 951802 h 8304597"/>
              <a:gd name="connsiteX1532" fmla="*/ 20446170 w 24377650"/>
              <a:gd name="connsiteY1532" fmla="*/ 951802 h 8304597"/>
              <a:gd name="connsiteX1533" fmla="*/ 20330592 w 24377650"/>
              <a:gd name="connsiteY1533" fmla="*/ 951802 h 8304597"/>
              <a:gd name="connsiteX1534" fmla="*/ 20446170 w 24377650"/>
              <a:gd name="connsiteY1534" fmla="*/ 951802 h 8304597"/>
              <a:gd name="connsiteX1535" fmla="*/ 20483090 w 24377650"/>
              <a:gd name="connsiteY1535" fmla="*/ 1028845 h 8304597"/>
              <a:gd name="connsiteX1536" fmla="*/ 20370724 w 24377650"/>
              <a:gd name="connsiteY1536" fmla="*/ 1104283 h 8304597"/>
              <a:gd name="connsiteX1537" fmla="*/ 20178096 w 24377650"/>
              <a:gd name="connsiteY1537" fmla="*/ 1067366 h 8304597"/>
              <a:gd name="connsiteX1538" fmla="*/ 19913232 w 24377650"/>
              <a:gd name="connsiteY1538" fmla="*/ 1179721 h 8304597"/>
              <a:gd name="connsiteX1539" fmla="*/ 20102650 w 24377650"/>
              <a:gd name="connsiteY1539" fmla="*/ 1179721 h 8304597"/>
              <a:gd name="connsiteX1540" fmla="*/ 20025598 w 24377650"/>
              <a:gd name="connsiteY1540" fmla="*/ 1219848 h 8304597"/>
              <a:gd name="connsiteX1541" fmla="*/ 20025598 w 24377650"/>
              <a:gd name="connsiteY1541" fmla="*/ 1256764 h 8304597"/>
              <a:gd name="connsiteX1542" fmla="*/ 19988678 w 24377650"/>
              <a:gd name="connsiteY1542" fmla="*/ 1219848 h 8304597"/>
              <a:gd name="connsiteX1543" fmla="*/ 19836180 w 24377650"/>
              <a:gd name="connsiteY1543" fmla="*/ 1295285 h 8304597"/>
              <a:gd name="connsiteX1544" fmla="*/ 19645158 w 24377650"/>
              <a:gd name="connsiteY1544" fmla="*/ 1333808 h 8304597"/>
              <a:gd name="connsiteX1545" fmla="*/ 19913232 w 24377650"/>
              <a:gd name="connsiteY1545" fmla="*/ 1409245 h 8304597"/>
              <a:gd name="connsiteX1546" fmla="*/ 19873102 w 24377650"/>
              <a:gd name="connsiteY1546" fmla="*/ 1486288 h 8304597"/>
              <a:gd name="connsiteX1547" fmla="*/ 19988678 w 24377650"/>
              <a:gd name="connsiteY1547" fmla="*/ 1561726 h 8304597"/>
              <a:gd name="connsiteX1548" fmla="*/ 20102650 w 24377650"/>
              <a:gd name="connsiteY1548" fmla="*/ 1561726 h 8304597"/>
              <a:gd name="connsiteX1549" fmla="*/ 20065730 w 24377650"/>
              <a:gd name="connsiteY1549" fmla="*/ 1524809 h 8304597"/>
              <a:gd name="connsiteX1550" fmla="*/ 20218226 w 24377650"/>
              <a:gd name="connsiteY1550" fmla="*/ 1561726 h 8304597"/>
              <a:gd name="connsiteX1551" fmla="*/ 20635588 w 24377650"/>
              <a:gd name="connsiteY1551" fmla="*/ 1447767 h 8304597"/>
              <a:gd name="connsiteX1552" fmla="*/ 20751164 w 24377650"/>
              <a:gd name="connsiteY1552" fmla="*/ 1486288 h 8304597"/>
              <a:gd name="connsiteX1553" fmla="*/ 20788084 w 24377650"/>
              <a:gd name="connsiteY1553" fmla="*/ 1447767 h 8304597"/>
              <a:gd name="connsiteX1554" fmla="*/ 20751164 w 24377650"/>
              <a:gd name="connsiteY1554" fmla="*/ 1409245 h 8304597"/>
              <a:gd name="connsiteX1555" fmla="*/ 20828216 w 24377650"/>
              <a:gd name="connsiteY1555" fmla="*/ 1409245 h 8304597"/>
              <a:gd name="connsiteX1556" fmla="*/ 21245576 w 24377650"/>
              <a:gd name="connsiteY1556" fmla="*/ 1409245 h 8304597"/>
              <a:gd name="connsiteX1557" fmla="*/ 21475124 w 24377650"/>
              <a:gd name="connsiteY1557" fmla="*/ 1409245 h 8304597"/>
              <a:gd name="connsiteX1558" fmla="*/ 21627622 w 24377650"/>
              <a:gd name="connsiteY1558" fmla="*/ 1409245 h 8304597"/>
              <a:gd name="connsiteX1559" fmla="*/ 21475124 w 24377650"/>
              <a:gd name="connsiteY1559" fmla="*/ 1295285 h 8304597"/>
              <a:gd name="connsiteX1560" fmla="*/ 21361152 w 24377650"/>
              <a:gd name="connsiteY1560" fmla="*/ 1295285 h 8304597"/>
              <a:gd name="connsiteX1561" fmla="*/ 21498600 w 24377650"/>
              <a:gd name="connsiteY1561" fmla="*/ 1261580 h 8304597"/>
              <a:gd name="connsiteX1562" fmla="*/ 21554724 w 24377650"/>
              <a:gd name="connsiteY1562" fmla="*/ 1259967 h 8304597"/>
              <a:gd name="connsiteX1563" fmla="*/ 21579464 w 24377650"/>
              <a:gd name="connsiteY1563" fmla="*/ 1279034 h 8304597"/>
              <a:gd name="connsiteX1564" fmla="*/ 21666148 w 24377650"/>
              <a:gd name="connsiteY1564" fmla="*/ 1295285 h 8304597"/>
              <a:gd name="connsiteX1565" fmla="*/ 21636652 w 24377650"/>
              <a:gd name="connsiteY1565" fmla="*/ 1261580 h 8304597"/>
              <a:gd name="connsiteX1566" fmla="*/ 21603366 w 24377650"/>
              <a:gd name="connsiteY1566" fmla="*/ 1258569 h 8304597"/>
              <a:gd name="connsiteX1567" fmla="*/ 21666148 w 24377650"/>
              <a:gd name="connsiteY1567" fmla="*/ 1256764 h 8304597"/>
              <a:gd name="connsiteX1568" fmla="*/ 21703068 w 24377650"/>
              <a:gd name="connsiteY1568" fmla="*/ 1333808 h 8304597"/>
              <a:gd name="connsiteX1569" fmla="*/ 21741594 w 24377650"/>
              <a:gd name="connsiteY1569" fmla="*/ 1256764 h 8304597"/>
              <a:gd name="connsiteX1570" fmla="*/ 21818644 w 24377650"/>
              <a:gd name="connsiteY1570" fmla="*/ 1295285 h 8304597"/>
              <a:gd name="connsiteX1571" fmla="*/ 21894090 w 24377650"/>
              <a:gd name="connsiteY1571" fmla="*/ 1295285 h 8304597"/>
              <a:gd name="connsiteX1572" fmla="*/ 22123638 w 24377650"/>
              <a:gd name="connsiteY1572" fmla="*/ 1409245 h 8304597"/>
              <a:gd name="connsiteX1573" fmla="*/ 21818644 w 24377650"/>
              <a:gd name="connsiteY1573" fmla="*/ 1409245 h 8304597"/>
              <a:gd name="connsiteX1574" fmla="*/ 22008062 w 24377650"/>
              <a:gd name="connsiteY1574" fmla="*/ 1447767 h 8304597"/>
              <a:gd name="connsiteX1575" fmla="*/ 21855564 w 24377650"/>
              <a:gd name="connsiteY1575" fmla="*/ 1486288 h 8304597"/>
              <a:gd name="connsiteX1576" fmla="*/ 22046588 w 24377650"/>
              <a:gd name="connsiteY1576" fmla="*/ 1561726 h 8304597"/>
              <a:gd name="connsiteX1577" fmla="*/ 21855564 w 24377650"/>
              <a:gd name="connsiteY1577" fmla="*/ 1524809 h 8304597"/>
              <a:gd name="connsiteX1578" fmla="*/ 21703068 w 24377650"/>
              <a:gd name="connsiteY1578" fmla="*/ 1600247 h 8304597"/>
              <a:gd name="connsiteX1579" fmla="*/ 21855564 w 24377650"/>
              <a:gd name="connsiteY1579" fmla="*/ 1638769 h 8304597"/>
              <a:gd name="connsiteX1580" fmla="*/ 21855564 w 24377650"/>
              <a:gd name="connsiteY1580" fmla="*/ 1677291 h 8304597"/>
              <a:gd name="connsiteX1581" fmla="*/ 21780118 w 24377650"/>
              <a:gd name="connsiteY1581" fmla="*/ 1714207 h 8304597"/>
              <a:gd name="connsiteX1582" fmla="*/ 21894090 w 24377650"/>
              <a:gd name="connsiteY1582" fmla="*/ 1789645 h 8304597"/>
              <a:gd name="connsiteX1583" fmla="*/ 22351582 w 24377650"/>
              <a:gd name="connsiteY1583" fmla="*/ 1789645 h 8304597"/>
              <a:gd name="connsiteX1584" fmla="*/ 22427028 w 24377650"/>
              <a:gd name="connsiteY1584" fmla="*/ 1829772 h 8304597"/>
              <a:gd name="connsiteX1585" fmla="*/ 22427028 w 24377650"/>
              <a:gd name="connsiteY1585" fmla="*/ 1752728 h 8304597"/>
              <a:gd name="connsiteX1586" fmla="*/ 22542604 w 24377650"/>
              <a:gd name="connsiteY1586" fmla="*/ 1789645 h 8304597"/>
              <a:gd name="connsiteX1587" fmla="*/ 22542604 w 24377650"/>
              <a:gd name="connsiteY1587" fmla="*/ 1866688 h 8304597"/>
              <a:gd name="connsiteX1588" fmla="*/ 22504078 w 24377650"/>
              <a:gd name="connsiteY1588" fmla="*/ 1866688 h 8304597"/>
              <a:gd name="connsiteX1589" fmla="*/ 22579524 w 24377650"/>
              <a:gd name="connsiteY1589" fmla="*/ 1905210 h 8304597"/>
              <a:gd name="connsiteX1590" fmla="*/ 22504078 w 24377650"/>
              <a:gd name="connsiteY1590" fmla="*/ 1943731 h 8304597"/>
              <a:gd name="connsiteX1591" fmla="*/ 22427028 w 24377650"/>
              <a:gd name="connsiteY1591" fmla="*/ 2057691 h 8304597"/>
              <a:gd name="connsiteX1592" fmla="*/ 22390108 w 24377650"/>
              <a:gd name="connsiteY1592" fmla="*/ 1982253 h 8304597"/>
              <a:gd name="connsiteX1593" fmla="*/ 22370242 w 24377650"/>
              <a:gd name="connsiteY1593" fmla="*/ 2038631 h 8304597"/>
              <a:gd name="connsiteX1594" fmla="*/ 22378400 w 24377650"/>
              <a:gd name="connsiteY1594" fmla="*/ 2066673 h 8304597"/>
              <a:gd name="connsiteX1595" fmla="*/ 22361012 w 24377650"/>
              <a:gd name="connsiteY1595" fmla="*/ 2076952 h 8304597"/>
              <a:gd name="connsiteX1596" fmla="*/ 22351582 w 24377650"/>
              <a:gd name="connsiteY1596" fmla="*/ 2096212 h 8304597"/>
              <a:gd name="connsiteX1597" fmla="*/ 22378594 w 24377650"/>
              <a:gd name="connsiteY1597" fmla="*/ 2067346 h 8304597"/>
              <a:gd name="connsiteX1598" fmla="*/ 22378400 w 24377650"/>
              <a:gd name="connsiteY1598" fmla="*/ 2066673 h 8304597"/>
              <a:gd name="connsiteX1599" fmla="*/ 22383410 w 24377650"/>
              <a:gd name="connsiteY1599" fmla="*/ 2063710 h 8304597"/>
              <a:gd name="connsiteX1600" fmla="*/ 22427028 w 24377650"/>
              <a:gd name="connsiteY1600" fmla="*/ 2057691 h 8304597"/>
              <a:gd name="connsiteX1601" fmla="*/ 22274530 w 24377650"/>
              <a:gd name="connsiteY1601" fmla="*/ 2134734 h 8304597"/>
              <a:gd name="connsiteX1602" fmla="*/ 22427028 w 24377650"/>
              <a:gd name="connsiteY1602" fmla="*/ 2171650 h 8304597"/>
              <a:gd name="connsiteX1603" fmla="*/ 22618050 w 24377650"/>
              <a:gd name="connsiteY1603" fmla="*/ 2324131 h 8304597"/>
              <a:gd name="connsiteX1604" fmla="*/ 22542604 w 24377650"/>
              <a:gd name="connsiteY1604" fmla="*/ 2285609 h 8304597"/>
              <a:gd name="connsiteX1605" fmla="*/ 22732022 w 24377650"/>
              <a:gd name="connsiteY1605" fmla="*/ 2285609 h 8304597"/>
              <a:gd name="connsiteX1606" fmla="*/ 22695102 w 24377650"/>
              <a:gd name="connsiteY1606" fmla="*/ 2399569 h 8304597"/>
              <a:gd name="connsiteX1607" fmla="*/ 22579524 w 24377650"/>
              <a:gd name="connsiteY1607" fmla="*/ 2362653 h 8304597"/>
              <a:gd name="connsiteX1608" fmla="*/ 22465554 w 24377650"/>
              <a:gd name="connsiteY1608" fmla="*/ 2399569 h 8304597"/>
              <a:gd name="connsiteX1609" fmla="*/ 22695102 w 24377650"/>
              <a:gd name="connsiteY1609" fmla="*/ 2438091 h 8304597"/>
              <a:gd name="connsiteX1610" fmla="*/ 22427028 w 24377650"/>
              <a:gd name="connsiteY1610" fmla="*/ 2438091 h 8304597"/>
              <a:gd name="connsiteX1611" fmla="*/ 22465554 w 24377650"/>
              <a:gd name="connsiteY1611" fmla="*/ 2476612 h 8304597"/>
              <a:gd name="connsiteX1612" fmla="*/ 22313056 w 24377650"/>
              <a:gd name="connsiteY1612" fmla="*/ 2399569 h 8304597"/>
              <a:gd name="connsiteX1613" fmla="*/ 22237610 w 24377650"/>
              <a:gd name="connsiteY1613" fmla="*/ 2515134 h 8304597"/>
              <a:gd name="connsiteX1614" fmla="*/ 22390108 w 24377650"/>
              <a:gd name="connsiteY1614" fmla="*/ 2553655 h 8304597"/>
              <a:gd name="connsiteX1615" fmla="*/ 22237610 w 24377650"/>
              <a:gd name="connsiteY1615" fmla="*/ 2553655 h 8304597"/>
              <a:gd name="connsiteX1616" fmla="*/ 22199084 w 24377650"/>
              <a:gd name="connsiteY1616" fmla="*/ 2629093 h 8304597"/>
              <a:gd name="connsiteX1617" fmla="*/ 22450780 w 24377650"/>
              <a:gd name="connsiteY1617" fmla="*/ 2565442 h 8304597"/>
              <a:gd name="connsiteX1618" fmla="*/ 22465554 w 24377650"/>
              <a:gd name="connsiteY1618" fmla="*/ 2558219 h 8304597"/>
              <a:gd name="connsiteX1619" fmla="*/ 22465554 w 24377650"/>
              <a:gd name="connsiteY1619" fmla="*/ 2574998 h 8304597"/>
              <a:gd name="connsiteX1620" fmla="*/ 22465554 w 24377650"/>
              <a:gd name="connsiteY1620" fmla="*/ 2590572 h 8304597"/>
              <a:gd name="connsiteX1621" fmla="*/ 22656576 w 24377650"/>
              <a:gd name="connsiteY1621" fmla="*/ 2553655 h 8304597"/>
              <a:gd name="connsiteX1622" fmla="*/ 22618050 w 24377650"/>
              <a:gd name="connsiteY1622" fmla="*/ 2629093 h 8304597"/>
              <a:gd name="connsiteX1623" fmla="*/ 22656576 w 24377650"/>
              <a:gd name="connsiteY1623" fmla="*/ 2629093 h 8304597"/>
              <a:gd name="connsiteX1624" fmla="*/ 22703254 w 24377650"/>
              <a:gd name="connsiteY1624" fmla="*/ 2612240 h 8304597"/>
              <a:gd name="connsiteX1625" fmla="*/ 22752892 w 24377650"/>
              <a:gd name="connsiteY1625" fmla="*/ 2610480 h 8304597"/>
              <a:gd name="connsiteX1626" fmla="*/ 22754972 w 24377650"/>
              <a:gd name="connsiteY1626" fmla="*/ 2617306 h 8304597"/>
              <a:gd name="connsiteX1627" fmla="*/ 22809074 w 24377650"/>
              <a:gd name="connsiteY1627" fmla="*/ 2629093 h 8304597"/>
              <a:gd name="connsiteX1628" fmla="*/ 22801216 w 24377650"/>
              <a:gd name="connsiteY1628" fmla="*/ 2608762 h 8304597"/>
              <a:gd name="connsiteX1629" fmla="*/ 22838744 w 24377650"/>
              <a:gd name="connsiteY1629" fmla="*/ 2607425 h 8304597"/>
              <a:gd name="connsiteX1630" fmla="*/ 22884520 w 24377650"/>
              <a:gd name="connsiteY1630" fmla="*/ 2590572 h 8304597"/>
              <a:gd name="connsiteX1631" fmla="*/ 22809074 w 24377650"/>
              <a:gd name="connsiteY1631" fmla="*/ 2553655 h 8304597"/>
              <a:gd name="connsiteX1632" fmla="*/ 22798238 w 24377650"/>
              <a:gd name="connsiteY1632" fmla="*/ 2601055 h 8304597"/>
              <a:gd name="connsiteX1633" fmla="*/ 22801216 w 24377650"/>
              <a:gd name="connsiteY1633" fmla="*/ 2608762 h 8304597"/>
              <a:gd name="connsiteX1634" fmla="*/ 22771150 w 24377650"/>
              <a:gd name="connsiteY1634" fmla="*/ 2609832 h 8304597"/>
              <a:gd name="connsiteX1635" fmla="*/ 22752892 w 24377650"/>
              <a:gd name="connsiteY1635" fmla="*/ 2610480 h 8304597"/>
              <a:gd name="connsiteX1636" fmla="*/ 22747072 w 24377650"/>
              <a:gd name="connsiteY1636" fmla="*/ 2591374 h 8304597"/>
              <a:gd name="connsiteX1637" fmla="*/ 22770548 w 24377650"/>
              <a:gd name="connsiteY1637" fmla="*/ 2553655 h 8304597"/>
              <a:gd name="connsiteX1638" fmla="*/ 22809074 w 24377650"/>
              <a:gd name="connsiteY1638" fmla="*/ 2515134 h 8304597"/>
              <a:gd name="connsiteX1639" fmla="*/ 22884520 w 24377650"/>
              <a:gd name="connsiteY1639" fmla="*/ 2553655 h 8304597"/>
              <a:gd name="connsiteX1640" fmla="*/ 22923044 w 24377650"/>
              <a:gd name="connsiteY1640" fmla="*/ 2476612 h 8304597"/>
              <a:gd name="connsiteX1641" fmla="*/ 22923044 w 24377650"/>
              <a:gd name="connsiteY1641" fmla="*/ 2515134 h 8304597"/>
              <a:gd name="connsiteX1642" fmla="*/ 23037016 w 24377650"/>
              <a:gd name="connsiteY1642" fmla="*/ 2515134 h 8304597"/>
              <a:gd name="connsiteX1643" fmla="*/ 23037016 w 24377650"/>
              <a:gd name="connsiteY1643" fmla="*/ 2553655 h 8304597"/>
              <a:gd name="connsiteX1644" fmla="*/ 23000096 w 24377650"/>
              <a:gd name="connsiteY1644" fmla="*/ 2590572 h 8304597"/>
              <a:gd name="connsiteX1645" fmla="*/ 23075542 w 24377650"/>
              <a:gd name="connsiteY1645" fmla="*/ 2590572 h 8304597"/>
              <a:gd name="connsiteX1646" fmla="*/ 23189514 w 24377650"/>
              <a:gd name="connsiteY1646" fmla="*/ 2629093 h 8304597"/>
              <a:gd name="connsiteX1647" fmla="*/ 23228040 w 24377650"/>
              <a:gd name="connsiteY1647" fmla="*/ 2629093 h 8304597"/>
              <a:gd name="connsiteX1648" fmla="*/ 23342210 w 24377650"/>
              <a:gd name="connsiteY1648" fmla="*/ 2609832 h 8304597"/>
              <a:gd name="connsiteX1649" fmla="*/ 23382648 w 24377650"/>
              <a:gd name="connsiteY1649" fmla="*/ 2598385 h 8304597"/>
              <a:gd name="connsiteX1650" fmla="*/ 23386556 w 24377650"/>
              <a:gd name="connsiteY1650" fmla="*/ 2612842 h 8304597"/>
              <a:gd name="connsiteX1651" fmla="*/ 23419062 w 24377650"/>
              <a:gd name="connsiteY1651" fmla="*/ 2629093 h 8304597"/>
              <a:gd name="connsiteX1652" fmla="*/ 23799502 w 24377650"/>
              <a:gd name="connsiteY1652" fmla="*/ 2553655 h 8304597"/>
              <a:gd name="connsiteX1653" fmla="*/ 23915080 w 24377650"/>
              <a:gd name="connsiteY1653" fmla="*/ 2590572 h 8304597"/>
              <a:gd name="connsiteX1654" fmla="*/ 23838028 w 24377650"/>
              <a:gd name="connsiteY1654" fmla="*/ 2629093 h 8304597"/>
              <a:gd name="connsiteX1655" fmla="*/ 23915080 w 24377650"/>
              <a:gd name="connsiteY1655" fmla="*/ 2667615 h 8304597"/>
              <a:gd name="connsiteX1656" fmla="*/ 23890400 w 24377650"/>
              <a:gd name="connsiteY1656" fmla="*/ 2667615 h 8304597"/>
              <a:gd name="connsiteX1657" fmla="*/ 23838028 w 24377650"/>
              <a:gd name="connsiteY1657" fmla="*/ 2667615 h 8304597"/>
              <a:gd name="connsiteX1658" fmla="*/ 24029050 w 24377650"/>
              <a:gd name="connsiteY1658" fmla="*/ 2590572 h 8304597"/>
              <a:gd name="connsiteX1659" fmla="*/ 24104496 w 24377650"/>
              <a:gd name="connsiteY1659" fmla="*/ 2590572 h 8304597"/>
              <a:gd name="connsiteX1660" fmla="*/ 24029050 w 24377650"/>
              <a:gd name="connsiteY1660" fmla="*/ 2553655 h 8304597"/>
              <a:gd name="connsiteX1661" fmla="*/ 24220074 w 24377650"/>
              <a:gd name="connsiteY1661" fmla="*/ 2515134 h 8304597"/>
              <a:gd name="connsiteX1662" fmla="*/ 24334046 w 24377650"/>
              <a:gd name="connsiteY1662" fmla="*/ 2553655 h 8304597"/>
              <a:gd name="connsiteX1663" fmla="*/ 24372570 w 24377650"/>
              <a:gd name="connsiteY1663" fmla="*/ 2476612 h 8304597"/>
              <a:gd name="connsiteX1664" fmla="*/ 24377650 w 24377650"/>
              <a:gd name="connsiteY1664" fmla="*/ 2479068 h 8304597"/>
              <a:gd name="connsiteX1665" fmla="*/ 24377650 w 24377650"/>
              <a:gd name="connsiteY1665" fmla="*/ 2783205 h 8304597"/>
              <a:gd name="connsiteX1666" fmla="*/ 24319398 w 24377650"/>
              <a:gd name="connsiteY1666" fmla="*/ 2786189 h 8304597"/>
              <a:gd name="connsiteX1667" fmla="*/ 24256994 w 24377650"/>
              <a:gd name="connsiteY1667" fmla="*/ 2818491 h 8304597"/>
              <a:gd name="connsiteX1668" fmla="*/ 24348292 w 24377650"/>
              <a:gd name="connsiteY1668" fmla="*/ 2813876 h 8304597"/>
              <a:gd name="connsiteX1669" fmla="*/ 24377650 w 24377650"/>
              <a:gd name="connsiteY1669" fmla="*/ 2804016 h 8304597"/>
              <a:gd name="connsiteX1670" fmla="*/ 24377650 w 24377650"/>
              <a:gd name="connsiteY1670" fmla="*/ 2901489 h 8304597"/>
              <a:gd name="connsiteX1671" fmla="*/ 24377312 w 24377650"/>
              <a:gd name="connsiteY1671" fmla="*/ 2901553 h 8304597"/>
              <a:gd name="connsiteX1672" fmla="*/ 24372570 w 24377650"/>
              <a:gd name="connsiteY1672" fmla="*/ 2934055 h 8304597"/>
              <a:gd name="connsiteX1673" fmla="*/ 23952000 w 24377650"/>
              <a:gd name="connsiteY1673" fmla="*/ 2970972 h 8304597"/>
              <a:gd name="connsiteX1674" fmla="*/ 23952000 w 24377650"/>
              <a:gd name="connsiteY1674" fmla="*/ 3009493 h 8304597"/>
              <a:gd name="connsiteX1675" fmla="*/ 23762582 w 24377650"/>
              <a:gd name="connsiteY1675" fmla="*/ 3009493 h 8304597"/>
              <a:gd name="connsiteX1676" fmla="*/ 23838028 w 24377650"/>
              <a:gd name="connsiteY1676" fmla="*/ 3086536 h 8304597"/>
              <a:gd name="connsiteX1677" fmla="*/ 23724056 w 24377650"/>
              <a:gd name="connsiteY1677" fmla="*/ 3123453 h 8304597"/>
              <a:gd name="connsiteX1678" fmla="*/ 23876554 w 24377650"/>
              <a:gd name="connsiteY1678" fmla="*/ 3123453 h 8304597"/>
              <a:gd name="connsiteX1679" fmla="*/ 23915080 w 24377650"/>
              <a:gd name="connsiteY1679" fmla="*/ 3163579 h 8304597"/>
              <a:gd name="connsiteX1680" fmla="*/ 23762582 w 24377650"/>
              <a:gd name="connsiteY1680" fmla="*/ 3239017 h 8304597"/>
              <a:gd name="connsiteX1681" fmla="*/ 23799502 w 24377650"/>
              <a:gd name="connsiteY1681" fmla="*/ 3239017 h 8304597"/>
              <a:gd name="connsiteX1682" fmla="*/ 23952000 w 24377650"/>
              <a:gd name="connsiteY1682" fmla="*/ 3200495 h 8304597"/>
              <a:gd name="connsiteX1683" fmla="*/ 24220074 w 24377650"/>
              <a:gd name="connsiteY1683" fmla="*/ 3200495 h 8304597"/>
              <a:gd name="connsiteX1684" fmla="*/ 24334046 w 24377650"/>
              <a:gd name="connsiteY1684" fmla="*/ 3275933 h 8304597"/>
              <a:gd name="connsiteX1685" fmla="*/ 24364062 w 24377650"/>
              <a:gd name="connsiteY1685" fmla="*/ 3266908 h 8304597"/>
              <a:gd name="connsiteX1686" fmla="*/ 24377650 w 24377650"/>
              <a:gd name="connsiteY1686" fmla="*/ 3266294 h 8304597"/>
              <a:gd name="connsiteX1687" fmla="*/ 24377650 w 24377650"/>
              <a:gd name="connsiteY1687" fmla="*/ 3532006 h 8304597"/>
              <a:gd name="connsiteX1688" fmla="*/ 24363892 w 24377650"/>
              <a:gd name="connsiteY1688" fmla="*/ 3527728 h 8304597"/>
              <a:gd name="connsiteX1689" fmla="*/ 24334046 w 24377650"/>
              <a:gd name="connsiteY1689" fmla="*/ 3505457 h 8304597"/>
              <a:gd name="connsiteX1690" fmla="*/ 24295520 w 24377650"/>
              <a:gd name="connsiteY1690" fmla="*/ 3543979 h 8304597"/>
              <a:gd name="connsiteX1691" fmla="*/ 24067576 w 24377650"/>
              <a:gd name="connsiteY1691" fmla="*/ 3505457 h 8304597"/>
              <a:gd name="connsiteX1692" fmla="*/ 23915080 w 24377650"/>
              <a:gd name="connsiteY1692" fmla="*/ 3543979 h 8304597"/>
              <a:gd name="connsiteX1693" fmla="*/ 23952000 w 24377650"/>
              <a:gd name="connsiteY1693" fmla="*/ 3621022 h 8304597"/>
              <a:gd name="connsiteX1694" fmla="*/ 24104496 w 24377650"/>
              <a:gd name="connsiteY1694" fmla="*/ 3657939 h 8304597"/>
              <a:gd name="connsiteX1695" fmla="*/ 24104496 w 24377650"/>
              <a:gd name="connsiteY1695" fmla="*/ 3773503 h 8304597"/>
              <a:gd name="connsiteX1696" fmla="*/ 24372570 w 24377650"/>
              <a:gd name="connsiteY1696" fmla="*/ 3733377 h 8304597"/>
              <a:gd name="connsiteX1697" fmla="*/ 24143022 w 24377650"/>
              <a:gd name="connsiteY1697" fmla="*/ 3810420 h 8304597"/>
              <a:gd name="connsiteX1698" fmla="*/ 23990526 w 24377650"/>
              <a:gd name="connsiteY1698" fmla="*/ 3773503 h 8304597"/>
              <a:gd name="connsiteX1699" fmla="*/ 24295520 w 24377650"/>
              <a:gd name="connsiteY1699" fmla="*/ 4001422 h 8304597"/>
              <a:gd name="connsiteX1700" fmla="*/ 24372570 w 24377650"/>
              <a:gd name="connsiteY1700" fmla="*/ 4001422 h 8304597"/>
              <a:gd name="connsiteX1701" fmla="*/ 24372570 w 24377650"/>
              <a:gd name="connsiteY1701" fmla="*/ 4038339 h 8304597"/>
              <a:gd name="connsiteX1702" fmla="*/ 24377650 w 24377650"/>
              <a:gd name="connsiteY1702" fmla="*/ 4044926 h 8304597"/>
              <a:gd name="connsiteX1703" fmla="*/ 24377650 w 24377650"/>
              <a:gd name="connsiteY1703" fmla="*/ 4056644 h 8304597"/>
              <a:gd name="connsiteX1704" fmla="*/ 24367154 w 24377650"/>
              <a:gd name="connsiteY1704" fmla="*/ 4058402 h 8304597"/>
              <a:gd name="connsiteX1705" fmla="*/ 24334046 w 24377650"/>
              <a:gd name="connsiteY1705" fmla="*/ 4078465 h 8304597"/>
              <a:gd name="connsiteX1706" fmla="*/ 24372472 w 24377650"/>
              <a:gd name="connsiteY1706" fmla="*/ 4079042 h 8304597"/>
              <a:gd name="connsiteX1707" fmla="*/ 24377650 w 24377650"/>
              <a:gd name="connsiteY1707" fmla="*/ 4080563 h 8304597"/>
              <a:gd name="connsiteX1708" fmla="*/ 24377650 w 24377650"/>
              <a:gd name="connsiteY1708" fmla="*/ 5115369 h 8304597"/>
              <a:gd name="connsiteX1709" fmla="*/ 24371768 w 24377650"/>
              <a:gd name="connsiteY1709" fmla="*/ 5113732 h 8304597"/>
              <a:gd name="connsiteX1710" fmla="*/ 24334046 w 24377650"/>
              <a:gd name="connsiteY1710" fmla="*/ 5142623 h 8304597"/>
              <a:gd name="connsiteX1711" fmla="*/ 24362688 w 24377650"/>
              <a:gd name="connsiteY1711" fmla="*/ 5158874 h 8304597"/>
              <a:gd name="connsiteX1712" fmla="*/ 24377650 w 24377650"/>
              <a:gd name="connsiteY1712" fmla="*/ 5157921 h 8304597"/>
              <a:gd name="connsiteX1713" fmla="*/ 24377650 w 24377650"/>
              <a:gd name="connsiteY1713" fmla="*/ 5181144 h 8304597"/>
              <a:gd name="connsiteX1714" fmla="*/ 24371768 w 24377650"/>
              <a:gd name="connsiteY1714" fmla="*/ 5181144 h 8304597"/>
              <a:gd name="connsiteX1715" fmla="*/ 24295520 w 24377650"/>
              <a:gd name="connsiteY1715" fmla="*/ 5181144 h 8304597"/>
              <a:gd name="connsiteX1716" fmla="*/ 24334046 w 24377650"/>
              <a:gd name="connsiteY1716" fmla="*/ 5256582 h 8304597"/>
              <a:gd name="connsiteX1717" fmla="*/ 24256994 w 24377650"/>
              <a:gd name="connsiteY1717" fmla="*/ 5295103 h 8304597"/>
              <a:gd name="connsiteX1718" fmla="*/ 24256994 w 24377650"/>
              <a:gd name="connsiteY1718" fmla="*/ 5370541 h 8304597"/>
              <a:gd name="connsiteX1719" fmla="*/ 24372570 w 24377650"/>
              <a:gd name="connsiteY1719" fmla="*/ 5409063 h 8304597"/>
              <a:gd name="connsiteX1720" fmla="*/ 24377186 w 24377650"/>
              <a:gd name="connsiteY1720" fmla="*/ 5504564 h 8304597"/>
              <a:gd name="connsiteX1721" fmla="*/ 24377650 w 24377650"/>
              <a:gd name="connsiteY1721" fmla="*/ 5506429 h 8304597"/>
              <a:gd name="connsiteX1722" fmla="*/ 24377650 w 24377650"/>
              <a:gd name="connsiteY1722" fmla="*/ 5602784 h 8304597"/>
              <a:gd name="connsiteX1723" fmla="*/ 24353108 w 24377650"/>
              <a:gd name="connsiteY1723" fmla="*/ 5604880 h 8304597"/>
              <a:gd name="connsiteX1724" fmla="*/ 24295520 w 24377650"/>
              <a:gd name="connsiteY1724" fmla="*/ 5638587 h 8304597"/>
              <a:gd name="connsiteX1725" fmla="*/ 24372570 w 24377650"/>
              <a:gd name="connsiteY1725" fmla="*/ 5638587 h 8304597"/>
              <a:gd name="connsiteX1726" fmla="*/ 24377650 w 24377650"/>
              <a:gd name="connsiteY1726" fmla="*/ 5647171 h 8304597"/>
              <a:gd name="connsiteX1727" fmla="*/ 24377650 w 24377650"/>
              <a:gd name="connsiteY1727" fmla="*/ 5655428 h 8304597"/>
              <a:gd name="connsiteX1728" fmla="*/ 24367154 w 24377650"/>
              <a:gd name="connsiteY1728" fmla="*/ 5657045 h 8304597"/>
              <a:gd name="connsiteX1729" fmla="*/ 24334046 w 24377650"/>
              <a:gd name="connsiteY1729" fmla="*/ 5675503 h 8304597"/>
              <a:gd name="connsiteX1730" fmla="*/ 24220074 w 24377650"/>
              <a:gd name="connsiteY1730" fmla="*/ 5714025 h 8304597"/>
              <a:gd name="connsiteX1731" fmla="*/ 24220074 w 24377650"/>
              <a:gd name="connsiteY1731" fmla="*/ 5827985 h 8304597"/>
              <a:gd name="connsiteX1732" fmla="*/ 24181548 w 24377650"/>
              <a:gd name="connsiteY1732" fmla="*/ 5714025 h 8304597"/>
              <a:gd name="connsiteX1733" fmla="*/ 24067576 w 24377650"/>
              <a:gd name="connsiteY1733" fmla="*/ 5827985 h 8304597"/>
              <a:gd name="connsiteX1734" fmla="*/ 24067576 w 24377650"/>
              <a:gd name="connsiteY1734" fmla="*/ 5905027 h 8304597"/>
              <a:gd name="connsiteX1735" fmla="*/ 24143022 w 24377650"/>
              <a:gd name="connsiteY1735" fmla="*/ 5980465 h 8304597"/>
              <a:gd name="connsiteX1736" fmla="*/ 24104496 w 24377650"/>
              <a:gd name="connsiteY1736" fmla="*/ 6018987 h 8304597"/>
              <a:gd name="connsiteX1737" fmla="*/ 24143022 w 24377650"/>
              <a:gd name="connsiteY1737" fmla="*/ 6018987 h 8304597"/>
              <a:gd name="connsiteX1738" fmla="*/ 24104496 w 24377650"/>
              <a:gd name="connsiteY1738" fmla="*/ 6096030 h 8304597"/>
              <a:gd name="connsiteX1739" fmla="*/ 24220074 w 24377650"/>
              <a:gd name="connsiteY1739" fmla="*/ 6057509 h 8304597"/>
              <a:gd name="connsiteX1740" fmla="*/ 24104496 w 24377650"/>
              <a:gd name="connsiteY1740" fmla="*/ 6285427 h 8304597"/>
              <a:gd name="connsiteX1741" fmla="*/ 23990526 w 24377650"/>
              <a:gd name="connsiteY1741" fmla="*/ 6323949 h 8304597"/>
              <a:gd name="connsiteX1742" fmla="*/ 24067576 w 24377650"/>
              <a:gd name="connsiteY1742" fmla="*/ 6362471 h 8304597"/>
              <a:gd name="connsiteX1743" fmla="*/ 23990526 w 24377650"/>
              <a:gd name="connsiteY1743" fmla="*/ 6514951 h 8304597"/>
              <a:gd name="connsiteX1744" fmla="*/ 23990526 w 24377650"/>
              <a:gd name="connsiteY1744" fmla="*/ 6437909 h 8304597"/>
              <a:gd name="connsiteX1745" fmla="*/ 23915080 w 24377650"/>
              <a:gd name="connsiteY1745" fmla="*/ 6476430 h 8304597"/>
              <a:gd name="connsiteX1746" fmla="*/ 23990526 w 24377650"/>
              <a:gd name="connsiteY1746" fmla="*/ 6362471 h 8304597"/>
              <a:gd name="connsiteX1747" fmla="*/ 23915080 w 24377650"/>
              <a:gd name="connsiteY1747" fmla="*/ 6171468 h 8304597"/>
              <a:gd name="connsiteX1748" fmla="*/ 23805120 w 24377650"/>
              <a:gd name="connsiteY1748" fmla="*/ 6171468 h 8304597"/>
              <a:gd name="connsiteX1749" fmla="*/ 23762582 w 24377650"/>
              <a:gd name="connsiteY1749" fmla="*/ 6171468 h 8304597"/>
              <a:gd name="connsiteX1750" fmla="*/ 23685530 w 24377650"/>
              <a:gd name="connsiteY1750" fmla="*/ 6248511 h 8304597"/>
              <a:gd name="connsiteX1751" fmla="*/ 23647006 w 24377650"/>
              <a:gd name="connsiteY1751" fmla="*/ 6248511 h 8304597"/>
              <a:gd name="connsiteX1752" fmla="*/ 23647006 w 24377650"/>
              <a:gd name="connsiteY1752" fmla="*/ 6323949 h 8304597"/>
              <a:gd name="connsiteX1753" fmla="*/ 23571560 w 24377650"/>
              <a:gd name="connsiteY1753" fmla="*/ 6323949 h 8304597"/>
              <a:gd name="connsiteX1754" fmla="*/ 23228040 w 24377650"/>
              <a:gd name="connsiteY1754" fmla="*/ 6323949 h 8304597"/>
              <a:gd name="connsiteX1755" fmla="*/ 23152594 w 24377650"/>
              <a:gd name="connsiteY1755" fmla="*/ 6285427 h 8304597"/>
              <a:gd name="connsiteX1756" fmla="*/ 23152594 w 24377650"/>
              <a:gd name="connsiteY1756" fmla="*/ 6209989 h 8304597"/>
              <a:gd name="connsiteX1757" fmla="*/ 23305090 w 24377650"/>
              <a:gd name="connsiteY1757" fmla="*/ 6209989 h 8304597"/>
              <a:gd name="connsiteX1758" fmla="*/ 23189514 w 24377650"/>
              <a:gd name="connsiteY1758" fmla="*/ 6171468 h 8304597"/>
              <a:gd name="connsiteX1759" fmla="*/ 23000096 w 24377650"/>
              <a:gd name="connsiteY1759" fmla="*/ 6209989 h 8304597"/>
              <a:gd name="connsiteX1760" fmla="*/ 23114068 w 24377650"/>
              <a:gd name="connsiteY1760" fmla="*/ 6285427 h 8304597"/>
              <a:gd name="connsiteX1761" fmla="*/ 22923044 w 24377650"/>
              <a:gd name="connsiteY1761" fmla="*/ 6285427 h 8304597"/>
              <a:gd name="connsiteX1762" fmla="*/ 23037016 w 24377650"/>
              <a:gd name="connsiteY1762" fmla="*/ 6285427 h 8304597"/>
              <a:gd name="connsiteX1763" fmla="*/ 23075542 w 24377650"/>
              <a:gd name="connsiteY1763" fmla="*/ 6362471 h 8304597"/>
              <a:gd name="connsiteX1764" fmla="*/ 23000096 w 24377650"/>
              <a:gd name="connsiteY1764" fmla="*/ 6323949 h 8304597"/>
              <a:gd name="connsiteX1765" fmla="*/ 22961570 w 24377650"/>
              <a:gd name="connsiteY1765" fmla="*/ 6362471 h 8304597"/>
              <a:gd name="connsiteX1766" fmla="*/ 23075542 w 24377650"/>
              <a:gd name="connsiteY1766" fmla="*/ 6437909 h 8304597"/>
              <a:gd name="connsiteX1767" fmla="*/ 22961570 w 24377650"/>
              <a:gd name="connsiteY1767" fmla="*/ 6476430 h 8304597"/>
              <a:gd name="connsiteX1768" fmla="*/ 22961570 w 24377650"/>
              <a:gd name="connsiteY1768" fmla="*/ 6514951 h 8304597"/>
              <a:gd name="connsiteX1769" fmla="*/ 23037016 w 24377650"/>
              <a:gd name="connsiteY1769" fmla="*/ 6514951 h 8304597"/>
              <a:gd name="connsiteX1770" fmla="*/ 22847598 w 24377650"/>
              <a:gd name="connsiteY1770" fmla="*/ 6514951 h 8304597"/>
              <a:gd name="connsiteX1771" fmla="*/ 22923044 w 24377650"/>
              <a:gd name="connsiteY1771" fmla="*/ 6553473 h 8304597"/>
              <a:gd name="connsiteX1772" fmla="*/ 22923044 w 24377650"/>
              <a:gd name="connsiteY1772" fmla="*/ 6590389 h 8304597"/>
              <a:gd name="connsiteX1773" fmla="*/ 22884520 w 24377650"/>
              <a:gd name="connsiteY1773" fmla="*/ 6553473 h 8304597"/>
              <a:gd name="connsiteX1774" fmla="*/ 22770548 w 24377650"/>
              <a:gd name="connsiteY1774" fmla="*/ 6590389 h 8304597"/>
              <a:gd name="connsiteX1775" fmla="*/ 22770548 w 24377650"/>
              <a:gd name="connsiteY1775" fmla="*/ 6553473 h 8304597"/>
              <a:gd name="connsiteX1776" fmla="*/ 22542604 w 24377650"/>
              <a:gd name="connsiteY1776" fmla="*/ 6514951 h 8304597"/>
              <a:gd name="connsiteX1777" fmla="*/ 22656576 w 24377650"/>
              <a:gd name="connsiteY1777" fmla="*/ 6628911 h 8304597"/>
              <a:gd name="connsiteX1778" fmla="*/ 22770548 w 24377650"/>
              <a:gd name="connsiteY1778" fmla="*/ 6667433 h 8304597"/>
              <a:gd name="connsiteX1779" fmla="*/ 22770548 w 24377650"/>
              <a:gd name="connsiteY1779" fmla="*/ 6781392 h 8304597"/>
              <a:gd name="connsiteX1780" fmla="*/ 22656576 w 24377650"/>
              <a:gd name="connsiteY1780" fmla="*/ 6742871 h 8304597"/>
              <a:gd name="connsiteX1781" fmla="*/ 22732022 w 24377650"/>
              <a:gd name="connsiteY1781" fmla="*/ 6704349 h 8304597"/>
              <a:gd name="connsiteX1782" fmla="*/ 22695102 w 24377650"/>
              <a:gd name="connsiteY1782" fmla="*/ 6667433 h 8304597"/>
              <a:gd name="connsiteX1783" fmla="*/ 22618050 w 24377650"/>
              <a:gd name="connsiteY1783" fmla="*/ 6628911 h 8304597"/>
              <a:gd name="connsiteX1784" fmla="*/ 22465554 w 24377650"/>
              <a:gd name="connsiteY1784" fmla="*/ 6590389 h 8304597"/>
              <a:gd name="connsiteX1785" fmla="*/ 22390108 w 24377650"/>
              <a:gd name="connsiteY1785" fmla="*/ 6437909 h 8304597"/>
              <a:gd name="connsiteX1786" fmla="*/ 22504078 w 24377650"/>
              <a:gd name="connsiteY1786" fmla="*/ 6362471 h 8304597"/>
              <a:gd name="connsiteX1787" fmla="*/ 22465554 w 24377650"/>
              <a:gd name="connsiteY1787" fmla="*/ 6362471 h 8304597"/>
              <a:gd name="connsiteX1788" fmla="*/ 22465554 w 24377650"/>
              <a:gd name="connsiteY1788" fmla="*/ 6285427 h 8304597"/>
              <a:gd name="connsiteX1789" fmla="*/ 22618050 w 24377650"/>
              <a:gd name="connsiteY1789" fmla="*/ 6285427 h 8304597"/>
              <a:gd name="connsiteX1790" fmla="*/ 22579524 w 24377650"/>
              <a:gd name="connsiteY1790" fmla="*/ 6362471 h 8304597"/>
              <a:gd name="connsiteX1791" fmla="*/ 22847598 w 24377650"/>
              <a:gd name="connsiteY1791" fmla="*/ 6285427 h 8304597"/>
              <a:gd name="connsiteX1792" fmla="*/ 22618050 w 24377650"/>
              <a:gd name="connsiteY1792" fmla="*/ 6248511 h 8304597"/>
              <a:gd name="connsiteX1793" fmla="*/ 22695102 w 24377650"/>
              <a:gd name="connsiteY1793" fmla="*/ 6248511 h 8304597"/>
              <a:gd name="connsiteX1794" fmla="*/ 22618050 w 24377650"/>
              <a:gd name="connsiteY1794" fmla="*/ 6171468 h 8304597"/>
              <a:gd name="connsiteX1795" fmla="*/ 22579524 w 24377650"/>
              <a:gd name="connsiteY1795" fmla="*/ 6248511 h 8304597"/>
              <a:gd name="connsiteX1796" fmla="*/ 22427028 w 24377650"/>
              <a:gd name="connsiteY1796" fmla="*/ 6096030 h 8304597"/>
              <a:gd name="connsiteX1797" fmla="*/ 22274530 w 24377650"/>
              <a:gd name="connsiteY1797" fmla="*/ 6096030 h 8304597"/>
              <a:gd name="connsiteX1798" fmla="*/ 22274530 w 24377650"/>
              <a:gd name="connsiteY1798" fmla="*/ 5980465 h 8304597"/>
              <a:gd name="connsiteX1799" fmla="*/ 22200262 w 24377650"/>
              <a:gd name="connsiteY1799" fmla="*/ 6012968 h 8304597"/>
              <a:gd name="connsiteX1800" fmla="*/ 22199084 w 24377650"/>
              <a:gd name="connsiteY1800" fmla="*/ 6013147 h 8304597"/>
              <a:gd name="connsiteX1801" fmla="*/ 22199084 w 24377650"/>
              <a:gd name="connsiteY1801" fmla="*/ 5996717 h 8304597"/>
              <a:gd name="connsiteX1802" fmla="*/ 22199084 w 24377650"/>
              <a:gd name="connsiteY1802" fmla="*/ 5980465 h 8304597"/>
              <a:gd name="connsiteX1803" fmla="*/ 22085112 w 24377650"/>
              <a:gd name="connsiteY1803" fmla="*/ 5980465 h 8304597"/>
              <a:gd name="connsiteX1804" fmla="*/ 22008062 w 24377650"/>
              <a:gd name="connsiteY1804" fmla="*/ 5905027 h 8304597"/>
              <a:gd name="connsiteX1805" fmla="*/ 22008062 w 24377650"/>
              <a:gd name="connsiteY1805" fmla="*/ 5980465 h 8304597"/>
              <a:gd name="connsiteX1806" fmla="*/ 22148244 w 24377650"/>
              <a:gd name="connsiteY1806" fmla="*/ 6012968 h 8304597"/>
              <a:gd name="connsiteX1807" fmla="*/ 22177452 w 24377650"/>
              <a:gd name="connsiteY1807" fmla="*/ 6016426 h 8304597"/>
              <a:gd name="connsiteX1808" fmla="*/ 22160558 w 24377650"/>
              <a:gd name="connsiteY1808" fmla="*/ 6018987 h 8304597"/>
              <a:gd name="connsiteX1809" fmla="*/ 22199084 w 24377650"/>
              <a:gd name="connsiteY1809" fmla="*/ 6132947 h 8304597"/>
              <a:gd name="connsiteX1810" fmla="*/ 22123638 w 24377650"/>
              <a:gd name="connsiteY1810" fmla="*/ 6171468 h 8304597"/>
              <a:gd name="connsiteX1811" fmla="*/ 22085112 w 24377650"/>
              <a:gd name="connsiteY1811" fmla="*/ 6057509 h 8304597"/>
              <a:gd name="connsiteX1812" fmla="*/ 21855564 w 24377650"/>
              <a:gd name="connsiteY1812" fmla="*/ 6096030 h 8304597"/>
              <a:gd name="connsiteX1813" fmla="*/ 21971142 w 24377650"/>
              <a:gd name="connsiteY1813" fmla="*/ 6132947 h 8304597"/>
              <a:gd name="connsiteX1814" fmla="*/ 21971142 w 24377650"/>
              <a:gd name="connsiteY1814" fmla="*/ 6171468 h 8304597"/>
              <a:gd name="connsiteX1815" fmla="*/ 21741594 w 24377650"/>
              <a:gd name="connsiteY1815" fmla="*/ 6171468 h 8304597"/>
              <a:gd name="connsiteX1816" fmla="*/ 21780118 w 24377650"/>
              <a:gd name="connsiteY1816" fmla="*/ 6248511 h 8304597"/>
              <a:gd name="connsiteX1817" fmla="*/ 21627622 w 24377650"/>
              <a:gd name="connsiteY1817" fmla="*/ 6285427 h 8304597"/>
              <a:gd name="connsiteX1818" fmla="*/ 21666148 w 24377650"/>
              <a:gd name="connsiteY1818" fmla="*/ 6323949 h 8304597"/>
              <a:gd name="connsiteX1819" fmla="*/ 21513650 w 24377650"/>
              <a:gd name="connsiteY1819" fmla="*/ 6323949 h 8304597"/>
              <a:gd name="connsiteX1820" fmla="*/ 21589096 w 24377650"/>
              <a:gd name="connsiteY1820" fmla="*/ 6437909 h 8304597"/>
              <a:gd name="connsiteX1821" fmla="*/ 21666148 w 24377650"/>
              <a:gd name="connsiteY1821" fmla="*/ 6400992 h 8304597"/>
              <a:gd name="connsiteX1822" fmla="*/ 21666148 w 24377650"/>
              <a:gd name="connsiteY1822" fmla="*/ 6476430 h 8304597"/>
              <a:gd name="connsiteX1823" fmla="*/ 21589096 w 24377650"/>
              <a:gd name="connsiteY1823" fmla="*/ 6514951 h 8304597"/>
              <a:gd name="connsiteX1824" fmla="*/ 21666148 w 24377650"/>
              <a:gd name="connsiteY1824" fmla="*/ 6553473 h 8304597"/>
              <a:gd name="connsiteX1825" fmla="*/ 21627622 w 24377650"/>
              <a:gd name="connsiteY1825" fmla="*/ 6628911 h 8304597"/>
              <a:gd name="connsiteX1826" fmla="*/ 21780118 w 24377650"/>
              <a:gd name="connsiteY1826" fmla="*/ 6553473 h 8304597"/>
              <a:gd name="connsiteX1827" fmla="*/ 21795694 w 24377650"/>
              <a:gd name="connsiteY1827" fmla="*/ 6633375 h 8304597"/>
              <a:gd name="connsiteX1828" fmla="*/ 21795112 w 24377650"/>
              <a:gd name="connsiteY1828" fmla="*/ 6633474 h 8304597"/>
              <a:gd name="connsiteX1829" fmla="*/ 21741594 w 24377650"/>
              <a:gd name="connsiteY1829" fmla="*/ 6628911 h 8304597"/>
              <a:gd name="connsiteX1830" fmla="*/ 21775972 w 24377650"/>
              <a:gd name="connsiteY1830" fmla="*/ 6636730 h 8304597"/>
              <a:gd name="connsiteX1831" fmla="*/ 21795112 w 24377650"/>
              <a:gd name="connsiteY1831" fmla="*/ 6633474 h 8304597"/>
              <a:gd name="connsiteX1832" fmla="*/ 21805126 w 24377650"/>
              <a:gd name="connsiteY1832" fmla="*/ 6634328 h 8304597"/>
              <a:gd name="connsiteX1833" fmla="*/ 22008062 w 24377650"/>
              <a:gd name="connsiteY1833" fmla="*/ 6628911 h 8304597"/>
              <a:gd name="connsiteX1834" fmla="*/ 22123638 w 24377650"/>
              <a:gd name="connsiteY1834" fmla="*/ 6704349 h 8304597"/>
              <a:gd name="connsiteX1835" fmla="*/ 22015962 w 24377650"/>
              <a:gd name="connsiteY1835" fmla="*/ 6688775 h 8304597"/>
              <a:gd name="connsiteX1836" fmla="*/ 21979770 w 24377650"/>
              <a:gd name="connsiteY1836" fmla="*/ 6701351 h 8304597"/>
              <a:gd name="connsiteX1837" fmla="*/ 21971142 w 24377650"/>
              <a:gd name="connsiteY1837" fmla="*/ 6701105 h 8304597"/>
              <a:gd name="connsiteX1838" fmla="*/ 21971142 w 24377650"/>
              <a:gd name="connsiteY1838" fmla="*/ 6699734 h 8304597"/>
              <a:gd name="connsiteX1839" fmla="*/ 21971142 w 24377650"/>
              <a:gd name="connsiteY1839" fmla="*/ 6667433 h 8304597"/>
              <a:gd name="connsiteX1840" fmla="*/ 21818644 w 24377650"/>
              <a:gd name="connsiteY1840" fmla="*/ 6667433 h 8304597"/>
              <a:gd name="connsiteX1841" fmla="*/ 21922984 w 24377650"/>
              <a:gd name="connsiteY1841" fmla="*/ 6699734 h 8304597"/>
              <a:gd name="connsiteX1842" fmla="*/ 21971142 w 24377650"/>
              <a:gd name="connsiteY1842" fmla="*/ 6701105 h 8304597"/>
              <a:gd name="connsiteX1843" fmla="*/ 21971142 w 24377650"/>
              <a:gd name="connsiteY1843" fmla="*/ 6704349 h 8304597"/>
              <a:gd name="connsiteX1844" fmla="*/ 21979770 w 24377650"/>
              <a:gd name="connsiteY1844" fmla="*/ 6701351 h 8304597"/>
              <a:gd name="connsiteX1845" fmla="*/ 22085112 w 24377650"/>
              <a:gd name="connsiteY1845" fmla="*/ 6704349 h 8304597"/>
              <a:gd name="connsiteX1846" fmla="*/ 22085112 w 24377650"/>
              <a:gd name="connsiteY1846" fmla="*/ 6742871 h 8304597"/>
              <a:gd name="connsiteX1847" fmla="*/ 22046588 w 24377650"/>
              <a:gd name="connsiteY1847" fmla="*/ 6742871 h 8304597"/>
              <a:gd name="connsiteX1848" fmla="*/ 22085112 w 24377650"/>
              <a:gd name="connsiteY1848" fmla="*/ 6781392 h 8304597"/>
              <a:gd name="connsiteX1849" fmla="*/ 22046588 w 24377650"/>
              <a:gd name="connsiteY1849" fmla="*/ 6819913 h 8304597"/>
              <a:gd name="connsiteX1850" fmla="*/ 21894090 w 24377650"/>
              <a:gd name="connsiteY1850" fmla="*/ 6781392 h 8304597"/>
              <a:gd name="connsiteX1851" fmla="*/ 21971142 w 24377650"/>
              <a:gd name="connsiteY1851" fmla="*/ 6742871 h 8304597"/>
              <a:gd name="connsiteX1852" fmla="*/ 21780118 w 24377650"/>
              <a:gd name="connsiteY1852" fmla="*/ 6781392 h 8304597"/>
              <a:gd name="connsiteX1853" fmla="*/ 21780118 w 24377650"/>
              <a:gd name="connsiteY1853" fmla="*/ 6819913 h 8304597"/>
              <a:gd name="connsiteX1854" fmla="*/ 21780118 w 24377650"/>
              <a:gd name="connsiteY1854" fmla="*/ 6895351 h 8304597"/>
              <a:gd name="connsiteX1855" fmla="*/ 21894090 w 24377650"/>
              <a:gd name="connsiteY1855" fmla="*/ 6895351 h 8304597"/>
              <a:gd name="connsiteX1856" fmla="*/ 21894090 w 24377650"/>
              <a:gd name="connsiteY1856" fmla="*/ 6933873 h 8304597"/>
              <a:gd name="connsiteX1857" fmla="*/ 22046588 w 24377650"/>
              <a:gd name="connsiteY1857" fmla="*/ 6856830 h 8304597"/>
              <a:gd name="connsiteX1858" fmla="*/ 22123638 w 24377650"/>
              <a:gd name="connsiteY1858" fmla="*/ 6895351 h 8304597"/>
              <a:gd name="connsiteX1859" fmla="*/ 22046588 w 24377650"/>
              <a:gd name="connsiteY1859" fmla="*/ 6895351 h 8304597"/>
              <a:gd name="connsiteX1860" fmla="*/ 22085112 w 24377650"/>
              <a:gd name="connsiteY1860" fmla="*/ 6972395 h 8304597"/>
              <a:gd name="connsiteX1861" fmla="*/ 22123638 w 24377650"/>
              <a:gd name="connsiteY1861" fmla="*/ 7161792 h 8304597"/>
              <a:gd name="connsiteX1862" fmla="*/ 22008062 w 24377650"/>
              <a:gd name="connsiteY1862" fmla="*/ 7086354 h 8304597"/>
              <a:gd name="connsiteX1863" fmla="*/ 22008062 w 24377650"/>
              <a:gd name="connsiteY1863" fmla="*/ 7161792 h 8304597"/>
              <a:gd name="connsiteX1864" fmla="*/ 21855564 w 24377650"/>
              <a:gd name="connsiteY1864" fmla="*/ 7124875 h 8304597"/>
              <a:gd name="connsiteX1865" fmla="*/ 21932616 w 24377650"/>
              <a:gd name="connsiteY1865" fmla="*/ 7086354 h 8304597"/>
              <a:gd name="connsiteX1866" fmla="*/ 21894090 w 24377650"/>
              <a:gd name="connsiteY1866" fmla="*/ 7047833 h 8304597"/>
              <a:gd name="connsiteX1867" fmla="*/ 21818644 w 24377650"/>
              <a:gd name="connsiteY1867" fmla="*/ 7124875 h 8304597"/>
              <a:gd name="connsiteX1868" fmla="*/ 21818644 w 24377650"/>
              <a:gd name="connsiteY1868" fmla="*/ 7047833 h 8304597"/>
              <a:gd name="connsiteX1869" fmla="*/ 21741594 w 24377650"/>
              <a:gd name="connsiteY1869" fmla="*/ 7047833 h 8304597"/>
              <a:gd name="connsiteX1870" fmla="*/ 21550570 w 24377650"/>
              <a:gd name="connsiteY1870" fmla="*/ 6933873 h 8304597"/>
              <a:gd name="connsiteX1871" fmla="*/ 21589096 w 24377650"/>
              <a:gd name="connsiteY1871" fmla="*/ 6895351 h 8304597"/>
              <a:gd name="connsiteX1872" fmla="*/ 21436598 w 24377650"/>
              <a:gd name="connsiteY1872" fmla="*/ 6819913 h 8304597"/>
              <a:gd name="connsiteX1873" fmla="*/ 21550570 w 24377650"/>
              <a:gd name="connsiteY1873" fmla="*/ 6781392 h 8304597"/>
              <a:gd name="connsiteX1874" fmla="*/ 21666148 w 24377650"/>
              <a:gd name="connsiteY1874" fmla="*/ 6819913 h 8304597"/>
              <a:gd name="connsiteX1875" fmla="*/ 21398074 w 24377650"/>
              <a:gd name="connsiteY1875" fmla="*/ 6667433 h 8304597"/>
              <a:gd name="connsiteX1876" fmla="*/ 21450846 w 24377650"/>
              <a:gd name="connsiteY1876" fmla="*/ 6633726 h 8304597"/>
              <a:gd name="connsiteX1877" fmla="*/ 21475124 w 24377650"/>
              <a:gd name="connsiteY1877" fmla="*/ 6632030 h 8304597"/>
              <a:gd name="connsiteX1878" fmla="*/ 21475124 w 24377650"/>
              <a:gd name="connsiteY1878" fmla="*/ 6651758 h 8304597"/>
              <a:gd name="connsiteX1879" fmla="*/ 21475124 w 24377650"/>
              <a:gd name="connsiteY1879" fmla="*/ 6704349 h 8304597"/>
              <a:gd name="connsiteX1880" fmla="*/ 21627622 w 24377650"/>
              <a:gd name="connsiteY1880" fmla="*/ 6667433 h 8304597"/>
              <a:gd name="connsiteX1881" fmla="*/ 21519946 w 24377650"/>
              <a:gd name="connsiteY1881" fmla="*/ 6634930 h 8304597"/>
              <a:gd name="connsiteX1882" fmla="*/ 21490406 w 24377650"/>
              <a:gd name="connsiteY1882" fmla="*/ 6630963 h 8304597"/>
              <a:gd name="connsiteX1883" fmla="*/ 21511168 w 24377650"/>
              <a:gd name="connsiteY1883" fmla="*/ 6629513 h 8304597"/>
              <a:gd name="connsiteX1884" fmla="*/ 21589096 w 24377650"/>
              <a:gd name="connsiteY1884" fmla="*/ 6628911 h 8304597"/>
              <a:gd name="connsiteX1885" fmla="*/ 21627622 w 24377650"/>
              <a:gd name="connsiteY1885" fmla="*/ 6590389 h 8304597"/>
              <a:gd name="connsiteX1886" fmla="*/ 21550570 w 24377650"/>
              <a:gd name="connsiteY1886" fmla="*/ 6590389 h 8304597"/>
              <a:gd name="connsiteX1887" fmla="*/ 21398074 w 24377650"/>
              <a:gd name="connsiteY1887" fmla="*/ 6553473 h 8304597"/>
              <a:gd name="connsiteX1888" fmla="*/ 21409134 w 24377650"/>
              <a:gd name="connsiteY1888" fmla="*/ 6547454 h 8304597"/>
              <a:gd name="connsiteX1889" fmla="*/ 21406910 w 24377650"/>
              <a:gd name="connsiteY1889" fmla="*/ 6544638 h 8304597"/>
              <a:gd name="connsiteX1890" fmla="*/ 21436598 w 24377650"/>
              <a:gd name="connsiteY1890" fmla="*/ 6514951 h 8304597"/>
              <a:gd name="connsiteX1891" fmla="*/ 21398074 w 24377650"/>
              <a:gd name="connsiteY1891" fmla="*/ 6514951 h 8304597"/>
              <a:gd name="connsiteX1892" fmla="*/ 21398674 w 24377650"/>
              <a:gd name="connsiteY1892" fmla="*/ 6534212 h 8304597"/>
              <a:gd name="connsiteX1893" fmla="*/ 21406910 w 24377650"/>
              <a:gd name="connsiteY1893" fmla="*/ 6544638 h 8304597"/>
              <a:gd name="connsiteX1894" fmla="*/ 21398074 w 24377650"/>
              <a:gd name="connsiteY1894" fmla="*/ 6553473 h 8304597"/>
              <a:gd name="connsiteX1895" fmla="*/ 21093078 w 24377650"/>
              <a:gd name="connsiteY1895" fmla="*/ 6553473 h 8304597"/>
              <a:gd name="connsiteX1896" fmla="*/ 21056158 w 24377650"/>
              <a:gd name="connsiteY1896" fmla="*/ 6514951 h 8304597"/>
              <a:gd name="connsiteX1897" fmla="*/ 20828216 w 24377650"/>
              <a:gd name="connsiteY1897" fmla="*/ 6514951 h 8304597"/>
              <a:gd name="connsiteX1898" fmla="*/ 21093078 w 24377650"/>
              <a:gd name="connsiteY1898" fmla="*/ 6400992 h 8304597"/>
              <a:gd name="connsiteX1899" fmla="*/ 21245576 w 24377650"/>
              <a:gd name="connsiteY1899" fmla="*/ 6362471 h 8304597"/>
              <a:gd name="connsiteX1900" fmla="*/ 21208656 w 24377650"/>
              <a:gd name="connsiteY1900" fmla="*/ 6323949 h 8304597"/>
              <a:gd name="connsiteX1901" fmla="*/ 21017632 w 24377650"/>
              <a:gd name="connsiteY1901" fmla="*/ 6362471 h 8304597"/>
              <a:gd name="connsiteX1902" fmla="*/ 20940582 w 24377650"/>
              <a:gd name="connsiteY1902" fmla="*/ 6323949 h 8304597"/>
              <a:gd name="connsiteX1903" fmla="*/ 20980712 w 24377650"/>
              <a:gd name="connsiteY1903" fmla="*/ 6285427 h 8304597"/>
              <a:gd name="connsiteX1904" fmla="*/ 20903662 w 24377650"/>
              <a:gd name="connsiteY1904" fmla="*/ 6209989 h 8304597"/>
              <a:gd name="connsiteX1905" fmla="*/ 20712638 w 24377650"/>
              <a:gd name="connsiteY1905" fmla="*/ 6362471 h 8304597"/>
              <a:gd name="connsiteX1906" fmla="*/ 20675718 w 24377650"/>
              <a:gd name="connsiteY1906" fmla="*/ 6323949 h 8304597"/>
              <a:gd name="connsiteX1907" fmla="*/ 20446170 w 24377650"/>
              <a:gd name="connsiteY1907" fmla="*/ 6400992 h 8304597"/>
              <a:gd name="connsiteX1908" fmla="*/ 20483090 w 24377650"/>
              <a:gd name="connsiteY1908" fmla="*/ 6437909 h 8304597"/>
              <a:gd name="connsiteX1909" fmla="*/ 20407644 w 24377650"/>
              <a:gd name="connsiteY1909" fmla="*/ 6590389 h 8304597"/>
              <a:gd name="connsiteX1910" fmla="*/ 20293672 w 24377650"/>
              <a:gd name="connsiteY1910" fmla="*/ 6476430 h 8304597"/>
              <a:gd name="connsiteX1911" fmla="*/ 20370724 w 24377650"/>
              <a:gd name="connsiteY1911" fmla="*/ 6476430 h 8304597"/>
              <a:gd name="connsiteX1912" fmla="*/ 20293672 w 24377650"/>
              <a:gd name="connsiteY1912" fmla="*/ 6400992 h 8304597"/>
              <a:gd name="connsiteX1913" fmla="*/ 20370724 w 24377650"/>
              <a:gd name="connsiteY1913" fmla="*/ 6400992 h 8304597"/>
              <a:gd name="connsiteX1914" fmla="*/ 20370724 w 24377650"/>
              <a:gd name="connsiteY1914" fmla="*/ 6285427 h 8304597"/>
              <a:gd name="connsiteX1915" fmla="*/ 20255146 w 24377650"/>
              <a:gd name="connsiteY1915" fmla="*/ 6209989 h 8304597"/>
              <a:gd name="connsiteX1916" fmla="*/ 19950152 w 24377650"/>
              <a:gd name="connsiteY1916" fmla="*/ 6209989 h 8304597"/>
              <a:gd name="connsiteX1917" fmla="*/ 19988678 w 24377650"/>
              <a:gd name="connsiteY1917" fmla="*/ 6285427 h 8304597"/>
              <a:gd name="connsiteX1918" fmla="*/ 19873102 w 24377650"/>
              <a:gd name="connsiteY1918" fmla="*/ 6171468 h 8304597"/>
              <a:gd name="connsiteX1919" fmla="*/ 19873102 w 24377650"/>
              <a:gd name="connsiteY1919" fmla="*/ 6209989 h 8304597"/>
              <a:gd name="connsiteX1920" fmla="*/ 19797656 w 24377650"/>
              <a:gd name="connsiteY1920" fmla="*/ 6171468 h 8304597"/>
              <a:gd name="connsiteX1921" fmla="*/ 19797656 w 24377650"/>
              <a:gd name="connsiteY1921" fmla="*/ 6209989 h 8304597"/>
              <a:gd name="connsiteX1922" fmla="*/ 19683684 w 24377650"/>
              <a:gd name="connsiteY1922" fmla="*/ 6209989 h 8304597"/>
              <a:gd name="connsiteX1923" fmla="*/ 19492660 w 24377650"/>
              <a:gd name="connsiteY1923" fmla="*/ 6476430 h 8304597"/>
              <a:gd name="connsiteX1924" fmla="*/ 19417214 w 24377650"/>
              <a:gd name="connsiteY1924" fmla="*/ 6476430 h 8304597"/>
              <a:gd name="connsiteX1925" fmla="*/ 19340164 w 24377650"/>
              <a:gd name="connsiteY1925" fmla="*/ 6476430 h 8304597"/>
              <a:gd name="connsiteX1926" fmla="*/ 19303244 w 24377650"/>
              <a:gd name="connsiteY1926" fmla="*/ 6514951 h 8304597"/>
              <a:gd name="connsiteX1927" fmla="*/ 19187666 w 24377650"/>
              <a:gd name="connsiteY1927" fmla="*/ 6476430 h 8304597"/>
              <a:gd name="connsiteX1928" fmla="*/ 19226192 w 24377650"/>
              <a:gd name="connsiteY1928" fmla="*/ 6514951 h 8304597"/>
              <a:gd name="connsiteX1929" fmla="*/ 19164390 w 24377650"/>
              <a:gd name="connsiteY1929" fmla="*/ 6514951 h 8304597"/>
              <a:gd name="connsiteX1930" fmla="*/ 19105598 w 24377650"/>
              <a:gd name="connsiteY1930" fmla="*/ 6514951 h 8304597"/>
              <a:gd name="connsiteX1931" fmla="*/ 19097772 w 24377650"/>
              <a:gd name="connsiteY1931" fmla="*/ 6514951 h 8304597"/>
              <a:gd name="connsiteX1932" fmla="*/ 19073694 w 24377650"/>
              <a:gd name="connsiteY1932" fmla="*/ 6514951 h 8304597"/>
              <a:gd name="connsiteX1933" fmla="*/ 19068278 w 24377650"/>
              <a:gd name="connsiteY1933" fmla="*/ 6514951 h 8304597"/>
              <a:gd name="connsiteX1934" fmla="*/ 19035170 w 24377650"/>
              <a:gd name="connsiteY1934" fmla="*/ 6514951 h 8304597"/>
              <a:gd name="connsiteX1935" fmla="*/ 18959724 w 24377650"/>
              <a:gd name="connsiteY1935" fmla="*/ 6514951 h 8304597"/>
              <a:gd name="connsiteX1936" fmla="*/ 19112220 w 24377650"/>
              <a:gd name="connsiteY1936" fmla="*/ 6553473 h 8304597"/>
              <a:gd name="connsiteX1937" fmla="*/ 19150746 w 24377650"/>
              <a:gd name="connsiteY1937" fmla="*/ 6590389 h 8304597"/>
              <a:gd name="connsiteX1938" fmla="*/ 19112220 w 24377650"/>
              <a:gd name="connsiteY1938" fmla="*/ 6628911 h 8304597"/>
              <a:gd name="connsiteX1939" fmla="*/ 18998250 w 24377650"/>
              <a:gd name="connsiteY1939" fmla="*/ 6590389 h 8304597"/>
              <a:gd name="connsiteX1940" fmla="*/ 18959724 w 24377650"/>
              <a:gd name="connsiteY1940" fmla="*/ 6667433 h 8304597"/>
              <a:gd name="connsiteX1941" fmla="*/ 19226192 w 24377650"/>
              <a:gd name="connsiteY1941" fmla="*/ 6628911 h 8304597"/>
              <a:gd name="connsiteX1942" fmla="*/ 19492660 w 24377650"/>
              <a:gd name="connsiteY1942" fmla="*/ 6590389 h 8304597"/>
              <a:gd name="connsiteX1943" fmla="*/ 19608238 w 24377650"/>
              <a:gd name="connsiteY1943" fmla="*/ 6628911 h 8304597"/>
              <a:gd name="connsiteX1944" fmla="*/ 19568106 w 24377650"/>
              <a:gd name="connsiteY1944" fmla="*/ 6667433 h 8304597"/>
              <a:gd name="connsiteX1945" fmla="*/ 19455740 w 24377650"/>
              <a:gd name="connsiteY1945" fmla="*/ 6667433 h 8304597"/>
              <a:gd name="connsiteX1946" fmla="*/ 19608238 w 24377650"/>
              <a:gd name="connsiteY1946" fmla="*/ 6667433 h 8304597"/>
              <a:gd name="connsiteX1947" fmla="*/ 19608238 w 24377650"/>
              <a:gd name="connsiteY1947" fmla="*/ 6704349 h 8304597"/>
              <a:gd name="connsiteX1948" fmla="*/ 19531186 w 24377650"/>
              <a:gd name="connsiteY1948" fmla="*/ 6856830 h 8304597"/>
              <a:gd name="connsiteX1949" fmla="*/ 19492660 w 24377650"/>
              <a:gd name="connsiteY1949" fmla="*/ 6933873 h 8304597"/>
              <a:gd name="connsiteX1950" fmla="*/ 19340164 w 24377650"/>
              <a:gd name="connsiteY1950" fmla="*/ 6933873 h 8304597"/>
              <a:gd name="connsiteX1951" fmla="*/ 19187666 w 24377650"/>
              <a:gd name="connsiteY1951" fmla="*/ 7047833 h 8304597"/>
              <a:gd name="connsiteX1952" fmla="*/ 19073694 w 24377650"/>
              <a:gd name="connsiteY1952" fmla="*/ 7086354 h 8304597"/>
              <a:gd name="connsiteX1953" fmla="*/ 19150746 w 24377650"/>
              <a:gd name="connsiteY1953" fmla="*/ 7047833 h 8304597"/>
              <a:gd name="connsiteX1954" fmla="*/ 19073694 w 24377650"/>
              <a:gd name="connsiteY1954" fmla="*/ 7009311 h 8304597"/>
              <a:gd name="connsiteX1955" fmla="*/ 19150746 w 24377650"/>
              <a:gd name="connsiteY1955" fmla="*/ 6972395 h 8304597"/>
              <a:gd name="connsiteX1956" fmla="*/ 18959724 w 24377650"/>
              <a:gd name="connsiteY1956" fmla="*/ 6933873 h 8304597"/>
              <a:gd name="connsiteX1957" fmla="*/ 18845752 w 24377650"/>
              <a:gd name="connsiteY1957" fmla="*/ 6933873 h 8304597"/>
              <a:gd name="connsiteX1958" fmla="*/ 18839732 w 24377650"/>
              <a:gd name="connsiteY1958" fmla="*/ 6911603 h 8304597"/>
              <a:gd name="connsiteX1959" fmla="*/ 18832052 w 24377650"/>
              <a:gd name="connsiteY1959" fmla="*/ 6904970 h 8304597"/>
              <a:gd name="connsiteX1960" fmla="*/ 18833036 w 24377650"/>
              <a:gd name="connsiteY1960" fmla="*/ 6904831 h 8304597"/>
              <a:gd name="connsiteX1961" fmla="*/ 18845752 w 24377650"/>
              <a:gd name="connsiteY1961" fmla="*/ 6895351 h 8304597"/>
              <a:gd name="connsiteX1962" fmla="*/ 18730176 w 24377650"/>
              <a:gd name="connsiteY1962" fmla="*/ 6856830 h 8304597"/>
              <a:gd name="connsiteX1963" fmla="*/ 18768700 w 24377650"/>
              <a:gd name="connsiteY1963" fmla="*/ 6819913 h 8304597"/>
              <a:gd name="connsiteX1964" fmla="*/ 18463706 w 24377650"/>
              <a:gd name="connsiteY1964" fmla="*/ 6781392 h 8304597"/>
              <a:gd name="connsiteX1965" fmla="*/ 18436718 w 24377650"/>
              <a:gd name="connsiteY1965" fmla="*/ 6786809 h 8304597"/>
              <a:gd name="connsiteX1966" fmla="*/ 18436784 w 24377650"/>
              <a:gd name="connsiteY1966" fmla="*/ 6786879 h 8304597"/>
              <a:gd name="connsiteX1967" fmla="*/ 18426786 w 24377650"/>
              <a:gd name="connsiteY1967" fmla="*/ 6781392 h 8304597"/>
              <a:gd name="connsiteX1968" fmla="*/ 18274288 w 24377650"/>
              <a:gd name="connsiteY1968" fmla="*/ 6742871 h 8304597"/>
              <a:gd name="connsiteX1969" fmla="*/ 18235764 w 24377650"/>
              <a:gd name="connsiteY1969" fmla="*/ 6667433 h 8304597"/>
              <a:gd name="connsiteX1970" fmla="*/ 18158712 w 24377650"/>
              <a:gd name="connsiteY1970" fmla="*/ 6742871 h 8304597"/>
              <a:gd name="connsiteX1971" fmla="*/ 18046294 w 24377650"/>
              <a:gd name="connsiteY1971" fmla="*/ 6689377 h 8304597"/>
              <a:gd name="connsiteX1972" fmla="*/ 18034462 w 24377650"/>
              <a:gd name="connsiteY1972" fmla="*/ 6693797 h 8304597"/>
              <a:gd name="connsiteX1973" fmla="*/ 18044138 w 24377650"/>
              <a:gd name="connsiteY1973" fmla="*/ 6678618 h 8304597"/>
              <a:gd name="connsiteX1974" fmla="*/ 18083266 w 24377650"/>
              <a:gd name="connsiteY1974" fmla="*/ 6667433 h 8304597"/>
              <a:gd name="connsiteX1975" fmla="*/ 17739746 w 24377650"/>
              <a:gd name="connsiteY1975" fmla="*/ 6553473 h 8304597"/>
              <a:gd name="connsiteX1976" fmla="*/ 17625774 w 24377650"/>
              <a:gd name="connsiteY1976" fmla="*/ 6590389 h 8304597"/>
              <a:gd name="connsiteX1977" fmla="*/ 17664300 w 24377650"/>
              <a:gd name="connsiteY1977" fmla="*/ 6628911 h 8304597"/>
              <a:gd name="connsiteX1978" fmla="*/ 17434752 w 24377650"/>
              <a:gd name="connsiteY1978" fmla="*/ 6628911 h 8304597"/>
              <a:gd name="connsiteX1979" fmla="*/ 17434752 w 24377650"/>
              <a:gd name="connsiteY1979" fmla="*/ 6667433 h 8304597"/>
              <a:gd name="connsiteX1980" fmla="*/ 17473278 w 24377650"/>
              <a:gd name="connsiteY1980" fmla="*/ 6667433 h 8304597"/>
              <a:gd name="connsiteX1981" fmla="*/ 17587248 w 24377650"/>
              <a:gd name="connsiteY1981" fmla="*/ 6667433 h 8304597"/>
              <a:gd name="connsiteX1982" fmla="*/ 17587248 w 24377650"/>
              <a:gd name="connsiteY1982" fmla="*/ 6742871 h 8304597"/>
              <a:gd name="connsiteX1983" fmla="*/ 17930768 w 24377650"/>
              <a:gd name="connsiteY1983" fmla="*/ 6704349 h 8304597"/>
              <a:gd name="connsiteX1984" fmla="*/ 17548724 w 24377650"/>
              <a:gd name="connsiteY1984" fmla="*/ 6819913 h 8304597"/>
              <a:gd name="connsiteX1985" fmla="*/ 17548724 w 24377650"/>
              <a:gd name="connsiteY1985" fmla="*/ 6856830 h 8304597"/>
              <a:gd name="connsiteX1986" fmla="*/ 17511802 w 24377650"/>
              <a:gd name="connsiteY1986" fmla="*/ 6895351 h 8304597"/>
              <a:gd name="connsiteX1987" fmla="*/ 17434752 w 24377650"/>
              <a:gd name="connsiteY1987" fmla="*/ 6895351 h 8304597"/>
              <a:gd name="connsiteX1988" fmla="*/ 17587248 w 24377650"/>
              <a:gd name="connsiteY1988" fmla="*/ 6972395 h 8304597"/>
              <a:gd name="connsiteX1989" fmla="*/ 17739746 w 24377650"/>
              <a:gd name="connsiteY1989" fmla="*/ 7009311 h 8304597"/>
              <a:gd name="connsiteX1990" fmla="*/ 17548724 w 24377650"/>
              <a:gd name="connsiteY1990" fmla="*/ 6895351 h 8304597"/>
              <a:gd name="connsiteX1991" fmla="*/ 17664300 w 24377650"/>
              <a:gd name="connsiteY1991" fmla="*/ 6933873 h 8304597"/>
              <a:gd name="connsiteX1992" fmla="*/ 17625774 w 24377650"/>
              <a:gd name="connsiteY1992" fmla="*/ 6819913 h 8304597"/>
              <a:gd name="connsiteX1993" fmla="*/ 17778272 w 24377650"/>
              <a:gd name="connsiteY1993" fmla="*/ 6933873 h 8304597"/>
              <a:gd name="connsiteX1994" fmla="*/ 17853718 w 24377650"/>
              <a:gd name="connsiteY1994" fmla="*/ 6933873 h 8304597"/>
              <a:gd name="connsiteX1995" fmla="*/ 17892244 w 24377650"/>
              <a:gd name="connsiteY1995" fmla="*/ 6972395 h 8304597"/>
              <a:gd name="connsiteX1996" fmla="*/ 17892244 w 24377650"/>
              <a:gd name="connsiteY1996" fmla="*/ 7047833 h 8304597"/>
              <a:gd name="connsiteX1997" fmla="*/ 17969294 w 24377650"/>
              <a:gd name="connsiteY1997" fmla="*/ 7124875 h 8304597"/>
              <a:gd name="connsiteX1998" fmla="*/ 18197238 w 24377650"/>
              <a:gd name="connsiteY1998" fmla="*/ 7124875 h 8304597"/>
              <a:gd name="connsiteX1999" fmla="*/ 18158712 w 24377650"/>
              <a:gd name="connsiteY1999" fmla="*/ 7047833 h 8304597"/>
              <a:gd name="connsiteX2000" fmla="*/ 18274288 w 24377650"/>
              <a:gd name="connsiteY2000" fmla="*/ 7124875 h 8304597"/>
              <a:gd name="connsiteX2001" fmla="*/ 18069772 w 24377650"/>
              <a:gd name="connsiteY2001" fmla="*/ 7193717 h 8304597"/>
              <a:gd name="connsiteX2002" fmla="*/ 18010608 w 24377650"/>
              <a:gd name="connsiteY2002" fmla="*/ 7199857 h 8304597"/>
              <a:gd name="connsiteX2003" fmla="*/ 17987704 w 24377650"/>
              <a:gd name="connsiteY2003" fmla="*/ 7189253 h 8304597"/>
              <a:gd name="connsiteX2004" fmla="*/ 17969294 w 24377650"/>
              <a:gd name="connsiteY2004" fmla="*/ 7161792 h 8304597"/>
              <a:gd name="connsiteX2005" fmla="*/ 17778272 w 24377650"/>
              <a:gd name="connsiteY2005" fmla="*/ 7200313 h 8304597"/>
              <a:gd name="connsiteX2006" fmla="*/ 17739746 w 24377650"/>
              <a:gd name="connsiteY2006" fmla="*/ 7200313 h 8304597"/>
              <a:gd name="connsiteX2007" fmla="*/ 17739746 w 24377650"/>
              <a:gd name="connsiteY2007" fmla="*/ 7237230 h 8304597"/>
              <a:gd name="connsiteX2008" fmla="*/ 17701220 w 24377650"/>
              <a:gd name="connsiteY2008" fmla="*/ 7161792 h 8304597"/>
              <a:gd name="connsiteX2009" fmla="*/ 17511802 w 24377650"/>
              <a:gd name="connsiteY2009" fmla="*/ 7200313 h 8304597"/>
              <a:gd name="connsiteX2010" fmla="*/ 17664300 w 24377650"/>
              <a:gd name="connsiteY2010" fmla="*/ 7161792 h 8304597"/>
              <a:gd name="connsiteX2011" fmla="*/ 17359306 w 24377650"/>
              <a:gd name="connsiteY2011" fmla="*/ 7124875 h 8304597"/>
              <a:gd name="connsiteX2012" fmla="*/ 17473278 w 24377650"/>
              <a:gd name="connsiteY2012" fmla="*/ 7161792 h 8304597"/>
              <a:gd name="connsiteX2013" fmla="*/ 17129758 w 24377650"/>
              <a:gd name="connsiteY2013" fmla="*/ 7237230 h 8304597"/>
              <a:gd name="connsiteX2014" fmla="*/ 17168282 w 24377650"/>
              <a:gd name="connsiteY2014" fmla="*/ 7277357 h 8304597"/>
              <a:gd name="connsiteX2015" fmla="*/ 17015786 w 24377650"/>
              <a:gd name="connsiteY2015" fmla="*/ 7277357 h 8304597"/>
              <a:gd name="connsiteX2016" fmla="*/ 17091232 w 24377650"/>
              <a:gd name="connsiteY2016" fmla="*/ 7352795 h 8304597"/>
              <a:gd name="connsiteX2017" fmla="*/ 16901814 w 24377650"/>
              <a:gd name="connsiteY2017" fmla="*/ 7352795 h 8304597"/>
              <a:gd name="connsiteX2018" fmla="*/ 16977260 w 24377650"/>
              <a:gd name="connsiteY2018" fmla="*/ 7352795 h 8304597"/>
              <a:gd name="connsiteX2019" fmla="*/ 16824762 w 24377650"/>
              <a:gd name="connsiteY2019" fmla="*/ 7389711 h 8304597"/>
              <a:gd name="connsiteX2020" fmla="*/ 16824762 w 24377650"/>
              <a:gd name="connsiteY2020" fmla="*/ 7314273 h 8304597"/>
              <a:gd name="connsiteX2021" fmla="*/ 16749316 w 24377650"/>
              <a:gd name="connsiteY2021" fmla="*/ 7352795 h 8304597"/>
              <a:gd name="connsiteX2022" fmla="*/ 16558294 w 24377650"/>
              <a:gd name="connsiteY2022" fmla="*/ 7277357 h 8304597"/>
              <a:gd name="connsiteX2023" fmla="*/ 17054312 w 24377650"/>
              <a:gd name="connsiteY2023" fmla="*/ 7237230 h 8304597"/>
              <a:gd name="connsiteX2024" fmla="*/ 16824762 w 24377650"/>
              <a:gd name="connsiteY2024" fmla="*/ 7277357 h 8304597"/>
              <a:gd name="connsiteX2025" fmla="*/ 16749316 w 24377650"/>
              <a:gd name="connsiteY2025" fmla="*/ 7237230 h 8304597"/>
              <a:gd name="connsiteX2026" fmla="*/ 16367272 w 24377650"/>
              <a:gd name="connsiteY2026" fmla="*/ 7277357 h 8304597"/>
              <a:gd name="connsiteX2027" fmla="*/ 16328746 w 24377650"/>
              <a:gd name="connsiteY2027" fmla="*/ 7237230 h 8304597"/>
              <a:gd name="connsiteX2028" fmla="*/ 16100802 w 24377650"/>
              <a:gd name="connsiteY2028" fmla="*/ 7277357 h 8304597"/>
              <a:gd name="connsiteX2029" fmla="*/ 16176248 w 24377650"/>
              <a:gd name="connsiteY2029" fmla="*/ 7314273 h 8304597"/>
              <a:gd name="connsiteX2030" fmla="*/ 16062278 w 24377650"/>
              <a:gd name="connsiteY2030" fmla="*/ 7314273 h 8304597"/>
              <a:gd name="connsiteX2031" fmla="*/ 16062278 w 24377650"/>
              <a:gd name="connsiteY2031" fmla="*/ 7352795 h 8304597"/>
              <a:gd name="connsiteX2032" fmla="*/ 15909780 w 24377650"/>
              <a:gd name="connsiteY2032" fmla="*/ 7352795 h 8304597"/>
              <a:gd name="connsiteX2033" fmla="*/ 15757282 w 24377650"/>
              <a:gd name="connsiteY2033" fmla="*/ 7505275 h 8304597"/>
              <a:gd name="connsiteX2034" fmla="*/ 15872860 w 24377650"/>
              <a:gd name="connsiteY2034" fmla="*/ 7429838 h 8304597"/>
              <a:gd name="connsiteX2035" fmla="*/ 15834334 w 24377650"/>
              <a:gd name="connsiteY2035" fmla="*/ 7466754 h 8304597"/>
              <a:gd name="connsiteX2036" fmla="*/ 15986832 w 24377650"/>
              <a:gd name="connsiteY2036" fmla="*/ 7429838 h 8304597"/>
              <a:gd name="connsiteX2037" fmla="*/ 16100802 w 24377650"/>
              <a:gd name="connsiteY2037" fmla="*/ 7429838 h 8304597"/>
              <a:gd name="connsiteX2038" fmla="*/ 16291826 w 24377650"/>
              <a:gd name="connsiteY2038" fmla="*/ 7466754 h 8304597"/>
              <a:gd name="connsiteX2039" fmla="*/ 16214774 w 24377650"/>
              <a:gd name="connsiteY2039" fmla="*/ 7429838 h 8304597"/>
              <a:gd name="connsiteX2040" fmla="*/ 16481242 w 24377650"/>
              <a:gd name="connsiteY2040" fmla="*/ 7429838 h 8304597"/>
              <a:gd name="connsiteX2041" fmla="*/ 17129758 w 24377650"/>
              <a:gd name="connsiteY2041" fmla="*/ 7542192 h 8304597"/>
              <a:gd name="connsiteX2042" fmla="*/ 17054312 w 24377650"/>
              <a:gd name="connsiteY2042" fmla="*/ 7619235 h 8304597"/>
              <a:gd name="connsiteX2043" fmla="*/ 17282254 w 24377650"/>
              <a:gd name="connsiteY2043" fmla="*/ 7542192 h 8304597"/>
              <a:gd name="connsiteX2044" fmla="*/ 17282254 w 24377650"/>
              <a:gd name="connsiteY2044" fmla="*/ 7619235 h 8304597"/>
              <a:gd name="connsiteX2045" fmla="*/ 17091232 w 24377650"/>
              <a:gd name="connsiteY2045" fmla="*/ 7657757 h 8304597"/>
              <a:gd name="connsiteX2046" fmla="*/ 17168282 w 24377650"/>
              <a:gd name="connsiteY2046" fmla="*/ 7694673 h 8304597"/>
              <a:gd name="connsiteX2047" fmla="*/ 17091232 w 24377650"/>
              <a:gd name="connsiteY2047" fmla="*/ 7771717 h 8304597"/>
              <a:gd name="connsiteX2048" fmla="*/ 17168282 w 24377650"/>
              <a:gd name="connsiteY2048" fmla="*/ 7694673 h 8304597"/>
              <a:gd name="connsiteX2049" fmla="*/ 17206808 w 24377650"/>
              <a:gd name="connsiteY2049" fmla="*/ 7619235 h 8304597"/>
              <a:gd name="connsiteX2050" fmla="*/ 17359306 w 24377650"/>
              <a:gd name="connsiteY2050" fmla="*/ 7619235 h 8304597"/>
              <a:gd name="connsiteX2051" fmla="*/ 17434752 w 24377650"/>
              <a:gd name="connsiteY2051" fmla="*/ 7694673 h 8304597"/>
              <a:gd name="connsiteX2052" fmla="*/ 17282254 w 24377650"/>
              <a:gd name="connsiteY2052" fmla="*/ 7771717 h 8304597"/>
              <a:gd name="connsiteX2053" fmla="*/ 17320780 w 24377650"/>
              <a:gd name="connsiteY2053" fmla="*/ 7847155 h 8304597"/>
              <a:gd name="connsiteX2054" fmla="*/ 17206808 w 24377650"/>
              <a:gd name="connsiteY2054" fmla="*/ 7847155 h 8304597"/>
              <a:gd name="connsiteX2055" fmla="*/ 17129758 w 24377650"/>
              <a:gd name="connsiteY2055" fmla="*/ 7962719 h 8304597"/>
              <a:gd name="connsiteX2056" fmla="*/ 17168282 w 24377650"/>
              <a:gd name="connsiteY2056" fmla="*/ 7887281 h 8304597"/>
              <a:gd name="connsiteX2057" fmla="*/ 16291826 w 24377650"/>
              <a:gd name="connsiteY2057" fmla="*/ 7847155 h 8304597"/>
              <a:gd name="connsiteX2058" fmla="*/ 16100802 w 24377650"/>
              <a:gd name="connsiteY2058" fmla="*/ 7887281 h 8304597"/>
              <a:gd name="connsiteX2059" fmla="*/ 16062278 w 24377650"/>
              <a:gd name="connsiteY2059" fmla="*/ 7847155 h 8304597"/>
              <a:gd name="connsiteX2060" fmla="*/ 16139328 w 24377650"/>
              <a:gd name="connsiteY2060" fmla="*/ 7847155 h 8304597"/>
              <a:gd name="connsiteX2061" fmla="*/ 15757282 w 24377650"/>
              <a:gd name="connsiteY2061" fmla="*/ 7771717 h 8304597"/>
              <a:gd name="connsiteX2062" fmla="*/ 15834334 w 24377650"/>
              <a:gd name="connsiteY2062" fmla="*/ 7847155 h 8304597"/>
              <a:gd name="connsiteX2063" fmla="*/ 15720362 w 24377650"/>
              <a:gd name="connsiteY2063" fmla="*/ 7847155 h 8304597"/>
              <a:gd name="connsiteX2064" fmla="*/ 15726131 w 24377650"/>
              <a:gd name="connsiteY2064" fmla="*/ 7825812 h 8304597"/>
              <a:gd name="connsiteX2065" fmla="*/ 15737865 w 24377650"/>
              <a:gd name="connsiteY2065" fmla="*/ 7815679 h 8304597"/>
              <a:gd name="connsiteX2066" fmla="*/ 15757282 w 24377650"/>
              <a:gd name="connsiteY2066" fmla="*/ 7810238 h 8304597"/>
              <a:gd name="connsiteX2067" fmla="*/ 15738822 w 24377650"/>
              <a:gd name="connsiteY2067" fmla="*/ 7814852 h 8304597"/>
              <a:gd name="connsiteX2068" fmla="*/ 15737865 w 24377650"/>
              <a:gd name="connsiteY2068" fmla="*/ 7815679 h 8304597"/>
              <a:gd name="connsiteX2069" fmla="*/ 15730501 w 24377650"/>
              <a:gd name="connsiteY2069" fmla="*/ 7817743 h 8304597"/>
              <a:gd name="connsiteX2070" fmla="*/ 15529340 w 24377650"/>
              <a:gd name="connsiteY2070" fmla="*/ 7810238 h 8304597"/>
              <a:gd name="connsiteX2071" fmla="*/ 15529340 w 24377650"/>
              <a:gd name="connsiteY2071" fmla="*/ 7734800 h 8304597"/>
              <a:gd name="connsiteX2072" fmla="*/ 15681836 w 24377650"/>
              <a:gd name="connsiteY2072" fmla="*/ 7734800 h 8304597"/>
              <a:gd name="connsiteX2073" fmla="*/ 15795808 w 24377650"/>
              <a:gd name="connsiteY2073" fmla="*/ 7694673 h 8304597"/>
              <a:gd name="connsiteX2074" fmla="*/ 15681836 w 24377650"/>
              <a:gd name="connsiteY2074" fmla="*/ 7734800 h 8304597"/>
              <a:gd name="connsiteX2075" fmla="*/ 15490814 w 24377650"/>
              <a:gd name="connsiteY2075" fmla="*/ 7694673 h 8304597"/>
              <a:gd name="connsiteX2076" fmla="*/ 15490588 w 24377650"/>
              <a:gd name="connsiteY2076" fmla="*/ 7658334 h 8304597"/>
              <a:gd name="connsiteX2077" fmla="*/ 15486854 w 24377650"/>
              <a:gd name="connsiteY2077" fmla="*/ 7658028 h 8304597"/>
              <a:gd name="connsiteX2078" fmla="*/ 15490814 w 24377650"/>
              <a:gd name="connsiteY2078" fmla="*/ 7657757 h 8304597"/>
              <a:gd name="connsiteX2079" fmla="*/ 15484428 w 24377650"/>
              <a:gd name="connsiteY2079" fmla="*/ 7657829 h 8304597"/>
              <a:gd name="connsiteX2080" fmla="*/ 15486854 w 24377650"/>
              <a:gd name="connsiteY2080" fmla="*/ 7658028 h 8304597"/>
              <a:gd name="connsiteX2081" fmla="*/ 15423720 w 24377650"/>
              <a:gd name="connsiteY2081" fmla="*/ 7662346 h 8304597"/>
              <a:gd name="connsiteX2082" fmla="*/ 15299792 w 24377650"/>
              <a:gd name="connsiteY2082" fmla="*/ 7619235 h 8304597"/>
              <a:gd name="connsiteX2083" fmla="*/ 15224346 w 24377650"/>
              <a:gd name="connsiteY2083" fmla="*/ 7657757 h 8304597"/>
              <a:gd name="connsiteX2084" fmla="*/ 15338316 w 24377650"/>
              <a:gd name="connsiteY2084" fmla="*/ 7694673 h 8304597"/>
              <a:gd name="connsiteX2085" fmla="*/ 14994796 w 24377650"/>
              <a:gd name="connsiteY2085" fmla="*/ 7619235 h 8304597"/>
              <a:gd name="connsiteX2086" fmla="*/ 15376842 w 24377650"/>
              <a:gd name="connsiteY2086" fmla="*/ 7582319 h 8304597"/>
              <a:gd name="connsiteX2087" fmla="*/ 15604786 w 24377650"/>
              <a:gd name="connsiteY2087" fmla="*/ 7582319 h 8304597"/>
              <a:gd name="connsiteX2088" fmla="*/ 15490814 w 24377650"/>
              <a:gd name="connsiteY2088" fmla="*/ 7619235 h 8304597"/>
              <a:gd name="connsiteX2089" fmla="*/ 15757282 w 24377650"/>
              <a:gd name="connsiteY2089" fmla="*/ 7619235 h 8304597"/>
              <a:gd name="connsiteX2090" fmla="*/ 15490814 w 24377650"/>
              <a:gd name="connsiteY2090" fmla="*/ 7505275 h 8304597"/>
              <a:gd name="connsiteX2091" fmla="*/ 15415368 w 24377650"/>
              <a:gd name="connsiteY2091" fmla="*/ 7542192 h 8304597"/>
              <a:gd name="connsiteX2092" fmla="*/ 15415368 w 24377650"/>
              <a:gd name="connsiteY2092" fmla="*/ 7505275 h 8304597"/>
              <a:gd name="connsiteX2093" fmla="*/ 15262870 w 24377650"/>
              <a:gd name="connsiteY2093" fmla="*/ 7542192 h 8304597"/>
              <a:gd name="connsiteX2094" fmla="*/ 15262870 w 24377650"/>
              <a:gd name="connsiteY2094" fmla="*/ 7466754 h 8304597"/>
              <a:gd name="connsiteX2095" fmla="*/ 15187424 w 24377650"/>
              <a:gd name="connsiteY2095" fmla="*/ 7505275 h 8304597"/>
              <a:gd name="connsiteX2096" fmla="*/ 14842300 w 24377650"/>
              <a:gd name="connsiteY2096" fmla="*/ 7505275 h 8304597"/>
              <a:gd name="connsiteX2097" fmla="*/ 14805380 w 24377650"/>
              <a:gd name="connsiteY2097" fmla="*/ 7542192 h 8304597"/>
              <a:gd name="connsiteX2098" fmla="*/ 14994796 w 24377650"/>
              <a:gd name="connsiteY2098" fmla="*/ 7542192 h 8304597"/>
              <a:gd name="connsiteX2099" fmla="*/ 14882430 w 24377650"/>
              <a:gd name="connsiteY2099" fmla="*/ 7619235 h 8304597"/>
              <a:gd name="connsiteX2100" fmla="*/ 14766854 w 24377650"/>
              <a:gd name="connsiteY2100" fmla="*/ 7657757 h 8304597"/>
              <a:gd name="connsiteX2101" fmla="*/ 14766854 w 24377650"/>
              <a:gd name="connsiteY2101" fmla="*/ 7619235 h 8304597"/>
              <a:gd name="connsiteX2102" fmla="*/ 14729934 w 24377650"/>
              <a:gd name="connsiteY2102" fmla="*/ 7657757 h 8304597"/>
              <a:gd name="connsiteX2103" fmla="*/ 14745509 w 24377650"/>
              <a:gd name="connsiteY2103" fmla="*/ 7711025 h 8304597"/>
              <a:gd name="connsiteX2104" fmla="*/ 14757792 w 24377650"/>
              <a:gd name="connsiteY2104" fmla="*/ 7724707 h 8304597"/>
              <a:gd name="connsiteX2105" fmla="*/ 14743378 w 24377650"/>
              <a:gd name="connsiteY2105" fmla="*/ 7733596 h 8304597"/>
              <a:gd name="connsiteX2106" fmla="*/ 14689802 w 24377650"/>
              <a:gd name="connsiteY2106" fmla="*/ 7734800 h 8304597"/>
              <a:gd name="connsiteX2107" fmla="*/ 14195390 w 24377650"/>
              <a:gd name="connsiteY2107" fmla="*/ 7924197 h 8304597"/>
              <a:gd name="connsiteX2108" fmla="*/ 13814950 w 24377650"/>
              <a:gd name="connsiteY2108" fmla="*/ 8115200 h 8304597"/>
              <a:gd name="connsiteX2109" fmla="*/ 13662452 w 24377650"/>
              <a:gd name="connsiteY2109" fmla="*/ 8152117 h 8304597"/>
              <a:gd name="connsiteX2110" fmla="*/ 13585402 w 24377650"/>
              <a:gd name="connsiteY2110" fmla="*/ 8152117 h 8304597"/>
              <a:gd name="connsiteX2111" fmla="*/ 13585402 w 24377650"/>
              <a:gd name="connsiteY2111" fmla="*/ 8192243 h 8304597"/>
              <a:gd name="connsiteX2112" fmla="*/ 13546876 w 24377650"/>
              <a:gd name="connsiteY2112" fmla="*/ 8152117 h 8304597"/>
              <a:gd name="connsiteX2113" fmla="*/ 13469824 w 24377650"/>
              <a:gd name="connsiteY2113" fmla="*/ 8229159 h 8304597"/>
              <a:gd name="connsiteX2114" fmla="*/ 12975414 w 24377650"/>
              <a:gd name="connsiteY2114" fmla="*/ 8304597 h 8304597"/>
              <a:gd name="connsiteX2115" fmla="*/ 12899968 w 24377650"/>
              <a:gd name="connsiteY2115" fmla="*/ 8267681 h 8304597"/>
              <a:gd name="connsiteX2116" fmla="*/ 11984984 w 24377650"/>
              <a:gd name="connsiteY2116" fmla="*/ 8267681 h 8304597"/>
              <a:gd name="connsiteX2117" fmla="*/ 11755436 w 24377650"/>
              <a:gd name="connsiteY2117" fmla="*/ 8267681 h 8304597"/>
              <a:gd name="connsiteX2118" fmla="*/ 11755436 w 24377650"/>
              <a:gd name="connsiteY2118" fmla="*/ 8192243 h 8304597"/>
              <a:gd name="connsiteX2119" fmla="*/ 11183972 w 24377650"/>
              <a:gd name="connsiteY2119" fmla="*/ 8192243 h 8304597"/>
              <a:gd name="connsiteX2120" fmla="*/ 11183972 w 24377650"/>
              <a:gd name="connsiteY2120" fmla="*/ 8152117 h 8304597"/>
              <a:gd name="connsiteX2121" fmla="*/ 10956029 w 24377650"/>
              <a:gd name="connsiteY2121" fmla="*/ 8152117 h 8304597"/>
              <a:gd name="connsiteX2122" fmla="*/ 10803532 w 24377650"/>
              <a:gd name="connsiteY2122" fmla="*/ 8152117 h 8304597"/>
              <a:gd name="connsiteX2123" fmla="*/ 10803532 w 24377650"/>
              <a:gd name="connsiteY2123" fmla="*/ 8076679 h 8304597"/>
              <a:gd name="connsiteX2124" fmla="*/ 10689562 w 24377650"/>
              <a:gd name="connsiteY2124" fmla="*/ 8115200 h 8304597"/>
              <a:gd name="connsiteX2125" fmla="*/ 10118098 w 24377650"/>
              <a:gd name="connsiteY2125" fmla="*/ 7999635 h 8304597"/>
              <a:gd name="connsiteX2126" fmla="*/ 9851630 w 24377650"/>
              <a:gd name="connsiteY2126" fmla="*/ 7887281 h 8304597"/>
              <a:gd name="connsiteX2127" fmla="*/ 9890154 w 24377650"/>
              <a:gd name="connsiteY2127" fmla="*/ 7810238 h 8304597"/>
              <a:gd name="connsiteX2128" fmla="*/ 9318691 w 24377650"/>
              <a:gd name="connsiteY2128" fmla="*/ 7771717 h 8304597"/>
              <a:gd name="connsiteX2129" fmla="*/ 10195149 w 24377650"/>
              <a:gd name="connsiteY2129" fmla="*/ 7734800 h 8304597"/>
              <a:gd name="connsiteX2130" fmla="*/ 11450441 w 24377650"/>
              <a:gd name="connsiteY2130" fmla="*/ 7657757 h 8304597"/>
              <a:gd name="connsiteX2131" fmla="*/ 12631894 w 24377650"/>
              <a:gd name="connsiteY2131" fmla="*/ 7582319 h 8304597"/>
              <a:gd name="connsiteX2132" fmla="*/ 12517922 w 24377650"/>
              <a:gd name="connsiteY2132" fmla="*/ 7466754 h 8304597"/>
              <a:gd name="connsiteX2133" fmla="*/ 12968717 w 24377650"/>
              <a:gd name="connsiteY2133" fmla="*/ 7467431 h 8304597"/>
              <a:gd name="connsiteX2134" fmla="*/ 13032753 w 24377650"/>
              <a:gd name="connsiteY2134" fmla="*/ 7455491 h 8304597"/>
              <a:gd name="connsiteX2135" fmla="*/ 13038192 w 24377650"/>
              <a:gd name="connsiteY2135" fmla="*/ 7456020 h 8304597"/>
              <a:gd name="connsiteX2136" fmla="*/ 13068990 w 24377650"/>
              <a:gd name="connsiteY2136" fmla="*/ 7449851 h 8304597"/>
              <a:gd name="connsiteX2137" fmla="*/ 13073798 w 24377650"/>
              <a:gd name="connsiteY2137" fmla="*/ 7445133 h 8304597"/>
              <a:gd name="connsiteX2138" fmla="*/ 13127910 w 24377650"/>
              <a:gd name="connsiteY2138" fmla="*/ 7429838 h 8304597"/>
              <a:gd name="connsiteX2139" fmla="*/ 13089384 w 24377650"/>
              <a:gd name="connsiteY2139" fmla="*/ 7429838 h 8304597"/>
              <a:gd name="connsiteX2140" fmla="*/ 13073798 w 24377650"/>
              <a:gd name="connsiteY2140" fmla="*/ 7445133 h 8304597"/>
              <a:gd name="connsiteX2141" fmla="*/ 13045670 w 24377650"/>
              <a:gd name="connsiteY2141" fmla="*/ 7453083 h 8304597"/>
              <a:gd name="connsiteX2142" fmla="*/ 13032753 w 24377650"/>
              <a:gd name="connsiteY2142" fmla="*/ 7455491 h 8304597"/>
              <a:gd name="connsiteX2143" fmla="*/ 13001037 w 24377650"/>
              <a:gd name="connsiteY2143" fmla="*/ 7452409 h 8304597"/>
              <a:gd name="connsiteX2144" fmla="*/ 12861442 w 24377650"/>
              <a:gd name="connsiteY2144" fmla="*/ 7429838 h 8304597"/>
              <a:gd name="connsiteX2145" fmla="*/ 12251452 w 24377650"/>
              <a:gd name="connsiteY2145" fmla="*/ 7352795 h 8304597"/>
              <a:gd name="connsiteX2146" fmla="*/ 12212928 w 24377650"/>
              <a:gd name="connsiteY2146" fmla="*/ 7429838 h 8304597"/>
              <a:gd name="connsiteX2147" fmla="*/ 11984984 w 24377650"/>
              <a:gd name="connsiteY2147" fmla="*/ 7429838 h 8304597"/>
              <a:gd name="connsiteX2148" fmla="*/ 11718515 w 24377650"/>
              <a:gd name="connsiteY2148" fmla="*/ 7352795 h 8304597"/>
              <a:gd name="connsiteX2149" fmla="*/ 11755436 w 24377650"/>
              <a:gd name="connsiteY2149" fmla="*/ 7314273 h 8304597"/>
              <a:gd name="connsiteX2150" fmla="*/ 11602938 w 24377650"/>
              <a:gd name="connsiteY2150" fmla="*/ 7352795 h 8304597"/>
              <a:gd name="connsiteX2151" fmla="*/ 11566018 w 24377650"/>
              <a:gd name="connsiteY2151" fmla="*/ 7277357 h 8304597"/>
              <a:gd name="connsiteX2152" fmla="*/ 11070001 w 24377650"/>
              <a:gd name="connsiteY2152" fmla="*/ 7277357 h 8304597"/>
              <a:gd name="connsiteX2153" fmla="*/ 11070001 w 24377650"/>
              <a:gd name="connsiteY2153" fmla="*/ 7200313 h 8304597"/>
              <a:gd name="connsiteX2154" fmla="*/ 10956029 w 24377650"/>
              <a:gd name="connsiteY2154" fmla="*/ 7200313 h 8304597"/>
              <a:gd name="connsiteX2155" fmla="*/ 10917504 w 24377650"/>
              <a:gd name="connsiteY2155" fmla="*/ 7200313 h 8304597"/>
              <a:gd name="connsiteX2156" fmla="*/ 10840453 w 24377650"/>
              <a:gd name="connsiteY2156" fmla="*/ 7200313 h 8304597"/>
              <a:gd name="connsiteX2157" fmla="*/ 10803532 w 24377650"/>
              <a:gd name="connsiteY2157" fmla="*/ 7161792 h 8304597"/>
              <a:gd name="connsiteX2158" fmla="*/ 10614115 w 24377650"/>
              <a:gd name="connsiteY2158" fmla="*/ 7200313 h 8304597"/>
              <a:gd name="connsiteX2159" fmla="*/ 10384567 w 24377650"/>
              <a:gd name="connsiteY2159" fmla="*/ 7124875 h 8304597"/>
              <a:gd name="connsiteX2160" fmla="*/ 10537064 w 24377650"/>
              <a:gd name="connsiteY2160" fmla="*/ 7124875 h 8304597"/>
              <a:gd name="connsiteX2161" fmla="*/ 10461617 w 24377650"/>
              <a:gd name="connsiteY2161" fmla="*/ 7047833 h 8304597"/>
              <a:gd name="connsiteX2162" fmla="*/ 10652641 w 24377650"/>
              <a:gd name="connsiteY2162" fmla="*/ 7047833 h 8304597"/>
              <a:gd name="connsiteX2163" fmla="*/ 10500143 w 24377650"/>
              <a:gd name="connsiteY2163" fmla="*/ 7009311 h 8304597"/>
              <a:gd name="connsiteX2164" fmla="*/ 10384567 w 24377650"/>
              <a:gd name="connsiteY2164" fmla="*/ 7009311 h 8304597"/>
              <a:gd name="connsiteX2165" fmla="*/ 10423092 w 24377650"/>
              <a:gd name="connsiteY2165" fmla="*/ 7086354 h 8304597"/>
              <a:gd name="connsiteX2166" fmla="*/ 10270596 w 24377650"/>
              <a:gd name="connsiteY2166" fmla="*/ 6972395 h 8304597"/>
              <a:gd name="connsiteX2167" fmla="*/ 10309120 w 24377650"/>
              <a:gd name="connsiteY2167" fmla="*/ 6972395 h 8304597"/>
              <a:gd name="connsiteX2168" fmla="*/ 10309120 w 24377650"/>
              <a:gd name="connsiteY2168" fmla="*/ 6933873 h 8304597"/>
              <a:gd name="connsiteX2169" fmla="*/ 10156623 w 24377650"/>
              <a:gd name="connsiteY2169" fmla="*/ 6933873 h 8304597"/>
              <a:gd name="connsiteX2170" fmla="*/ 10079573 w 24377650"/>
              <a:gd name="connsiteY2170" fmla="*/ 6895351 h 8304597"/>
              <a:gd name="connsiteX2171" fmla="*/ 10195149 w 24377650"/>
              <a:gd name="connsiteY2171" fmla="*/ 6856830 h 8304597"/>
              <a:gd name="connsiteX2172" fmla="*/ 9890154 w 24377650"/>
              <a:gd name="connsiteY2172" fmla="*/ 6856830 h 8304597"/>
              <a:gd name="connsiteX2173" fmla="*/ 9927076 w 24377650"/>
              <a:gd name="connsiteY2173" fmla="*/ 6781392 h 8304597"/>
              <a:gd name="connsiteX2174" fmla="*/ 9737657 w 24377650"/>
              <a:gd name="connsiteY2174" fmla="*/ 6856830 h 8304597"/>
              <a:gd name="connsiteX2175" fmla="*/ 9546635 w 24377650"/>
              <a:gd name="connsiteY2175" fmla="*/ 6856830 h 8304597"/>
              <a:gd name="connsiteX2176" fmla="*/ 9543709 w 24377650"/>
              <a:gd name="connsiteY2176" fmla="*/ 6868532 h 8304597"/>
              <a:gd name="connsiteX2177" fmla="*/ 9516010 w 24377650"/>
              <a:gd name="connsiteY2177" fmla="*/ 6837117 h 8304597"/>
              <a:gd name="connsiteX2178" fmla="*/ 9471188 w 24377650"/>
              <a:gd name="connsiteY2178" fmla="*/ 6819913 h 8304597"/>
              <a:gd name="connsiteX2179" fmla="*/ 9432664 w 24377650"/>
              <a:gd name="connsiteY2179" fmla="*/ 6856830 h 8304597"/>
              <a:gd name="connsiteX2180" fmla="*/ 9432664 w 24377650"/>
              <a:gd name="connsiteY2180" fmla="*/ 6819913 h 8304597"/>
              <a:gd name="connsiteX2181" fmla="*/ 9280167 w 24377650"/>
              <a:gd name="connsiteY2181" fmla="*/ 6781392 h 8304597"/>
              <a:gd name="connsiteX2182" fmla="*/ 9241641 w 24377650"/>
              <a:gd name="connsiteY2182" fmla="*/ 6856830 h 8304597"/>
              <a:gd name="connsiteX2183" fmla="*/ 9013698 w 24377650"/>
              <a:gd name="connsiteY2183" fmla="*/ 6819913 h 8304597"/>
              <a:gd name="connsiteX2184" fmla="*/ 9166195 w 24377650"/>
              <a:gd name="connsiteY2184" fmla="*/ 6819913 h 8304597"/>
              <a:gd name="connsiteX2185" fmla="*/ 9127669 w 24377650"/>
              <a:gd name="connsiteY2185" fmla="*/ 6781392 h 8304597"/>
              <a:gd name="connsiteX2186" fmla="*/ 9203114 w 24377650"/>
              <a:gd name="connsiteY2186" fmla="*/ 6781392 h 8304597"/>
              <a:gd name="connsiteX2187" fmla="*/ 9241641 w 24377650"/>
              <a:gd name="connsiteY2187" fmla="*/ 6742871 h 8304597"/>
              <a:gd name="connsiteX2188" fmla="*/ 8098715 w 24377650"/>
              <a:gd name="connsiteY2188" fmla="*/ 6704349 h 8304597"/>
              <a:gd name="connsiteX2189" fmla="*/ 7755194 w 24377650"/>
              <a:gd name="connsiteY2189" fmla="*/ 6667433 h 8304597"/>
              <a:gd name="connsiteX2190" fmla="*/ 7718274 w 24377650"/>
              <a:gd name="connsiteY2190" fmla="*/ 6628911 h 8304597"/>
              <a:gd name="connsiteX2191" fmla="*/ 7565777 w 24377650"/>
              <a:gd name="connsiteY2191" fmla="*/ 6628911 h 8304597"/>
              <a:gd name="connsiteX2192" fmla="*/ 7602698 w 24377650"/>
              <a:gd name="connsiteY2192" fmla="*/ 6590389 h 8304597"/>
              <a:gd name="connsiteX2193" fmla="*/ 7450200 w 24377650"/>
              <a:gd name="connsiteY2193" fmla="*/ 6628911 h 8304597"/>
              <a:gd name="connsiteX2194" fmla="*/ 7488726 w 24377650"/>
              <a:gd name="connsiteY2194" fmla="*/ 6590389 h 8304597"/>
              <a:gd name="connsiteX2195" fmla="*/ 7297703 w 24377650"/>
              <a:gd name="connsiteY2195" fmla="*/ 6628911 h 8304597"/>
              <a:gd name="connsiteX2196" fmla="*/ 7145206 w 24377650"/>
              <a:gd name="connsiteY2196" fmla="*/ 6476430 h 8304597"/>
              <a:gd name="connsiteX2197" fmla="*/ 7069760 w 24377650"/>
              <a:gd name="connsiteY2197" fmla="*/ 6514951 h 8304597"/>
              <a:gd name="connsiteX2198" fmla="*/ 6878737 w 24377650"/>
              <a:gd name="connsiteY2198" fmla="*/ 6476430 h 8304597"/>
              <a:gd name="connsiteX2199" fmla="*/ 6535217 w 24377650"/>
              <a:gd name="connsiteY2199" fmla="*/ 6400992 h 8304597"/>
              <a:gd name="connsiteX2200" fmla="*/ 6079331 w 24377650"/>
              <a:gd name="connsiteY2200" fmla="*/ 6400992 h 8304597"/>
              <a:gd name="connsiteX2201" fmla="*/ 6154777 w 24377650"/>
              <a:gd name="connsiteY2201" fmla="*/ 6400992 h 8304597"/>
              <a:gd name="connsiteX2202" fmla="*/ 6231828 w 24377650"/>
              <a:gd name="connsiteY2202" fmla="*/ 6362471 h 8304597"/>
              <a:gd name="connsiteX2203" fmla="*/ 6231828 w 24377650"/>
              <a:gd name="connsiteY2203" fmla="*/ 6400992 h 8304597"/>
              <a:gd name="connsiteX2204" fmla="*/ 6382720 w 24377650"/>
              <a:gd name="connsiteY2204" fmla="*/ 6400992 h 8304597"/>
              <a:gd name="connsiteX2205" fmla="*/ 6421246 w 24377650"/>
              <a:gd name="connsiteY2205" fmla="*/ 6362471 h 8304597"/>
              <a:gd name="connsiteX2206" fmla="*/ 6154777 w 24377650"/>
              <a:gd name="connsiteY2206" fmla="*/ 6362471 h 8304597"/>
              <a:gd name="connsiteX2207" fmla="*/ 6002280 w 24377650"/>
              <a:gd name="connsiteY2207" fmla="*/ 6362471 h 8304597"/>
              <a:gd name="connsiteX2208" fmla="*/ 6116251 w 24377650"/>
              <a:gd name="connsiteY2208" fmla="*/ 6323949 h 8304597"/>
              <a:gd name="connsiteX2209" fmla="*/ 6116251 w 24377650"/>
              <a:gd name="connsiteY2209" fmla="*/ 6285427 h 8304597"/>
              <a:gd name="connsiteX2210" fmla="*/ 6040805 w 24377650"/>
              <a:gd name="connsiteY2210" fmla="*/ 6323949 h 8304597"/>
              <a:gd name="connsiteX2211" fmla="*/ 5888308 w 24377650"/>
              <a:gd name="connsiteY2211" fmla="*/ 6285427 h 8304597"/>
              <a:gd name="connsiteX2212" fmla="*/ 6079331 w 24377650"/>
              <a:gd name="connsiteY2212" fmla="*/ 6248511 h 8304597"/>
              <a:gd name="connsiteX2213" fmla="*/ 6040805 w 24377650"/>
              <a:gd name="connsiteY2213" fmla="*/ 6209989 h 8304597"/>
              <a:gd name="connsiteX2214" fmla="*/ 5658760 w 24377650"/>
              <a:gd name="connsiteY2214" fmla="*/ 6209989 h 8304597"/>
              <a:gd name="connsiteX2215" fmla="*/ 5164348 w 24377650"/>
              <a:gd name="connsiteY2215" fmla="*/ 6248511 h 8304597"/>
              <a:gd name="connsiteX2216" fmla="*/ 5278320 w 24377650"/>
              <a:gd name="connsiteY2216" fmla="*/ 6248511 h 8304597"/>
              <a:gd name="connsiteX2217" fmla="*/ 5201268 w 24377650"/>
              <a:gd name="connsiteY2217" fmla="*/ 6285427 h 8304597"/>
              <a:gd name="connsiteX2218" fmla="*/ 5278320 w 24377650"/>
              <a:gd name="connsiteY2218" fmla="*/ 6323949 h 8304597"/>
              <a:gd name="connsiteX2219" fmla="*/ 5392291 w 24377650"/>
              <a:gd name="connsiteY2219" fmla="*/ 6362471 h 8304597"/>
              <a:gd name="connsiteX2220" fmla="*/ 4973325 w 24377650"/>
              <a:gd name="connsiteY2220" fmla="*/ 6362471 h 8304597"/>
              <a:gd name="connsiteX2221" fmla="*/ 5011851 w 24377650"/>
              <a:gd name="connsiteY2221" fmla="*/ 6285427 h 8304597"/>
              <a:gd name="connsiteX2222" fmla="*/ 5125822 w 24377650"/>
              <a:gd name="connsiteY2222" fmla="*/ 6285427 h 8304597"/>
              <a:gd name="connsiteX2223" fmla="*/ 5087296 w 24377650"/>
              <a:gd name="connsiteY2223" fmla="*/ 6209989 h 8304597"/>
              <a:gd name="connsiteX2224" fmla="*/ 4934800 w 24377650"/>
              <a:gd name="connsiteY2224" fmla="*/ 6248511 h 8304597"/>
              <a:gd name="connsiteX2225" fmla="*/ 4820828 w 24377650"/>
              <a:gd name="connsiteY2225" fmla="*/ 6248511 h 8304597"/>
              <a:gd name="connsiteX2226" fmla="*/ 4820828 w 24377650"/>
              <a:gd name="connsiteY2226" fmla="*/ 6209989 h 8304597"/>
              <a:gd name="connsiteX2227" fmla="*/ 4477308 w 24377650"/>
              <a:gd name="connsiteY2227" fmla="*/ 6209989 h 8304597"/>
              <a:gd name="connsiteX2228" fmla="*/ 3944371 w 24377650"/>
              <a:gd name="connsiteY2228" fmla="*/ 6171468 h 8304597"/>
              <a:gd name="connsiteX2229" fmla="*/ 3714822 w 24377650"/>
              <a:gd name="connsiteY2229" fmla="*/ 6171468 h 8304597"/>
              <a:gd name="connsiteX2230" fmla="*/ 3562324 w 24377650"/>
              <a:gd name="connsiteY2230" fmla="*/ 6171468 h 8304597"/>
              <a:gd name="connsiteX2231" fmla="*/ 3486879 w 24377650"/>
              <a:gd name="connsiteY2231" fmla="*/ 6209989 h 8304597"/>
              <a:gd name="connsiteX2232" fmla="*/ 3486879 w 24377650"/>
              <a:gd name="connsiteY2232" fmla="*/ 6171468 h 8304597"/>
              <a:gd name="connsiteX2233" fmla="*/ 3372907 w 24377650"/>
              <a:gd name="connsiteY2233" fmla="*/ 6132947 h 8304597"/>
              <a:gd name="connsiteX2234" fmla="*/ 3372305 w 24377650"/>
              <a:gd name="connsiteY2234" fmla="*/ 6171468 h 8304597"/>
              <a:gd name="connsiteX2235" fmla="*/ 3372907 w 24377650"/>
              <a:gd name="connsiteY2235" fmla="*/ 6171904 h 8304597"/>
              <a:gd name="connsiteX2236" fmla="*/ 3372907 w 24377650"/>
              <a:gd name="connsiteY2236" fmla="*/ 6209989 h 8304597"/>
              <a:gd name="connsiteX2237" fmla="*/ 3257330 w 24377650"/>
              <a:gd name="connsiteY2237" fmla="*/ 6171468 h 8304597"/>
              <a:gd name="connsiteX2238" fmla="*/ 3295856 w 24377650"/>
              <a:gd name="connsiteY2238" fmla="*/ 6132947 h 8304597"/>
              <a:gd name="connsiteX2239" fmla="*/ 3067913 w 24377650"/>
              <a:gd name="connsiteY2239" fmla="*/ 6132947 h 8304597"/>
              <a:gd name="connsiteX2240" fmla="*/ 2534975 w 24377650"/>
              <a:gd name="connsiteY2240" fmla="*/ 6132947 h 8304597"/>
              <a:gd name="connsiteX2241" fmla="*/ 2457924 w 24377650"/>
              <a:gd name="connsiteY2241" fmla="*/ 6171468 h 8304597"/>
              <a:gd name="connsiteX2242" fmla="*/ 2419399 w 24377650"/>
              <a:gd name="connsiteY2242" fmla="*/ 6096030 h 8304597"/>
              <a:gd name="connsiteX2243" fmla="*/ 2267503 w 24377650"/>
              <a:gd name="connsiteY2243" fmla="*/ 6096030 h 8304597"/>
              <a:gd name="connsiteX2244" fmla="*/ 2266901 w 24377650"/>
              <a:gd name="connsiteY2244" fmla="*/ 6096030 h 8304597"/>
              <a:gd name="connsiteX2245" fmla="*/ 2114404 w 24377650"/>
              <a:gd name="connsiteY2245" fmla="*/ 6096030 h 8304597"/>
              <a:gd name="connsiteX2246" fmla="*/ 2266901 w 24377650"/>
              <a:gd name="connsiteY2246" fmla="*/ 6096030 h 8304597"/>
              <a:gd name="connsiteX2247" fmla="*/ 2152929 w 24377650"/>
              <a:gd name="connsiteY2247" fmla="*/ 6171468 h 8304597"/>
              <a:gd name="connsiteX2248" fmla="*/ 2152929 w 24377650"/>
              <a:gd name="connsiteY2248" fmla="*/ 6132947 h 8304597"/>
              <a:gd name="connsiteX2249" fmla="*/ 1884855 w 24377650"/>
              <a:gd name="connsiteY2249" fmla="*/ 6171468 h 8304597"/>
              <a:gd name="connsiteX2250" fmla="*/ 1467495 w 24377650"/>
              <a:gd name="connsiteY2250" fmla="*/ 6132947 h 8304597"/>
              <a:gd name="connsiteX2251" fmla="*/ 1504415 w 24377650"/>
              <a:gd name="connsiteY2251" fmla="*/ 6209989 h 8304597"/>
              <a:gd name="connsiteX2252" fmla="*/ 1579861 w 24377650"/>
              <a:gd name="connsiteY2252" fmla="*/ 6132947 h 8304597"/>
              <a:gd name="connsiteX2253" fmla="*/ 1732358 w 24377650"/>
              <a:gd name="connsiteY2253" fmla="*/ 6171468 h 8304597"/>
              <a:gd name="connsiteX2254" fmla="*/ 2037353 w 24377650"/>
              <a:gd name="connsiteY2254" fmla="*/ 6171468 h 8304597"/>
              <a:gd name="connsiteX2255" fmla="*/ 2037353 w 24377650"/>
              <a:gd name="connsiteY2255" fmla="*/ 6248511 h 8304597"/>
              <a:gd name="connsiteX2256" fmla="*/ 2152929 w 24377650"/>
              <a:gd name="connsiteY2256" fmla="*/ 6248511 h 8304597"/>
              <a:gd name="connsiteX2257" fmla="*/ 2189850 w 24377650"/>
              <a:gd name="connsiteY2257" fmla="*/ 6248511 h 8304597"/>
              <a:gd name="connsiteX2258" fmla="*/ 2382478 w 24377650"/>
              <a:gd name="connsiteY2258" fmla="*/ 6285427 h 8304597"/>
              <a:gd name="connsiteX2259" fmla="*/ 2305426 w 24377650"/>
              <a:gd name="connsiteY2259" fmla="*/ 6323949 h 8304597"/>
              <a:gd name="connsiteX2260" fmla="*/ 2077483 w 24377650"/>
              <a:gd name="connsiteY2260" fmla="*/ 6323949 h 8304597"/>
              <a:gd name="connsiteX2261" fmla="*/ 2000433 w 24377650"/>
              <a:gd name="connsiteY2261" fmla="*/ 6285427 h 8304597"/>
              <a:gd name="connsiteX2262" fmla="*/ 1884855 w 24377650"/>
              <a:gd name="connsiteY2262" fmla="*/ 6362471 h 8304597"/>
              <a:gd name="connsiteX2263" fmla="*/ 1772489 w 24377650"/>
              <a:gd name="connsiteY2263" fmla="*/ 6362471 h 8304597"/>
              <a:gd name="connsiteX2264" fmla="*/ 1809410 w 24377650"/>
              <a:gd name="connsiteY2264" fmla="*/ 6285427 h 8304597"/>
              <a:gd name="connsiteX2265" fmla="*/ 1732358 w 24377650"/>
              <a:gd name="connsiteY2265" fmla="*/ 6248511 h 8304597"/>
              <a:gd name="connsiteX2266" fmla="*/ 1695438 w 24377650"/>
              <a:gd name="connsiteY2266" fmla="*/ 6285427 h 8304597"/>
              <a:gd name="connsiteX2267" fmla="*/ 1504415 w 24377650"/>
              <a:gd name="connsiteY2267" fmla="*/ 6248511 h 8304597"/>
              <a:gd name="connsiteX2268" fmla="*/ 1467495 w 24377650"/>
              <a:gd name="connsiteY2268" fmla="*/ 6285427 h 8304597"/>
              <a:gd name="connsiteX2269" fmla="*/ 1459665 w 24377650"/>
              <a:gd name="connsiteY2269" fmla="*/ 6286266 h 8304597"/>
              <a:gd name="connsiteX2270" fmla="*/ 1437251 w 24377650"/>
              <a:gd name="connsiteY2270" fmla="*/ 6277786 h 8304597"/>
              <a:gd name="connsiteX2271" fmla="*/ 1455756 w 24377650"/>
              <a:gd name="connsiteY2271" fmla="*/ 6263483 h 8304597"/>
              <a:gd name="connsiteX2272" fmla="*/ 1467495 w 24377650"/>
              <a:gd name="connsiteY2272" fmla="*/ 6209989 h 8304597"/>
              <a:gd name="connsiteX2273" fmla="*/ 1351918 w 24377650"/>
              <a:gd name="connsiteY2273" fmla="*/ 6209989 h 8304597"/>
              <a:gd name="connsiteX2274" fmla="*/ 1351918 w 24377650"/>
              <a:gd name="connsiteY2274" fmla="*/ 6132947 h 8304597"/>
              <a:gd name="connsiteX2275" fmla="*/ 1274867 w 24377650"/>
              <a:gd name="connsiteY2275" fmla="*/ 6132947 h 8304597"/>
              <a:gd name="connsiteX2276" fmla="*/ 1162501 w 24377650"/>
              <a:gd name="connsiteY2276" fmla="*/ 6209989 h 8304597"/>
              <a:gd name="connsiteX2277" fmla="*/ 1199421 w 24377650"/>
              <a:gd name="connsiteY2277" fmla="*/ 6132947 h 8304597"/>
              <a:gd name="connsiteX2278" fmla="*/ 1122370 w 24377650"/>
              <a:gd name="connsiteY2278" fmla="*/ 6132947 h 8304597"/>
              <a:gd name="connsiteX2279" fmla="*/ 857506 w 24377650"/>
              <a:gd name="connsiteY2279" fmla="*/ 6171468 h 8304597"/>
              <a:gd name="connsiteX2280" fmla="*/ 932952 w 24377650"/>
              <a:gd name="connsiteY2280" fmla="*/ 6248511 h 8304597"/>
              <a:gd name="connsiteX2281" fmla="*/ 1046923 w 24377650"/>
              <a:gd name="connsiteY2281" fmla="*/ 6209989 h 8304597"/>
              <a:gd name="connsiteX2282" fmla="*/ 1046923 w 24377650"/>
              <a:gd name="connsiteY2282" fmla="*/ 6285427 h 8304597"/>
              <a:gd name="connsiteX2283" fmla="*/ 1010004 w 24377650"/>
              <a:gd name="connsiteY2283" fmla="*/ 6323949 h 8304597"/>
              <a:gd name="connsiteX2284" fmla="*/ 627957 w 24377650"/>
              <a:gd name="connsiteY2284" fmla="*/ 6248511 h 8304597"/>
              <a:gd name="connsiteX2285" fmla="*/ 208992 w 24377650"/>
              <a:gd name="connsiteY2285" fmla="*/ 6209989 h 8304597"/>
              <a:gd name="connsiteX2286" fmla="*/ 513986 w 24377650"/>
              <a:gd name="connsiteY2286" fmla="*/ 6209989 h 8304597"/>
              <a:gd name="connsiteX2287" fmla="*/ 780455 w 24377650"/>
              <a:gd name="connsiteY2287" fmla="*/ 6209989 h 8304597"/>
              <a:gd name="connsiteX2288" fmla="*/ 741929 w 24377650"/>
              <a:gd name="connsiteY2288" fmla="*/ 6132947 h 8304597"/>
              <a:gd name="connsiteX2289" fmla="*/ 705009 w 24377650"/>
              <a:gd name="connsiteY2289" fmla="*/ 6171468 h 8304597"/>
              <a:gd name="connsiteX2290" fmla="*/ 589432 w 24377650"/>
              <a:gd name="connsiteY2290" fmla="*/ 6209989 h 8304597"/>
              <a:gd name="connsiteX2291" fmla="*/ 627957 w 24377650"/>
              <a:gd name="connsiteY2291" fmla="*/ 6132947 h 8304597"/>
              <a:gd name="connsiteX2292" fmla="*/ 17969 w 24377650"/>
              <a:gd name="connsiteY2292" fmla="*/ 6171468 h 8304597"/>
              <a:gd name="connsiteX2293" fmla="*/ 0 w 24377650"/>
              <a:gd name="connsiteY2293" fmla="*/ 6174682 h 8304597"/>
              <a:gd name="connsiteX2294" fmla="*/ 0 w 24377650"/>
              <a:gd name="connsiteY2294" fmla="*/ 5785312 h 8304597"/>
              <a:gd name="connsiteX2295" fmla="*/ 12727 w 24377650"/>
              <a:gd name="connsiteY2295" fmla="*/ 5781447 h 8304597"/>
              <a:gd name="connsiteX2296" fmla="*/ 322963 w 24377650"/>
              <a:gd name="connsiteY2296" fmla="*/ 5752547 h 8304597"/>
              <a:gd name="connsiteX2297" fmla="*/ 34021 w 24377650"/>
              <a:gd name="connsiteY2297" fmla="*/ 5720044 h 8304597"/>
              <a:gd name="connsiteX2298" fmla="*/ 0 w 24377650"/>
              <a:gd name="connsiteY2298" fmla="*/ 5703483 h 8304597"/>
              <a:gd name="connsiteX2299" fmla="*/ 0 w 24377650"/>
              <a:gd name="connsiteY2299" fmla="*/ 5647681 h 8304597"/>
              <a:gd name="connsiteX2300" fmla="*/ 103849 w 24377650"/>
              <a:gd name="connsiteY2300" fmla="*/ 5633170 h 8304597"/>
              <a:gd name="connsiteX2301" fmla="*/ 361489 w 24377650"/>
              <a:gd name="connsiteY2301" fmla="*/ 5600065 h 8304597"/>
              <a:gd name="connsiteX2302" fmla="*/ 475460 w 24377650"/>
              <a:gd name="connsiteY2302" fmla="*/ 5561544 h 8304597"/>
              <a:gd name="connsiteX2303" fmla="*/ 361489 w 24377650"/>
              <a:gd name="connsiteY2303" fmla="*/ 5600065 h 8304597"/>
              <a:gd name="connsiteX2304" fmla="*/ 322963 w 24377650"/>
              <a:gd name="connsiteY2304" fmla="*/ 5561544 h 8304597"/>
              <a:gd name="connsiteX2305" fmla="*/ 589432 w 24377650"/>
              <a:gd name="connsiteY2305" fmla="*/ 5447585 h 8304597"/>
              <a:gd name="connsiteX2306" fmla="*/ 552512 w 24377650"/>
              <a:gd name="connsiteY2306" fmla="*/ 5486106 h 8304597"/>
              <a:gd name="connsiteX2307" fmla="*/ 705009 w 24377650"/>
              <a:gd name="connsiteY2307" fmla="*/ 5447585 h 8304597"/>
              <a:gd name="connsiteX2308" fmla="*/ 666483 w 24377650"/>
              <a:gd name="connsiteY2308" fmla="*/ 5486106 h 8304597"/>
              <a:gd name="connsiteX2309" fmla="*/ 818981 w 24377650"/>
              <a:gd name="connsiteY2309" fmla="*/ 5409063 h 8304597"/>
              <a:gd name="connsiteX2310" fmla="*/ 969873 w 24377650"/>
              <a:gd name="connsiteY2310" fmla="*/ 5370541 h 8304597"/>
              <a:gd name="connsiteX2311" fmla="*/ 627957 w 24377650"/>
              <a:gd name="connsiteY2311" fmla="*/ 5370541 h 8304597"/>
              <a:gd name="connsiteX2312" fmla="*/ 510123 w 24377650"/>
              <a:gd name="connsiteY2312" fmla="*/ 5408461 h 8304597"/>
              <a:gd name="connsiteX2313" fmla="*/ 509517 w 24377650"/>
              <a:gd name="connsiteY2313" fmla="*/ 5407998 h 8304597"/>
              <a:gd name="connsiteX2314" fmla="*/ 513986 w 24377650"/>
              <a:gd name="connsiteY2314" fmla="*/ 5409063 h 8304597"/>
              <a:gd name="connsiteX2315" fmla="*/ 513986 w 24377650"/>
              <a:gd name="connsiteY2315" fmla="*/ 5333625 h 8304597"/>
              <a:gd name="connsiteX2316" fmla="*/ 589432 w 24377650"/>
              <a:gd name="connsiteY2316" fmla="*/ 5295103 h 8304597"/>
              <a:gd name="connsiteX2317" fmla="*/ 818981 w 24377650"/>
              <a:gd name="connsiteY2317" fmla="*/ 5218061 h 8304597"/>
              <a:gd name="connsiteX2318" fmla="*/ 322963 w 24377650"/>
              <a:gd name="connsiteY2318" fmla="*/ 5218061 h 8304597"/>
              <a:gd name="connsiteX2319" fmla="*/ 284438 w 24377650"/>
              <a:gd name="connsiteY2319" fmla="*/ 5142623 h 8304597"/>
              <a:gd name="connsiteX2320" fmla="*/ 133546 w 24377650"/>
              <a:gd name="connsiteY2320" fmla="*/ 5142623 h 8304597"/>
              <a:gd name="connsiteX2321" fmla="*/ 247517 w 24377650"/>
              <a:gd name="connsiteY2321" fmla="*/ 5104101 h 8304597"/>
              <a:gd name="connsiteX2322" fmla="*/ 56494 w 24377650"/>
              <a:gd name="connsiteY2322" fmla="*/ 5104101 h 8304597"/>
              <a:gd name="connsiteX2323" fmla="*/ 48920 w 24377650"/>
              <a:gd name="connsiteY2323" fmla="*/ 5059285 h 8304597"/>
              <a:gd name="connsiteX2324" fmla="*/ 0 w 24377650"/>
              <a:gd name="connsiteY2324" fmla="*/ 5031479 h 8304597"/>
              <a:gd name="connsiteX2325" fmla="*/ 0 w 24377650"/>
              <a:gd name="connsiteY2325" fmla="*/ 4915963 h 8304597"/>
              <a:gd name="connsiteX2326" fmla="*/ 17969 w 24377650"/>
              <a:gd name="connsiteY2326" fmla="*/ 4913099 h 8304597"/>
              <a:gd name="connsiteX2327" fmla="*/ 0 w 24377650"/>
              <a:gd name="connsiteY2327" fmla="*/ 4899884 h 8304597"/>
              <a:gd name="connsiteX2328" fmla="*/ 0 w 24377650"/>
              <a:gd name="connsiteY2328" fmla="*/ 4795698 h 8304597"/>
              <a:gd name="connsiteX2329" fmla="*/ 54964 w 24377650"/>
              <a:gd name="connsiteY2329" fmla="*/ 4803700 h 8304597"/>
              <a:gd name="connsiteX2330" fmla="*/ 247517 w 24377650"/>
              <a:gd name="connsiteY2330" fmla="*/ 4760617 h 8304597"/>
              <a:gd name="connsiteX2331" fmla="*/ 247517 w 24377650"/>
              <a:gd name="connsiteY2331" fmla="*/ 4837661 h 8304597"/>
              <a:gd name="connsiteX2332" fmla="*/ 322963 w 24377650"/>
              <a:gd name="connsiteY2332" fmla="*/ 4799139 h 8304597"/>
              <a:gd name="connsiteX2333" fmla="*/ 361489 w 24377650"/>
              <a:gd name="connsiteY2333" fmla="*/ 4799139 h 8304597"/>
              <a:gd name="connsiteX2334" fmla="*/ 436935 w 24377650"/>
              <a:gd name="connsiteY2334" fmla="*/ 4876182 h 8304597"/>
              <a:gd name="connsiteX2335" fmla="*/ 475460 w 24377650"/>
              <a:gd name="connsiteY2335" fmla="*/ 4837661 h 8304597"/>
              <a:gd name="connsiteX2336" fmla="*/ 400015 w 24377650"/>
              <a:gd name="connsiteY2336" fmla="*/ 4799139 h 8304597"/>
              <a:gd name="connsiteX2337" fmla="*/ 627957 w 24377650"/>
              <a:gd name="connsiteY2337" fmla="*/ 4876182 h 8304597"/>
              <a:gd name="connsiteX2338" fmla="*/ 627957 w 24377650"/>
              <a:gd name="connsiteY2338" fmla="*/ 4951620 h 8304597"/>
              <a:gd name="connsiteX2339" fmla="*/ 705009 w 24377650"/>
              <a:gd name="connsiteY2339" fmla="*/ 4913099 h 8304597"/>
              <a:gd name="connsiteX2340" fmla="*/ 741929 w 24377650"/>
              <a:gd name="connsiteY2340" fmla="*/ 4951620 h 8304597"/>
              <a:gd name="connsiteX2341" fmla="*/ 361489 w 24377650"/>
              <a:gd name="connsiteY2341" fmla="*/ 4990141 h 8304597"/>
              <a:gd name="connsiteX2342" fmla="*/ 322963 w 24377650"/>
              <a:gd name="connsiteY2342" fmla="*/ 5065579 h 8304597"/>
              <a:gd name="connsiteX2343" fmla="*/ 589432 w 24377650"/>
              <a:gd name="connsiteY2343" fmla="*/ 5104101 h 8304597"/>
              <a:gd name="connsiteX2344" fmla="*/ 627957 w 24377650"/>
              <a:gd name="connsiteY2344" fmla="*/ 5065579 h 8304597"/>
              <a:gd name="connsiteX2345" fmla="*/ 666483 w 24377650"/>
              <a:gd name="connsiteY2345" fmla="*/ 5028663 h 8304597"/>
              <a:gd name="connsiteX2346" fmla="*/ 741929 w 24377650"/>
              <a:gd name="connsiteY2346" fmla="*/ 4951620 h 8304597"/>
              <a:gd name="connsiteX2347" fmla="*/ 969873 w 24377650"/>
              <a:gd name="connsiteY2347" fmla="*/ 5028663 h 8304597"/>
              <a:gd name="connsiteX2348" fmla="*/ 932952 w 24377650"/>
              <a:gd name="connsiteY2348" fmla="*/ 5065579 h 8304597"/>
              <a:gd name="connsiteX2349" fmla="*/ 1122370 w 24377650"/>
              <a:gd name="connsiteY2349" fmla="*/ 5065579 h 8304597"/>
              <a:gd name="connsiteX2350" fmla="*/ 1085449 w 24377650"/>
              <a:gd name="connsiteY2350" fmla="*/ 4990141 h 8304597"/>
              <a:gd name="connsiteX2351" fmla="*/ 741929 w 24377650"/>
              <a:gd name="connsiteY2351" fmla="*/ 4913099 h 8304597"/>
              <a:gd name="connsiteX2352" fmla="*/ 932952 w 24377650"/>
              <a:gd name="connsiteY2352" fmla="*/ 4837661 h 8304597"/>
              <a:gd name="connsiteX2353" fmla="*/ 932952 w 24377650"/>
              <a:gd name="connsiteY2353" fmla="*/ 4913099 h 8304597"/>
              <a:gd name="connsiteX2354" fmla="*/ 1046923 w 24377650"/>
              <a:gd name="connsiteY2354" fmla="*/ 4876182 h 8304597"/>
              <a:gd name="connsiteX2355" fmla="*/ 1046923 w 24377650"/>
              <a:gd name="connsiteY2355" fmla="*/ 4913099 h 8304597"/>
              <a:gd name="connsiteX2356" fmla="*/ 1162501 w 24377650"/>
              <a:gd name="connsiteY2356" fmla="*/ 4913099 h 8304597"/>
              <a:gd name="connsiteX2357" fmla="*/ 1202128 w 24377650"/>
              <a:gd name="connsiteY2357" fmla="*/ 4907858 h 8304597"/>
              <a:gd name="connsiteX2358" fmla="*/ 1162501 w 24377650"/>
              <a:gd name="connsiteY2358" fmla="*/ 4951620 h 8304597"/>
              <a:gd name="connsiteX2359" fmla="*/ 1314997 w 24377650"/>
              <a:gd name="connsiteY2359" fmla="*/ 4913099 h 8304597"/>
              <a:gd name="connsiteX2360" fmla="*/ 1467495 w 24377650"/>
              <a:gd name="connsiteY2360" fmla="*/ 4951620 h 8304597"/>
              <a:gd name="connsiteX2361" fmla="*/ 1695438 w 24377650"/>
              <a:gd name="connsiteY2361" fmla="*/ 4837661 h 8304597"/>
              <a:gd name="connsiteX2362" fmla="*/ 1732358 w 24377650"/>
              <a:gd name="connsiteY2362" fmla="*/ 4876182 h 8304597"/>
              <a:gd name="connsiteX2363" fmla="*/ 1732358 w 24377650"/>
              <a:gd name="connsiteY2363" fmla="*/ 4837661 h 8304597"/>
              <a:gd name="connsiteX2364" fmla="*/ 1732358 w 24377650"/>
              <a:gd name="connsiteY2364" fmla="*/ 4876182 h 8304597"/>
              <a:gd name="connsiteX2365" fmla="*/ 1695438 w 24377650"/>
              <a:gd name="connsiteY2365" fmla="*/ 4837661 h 8304597"/>
              <a:gd name="connsiteX2366" fmla="*/ 1390444 w 24377650"/>
              <a:gd name="connsiteY2366" fmla="*/ 4876182 h 8304597"/>
              <a:gd name="connsiteX2367" fmla="*/ 1542941 w 24377650"/>
              <a:gd name="connsiteY2367" fmla="*/ 4799139 h 8304597"/>
              <a:gd name="connsiteX2368" fmla="*/ 1467495 w 24377650"/>
              <a:gd name="connsiteY2368" fmla="*/ 4760617 h 8304597"/>
              <a:gd name="connsiteX2369" fmla="*/ 1351918 w 24377650"/>
              <a:gd name="connsiteY2369" fmla="*/ 4723701 h 8304597"/>
              <a:gd name="connsiteX2370" fmla="*/ 1390444 w 24377650"/>
              <a:gd name="connsiteY2370" fmla="*/ 4685179 h 8304597"/>
              <a:gd name="connsiteX2371" fmla="*/ 1504415 w 24377650"/>
              <a:gd name="connsiteY2371" fmla="*/ 4685179 h 8304597"/>
              <a:gd name="connsiteX2372" fmla="*/ 1259909 w 24377650"/>
              <a:gd name="connsiteY2372" fmla="*/ 4698346 h 8304597"/>
              <a:gd name="connsiteX2373" fmla="*/ 1271720 w 24377650"/>
              <a:gd name="connsiteY2373" fmla="*/ 4718367 h 8304597"/>
              <a:gd name="connsiteX2374" fmla="*/ 1266289 w 24377650"/>
              <a:gd name="connsiteY2374" fmla="*/ 4722533 h 8304597"/>
              <a:gd name="connsiteX2375" fmla="*/ 1230673 w 24377650"/>
              <a:gd name="connsiteY2375" fmla="*/ 4717682 h 8304597"/>
              <a:gd name="connsiteX2376" fmla="*/ 1204237 w 24377650"/>
              <a:gd name="connsiteY2376" fmla="*/ 4704440 h 8304597"/>
              <a:gd name="connsiteX2377" fmla="*/ 1187634 w 24377650"/>
              <a:gd name="connsiteY2377" fmla="*/ 4692997 h 8304597"/>
              <a:gd name="connsiteX2378" fmla="*/ 1219888 w 24377650"/>
              <a:gd name="connsiteY2378" fmla="*/ 4685179 h 8304597"/>
              <a:gd name="connsiteX2379" fmla="*/ 1237947 w 24377650"/>
              <a:gd name="connsiteY2379" fmla="*/ 4646657 h 8304597"/>
              <a:gd name="connsiteX2380" fmla="*/ 1390444 w 24377650"/>
              <a:gd name="connsiteY2380" fmla="*/ 4646657 h 8304597"/>
              <a:gd name="connsiteX2381" fmla="*/ 361489 w 24377650"/>
              <a:gd name="connsiteY2381" fmla="*/ 4609741 h 8304597"/>
              <a:gd name="connsiteX2382" fmla="*/ 247517 w 24377650"/>
              <a:gd name="connsiteY2382" fmla="*/ 4646657 h 8304597"/>
              <a:gd name="connsiteX2383" fmla="*/ 208992 w 24377650"/>
              <a:gd name="connsiteY2383" fmla="*/ 4723701 h 8304597"/>
              <a:gd name="connsiteX2384" fmla="*/ 170466 w 24377650"/>
              <a:gd name="connsiteY2384" fmla="*/ 4760617 h 8304597"/>
              <a:gd name="connsiteX2385" fmla="*/ 95020 w 24377650"/>
              <a:gd name="connsiteY2385" fmla="*/ 4685179 h 8304597"/>
              <a:gd name="connsiteX2386" fmla="*/ 46487 w 24377650"/>
              <a:gd name="connsiteY2386" fmla="*/ 4605277 h 8304597"/>
              <a:gd name="connsiteX2387" fmla="*/ 0 w 24377650"/>
              <a:gd name="connsiteY2387" fmla="*/ 4602459 h 8304597"/>
              <a:gd name="connsiteX2388" fmla="*/ 0 w 24377650"/>
              <a:gd name="connsiteY2388" fmla="*/ 4513602 h 8304597"/>
              <a:gd name="connsiteX2389" fmla="*/ 51882 w 24377650"/>
              <a:gd name="connsiteY2389" fmla="*/ 4506745 h 8304597"/>
              <a:gd name="connsiteX2390" fmla="*/ 95020 w 24377650"/>
              <a:gd name="connsiteY2390" fmla="*/ 4494177 h 8304597"/>
              <a:gd name="connsiteX2391" fmla="*/ 208992 w 24377650"/>
              <a:gd name="connsiteY2391" fmla="*/ 4494177 h 8304597"/>
              <a:gd name="connsiteX2392" fmla="*/ 133546 w 24377650"/>
              <a:gd name="connsiteY2392" fmla="*/ 4457260 h 8304597"/>
              <a:gd name="connsiteX2393" fmla="*/ 95020 w 24377650"/>
              <a:gd name="connsiteY2393" fmla="*/ 4494177 h 8304597"/>
              <a:gd name="connsiteX2394" fmla="*/ 54337 w 24377650"/>
              <a:gd name="connsiteY2394" fmla="*/ 4478603 h 8304597"/>
              <a:gd name="connsiteX2395" fmla="*/ 0 w 24377650"/>
              <a:gd name="connsiteY2395" fmla="*/ 4480318 h 8304597"/>
              <a:gd name="connsiteX2396" fmla="*/ 0 w 24377650"/>
              <a:gd name="connsiteY2396" fmla="*/ 4454990 h 8304597"/>
              <a:gd name="connsiteX2397" fmla="*/ 31287 w 24377650"/>
              <a:gd name="connsiteY2397" fmla="*/ 4451241 h 8304597"/>
              <a:gd name="connsiteX2398" fmla="*/ 133546 w 24377650"/>
              <a:gd name="connsiteY2398" fmla="*/ 4418739 h 8304597"/>
              <a:gd name="connsiteX2399" fmla="*/ 133546 w 24377650"/>
              <a:gd name="connsiteY2399" fmla="*/ 4380217 h 8304597"/>
              <a:gd name="connsiteX2400" fmla="*/ 666483 w 24377650"/>
              <a:gd name="connsiteY2400" fmla="*/ 4418739 h 8304597"/>
              <a:gd name="connsiteX2401" fmla="*/ 857506 w 24377650"/>
              <a:gd name="connsiteY2401" fmla="*/ 4457260 h 8304597"/>
              <a:gd name="connsiteX2402" fmla="*/ 818981 w 24377650"/>
              <a:gd name="connsiteY2402" fmla="*/ 4418739 h 8304597"/>
              <a:gd name="connsiteX2403" fmla="*/ 705009 w 24377650"/>
              <a:gd name="connsiteY2403" fmla="*/ 4418739 h 8304597"/>
              <a:gd name="connsiteX2404" fmla="*/ 894426 w 24377650"/>
              <a:gd name="connsiteY2404" fmla="*/ 4418739 h 8304597"/>
              <a:gd name="connsiteX2405" fmla="*/ 894426 w 24377650"/>
              <a:gd name="connsiteY2405" fmla="*/ 4457260 h 8304597"/>
              <a:gd name="connsiteX2406" fmla="*/ 1122370 w 24377650"/>
              <a:gd name="connsiteY2406" fmla="*/ 4457260 h 8304597"/>
              <a:gd name="connsiteX2407" fmla="*/ 1274867 w 24377650"/>
              <a:gd name="connsiteY2407" fmla="*/ 4341695 h 8304597"/>
              <a:gd name="connsiteX2408" fmla="*/ 1237947 w 24377650"/>
              <a:gd name="connsiteY2408" fmla="*/ 4266257 h 8304597"/>
              <a:gd name="connsiteX2409" fmla="*/ 1351918 w 24377650"/>
              <a:gd name="connsiteY2409" fmla="*/ 4266257 h 8304597"/>
              <a:gd name="connsiteX2410" fmla="*/ 1356734 w 24377650"/>
              <a:gd name="connsiteY2410" fmla="*/ 4266257 h 8304597"/>
              <a:gd name="connsiteX2411" fmla="*/ 1367821 w 24377650"/>
              <a:gd name="connsiteY2411" fmla="*/ 4266257 h 8304597"/>
              <a:gd name="connsiteX2412" fmla="*/ 1351918 w 24377650"/>
              <a:gd name="connsiteY2412" fmla="*/ 4304779 h 8304597"/>
              <a:gd name="connsiteX2413" fmla="*/ 1314997 w 24377650"/>
              <a:gd name="connsiteY2413" fmla="*/ 4304779 h 8304597"/>
              <a:gd name="connsiteX2414" fmla="*/ 1314997 w 24377650"/>
              <a:gd name="connsiteY2414" fmla="*/ 4457260 h 8304597"/>
              <a:gd name="connsiteX2415" fmla="*/ 1467495 w 24377650"/>
              <a:gd name="connsiteY2415" fmla="*/ 4457260 h 8304597"/>
              <a:gd name="connsiteX2416" fmla="*/ 1461224 w 24377650"/>
              <a:gd name="connsiteY2416" fmla="*/ 4434990 h 8304597"/>
              <a:gd name="connsiteX2417" fmla="*/ 1447888 w 24377650"/>
              <a:gd name="connsiteY2417" fmla="*/ 4423934 h 8304597"/>
              <a:gd name="connsiteX2418" fmla="*/ 1451141 w 24377650"/>
              <a:gd name="connsiteY2418" fmla="*/ 4424758 h 8304597"/>
              <a:gd name="connsiteX2419" fmla="*/ 1504415 w 24377650"/>
              <a:gd name="connsiteY2419" fmla="*/ 4457260 h 8304597"/>
              <a:gd name="connsiteX2420" fmla="*/ 1351918 w 24377650"/>
              <a:gd name="connsiteY2420" fmla="*/ 4494177 h 8304597"/>
              <a:gd name="connsiteX2421" fmla="*/ 1351918 w 24377650"/>
              <a:gd name="connsiteY2421" fmla="*/ 4532698 h 8304597"/>
              <a:gd name="connsiteX2422" fmla="*/ 1324278 w 24377650"/>
              <a:gd name="connsiteY2422" fmla="*/ 4532698 h 8304597"/>
              <a:gd name="connsiteX2423" fmla="*/ 1199421 w 24377650"/>
              <a:gd name="connsiteY2423" fmla="*/ 4532698 h 8304597"/>
              <a:gd name="connsiteX2424" fmla="*/ 1010004 w 24377650"/>
              <a:gd name="connsiteY2424" fmla="*/ 4571219 h 8304597"/>
              <a:gd name="connsiteX2425" fmla="*/ 1199421 w 24377650"/>
              <a:gd name="connsiteY2425" fmla="*/ 4532698 h 8304597"/>
              <a:gd name="connsiteX2426" fmla="*/ 1504415 w 24377650"/>
              <a:gd name="connsiteY2426" fmla="*/ 4609741 h 8304597"/>
              <a:gd name="connsiteX2427" fmla="*/ 1847935 w 24377650"/>
              <a:gd name="connsiteY2427" fmla="*/ 4571219 h 8304597"/>
              <a:gd name="connsiteX2428" fmla="*/ 2077483 w 24377650"/>
              <a:gd name="connsiteY2428" fmla="*/ 4571219 h 8304597"/>
              <a:gd name="connsiteX2429" fmla="*/ 1961505 w 24377650"/>
              <a:gd name="connsiteY2429" fmla="*/ 4527883 h 8304597"/>
              <a:gd name="connsiteX2430" fmla="*/ 1960709 w 24377650"/>
              <a:gd name="connsiteY2430" fmla="*/ 4528074 h 8304597"/>
              <a:gd name="connsiteX2431" fmla="*/ 1956138 w 24377650"/>
              <a:gd name="connsiteY2431" fmla="*/ 4510428 h 8304597"/>
              <a:gd name="connsiteX2432" fmla="*/ 1924986 w 24377650"/>
              <a:gd name="connsiteY2432" fmla="*/ 4494177 h 8304597"/>
              <a:gd name="connsiteX2433" fmla="*/ 2077483 w 24377650"/>
              <a:gd name="connsiteY2433" fmla="*/ 4532698 h 8304597"/>
              <a:gd name="connsiteX2434" fmla="*/ 2229981 w 24377650"/>
              <a:gd name="connsiteY2434" fmla="*/ 4571219 h 8304597"/>
              <a:gd name="connsiteX2435" fmla="*/ 2494844 w 24377650"/>
              <a:gd name="connsiteY2435" fmla="*/ 4532698 h 8304597"/>
              <a:gd name="connsiteX2436" fmla="*/ 2382478 w 24377650"/>
              <a:gd name="connsiteY2436" fmla="*/ 4571219 h 8304597"/>
              <a:gd name="connsiteX2437" fmla="*/ 2419399 w 24377650"/>
              <a:gd name="connsiteY2437" fmla="*/ 4532698 h 8304597"/>
              <a:gd name="connsiteX2438" fmla="*/ 2305426 w 24377650"/>
              <a:gd name="connsiteY2438" fmla="*/ 4532698 h 8304597"/>
              <a:gd name="connsiteX2439" fmla="*/ 2305426 w 24377650"/>
              <a:gd name="connsiteY2439" fmla="*/ 4571219 h 8304597"/>
              <a:gd name="connsiteX2440" fmla="*/ 2266901 w 24377650"/>
              <a:gd name="connsiteY2440" fmla="*/ 4571219 h 8304597"/>
              <a:gd name="connsiteX2441" fmla="*/ 2229981 w 24377650"/>
              <a:gd name="connsiteY2441" fmla="*/ 4494177 h 8304597"/>
              <a:gd name="connsiteX2442" fmla="*/ 2229981 w 24377650"/>
              <a:gd name="connsiteY2442" fmla="*/ 4571219 h 8304597"/>
              <a:gd name="connsiteX2443" fmla="*/ 2077483 w 24377650"/>
              <a:gd name="connsiteY2443" fmla="*/ 4532698 h 8304597"/>
              <a:gd name="connsiteX2444" fmla="*/ 2189850 w 24377650"/>
              <a:gd name="connsiteY2444" fmla="*/ 4494177 h 8304597"/>
              <a:gd name="connsiteX2445" fmla="*/ 1996219 w 24377650"/>
              <a:gd name="connsiteY2445" fmla="*/ 4452044 h 8304597"/>
              <a:gd name="connsiteX2446" fmla="*/ 1963039 w 24377650"/>
              <a:gd name="connsiteY2446" fmla="*/ 4456856 h 8304597"/>
              <a:gd name="connsiteX2447" fmla="*/ 1978762 w 24377650"/>
              <a:gd name="connsiteY2447" fmla="*/ 4451241 h 8304597"/>
              <a:gd name="connsiteX2448" fmla="*/ 2000433 w 24377650"/>
              <a:gd name="connsiteY2448" fmla="*/ 4418739 h 8304597"/>
              <a:gd name="connsiteX2449" fmla="*/ 2305426 w 24377650"/>
              <a:gd name="connsiteY2449" fmla="*/ 4418739 h 8304597"/>
              <a:gd name="connsiteX2450" fmla="*/ 2189850 w 24377650"/>
              <a:gd name="connsiteY2450" fmla="*/ 4380217 h 8304597"/>
              <a:gd name="connsiteX2451" fmla="*/ 2571895 w 24377650"/>
              <a:gd name="connsiteY2451" fmla="*/ 4418739 h 8304597"/>
              <a:gd name="connsiteX2452" fmla="*/ 2494844 w 24377650"/>
              <a:gd name="connsiteY2452" fmla="*/ 4380217 h 8304597"/>
              <a:gd name="connsiteX2453" fmla="*/ 2799839 w 24377650"/>
              <a:gd name="connsiteY2453" fmla="*/ 4341695 h 8304597"/>
              <a:gd name="connsiteX2454" fmla="*/ 2799839 w 24377650"/>
              <a:gd name="connsiteY2454" fmla="*/ 4304779 h 8304597"/>
              <a:gd name="connsiteX2455" fmla="*/ 2952336 w 24377650"/>
              <a:gd name="connsiteY2455" fmla="*/ 4304779 h 8304597"/>
              <a:gd name="connsiteX2456" fmla="*/ 2839970 w 24377650"/>
              <a:gd name="connsiteY2456" fmla="*/ 4380217 h 8304597"/>
              <a:gd name="connsiteX2457" fmla="*/ 2990861 w 24377650"/>
              <a:gd name="connsiteY2457" fmla="*/ 4418739 h 8304597"/>
              <a:gd name="connsiteX2458" fmla="*/ 2990861 w 24377650"/>
              <a:gd name="connsiteY2458" fmla="*/ 4341695 h 8304597"/>
              <a:gd name="connsiteX2459" fmla="*/ 3181884 w 24377650"/>
              <a:gd name="connsiteY2459" fmla="*/ 4341695 h 8304597"/>
              <a:gd name="connsiteX2460" fmla="*/ 3104833 w 24377650"/>
              <a:gd name="connsiteY2460" fmla="*/ 4380217 h 8304597"/>
              <a:gd name="connsiteX2461" fmla="*/ 3295856 w 24377650"/>
              <a:gd name="connsiteY2461" fmla="*/ 4380217 h 8304597"/>
              <a:gd name="connsiteX2462" fmla="*/ 3295856 w 24377650"/>
              <a:gd name="connsiteY2462" fmla="*/ 4418739 h 8304597"/>
              <a:gd name="connsiteX2463" fmla="*/ 3366286 w 24377650"/>
              <a:gd name="connsiteY2463" fmla="*/ 4407905 h 8304597"/>
              <a:gd name="connsiteX2464" fmla="*/ 3366975 w 24377650"/>
              <a:gd name="connsiteY2464" fmla="*/ 4408095 h 8304597"/>
              <a:gd name="connsiteX2465" fmla="*/ 3371959 w 24377650"/>
              <a:gd name="connsiteY2465" fmla="*/ 4413545 h 8304597"/>
              <a:gd name="connsiteX2466" fmla="*/ 3372907 w 24377650"/>
              <a:gd name="connsiteY2466" fmla="*/ 4418739 h 8304597"/>
              <a:gd name="connsiteX2467" fmla="*/ 3372305 w 24377650"/>
              <a:gd name="connsiteY2467" fmla="*/ 4413924 h 8304597"/>
              <a:gd name="connsiteX2468" fmla="*/ 3371959 w 24377650"/>
              <a:gd name="connsiteY2468" fmla="*/ 4413545 h 8304597"/>
              <a:gd name="connsiteX2469" fmla="*/ 3371177 w 24377650"/>
              <a:gd name="connsiteY2469" fmla="*/ 4409259 h 8304597"/>
              <a:gd name="connsiteX2470" fmla="*/ 3366975 w 24377650"/>
              <a:gd name="connsiteY2470" fmla="*/ 4408095 h 8304597"/>
              <a:gd name="connsiteX2471" fmla="*/ 3361846 w 24377650"/>
              <a:gd name="connsiteY2471" fmla="*/ 4402488 h 8304597"/>
              <a:gd name="connsiteX2472" fmla="*/ 3372907 w 24377650"/>
              <a:gd name="connsiteY2472" fmla="*/ 4380217 h 8304597"/>
              <a:gd name="connsiteX2473" fmla="*/ 3486879 w 24377650"/>
              <a:gd name="connsiteY2473" fmla="*/ 4380217 h 8304597"/>
              <a:gd name="connsiteX2474" fmla="*/ 3600851 w 24377650"/>
              <a:gd name="connsiteY2474" fmla="*/ 4380217 h 8304597"/>
              <a:gd name="connsiteX2475" fmla="*/ 3600851 w 24377650"/>
              <a:gd name="connsiteY2475" fmla="*/ 4457260 h 8304597"/>
              <a:gd name="connsiteX2476" fmla="*/ 3676296 w 24377650"/>
              <a:gd name="connsiteY2476" fmla="*/ 4457260 h 8304597"/>
              <a:gd name="connsiteX2477" fmla="*/ 3828793 w 24377650"/>
              <a:gd name="connsiteY2477" fmla="*/ 4418739 h 8304597"/>
              <a:gd name="connsiteX2478" fmla="*/ 3867319 w 24377650"/>
              <a:gd name="connsiteY2478" fmla="*/ 4457260 h 8304597"/>
              <a:gd name="connsiteX2479" fmla="*/ 3944371 w 24377650"/>
              <a:gd name="connsiteY2479" fmla="*/ 4418739 h 8304597"/>
              <a:gd name="connsiteX2480" fmla="*/ 4019817 w 24377650"/>
              <a:gd name="connsiteY2480" fmla="*/ 4380217 h 8304597"/>
              <a:gd name="connsiteX2481" fmla="*/ 4058342 w 24377650"/>
              <a:gd name="connsiteY2481" fmla="*/ 4380217 h 8304597"/>
              <a:gd name="connsiteX2482" fmla="*/ 4133788 w 24377650"/>
              <a:gd name="connsiteY2482" fmla="*/ 4418739 h 8304597"/>
              <a:gd name="connsiteX2483" fmla="*/ 4172314 w 24377650"/>
              <a:gd name="connsiteY2483" fmla="*/ 4341695 h 8304597"/>
              <a:gd name="connsiteX2484" fmla="*/ 4210839 w 24377650"/>
              <a:gd name="connsiteY2484" fmla="*/ 4380217 h 8304597"/>
              <a:gd name="connsiteX2485" fmla="*/ 4172314 w 24377650"/>
              <a:gd name="connsiteY2485" fmla="*/ 4457260 h 8304597"/>
              <a:gd name="connsiteX2486" fmla="*/ 4058342 w 24377650"/>
              <a:gd name="connsiteY2486" fmla="*/ 4418739 h 8304597"/>
              <a:gd name="connsiteX2487" fmla="*/ 4172314 w 24377650"/>
              <a:gd name="connsiteY2487" fmla="*/ 4457260 h 8304597"/>
              <a:gd name="connsiteX2488" fmla="*/ 4286285 w 24377650"/>
              <a:gd name="connsiteY2488" fmla="*/ 4457260 h 8304597"/>
              <a:gd name="connsiteX2489" fmla="*/ 4629805 w 24377650"/>
              <a:gd name="connsiteY2489" fmla="*/ 4457260 h 8304597"/>
              <a:gd name="connsiteX2490" fmla="*/ 4591280 w 24377650"/>
              <a:gd name="connsiteY2490" fmla="*/ 4418739 h 8304597"/>
              <a:gd name="connsiteX2491" fmla="*/ 4591280 w 24377650"/>
              <a:gd name="connsiteY2491" fmla="*/ 4380217 h 8304597"/>
              <a:gd name="connsiteX2492" fmla="*/ 4666726 w 24377650"/>
              <a:gd name="connsiteY2492" fmla="*/ 4418739 h 8304597"/>
              <a:gd name="connsiteX2493" fmla="*/ 4743777 w 24377650"/>
              <a:gd name="connsiteY2493" fmla="*/ 4380217 h 8304597"/>
              <a:gd name="connsiteX2494" fmla="*/ 5011851 w 24377650"/>
              <a:gd name="connsiteY2494" fmla="*/ 4380217 h 8304597"/>
              <a:gd name="connsiteX2495" fmla="*/ 5011851 w 24377650"/>
              <a:gd name="connsiteY2495" fmla="*/ 4341695 h 8304597"/>
              <a:gd name="connsiteX2496" fmla="*/ 5048771 w 24377650"/>
              <a:gd name="connsiteY2496" fmla="*/ 4304779 h 8304597"/>
              <a:gd name="connsiteX2497" fmla="*/ 5048771 w 24377650"/>
              <a:gd name="connsiteY2497" fmla="*/ 4380217 h 8304597"/>
              <a:gd name="connsiteX2498" fmla="*/ 5087296 w 24377650"/>
              <a:gd name="connsiteY2498" fmla="*/ 4380217 h 8304597"/>
              <a:gd name="connsiteX2499" fmla="*/ 5087296 w 24377650"/>
              <a:gd name="connsiteY2499" fmla="*/ 4341695 h 8304597"/>
              <a:gd name="connsiteX2500" fmla="*/ 5239794 w 24377650"/>
              <a:gd name="connsiteY2500" fmla="*/ 4380217 h 8304597"/>
              <a:gd name="connsiteX2501" fmla="*/ 5353766 w 24377650"/>
              <a:gd name="connsiteY2501" fmla="*/ 4380217 h 8304597"/>
              <a:gd name="connsiteX2502" fmla="*/ 5316845 w 24377650"/>
              <a:gd name="connsiteY2502" fmla="*/ 4304779 h 8304597"/>
              <a:gd name="connsiteX2503" fmla="*/ 5353766 w 24377650"/>
              <a:gd name="connsiteY2503" fmla="*/ 4341695 h 8304597"/>
              <a:gd name="connsiteX2504" fmla="*/ 5735811 w 24377650"/>
              <a:gd name="connsiteY2504" fmla="*/ 4341695 h 8304597"/>
              <a:gd name="connsiteX2505" fmla="*/ 5888308 w 24377650"/>
              <a:gd name="connsiteY2505" fmla="*/ 4380217 h 8304597"/>
              <a:gd name="connsiteX2506" fmla="*/ 5888308 w 24377650"/>
              <a:gd name="connsiteY2506" fmla="*/ 4304779 h 8304597"/>
              <a:gd name="connsiteX2507" fmla="*/ 6002280 w 24377650"/>
              <a:gd name="connsiteY2507" fmla="*/ 4304779 h 8304597"/>
              <a:gd name="connsiteX2508" fmla="*/ 6002280 w 24377650"/>
              <a:gd name="connsiteY2508" fmla="*/ 4380217 h 8304597"/>
              <a:gd name="connsiteX2509" fmla="*/ 6116251 w 24377650"/>
              <a:gd name="connsiteY2509" fmla="*/ 4341695 h 8304597"/>
              <a:gd name="connsiteX2510" fmla="*/ 6079331 w 24377650"/>
              <a:gd name="connsiteY2510" fmla="*/ 4304779 h 8304597"/>
              <a:gd name="connsiteX2511" fmla="*/ 6154777 w 24377650"/>
              <a:gd name="connsiteY2511" fmla="*/ 4266257 h 8304597"/>
              <a:gd name="connsiteX2512" fmla="*/ 6154777 w 24377650"/>
              <a:gd name="connsiteY2512" fmla="*/ 4341695 h 8304597"/>
              <a:gd name="connsiteX2513" fmla="*/ 6268749 w 24377650"/>
              <a:gd name="connsiteY2513" fmla="*/ 4266257 h 8304597"/>
              <a:gd name="connsiteX2514" fmla="*/ 6621583 w 24377650"/>
              <a:gd name="connsiteY2514" fmla="*/ 4249931 h 8304597"/>
              <a:gd name="connsiteX2515" fmla="*/ 6677351 w 24377650"/>
              <a:gd name="connsiteY2515" fmla="*/ 4231214 h 8304597"/>
              <a:gd name="connsiteX2516" fmla="*/ 6702362 w 24377650"/>
              <a:gd name="connsiteY2516" fmla="*/ 4232551 h 8304597"/>
              <a:gd name="connsiteX2517" fmla="*/ 6764766 w 24377650"/>
              <a:gd name="connsiteY2517" fmla="*/ 4266257 h 8304597"/>
              <a:gd name="connsiteX2518" fmla="*/ 6803291 w 24377650"/>
              <a:gd name="connsiteY2518" fmla="*/ 4266257 h 8304597"/>
              <a:gd name="connsiteX2519" fmla="*/ 6764766 w 24377650"/>
              <a:gd name="connsiteY2519" fmla="*/ 4153903 h 8304597"/>
              <a:gd name="connsiteX2520" fmla="*/ 6803291 w 24377650"/>
              <a:gd name="connsiteY2520" fmla="*/ 4153903 h 8304597"/>
              <a:gd name="connsiteX2521" fmla="*/ 7145206 w 24377650"/>
              <a:gd name="connsiteY2521" fmla="*/ 4115382 h 8304597"/>
              <a:gd name="connsiteX2522" fmla="*/ 7031235 w 24377650"/>
              <a:gd name="connsiteY2522" fmla="*/ 4078465 h 8304597"/>
              <a:gd name="connsiteX2523" fmla="*/ 6955789 w 24377650"/>
              <a:gd name="connsiteY2523" fmla="*/ 4115382 h 8304597"/>
              <a:gd name="connsiteX2524" fmla="*/ 6955789 w 24377650"/>
              <a:gd name="connsiteY2524" fmla="*/ 4078465 h 8304597"/>
              <a:gd name="connsiteX2525" fmla="*/ 6917263 w 24377650"/>
              <a:gd name="connsiteY2525" fmla="*/ 4078465 h 8304597"/>
              <a:gd name="connsiteX2526" fmla="*/ 6535217 w 24377650"/>
              <a:gd name="connsiteY2526" fmla="*/ 4001422 h 8304597"/>
              <a:gd name="connsiteX2527" fmla="*/ 6650794 w 24377650"/>
              <a:gd name="connsiteY2527" fmla="*/ 4115382 h 8304597"/>
              <a:gd name="connsiteX2528" fmla="*/ 6535217 w 24377650"/>
              <a:gd name="connsiteY2528" fmla="*/ 4115382 h 8304597"/>
              <a:gd name="connsiteX2529" fmla="*/ 6535217 w 24377650"/>
              <a:gd name="connsiteY2529" fmla="*/ 4153903 h 8304597"/>
              <a:gd name="connsiteX2530" fmla="*/ 6612269 w 24377650"/>
              <a:gd name="connsiteY2530" fmla="*/ 4153903 h 8304597"/>
              <a:gd name="connsiteX2531" fmla="*/ 6459771 w 24377650"/>
              <a:gd name="connsiteY2531" fmla="*/ 4153903 h 8304597"/>
              <a:gd name="connsiteX2532" fmla="*/ 5888308 w 24377650"/>
              <a:gd name="connsiteY2532" fmla="*/ 4078465 h 8304597"/>
              <a:gd name="connsiteX2533" fmla="*/ 6002280 w 24377650"/>
              <a:gd name="connsiteY2533" fmla="*/ 4115382 h 8304597"/>
              <a:gd name="connsiteX2534" fmla="*/ 5774337 w 24377650"/>
              <a:gd name="connsiteY2534" fmla="*/ 4038339 h 8304597"/>
              <a:gd name="connsiteX2535" fmla="*/ 5888308 w 24377650"/>
              <a:gd name="connsiteY2535" fmla="*/ 4038339 h 8304597"/>
              <a:gd name="connsiteX2536" fmla="*/ 5774337 w 24377650"/>
              <a:gd name="connsiteY2536" fmla="*/ 4038339 h 8304597"/>
              <a:gd name="connsiteX2537" fmla="*/ 5774337 w 24377650"/>
              <a:gd name="connsiteY2537" fmla="*/ 4115382 h 8304597"/>
              <a:gd name="connsiteX2538" fmla="*/ 5658760 w 24377650"/>
              <a:gd name="connsiteY2538" fmla="*/ 4038339 h 8304597"/>
              <a:gd name="connsiteX2539" fmla="*/ 5697285 w 24377650"/>
              <a:gd name="connsiteY2539" fmla="*/ 4001422 h 8304597"/>
              <a:gd name="connsiteX2540" fmla="*/ 5926834 w 24377650"/>
              <a:gd name="connsiteY2540" fmla="*/ 4001422 h 8304597"/>
              <a:gd name="connsiteX2541" fmla="*/ 6498297 w 24377650"/>
              <a:gd name="connsiteY2541" fmla="*/ 4038339 h 8304597"/>
              <a:gd name="connsiteX2542" fmla="*/ 6421246 w 24377650"/>
              <a:gd name="connsiteY2542" fmla="*/ 3962901 h 8304597"/>
              <a:gd name="connsiteX2543" fmla="*/ 6307274 w 24377650"/>
              <a:gd name="connsiteY2543" fmla="*/ 4001422 h 8304597"/>
              <a:gd name="connsiteX2544" fmla="*/ 6193303 w 24377650"/>
              <a:gd name="connsiteY2544" fmla="*/ 3925984 h 8304597"/>
              <a:gd name="connsiteX2545" fmla="*/ 6079331 w 24377650"/>
              <a:gd name="connsiteY2545" fmla="*/ 3962901 h 8304597"/>
              <a:gd name="connsiteX2546" fmla="*/ 6002280 w 24377650"/>
              <a:gd name="connsiteY2546" fmla="*/ 3962901 h 8304597"/>
              <a:gd name="connsiteX2547" fmla="*/ 6079331 w 24377650"/>
              <a:gd name="connsiteY2547" fmla="*/ 3925984 h 8304597"/>
              <a:gd name="connsiteX2548" fmla="*/ 6016927 w 24377650"/>
              <a:gd name="connsiteY2548" fmla="*/ 3890874 h 8304597"/>
              <a:gd name="connsiteX2549" fmla="*/ 6001398 w 24377650"/>
              <a:gd name="connsiteY2549" fmla="*/ 3889164 h 8304597"/>
              <a:gd name="connsiteX2550" fmla="*/ 6002280 w 24377650"/>
              <a:gd name="connsiteY2550" fmla="*/ 3885858 h 8304597"/>
              <a:gd name="connsiteX2551" fmla="*/ 5998207 w 24377650"/>
              <a:gd name="connsiteY2551" fmla="*/ 3888812 h 8304597"/>
              <a:gd name="connsiteX2552" fmla="*/ 5977073 w 24377650"/>
              <a:gd name="connsiteY2552" fmla="*/ 3886485 h 8304597"/>
              <a:gd name="connsiteX2553" fmla="*/ 5963877 w 24377650"/>
              <a:gd name="connsiteY2553" fmla="*/ 3886320 h 8304597"/>
              <a:gd name="connsiteX2554" fmla="*/ 5963754 w 24377650"/>
              <a:gd name="connsiteY2554" fmla="*/ 3885858 h 8304597"/>
              <a:gd name="connsiteX2555" fmla="*/ 5963436 w 24377650"/>
              <a:gd name="connsiteY2555" fmla="*/ 3886315 h 8304597"/>
              <a:gd name="connsiteX2556" fmla="*/ 5926834 w 24377650"/>
              <a:gd name="connsiteY2556" fmla="*/ 3885858 h 8304597"/>
              <a:gd name="connsiteX2557" fmla="*/ 5935662 w 24377650"/>
              <a:gd name="connsiteY2557" fmla="*/ 3900905 h 8304597"/>
              <a:gd name="connsiteX2558" fmla="*/ 5952607 w 24377650"/>
              <a:gd name="connsiteY2558" fmla="*/ 3901866 h 8304597"/>
              <a:gd name="connsiteX2559" fmla="*/ 5947601 w 24377650"/>
              <a:gd name="connsiteY2559" fmla="*/ 3909056 h 8304597"/>
              <a:gd name="connsiteX2560" fmla="*/ 5926834 w 24377650"/>
              <a:gd name="connsiteY2560" fmla="*/ 3925984 h 8304597"/>
              <a:gd name="connsiteX2561" fmla="*/ 5621840 w 24377650"/>
              <a:gd name="connsiteY2561" fmla="*/ 3810420 h 8304597"/>
              <a:gd name="connsiteX2562" fmla="*/ 5626454 w 24377650"/>
              <a:gd name="connsiteY2562" fmla="*/ 3810420 h 8304597"/>
              <a:gd name="connsiteX2563" fmla="*/ 5697285 w 24377650"/>
              <a:gd name="connsiteY2563" fmla="*/ 3810420 h 8304597"/>
              <a:gd name="connsiteX2564" fmla="*/ 5621840 w 24377650"/>
              <a:gd name="connsiteY2564" fmla="*/ 3773503 h 8304597"/>
              <a:gd name="connsiteX2565" fmla="*/ 5697285 w 24377650"/>
              <a:gd name="connsiteY2565" fmla="*/ 3773503 h 8304597"/>
              <a:gd name="connsiteX2566" fmla="*/ 5735811 w 24377650"/>
              <a:gd name="connsiteY2566" fmla="*/ 3810420 h 8304597"/>
              <a:gd name="connsiteX2567" fmla="*/ 5849783 w 24377650"/>
              <a:gd name="connsiteY2567" fmla="*/ 3848941 h 8304597"/>
              <a:gd name="connsiteX2568" fmla="*/ 5926834 w 24377650"/>
              <a:gd name="connsiteY2568" fmla="*/ 3810420 h 8304597"/>
              <a:gd name="connsiteX2569" fmla="*/ 6116251 w 24377650"/>
              <a:gd name="connsiteY2569" fmla="*/ 3885858 h 8304597"/>
              <a:gd name="connsiteX2570" fmla="*/ 6231828 w 24377650"/>
              <a:gd name="connsiteY2570" fmla="*/ 3885858 h 8304597"/>
              <a:gd name="connsiteX2571" fmla="*/ 6345800 w 24377650"/>
              <a:gd name="connsiteY2571" fmla="*/ 3962901 h 8304597"/>
              <a:gd name="connsiteX2572" fmla="*/ 6231828 w 24377650"/>
              <a:gd name="connsiteY2572" fmla="*/ 3885858 h 8304597"/>
              <a:gd name="connsiteX2573" fmla="*/ 6252596 w 24377650"/>
              <a:gd name="connsiteY2573" fmla="*/ 3838458 h 8304597"/>
              <a:gd name="connsiteX2574" fmla="*/ 6246634 w 24377650"/>
              <a:gd name="connsiteY2574" fmla="*/ 3839154 h 8304597"/>
              <a:gd name="connsiteX2575" fmla="*/ 6266391 w 24377650"/>
              <a:gd name="connsiteY2575" fmla="*/ 3826094 h 8304597"/>
              <a:gd name="connsiteX2576" fmla="*/ 6421246 w 24377650"/>
              <a:gd name="connsiteY2576" fmla="*/ 3773503 h 8304597"/>
              <a:gd name="connsiteX2577" fmla="*/ 6498297 w 24377650"/>
              <a:gd name="connsiteY2577" fmla="*/ 3810420 h 8304597"/>
              <a:gd name="connsiteX2578" fmla="*/ 6401456 w 24377650"/>
              <a:gd name="connsiteY2578" fmla="*/ 3757152 h 8304597"/>
              <a:gd name="connsiteX2579" fmla="*/ 6360840 w 24377650"/>
              <a:gd name="connsiteY2579" fmla="*/ 3739802 h 8304597"/>
              <a:gd name="connsiteX2580" fmla="*/ 6371985 w 24377650"/>
              <a:gd name="connsiteY2580" fmla="*/ 3738518 h 8304597"/>
              <a:gd name="connsiteX2581" fmla="*/ 6345800 w 24377650"/>
              <a:gd name="connsiteY2581" fmla="*/ 3657939 h 8304597"/>
              <a:gd name="connsiteX2582" fmla="*/ 6307274 w 24377650"/>
              <a:gd name="connsiteY2582" fmla="*/ 3733377 h 8304597"/>
              <a:gd name="connsiteX2583" fmla="*/ 6307274 w 24377650"/>
              <a:gd name="connsiteY2583" fmla="*/ 3696460 h 8304597"/>
              <a:gd name="connsiteX2584" fmla="*/ 6307274 w 24377650"/>
              <a:gd name="connsiteY2584" fmla="*/ 3657939 h 8304597"/>
              <a:gd name="connsiteX2585" fmla="*/ 6154777 w 24377650"/>
              <a:gd name="connsiteY2585" fmla="*/ 3733377 h 8304597"/>
              <a:gd name="connsiteX2586" fmla="*/ 6149359 w 24377650"/>
              <a:gd name="connsiteY2586" fmla="*/ 3685977 h 8304597"/>
              <a:gd name="connsiteX2587" fmla="*/ 6141204 w 24377650"/>
              <a:gd name="connsiteY2587" fmla="*/ 3686732 h 8304597"/>
              <a:gd name="connsiteX2588" fmla="*/ 6148757 w 24377650"/>
              <a:gd name="connsiteY2588" fmla="*/ 3680209 h 8304597"/>
              <a:gd name="connsiteX2589" fmla="*/ 6154777 w 24377650"/>
              <a:gd name="connsiteY2589" fmla="*/ 3657939 h 8304597"/>
              <a:gd name="connsiteX2590" fmla="*/ 6116251 w 24377650"/>
              <a:gd name="connsiteY2590" fmla="*/ 3621022 h 8304597"/>
              <a:gd name="connsiteX2591" fmla="*/ 6002280 w 24377650"/>
              <a:gd name="connsiteY2591" fmla="*/ 3733377 h 8304597"/>
              <a:gd name="connsiteX2592" fmla="*/ 5963754 w 24377650"/>
              <a:gd name="connsiteY2592" fmla="*/ 3696460 h 8304597"/>
              <a:gd name="connsiteX2593" fmla="*/ 5926834 w 24377650"/>
              <a:gd name="connsiteY2593" fmla="*/ 3773503 h 8304597"/>
              <a:gd name="connsiteX2594" fmla="*/ 5888308 w 24377650"/>
              <a:gd name="connsiteY2594" fmla="*/ 3773503 h 8304597"/>
              <a:gd name="connsiteX2595" fmla="*/ 5849783 w 24377650"/>
              <a:gd name="connsiteY2595" fmla="*/ 3773503 h 8304597"/>
              <a:gd name="connsiteX2596" fmla="*/ 5849783 w 24377650"/>
              <a:gd name="connsiteY2596" fmla="*/ 3733377 h 8304597"/>
              <a:gd name="connsiteX2597" fmla="*/ 5658760 w 24377650"/>
              <a:gd name="connsiteY2597" fmla="*/ 3733377 h 8304597"/>
              <a:gd name="connsiteX2598" fmla="*/ 5544788 w 24377650"/>
              <a:gd name="connsiteY2598" fmla="*/ 3733377 h 8304597"/>
              <a:gd name="connsiteX2599" fmla="*/ 5583314 w 24377650"/>
              <a:gd name="connsiteY2599" fmla="*/ 3696460 h 8304597"/>
              <a:gd name="connsiteX2600" fmla="*/ 5621840 w 24377650"/>
              <a:gd name="connsiteY2600" fmla="*/ 3733377 h 8304597"/>
              <a:gd name="connsiteX2601" fmla="*/ 5849783 w 24377650"/>
              <a:gd name="connsiteY2601" fmla="*/ 3657939 h 8304597"/>
              <a:gd name="connsiteX2602" fmla="*/ 5926834 w 24377650"/>
              <a:gd name="connsiteY2602" fmla="*/ 3696460 h 8304597"/>
              <a:gd name="connsiteX2603" fmla="*/ 5926834 w 24377650"/>
              <a:gd name="connsiteY2603" fmla="*/ 3657939 h 8304597"/>
              <a:gd name="connsiteX2604" fmla="*/ 6002280 w 24377650"/>
              <a:gd name="connsiteY2604" fmla="*/ 3657939 h 8304597"/>
              <a:gd name="connsiteX2605" fmla="*/ 5697285 w 24377650"/>
              <a:gd name="connsiteY2605" fmla="*/ 3657939 h 8304597"/>
              <a:gd name="connsiteX2606" fmla="*/ 5621840 w 24377650"/>
              <a:gd name="connsiteY2606" fmla="*/ 3580895 h 8304597"/>
              <a:gd name="connsiteX2607" fmla="*/ 5774337 w 24377650"/>
              <a:gd name="connsiteY2607" fmla="*/ 3621022 h 8304597"/>
              <a:gd name="connsiteX2608" fmla="*/ 5621840 w 24377650"/>
              <a:gd name="connsiteY2608" fmla="*/ 3580895 h 8304597"/>
              <a:gd name="connsiteX2609" fmla="*/ 5583314 w 24377650"/>
              <a:gd name="connsiteY2609" fmla="*/ 3657939 h 8304597"/>
              <a:gd name="connsiteX2610" fmla="*/ 5544788 w 24377650"/>
              <a:gd name="connsiteY2610" fmla="*/ 3580895 h 8304597"/>
              <a:gd name="connsiteX2611" fmla="*/ 5614540 w 24377650"/>
              <a:gd name="connsiteY2611" fmla="*/ 3533496 h 8304597"/>
              <a:gd name="connsiteX2612" fmla="*/ 5621077 w 24377650"/>
              <a:gd name="connsiteY2612" fmla="*/ 3533839 h 8304597"/>
              <a:gd name="connsiteX2613" fmla="*/ 5658760 w 24377650"/>
              <a:gd name="connsiteY2613" fmla="*/ 3543979 h 8304597"/>
              <a:gd name="connsiteX2614" fmla="*/ 5633781 w 24377650"/>
              <a:gd name="connsiteY2614" fmla="*/ 3534505 h 8304597"/>
              <a:gd name="connsiteX2615" fmla="*/ 5621077 w 24377650"/>
              <a:gd name="connsiteY2615" fmla="*/ 3533839 h 8304597"/>
              <a:gd name="connsiteX2616" fmla="*/ 5596130 w 24377650"/>
              <a:gd name="connsiteY2616" fmla="*/ 3527126 h 8304597"/>
              <a:gd name="connsiteX2617" fmla="*/ 5392291 w 24377650"/>
              <a:gd name="connsiteY2617" fmla="*/ 3505457 h 8304597"/>
              <a:gd name="connsiteX2618" fmla="*/ 5544788 w 24377650"/>
              <a:gd name="connsiteY2618" fmla="*/ 3468541 h 8304597"/>
              <a:gd name="connsiteX2619" fmla="*/ 5316845 w 24377650"/>
              <a:gd name="connsiteY2619" fmla="*/ 3468541 h 8304597"/>
              <a:gd name="connsiteX2620" fmla="*/ 5392291 w 24377650"/>
              <a:gd name="connsiteY2620" fmla="*/ 3543979 h 8304597"/>
              <a:gd name="connsiteX2621" fmla="*/ 5353766 w 24377650"/>
              <a:gd name="connsiteY2621" fmla="*/ 3580895 h 8304597"/>
              <a:gd name="connsiteX2622" fmla="*/ 5273303 w 24377650"/>
              <a:gd name="connsiteY2622" fmla="*/ 3557622 h 8304597"/>
              <a:gd name="connsiteX2623" fmla="*/ 5273631 w 24377650"/>
              <a:gd name="connsiteY2623" fmla="*/ 3547445 h 8304597"/>
              <a:gd name="connsiteX2624" fmla="*/ 5278320 w 24377650"/>
              <a:gd name="connsiteY2624" fmla="*/ 3543979 h 8304597"/>
              <a:gd name="connsiteX2625" fmla="*/ 5273826 w 24377650"/>
              <a:gd name="connsiteY2625" fmla="*/ 3541398 h 8304597"/>
              <a:gd name="connsiteX2626" fmla="*/ 5274081 w 24377650"/>
              <a:gd name="connsiteY2626" fmla="*/ 3533496 h 8304597"/>
              <a:gd name="connsiteX2627" fmla="*/ 5278320 w 24377650"/>
              <a:gd name="connsiteY2627" fmla="*/ 3505457 h 8304597"/>
              <a:gd name="connsiteX2628" fmla="*/ 5201268 w 24377650"/>
              <a:gd name="connsiteY2628" fmla="*/ 3543979 h 8304597"/>
              <a:gd name="connsiteX2629" fmla="*/ 5250027 w 24377650"/>
              <a:gd name="connsiteY2629" fmla="*/ 3527728 h 8304597"/>
              <a:gd name="connsiteX2630" fmla="*/ 5273826 w 24377650"/>
              <a:gd name="connsiteY2630" fmla="*/ 3541398 h 8304597"/>
              <a:gd name="connsiteX2631" fmla="*/ 5273631 w 24377650"/>
              <a:gd name="connsiteY2631" fmla="*/ 3547445 h 8304597"/>
              <a:gd name="connsiteX2632" fmla="*/ 5249450 w 24377650"/>
              <a:gd name="connsiteY2632" fmla="*/ 3565321 h 8304597"/>
              <a:gd name="connsiteX2633" fmla="*/ 5164348 w 24377650"/>
              <a:gd name="connsiteY2633" fmla="*/ 3580895 h 8304597"/>
              <a:gd name="connsiteX2634" fmla="*/ 5087296 w 24377650"/>
              <a:gd name="connsiteY2634" fmla="*/ 3505457 h 8304597"/>
              <a:gd name="connsiteX2635" fmla="*/ 5125822 w 24377650"/>
              <a:gd name="connsiteY2635" fmla="*/ 3505457 h 8304597"/>
              <a:gd name="connsiteX2636" fmla="*/ 5048771 w 24377650"/>
              <a:gd name="connsiteY2636" fmla="*/ 3468541 h 8304597"/>
              <a:gd name="connsiteX2637" fmla="*/ 5048771 w 24377650"/>
              <a:gd name="connsiteY2637" fmla="*/ 3505457 h 8304597"/>
              <a:gd name="connsiteX2638" fmla="*/ 5087296 w 24377650"/>
              <a:gd name="connsiteY2638" fmla="*/ 3505457 h 8304597"/>
              <a:gd name="connsiteX2639" fmla="*/ 5011851 w 24377650"/>
              <a:gd name="connsiteY2639" fmla="*/ 3543979 h 8304597"/>
              <a:gd name="connsiteX2640" fmla="*/ 4973325 w 24377650"/>
              <a:gd name="connsiteY2640" fmla="*/ 3468541 h 8304597"/>
              <a:gd name="connsiteX2641" fmla="*/ 4859354 w 24377650"/>
              <a:gd name="connsiteY2641" fmla="*/ 3543979 h 8304597"/>
              <a:gd name="connsiteX2642" fmla="*/ 4782302 w 24377650"/>
              <a:gd name="connsiteY2642" fmla="*/ 3580895 h 8304597"/>
              <a:gd name="connsiteX2643" fmla="*/ 4820828 w 24377650"/>
              <a:gd name="connsiteY2643" fmla="*/ 3543979 h 8304597"/>
              <a:gd name="connsiteX2644" fmla="*/ 4666726 w 24377650"/>
              <a:gd name="connsiteY2644" fmla="*/ 3543979 h 8304597"/>
              <a:gd name="connsiteX2645" fmla="*/ 4782302 w 24377650"/>
              <a:gd name="connsiteY2645" fmla="*/ 3543979 h 8304597"/>
              <a:gd name="connsiteX2646" fmla="*/ 4706856 w 24377650"/>
              <a:gd name="connsiteY2646" fmla="*/ 3505457 h 8304597"/>
              <a:gd name="connsiteX2647" fmla="*/ 4554359 w 24377650"/>
              <a:gd name="connsiteY2647" fmla="*/ 3468541 h 8304597"/>
              <a:gd name="connsiteX2648" fmla="*/ 4477308 w 24377650"/>
              <a:gd name="connsiteY2648" fmla="*/ 3543979 h 8304597"/>
              <a:gd name="connsiteX2649" fmla="*/ 4554359 w 24377650"/>
              <a:gd name="connsiteY2649" fmla="*/ 3543979 h 8304597"/>
              <a:gd name="connsiteX2650" fmla="*/ 4438782 w 24377650"/>
              <a:gd name="connsiteY2650" fmla="*/ 3580895 h 8304597"/>
              <a:gd name="connsiteX2651" fmla="*/ 4477308 w 24377650"/>
              <a:gd name="connsiteY2651" fmla="*/ 3428415 h 8304597"/>
              <a:gd name="connsiteX2652" fmla="*/ 4706856 w 24377650"/>
              <a:gd name="connsiteY2652" fmla="*/ 3428415 h 8304597"/>
              <a:gd name="connsiteX2653" fmla="*/ 4637304 w 24377650"/>
              <a:gd name="connsiteY2653" fmla="*/ 3412841 h 8304597"/>
              <a:gd name="connsiteX2654" fmla="*/ 4595903 w 24377650"/>
              <a:gd name="connsiteY2654" fmla="*/ 3413698 h 8304597"/>
              <a:gd name="connsiteX2655" fmla="*/ 4590928 w 24377650"/>
              <a:gd name="connsiteY2655" fmla="*/ 3406470 h 8304597"/>
              <a:gd name="connsiteX2656" fmla="*/ 4554359 w 24377650"/>
              <a:gd name="connsiteY2656" fmla="*/ 3352977 h 8304597"/>
              <a:gd name="connsiteX2657" fmla="*/ 4210839 w 24377650"/>
              <a:gd name="connsiteY2657" fmla="*/ 3316060 h 8304597"/>
              <a:gd name="connsiteX2658" fmla="*/ 4210839 w 24377650"/>
              <a:gd name="connsiteY2658" fmla="*/ 3391498 h 8304597"/>
              <a:gd name="connsiteX2659" fmla="*/ 4096868 w 24377650"/>
              <a:gd name="connsiteY2659" fmla="*/ 3391498 h 8304597"/>
              <a:gd name="connsiteX2660" fmla="*/ 4133788 w 24377650"/>
              <a:gd name="connsiteY2660" fmla="*/ 3391498 h 8304597"/>
              <a:gd name="connsiteX2661" fmla="*/ 4058342 w 24377650"/>
              <a:gd name="connsiteY2661" fmla="*/ 3428415 h 8304597"/>
              <a:gd name="connsiteX2662" fmla="*/ 4172314 w 24377650"/>
              <a:gd name="connsiteY2662" fmla="*/ 3428415 h 8304597"/>
              <a:gd name="connsiteX2663" fmla="*/ 4172313 w 24377650"/>
              <a:gd name="connsiteY2663" fmla="*/ 3477845 h 8304597"/>
              <a:gd name="connsiteX2664" fmla="*/ 4181885 w 24377650"/>
              <a:gd name="connsiteY2664" fmla="*/ 3477567 h 8304597"/>
              <a:gd name="connsiteX2665" fmla="*/ 4167497 w 24377650"/>
              <a:gd name="connsiteY2665" fmla="*/ 3484115 h 8304597"/>
              <a:gd name="connsiteX2666" fmla="*/ 4172314 w 24377650"/>
              <a:gd name="connsiteY2666" fmla="*/ 3505457 h 8304597"/>
              <a:gd name="connsiteX2667" fmla="*/ 4058342 w 24377650"/>
              <a:gd name="connsiteY2667" fmla="*/ 3468541 h 8304597"/>
              <a:gd name="connsiteX2668" fmla="*/ 3925108 w 24377650"/>
              <a:gd name="connsiteY2668" fmla="*/ 3468541 h 8304597"/>
              <a:gd name="connsiteX2669" fmla="*/ 3867319 w 24377650"/>
              <a:gd name="connsiteY2669" fmla="*/ 3468541 h 8304597"/>
              <a:gd name="connsiteX2670" fmla="*/ 3981290 w 24377650"/>
              <a:gd name="connsiteY2670" fmla="*/ 3428415 h 8304597"/>
              <a:gd name="connsiteX2671" fmla="*/ 3944371 w 24377650"/>
              <a:gd name="connsiteY2671" fmla="*/ 3391498 h 8304597"/>
              <a:gd name="connsiteX2672" fmla="*/ 3867319 w 24377650"/>
              <a:gd name="connsiteY2672" fmla="*/ 3468541 h 8304597"/>
              <a:gd name="connsiteX2673" fmla="*/ 3865563 w 24377650"/>
              <a:gd name="connsiteY2673" fmla="*/ 3468541 h 8304597"/>
              <a:gd name="connsiteX2674" fmla="*/ 3828793 w 24377650"/>
              <a:gd name="connsiteY2674" fmla="*/ 3468541 h 8304597"/>
              <a:gd name="connsiteX2675" fmla="*/ 3676296 w 24377650"/>
              <a:gd name="connsiteY2675" fmla="*/ 3468541 h 8304597"/>
              <a:gd name="connsiteX2676" fmla="*/ 3714822 w 24377650"/>
              <a:gd name="connsiteY2676" fmla="*/ 3468541 h 8304597"/>
              <a:gd name="connsiteX2677" fmla="*/ 3600851 w 24377650"/>
              <a:gd name="connsiteY2677" fmla="*/ 3505457 h 8304597"/>
              <a:gd name="connsiteX2678" fmla="*/ 3639376 w 24377650"/>
              <a:gd name="connsiteY2678" fmla="*/ 3468541 h 8304597"/>
              <a:gd name="connsiteX2679" fmla="*/ 3600851 w 24377650"/>
              <a:gd name="connsiteY2679" fmla="*/ 3428415 h 8304597"/>
              <a:gd name="connsiteX2680" fmla="*/ 3562324 w 24377650"/>
              <a:gd name="connsiteY2680" fmla="*/ 3468541 h 8304597"/>
              <a:gd name="connsiteX2681" fmla="*/ 3525405 w 24377650"/>
              <a:gd name="connsiteY2681" fmla="*/ 3468541 h 8304597"/>
              <a:gd name="connsiteX2682" fmla="*/ 3486879 w 24377650"/>
              <a:gd name="connsiteY2682" fmla="*/ 3468541 h 8304597"/>
              <a:gd name="connsiteX2683" fmla="*/ 3486879 w 24377650"/>
              <a:gd name="connsiteY2683" fmla="*/ 3428415 h 8304597"/>
              <a:gd name="connsiteX2684" fmla="*/ 3295856 w 24377650"/>
              <a:gd name="connsiteY2684" fmla="*/ 3543979 h 8304597"/>
              <a:gd name="connsiteX2685" fmla="*/ 3257531 w 24377650"/>
              <a:gd name="connsiteY2685" fmla="*/ 3524718 h 8304597"/>
              <a:gd name="connsiteX2686" fmla="*/ 3245370 w 24377650"/>
              <a:gd name="connsiteY2686" fmla="*/ 3514106 h 8304597"/>
              <a:gd name="connsiteX2687" fmla="*/ 3257330 w 24377650"/>
              <a:gd name="connsiteY2687" fmla="*/ 3505457 h 8304597"/>
              <a:gd name="connsiteX2688" fmla="*/ 3220410 w 24377650"/>
              <a:gd name="connsiteY2688" fmla="*/ 3505457 h 8304597"/>
              <a:gd name="connsiteX2689" fmla="*/ 3242356 w 24377650"/>
              <a:gd name="connsiteY2689" fmla="*/ 3511476 h 8304597"/>
              <a:gd name="connsiteX2690" fmla="*/ 3245370 w 24377650"/>
              <a:gd name="connsiteY2690" fmla="*/ 3514106 h 8304597"/>
              <a:gd name="connsiteX2691" fmla="*/ 3227379 w 24377650"/>
              <a:gd name="connsiteY2691" fmla="*/ 3527116 h 8304597"/>
              <a:gd name="connsiteX2692" fmla="*/ 3124698 w 24377650"/>
              <a:gd name="connsiteY2692" fmla="*/ 3533746 h 8304597"/>
              <a:gd name="connsiteX2693" fmla="*/ 3117871 w 24377650"/>
              <a:gd name="connsiteY2693" fmla="*/ 3532029 h 8304597"/>
              <a:gd name="connsiteX2694" fmla="*/ 3108696 w 24377650"/>
              <a:gd name="connsiteY2694" fmla="*/ 3527728 h 8304597"/>
              <a:gd name="connsiteX2695" fmla="*/ 3101933 w 24377650"/>
              <a:gd name="connsiteY2695" fmla="*/ 3528021 h 8304597"/>
              <a:gd name="connsiteX2696" fmla="*/ 3054394 w 24377650"/>
              <a:gd name="connsiteY2696" fmla="*/ 3516066 h 8304597"/>
              <a:gd name="connsiteX2697" fmla="*/ 2990861 w 24377650"/>
              <a:gd name="connsiteY2697" fmla="*/ 3505457 h 8304597"/>
              <a:gd name="connsiteX2698" fmla="*/ 2990861 w 24377650"/>
              <a:gd name="connsiteY2698" fmla="*/ 3543979 h 8304597"/>
              <a:gd name="connsiteX2699" fmla="*/ 3067110 w 24377650"/>
              <a:gd name="connsiteY2699" fmla="*/ 3529533 h 8304597"/>
              <a:gd name="connsiteX2700" fmla="*/ 3101933 w 24377650"/>
              <a:gd name="connsiteY2700" fmla="*/ 3528021 h 8304597"/>
              <a:gd name="connsiteX2701" fmla="*/ 3117871 w 24377650"/>
              <a:gd name="connsiteY2701" fmla="*/ 3532029 h 8304597"/>
              <a:gd name="connsiteX2702" fmla="*/ 3143358 w 24377650"/>
              <a:gd name="connsiteY2702" fmla="*/ 3543979 h 8304597"/>
              <a:gd name="connsiteX2703" fmla="*/ 3220410 w 24377650"/>
              <a:gd name="connsiteY2703" fmla="*/ 3543979 h 8304597"/>
              <a:gd name="connsiteX2704" fmla="*/ 3143358 w 24377650"/>
              <a:gd name="connsiteY2704" fmla="*/ 3580895 h 8304597"/>
              <a:gd name="connsiteX2705" fmla="*/ 2876890 w 24377650"/>
              <a:gd name="connsiteY2705" fmla="*/ 3505457 h 8304597"/>
              <a:gd name="connsiteX2706" fmla="*/ 2876890 w 24377650"/>
              <a:gd name="connsiteY2706" fmla="*/ 3543979 h 8304597"/>
              <a:gd name="connsiteX2707" fmla="*/ 2839970 w 24377650"/>
              <a:gd name="connsiteY2707" fmla="*/ 3505457 h 8304597"/>
              <a:gd name="connsiteX2708" fmla="*/ 2876890 w 24377650"/>
              <a:gd name="connsiteY2708" fmla="*/ 3468541 h 8304597"/>
              <a:gd name="connsiteX2709" fmla="*/ 2799839 w 24377650"/>
              <a:gd name="connsiteY2709" fmla="*/ 3505457 h 8304597"/>
              <a:gd name="connsiteX2710" fmla="*/ 2724392 w 24377650"/>
              <a:gd name="connsiteY2710" fmla="*/ 3468541 h 8304597"/>
              <a:gd name="connsiteX2711" fmla="*/ 2571895 w 24377650"/>
              <a:gd name="connsiteY2711" fmla="*/ 3543979 h 8304597"/>
              <a:gd name="connsiteX2712" fmla="*/ 2647342 w 24377650"/>
              <a:gd name="connsiteY2712" fmla="*/ 3468541 h 8304597"/>
              <a:gd name="connsiteX2713" fmla="*/ 2494844 w 24377650"/>
              <a:gd name="connsiteY2713" fmla="*/ 3468541 h 8304597"/>
              <a:gd name="connsiteX2714" fmla="*/ 2037353 w 24377650"/>
              <a:gd name="connsiteY2714" fmla="*/ 3468541 h 8304597"/>
              <a:gd name="connsiteX2715" fmla="*/ 1809410 w 24377650"/>
              <a:gd name="connsiteY2715" fmla="*/ 3543979 h 8304597"/>
              <a:gd name="connsiteX2716" fmla="*/ 1847935 w 24377650"/>
              <a:gd name="connsiteY2716" fmla="*/ 3505457 h 8304597"/>
              <a:gd name="connsiteX2717" fmla="*/ 1695438 w 24377650"/>
              <a:gd name="connsiteY2717" fmla="*/ 3468541 h 8304597"/>
              <a:gd name="connsiteX2718" fmla="*/ 1427364 w 24377650"/>
              <a:gd name="connsiteY2718" fmla="*/ 3505457 h 8304597"/>
              <a:gd name="connsiteX2719" fmla="*/ 1579861 w 24377650"/>
              <a:gd name="connsiteY2719" fmla="*/ 3428415 h 8304597"/>
              <a:gd name="connsiteX2720" fmla="*/ 1504415 w 24377650"/>
              <a:gd name="connsiteY2720" fmla="*/ 3428415 h 8304597"/>
              <a:gd name="connsiteX2721" fmla="*/ 1427364 w 24377650"/>
              <a:gd name="connsiteY2721" fmla="*/ 3428415 h 8304597"/>
              <a:gd name="connsiteX2722" fmla="*/ 1351918 w 24377650"/>
              <a:gd name="connsiteY2722" fmla="*/ 3428415 h 8304597"/>
              <a:gd name="connsiteX2723" fmla="*/ 1375796 w 24377650"/>
              <a:gd name="connsiteY2723" fmla="*/ 3390696 h 8304597"/>
              <a:gd name="connsiteX2724" fmla="*/ 1378574 w 24377650"/>
              <a:gd name="connsiteY2724" fmla="*/ 3385307 h 8304597"/>
              <a:gd name="connsiteX2725" fmla="*/ 1379157 w 24377650"/>
              <a:gd name="connsiteY2725" fmla="*/ 3384902 h 8304597"/>
              <a:gd name="connsiteX2726" fmla="*/ 1378980 w 24377650"/>
              <a:gd name="connsiteY2726" fmla="*/ 3384519 h 8304597"/>
              <a:gd name="connsiteX2727" fmla="*/ 1389164 w 24377650"/>
              <a:gd name="connsiteY2727" fmla="*/ 3364764 h 8304597"/>
              <a:gd name="connsiteX2728" fmla="*/ 1427364 w 24377650"/>
              <a:gd name="connsiteY2728" fmla="*/ 3352977 h 8304597"/>
              <a:gd name="connsiteX2729" fmla="*/ 1467495 w 24377650"/>
              <a:gd name="connsiteY2729" fmla="*/ 3428415 h 8304597"/>
              <a:gd name="connsiteX2730" fmla="*/ 1619992 w 24377650"/>
              <a:gd name="connsiteY2730" fmla="*/ 3428415 h 8304597"/>
              <a:gd name="connsiteX2731" fmla="*/ 1579861 w 24377650"/>
              <a:gd name="connsiteY2731" fmla="*/ 3468541 h 8304597"/>
              <a:gd name="connsiteX2732" fmla="*/ 1619992 w 24377650"/>
              <a:gd name="connsiteY2732" fmla="*/ 3468541 h 8304597"/>
              <a:gd name="connsiteX2733" fmla="*/ 1772489 w 24377650"/>
              <a:gd name="connsiteY2733" fmla="*/ 3391498 h 8304597"/>
              <a:gd name="connsiteX2734" fmla="*/ 1656913 w 24377650"/>
              <a:gd name="connsiteY2734" fmla="*/ 3391498 h 8304597"/>
              <a:gd name="connsiteX2735" fmla="*/ 1656913 w 24377650"/>
              <a:gd name="connsiteY2735" fmla="*/ 3352977 h 8304597"/>
              <a:gd name="connsiteX2736" fmla="*/ 1619992 w 24377650"/>
              <a:gd name="connsiteY2736" fmla="*/ 3391498 h 8304597"/>
              <a:gd name="connsiteX2737" fmla="*/ 1390444 w 24377650"/>
              <a:gd name="connsiteY2737" fmla="*/ 3316060 h 8304597"/>
              <a:gd name="connsiteX2738" fmla="*/ 1371181 w 24377650"/>
              <a:gd name="connsiteY2738" fmla="*/ 3367623 h 8304597"/>
              <a:gd name="connsiteX2739" fmla="*/ 1378980 w 24377650"/>
              <a:gd name="connsiteY2739" fmla="*/ 3384519 h 8304597"/>
              <a:gd name="connsiteX2740" fmla="*/ 1378574 w 24377650"/>
              <a:gd name="connsiteY2740" fmla="*/ 3385307 h 8304597"/>
              <a:gd name="connsiteX2741" fmla="*/ 1372140 w 24377650"/>
              <a:gd name="connsiteY2741" fmla="*/ 3389771 h 8304597"/>
              <a:gd name="connsiteX2742" fmla="*/ 1351918 w 24377650"/>
              <a:gd name="connsiteY2742" fmla="*/ 3391498 h 8304597"/>
              <a:gd name="connsiteX2743" fmla="*/ 1314997 w 24377650"/>
              <a:gd name="connsiteY2743" fmla="*/ 3352977 h 8304597"/>
              <a:gd name="connsiteX2744" fmla="*/ 1085449 w 24377650"/>
              <a:gd name="connsiteY2744" fmla="*/ 3391498 h 8304597"/>
              <a:gd name="connsiteX2745" fmla="*/ 1122370 w 24377650"/>
              <a:gd name="connsiteY2745" fmla="*/ 3352977 h 8304597"/>
              <a:gd name="connsiteX2746" fmla="*/ 969873 w 24377650"/>
              <a:gd name="connsiteY2746" fmla="*/ 3352977 h 8304597"/>
              <a:gd name="connsiteX2747" fmla="*/ 780455 w 24377650"/>
              <a:gd name="connsiteY2747" fmla="*/ 3352977 h 8304597"/>
              <a:gd name="connsiteX2748" fmla="*/ 818981 w 24377650"/>
              <a:gd name="connsiteY2748" fmla="*/ 3352977 h 8304597"/>
              <a:gd name="connsiteX2749" fmla="*/ 475460 w 24377650"/>
              <a:gd name="connsiteY2749" fmla="*/ 3352977 h 8304597"/>
              <a:gd name="connsiteX2750" fmla="*/ 400015 w 24377650"/>
              <a:gd name="connsiteY2750" fmla="*/ 3275933 h 8304597"/>
              <a:gd name="connsiteX2751" fmla="*/ 284438 w 24377650"/>
              <a:gd name="connsiteY2751" fmla="*/ 3275933 h 8304597"/>
              <a:gd name="connsiteX2752" fmla="*/ 247517 w 24377650"/>
              <a:gd name="connsiteY2752" fmla="*/ 3275933 h 8304597"/>
              <a:gd name="connsiteX2753" fmla="*/ 361489 w 24377650"/>
              <a:gd name="connsiteY2753" fmla="*/ 3352977 h 8304597"/>
              <a:gd name="connsiteX2754" fmla="*/ 89602 w 24377650"/>
              <a:gd name="connsiteY2754" fmla="*/ 3305627 h 8304597"/>
              <a:gd name="connsiteX2755" fmla="*/ 0 w 24377650"/>
              <a:gd name="connsiteY2755" fmla="*/ 3301865 h 8304597"/>
              <a:gd name="connsiteX2756" fmla="*/ 0 w 24377650"/>
              <a:gd name="connsiteY2756" fmla="*/ 3244393 h 8304597"/>
              <a:gd name="connsiteX2757" fmla="*/ 12579 w 24377650"/>
              <a:gd name="connsiteY2757" fmla="*/ 3247961 h 8304597"/>
              <a:gd name="connsiteX2758" fmla="*/ 247517 w 24377650"/>
              <a:gd name="connsiteY2758" fmla="*/ 3200495 h 8304597"/>
              <a:gd name="connsiteX2759" fmla="*/ 247517 w 24377650"/>
              <a:gd name="connsiteY2759" fmla="*/ 3239017 h 8304597"/>
              <a:gd name="connsiteX2760" fmla="*/ 322963 w 24377650"/>
              <a:gd name="connsiteY2760" fmla="*/ 3200495 h 8304597"/>
              <a:gd name="connsiteX2761" fmla="*/ 284438 w 24377650"/>
              <a:gd name="connsiteY2761" fmla="*/ 3200495 h 8304597"/>
              <a:gd name="connsiteX2762" fmla="*/ 247517 w 24377650"/>
              <a:gd name="connsiteY2762" fmla="*/ 3200495 h 8304597"/>
              <a:gd name="connsiteX2763" fmla="*/ 170466 w 24377650"/>
              <a:gd name="connsiteY2763" fmla="*/ 3200495 h 8304597"/>
              <a:gd name="connsiteX2764" fmla="*/ 475460 w 24377650"/>
              <a:gd name="connsiteY2764" fmla="*/ 3239017 h 8304597"/>
              <a:gd name="connsiteX2765" fmla="*/ 552512 w 24377650"/>
              <a:gd name="connsiteY2765" fmla="*/ 3200495 h 8304597"/>
              <a:gd name="connsiteX2766" fmla="*/ 513986 w 24377650"/>
              <a:gd name="connsiteY2766" fmla="*/ 3239017 h 8304597"/>
              <a:gd name="connsiteX2767" fmla="*/ 1085449 w 24377650"/>
              <a:gd name="connsiteY2767" fmla="*/ 3163579 h 8304597"/>
              <a:gd name="connsiteX2768" fmla="*/ 1010004 w 24377650"/>
              <a:gd name="connsiteY2768" fmla="*/ 3086536 h 8304597"/>
              <a:gd name="connsiteX2769" fmla="*/ 1122370 w 24377650"/>
              <a:gd name="connsiteY2769" fmla="*/ 3163579 h 8304597"/>
              <a:gd name="connsiteX2770" fmla="*/ 1542941 w 24377650"/>
              <a:gd name="connsiteY2770" fmla="*/ 3123453 h 8304597"/>
              <a:gd name="connsiteX2771" fmla="*/ 1619992 w 24377650"/>
              <a:gd name="connsiteY2771" fmla="*/ 3163579 h 8304597"/>
              <a:gd name="connsiteX2772" fmla="*/ 1695438 w 24377650"/>
              <a:gd name="connsiteY2772" fmla="*/ 3163579 h 8304597"/>
              <a:gd name="connsiteX2773" fmla="*/ 1695438 w 24377650"/>
              <a:gd name="connsiteY2773" fmla="*/ 3123453 h 8304597"/>
              <a:gd name="connsiteX2774" fmla="*/ 1772489 w 24377650"/>
              <a:gd name="connsiteY2774" fmla="*/ 3163579 h 8304597"/>
              <a:gd name="connsiteX2775" fmla="*/ 2152929 w 24377650"/>
              <a:gd name="connsiteY2775" fmla="*/ 3123453 h 8304597"/>
              <a:gd name="connsiteX2776" fmla="*/ 2152929 w 24377650"/>
              <a:gd name="connsiteY2776" fmla="*/ 3163579 h 8304597"/>
              <a:gd name="connsiteX2777" fmla="*/ 2382478 w 24377650"/>
              <a:gd name="connsiteY2777" fmla="*/ 3163579 h 8304597"/>
              <a:gd name="connsiteX2778" fmla="*/ 2419399 w 24377650"/>
              <a:gd name="connsiteY2778" fmla="*/ 3123453 h 8304597"/>
              <a:gd name="connsiteX2779" fmla="*/ 2762918 w 24377650"/>
              <a:gd name="connsiteY2779" fmla="*/ 3086536 h 8304597"/>
              <a:gd name="connsiteX2780" fmla="*/ 2762918 w 24377650"/>
              <a:gd name="connsiteY2780" fmla="*/ 3123453 h 8304597"/>
              <a:gd name="connsiteX2781" fmla="*/ 2799839 w 24377650"/>
              <a:gd name="connsiteY2781" fmla="*/ 3163579 h 8304597"/>
              <a:gd name="connsiteX2782" fmla="*/ 2839970 w 24377650"/>
              <a:gd name="connsiteY2782" fmla="*/ 3086536 h 8304597"/>
              <a:gd name="connsiteX2783" fmla="*/ 3067913 w 24377650"/>
              <a:gd name="connsiteY2783" fmla="*/ 3009493 h 8304597"/>
              <a:gd name="connsiteX2784" fmla="*/ 3029387 w 24377650"/>
              <a:gd name="connsiteY2784" fmla="*/ 2970972 h 8304597"/>
              <a:gd name="connsiteX2785" fmla="*/ 2915416 w 24377650"/>
              <a:gd name="connsiteY2785" fmla="*/ 2895534 h 8304597"/>
              <a:gd name="connsiteX2786" fmla="*/ 2915416 w 24377650"/>
              <a:gd name="connsiteY2786" fmla="*/ 2934055 h 8304597"/>
              <a:gd name="connsiteX2787" fmla="*/ 3029387 w 24377650"/>
              <a:gd name="connsiteY2787" fmla="*/ 2970972 h 8304597"/>
              <a:gd name="connsiteX2788" fmla="*/ 2990861 w 24377650"/>
              <a:gd name="connsiteY2788" fmla="*/ 3009493 h 8304597"/>
              <a:gd name="connsiteX2789" fmla="*/ 2915416 w 24377650"/>
              <a:gd name="connsiteY2789" fmla="*/ 3009493 h 8304597"/>
              <a:gd name="connsiteX2790" fmla="*/ 2952336 w 24377650"/>
              <a:gd name="connsiteY2790" fmla="*/ 3048015 h 8304597"/>
              <a:gd name="connsiteX2791" fmla="*/ 2799839 w 24377650"/>
              <a:gd name="connsiteY2791" fmla="*/ 3086536 h 8304597"/>
              <a:gd name="connsiteX2792" fmla="*/ 2839970 w 24377650"/>
              <a:gd name="connsiteY2792" fmla="*/ 3009493 h 8304597"/>
              <a:gd name="connsiteX2793" fmla="*/ 2990861 w 24377650"/>
              <a:gd name="connsiteY2793" fmla="*/ 2970972 h 8304597"/>
              <a:gd name="connsiteX2794" fmla="*/ 2876890 w 24377650"/>
              <a:gd name="connsiteY2794" fmla="*/ 2970972 h 8304597"/>
              <a:gd name="connsiteX2795" fmla="*/ 2839970 w 24377650"/>
              <a:gd name="connsiteY2795" fmla="*/ 2895534 h 8304597"/>
              <a:gd name="connsiteX2796" fmla="*/ 2762918 w 24377650"/>
              <a:gd name="connsiteY2796" fmla="*/ 2895534 h 8304597"/>
              <a:gd name="connsiteX2797" fmla="*/ 2876890 w 24377650"/>
              <a:gd name="connsiteY2797" fmla="*/ 2970972 h 8304597"/>
              <a:gd name="connsiteX2798" fmla="*/ 2762918 w 24377650"/>
              <a:gd name="connsiteY2798" fmla="*/ 3009493 h 8304597"/>
              <a:gd name="connsiteX2799" fmla="*/ 2724392 w 24377650"/>
              <a:gd name="connsiteY2799" fmla="*/ 2970972 h 8304597"/>
              <a:gd name="connsiteX2800" fmla="*/ 2762918 w 24377650"/>
              <a:gd name="connsiteY2800" fmla="*/ 2934055 h 8304597"/>
              <a:gd name="connsiteX2801" fmla="*/ 2534975 w 24377650"/>
              <a:gd name="connsiteY2801" fmla="*/ 2934055 h 8304597"/>
              <a:gd name="connsiteX2802" fmla="*/ 2571895 w 24377650"/>
              <a:gd name="connsiteY2802" fmla="*/ 2895534 h 8304597"/>
              <a:gd name="connsiteX2803" fmla="*/ 2457924 w 24377650"/>
              <a:gd name="connsiteY2803" fmla="*/ 2934055 h 8304597"/>
              <a:gd name="connsiteX2804" fmla="*/ 2342347 w 24377650"/>
              <a:gd name="connsiteY2804" fmla="*/ 2895534 h 8304597"/>
              <a:gd name="connsiteX2805" fmla="*/ 2342347 w 24377650"/>
              <a:gd name="connsiteY2805" fmla="*/ 2934055 h 8304597"/>
              <a:gd name="connsiteX2806" fmla="*/ 2189850 w 24377650"/>
              <a:gd name="connsiteY2806" fmla="*/ 2858617 h 8304597"/>
              <a:gd name="connsiteX2807" fmla="*/ 1961907 w 24377650"/>
              <a:gd name="connsiteY2807" fmla="*/ 2895534 h 8304597"/>
              <a:gd name="connsiteX2808" fmla="*/ 1884855 w 24377650"/>
              <a:gd name="connsiteY2808" fmla="*/ 2934055 h 8304597"/>
              <a:gd name="connsiteX2809" fmla="*/ 1695438 w 24377650"/>
              <a:gd name="connsiteY2809" fmla="*/ 2934055 h 8304597"/>
              <a:gd name="connsiteX2810" fmla="*/ 1809410 w 24377650"/>
              <a:gd name="connsiteY2810" fmla="*/ 2895534 h 8304597"/>
              <a:gd name="connsiteX2811" fmla="*/ 1656913 w 24377650"/>
              <a:gd name="connsiteY2811" fmla="*/ 2895534 h 8304597"/>
              <a:gd name="connsiteX2812" fmla="*/ 1656913 w 24377650"/>
              <a:gd name="connsiteY2812" fmla="*/ 2895534 h 8304597"/>
              <a:gd name="connsiteX2813" fmla="*/ 1542941 w 24377650"/>
              <a:gd name="connsiteY2813" fmla="*/ 2858617 h 8304597"/>
              <a:gd name="connsiteX2814" fmla="*/ 1314997 w 24377650"/>
              <a:gd name="connsiteY2814" fmla="*/ 2895534 h 8304597"/>
              <a:gd name="connsiteX2815" fmla="*/ 1390444 w 24377650"/>
              <a:gd name="connsiteY2815" fmla="*/ 2895534 h 8304597"/>
              <a:gd name="connsiteX2816" fmla="*/ 1162501 w 24377650"/>
              <a:gd name="connsiteY2816" fmla="*/ 2895534 h 8304597"/>
              <a:gd name="connsiteX2817" fmla="*/ 1162501 w 24377650"/>
              <a:gd name="connsiteY2817" fmla="*/ 2934055 h 8304597"/>
              <a:gd name="connsiteX2818" fmla="*/ 247517 w 24377650"/>
              <a:gd name="connsiteY2818" fmla="*/ 2895534 h 8304597"/>
              <a:gd name="connsiteX2819" fmla="*/ 13956 w 24377650"/>
              <a:gd name="connsiteY2819" fmla="*/ 2928638 h 8304597"/>
              <a:gd name="connsiteX2820" fmla="*/ 0 w 24377650"/>
              <a:gd name="connsiteY2820" fmla="*/ 2928001 h 8304597"/>
              <a:gd name="connsiteX2821" fmla="*/ 0 w 24377650"/>
              <a:gd name="connsiteY2821" fmla="*/ 2889285 h 8304597"/>
              <a:gd name="connsiteX2822" fmla="*/ 26403 w 24377650"/>
              <a:gd name="connsiteY2822" fmla="*/ 2880424 h 8304597"/>
              <a:gd name="connsiteX2823" fmla="*/ 56494 w 24377650"/>
              <a:gd name="connsiteY2823" fmla="*/ 2858617 h 8304597"/>
              <a:gd name="connsiteX2824" fmla="*/ 95020 w 24377650"/>
              <a:gd name="connsiteY2824" fmla="*/ 2895534 h 8304597"/>
              <a:gd name="connsiteX2825" fmla="*/ 322963 w 24377650"/>
              <a:gd name="connsiteY2825" fmla="*/ 2818491 h 8304597"/>
              <a:gd name="connsiteX2826" fmla="*/ 322963 w 24377650"/>
              <a:gd name="connsiteY2826" fmla="*/ 2895534 h 8304597"/>
              <a:gd name="connsiteX2827" fmla="*/ 436935 w 24377650"/>
              <a:gd name="connsiteY2827" fmla="*/ 2895534 h 8304597"/>
              <a:gd name="connsiteX2828" fmla="*/ 475460 w 24377650"/>
              <a:gd name="connsiteY2828" fmla="*/ 2818491 h 8304597"/>
              <a:gd name="connsiteX2829" fmla="*/ 513986 w 24377650"/>
              <a:gd name="connsiteY2829" fmla="*/ 2858617 h 8304597"/>
              <a:gd name="connsiteX2830" fmla="*/ 705009 w 24377650"/>
              <a:gd name="connsiteY2830" fmla="*/ 2895534 h 8304597"/>
              <a:gd name="connsiteX2831" fmla="*/ 666483 w 24377650"/>
              <a:gd name="connsiteY2831" fmla="*/ 2858617 h 8304597"/>
              <a:gd name="connsiteX2832" fmla="*/ 741929 w 24377650"/>
              <a:gd name="connsiteY2832" fmla="*/ 2818491 h 8304597"/>
              <a:gd name="connsiteX2833" fmla="*/ 1122370 w 24377650"/>
              <a:gd name="connsiteY2833" fmla="*/ 2818491 h 8304597"/>
              <a:gd name="connsiteX2834" fmla="*/ 1122370 w 24377650"/>
              <a:gd name="connsiteY2834" fmla="*/ 2858617 h 8304597"/>
              <a:gd name="connsiteX2835" fmla="*/ 1237947 w 24377650"/>
              <a:gd name="connsiteY2835" fmla="*/ 2858617 h 8304597"/>
              <a:gd name="connsiteX2836" fmla="*/ 1162501 w 24377650"/>
              <a:gd name="connsiteY2836" fmla="*/ 2781574 h 8304597"/>
              <a:gd name="connsiteX2837" fmla="*/ 1199421 w 24377650"/>
              <a:gd name="connsiteY2837" fmla="*/ 2743053 h 8304597"/>
              <a:gd name="connsiteX2838" fmla="*/ 1314997 w 24377650"/>
              <a:gd name="connsiteY2838" fmla="*/ 2743053 h 8304597"/>
              <a:gd name="connsiteX2839" fmla="*/ 1314997 w 24377650"/>
              <a:gd name="connsiteY2839" fmla="*/ 2818491 h 8304597"/>
              <a:gd name="connsiteX2840" fmla="*/ 1467495 w 24377650"/>
              <a:gd name="connsiteY2840" fmla="*/ 2743053 h 8304597"/>
              <a:gd name="connsiteX2841" fmla="*/ 1732358 w 24377650"/>
              <a:gd name="connsiteY2841" fmla="*/ 2781574 h 8304597"/>
              <a:gd name="connsiteX2842" fmla="*/ 1809410 w 24377650"/>
              <a:gd name="connsiteY2842" fmla="*/ 2818491 h 8304597"/>
              <a:gd name="connsiteX2843" fmla="*/ 1732358 w 24377650"/>
              <a:gd name="connsiteY2843" fmla="*/ 2818491 h 8304597"/>
              <a:gd name="connsiteX2844" fmla="*/ 1884855 w 24377650"/>
              <a:gd name="connsiteY2844" fmla="*/ 2818491 h 8304597"/>
              <a:gd name="connsiteX2845" fmla="*/ 1884855 w 24377650"/>
              <a:gd name="connsiteY2845" fmla="*/ 2781574 h 8304597"/>
              <a:gd name="connsiteX2846" fmla="*/ 2114404 w 24377650"/>
              <a:gd name="connsiteY2846" fmla="*/ 2781574 h 8304597"/>
              <a:gd name="connsiteX2847" fmla="*/ 2229981 w 24377650"/>
              <a:gd name="connsiteY2847" fmla="*/ 2743053 h 8304597"/>
              <a:gd name="connsiteX2848" fmla="*/ 2342347 w 24377650"/>
              <a:gd name="connsiteY2848" fmla="*/ 2706136 h 8304597"/>
              <a:gd name="connsiteX2849" fmla="*/ 2419399 w 24377650"/>
              <a:gd name="connsiteY2849" fmla="*/ 2743053 h 8304597"/>
              <a:gd name="connsiteX2850" fmla="*/ 2534975 w 24377650"/>
              <a:gd name="connsiteY2850" fmla="*/ 2743053 h 8304597"/>
              <a:gd name="connsiteX2851" fmla="*/ 2494844 w 24377650"/>
              <a:gd name="connsiteY2851" fmla="*/ 2667615 h 8304597"/>
              <a:gd name="connsiteX2852" fmla="*/ 2610421 w 24377650"/>
              <a:gd name="connsiteY2852" fmla="*/ 2667615 h 8304597"/>
              <a:gd name="connsiteX2853" fmla="*/ 2687472 w 24377650"/>
              <a:gd name="connsiteY2853" fmla="*/ 2629093 h 8304597"/>
              <a:gd name="connsiteX2854" fmla="*/ 2610421 w 24377650"/>
              <a:gd name="connsiteY2854" fmla="*/ 2629093 h 8304597"/>
              <a:gd name="connsiteX2855" fmla="*/ 2610421 w 24377650"/>
              <a:gd name="connsiteY2855" fmla="*/ 2553655 h 8304597"/>
              <a:gd name="connsiteX2856" fmla="*/ 2839970 w 24377650"/>
              <a:gd name="connsiteY2856" fmla="*/ 2629093 h 8304597"/>
              <a:gd name="connsiteX2857" fmla="*/ 3104833 w 24377650"/>
              <a:gd name="connsiteY2857" fmla="*/ 2515134 h 8304597"/>
              <a:gd name="connsiteX2858" fmla="*/ 2915416 w 24377650"/>
              <a:gd name="connsiteY2858" fmla="*/ 2629093 h 8304597"/>
              <a:gd name="connsiteX2859" fmla="*/ 3067913 w 24377650"/>
              <a:gd name="connsiteY2859" fmla="*/ 2706136 h 8304597"/>
              <a:gd name="connsiteX2860" fmla="*/ 2799839 w 24377650"/>
              <a:gd name="connsiteY2860" fmla="*/ 2667615 h 8304597"/>
              <a:gd name="connsiteX2861" fmla="*/ 2952336 w 24377650"/>
              <a:gd name="connsiteY2861" fmla="*/ 2706136 h 8304597"/>
              <a:gd name="connsiteX2862" fmla="*/ 2571895 w 24377650"/>
              <a:gd name="connsiteY2862" fmla="*/ 2706136 h 8304597"/>
              <a:gd name="connsiteX2863" fmla="*/ 2610421 w 24377650"/>
              <a:gd name="connsiteY2863" fmla="*/ 2818491 h 8304597"/>
              <a:gd name="connsiteX2864" fmla="*/ 2876890 w 24377650"/>
              <a:gd name="connsiteY2864" fmla="*/ 2818491 h 8304597"/>
              <a:gd name="connsiteX2865" fmla="*/ 2876890 w 24377650"/>
              <a:gd name="connsiteY2865" fmla="*/ 2781574 h 8304597"/>
              <a:gd name="connsiteX2866" fmla="*/ 2915416 w 24377650"/>
              <a:gd name="connsiteY2866" fmla="*/ 2743053 h 8304597"/>
              <a:gd name="connsiteX2867" fmla="*/ 3029387 w 24377650"/>
              <a:gd name="connsiteY2867" fmla="*/ 2781574 h 8304597"/>
              <a:gd name="connsiteX2868" fmla="*/ 2990861 w 24377650"/>
              <a:gd name="connsiteY2868" fmla="*/ 2743053 h 8304597"/>
              <a:gd name="connsiteX2869" fmla="*/ 3448353 w 24377650"/>
              <a:gd name="connsiteY2869" fmla="*/ 2743053 h 8304597"/>
              <a:gd name="connsiteX2870" fmla="*/ 3486879 w 24377650"/>
              <a:gd name="connsiteY2870" fmla="*/ 2743053 h 8304597"/>
              <a:gd name="connsiteX2871" fmla="*/ 3486879 w 24377650"/>
              <a:gd name="connsiteY2871" fmla="*/ 2781574 h 8304597"/>
              <a:gd name="connsiteX2872" fmla="*/ 3486879 w 24377650"/>
              <a:gd name="connsiteY2872" fmla="*/ 2818491 h 8304597"/>
              <a:gd name="connsiteX2873" fmla="*/ 3372907 w 24377650"/>
              <a:gd name="connsiteY2873" fmla="*/ 2781574 h 8304597"/>
              <a:gd name="connsiteX2874" fmla="*/ 3334382 w 24377650"/>
              <a:gd name="connsiteY2874" fmla="*/ 2781574 h 8304597"/>
              <a:gd name="connsiteX2875" fmla="*/ 3448353 w 24377650"/>
              <a:gd name="connsiteY2875" fmla="*/ 2818491 h 8304597"/>
              <a:gd name="connsiteX2876" fmla="*/ 3486879 w 24377650"/>
              <a:gd name="connsiteY2876" fmla="*/ 2858617 h 8304597"/>
              <a:gd name="connsiteX2877" fmla="*/ 3448353 w 24377650"/>
              <a:gd name="connsiteY2877" fmla="*/ 2858617 h 8304597"/>
              <a:gd name="connsiteX2878" fmla="*/ 3372907 w 24377650"/>
              <a:gd name="connsiteY2878" fmla="*/ 2818491 h 8304597"/>
              <a:gd name="connsiteX2879" fmla="*/ 3067913 w 24377650"/>
              <a:gd name="connsiteY2879" fmla="*/ 2895534 h 8304597"/>
              <a:gd name="connsiteX2880" fmla="*/ 3181884 w 24377650"/>
              <a:gd name="connsiteY2880" fmla="*/ 2970972 h 8304597"/>
              <a:gd name="connsiteX2881" fmla="*/ 3486879 w 24377650"/>
              <a:gd name="connsiteY2881" fmla="*/ 3009493 h 8304597"/>
              <a:gd name="connsiteX2882" fmla="*/ 3295856 w 24377650"/>
              <a:gd name="connsiteY2882" fmla="*/ 2970972 h 8304597"/>
              <a:gd name="connsiteX2883" fmla="*/ 3372907 w 24377650"/>
              <a:gd name="connsiteY2883" fmla="*/ 3009493 h 8304597"/>
              <a:gd name="connsiteX2884" fmla="*/ 3181884 w 24377650"/>
              <a:gd name="connsiteY2884" fmla="*/ 3048015 h 8304597"/>
              <a:gd name="connsiteX2885" fmla="*/ 3143358 w 24377650"/>
              <a:gd name="connsiteY2885" fmla="*/ 2970972 h 8304597"/>
              <a:gd name="connsiteX2886" fmla="*/ 2990861 w 24377650"/>
              <a:gd name="connsiteY2886" fmla="*/ 3086536 h 8304597"/>
              <a:gd name="connsiteX2887" fmla="*/ 3029387 w 24377650"/>
              <a:gd name="connsiteY2887" fmla="*/ 3123453 h 8304597"/>
              <a:gd name="connsiteX2888" fmla="*/ 2952336 w 24377650"/>
              <a:gd name="connsiteY2888" fmla="*/ 3123453 h 8304597"/>
              <a:gd name="connsiteX2889" fmla="*/ 2952336 w 24377650"/>
              <a:gd name="connsiteY2889" fmla="*/ 3163579 h 8304597"/>
              <a:gd name="connsiteX2890" fmla="*/ 3067913 w 24377650"/>
              <a:gd name="connsiteY2890" fmla="*/ 3163579 h 8304597"/>
              <a:gd name="connsiteX2891" fmla="*/ 3181884 w 24377650"/>
              <a:gd name="connsiteY2891" fmla="*/ 3163579 h 8304597"/>
              <a:gd name="connsiteX2892" fmla="*/ 3448353 w 24377650"/>
              <a:gd name="connsiteY2892" fmla="*/ 3123453 h 8304597"/>
              <a:gd name="connsiteX2893" fmla="*/ 3486879 w 24377650"/>
              <a:gd name="connsiteY2893" fmla="*/ 3123453 h 8304597"/>
              <a:gd name="connsiteX2894" fmla="*/ 3524727 w 24377650"/>
              <a:gd name="connsiteY2894" fmla="*/ 3123453 h 8304597"/>
              <a:gd name="connsiteX2895" fmla="*/ 3525405 w 24377650"/>
              <a:gd name="connsiteY2895" fmla="*/ 3123453 h 8304597"/>
              <a:gd name="connsiteX2896" fmla="*/ 3530020 w 24377650"/>
              <a:gd name="connsiteY2896" fmla="*/ 3123453 h 8304597"/>
              <a:gd name="connsiteX2897" fmla="*/ 3534434 w 24377650"/>
              <a:gd name="connsiteY2897" fmla="*/ 3123453 h 8304597"/>
              <a:gd name="connsiteX2898" fmla="*/ 3562324 w 24377650"/>
              <a:gd name="connsiteY2898" fmla="*/ 3123453 h 8304597"/>
              <a:gd name="connsiteX2899" fmla="*/ 3600851 w 24377650"/>
              <a:gd name="connsiteY2899" fmla="*/ 3123453 h 8304597"/>
              <a:gd name="connsiteX2900" fmla="*/ 3562324 w 24377650"/>
              <a:gd name="connsiteY2900" fmla="*/ 3163579 h 8304597"/>
              <a:gd name="connsiteX2901" fmla="*/ 3676296 w 24377650"/>
              <a:gd name="connsiteY2901" fmla="*/ 3163579 h 8304597"/>
              <a:gd name="connsiteX2902" fmla="*/ 3639376 w 24377650"/>
              <a:gd name="connsiteY2902" fmla="*/ 3123453 h 8304597"/>
              <a:gd name="connsiteX2903" fmla="*/ 3828793 w 24377650"/>
              <a:gd name="connsiteY2903" fmla="*/ 3163579 h 8304597"/>
              <a:gd name="connsiteX2904" fmla="*/ 3867319 w 24377650"/>
              <a:gd name="connsiteY2904" fmla="*/ 3123453 h 8304597"/>
              <a:gd name="connsiteX2905" fmla="*/ 3981290 w 24377650"/>
              <a:gd name="connsiteY2905" fmla="*/ 3123453 h 8304597"/>
              <a:gd name="connsiteX2906" fmla="*/ 3905845 w 24377650"/>
              <a:gd name="connsiteY2906" fmla="*/ 3086536 h 8304597"/>
              <a:gd name="connsiteX2907" fmla="*/ 4096868 w 24377650"/>
              <a:gd name="connsiteY2907" fmla="*/ 3086536 h 8304597"/>
              <a:gd name="connsiteX2908" fmla="*/ 4096868 w 24377650"/>
              <a:gd name="connsiteY2908" fmla="*/ 3048015 h 8304597"/>
              <a:gd name="connsiteX2909" fmla="*/ 4210839 w 24377650"/>
              <a:gd name="connsiteY2909" fmla="*/ 3048015 h 8304597"/>
              <a:gd name="connsiteX2910" fmla="*/ 4203170 w 24377650"/>
              <a:gd name="connsiteY2910" fmla="*/ 3069749 h 8304597"/>
              <a:gd name="connsiteX2911" fmla="*/ 4205165 w 24377650"/>
              <a:gd name="connsiteY2911" fmla="*/ 3074587 h 8304597"/>
              <a:gd name="connsiteX2912" fmla="*/ 4195188 w 24377650"/>
              <a:gd name="connsiteY2912" fmla="*/ 3070862 h 8304597"/>
              <a:gd name="connsiteX2913" fmla="*/ 4172314 w 24377650"/>
              <a:gd name="connsiteY2913" fmla="*/ 3086536 h 8304597"/>
              <a:gd name="connsiteX2914" fmla="*/ 4172314 w 24377650"/>
              <a:gd name="connsiteY2914" fmla="*/ 3123453 h 8304597"/>
              <a:gd name="connsiteX2915" fmla="*/ 4249365 w 24377650"/>
              <a:gd name="connsiteY2915" fmla="*/ 3123453 h 8304597"/>
              <a:gd name="connsiteX2916" fmla="*/ 4226490 w 24377650"/>
              <a:gd name="connsiteY2916" fmla="*/ 3096693 h 8304597"/>
              <a:gd name="connsiteX2917" fmla="*/ 4214868 w 24377650"/>
              <a:gd name="connsiteY2917" fmla="*/ 3081850 h 8304597"/>
              <a:gd name="connsiteX2918" fmla="*/ 4221844 w 24377650"/>
              <a:gd name="connsiteY2918" fmla="*/ 3083198 h 8304597"/>
              <a:gd name="connsiteX2919" fmla="*/ 4333081 w 24377650"/>
              <a:gd name="connsiteY2919" fmla="*/ 3076915 h 8304597"/>
              <a:gd name="connsiteX2920" fmla="*/ 4347878 w 24377650"/>
              <a:gd name="connsiteY2920" fmla="*/ 3081620 h 8304597"/>
              <a:gd name="connsiteX2921" fmla="*/ 4339257 w 24377650"/>
              <a:gd name="connsiteY2921" fmla="*/ 3086335 h 8304597"/>
              <a:gd name="connsiteX2922" fmla="*/ 4337905 w 24377650"/>
              <a:gd name="connsiteY2922" fmla="*/ 3086913 h 8304597"/>
              <a:gd name="connsiteX2923" fmla="*/ 4324434 w 24377650"/>
              <a:gd name="connsiteY2923" fmla="*/ 3087113 h 8304597"/>
              <a:gd name="connsiteX2924" fmla="*/ 4286285 w 24377650"/>
              <a:gd name="connsiteY2924" fmla="*/ 3123453 h 8304597"/>
              <a:gd name="connsiteX2925" fmla="*/ 4303741 w 24377650"/>
              <a:gd name="connsiteY2925" fmla="*/ 3101509 h 8304597"/>
              <a:gd name="connsiteX2926" fmla="*/ 4337905 w 24377650"/>
              <a:gd name="connsiteY2926" fmla="*/ 3086913 h 8304597"/>
              <a:gd name="connsiteX2927" fmla="*/ 4363336 w 24377650"/>
              <a:gd name="connsiteY2927" fmla="*/ 3086536 h 8304597"/>
              <a:gd name="connsiteX2928" fmla="*/ 4347878 w 24377650"/>
              <a:gd name="connsiteY2928" fmla="*/ 3081620 h 8304597"/>
              <a:gd name="connsiteX2929" fmla="*/ 4367550 w 24377650"/>
              <a:gd name="connsiteY2929" fmla="*/ 3070862 h 8304597"/>
              <a:gd name="connsiteX2930" fmla="*/ 4363336 w 24377650"/>
              <a:gd name="connsiteY2930" fmla="*/ 3048015 h 8304597"/>
              <a:gd name="connsiteX2931" fmla="*/ 3905845 w 24377650"/>
              <a:gd name="connsiteY2931" fmla="*/ 3009493 h 8304597"/>
              <a:gd name="connsiteX2932" fmla="*/ 3562324 w 24377650"/>
              <a:gd name="connsiteY2932" fmla="*/ 3009493 h 8304597"/>
              <a:gd name="connsiteX2933" fmla="*/ 3525405 w 24377650"/>
              <a:gd name="connsiteY2933" fmla="*/ 2934055 h 8304597"/>
              <a:gd name="connsiteX2934" fmla="*/ 3639376 w 24377650"/>
              <a:gd name="connsiteY2934" fmla="*/ 2895534 h 8304597"/>
              <a:gd name="connsiteX2935" fmla="*/ 3714822 w 24377650"/>
              <a:gd name="connsiteY2935" fmla="*/ 2895534 h 8304597"/>
              <a:gd name="connsiteX2936" fmla="*/ 3905845 w 24377650"/>
              <a:gd name="connsiteY2936" fmla="*/ 2858617 h 8304597"/>
              <a:gd name="connsiteX2937" fmla="*/ 3791873 w 24377650"/>
              <a:gd name="connsiteY2937" fmla="*/ 2858617 h 8304597"/>
              <a:gd name="connsiteX2938" fmla="*/ 3791873 w 24377650"/>
              <a:gd name="connsiteY2938" fmla="*/ 2895534 h 8304597"/>
              <a:gd name="connsiteX2939" fmla="*/ 3600851 w 24377650"/>
              <a:gd name="connsiteY2939" fmla="*/ 2858617 h 8304597"/>
              <a:gd name="connsiteX2940" fmla="*/ 3639376 w 24377650"/>
              <a:gd name="connsiteY2940" fmla="*/ 2781574 h 8304597"/>
              <a:gd name="connsiteX2941" fmla="*/ 3600851 w 24377650"/>
              <a:gd name="connsiteY2941" fmla="*/ 2781574 h 8304597"/>
              <a:gd name="connsiteX2942" fmla="*/ 3562324 w 24377650"/>
              <a:gd name="connsiteY2942" fmla="*/ 2781574 h 8304597"/>
              <a:gd name="connsiteX2943" fmla="*/ 3562324 w 24377650"/>
              <a:gd name="connsiteY2943" fmla="*/ 2743053 h 8304597"/>
              <a:gd name="connsiteX2944" fmla="*/ 3486879 w 24377650"/>
              <a:gd name="connsiteY2944" fmla="*/ 2743053 h 8304597"/>
              <a:gd name="connsiteX2945" fmla="*/ 3372907 w 24377650"/>
              <a:gd name="connsiteY2945" fmla="*/ 2706136 h 8304597"/>
              <a:gd name="connsiteX2946" fmla="*/ 3334382 w 24377650"/>
              <a:gd name="connsiteY2946" fmla="*/ 2667615 h 8304597"/>
              <a:gd name="connsiteX2947" fmla="*/ 3295856 w 24377650"/>
              <a:gd name="connsiteY2947" fmla="*/ 2743053 h 8304597"/>
              <a:gd name="connsiteX2948" fmla="*/ 3257330 w 24377650"/>
              <a:gd name="connsiteY2948" fmla="*/ 2667615 h 8304597"/>
              <a:gd name="connsiteX2949" fmla="*/ 3220410 w 24377650"/>
              <a:gd name="connsiteY2949" fmla="*/ 2706136 h 8304597"/>
              <a:gd name="connsiteX2950" fmla="*/ 3067913 w 24377650"/>
              <a:gd name="connsiteY2950" fmla="*/ 2629093 h 8304597"/>
              <a:gd name="connsiteX2951" fmla="*/ 3143358 w 24377650"/>
              <a:gd name="connsiteY2951" fmla="*/ 2590572 h 8304597"/>
              <a:gd name="connsiteX2952" fmla="*/ 3181884 w 24377650"/>
              <a:gd name="connsiteY2952" fmla="*/ 2629093 h 8304597"/>
              <a:gd name="connsiteX2953" fmla="*/ 3143358 w 24377650"/>
              <a:gd name="connsiteY2953" fmla="*/ 2553655 h 8304597"/>
              <a:gd name="connsiteX2954" fmla="*/ 3295856 w 24377650"/>
              <a:gd name="connsiteY2954" fmla="*/ 2553655 h 8304597"/>
              <a:gd name="connsiteX2955" fmla="*/ 3486879 w 24377650"/>
              <a:gd name="connsiteY2955" fmla="*/ 2629093 h 8304597"/>
              <a:gd name="connsiteX2956" fmla="*/ 3295856 w 24377650"/>
              <a:gd name="connsiteY2956" fmla="*/ 2553655 h 8304597"/>
              <a:gd name="connsiteX2957" fmla="*/ 3295856 w 24377650"/>
              <a:gd name="connsiteY2957" fmla="*/ 2515134 h 8304597"/>
              <a:gd name="connsiteX2958" fmla="*/ 2990861 w 24377650"/>
              <a:gd name="connsiteY2958" fmla="*/ 2476612 h 8304597"/>
              <a:gd name="connsiteX2959" fmla="*/ 2915416 w 24377650"/>
              <a:gd name="connsiteY2959" fmla="*/ 2553655 h 8304597"/>
              <a:gd name="connsiteX2960" fmla="*/ 2610421 w 24377650"/>
              <a:gd name="connsiteY2960" fmla="*/ 2515134 h 8304597"/>
              <a:gd name="connsiteX2961" fmla="*/ 2647342 w 24377650"/>
              <a:gd name="connsiteY2961" fmla="*/ 2476612 h 8304597"/>
              <a:gd name="connsiteX2962" fmla="*/ 2687472 w 24377650"/>
              <a:gd name="connsiteY2962" fmla="*/ 2476612 h 8304597"/>
              <a:gd name="connsiteX2963" fmla="*/ 2762918 w 24377650"/>
              <a:gd name="connsiteY2963" fmla="*/ 2515134 h 8304597"/>
              <a:gd name="connsiteX2964" fmla="*/ 2839970 w 24377650"/>
              <a:gd name="connsiteY2964" fmla="*/ 2476612 h 8304597"/>
              <a:gd name="connsiteX2965" fmla="*/ 2724392 w 24377650"/>
              <a:gd name="connsiteY2965" fmla="*/ 2476612 h 8304597"/>
              <a:gd name="connsiteX2966" fmla="*/ 2799839 w 24377650"/>
              <a:gd name="connsiteY2966" fmla="*/ 2438091 h 8304597"/>
              <a:gd name="connsiteX2967" fmla="*/ 2762918 w 24377650"/>
              <a:gd name="connsiteY2967" fmla="*/ 2399569 h 8304597"/>
              <a:gd name="connsiteX2968" fmla="*/ 2571895 w 24377650"/>
              <a:gd name="connsiteY2968" fmla="*/ 2438091 h 8304597"/>
              <a:gd name="connsiteX2969" fmla="*/ 2534975 w 24377650"/>
              <a:gd name="connsiteY2969" fmla="*/ 2476612 h 8304597"/>
              <a:gd name="connsiteX2970" fmla="*/ 2266901 w 24377650"/>
              <a:gd name="connsiteY2970" fmla="*/ 2476612 h 8304597"/>
              <a:gd name="connsiteX2971" fmla="*/ 2152929 w 24377650"/>
              <a:gd name="connsiteY2971" fmla="*/ 2476612 h 8304597"/>
              <a:gd name="connsiteX2972" fmla="*/ 2189850 w 24377650"/>
              <a:gd name="connsiteY2972" fmla="*/ 2438091 h 8304597"/>
              <a:gd name="connsiteX2973" fmla="*/ 2305426 w 24377650"/>
              <a:gd name="connsiteY2973" fmla="*/ 2399569 h 8304597"/>
              <a:gd name="connsiteX2974" fmla="*/ 2534975 w 24377650"/>
              <a:gd name="connsiteY2974" fmla="*/ 2399569 h 8304597"/>
              <a:gd name="connsiteX2975" fmla="*/ 2494844 w 24377650"/>
              <a:gd name="connsiteY2975" fmla="*/ 2324131 h 8304597"/>
              <a:gd name="connsiteX2976" fmla="*/ 2571895 w 24377650"/>
              <a:gd name="connsiteY2976" fmla="*/ 2399569 h 8304597"/>
              <a:gd name="connsiteX2977" fmla="*/ 2687472 w 24377650"/>
              <a:gd name="connsiteY2977" fmla="*/ 2362653 h 8304597"/>
              <a:gd name="connsiteX2978" fmla="*/ 2647342 w 24377650"/>
              <a:gd name="connsiteY2978" fmla="*/ 2324131 h 8304597"/>
              <a:gd name="connsiteX2979" fmla="*/ 2724392 w 24377650"/>
              <a:gd name="connsiteY2979" fmla="*/ 2362653 h 8304597"/>
              <a:gd name="connsiteX2980" fmla="*/ 2839970 w 24377650"/>
              <a:gd name="connsiteY2980" fmla="*/ 2285609 h 8304597"/>
              <a:gd name="connsiteX2981" fmla="*/ 2724392 w 24377650"/>
              <a:gd name="connsiteY2981" fmla="*/ 2285609 h 8304597"/>
              <a:gd name="connsiteX2982" fmla="*/ 2724392 w 24377650"/>
              <a:gd name="connsiteY2982" fmla="*/ 2248693 h 8304597"/>
              <a:gd name="connsiteX2983" fmla="*/ 2687472 w 24377650"/>
              <a:gd name="connsiteY2983" fmla="*/ 2285609 h 8304597"/>
              <a:gd name="connsiteX2984" fmla="*/ 2647342 w 24377650"/>
              <a:gd name="connsiteY2984" fmla="*/ 2248693 h 8304597"/>
              <a:gd name="connsiteX2985" fmla="*/ 2342347 w 24377650"/>
              <a:gd name="connsiteY2985" fmla="*/ 2210172 h 8304597"/>
              <a:gd name="connsiteX2986" fmla="*/ 2342347 w 24377650"/>
              <a:gd name="connsiteY2986" fmla="*/ 2171650 h 8304597"/>
              <a:gd name="connsiteX2987" fmla="*/ 2571895 w 24377650"/>
              <a:gd name="connsiteY2987" fmla="*/ 2171650 h 8304597"/>
              <a:gd name="connsiteX2988" fmla="*/ 2114404 w 24377650"/>
              <a:gd name="connsiteY2988" fmla="*/ 2019169 h 8304597"/>
              <a:gd name="connsiteX2989" fmla="*/ 2077483 w 24377650"/>
              <a:gd name="connsiteY2989" fmla="*/ 2096212 h 8304597"/>
              <a:gd name="connsiteX2990" fmla="*/ 2000433 w 24377650"/>
              <a:gd name="connsiteY2990" fmla="*/ 2057691 h 8304597"/>
              <a:gd name="connsiteX2991" fmla="*/ 2037353 w 24377650"/>
              <a:gd name="connsiteY2991" fmla="*/ 2057691 h 8304597"/>
              <a:gd name="connsiteX2992" fmla="*/ 1809410 w 24377650"/>
              <a:gd name="connsiteY2992" fmla="*/ 2019169 h 8304597"/>
              <a:gd name="connsiteX2993" fmla="*/ 1809410 w 24377650"/>
              <a:gd name="connsiteY2993" fmla="*/ 1943731 h 8304597"/>
              <a:gd name="connsiteX2994" fmla="*/ 1390444 w 24377650"/>
              <a:gd name="connsiteY2994" fmla="*/ 1982253 h 8304597"/>
              <a:gd name="connsiteX2995" fmla="*/ 1390444 w 24377650"/>
              <a:gd name="connsiteY2995" fmla="*/ 1943731 h 8304597"/>
              <a:gd name="connsiteX2996" fmla="*/ 1467495 w 24377650"/>
              <a:gd name="connsiteY2996" fmla="*/ 1905210 h 8304597"/>
              <a:gd name="connsiteX2997" fmla="*/ 1351918 w 24377650"/>
              <a:gd name="connsiteY2997" fmla="*/ 1905210 h 8304597"/>
              <a:gd name="connsiteX2998" fmla="*/ 1237947 w 24377650"/>
              <a:gd name="connsiteY2998" fmla="*/ 1866688 h 8304597"/>
              <a:gd name="connsiteX2999" fmla="*/ 1162501 w 24377650"/>
              <a:gd name="connsiteY2999" fmla="*/ 1905210 h 8304597"/>
              <a:gd name="connsiteX3000" fmla="*/ 1010004 w 24377650"/>
              <a:gd name="connsiteY3000" fmla="*/ 1905210 h 8304597"/>
              <a:gd name="connsiteX3001" fmla="*/ 969873 w 24377650"/>
              <a:gd name="connsiteY3001" fmla="*/ 1866688 h 8304597"/>
              <a:gd name="connsiteX3002" fmla="*/ 969873 w 24377650"/>
              <a:gd name="connsiteY3002" fmla="*/ 1789645 h 8304597"/>
              <a:gd name="connsiteX3003" fmla="*/ 1162501 w 24377650"/>
              <a:gd name="connsiteY3003" fmla="*/ 1752728 h 8304597"/>
              <a:gd name="connsiteX3004" fmla="*/ 1579861 w 24377650"/>
              <a:gd name="connsiteY3004" fmla="*/ 1789645 h 8304597"/>
              <a:gd name="connsiteX3005" fmla="*/ 1579861 w 24377650"/>
              <a:gd name="connsiteY3005" fmla="*/ 1829772 h 8304597"/>
              <a:gd name="connsiteX3006" fmla="*/ 1619992 w 24377650"/>
              <a:gd name="connsiteY3006" fmla="*/ 1789645 h 8304597"/>
              <a:gd name="connsiteX3007" fmla="*/ 1695438 w 24377650"/>
              <a:gd name="connsiteY3007" fmla="*/ 1829772 h 8304597"/>
              <a:gd name="connsiteX3008" fmla="*/ 1695438 w 24377650"/>
              <a:gd name="connsiteY3008" fmla="*/ 1789645 h 8304597"/>
              <a:gd name="connsiteX3009" fmla="*/ 1884855 w 24377650"/>
              <a:gd name="connsiteY3009" fmla="*/ 1829772 h 8304597"/>
              <a:gd name="connsiteX3010" fmla="*/ 2077483 w 24377650"/>
              <a:gd name="connsiteY3010" fmla="*/ 1789645 h 8304597"/>
              <a:gd name="connsiteX3011" fmla="*/ 2114404 w 24377650"/>
              <a:gd name="connsiteY3011" fmla="*/ 1829772 h 8304597"/>
              <a:gd name="connsiteX3012" fmla="*/ 2114404 w 24377650"/>
              <a:gd name="connsiteY3012" fmla="*/ 1752728 h 8304597"/>
              <a:gd name="connsiteX3013" fmla="*/ 2189850 w 24377650"/>
              <a:gd name="connsiteY3013" fmla="*/ 1752728 h 8304597"/>
              <a:gd name="connsiteX3014" fmla="*/ 2229981 w 24377650"/>
              <a:gd name="connsiteY3014" fmla="*/ 1829772 h 8304597"/>
              <a:gd name="connsiteX3015" fmla="*/ 2266901 w 24377650"/>
              <a:gd name="connsiteY3015" fmla="*/ 1752728 h 8304597"/>
              <a:gd name="connsiteX3016" fmla="*/ 2382478 w 24377650"/>
              <a:gd name="connsiteY3016" fmla="*/ 1752728 h 8304597"/>
              <a:gd name="connsiteX3017" fmla="*/ 2457924 w 24377650"/>
              <a:gd name="connsiteY3017" fmla="*/ 1829772 h 8304597"/>
              <a:gd name="connsiteX3018" fmla="*/ 2266901 w 24377650"/>
              <a:gd name="connsiteY3018" fmla="*/ 1752728 h 8304597"/>
              <a:gd name="connsiteX3019" fmla="*/ 2457924 w 24377650"/>
              <a:gd name="connsiteY3019" fmla="*/ 1714207 h 8304597"/>
              <a:gd name="connsiteX3020" fmla="*/ 2534975 w 24377650"/>
              <a:gd name="connsiteY3020" fmla="*/ 1829772 h 8304597"/>
              <a:gd name="connsiteX3021" fmla="*/ 2610421 w 24377650"/>
              <a:gd name="connsiteY3021" fmla="*/ 1752728 h 8304597"/>
              <a:gd name="connsiteX3022" fmla="*/ 2534975 w 24377650"/>
              <a:gd name="connsiteY3022" fmla="*/ 1789645 h 8304597"/>
              <a:gd name="connsiteX3023" fmla="*/ 2534975 w 24377650"/>
              <a:gd name="connsiteY3023" fmla="*/ 1714207 h 8304597"/>
              <a:gd name="connsiteX3024" fmla="*/ 2687472 w 24377650"/>
              <a:gd name="connsiteY3024" fmla="*/ 1714207 h 8304597"/>
              <a:gd name="connsiteX3025" fmla="*/ 2647342 w 24377650"/>
              <a:gd name="connsiteY3025" fmla="*/ 1789645 h 8304597"/>
              <a:gd name="connsiteX3026" fmla="*/ 2762918 w 24377650"/>
              <a:gd name="connsiteY3026" fmla="*/ 1752728 h 8304597"/>
              <a:gd name="connsiteX3027" fmla="*/ 2876890 w 24377650"/>
              <a:gd name="connsiteY3027" fmla="*/ 1714207 h 8304597"/>
              <a:gd name="connsiteX3028" fmla="*/ 3067913 w 24377650"/>
              <a:gd name="connsiteY3028" fmla="*/ 1677291 h 8304597"/>
              <a:gd name="connsiteX3029" fmla="*/ 3143358 w 24377650"/>
              <a:gd name="connsiteY3029" fmla="*/ 1677291 h 8304597"/>
              <a:gd name="connsiteX3030" fmla="*/ 3143358 w 24377650"/>
              <a:gd name="connsiteY3030" fmla="*/ 1829772 h 8304597"/>
              <a:gd name="connsiteX3031" fmla="*/ 3181884 w 24377650"/>
              <a:gd name="connsiteY3031" fmla="*/ 1714207 h 8304597"/>
              <a:gd name="connsiteX3032" fmla="*/ 3372907 w 24377650"/>
              <a:gd name="connsiteY3032" fmla="*/ 1789645 h 8304597"/>
              <a:gd name="connsiteX3033" fmla="*/ 3486879 w 24377650"/>
              <a:gd name="connsiteY3033" fmla="*/ 1752728 h 8304597"/>
              <a:gd name="connsiteX3034" fmla="*/ 3562324 w 24377650"/>
              <a:gd name="connsiteY3034" fmla="*/ 1714207 h 8304597"/>
              <a:gd name="connsiteX3035" fmla="*/ 3600851 w 24377650"/>
              <a:gd name="connsiteY3035" fmla="*/ 1752728 h 8304597"/>
              <a:gd name="connsiteX3036" fmla="*/ 3639376 w 24377650"/>
              <a:gd name="connsiteY3036" fmla="*/ 1752728 h 8304597"/>
              <a:gd name="connsiteX3037" fmla="*/ 3828793 w 24377650"/>
              <a:gd name="connsiteY3037" fmla="*/ 1714207 h 8304597"/>
              <a:gd name="connsiteX3038" fmla="*/ 3791873 w 24377650"/>
              <a:gd name="connsiteY3038" fmla="*/ 1677291 h 8304597"/>
              <a:gd name="connsiteX3039" fmla="*/ 3828793 w 24377650"/>
              <a:gd name="connsiteY3039" fmla="*/ 1677291 h 8304597"/>
              <a:gd name="connsiteX3040" fmla="*/ 3867319 w 24377650"/>
              <a:gd name="connsiteY3040" fmla="*/ 1714207 h 8304597"/>
              <a:gd name="connsiteX3041" fmla="*/ 4019817 w 24377650"/>
              <a:gd name="connsiteY3041" fmla="*/ 1677291 h 8304597"/>
              <a:gd name="connsiteX3042" fmla="*/ 3981290 w 24377650"/>
              <a:gd name="connsiteY3042" fmla="*/ 1714207 h 8304597"/>
              <a:gd name="connsiteX3043" fmla="*/ 4820828 w 24377650"/>
              <a:gd name="connsiteY3043" fmla="*/ 1714207 h 8304597"/>
              <a:gd name="connsiteX3044" fmla="*/ 4629805 w 24377650"/>
              <a:gd name="connsiteY3044" fmla="*/ 1677291 h 8304597"/>
              <a:gd name="connsiteX3045" fmla="*/ 5087296 w 24377650"/>
              <a:gd name="connsiteY3045" fmla="*/ 1638769 h 8304597"/>
              <a:gd name="connsiteX3046" fmla="*/ 5011851 w 24377650"/>
              <a:gd name="connsiteY3046" fmla="*/ 1600247 h 8304597"/>
              <a:gd name="connsiteX3047" fmla="*/ 5430817 w 24377650"/>
              <a:gd name="connsiteY3047" fmla="*/ 1561726 h 8304597"/>
              <a:gd name="connsiteX3048" fmla="*/ 5164348 w 24377650"/>
              <a:gd name="connsiteY3048" fmla="*/ 1447767 h 8304597"/>
              <a:gd name="connsiteX3049" fmla="*/ 5239794 w 24377650"/>
              <a:gd name="connsiteY3049" fmla="*/ 1447767 h 8304597"/>
              <a:gd name="connsiteX3050" fmla="*/ 5164348 w 24377650"/>
              <a:gd name="connsiteY3050" fmla="*/ 1372328 h 8304597"/>
              <a:gd name="connsiteX3051" fmla="*/ 5125822 w 24377650"/>
              <a:gd name="connsiteY3051" fmla="*/ 1409245 h 8304597"/>
              <a:gd name="connsiteX3052" fmla="*/ 4706856 w 24377650"/>
              <a:gd name="connsiteY3052" fmla="*/ 1372328 h 8304597"/>
              <a:gd name="connsiteX3053" fmla="*/ 4820828 w 24377650"/>
              <a:gd name="connsiteY3053" fmla="*/ 1295285 h 8304597"/>
              <a:gd name="connsiteX3054" fmla="*/ 4666726 w 24377650"/>
              <a:gd name="connsiteY3054" fmla="*/ 1219848 h 8304597"/>
              <a:gd name="connsiteX3055" fmla="*/ 4554359 w 24377650"/>
              <a:gd name="connsiteY3055" fmla="*/ 1256764 h 8304597"/>
              <a:gd name="connsiteX3056" fmla="*/ 4515834 w 24377650"/>
              <a:gd name="connsiteY3056" fmla="*/ 1219848 h 8304597"/>
              <a:gd name="connsiteX3057" fmla="*/ 4438782 w 24377650"/>
              <a:gd name="connsiteY3057" fmla="*/ 1256764 h 8304597"/>
              <a:gd name="connsiteX3058" fmla="*/ 4249365 w 24377650"/>
              <a:gd name="connsiteY3058" fmla="*/ 1256764 h 8304597"/>
              <a:gd name="connsiteX3059" fmla="*/ 3867319 w 24377650"/>
              <a:gd name="connsiteY3059" fmla="*/ 1179721 h 8304597"/>
              <a:gd name="connsiteX3060" fmla="*/ 3714822 w 24377650"/>
              <a:gd name="connsiteY3060" fmla="*/ 1219848 h 8304597"/>
              <a:gd name="connsiteX3061" fmla="*/ 3639376 w 24377650"/>
              <a:gd name="connsiteY3061" fmla="*/ 1179721 h 8304597"/>
              <a:gd name="connsiteX3062" fmla="*/ 3600851 w 24377650"/>
              <a:gd name="connsiteY3062" fmla="*/ 1179721 h 8304597"/>
              <a:gd name="connsiteX3063" fmla="*/ 3600851 w 24377650"/>
              <a:gd name="connsiteY3063" fmla="*/ 1219848 h 8304597"/>
              <a:gd name="connsiteX3064" fmla="*/ 3562324 w 24377650"/>
              <a:gd name="connsiteY3064" fmla="*/ 1219848 h 8304597"/>
              <a:gd name="connsiteX3065" fmla="*/ 3486879 w 24377650"/>
              <a:gd name="connsiteY3065" fmla="*/ 1179721 h 8304597"/>
              <a:gd name="connsiteX3066" fmla="*/ 3372907 w 24377650"/>
              <a:gd name="connsiteY3066" fmla="*/ 1179721 h 8304597"/>
              <a:gd name="connsiteX3067" fmla="*/ 3181884 w 24377650"/>
              <a:gd name="connsiteY3067" fmla="*/ 1219848 h 8304597"/>
              <a:gd name="connsiteX3068" fmla="*/ 3295856 w 24377650"/>
              <a:gd name="connsiteY3068" fmla="*/ 1179721 h 8304597"/>
              <a:gd name="connsiteX3069" fmla="*/ 3104833 w 24377650"/>
              <a:gd name="connsiteY3069" fmla="*/ 1104283 h 8304597"/>
              <a:gd name="connsiteX3070" fmla="*/ 3067913 w 24377650"/>
              <a:gd name="connsiteY3070" fmla="*/ 1142804 h 8304597"/>
              <a:gd name="connsiteX3071" fmla="*/ 2990861 w 24377650"/>
              <a:gd name="connsiteY3071" fmla="*/ 1067366 h 8304597"/>
              <a:gd name="connsiteX3072" fmla="*/ 3104833 w 24377650"/>
              <a:gd name="connsiteY3072" fmla="*/ 1067366 h 8304597"/>
              <a:gd name="connsiteX3073" fmla="*/ 3372907 w 24377650"/>
              <a:gd name="connsiteY3073" fmla="*/ 990324 h 8304597"/>
              <a:gd name="connsiteX3074" fmla="*/ 3448353 w 24377650"/>
              <a:gd name="connsiteY3074" fmla="*/ 990324 h 8304597"/>
              <a:gd name="connsiteX3075" fmla="*/ 3486879 w 24377650"/>
              <a:gd name="connsiteY3075" fmla="*/ 1028845 h 8304597"/>
              <a:gd name="connsiteX3076" fmla="*/ 3600851 w 24377650"/>
              <a:gd name="connsiteY3076" fmla="*/ 990324 h 8304597"/>
              <a:gd name="connsiteX3077" fmla="*/ 3600851 w 24377650"/>
              <a:gd name="connsiteY3077" fmla="*/ 1028845 h 8304597"/>
              <a:gd name="connsiteX3078" fmla="*/ 3639376 w 24377650"/>
              <a:gd name="connsiteY3078" fmla="*/ 1028845 h 8304597"/>
              <a:gd name="connsiteX3079" fmla="*/ 3714822 w 24377650"/>
              <a:gd name="connsiteY3079" fmla="*/ 990324 h 8304597"/>
              <a:gd name="connsiteX3080" fmla="*/ 3676296 w 24377650"/>
              <a:gd name="connsiteY3080" fmla="*/ 914885 h 8304597"/>
              <a:gd name="connsiteX3081" fmla="*/ 3981290 w 24377650"/>
              <a:gd name="connsiteY3081" fmla="*/ 876364 h 8304597"/>
              <a:gd name="connsiteX3082" fmla="*/ 4286285 w 24377650"/>
              <a:gd name="connsiteY3082" fmla="*/ 914885 h 8304597"/>
              <a:gd name="connsiteX3083" fmla="*/ 4629805 w 24377650"/>
              <a:gd name="connsiteY3083" fmla="*/ 876364 h 8304597"/>
              <a:gd name="connsiteX3084" fmla="*/ 4666726 w 24377650"/>
              <a:gd name="connsiteY3084" fmla="*/ 951802 h 8304597"/>
              <a:gd name="connsiteX3085" fmla="*/ 4706856 w 24377650"/>
              <a:gd name="connsiteY3085" fmla="*/ 951802 h 8304597"/>
              <a:gd name="connsiteX3086" fmla="*/ 5239794 w 24377650"/>
              <a:gd name="connsiteY3086" fmla="*/ 914885 h 8304597"/>
              <a:gd name="connsiteX3087" fmla="*/ 5544788 w 24377650"/>
              <a:gd name="connsiteY3087" fmla="*/ 914885 h 8304597"/>
              <a:gd name="connsiteX3088" fmla="*/ 5506262 w 24377650"/>
              <a:gd name="connsiteY3088" fmla="*/ 876364 h 8304597"/>
              <a:gd name="connsiteX3089" fmla="*/ 6040805 w 24377650"/>
              <a:gd name="connsiteY3089" fmla="*/ 762404 h 8304597"/>
              <a:gd name="connsiteX3090" fmla="*/ 6017705 w 24377650"/>
              <a:gd name="connsiteY3090" fmla="*/ 753849 h 8304597"/>
              <a:gd name="connsiteX3091" fmla="*/ 6039501 w 24377650"/>
              <a:gd name="connsiteY3091" fmla="*/ 749464 h 8304597"/>
              <a:gd name="connsiteX3092" fmla="*/ 6650794 w 24377650"/>
              <a:gd name="connsiteY3092" fmla="*/ 685361 h 8304597"/>
              <a:gd name="connsiteX3093" fmla="*/ 6955789 w 24377650"/>
              <a:gd name="connsiteY3093" fmla="*/ 723883 h 8304597"/>
              <a:gd name="connsiteX3094" fmla="*/ 7031235 w 24377650"/>
              <a:gd name="connsiteY3094" fmla="*/ 685361 h 8304597"/>
              <a:gd name="connsiteX3095" fmla="*/ 7108286 w 24377650"/>
              <a:gd name="connsiteY3095" fmla="*/ 723883 h 8304597"/>
              <a:gd name="connsiteX3096" fmla="*/ 7145206 w 24377650"/>
              <a:gd name="connsiteY3096" fmla="*/ 685361 h 8304597"/>
              <a:gd name="connsiteX3097" fmla="*/ 7260783 w 24377650"/>
              <a:gd name="connsiteY3097" fmla="*/ 723883 h 8304597"/>
              <a:gd name="connsiteX3098" fmla="*/ 7870772 w 24377650"/>
              <a:gd name="connsiteY3098" fmla="*/ 685361 h 8304597"/>
              <a:gd name="connsiteX3099" fmla="*/ 8440628 w 24377650"/>
              <a:gd name="connsiteY3099" fmla="*/ 685361 h 8304597"/>
              <a:gd name="connsiteX3100" fmla="*/ 8975172 w 24377650"/>
              <a:gd name="connsiteY3100" fmla="*/ 646840 h 8304597"/>
              <a:gd name="connsiteX3101" fmla="*/ 9471188 w 24377650"/>
              <a:gd name="connsiteY3101" fmla="*/ 609923 h 8304597"/>
              <a:gd name="connsiteX3102" fmla="*/ 9471188 w 24377650"/>
              <a:gd name="connsiteY3102" fmla="*/ 685361 h 8304597"/>
              <a:gd name="connsiteX3103" fmla="*/ 9546635 w 24377650"/>
              <a:gd name="connsiteY3103" fmla="*/ 609923 h 8304597"/>
              <a:gd name="connsiteX3104" fmla="*/ 9585161 w 24377650"/>
              <a:gd name="connsiteY3104" fmla="*/ 685361 h 8304597"/>
              <a:gd name="connsiteX3105" fmla="*/ 9699133 w 24377650"/>
              <a:gd name="connsiteY3105" fmla="*/ 646840 h 8304597"/>
              <a:gd name="connsiteX3106" fmla="*/ 9623686 w 24377650"/>
              <a:gd name="connsiteY3106" fmla="*/ 609923 h 8304597"/>
              <a:gd name="connsiteX3107" fmla="*/ 9813104 w 24377650"/>
              <a:gd name="connsiteY3107" fmla="*/ 685361 h 8304597"/>
              <a:gd name="connsiteX3108" fmla="*/ 9890154 w 24377650"/>
              <a:gd name="connsiteY3108" fmla="*/ 609923 h 8304597"/>
              <a:gd name="connsiteX3109" fmla="*/ 10305647 w 24377650"/>
              <a:gd name="connsiteY3109" fmla="*/ 656314 h 8304597"/>
              <a:gd name="connsiteX3110" fmla="*/ 10369487 w 24377650"/>
              <a:gd name="connsiteY3110" fmla="*/ 648650 h 8304597"/>
              <a:gd name="connsiteX3111" fmla="*/ 10370722 w 24377650"/>
              <a:gd name="connsiteY3111" fmla="*/ 651655 h 8304597"/>
              <a:gd name="connsiteX3112" fmla="*/ 10384567 w 24377650"/>
              <a:gd name="connsiteY3112" fmla="*/ 685361 h 8304597"/>
              <a:gd name="connsiteX3113" fmla="*/ 10500143 w 24377650"/>
              <a:gd name="connsiteY3113" fmla="*/ 646840 h 8304597"/>
              <a:gd name="connsiteX3114" fmla="*/ 10575589 w 24377650"/>
              <a:gd name="connsiteY3114" fmla="*/ 646840 h 8304597"/>
              <a:gd name="connsiteX3115" fmla="*/ 10766612 w 24377650"/>
              <a:gd name="connsiteY3115" fmla="*/ 609923 h 8304597"/>
              <a:gd name="connsiteX3116" fmla="*/ 10917504 w 24377650"/>
              <a:gd name="connsiteY3116" fmla="*/ 646840 h 8304597"/>
              <a:gd name="connsiteX3117" fmla="*/ 11031475 w 24377650"/>
              <a:gd name="connsiteY3117" fmla="*/ 609923 h 8304597"/>
              <a:gd name="connsiteX3118" fmla="*/ 10992950 w 24377650"/>
              <a:gd name="connsiteY3118" fmla="*/ 646840 h 8304597"/>
              <a:gd name="connsiteX3119" fmla="*/ 11413521 w 24377650"/>
              <a:gd name="connsiteY3119" fmla="*/ 609923 h 8304597"/>
              <a:gd name="connsiteX3120" fmla="*/ 11679990 w 24377650"/>
              <a:gd name="connsiteY3120" fmla="*/ 609923 h 8304597"/>
              <a:gd name="connsiteX3121" fmla="*/ 11830882 w 24377650"/>
              <a:gd name="connsiteY3121" fmla="*/ 646840 h 8304597"/>
              <a:gd name="connsiteX3122" fmla="*/ 12098956 w 24377650"/>
              <a:gd name="connsiteY3122" fmla="*/ 685361 h 8304597"/>
              <a:gd name="connsiteX3123" fmla="*/ 12708944 w 24377650"/>
              <a:gd name="connsiteY3123" fmla="*/ 646840 h 8304597"/>
              <a:gd name="connsiteX3124" fmla="*/ 12936888 w 24377650"/>
              <a:gd name="connsiteY3124" fmla="*/ 646840 h 8304597"/>
              <a:gd name="connsiteX3125" fmla="*/ 12975414 w 24377650"/>
              <a:gd name="connsiteY3125" fmla="*/ 609923 h 8304597"/>
              <a:gd name="connsiteX3126" fmla="*/ 13127910 w 24377650"/>
              <a:gd name="connsiteY3126" fmla="*/ 609923 h 8304597"/>
              <a:gd name="connsiteX3127" fmla="*/ 13165834 w 24377650"/>
              <a:gd name="connsiteY3127" fmla="*/ 609322 h 8304597"/>
              <a:gd name="connsiteX3128" fmla="*/ 13166408 w 24377650"/>
              <a:gd name="connsiteY3128" fmla="*/ 608875 h 8304597"/>
              <a:gd name="connsiteX3129" fmla="*/ 13166436 w 24377650"/>
              <a:gd name="connsiteY3129" fmla="*/ 609923 h 8304597"/>
              <a:gd name="connsiteX3130" fmla="*/ 13699374 w 24377650"/>
              <a:gd name="connsiteY3130" fmla="*/ 571402 h 8304597"/>
              <a:gd name="connsiteX3131" fmla="*/ 14004368 w 24377650"/>
              <a:gd name="connsiteY3131" fmla="*/ 532881 h 8304597"/>
              <a:gd name="connsiteX3132" fmla="*/ 14079814 w 24377650"/>
              <a:gd name="connsiteY3132" fmla="*/ 571402 h 8304597"/>
              <a:gd name="connsiteX3133" fmla="*/ 14156864 w 24377650"/>
              <a:gd name="connsiteY3133" fmla="*/ 532881 h 8304597"/>
              <a:gd name="connsiteX3134" fmla="*/ 14461860 w 24377650"/>
              <a:gd name="connsiteY3134" fmla="*/ 532881 h 8304597"/>
              <a:gd name="connsiteX3135" fmla="*/ 14652882 w 24377650"/>
              <a:gd name="connsiteY3135" fmla="*/ 494359 h 8304597"/>
              <a:gd name="connsiteX3136" fmla="*/ 15034928 w 24377650"/>
              <a:gd name="connsiteY3136" fmla="*/ 494359 h 8304597"/>
              <a:gd name="connsiteX3137" fmla="*/ 15034928 w 24377650"/>
              <a:gd name="connsiteY3137" fmla="*/ 457443 h 8304597"/>
              <a:gd name="connsiteX3138" fmla="*/ 15529340 w 24377650"/>
              <a:gd name="connsiteY3138" fmla="*/ 418921 h 8304597"/>
              <a:gd name="connsiteX3139" fmla="*/ 15643312 w 24377650"/>
              <a:gd name="connsiteY3139" fmla="*/ 494359 h 8304597"/>
              <a:gd name="connsiteX3140" fmla="*/ 15795808 w 24377650"/>
              <a:gd name="connsiteY3140" fmla="*/ 418921 h 8304597"/>
              <a:gd name="connsiteX3141" fmla="*/ 15948306 w 24377650"/>
              <a:gd name="connsiteY3141" fmla="*/ 457443 h 8304597"/>
              <a:gd name="connsiteX3142" fmla="*/ 16214774 w 24377650"/>
              <a:gd name="connsiteY3142" fmla="*/ 457443 h 8304597"/>
              <a:gd name="connsiteX3143" fmla="*/ 16328746 w 24377650"/>
              <a:gd name="connsiteY3143" fmla="*/ 494359 h 8304597"/>
              <a:gd name="connsiteX3144" fmla="*/ 16481242 w 24377650"/>
              <a:gd name="connsiteY3144" fmla="*/ 457443 h 8304597"/>
              <a:gd name="connsiteX3145" fmla="*/ 16672266 w 24377650"/>
              <a:gd name="connsiteY3145" fmla="*/ 494359 h 8304597"/>
              <a:gd name="connsiteX3146" fmla="*/ 17091232 w 24377650"/>
              <a:gd name="connsiteY3146" fmla="*/ 494359 h 8304597"/>
              <a:gd name="connsiteX3147" fmla="*/ 17129758 w 24377650"/>
              <a:gd name="connsiteY3147" fmla="*/ 532881 h 8304597"/>
              <a:gd name="connsiteX3148" fmla="*/ 17511802 w 24377650"/>
              <a:gd name="connsiteY3148" fmla="*/ 532881 h 8304597"/>
              <a:gd name="connsiteX3149" fmla="*/ 17434752 w 24377650"/>
              <a:gd name="connsiteY3149" fmla="*/ 457443 h 8304597"/>
              <a:gd name="connsiteX3150" fmla="*/ 17892244 w 24377650"/>
              <a:gd name="connsiteY3150" fmla="*/ 494359 h 8304597"/>
              <a:gd name="connsiteX3151" fmla="*/ 17739746 w 24377650"/>
              <a:gd name="connsiteY3151" fmla="*/ 418921 h 8304597"/>
              <a:gd name="connsiteX3152" fmla="*/ 17434752 w 24377650"/>
              <a:gd name="connsiteY3152" fmla="*/ 457443 h 8304597"/>
              <a:gd name="connsiteX3153" fmla="*/ 18349734 w 24377650"/>
              <a:gd name="connsiteY3153" fmla="*/ 304961 h 8304597"/>
              <a:gd name="connsiteX3154" fmla="*/ 17816798 w 24377650"/>
              <a:gd name="connsiteY3154" fmla="*/ 266440 h 8304597"/>
              <a:gd name="connsiteX3155" fmla="*/ 17587248 w 24377650"/>
              <a:gd name="connsiteY3155" fmla="*/ 304961 h 8304597"/>
              <a:gd name="connsiteX3156" fmla="*/ 17548724 w 24377650"/>
              <a:gd name="connsiteY3156" fmla="*/ 227918 h 8304597"/>
              <a:gd name="connsiteX3157" fmla="*/ 17129758 w 24377650"/>
              <a:gd name="connsiteY3157" fmla="*/ 341878 h 8304597"/>
              <a:gd name="connsiteX3158" fmla="*/ 16938734 w 24377650"/>
              <a:gd name="connsiteY3158" fmla="*/ 304961 h 8304597"/>
              <a:gd name="connsiteX3159" fmla="*/ 17015786 w 24377650"/>
              <a:gd name="connsiteY3159" fmla="*/ 304961 h 8304597"/>
              <a:gd name="connsiteX3160" fmla="*/ 16786238 w 24377650"/>
              <a:gd name="connsiteY3160" fmla="*/ 304961 h 8304597"/>
              <a:gd name="connsiteX3161" fmla="*/ 16405796 w 24377650"/>
              <a:gd name="connsiteY3161" fmla="*/ 341878 h 8304597"/>
              <a:gd name="connsiteX3162" fmla="*/ 15948306 w 24377650"/>
              <a:gd name="connsiteY3162" fmla="*/ 341878 h 8304597"/>
              <a:gd name="connsiteX3163" fmla="*/ 15872860 w 24377650"/>
              <a:gd name="connsiteY3163" fmla="*/ 304961 h 8304597"/>
              <a:gd name="connsiteX3164" fmla="*/ 15376842 w 24377650"/>
              <a:gd name="connsiteY3164" fmla="*/ 304961 h 8304597"/>
              <a:gd name="connsiteX3165" fmla="*/ 15795808 w 24377650"/>
              <a:gd name="connsiteY3165" fmla="*/ 227918 h 8304597"/>
              <a:gd name="connsiteX3166" fmla="*/ 15757282 w 24377650"/>
              <a:gd name="connsiteY3166" fmla="*/ 191002 h 8304597"/>
              <a:gd name="connsiteX3167" fmla="*/ 15604786 w 24377650"/>
              <a:gd name="connsiteY3167" fmla="*/ 191002 h 8304597"/>
              <a:gd name="connsiteX3168" fmla="*/ 15376842 w 24377650"/>
              <a:gd name="connsiteY3168" fmla="*/ 227918 h 8304597"/>
              <a:gd name="connsiteX3169" fmla="*/ 15147294 w 24377650"/>
              <a:gd name="connsiteY3169" fmla="*/ 304961 h 8304597"/>
              <a:gd name="connsiteX3170" fmla="*/ 15071848 w 24377650"/>
              <a:gd name="connsiteY3170" fmla="*/ 266440 h 8304597"/>
              <a:gd name="connsiteX3171" fmla="*/ 15909780 w 24377650"/>
              <a:gd name="connsiteY3171" fmla="*/ 152480 h 8304597"/>
              <a:gd name="connsiteX3172" fmla="*/ 16062278 w 24377650"/>
              <a:gd name="connsiteY3172" fmla="*/ 152480 h 8304597"/>
              <a:gd name="connsiteX3173" fmla="*/ 16176248 w 24377650"/>
              <a:gd name="connsiteY3173" fmla="*/ 227918 h 8304597"/>
              <a:gd name="connsiteX3174" fmla="*/ 16253300 w 24377650"/>
              <a:gd name="connsiteY3174" fmla="*/ 152480 h 8304597"/>
              <a:gd name="connsiteX3175" fmla="*/ 16291826 w 24377650"/>
              <a:gd name="connsiteY3175" fmla="*/ 191002 h 8304597"/>
              <a:gd name="connsiteX3176" fmla="*/ 16405796 w 24377650"/>
              <a:gd name="connsiteY3176" fmla="*/ 152480 h 8304597"/>
              <a:gd name="connsiteX3177" fmla="*/ 16444322 w 24377650"/>
              <a:gd name="connsiteY3177" fmla="*/ 152480 h 8304597"/>
              <a:gd name="connsiteX3178" fmla="*/ 17054312 w 24377650"/>
              <a:gd name="connsiteY3178" fmla="*/ 113959 h 8304597"/>
              <a:gd name="connsiteX3179" fmla="*/ 17587248 w 24377650"/>
              <a:gd name="connsiteY3179" fmla="*/ 113959 h 8304597"/>
              <a:gd name="connsiteX3180" fmla="*/ 17853718 w 24377650"/>
              <a:gd name="connsiteY3180" fmla="*/ 113959 h 8304597"/>
              <a:gd name="connsiteX3181" fmla="*/ 17930768 w 24377650"/>
              <a:gd name="connsiteY3181" fmla="*/ 75437 h 8304597"/>
              <a:gd name="connsiteX3182" fmla="*/ 17924748 w 24377650"/>
              <a:gd name="connsiteY3182" fmla="*/ 54095 h 8304597"/>
              <a:gd name="connsiteX3183" fmla="*/ 17924568 w 24377650"/>
              <a:gd name="connsiteY3183" fmla="*/ 53945 h 8304597"/>
              <a:gd name="connsiteX3184" fmla="*/ 17954646 w 24377650"/>
              <a:gd name="connsiteY3184" fmla="*/ 52365 h 8304597"/>
              <a:gd name="connsiteX3185" fmla="*/ 18044740 w 24377650"/>
              <a:gd name="connsiteY3185" fmla="*/ 38521 h 8304597"/>
              <a:gd name="connsiteX3186" fmla="*/ 18618788 w 24377650"/>
              <a:gd name="connsiteY3186" fmla="*/ 38521 h 8304597"/>
              <a:gd name="connsiteX3187" fmla="*/ 18730176 w 24377650"/>
              <a:gd name="connsiteY3187" fmla="*/ 38521 h 8304597"/>
              <a:gd name="connsiteX3188" fmla="*/ 18730176 w 24377650"/>
              <a:gd name="connsiteY3188" fmla="*/ 75437 h 8304597"/>
              <a:gd name="connsiteX3189" fmla="*/ 18768700 w 24377650"/>
              <a:gd name="connsiteY3189" fmla="*/ 75437 h 8304597"/>
              <a:gd name="connsiteX3190" fmla="*/ 18768700 w 24377650"/>
              <a:gd name="connsiteY3190" fmla="*/ 113959 h 8304597"/>
              <a:gd name="connsiteX3191" fmla="*/ 19264718 w 24377650"/>
              <a:gd name="connsiteY3191" fmla="*/ 113959 h 8304597"/>
              <a:gd name="connsiteX3192" fmla="*/ 19226192 w 24377650"/>
              <a:gd name="connsiteY3192" fmla="*/ 75437 h 8304597"/>
              <a:gd name="connsiteX3193" fmla="*/ 19797656 w 24377650"/>
              <a:gd name="connsiteY3193" fmla="*/ 38521 h 8304597"/>
              <a:gd name="connsiteX3194" fmla="*/ 19836180 w 24377650"/>
              <a:gd name="connsiteY3194" fmla="*/ 0 h 830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Lst>
            <a:rect l="l" t="t" r="r" b="b"/>
            <a:pathLst>
              <a:path w="24377650" h="8304596">
                <a:moveTo>
                  <a:pt x="13890396" y="7962719"/>
                </a:moveTo>
                <a:cubicBezTo>
                  <a:pt x="13814950" y="7962719"/>
                  <a:pt x="13851870" y="8039762"/>
                  <a:pt x="13814950" y="8039762"/>
                </a:cubicBezTo>
                <a:cubicBezTo>
                  <a:pt x="13890396" y="8039762"/>
                  <a:pt x="13890396" y="7999635"/>
                  <a:pt x="13890396" y="7962719"/>
                </a:cubicBezTo>
                <a:close/>
                <a:moveTo>
                  <a:pt x="14760458" y="7723063"/>
                </a:moveTo>
                <a:cubicBezTo>
                  <a:pt x="14764546" y="7722060"/>
                  <a:pt x="14766854" y="7724768"/>
                  <a:pt x="14766854" y="7734800"/>
                </a:cubicBezTo>
                <a:lnTo>
                  <a:pt x="14757792" y="7724707"/>
                </a:lnTo>
                <a:close/>
                <a:moveTo>
                  <a:pt x="17359306" y="7657757"/>
                </a:moveTo>
                <a:cubicBezTo>
                  <a:pt x="17282254" y="7657757"/>
                  <a:pt x="17320780" y="7694673"/>
                  <a:pt x="17243728" y="7694673"/>
                </a:cubicBezTo>
                <a:cubicBezTo>
                  <a:pt x="17282254" y="7734800"/>
                  <a:pt x="17359306" y="7694673"/>
                  <a:pt x="17320780" y="7734800"/>
                </a:cubicBezTo>
                <a:cubicBezTo>
                  <a:pt x="17320780" y="7734800"/>
                  <a:pt x="17320780" y="7734800"/>
                  <a:pt x="17396226" y="7734800"/>
                </a:cubicBezTo>
                <a:cubicBezTo>
                  <a:pt x="17396226" y="7694673"/>
                  <a:pt x="17359306" y="7694673"/>
                  <a:pt x="17359306" y="7657757"/>
                </a:cubicBezTo>
                <a:close/>
                <a:moveTo>
                  <a:pt x="13583520" y="7413486"/>
                </a:moveTo>
                <a:cubicBezTo>
                  <a:pt x="13558012" y="7409574"/>
                  <a:pt x="13479455" y="7439067"/>
                  <a:pt x="13508350" y="7466754"/>
                </a:cubicBezTo>
                <a:cubicBezTo>
                  <a:pt x="13546876" y="7429838"/>
                  <a:pt x="13546876" y="7429838"/>
                  <a:pt x="13585402" y="7429838"/>
                </a:cubicBezTo>
                <a:cubicBezTo>
                  <a:pt x="13594632" y="7419806"/>
                  <a:pt x="13592023" y="7414790"/>
                  <a:pt x="13583520" y="7413486"/>
                </a:cubicBezTo>
                <a:close/>
                <a:moveTo>
                  <a:pt x="15834334" y="7389711"/>
                </a:moveTo>
                <a:cubicBezTo>
                  <a:pt x="15872860" y="7389711"/>
                  <a:pt x="15872860" y="7429838"/>
                  <a:pt x="15948306" y="7429838"/>
                </a:cubicBezTo>
                <a:cubicBezTo>
                  <a:pt x="15909780" y="7429838"/>
                  <a:pt x="15872860" y="7429838"/>
                  <a:pt x="15872860" y="7429838"/>
                </a:cubicBezTo>
                <a:cubicBezTo>
                  <a:pt x="15834334" y="7389711"/>
                  <a:pt x="15795808" y="7429838"/>
                  <a:pt x="15757282" y="7429838"/>
                </a:cubicBezTo>
                <a:cubicBezTo>
                  <a:pt x="15795808" y="7389711"/>
                  <a:pt x="15834334" y="7389711"/>
                  <a:pt x="15834334" y="7389711"/>
                </a:cubicBezTo>
                <a:close/>
                <a:moveTo>
                  <a:pt x="18011594" y="7200313"/>
                </a:moveTo>
                <a:lnTo>
                  <a:pt x="18121792" y="7200313"/>
                </a:lnTo>
                <a:cubicBezTo>
                  <a:pt x="18102530" y="7218772"/>
                  <a:pt x="18064404" y="7218772"/>
                  <a:pt x="18031096" y="7209342"/>
                </a:cubicBezTo>
                <a:close/>
                <a:moveTo>
                  <a:pt x="17778272" y="7200313"/>
                </a:moveTo>
                <a:cubicBezTo>
                  <a:pt x="17816798" y="7237230"/>
                  <a:pt x="17816798" y="7200313"/>
                  <a:pt x="17853718" y="7200313"/>
                </a:cubicBezTo>
                <a:cubicBezTo>
                  <a:pt x="17853718" y="7237230"/>
                  <a:pt x="17816798" y="7237230"/>
                  <a:pt x="17816798" y="7237230"/>
                </a:cubicBezTo>
                <a:cubicBezTo>
                  <a:pt x="17778272" y="7237230"/>
                  <a:pt x="17778272" y="7200313"/>
                  <a:pt x="17778272" y="7200313"/>
                </a:cubicBezTo>
                <a:close/>
                <a:moveTo>
                  <a:pt x="18010608" y="7199857"/>
                </a:moveTo>
                <a:lnTo>
                  <a:pt x="18011594" y="7200313"/>
                </a:lnTo>
                <a:lnTo>
                  <a:pt x="18006214" y="7200313"/>
                </a:lnTo>
                <a:close/>
                <a:moveTo>
                  <a:pt x="17282254" y="7161792"/>
                </a:moveTo>
                <a:cubicBezTo>
                  <a:pt x="17282254" y="7161792"/>
                  <a:pt x="17282254" y="7161792"/>
                  <a:pt x="17282254" y="7200313"/>
                </a:cubicBezTo>
                <a:cubicBezTo>
                  <a:pt x="17320780" y="7200313"/>
                  <a:pt x="17359306" y="7161792"/>
                  <a:pt x="17396226" y="7161792"/>
                </a:cubicBezTo>
                <a:cubicBezTo>
                  <a:pt x="17359306" y="7161792"/>
                  <a:pt x="17320780" y="7161792"/>
                  <a:pt x="17282254" y="7161792"/>
                </a:cubicBezTo>
                <a:close/>
                <a:moveTo>
                  <a:pt x="17206808" y="7086354"/>
                </a:moveTo>
                <a:cubicBezTo>
                  <a:pt x="17168282" y="7086354"/>
                  <a:pt x="17129758" y="7086354"/>
                  <a:pt x="17091232" y="7124875"/>
                </a:cubicBezTo>
                <a:cubicBezTo>
                  <a:pt x="17168282" y="7086354"/>
                  <a:pt x="17129758" y="7161792"/>
                  <a:pt x="17206808" y="7161792"/>
                </a:cubicBezTo>
                <a:cubicBezTo>
                  <a:pt x="17206808" y="7124875"/>
                  <a:pt x="17243728" y="7124875"/>
                  <a:pt x="17206808" y="7086354"/>
                </a:cubicBezTo>
                <a:close/>
                <a:moveTo>
                  <a:pt x="10728086" y="7047833"/>
                </a:moveTo>
                <a:cubicBezTo>
                  <a:pt x="10689562" y="7086354"/>
                  <a:pt x="10652641" y="7086354"/>
                  <a:pt x="10652641" y="7086354"/>
                </a:cubicBezTo>
                <a:cubicBezTo>
                  <a:pt x="10689562" y="7124875"/>
                  <a:pt x="10766612" y="7124875"/>
                  <a:pt x="10728086" y="7047833"/>
                </a:cubicBezTo>
                <a:close/>
                <a:moveTo>
                  <a:pt x="21780118" y="6933873"/>
                </a:moveTo>
                <a:cubicBezTo>
                  <a:pt x="21703068" y="6972395"/>
                  <a:pt x="21666148" y="6895351"/>
                  <a:pt x="21666148" y="6972395"/>
                </a:cubicBezTo>
                <a:cubicBezTo>
                  <a:pt x="21741594" y="6972395"/>
                  <a:pt x="21780118" y="7009311"/>
                  <a:pt x="21780118" y="6933873"/>
                </a:cubicBezTo>
                <a:close/>
                <a:moveTo>
                  <a:pt x="18813768" y="6896986"/>
                </a:moveTo>
                <a:lnTo>
                  <a:pt x="18826490" y="6900166"/>
                </a:lnTo>
                <a:lnTo>
                  <a:pt x="18832052" y="6904970"/>
                </a:lnTo>
                <a:lnTo>
                  <a:pt x="18823478" y="6906186"/>
                </a:lnTo>
                <a:close/>
                <a:moveTo>
                  <a:pt x="16749316" y="6895351"/>
                </a:moveTo>
                <a:cubicBezTo>
                  <a:pt x="16749316" y="6933873"/>
                  <a:pt x="16633740" y="6933873"/>
                  <a:pt x="16672266" y="6972395"/>
                </a:cubicBezTo>
                <a:cubicBezTo>
                  <a:pt x="16710792" y="6933873"/>
                  <a:pt x="16824762" y="6933873"/>
                  <a:pt x="16749316" y="6895351"/>
                </a:cubicBezTo>
                <a:close/>
                <a:moveTo>
                  <a:pt x="18807828" y="6884517"/>
                </a:moveTo>
                <a:cubicBezTo>
                  <a:pt x="18808430" y="6885721"/>
                  <a:pt x="18809634" y="6890536"/>
                  <a:pt x="18812042" y="6895351"/>
                </a:cubicBezTo>
                <a:lnTo>
                  <a:pt x="18813768" y="6896986"/>
                </a:lnTo>
                <a:lnTo>
                  <a:pt x="18807226" y="6895351"/>
                </a:lnTo>
                <a:cubicBezTo>
                  <a:pt x="18807226" y="6885721"/>
                  <a:pt x="18807226" y="6883313"/>
                  <a:pt x="18807828" y="6884517"/>
                </a:cubicBezTo>
                <a:close/>
                <a:moveTo>
                  <a:pt x="9548756" y="6874222"/>
                </a:moveTo>
                <a:lnTo>
                  <a:pt x="9570714" y="6876091"/>
                </a:lnTo>
                <a:cubicBezTo>
                  <a:pt x="9594792" y="6876090"/>
                  <a:pt x="9623686" y="6876090"/>
                  <a:pt x="9623686" y="6895351"/>
                </a:cubicBezTo>
                <a:cubicBezTo>
                  <a:pt x="9594792" y="6909797"/>
                  <a:pt x="9576733" y="6902800"/>
                  <a:pt x="9561468" y="6888411"/>
                </a:cubicBezTo>
                <a:close/>
                <a:moveTo>
                  <a:pt x="9543709" y="6868532"/>
                </a:moveTo>
                <a:lnTo>
                  <a:pt x="9546835" y="6872078"/>
                </a:lnTo>
                <a:lnTo>
                  <a:pt x="9548756" y="6874222"/>
                </a:lnTo>
                <a:lnTo>
                  <a:pt x="9542421" y="6873683"/>
                </a:lnTo>
                <a:close/>
                <a:moveTo>
                  <a:pt x="18436784" y="6786879"/>
                </a:moveTo>
                <a:lnTo>
                  <a:pt x="18446938" y="6792452"/>
                </a:lnTo>
                <a:cubicBezTo>
                  <a:pt x="18459694" y="6800352"/>
                  <a:pt x="18452470" y="6799449"/>
                  <a:pt x="18445246" y="6795837"/>
                </a:cubicBezTo>
                <a:close/>
                <a:moveTo>
                  <a:pt x="18998250" y="6742871"/>
                </a:moveTo>
                <a:cubicBezTo>
                  <a:pt x="18998250" y="6781392"/>
                  <a:pt x="19035170" y="6781392"/>
                  <a:pt x="19035170" y="6819913"/>
                </a:cubicBezTo>
                <a:cubicBezTo>
                  <a:pt x="19073694" y="6819913"/>
                  <a:pt x="19073694" y="6856830"/>
                  <a:pt x="19150746" y="6819913"/>
                </a:cubicBezTo>
                <a:cubicBezTo>
                  <a:pt x="19112220" y="6781392"/>
                  <a:pt x="19187666" y="6781392"/>
                  <a:pt x="19226192" y="6781392"/>
                </a:cubicBezTo>
                <a:cubicBezTo>
                  <a:pt x="19187666" y="6704349"/>
                  <a:pt x="19073694" y="6781392"/>
                  <a:pt x="18998250" y="6742871"/>
                </a:cubicBezTo>
                <a:close/>
                <a:moveTo>
                  <a:pt x="9318691" y="6742871"/>
                </a:moveTo>
                <a:cubicBezTo>
                  <a:pt x="9346382" y="6771762"/>
                  <a:pt x="9396646" y="6800653"/>
                  <a:pt x="9451876" y="6797041"/>
                </a:cubicBezTo>
                <a:lnTo>
                  <a:pt x="9474508" y="6790743"/>
                </a:lnTo>
                <a:lnTo>
                  <a:pt x="9476957" y="6797643"/>
                </a:lnTo>
                <a:cubicBezTo>
                  <a:pt x="9487341" y="6803060"/>
                  <a:pt x="9508109" y="6781392"/>
                  <a:pt x="9508109" y="6781392"/>
                </a:cubicBezTo>
                <a:lnTo>
                  <a:pt x="9474508" y="6790743"/>
                </a:lnTo>
                <a:lnTo>
                  <a:pt x="9471188" y="6781392"/>
                </a:lnTo>
                <a:cubicBezTo>
                  <a:pt x="9508109" y="6781392"/>
                  <a:pt x="9585161" y="6781392"/>
                  <a:pt x="9585161" y="6742871"/>
                </a:cubicBezTo>
                <a:cubicBezTo>
                  <a:pt x="9471188" y="6781392"/>
                  <a:pt x="9394138" y="6742871"/>
                  <a:pt x="9318691" y="6742871"/>
                </a:cubicBezTo>
                <a:close/>
                <a:moveTo>
                  <a:pt x="18044740" y="6704349"/>
                </a:moveTo>
                <a:cubicBezTo>
                  <a:pt x="18121792" y="6704349"/>
                  <a:pt x="18083266" y="6742871"/>
                  <a:pt x="18158712" y="6742871"/>
                </a:cubicBezTo>
                <a:cubicBezTo>
                  <a:pt x="18121792" y="6742871"/>
                  <a:pt x="18083266" y="6742871"/>
                  <a:pt x="18044740" y="6704349"/>
                </a:cubicBezTo>
                <a:close/>
                <a:moveTo>
                  <a:pt x="17015786" y="6704349"/>
                </a:moveTo>
                <a:cubicBezTo>
                  <a:pt x="16977260" y="6704349"/>
                  <a:pt x="16977260" y="6742871"/>
                  <a:pt x="16977260" y="6742871"/>
                </a:cubicBezTo>
                <a:cubicBezTo>
                  <a:pt x="17015786" y="6704349"/>
                  <a:pt x="17091232" y="6742871"/>
                  <a:pt x="17091232" y="6704349"/>
                </a:cubicBezTo>
                <a:cubicBezTo>
                  <a:pt x="17091232" y="6704349"/>
                  <a:pt x="17091232" y="6704349"/>
                  <a:pt x="17015786" y="6704349"/>
                </a:cubicBezTo>
                <a:close/>
                <a:moveTo>
                  <a:pt x="16938734" y="6704349"/>
                </a:moveTo>
                <a:cubicBezTo>
                  <a:pt x="16901814" y="6704349"/>
                  <a:pt x="16863288" y="6704349"/>
                  <a:pt x="16863288" y="6742871"/>
                </a:cubicBezTo>
                <a:cubicBezTo>
                  <a:pt x="16901814" y="6704349"/>
                  <a:pt x="16901814" y="6742871"/>
                  <a:pt x="16938734" y="6742871"/>
                </a:cubicBezTo>
                <a:cubicBezTo>
                  <a:pt x="16938734" y="6742871"/>
                  <a:pt x="16938734" y="6742871"/>
                  <a:pt x="16938734" y="6704349"/>
                </a:cubicBezTo>
                <a:close/>
                <a:moveTo>
                  <a:pt x="18034462" y="6693797"/>
                </a:moveTo>
                <a:lnTo>
                  <a:pt x="18030292" y="6700337"/>
                </a:lnTo>
                <a:cubicBezTo>
                  <a:pt x="18025476" y="6714381"/>
                  <a:pt x="18025476" y="6723610"/>
                  <a:pt x="18006214" y="6704349"/>
                </a:cubicBezTo>
                <a:close/>
                <a:moveTo>
                  <a:pt x="17129758" y="6667433"/>
                </a:moveTo>
                <a:cubicBezTo>
                  <a:pt x="17129758" y="6704349"/>
                  <a:pt x="17091232" y="6704349"/>
                  <a:pt x="17091232" y="6742871"/>
                </a:cubicBezTo>
                <a:cubicBezTo>
                  <a:pt x="17168282" y="6742871"/>
                  <a:pt x="17129758" y="6781392"/>
                  <a:pt x="17168282" y="6781392"/>
                </a:cubicBezTo>
                <a:cubicBezTo>
                  <a:pt x="17206808" y="6781392"/>
                  <a:pt x="17243728" y="6742871"/>
                  <a:pt x="17282254" y="6742871"/>
                </a:cubicBezTo>
                <a:cubicBezTo>
                  <a:pt x="17359306" y="6819913"/>
                  <a:pt x="17206808" y="6819913"/>
                  <a:pt x="17282254" y="6856830"/>
                </a:cubicBezTo>
                <a:cubicBezTo>
                  <a:pt x="17129758" y="6895351"/>
                  <a:pt x="17015786" y="6856830"/>
                  <a:pt x="16786238" y="6895351"/>
                </a:cubicBezTo>
                <a:cubicBezTo>
                  <a:pt x="16786238" y="6933873"/>
                  <a:pt x="16824762" y="6895351"/>
                  <a:pt x="16824762" y="6933873"/>
                </a:cubicBezTo>
                <a:cubicBezTo>
                  <a:pt x="16749316" y="6933873"/>
                  <a:pt x="16710792" y="6972395"/>
                  <a:pt x="16710792" y="7009311"/>
                </a:cubicBezTo>
                <a:cubicBezTo>
                  <a:pt x="16786238" y="7047833"/>
                  <a:pt x="16863288" y="7009311"/>
                  <a:pt x="16824762" y="7086354"/>
                </a:cubicBezTo>
                <a:cubicBezTo>
                  <a:pt x="16901814" y="7047833"/>
                  <a:pt x="16901814" y="7086354"/>
                  <a:pt x="16938734" y="7086354"/>
                </a:cubicBezTo>
                <a:cubicBezTo>
                  <a:pt x="16977260" y="7047833"/>
                  <a:pt x="16938734" y="7047833"/>
                  <a:pt x="16901814" y="7047833"/>
                </a:cubicBezTo>
                <a:cubicBezTo>
                  <a:pt x="17054312" y="7047833"/>
                  <a:pt x="17168282" y="6972395"/>
                  <a:pt x="17243728" y="7009311"/>
                </a:cubicBezTo>
                <a:cubicBezTo>
                  <a:pt x="17282254" y="7047833"/>
                  <a:pt x="17243728" y="7047833"/>
                  <a:pt x="17243728" y="7047833"/>
                </a:cubicBezTo>
                <a:cubicBezTo>
                  <a:pt x="17282254" y="7086354"/>
                  <a:pt x="17320780" y="7047833"/>
                  <a:pt x="17359306" y="7047833"/>
                </a:cubicBezTo>
                <a:cubicBezTo>
                  <a:pt x="17320780" y="7047833"/>
                  <a:pt x="17320780" y="7086354"/>
                  <a:pt x="17359306" y="7086354"/>
                </a:cubicBezTo>
                <a:cubicBezTo>
                  <a:pt x="17359306" y="7047833"/>
                  <a:pt x="17359306" y="7047833"/>
                  <a:pt x="17359306" y="7047833"/>
                </a:cubicBezTo>
                <a:cubicBezTo>
                  <a:pt x="17396226" y="7047833"/>
                  <a:pt x="17396226" y="7086354"/>
                  <a:pt x="17473278" y="7086354"/>
                </a:cubicBezTo>
                <a:cubicBezTo>
                  <a:pt x="17396226" y="7009311"/>
                  <a:pt x="17511802" y="7047833"/>
                  <a:pt x="17511802" y="7009311"/>
                </a:cubicBezTo>
                <a:cubicBezTo>
                  <a:pt x="17434752" y="7009311"/>
                  <a:pt x="17396226" y="7009311"/>
                  <a:pt x="17359306" y="7009311"/>
                </a:cubicBezTo>
                <a:cubicBezTo>
                  <a:pt x="17396226" y="7009311"/>
                  <a:pt x="17359306" y="7009311"/>
                  <a:pt x="17359306" y="6972395"/>
                </a:cubicBezTo>
                <a:cubicBezTo>
                  <a:pt x="17396226" y="6972395"/>
                  <a:pt x="17434752" y="6972395"/>
                  <a:pt x="17434752" y="6933873"/>
                </a:cubicBezTo>
                <a:cubicBezTo>
                  <a:pt x="17320780" y="6933873"/>
                  <a:pt x="17320780" y="6895351"/>
                  <a:pt x="17282254" y="6895351"/>
                </a:cubicBezTo>
                <a:cubicBezTo>
                  <a:pt x="17359306" y="6895351"/>
                  <a:pt x="17396226" y="6895351"/>
                  <a:pt x="17434752" y="6856830"/>
                </a:cubicBezTo>
                <a:cubicBezTo>
                  <a:pt x="17434752" y="6856830"/>
                  <a:pt x="17359306" y="6856830"/>
                  <a:pt x="17320780" y="6856830"/>
                </a:cubicBezTo>
                <a:cubicBezTo>
                  <a:pt x="17359306" y="6819913"/>
                  <a:pt x="17396226" y="6819913"/>
                  <a:pt x="17434752" y="6819913"/>
                </a:cubicBezTo>
                <a:cubicBezTo>
                  <a:pt x="17434752" y="6819913"/>
                  <a:pt x="17473278" y="6819913"/>
                  <a:pt x="17473278" y="6781392"/>
                </a:cubicBezTo>
                <a:cubicBezTo>
                  <a:pt x="17473278" y="6742871"/>
                  <a:pt x="17473278" y="6704349"/>
                  <a:pt x="17434752" y="6704349"/>
                </a:cubicBezTo>
                <a:cubicBezTo>
                  <a:pt x="17434752" y="6742871"/>
                  <a:pt x="17396226" y="6742871"/>
                  <a:pt x="17434752" y="6781392"/>
                </a:cubicBezTo>
                <a:lnTo>
                  <a:pt x="17473278" y="6781392"/>
                </a:lnTo>
                <a:cubicBezTo>
                  <a:pt x="17434752" y="6781392"/>
                  <a:pt x="17359306" y="6819913"/>
                  <a:pt x="17359306" y="6781392"/>
                </a:cubicBezTo>
                <a:cubicBezTo>
                  <a:pt x="17396226" y="6742871"/>
                  <a:pt x="17320780" y="6781392"/>
                  <a:pt x="17320780" y="6704349"/>
                </a:cubicBezTo>
                <a:cubicBezTo>
                  <a:pt x="17282254" y="6704349"/>
                  <a:pt x="17168282" y="6704349"/>
                  <a:pt x="17168282" y="6742871"/>
                </a:cubicBezTo>
                <a:cubicBezTo>
                  <a:pt x="17168282" y="6704349"/>
                  <a:pt x="17206808" y="6704349"/>
                  <a:pt x="17168282" y="6704349"/>
                </a:cubicBezTo>
                <a:cubicBezTo>
                  <a:pt x="17091232" y="6704349"/>
                  <a:pt x="17206808" y="6667433"/>
                  <a:pt x="17129758" y="6667433"/>
                </a:cubicBezTo>
                <a:close/>
                <a:moveTo>
                  <a:pt x="19085734" y="6651182"/>
                </a:moveTo>
                <a:cubicBezTo>
                  <a:pt x="19078510" y="6652987"/>
                  <a:pt x="19073694" y="6657802"/>
                  <a:pt x="19073694" y="6667433"/>
                </a:cubicBezTo>
                <a:cubicBezTo>
                  <a:pt x="19073694" y="6667433"/>
                  <a:pt x="19150746" y="6704349"/>
                  <a:pt x="19150746" y="6667433"/>
                </a:cubicBezTo>
                <a:cubicBezTo>
                  <a:pt x="19150746" y="6667433"/>
                  <a:pt x="19107404" y="6645764"/>
                  <a:pt x="19085734" y="6651182"/>
                </a:cubicBezTo>
                <a:close/>
                <a:moveTo>
                  <a:pt x="21475124" y="6628911"/>
                </a:moveTo>
                <a:lnTo>
                  <a:pt x="21490406" y="6630963"/>
                </a:lnTo>
                <a:lnTo>
                  <a:pt x="21475124" y="6632030"/>
                </a:lnTo>
                <a:close/>
                <a:moveTo>
                  <a:pt x="22672674" y="6604740"/>
                </a:moveTo>
                <a:lnTo>
                  <a:pt x="22672830" y="6606064"/>
                </a:lnTo>
                <a:cubicBezTo>
                  <a:pt x="22671024" y="6612058"/>
                  <a:pt x="22666208" y="6619281"/>
                  <a:pt x="22656576" y="6628911"/>
                </a:cubicBezTo>
                <a:cubicBezTo>
                  <a:pt x="22656576" y="6619281"/>
                  <a:pt x="22661292" y="6612058"/>
                  <a:pt x="22668364" y="6606640"/>
                </a:cubicBezTo>
                <a:close/>
                <a:moveTo>
                  <a:pt x="22656576" y="6553473"/>
                </a:moveTo>
                <a:cubicBezTo>
                  <a:pt x="22695102" y="6553473"/>
                  <a:pt x="22732022" y="6590389"/>
                  <a:pt x="22732022" y="6590389"/>
                </a:cubicBezTo>
                <a:cubicBezTo>
                  <a:pt x="22732022" y="6590389"/>
                  <a:pt x="22713160" y="6590389"/>
                  <a:pt x="22694300" y="6595204"/>
                </a:cubicBezTo>
                <a:lnTo>
                  <a:pt x="22672674" y="6604740"/>
                </a:lnTo>
                <a:lnTo>
                  <a:pt x="22671024" y="6590590"/>
                </a:lnTo>
                <a:cubicBezTo>
                  <a:pt x="22666208" y="6581160"/>
                  <a:pt x="22656576" y="6571931"/>
                  <a:pt x="22656576" y="6553473"/>
                </a:cubicBezTo>
                <a:close/>
                <a:moveTo>
                  <a:pt x="6553275" y="6346821"/>
                </a:moveTo>
                <a:cubicBezTo>
                  <a:pt x="6542440" y="6348025"/>
                  <a:pt x="6535217" y="6352841"/>
                  <a:pt x="6535217" y="6362471"/>
                </a:cubicBezTo>
                <a:cubicBezTo>
                  <a:pt x="6612269" y="6362471"/>
                  <a:pt x="6612269" y="6400992"/>
                  <a:pt x="6650794" y="6400992"/>
                </a:cubicBezTo>
                <a:cubicBezTo>
                  <a:pt x="6650794" y="6372101"/>
                  <a:pt x="6585782" y="6343210"/>
                  <a:pt x="6553275" y="6346821"/>
                </a:cubicBezTo>
                <a:close/>
                <a:moveTo>
                  <a:pt x="1503075" y="6304489"/>
                </a:moveTo>
                <a:lnTo>
                  <a:pt x="1505218" y="6304688"/>
                </a:lnTo>
                <a:cubicBezTo>
                  <a:pt x="1524080" y="6304688"/>
                  <a:pt x="1542941" y="6304688"/>
                  <a:pt x="1542941" y="6323949"/>
                </a:cubicBezTo>
                <a:close/>
                <a:moveTo>
                  <a:pt x="1471110" y="6290596"/>
                </a:moveTo>
                <a:lnTo>
                  <a:pt x="1486682" y="6296487"/>
                </a:lnTo>
                <a:lnTo>
                  <a:pt x="1503075" y="6304489"/>
                </a:lnTo>
                <a:lnTo>
                  <a:pt x="1479283" y="6302280"/>
                </a:lnTo>
                <a:close/>
                <a:moveTo>
                  <a:pt x="7793720" y="6285427"/>
                </a:moveTo>
                <a:cubicBezTo>
                  <a:pt x="7755194" y="6285427"/>
                  <a:pt x="7718274" y="6285427"/>
                  <a:pt x="7678144" y="6323949"/>
                </a:cubicBezTo>
                <a:cubicBezTo>
                  <a:pt x="7718274" y="6323949"/>
                  <a:pt x="7830641" y="6323949"/>
                  <a:pt x="7793720" y="6285427"/>
                </a:cubicBezTo>
                <a:close/>
                <a:moveTo>
                  <a:pt x="5353766" y="6285427"/>
                </a:moveTo>
                <a:lnTo>
                  <a:pt x="5392291" y="6323949"/>
                </a:lnTo>
                <a:cubicBezTo>
                  <a:pt x="5392291" y="6323949"/>
                  <a:pt x="5392291" y="6323949"/>
                  <a:pt x="5278320" y="6323949"/>
                </a:cubicBezTo>
                <a:cubicBezTo>
                  <a:pt x="5278320" y="6285427"/>
                  <a:pt x="5353766" y="6323949"/>
                  <a:pt x="5353766" y="6285427"/>
                </a:cubicBezTo>
                <a:close/>
                <a:moveTo>
                  <a:pt x="1467495" y="6285427"/>
                </a:moveTo>
                <a:lnTo>
                  <a:pt x="1471110" y="6290596"/>
                </a:lnTo>
                <a:lnTo>
                  <a:pt x="1468484" y="6289602"/>
                </a:lnTo>
                <a:close/>
                <a:moveTo>
                  <a:pt x="1430883" y="6276051"/>
                </a:moveTo>
                <a:lnTo>
                  <a:pt x="1433584" y="6276399"/>
                </a:lnTo>
                <a:lnTo>
                  <a:pt x="1437251" y="6277786"/>
                </a:lnTo>
                <a:lnTo>
                  <a:pt x="1427364" y="6285427"/>
                </a:lnTo>
                <a:close/>
                <a:moveTo>
                  <a:pt x="6177050" y="6269853"/>
                </a:moveTo>
                <a:cubicBezTo>
                  <a:pt x="6171632" y="6271584"/>
                  <a:pt x="6164408" y="6276198"/>
                  <a:pt x="6154777" y="6285427"/>
                </a:cubicBezTo>
                <a:cubicBezTo>
                  <a:pt x="6154777" y="6323949"/>
                  <a:pt x="6268749" y="6323949"/>
                  <a:pt x="6268749" y="6285427"/>
                </a:cubicBezTo>
                <a:cubicBezTo>
                  <a:pt x="6231828" y="6248511"/>
                  <a:pt x="6231828" y="6285427"/>
                  <a:pt x="6193303" y="6285427"/>
                </a:cubicBezTo>
                <a:cubicBezTo>
                  <a:pt x="6193303" y="6285427"/>
                  <a:pt x="6193303" y="6264662"/>
                  <a:pt x="6177050" y="6269853"/>
                </a:cubicBezTo>
                <a:close/>
                <a:moveTo>
                  <a:pt x="1417065" y="6252275"/>
                </a:moveTo>
                <a:cubicBezTo>
                  <a:pt x="1429399" y="6250802"/>
                  <a:pt x="1436553" y="6253454"/>
                  <a:pt x="1435494" y="6263768"/>
                </a:cubicBezTo>
                <a:lnTo>
                  <a:pt x="1430883" y="6276051"/>
                </a:lnTo>
                <a:lnTo>
                  <a:pt x="1387409" y="6270455"/>
                </a:lnTo>
                <a:cubicBezTo>
                  <a:pt x="1373589" y="6271584"/>
                  <a:pt x="1361549" y="6276198"/>
                  <a:pt x="1351918" y="6285427"/>
                </a:cubicBezTo>
                <a:cubicBezTo>
                  <a:pt x="1351918" y="6314318"/>
                  <a:pt x="1373589" y="6299873"/>
                  <a:pt x="1416930" y="6290844"/>
                </a:cubicBezTo>
                <a:lnTo>
                  <a:pt x="1459665" y="6286266"/>
                </a:lnTo>
                <a:lnTo>
                  <a:pt x="1468484" y="6289602"/>
                </a:lnTo>
                <a:lnTo>
                  <a:pt x="1473129" y="6309202"/>
                </a:lnTo>
                <a:cubicBezTo>
                  <a:pt x="1468674" y="6353442"/>
                  <a:pt x="1351918" y="6323949"/>
                  <a:pt x="1351918" y="6323949"/>
                </a:cubicBezTo>
                <a:cubicBezTo>
                  <a:pt x="1314997" y="6285427"/>
                  <a:pt x="1237947" y="6323949"/>
                  <a:pt x="1162501" y="6323949"/>
                </a:cubicBezTo>
                <a:cubicBezTo>
                  <a:pt x="1199421" y="6285427"/>
                  <a:pt x="1274867" y="6323949"/>
                  <a:pt x="1274867" y="6285427"/>
                </a:cubicBezTo>
                <a:cubicBezTo>
                  <a:pt x="1323024" y="6285427"/>
                  <a:pt x="1386230" y="6255959"/>
                  <a:pt x="1417065" y="6252275"/>
                </a:cubicBezTo>
                <a:close/>
                <a:moveTo>
                  <a:pt x="6726240" y="6248511"/>
                </a:moveTo>
                <a:cubicBezTo>
                  <a:pt x="6726240" y="6285427"/>
                  <a:pt x="6764766" y="6323949"/>
                  <a:pt x="6840212" y="6323949"/>
                </a:cubicBezTo>
                <a:cubicBezTo>
                  <a:pt x="6840212" y="6248511"/>
                  <a:pt x="6764766" y="6285427"/>
                  <a:pt x="6726240" y="6248511"/>
                </a:cubicBezTo>
                <a:close/>
                <a:moveTo>
                  <a:pt x="3486879" y="6238231"/>
                </a:moveTo>
                <a:lnTo>
                  <a:pt x="3493042" y="6245201"/>
                </a:lnTo>
                <a:cubicBezTo>
                  <a:pt x="3493525" y="6247307"/>
                  <a:pt x="3491694" y="6248511"/>
                  <a:pt x="3486879" y="6248511"/>
                </a:cubicBezTo>
                <a:cubicBezTo>
                  <a:pt x="3486879" y="6248511"/>
                  <a:pt x="3486879" y="6248511"/>
                  <a:pt x="3486879" y="6243696"/>
                </a:cubicBezTo>
                <a:close/>
                <a:moveTo>
                  <a:pt x="0" y="6229099"/>
                </a:moveTo>
                <a:lnTo>
                  <a:pt x="17969" y="6248511"/>
                </a:lnTo>
                <a:lnTo>
                  <a:pt x="0" y="6248511"/>
                </a:lnTo>
                <a:close/>
                <a:moveTo>
                  <a:pt x="3448353" y="6209989"/>
                </a:moveTo>
                <a:cubicBezTo>
                  <a:pt x="3486879" y="6209989"/>
                  <a:pt x="3486879" y="6209989"/>
                  <a:pt x="3486879" y="6209989"/>
                </a:cubicBezTo>
                <a:cubicBezTo>
                  <a:pt x="3486879" y="6219619"/>
                  <a:pt x="3486879" y="6226842"/>
                  <a:pt x="3486879" y="6232259"/>
                </a:cubicBezTo>
                <a:lnTo>
                  <a:pt x="3486879" y="6238231"/>
                </a:lnTo>
                <a:lnTo>
                  <a:pt x="3485324" y="6236473"/>
                </a:lnTo>
                <a:lnTo>
                  <a:pt x="3448353" y="6212583"/>
                </a:lnTo>
                <a:close/>
                <a:moveTo>
                  <a:pt x="1085449" y="6209989"/>
                </a:moveTo>
                <a:cubicBezTo>
                  <a:pt x="1122370" y="6248511"/>
                  <a:pt x="1199421" y="6285427"/>
                  <a:pt x="1199421" y="6209989"/>
                </a:cubicBezTo>
                <a:cubicBezTo>
                  <a:pt x="1237947" y="6248511"/>
                  <a:pt x="1237947" y="6248511"/>
                  <a:pt x="1274867" y="6285427"/>
                </a:cubicBezTo>
                <a:cubicBezTo>
                  <a:pt x="1199421" y="6285427"/>
                  <a:pt x="1122370" y="6285427"/>
                  <a:pt x="1085449" y="6209989"/>
                </a:cubicBezTo>
                <a:close/>
                <a:moveTo>
                  <a:pt x="21015048" y="6193738"/>
                </a:moveTo>
                <a:cubicBezTo>
                  <a:pt x="21001580" y="6195544"/>
                  <a:pt x="20989942" y="6200359"/>
                  <a:pt x="20980712" y="6209989"/>
                </a:cubicBezTo>
                <a:cubicBezTo>
                  <a:pt x="21017632" y="6248511"/>
                  <a:pt x="21133210" y="6209989"/>
                  <a:pt x="21170130" y="6209989"/>
                </a:cubicBezTo>
                <a:cubicBezTo>
                  <a:pt x="21112342" y="6209989"/>
                  <a:pt x="21055456" y="6188321"/>
                  <a:pt x="21015048" y="6193738"/>
                </a:cubicBezTo>
                <a:close/>
                <a:moveTo>
                  <a:pt x="3372907" y="6171468"/>
                </a:moveTo>
                <a:cubicBezTo>
                  <a:pt x="3372907" y="6171468"/>
                  <a:pt x="3411032" y="6190729"/>
                  <a:pt x="3444340" y="6209990"/>
                </a:cubicBezTo>
                <a:lnTo>
                  <a:pt x="3448353" y="6212583"/>
                </a:lnTo>
                <a:lnTo>
                  <a:pt x="3448353" y="6214804"/>
                </a:lnTo>
                <a:cubicBezTo>
                  <a:pt x="3448353" y="6219619"/>
                  <a:pt x="3448353" y="6229250"/>
                  <a:pt x="3448353" y="6248511"/>
                </a:cubicBezTo>
                <a:cubicBezTo>
                  <a:pt x="3448353" y="6248511"/>
                  <a:pt x="3448353" y="6248511"/>
                  <a:pt x="3372907" y="6248511"/>
                </a:cubicBezTo>
                <a:cubicBezTo>
                  <a:pt x="3372907" y="6248511"/>
                  <a:pt x="3372907" y="6248511"/>
                  <a:pt x="3372907" y="6216008"/>
                </a:cubicBezTo>
                <a:lnTo>
                  <a:pt x="3372907" y="6209989"/>
                </a:lnTo>
                <a:cubicBezTo>
                  <a:pt x="3391769" y="6200359"/>
                  <a:pt x="3396384" y="6193136"/>
                  <a:pt x="3393901" y="6187117"/>
                </a:cubicBezTo>
                <a:lnTo>
                  <a:pt x="3372907" y="6171904"/>
                </a:lnTo>
                <a:close/>
                <a:moveTo>
                  <a:pt x="21589096" y="6132947"/>
                </a:moveTo>
                <a:cubicBezTo>
                  <a:pt x="21627622" y="6171468"/>
                  <a:pt x="21703068" y="6171468"/>
                  <a:pt x="21627622" y="6248511"/>
                </a:cubicBezTo>
                <a:cubicBezTo>
                  <a:pt x="21627622" y="6248511"/>
                  <a:pt x="21627622" y="6248511"/>
                  <a:pt x="21703068" y="6248511"/>
                </a:cubicBezTo>
                <a:cubicBezTo>
                  <a:pt x="21703068" y="6171468"/>
                  <a:pt x="21666148" y="6171468"/>
                  <a:pt x="21666148" y="6132947"/>
                </a:cubicBezTo>
                <a:cubicBezTo>
                  <a:pt x="21666148" y="6132947"/>
                  <a:pt x="21666148" y="6132947"/>
                  <a:pt x="21589096" y="6132947"/>
                </a:cubicBezTo>
                <a:close/>
                <a:moveTo>
                  <a:pt x="1390444" y="6132947"/>
                </a:moveTo>
                <a:cubicBezTo>
                  <a:pt x="1351918" y="6171468"/>
                  <a:pt x="1467495" y="6209989"/>
                  <a:pt x="1467495" y="6171468"/>
                </a:cubicBezTo>
                <a:cubicBezTo>
                  <a:pt x="1427364" y="6171468"/>
                  <a:pt x="1427364" y="6132947"/>
                  <a:pt x="1390444" y="6132947"/>
                </a:cubicBezTo>
                <a:close/>
                <a:moveTo>
                  <a:pt x="22199084" y="6013147"/>
                </a:moveTo>
                <a:lnTo>
                  <a:pt x="22199084" y="6018987"/>
                </a:lnTo>
                <a:lnTo>
                  <a:pt x="22177452" y="6016426"/>
                </a:lnTo>
                <a:close/>
                <a:moveTo>
                  <a:pt x="22160558" y="5791068"/>
                </a:moveTo>
                <a:cubicBezTo>
                  <a:pt x="22160558" y="5827985"/>
                  <a:pt x="22199084" y="5827985"/>
                  <a:pt x="22237610" y="5827985"/>
                </a:cubicBezTo>
                <a:cubicBezTo>
                  <a:pt x="22237610" y="5827985"/>
                  <a:pt x="22237610" y="5827985"/>
                  <a:pt x="22199084" y="5791068"/>
                </a:cubicBezTo>
                <a:cubicBezTo>
                  <a:pt x="22199084" y="5791068"/>
                  <a:pt x="22199084" y="5791068"/>
                  <a:pt x="22160558" y="5791068"/>
                </a:cubicBezTo>
                <a:close/>
                <a:moveTo>
                  <a:pt x="361489" y="5714025"/>
                </a:moveTo>
                <a:cubicBezTo>
                  <a:pt x="361489" y="5752547"/>
                  <a:pt x="475460" y="5791068"/>
                  <a:pt x="475460" y="5752547"/>
                </a:cubicBezTo>
                <a:cubicBezTo>
                  <a:pt x="400015" y="5752547"/>
                  <a:pt x="436935" y="5752547"/>
                  <a:pt x="361489" y="5714025"/>
                </a:cubicBezTo>
                <a:close/>
                <a:moveTo>
                  <a:pt x="0" y="5559064"/>
                </a:moveTo>
                <a:lnTo>
                  <a:pt x="17969" y="5561544"/>
                </a:lnTo>
                <a:cubicBezTo>
                  <a:pt x="17969" y="5561544"/>
                  <a:pt x="15662" y="5563951"/>
                  <a:pt x="11598" y="5567563"/>
                </a:cubicBezTo>
                <a:lnTo>
                  <a:pt x="0" y="5576647"/>
                </a:lnTo>
                <a:close/>
                <a:moveTo>
                  <a:pt x="23342010" y="5447585"/>
                </a:moveTo>
                <a:cubicBezTo>
                  <a:pt x="23342010" y="5486106"/>
                  <a:pt x="23342010" y="5486106"/>
                  <a:pt x="23380536" y="5486106"/>
                </a:cubicBezTo>
                <a:cubicBezTo>
                  <a:pt x="23419062" y="5486106"/>
                  <a:pt x="23457588" y="5486106"/>
                  <a:pt x="23494508" y="5447585"/>
                </a:cubicBezTo>
                <a:cubicBezTo>
                  <a:pt x="23419062" y="5486106"/>
                  <a:pt x="23419062" y="5447585"/>
                  <a:pt x="23342010" y="5447585"/>
                </a:cubicBezTo>
                <a:close/>
                <a:moveTo>
                  <a:pt x="889611" y="5442569"/>
                </a:moveTo>
                <a:cubicBezTo>
                  <a:pt x="827809" y="5447183"/>
                  <a:pt x="780455" y="5466043"/>
                  <a:pt x="780455" y="5523023"/>
                </a:cubicBezTo>
                <a:cubicBezTo>
                  <a:pt x="818981" y="5523023"/>
                  <a:pt x="894426" y="5523023"/>
                  <a:pt x="1010004" y="5523023"/>
                </a:cubicBezTo>
                <a:cubicBezTo>
                  <a:pt x="1046923" y="5486106"/>
                  <a:pt x="1085449" y="5486106"/>
                  <a:pt x="1085449" y="5447585"/>
                </a:cubicBezTo>
                <a:cubicBezTo>
                  <a:pt x="1027661" y="5447585"/>
                  <a:pt x="951412" y="5437954"/>
                  <a:pt x="889611" y="5442569"/>
                </a:cubicBezTo>
                <a:close/>
                <a:moveTo>
                  <a:pt x="1146147" y="5437352"/>
                </a:moveTo>
                <a:cubicBezTo>
                  <a:pt x="1139927" y="5435547"/>
                  <a:pt x="1132403" y="5437954"/>
                  <a:pt x="1122370" y="5447585"/>
                </a:cubicBezTo>
                <a:cubicBezTo>
                  <a:pt x="1122370" y="5447585"/>
                  <a:pt x="1122370" y="5447585"/>
                  <a:pt x="1122370" y="5486106"/>
                </a:cubicBezTo>
                <a:cubicBezTo>
                  <a:pt x="1162501" y="5486106"/>
                  <a:pt x="1162501" y="5486106"/>
                  <a:pt x="1199421" y="5486106"/>
                </a:cubicBezTo>
                <a:cubicBezTo>
                  <a:pt x="1171731" y="5486106"/>
                  <a:pt x="1164808" y="5442769"/>
                  <a:pt x="1146147" y="5437352"/>
                </a:cubicBezTo>
                <a:close/>
                <a:moveTo>
                  <a:pt x="8975172" y="5409063"/>
                </a:moveTo>
                <a:cubicBezTo>
                  <a:pt x="8938251" y="5409063"/>
                  <a:pt x="8938251" y="5409063"/>
                  <a:pt x="8898120" y="5447585"/>
                </a:cubicBezTo>
                <a:lnTo>
                  <a:pt x="8975172" y="5447585"/>
                </a:lnTo>
                <a:cubicBezTo>
                  <a:pt x="8975172" y="5447585"/>
                  <a:pt x="8975172" y="5447585"/>
                  <a:pt x="8975172" y="5409063"/>
                </a:cubicBezTo>
                <a:close/>
                <a:moveTo>
                  <a:pt x="5087296" y="5409063"/>
                </a:moveTo>
                <a:cubicBezTo>
                  <a:pt x="5011851" y="5409063"/>
                  <a:pt x="5011851" y="5486106"/>
                  <a:pt x="5087296" y="5447585"/>
                </a:cubicBezTo>
                <a:cubicBezTo>
                  <a:pt x="5087296" y="5486106"/>
                  <a:pt x="5164348" y="5486106"/>
                  <a:pt x="5239794" y="5486106"/>
                </a:cubicBezTo>
                <a:cubicBezTo>
                  <a:pt x="5239794" y="5447585"/>
                  <a:pt x="5201268" y="5486106"/>
                  <a:pt x="5239794" y="5447585"/>
                </a:cubicBezTo>
                <a:cubicBezTo>
                  <a:pt x="5164348" y="5447585"/>
                  <a:pt x="5125822" y="5486106"/>
                  <a:pt x="5087296" y="5447585"/>
                </a:cubicBezTo>
                <a:cubicBezTo>
                  <a:pt x="5087296" y="5447585"/>
                  <a:pt x="5087296" y="5447585"/>
                  <a:pt x="5087296" y="5409063"/>
                </a:cubicBezTo>
                <a:close/>
                <a:moveTo>
                  <a:pt x="8098715" y="5370541"/>
                </a:moveTo>
                <a:lnTo>
                  <a:pt x="8060189" y="5409063"/>
                </a:lnTo>
                <a:cubicBezTo>
                  <a:pt x="8098715" y="5409063"/>
                  <a:pt x="8175766" y="5447585"/>
                  <a:pt x="8212686" y="5409063"/>
                </a:cubicBezTo>
                <a:cubicBezTo>
                  <a:pt x="8175766" y="5409063"/>
                  <a:pt x="8135635" y="5370541"/>
                  <a:pt x="8098715" y="5370541"/>
                </a:cubicBezTo>
                <a:close/>
                <a:moveTo>
                  <a:pt x="475460" y="5370541"/>
                </a:moveTo>
                <a:cubicBezTo>
                  <a:pt x="480276" y="5380172"/>
                  <a:pt x="485669" y="5387996"/>
                  <a:pt x="491494" y="5394241"/>
                </a:cubicBezTo>
                <a:lnTo>
                  <a:pt x="509517" y="5407998"/>
                </a:lnTo>
                <a:lnTo>
                  <a:pt x="486296" y="5402467"/>
                </a:lnTo>
                <a:lnTo>
                  <a:pt x="470448" y="5389087"/>
                </a:lnTo>
                <a:close/>
                <a:moveTo>
                  <a:pt x="23289840" y="5342854"/>
                </a:moveTo>
                <a:cubicBezTo>
                  <a:pt x="23266164" y="5342854"/>
                  <a:pt x="23247302" y="5352083"/>
                  <a:pt x="23266564" y="5370541"/>
                </a:cubicBezTo>
                <a:lnTo>
                  <a:pt x="23342010" y="5370541"/>
                </a:lnTo>
                <a:cubicBezTo>
                  <a:pt x="23342010" y="5352083"/>
                  <a:pt x="23313518" y="5342854"/>
                  <a:pt x="23289840" y="5342854"/>
                </a:cubicBezTo>
                <a:close/>
                <a:moveTo>
                  <a:pt x="475460" y="5333625"/>
                </a:moveTo>
                <a:cubicBezTo>
                  <a:pt x="456198" y="5352083"/>
                  <a:pt x="456198" y="5370942"/>
                  <a:pt x="465829" y="5385187"/>
                </a:cubicBezTo>
                <a:lnTo>
                  <a:pt x="470448" y="5389087"/>
                </a:lnTo>
                <a:lnTo>
                  <a:pt x="469441" y="5392812"/>
                </a:lnTo>
                <a:cubicBezTo>
                  <a:pt x="458606" y="5409063"/>
                  <a:pt x="436935" y="5409063"/>
                  <a:pt x="436935" y="5409063"/>
                </a:cubicBezTo>
                <a:cubicBezTo>
                  <a:pt x="400015" y="5447585"/>
                  <a:pt x="475460" y="5333625"/>
                  <a:pt x="361489" y="5370541"/>
                </a:cubicBezTo>
                <a:cubicBezTo>
                  <a:pt x="361489" y="5333625"/>
                  <a:pt x="400015" y="5333625"/>
                  <a:pt x="475460" y="5333625"/>
                </a:cubicBezTo>
                <a:close/>
                <a:moveTo>
                  <a:pt x="23796568" y="5278852"/>
                </a:moveTo>
                <a:cubicBezTo>
                  <a:pt x="23790472" y="5280658"/>
                  <a:pt x="23790272" y="5285473"/>
                  <a:pt x="23799502" y="5295103"/>
                </a:cubicBezTo>
                <a:cubicBezTo>
                  <a:pt x="23799502" y="5333625"/>
                  <a:pt x="23838028" y="5256582"/>
                  <a:pt x="23876554" y="5333625"/>
                </a:cubicBezTo>
                <a:cubicBezTo>
                  <a:pt x="23838028" y="5333625"/>
                  <a:pt x="23799502" y="5370541"/>
                  <a:pt x="23762582" y="5409063"/>
                </a:cubicBezTo>
                <a:cubicBezTo>
                  <a:pt x="23799502" y="5370541"/>
                  <a:pt x="23838028" y="5409063"/>
                  <a:pt x="23876554" y="5409063"/>
                </a:cubicBezTo>
                <a:cubicBezTo>
                  <a:pt x="23876554" y="5370541"/>
                  <a:pt x="23952000" y="5370541"/>
                  <a:pt x="24029050" y="5370541"/>
                </a:cubicBezTo>
                <a:cubicBezTo>
                  <a:pt x="24029050" y="5295103"/>
                  <a:pt x="23915080" y="5333625"/>
                  <a:pt x="23915080" y="5295103"/>
                </a:cubicBezTo>
                <a:cubicBezTo>
                  <a:pt x="23886186" y="5295103"/>
                  <a:pt x="23814852" y="5273435"/>
                  <a:pt x="23796568" y="5278852"/>
                </a:cubicBezTo>
                <a:close/>
                <a:moveTo>
                  <a:pt x="3486879" y="5218061"/>
                </a:moveTo>
                <a:cubicBezTo>
                  <a:pt x="3562324" y="5218061"/>
                  <a:pt x="3486879" y="5256582"/>
                  <a:pt x="3486879" y="5256582"/>
                </a:cubicBezTo>
                <a:cubicBezTo>
                  <a:pt x="3486879" y="5218061"/>
                  <a:pt x="3486879" y="5218061"/>
                  <a:pt x="3486879" y="5218061"/>
                </a:cubicBezTo>
                <a:close/>
                <a:moveTo>
                  <a:pt x="3220410" y="5181144"/>
                </a:moveTo>
                <a:lnTo>
                  <a:pt x="3220881" y="5181205"/>
                </a:lnTo>
                <a:lnTo>
                  <a:pt x="3220526" y="5181311"/>
                </a:lnTo>
                <a:close/>
                <a:moveTo>
                  <a:pt x="3104833" y="5181144"/>
                </a:moveTo>
                <a:cubicBezTo>
                  <a:pt x="3124096" y="5181144"/>
                  <a:pt x="3162220" y="5190373"/>
                  <a:pt x="3190913" y="5190173"/>
                </a:cubicBezTo>
                <a:lnTo>
                  <a:pt x="3220526" y="5181311"/>
                </a:lnTo>
                <a:lnTo>
                  <a:pt x="3231597" y="5197295"/>
                </a:lnTo>
                <a:cubicBezTo>
                  <a:pt x="3251010" y="5204217"/>
                  <a:pt x="3286224" y="5190373"/>
                  <a:pt x="3257330" y="5218061"/>
                </a:cubicBezTo>
                <a:cubicBezTo>
                  <a:pt x="3220410" y="5181144"/>
                  <a:pt x="3181884" y="5218061"/>
                  <a:pt x="3104833" y="5181144"/>
                </a:cubicBezTo>
                <a:close/>
                <a:moveTo>
                  <a:pt x="1996219" y="5113732"/>
                </a:moveTo>
                <a:cubicBezTo>
                  <a:pt x="1963111" y="5113731"/>
                  <a:pt x="1924986" y="5123362"/>
                  <a:pt x="1924986" y="5142623"/>
                </a:cubicBezTo>
                <a:cubicBezTo>
                  <a:pt x="1961907" y="5142623"/>
                  <a:pt x="2000433" y="5142623"/>
                  <a:pt x="2037353" y="5142623"/>
                </a:cubicBezTo>
                <a:cubicBezTo>
                  <a:pt x="2057418" y="5123362"/>
                  <a:pt x="2029326" y="5113731"/>
                  <a:pt x="1996219" y="5113732"/>
                </a:cubicBezTo>
                <a:close/>
                <a:moveTo>
                  <a:pt x="3095879" y="5087850"/>
                </a:moveTo>
                <a:cubicBezTo>
                  <a:pt x="3093396" y="5089655"/>
                  <a:pt x="3095603" y="5094470"/>
                  <a:pt x="3104833" y="5104101"/>
                </a:cubicBezTo>
                <a:cubicBezTo>
                  <a:pt x="3143358" y="5142623"/>
                  <a:pt x="3220410" y="5142623"/>
                  <a:pt x="3181884" y="5104101"/>
                </a:cubicBezTo>
                <a:cubicBezTo>
                  <a:pt x="3152990" y="5104101"/>
                  <a:pt x="3103328" y="5082432"/>
                  <a:pt x="3095879" y="5087850"/>
                </a:cubicBezTo>
                <a:close/>
                <a:moveTo>
                  <a:pt x="2405152" y="5080025"/>
                </a:moveTo>
                <a:cubicBezTo>
                  <a:pt x="2381274" y="5075209"/>
                  <a:pt x="2362413" y="5084840"/>
                  <a:pt x="2382478" y="5104101"/>
                </a:cubicBezTo>
                <a:cubicBezTo>
                  <a:pt x="2419399" y="5104101"/>
                  <a:pt x="2382478" y="5142623"/>
                  <a:pt x="2457924" y="5142623"/>
                </a:cubicBezTo>
                <a:cubicBezTo>
                  <a:pt x="2457924" y="5104101"/>
                  <a:pt x="2429030" y="5084840"/>
                  <a:pt x="2405152" y="5080025"/>
                </a:cubicBezTo>
                <a:close/>
                <a:moveTo>
                  <a:pt x="2839970" y="5065579"/>
                </a:moveTo>
                <a:cubicBezTo>
                  <a:pt x="2799839" y="5065579"/>
                  <a:pt x="2687472" y="5065579"/>
                  <a:pt x="2724392" y="5104101"/>
                </a:cubicBezTo>
                <a:cubicBezTo>
                  <a:pt x="2762918" y="5104101"/>
                  <a:pt x="2876890" y="5142623"/>
                  <a:pt x="2839970" y="5065579"/>
                </a:cubicBezTo>
                <a:close/>
                <a:moveTo>
                  <a:pt x="2610421" y="5065579"/>
                </a:moveTo>
                <a:cubicBezTo>
                  <a:pt x="2571895" y="5104101"/>
                  <a:pt x="2610421" y="5104101"/>
                  <a:pt x="2647342" y="5181144"/>
                </a:cubicBezTo>
                <a:cubicBezTo>
                  <a:pt x="2494844" y="5181144"/>
                  <a:pt x="2494844" y="5142623"/>
                  <a:pt x="2382478" y="5181144"/>
                </a:cubicBezTo>
                <a:cubicBezTo>
                  <a:pt x="2382478" y="5181144"/>
                  <a:pt x="2382478" y="5142623"/>
                  <a:pt x="2342347" y="5142623"/>
                </a:cubicBezTo>
                <a:cubicBezTo>
                  <a:pt x="2305426" y="5181144"/>
                  <a:pt x="2229981" y="5181144"/>
                  <a:pt x="2189850" y="5218061"/>
                </a:cubicBezTo>
                <a:cubicBezTo>
                  <a:pt x="2266901" y="5256582"/>
                  <a:pt x="2305426" y="5295103"/>
                  <a:pt x="2382478" y="5295103"/>
                </a:cubicBezTo>
                <a:cubicBezTo>
                  <a:pt x="2419399" y="5256582"/>
                  <a:pt x="2382478" y="5218061"/>
                  <a:pt x="2382478" y="5218061"/>
                </a:cubicBezTo>
                <a:cubicBezTo>
                  <a:pt x="2419399" y="5218061"/>
                  <a:pt x="2457924" y="5256582"/>
                  <a:pt x="2534975" y="5256582"/>
                </a:cubicBezTo>
                <a:cubicBezTo>
                  <a:pt x="2494844" y="5295103"/>
                  <a:pt x="2494844" y="5256582"/>
                  <a:pt x="2419399" y="5256582"/>
                </a:cubicBezTo>
                <a:cubicBezTo>
                  <a:pt x="2419399" y="5333625"/>
                  <a:pt x="2494844" y="5295103"/>
                  <a:pt x="2610421" y="5295103"/>
                </a:cubicBezTo>
                <a:cubicBezTo>
                  <a:pt x="2610421" y="5218061"/>
                  <a:pt x="2687472" y="5295103"/>
                  <a:pt x="2762918" y="5218061"/>
                </a:cubicBezTo>
                <a:cubicBezTo>
                  <a:pt x="2724392" y="5295103"/>
                  <a:pt x="2876890" y="5256582"/>
                  <a:pt x="2915416" y="5256582"/>
                </a:cubicBezTo>
                <a:cubicBezTo>
                  <a:pt x="2915416" y="5266212"/>
                  <a:pt x="2915416" y="5273435"/>
                  <a:pt x="2914814" y="5278852"/>
                </a:cubicBezTo>
                <a:lnTo>
                  <a:pt x="2910983" y="5289248"/>
                </a:lnTo>
                <a:lnTo>
                  <a:pt x="2876890" y="5295103"/>
                </a:lnTo>
                <a:cubicBezTo>
                  <a:pt x="2896153" y="5295103"/>
                  <a:pt x="2905784" y="5295103"/>
                  <a:pt x="2910600" y="5290288"/>
                </a:cubicBezTo>
                <a:lnTo>
                  <a:pt x="2910983" y="5289248"/>
                </a:lnTo>
                <a:lnTo>
                  <a:pt x="3003051" y="5273435"/>
                </a:lnTo>
                <a:cubicBezTo>
                  <a:pt x="3138643" y="5258990"/>
                  <a:pt x="3295454" y="5266212"/>
                  <a:pt x="3409827" y="5295103"/>
                </a:cubicBezTo>
                <a:cubicBezTo>
                  <a:pt x="3409827" y="5333625"/>
                  <a:pt x="3295856" y="5295103"/>
                  <a:pt x="3257330" y="5333625"/>
                </a:cubicBezTo>
                <a:cubicBezTo>
                  <a:pt x="3029387" y="5295103"/>
                  <a:pt x="2799839" y="5295103"/>
                  <a:pt x="2534975" y="5370541"/>
                </a:cubicBezTo>
                <a:cubicBezTo>
                  <a:pt x="2534975" y="5333625"/>
                  <a:pt x="2534975" y="5333625"/>
                  <a:pt x="2534975" y="5333625"/>
                </a:cubicBezTo>
                <a:cubicBezTo>
                  <a:pt x="2494844" y="5333625"/>
                  <a:pt x="2494844" y="5370541"/>
                  <a:pt x="2457924" y="5370541"/>
                </a:cubicBezTo>
                <a:cubicBezTo>
                  <a:pt x="2382478" y="5370541"/>
                  <a:pt x="2305426" y="5295103"/>
                  <a:pt x="2229981" y="5333625"/>
                </a:cubicBezTo>
                <a:cubicBezTo>
                  <a:pt x="2305426" y="5333625"/>
                  <a:pt x="2494844" y="5370541"/>
                  <a:pt x="2419399" y="5409063"/>
                </a:cubicBezTo>
                <a:cubicBezTo>
                  <a:pt x="2457924" y="5447585"/>
                  <a:pt x="2610421" y="5447585"/>
                  <a:pt x="2687472" y="5409063"/>
                </a:cubicBezTo>
                <a:cubicBezTo>
                  <a:pt x="2724392" y="5447585"/>
                  <a:pt x="2647342" y="5486106"/>
                  <a:pt x="2724392" y="5447585"/>
                </a:cubicBezTo>
                <a:cubicBezTo>
                  <a:pt x="2799839" y="5409063"/>
                  <a:pt x="3029387" y="5447585"/>
                  <a:pt x="3104833" y="5447585"/>
                </a:cubicBezTo>
                <a:cubicBezTo>
                  <a:pt x="3220410" y="5409063"/>
                  <a:pt x="3295856" y="5447585"/>
                  <a:pt x="3334382" y="5486106"/>
                </a:cubicBezTo>
                <a:cubicBezTo>
                  <a:pt x="3372907" y="5486106"/>
                  <a:pt x="3409827" y="5486106"/>
                  <a:pt x="3448353" y="5486106"/>
                </a:cubicBezTo>
                <a:cubicBezTo>
                  <a:pt x="3448353" y="5486106"/>
                  <a:pt x="3448353" y="5486106"/>
                  <a:pt x="3486879" y="5486106"/>
                </a:cubicBezTo>
                <a:cubicBezTo>
                  <a:pt x="3486879" y="5486106"/>
                  <a:pt x="3486879" y="5486106"/>
                  <a:pt x="3486879" y="5523023"/>
                </a:cubicBezTo>
                <a:cubicBezTo>
                  <a:pt x="3486879" y="5523023"/>
                  <a:pt x="3525405" y="5486106"/>
                  <a:pt x="3562324" y="5486106"/>
                </a:cubicBezTo>
                <a:cubicBezTo>
                  <a:pt x="3639376" y="5486106"/>
                  <a:pt x="3753348" y="5523023"/>
                  <a:pt x="3828793" y="5523023"/>
                </a:cubicBezTo>
                <a:cubicBezTo>
                  <a:pt x="3867319" y="5486106"/>
                  <a:pt x="3828793" y="5486106"/>
                  <a:pt x="3905845" y="5486106"/>
                </a:cubicBezTo>
                <a:cubicBezTo>
                  <a:pt x="3981290" y="5523023"/>
                  <a:pt x="4210839" y="5523023"/>
                  <a:pt x="4210839" y="5447585"/>
                </a:cubicBezTo>
                <a:cubicBezTo>
                  <a:pt x="4249365" y="5486106"/>
                  <a:pt x="4286285" y="5486106"/>
                  <a:pt x="4324811" y="5523023"/>
                </a:cubicBezTo>
                <a:cubicBezTo>
                  <a:pt x="4477308" y="5447585"/>
                  <a:pt x="4515834" y="5447585"/>
                  <a:pt x="4666726" y="5447585"/>
                </a:cubicBezTo>
                <a:cubicBezTo>
                  <a:pt x="4591280" y="5333625"/>
                  <a:pt x="4973325" y="5409063"/>
                  <a:pt x="5048771" y="5333625"/>
                </a:cubicBezTo>
                <a:cubicBezTo>
                  <a:pt x="5087296" y="5370541"/>
                  <a:pt x="5125822" y="5370541"/>
                  <a:pt x="5125822" y="5333625"/>
                </a:cubicBezTo>
                <a:cubicBezTo>
                  <a:pt x="5164348" y="5370541"/>
                  <a:pt x="5164348" y="5370541"/>
                  <a:pt x="5164348" y="5370541"/>
                </a:cubicBezTo>
                <a:cubicBezTo>
                  <a:pt x="5278320" y="5370541"/>
                  <a:pt x="5353766" y="5409063"/>
                  <a:pt x="5430817" y="5370541"/>
                </a:cubicBezTo>
                <a:cubicBezTo>
                  <a:pt x="5392291" y="5370541"/>
                  <a:pt x="5353766" y="5370541"/>
                  <a:pt x="5353766" y="5333625"/>
                </a:cubicBezTo>
                <a:cubicBezTo>
                  <a:pt x="5392291" y="5333625"/>
                  <a:pt x="5469342" y="5333625"/>
                  <a:pt x="5469342" y="5333625"/>
                </a:cubicBezTo>
                <a:cubicBezTo>
                  <a:pt x="5469342" y="5333625"/>
                  <a:pt x="5506262" y="5333625"/>
                  <a:pt x="5544788" y="5295103"/>
                </a:cubicBezTo>
                <a:cubicBezTo>
                  <a:pt x="5430817" y="5295103"/>
                  <a:pt x="5316845" y="5256582"/>
                  <a:pt x="5239794" y="5295103"/>
                </a:cubicBezTo>
                <a:cubicBezTo>
                  <a:pt x="5164348" y="5256582"/>
                  <a:pt x="4973325" y="5295103"/>
                  <a:pt x="4934800" y="5333625"/>
                </a:cubicBezTo>
                <a:cubicBezTo>
                  <a:pt x="4934800" y="5333625"/>
                  <a:pt x="4896274" y="5333625"/>
                  <a:pt x="4896274" y="5295103"/>
                </a:cubicBezTo>
                <a:cubicBezTo>
                  <a:pt x="4934800" y="5333625"/>
                  <a:pt x="4973325" y="5333625"/>
                  <a:pt x="4934800" y="5295103"/>
                </a:cubicBezTo>
                <a:cubicBezTo>
                  <a:pt x="4820828" y="5218061"/>
                  <a:pt x="4477308" y="5333625"/>
                  <a:pt x="4401862" y="5256582"/>
                </a:cubicBezTo>
                <a:cubicBezTo>
                  <a:pt x="4324811" y="5256582"/>
                  <a:pt x="4324811" y="5256582"/>
                  <a:pt x="4286285" y="5295103"/>
                </a:cubicBezTo>
                <a:cubicBezTo>
                  <a:pt x="4286285" y="5218061"/>
                  <a:pt x="4133788" y="5218061"/>
                  <a:pt x="4133788" y="5256582"/>
                </a:cubicBezTo>
                <a:cubicBezTo>
                  <a:pt x="3944371" y="5218061"/>
                  <a:pt x="3753348" y="5295103"/>
                  <a:pt x="3600851" y="5218061"/>
                </a:cubicBezTo>
                <a:cubicBezTo>
                  <a:pt x="3562324" y="5218061"/>
                  <a:pt x="3600851" y="5295103"/>
                  <a:pt x="3525405" y="5256582"/>
                </a:cubicBezTo>
                <a:lnTo>
                  <a:pt x="3525405" y="5218061"/>
                </a:lnTo>
                <a:cubicBezTo>
                  <a:pt x="3525405" y="5218061"/>
                  <a:pt x="3525405" y="5218061"/>
                  <a:pt x="3486879" y="5218061"/>
                </a:cubicBezTo>
                <a:cubicBezTo>
                  <a:pt x="3448353" y="5218061"/>
                  <a:pt x="3448353" y="5218061"/>
                  <a:pt x="3409827" y="5181144"/>
                </a:cubicBezTo>
                <a:cubicBezTo>
                  <a:pt x="3372907" y="5218061"/>
                  <a:pt x="3448353" y="5256582"/>
                  <a:pt x="3409827" y="5256582"/>
                </a:cubicBezTo>
                <a:cubicBezTo>
                  <a:pt x="3372907" y="5218061"/>
                  <a:pt x="3334382" y="5295103"/>
                  <a:pt x="3334382" y="5256582"/>
                </a:cubicBezTo>
                <a:cubicBezTo>
                  <a:pt x="3334382" y="5218061"/>
                  <a:pt x="3409827" y="5256582"/>
                  <a:pt x="3372907" y="5218061"/>
                </a:cubicBezTo>
                <a:cubicBezTo>
                  <a:pt x="3315118" y="5218061"/>
                  <a:pt x="3300671" y="5197295"/>
                  <a:pt x="3265231" y="5186912"/>
                </a:cubicBezTo>
                <a:lnTo>
                  <a:pt x="3220881" y="5181205"/>
                </a:lnTo>
                <a:lnTo>
                  <a:pt x="3223344" y="5180467"/>
                </a:lnTo>
                <a:cubicBezTo>
                  <a:pt x="3229439" y="5173320"/>
                  <a:pt x="3229640" y="5161483"/>
                  <a:pt x="3220410" y="5142623"/>
                </a:cubicBezTo>
                <a:cubicBezTo>
                  <a:pt x="3143358" y="5181144"/>
                  <a:pt x="3143358" y="5181144"/>
                  <a:pt x="3104833" y="5142623"/>
                </a:cubicBezTo>
                <a:cubicBezTo>
                  <a:pt x="3104833" y="5218061"/>
                  <a:pt x="3029387" y="5181144"/>
                  <a:pt x="2952336" y="5181144"/>
                </a:cubicBezTo>
                <a:cubicBezTo>
                  <a:pt x="2952336" y="5181144"/>
                  <a:pt x="2952336" y="5218061"/>
                  <a:pt x="2990861" y="5218061"/>
                </a:cubicBezTo>
                <a:cubicBezTo>
                  <a:pt x="2952336" y="5218061"/>
                  <a:pt x="2915416" y="5218061"/>
                  <a:pt x="2915416" y="5218061"/>
                </a:cubicBezTo>
                <a:cubicBezTo>
                  <a:pt x="3029387" y="5181144"/>
                  <a:pt x="2762918" y="5181144"/>
                  <a:pt x="2839970" y="5142623"/>
                </a:cubicBezTo>
                <a:cubicBezTo>
                  <a:pt x="2839970" y="5181144"/>
                  <a:pt x="2915416" y="5181144"/>
                  <a:pt x="2915416" y="5142623"/>
                </a:cubicBezTo>
                <a:cubicBezTo>
                  <a:pt x="2799839" y="5104101"/>
                  <a:pt x="2762918" y="5218061"/>
                  <a:pt x="2647342" y="5181144"/>
                </a:cubicBezTo>
                <a:cubicBezTo>
                  <a:pt x="2687472" y="5142623"/>
                  <a:pt x="2647342" y="5142623"/>
                  <a:pt x="2647342" y="5142623"/>
                </a:cubicBezTo>
                <a:cubicBezTo>
                  <a:pt x="2724392" y="5142623"/>
                  <a:pt x="2724392" y="5181144"/>
                  <a:pt x="2762918" y="5142623"/>
                </a:cubicBezTo>
                <a:cubicBezTo>
                  <a:pt x="2687472" y="5104101"/>
                  <a:pt x="2724392" y="5104101"/>
                  <a:pt x="2610421" y="5065579"/>
                </a:cubicBezTo>
                <a:close/>
                <a:moveTo>
                  <a:pt x="1924986" y="5065579"/>
                </a:moveTo>
                <a:cubicBezTo>
                  <a:pt x="1847935" y="5104101"/>
                  <a:pt x="1772489" y="5104101"/>
                  <a:pt x="1772489" y="5104101"/>
                </a:cubicBezTo>
                <a:cubicBezTo>
                  <a:pt x="1809410" y="5104101"/>
                  <a:pt x="1924986" y="5142623"/>
                  <a:pt x="1924986" y="5065579"/>
                </a:cubicBezTo>
                <a:close/>
                <a:moveTo>
                  <a:pt x="2445386" y="5032427"/>
                </a:moveTo>
                <a:cubicBezTo>
                  <a:pt x="2430008" y="5030217"/>
                  <a:pt x="2419399" y="5037290"/>
                  <a:pt x="2419399" y="5065579"/>
                </a:cubicBezTo>
                <a:cubicBezTo>
                  <a:pt x="2475983" y="5065579"/>
                  <a:pt x="2469361" y="5087248"/>
                  <a:pt x="2495020" y="5098082"/>
                </a:cubicBezTo>
                <a:lnTo>
                  <a:pt x="2518860" y="5101673"/>
                </a:lnTo>
                <a:lnTo>
                  <a:pt x="2518045" y="5103499"/>
                </a:lnTo>
                <a:cubicBezTo>
                  <a:pt x="2519926" y="5104101"/>
                  <a:pt x="2524942" y="5104101"/>
                  <a:pt x="2534975" y="5104101"/>
                </a:cubicBezTo>
                <a:lnTo>
                  <a:pt x="2518860" y="5101673"/>
                </a:lnTo>
                <a:lnTo>
                  <a:pt x="2519926" y="5099286"/>
                </a:lnTo>
                <a:cubicBezTo>
                  <a:pt x="2524942" y="5094470"/>
                  <a:pt x="2534975" y="5084840"/>
                  <a:pt x="2534975" y="5065579"/>
                </a:cubicBezTo>
                <a:cubicBezTo>
                  <a:pt x="2509893" y="5065579"/>
                  <a:pt x="2471017" y="5036111"/>
                  <a:pt x="2445386" y="5032427"/>
                </a:cubicBezTo>
                <a:close/>
                <a:moveTo>
                  <a:pt x="2382478" y="5028663"/>
                </a:moveTo>
                <a:cubicBezTo>
                  <a:pt x="2342347" y="5065579"/>
                  <a:pt x="2305426" y="5065579"/>
                  <a:pt x="2266901" y="5065579"/>
                </a:cubicBezTo>
                <a:cubicBezTo>
                  <a:pt x="2305426" y="5104101"/>
                  <a:pt x="2382478" y="5065579"/>
                  <a:pt x="2382478" y="5028663"/>
                </a:cubicBezTo>
                <a:close/>
                <a:moveTo>
                  <a:pt x="1199421" y="4990141"/>
                </a:moveTo>
                <a:cubicBezTo>
                  <a:pt x="1162501" y="5028663"/>
                  <a:pt x="1162501" y="5028663"/>
                  <a:pt x="1162501" y="5065579"/>
                </a:cubicBezTo>
                <a:cubicBezTo>
                  <a:pt x="1274867" y="5065579"/>
                  <a:pt x="1314997" y="4990141"/>
                  <a:pt x="1199421" y="4990141"/>
                </a:cubicBezTo>
                <a:close/>
                <a:moveTo>
                  <a:pt x="1229636" y="4892919"/>
                </a:moveTo>
                <a:lnTo>
                  <a:pt x="1228516" y="4894641"/>
                </a:lnTo>
                <a:cubicBezTo>
                  <a:pt x="1223800" y="4899255"/>
                  <a:pt x="1216727" y="4903870"/>
                  <a:pt x="1206118" y="4907331"/>
                </a:cubicBezTo>
                <a:lnTo>
                  <a:pt x="1202128" y="4907858"/>
                </a:lnTo>
                <a:lnTo>
                  <a:pt x="1203083" y="4906804"/>
                </a:lnTo>
                <a:close/>
                <a:moveTo>
                  <a:pt x="1924986" y="4799139"/>
                </a:moveTo>
                <a:cubicBezTo>
                  <a:pt x="1847935" y="4799139"/>
                  <a:pt x="1847935" y="4876182"/>
                  <a:pt x="1924986" y="4876182"/>
                </a:cubicBezTo>
                <a:cubicBezTo>
                  <a:pt x="1961907" y="4876182"/>
                  <a:pt x="1884855" y="4837661"/>
                  <a:pt x="1924986" y="4799139"/>
                </a:cubicBezTo>
                <a:close/>
                <a:moveTo>
                  <a:pt x="1390444" y="4799139"/>
                </a:moveTo>
                <a:lnTo>
                  <a:pt x="1392627" y="4800068"/>
                </a:lnTo>
                <a:lnTo>
                  <a:pt x="1386280" y="4802197"/>
                </a:lnTo>
                <a:close/>
                <a:moveTo>
                  <a:pt x="1427364" y="4760617"/>
                </a:moveTo>
                <a:cubicBezTo>
                  <a:pt x="1467495" y="4799139"/>
                  <a:pt x="1542941" y="4799139"/>
                  <a:pt x="1542941" y="4799139"/>
                </a:cubicBezTo>
                <a:cubicBezTo>
                  <a:pt x="1514047" y="4828031"/>
                  <a:pt x="1486055" y="4835253"/>
                  <a:pt x="1441360" y="4820808"/>
                </a:cubicBezTo>
                <a:lnTo>
                  <a:pt x="1392627" y="4800068"/>
                </a:lnTo>
                <a:lnTo>
                  <a:pt x="1393604" y="4799741"/>
                </a:lnTo>
                <a:cubicBezTo>
                  <a:pt x="1406496" y="4791916"/>
                  <a:pt x="1418134" y="4779878"/>
                  <a:pt x="1427364" y="4760617"/>
                </a:cubicBezTo>
                <a:close/>
                <a:moveTo>
                  <a:pt x="1864966" y="4750460"/>
                </a:moveTo>
                <a:cubicBezTo>
                  <a:pt x="1780315" y="4754298"/>
                  <a:pt x="1637650" y="4789509"/>
                  <a:pt x="1579861" y="4760617"/>
                </a:cubicBezTo>
                <a:cubicBezTo>
                  <a:pt x="1579861" y="4779878"/>
                  <a:pt x="1589894" y="4789509"/>
                  <a:pt x="1594910" y="4794324"/>
                </a:cubicBezTo>
                <a:lnTo>
                  <a:pt x="1595503" y="4795652"/>
                </a:lnTo>
                <a:lnTo>
                  <a:pt x="1579861" y="4799139"/>
                </a:lnTo>
                <a:cubicBezTo>
                  <a:pt x="1589894" y="4799139"/>
                  <a:pt x="1594910" y="4799139"/>
                  <a:pt x="1596791" y="4798537"/>
                </a:cubicBezTo>
                <a:lnTo>
                  <a:pt x="1595503" y="4795652"/>
                </a:lnTo>
                <a:lnTo>
                  <a:pt x="1655458" y="4782286"/>
                </a:lnTo>
                <a:cubicBezTo>
                  <a:pt x="1745301" y="4775063"/>
                  <a:pt x="1867198" y="4789509"/>
                  <a:pt x="1924986" y="4760617"/>
                </a:cubicBezTo>
                <a:cubicBezTo>
                  <a:pt x="1914954" y="4751388"/>
                  <a:pt x="1893183" y="4749181"/>
                  <a:pt x="1864966" y="4750460"/>
                </a:cubicBezTo>
                <a:close/>
                <a:moveTo>
                  <a:pt x="1130316" y="4687298"/>
                </a:moveTo>
                <a:lnTo>
                  <a:pt x="1140428" y="4689994"/>
                </a:lnTo>
                <a:lnTo>
                  <a:pt x="1162296" y="4692645"/>
                </a:lnTo>
                <a:lnTo>
                  <a:pt x="1161873" y="4708026"/>
                </a:lnTo>
                <a:cubicBezTo>
                  <a:pt x="1159993" y="4726008"/>
                  <a:pt x="1152468" y="4732930"/>
                  <a:pt x="1122370" y="4760617"/>
                </a:cubicBezTo>
                <a:lnTo>
                  <a:pt x="1122370" y="4799139"/>
                </a:lnTo>
                <a:cubicBezTo>
                  <a:pt x="1010004" y="4760617"/>
                  <a:pt x="894426" y="4760617"/>
                  <a:pt x="818981" y="4837661"/>
                </a:cubicBezTo>
                <a:cubicBezTo>
                  <a:pt x="741929" y="4837661"/>
                  <a:pt x="932952" y="4760617"/>
                  <a:pt x="780455" y="4760617"/>
                </a:cubicBezTo>
                <a:cubicBezTo>
                  <a:pt x="857506" y="4723701"/>
                  <a:pt x="969873" y="4723701"/>
                  <a:pt x="1122370" y="4723701"/>
                </a:cubicBezTo>
                <a:cubicBezTo>
                  <a:pt x="1103909" y="4704440"/>
                  <a:pt x="1113942" y="4694810"/>
                  <a:pt x="1123574" y="4689994"/>
                </a:cubicBezTo>
                <a:close/>
                <a:moveTo>
                  <a:pt x="2152929" y="4685179"/>
                </a:moveTo>
                <a:cubicBezTo>
                  <a:pt x="2114404" y="4723701"/>
                  <a:pt x="2037353" y="4685179"/>
                  <a:pt x="2077483" y="4723701"/>
                </a:cubicBezTo>
                <a:cubicBezTo>
                  <a:pt x="2114404" y="4760617"/>
                  <a:pt x="2152929" y="4723701"/>
                  <a:pt x="2152929" y="4685179"/>
                </a:cubicBezTo>
                <a:close/>
                <a:moveTo>
                  <a:pt x="1314997" y="4685179"/>
                </a:moveTo>
                <a:cubicBezTo>
                  <a:pt x="1314997" y="4723701"/>
                  <a:pt x="1237947" y="4760617"/>
                  <a:pt x="1162501" y="4799139"/>
                </a:cubicBezTo>
                <a:cubicBezTo>
                  <a:pt x="1237947" y="4799139"/>
                  <a:pt x="1237947" y="4837661"/>
                  <a:pt x="1274867" y="4837661"/>
                </a:cubicBezTo>
                <a:cubicBezTo>
                  <a:pt x="1294932" y="4818400"/>
                  <a:pt x="1323826" y="4818400"/>
                  <a:pt x="1352319" y="4813585"/>
                </a:cubicBezTo>
                <a:lnTo>
                  <a:pt x="1386280" y="4802197"/>
                </a:lnTo>
                <a:lnTo>
                  <a:pt x="1328191" y="4844858"/>
                </a:lnTo>
                <a:cubicBezTo>
                  <a:pt x="1306169" y="4856871"/>
                  <a:pt x="1283495" y="4866451"/>
                  <a:pt x="1262025" y="4875981"/>
                </a:cubicBezTo>
                <a:lnTo>
                  <a:pt x="1229636" y="4892919"/>
                </a:lnTo>
                <a:lnTo>
                  <a:pt x="1236768" y="4881950"/>
                </a:lnTo>
                <a:cubicBezTo>
                  <a:pt x="1237947" y="4878489"/>
                  <a:pt x="1237947" y="4876182"/>
                  <a:pt x="1237947" y="4876182"/>
                </a:cubicBezTo>
                <a:cubicBezTo>
                  <a:pt x="1162501" y="4876182"/>
                  <a:pt x="1085449" y="4837661"/>
                  <a:pt x="1046923" y="4837661"/>
                </a:cubicBezTo>
                <a:cubicBezTo>
                  <a:pt x="1085449" y="4799139"/>
                  <a:pt x="1199421" y="4799139"/>
                  <a:pt x="1122370" y="4760617"/>
                </a:cubicBezTo>
                <a:cubicBezTo>
                  <a:pt x="1180158" y="4760617"/>
                  <a:pt x="1218282" y="4751388"/>
                  <a:pt x="1246976" y="4737344"/>
                </a:cubicBezTo>
                <a:lnTo>
                  <a:pt x="1266289" y="4722533"/>
                </a:lnTo>
                <a:lnTo>
                  <a:pt x="1274867" y="4723701"/>
                </a:lnTo>
                <a:lnTo>
                  <a:pt x="1271720" y="4718367"/>
                </a:lnTo>
                <a:close/>
                <a:moveTo>
                  <a:pt x="1162501" y="4685179"/>
                </a:moveTo>
                <a:cubicBezTo>
                  <a:pt x="1171731" y="4685179"/>
                  <a:pt x="1178653" y="4687587"/>
                  <a:pt x="1185024" y="4691198"/>
                </a:cubicBezTo>
                <a:lnTo>
                  <a:pt x="1187634" y="4692997"/>
                </a:lnTo>
                <a:lnTo>
                  <a:pt x="1180158" y="4694809"/>
                </a:lnTo>
                <a:lnTo>
                  <a:pt x="1162296" y="4692645"/>
                </a:lnTo>
                <a:close/>
                <a:moveTo>
                  <a:pt x="1122370" y="4685179"/>
                </a:moveTo>
                <a:cubicBezTo>
                  <a:pt x="1132403" y="4685179"/>
                  <a:pt x="1135111" y="4685179"/>
                  <a:pt x="1134108" y="4685781"/>
                </a:cubicBezTo>
                <a:lnTo>
                  <a:pt x="1130316" y="4687298"/>
                </a:lnTo>
                <a:close/>
                <a:moveTo>
                  <a:pt x="2313578" y="4631083"/>
                </a:moveTo>
                <a:cubicBezTo>
                  <a:pt x="2293287" y="4632813"/>
                  <a:pt x="2276533" y="4637428"/>
                  <a:pt x="2266901" y="4646657"/>
                </a:cubicBezTo>
                <a:cubicBezTo>
                  <a:pt x="2342347" y="4646657"/>
                  <a:pt x="2382478" y="4685179"/>
                  <a:pt x="2494844" y="4646657"/>
                </a:cubicBezTo>
                <a:cubicBezTo>
                  <a:pt x="2467154" y="4646657"/>
                  <a:pt x="2374452" y="4625892"/>
                  <a:pt x="2313578" y="4631083"/>
                </a:cubicBezTo>
                <a:close/>
                <a:moveTo>
                  <a:pt x="2000433" y="4609741"/>
                </a:moveTo>
                <a:cubicBezTo>
                  <a:pt x="1809410" y="4685179"/>
                  <a:pt x="1579861" y="4571219"/>
                  <a:pt x="1427364" y="4646657"/>
                </a:cubicBezTo>
                <a:cubicBezTo>
                  <a:pt x="1542941" y="4609741"/>
                  <a:pt x="1504415" y="4723701"/>
                  <a:pt x="1579861" y="4685179"/>
                </a:cubicBezTo>
                <a:cubicBezTo>
                  <a:pt x="1619992" y="4685179"/>
                  <a:pt x="1542941" y="4685179"/>
                  <a:pt x="1542941" y="4646657"/>
                </a:cubicBezTo>
                <a:cubicBezTo>
                  <a:pt x="1579861" y="4646657"/>
                  <a:pt x="1579861" y="4646657"/>
                  <a:pt x="1579861" y="4646657"/>
                </a:cubicBezTo>
                <a:cubicBezTo>
                  <a:pt x="1619992" y="4723701"/>
                  <a:pt x="1772489" y="4609741"/>
                  <a:pt x="1809410" y="4723701"/>
                </a:cubicBezTo>
                <a:cubicBezTo>
                  <a:pt x="1884855" y="4723701"/>
                  <a:pt x="1884855" y="4685179"/>
                  <a:pt x="1924986" y="4646657"/>
                </a:cubicBezTo>
                <a:cubicBezTo>
                  <a:pt x="1961907" y="4685179"/>
                  <a:pt x="1961907" y="4685179"/>
                  <a:pt x="2000433" y="4685179"/>
                </a:cubicBezTo>
                <a:cubicBezTo>
                  <a:pt x="1961907" y="4646657"/>
                  <a:pt x="2000433" y="4646657"/>
                  <a:pt x="2037353" y="4609741"/>
                </a:cubicBezTo>
                <a:close/>
                <a:moveTo>
                  <a:pt x="24181548" y="4532698"/>
                </a:moveTo>
                <a:cubicBezTo>
                  <a:pt x="24143022" y="4532698"/>
                  <a:pt x="24104496" y="4571219"/>
                  <a:pt x="24104496" y="4609741"/>
                </a:cubicBezTo>
                <a:cubicBezTo>
                  <a:pt x="24104496" y="4609741"/>
                  <a:pt x="24181548" y="4609741"/>
                  <a:pt x="24181548" y="4646657"/>
                </a:cubicBezTo>
                <a:cubicBezTo>
                  <a:pt x="24143022" y="4646657"/>
                  <a:pt x="24067576" y="4609741"/>
                  <a:pt x="24067576" y="4685179"/>
                </a:cubicBezTo>
                <a:cubicBezTo>
                  <a:pt x="24104496" y="4723701"/>
                  <a:pt x="24143022" y="4685179"/>
                  <a:pt x="24181548" y="4685179"/>
                </a:cubicBezTo>
                <a:cubicBezTo>
                  <a:pt x="24256994" y="4685179"/>
                  <a:pt x="24220074" y="4723701"/>
                  <a:pt x="24220074" y="4760617"/>
                </a:cubicBezTo>
                <a:cubicBezTo>
                  <a:pt x="24295520" y="4760617"/>
                  <a:pt x="24256994" y="4723701"/>
                  <a:pt x="24334046" y="4723701"/>
                </a:cubicBezTo>
                <a:cubicBezTo>
                  <a:pt x="24220074" y="4646657"/>
                  <a:pt x="24295520" y="4609741"/>
                  <a:pt x="24181548" y="4532698"/>
                </a:cubicBezTo>
                <a:close/>
                <a:moveTo>
                  <a:pt x="56494" y="4532698"/>
                </a:moveTo>
                <a:cubicBezTo>
                  <a:pt x="56494" y="4532698"/>
                  <a:pt x="56494" y="4532698"/>
                  <a:pt x="56494" y="4571219"/>
                </a:cubicBezTo>
                <a:cubicBezTo>
                  <a:pt x="133546" y="4571219"/>
                  <a:pt x="133546" y="4571219"/>
                  <a:pt x="170466" y="4609741"/>
                </a:cubicBezTo>
                <a:cubicBezTo>
                  <a:pt x="208992" y="4571219"/>
                  <a:pt x="247517" y="4609741"/>
                  <a:pt x="247517" y="4571219"/>
                </a:cubicBezTo>
                <a:cubicBezTo>
                  <a:pt x="208992" y="4532698"/>
                  <a:pt x="208992" y="4571219"/>
                  <a:pt x="247517" y="4532698"/>
                </a:cubicBezTo>
                <a:cubicBezTo>
                  <a:pt x="133546" y="4532698"/>
                  <a:pt x="133546" y="4532698"/>
                  <a:pt x="56494" y="4532698"/>
                </a:cubicBezTo>
                <a:close/>
                <a:moveTo>
                  <a:pt x="1960709" y="4528074"/>
                </a:moveTo>
                <a:lnTo>
                  <a:pt x="1961907" y="4532698"/>
                </a:lnTo>
                <a:cubicBezTo>
                  <a:pt x="1942644" y="4542328"/>
                  <a:pt x="1921174" y="4544736"/>
                  <a:pt x="1900381" y="4543532"/>
                </a:cubicBezTo>
                <a:lnTo>
                  <a:pt x="1898065" y="4543095"/>
                </a:lnTo>
                <a:close/>
                <a:moveTo>
                  <a:pt x="689960" y="4523068"/>
                </a:moveTo>
                <a:cubicBezTo>
                  <a:pt x="627958" y="4523068"/>
                  <a:pt x="570972" y="4532698"/>
                  <a:pt x="552512" y="4571219"/>
                </a:cubicBezTo>
                <a:cubicBezTo>
                  <a:pt x="666483" y="4532698"/>
                  <a:pt x="780455" y="4609741"/>
                  <a:pt x="857506" y="4532698"/>
                </a:cubicBezTo>
                <a:cubicBezTo>
                  <a:pt x="818981" y="4532698"/>
                  <a:pt x="751962" y="4523068"/>
                  <a:pt x="689960" y="4523068"/>
                </a:cubicBezTo>
                <a:close/>
                <a:moveTo>
                  <a:pt x="23013122" y="4522255"/>
                </a:moveTo>
                <a:lnTo>
                  <a:pt x="23032322" y="4525468"/>
                </a:lnTo>
                <a:lnTo>
                  <a:pt x="23027460" y="4527281"/>
                </a:lnTo>
                <a:cubicBezTo>
                  <a:pt x="23018656" y="4530290"/>
                  <a:pt x="23009326" y="4532698"/>
                  <a:pt x="23000096" y="4532698"/>
                </a:cubicBezTo>
                <a:close/>
                <a:moveTo>
                  <a:pt x="1806826" y="4521864"/>
                </a:moveTo>
                <a:cubicBezTo>
                  <a:pt x="1813372" y="4523068"/>
                  <a:pt x="1826365" y="4527883"/>
                  <a:pt x="1842919" y="4532698"/>
                </a:cubicBezTo>
                <a:lnTo>
                  <a:pt x="1898065" y="4543095"/>
                </a:lnTo>
                <a:lnTo>
                  <a:pt x="1893734" y="4544134"/>
                </a:lnTo>
                <a:cubicBezTo>
                  <a:pt x="1873619" y="4551959"/>
                  <a:pt x="1857165" y="4561589"/>
                  <a:pt x="1847935" y="4571219"/>
                </a:cubicBezTo>
                <a:cubicBezTo>
                  <a:pt x="1847935" y="4532698"/>
                  <a:pt x="1809410" y="4532698"/>
                  <a:pt x="1809410" y="4532698"/>
                </a:cubicBezTo>
                <a:cubicBezTo>
                  <a:pt x="1800179" y="4523068"/>
                  <a:pt x="1800280" y="4520660"/>
                  <a:pt x="1806826" y="4521864"/>
                </a:cubicBezTo>
                <a:close/>
                <a:moveTo>
                  <a:pt x="23068946" y="4516447"/>
                </a:moveTo>
                <a:cubicBezTo>
                  <a:pt x="23073134" y="4518253"/>
                  <a:pt x="23075542" y="4523068"/>
                  <a:pt x="23075542" y="4532698"/>
                </a:cubicBezTo>
                <a:lnTo>
                  <a:pt x="23032322" y="4525468"/>
                </a:lnTo>
                <a:lnTo>
                  <a:pt x="23051664" y="4518253"/>
                </a:lnTo>
                <a:cubicBezTo>
                  <a:pt x="23058788" y="4515845"/>
                  <a:pt x="23064756" y="4514641"/>
                  <a:pt x="23068946" y="4516447"/>
                </a:cubicBezTo>
                <a:close/>
                <a:moveTo>
                  <a:pt x="4706856" y="4494177"/>
                </a:moveTo>
                <a:cubicBezTo>
                  <a:pt x="4629805" y="4494177"/>
                  <a:pt x="4629805" y="4494177"/>
                  <a:pt x="4629805" y="4532698"/>
                </a:cubicBezTo>
                <a:cubicBezTo>
                  <a:pt x="4706856" y="4571219"/>
                  <a:pt x="4782302" y="4494177"/>
                  <a:pt x="4896274" y="4532698"/>
                </a:cubicBezTo>
                <a:cubicBezTo>
                  <a:pt x="4896274" y="4494177"/>
                  <a:pt x="4859354" y="4494177"/>
                  <a:pt x="4859354" y="4494177"/>
                </a:cubicBezTo>
                <a:cubicBezTo>
                  <a:pt x="4706856" y="4494177"/>
                  <a:pt x="4743777" y="4532698"/>
                  <a:pt x="4629805" y="4532698"/>
                </a:cubicBezTo>
                <a:cubicBezTo>
                  <a:pt x="4666726" y="4532698"/>
                  <a:pt x="4706856" y="4494177"/>
                  <a:pt x="4706856" y="4494177"/>
                </a:cubicBezTo>
                <a:close/>
                <a:moveTo>
                  <a:pt x="4591280" y="4494177"/>
                </a:moveTo>
                <a:cubicBezTo>
                  <a:pt x="4591280" y="4532698"/>
                  <a:pt x="4515834" y="4494177"/>
                  <a:pt x="4554359" y="4571219"/>
                </a:cubicBezTo>
                <a:cubicBezTo>
                  <a:pt x="4591280" y="4571219"/>
                  <a:pt x="4629805" y="4494177"/>
                  <a:pt x="4591280" y="4494177"/>
                </a:cubicBezTo>
                <a:close/>
                <a:moveTo>
                  <a:pt x="1010004" y="4494177"/>
                </a:moveTo>
                <a:cubicBezTo>
                  <a:pt x="969873" y="4571219"/>
                  <a:pt x="894426" y="4494177"/>
                  <a:pt x="857506" y="4571219"/>
                </a:cubicBezTo>
                <a:cubicBezTo>
                  <a:pt x="894426" y="4571219"/>
                  <a:pt x="932952" y="4532698"/>
                  <a:pt x="932952" y="4571219"/>
                </a:cubicBezTo>
                <a:cubicBezTo>
                  <a:pt x="969873" y="4571219"/>
                  <a:pt x="1046923" y="4532698"/>
                  <a:pt x="1010004" y="4494177"/>
                </a:cubicBezTo>
                <a:close/>
                <a:moveTo>
                  <a:pt x="276086" y="4478603"/>
                </a:moveTo>
                <a:cubicBezTo>
                  <a:pt x="266078" y="4480333"/>
                  <a:pt x="256748" y="4484948"/>
                  <a:pt x="247517" y="4494177"/>
                </a:cubicBezTo>
                <a:cubicBezTo>
                  <a:pt x="208992" y="4532698"/>
                  <a:pt x="322963" y="4494177"/>
                  <a:pt x="322963" y="4532698"/>
                </a:cubicBezTo>
                <a:cubicBezTo>
                  <a:pt x="284438" y="4532698"/>
                  <a:pt x="247517" y="4532698"/>
                  <a:pt x="284438" y="4571219"/>
                </a:cubicBezTo>
                <a:cubicBezTo>
                  <a:pt x="342226" y="4542328"/>
                  <a:pt x="356673" y="4556774"/>
                  <a:pt x="392114" y="4549551"/>
                </a:cubicBezTo>
                <a:lnTo>
                  <a:pt x="428650" y="4535813"/>
                </a:lnTo>
                <a:lnTo>
                  <a:pt x="437040" y="4536575"/>
                </a:lnTo>
                <a:lnTo>
                  <a:pt x="437537" y="4554968"/>
                </a:lnTo>
                <a:cubicBezTo>
                  <a:pt x="439343" y="4571219"/>
                  <a:pt x="446566" y="4571219"/>
                  <a:pt x="475460" y="4571219"/>
                </a:cubicBezTo>
                <a:cubicBezTo>
                  <a:pt x="494723" y="4551958"/>
                  <a:pt x="475862" y="4542328"/>
                  <a:pt x="447369" y="4537513"/>
                </a:cubicBezTo>
                <a:lnTo>
                  <a:pt x="437040" y="4536575"/>
                </a:lnTo>
                <a:lnTo>
                  <a:pt x="436935" y="4532698"/>
                </a:lnTo>
                <a:lnTo>
                  <a:pt x="428650" y="4535813"/>
                </a:lnTo>
                <a:lnTo>
                  <a:pt x="400968" y="4533300"/>
                </a:lnTo>
                <a:cubicBezTo>
                  <a:pt x="385467" y="4532698"/>
                  <a:pt x="371120" y="4532698"/>
                  <a:pt x="361489" y="4532698"/>
                </a:cubicBezTo>
                <a:cubicBezTo>
                  <a:pt x="361489" y="4494177"/>
                  <a:pt x="361489" y="4494177"/>
                  <a:pt x="400015" y="4494177"/>
                </a:cubicBezTo>
                <a:cubicBezTo>
                  <a:pt x="342226" y="4494177"/>
                  <a:pt x="306108" y="4473411"/>
                  <a:pt x="276086" y="4478603"/>
                </a:cubicBezTo>
                <a:close/>
                <a:moveTo>
                  <a:pt x="1609257" y="4462953"/>
                </a:moveTo>
                <a:cubicBezTo>
                  <a:pt x="1637850" y="4465888"/>
                  <a:pt x="1666544" y="4475317"/>
                  <a:pt x="1695438" y="4494177"/>
                </a:cubicBezTo>
                <a:cubicBezTo>
                  <a:pt x="1656913" y="4494177"/>
                  <a:pt x="1579861" y="4494177"/>
                  <a:pt x="1619992" y="4532698"/>
                </a:cubicBezTo>
                <a:cubicBezTo>
                  <a:pt x="1543743" y="4532698"/>
                  <a:pt x="1486356" y="4532698"/>
                  <a:pt x="1424154" y="4532698"/>
                </a:cubicBezTo>
                <a:lnTo>
                  <a:pt x="1351918" y="4532698"/>
                </a:lnTo>
                <a:cubicBezTo>
                  <a:pt x="1438601" y="4503807"/>
                  <a:pt x="1523477" y="4454151"/>
                  <a:pt x="1609257" y="4462953"/>
                </a:cubicBezTo>
                <a:close/>
                <a:moveTo>
                  <a:pt x="12975414" y="4457260"/>
                </a:moveTo>
                <a:cubicBezTo>
                  <a:pt x="12899968" y="4457260"/>
                  <a:pt x="12899968" y="4532698"/>
                  <a:pt x="12936888" y="4532698"/>
                </a:cubicBezTo>
                <a:cubicBezTo>
                  <a:pt x="12936888" y="4494177"/>
                  <a:pt x="12975414" y="4494177"/>
                  <a:pt x="12975414" y="4457260"/>
                </a:cubicBezTo>
                <a:close/>
                <a:moveTo>
                  <a:pt x="1963039" y="4456856"/>
                </a:moveTo>
                <a:lnTo>
                  <a:pt x="1961907" y="4457260"/>
                </a:lnTo>
                <a:lnTo>
                  <a:pt x="1961218" y="4457120"/>
                </a:lnTo>
                <a:close/>
                <a:moveTo>
                  <a:pt x="0" y="4422035"/>
                </a:moveTo>
                <a:lnTo>
                  <a:pt x="8739" y="4423554"/>
                </a:lnTo>
                <a:cubicBezTo>
                  <a:pt x="8739" y="4425962"/>
                  <a:pt x="6431" y="4429573"/>
                  <a:pt x="1816" y="4434990"/>
                </a:cubicBezTo>
                <a:lnTo>
                  <a:pt x="0" y="4436937"/>
                </a:lnTo>
                <a:close/>
                <a:moveTo>
                  <a:pt x="1427364" y="4418739"/>
                </a:moveTo>
                <a:cubicBezTo>
                  <a:pt x="1427364" y="4418739"/>
                  <a:pt x="1437397" y="4418739"/>
                  <a:pt x="1447429" y="4423554"/>
                </a:cubicBezTo>
                <a:lnTo>
                  <a:pt x="1447888" y="4423934"/>
                </a:lnTo>
                <a:close/>
                <a:moveTo>
                  <a:pt x="322963" y="4418739"/>
                </a:moveTo>
                <a:cubicBezTo>
                  <a:pt x="322963" y="4418739"/>
                  <a:pt x="322963" y="4457260"/>
                  <a:pt x="284438" y="4457260"/>
                </a:cubicBezTo>
                <a:cubicBezTo>
                  <a:pt x="436935" y="4457260"/>
                  <a:pt x="361489" y="4494177"/>
                  <a:pt x="475460" y="4494177"/>
                </a:cubicBezTo>
                <a:lnTo>
                  <a:pt x="480276" y="4494177"/>
                </a:lnTo>
                <a:cubicBezTo>
                  <a:pt x="494723" y="4494177"/>
                  <a:pt x="513986" y="4494177"/>
                  <a:pt x="513986" y="4494177"/>
                </a:cubicBezTo>
                <a:cubicBezTo>
                  <a:pt x="400015" y="4494177"/>
                  <a:pt x="436935" y="4418739"/>
                  <a:pt x="322963" y="4418739"/>
                </a:cubicBezTo>
                <a:close/>
                <a:moveTo>
                  <a:pt x="23859900" y="4407905"/>
                </a:moveTo>
                <a:cubicBezTo>
                  <a:pt x="23761780" y="4411516"/>
                  <a:pt x="23647406" y="4447630"/>
                  <a:pt x="23533034" y="4418739"/>
                </a:cubicBezTo>
                <a:cubicBezTo>
                  <a:pt x="23494508" y="4457260"/>
                  <a:pt x="23647006" y="4457260"/>
                  <a:pt x="23610084" y="4494177"/>
                </a:cubicBezTo>
                <a:cubicBezTo>
                  <a:pt x="23610084" y="4457260"/>
                  <a:pt x="23533034" y="4457260"/>
                  <a:pt x="23533034" y="4494177"/>
                </a:cubicBezTo>
                <a:cubicBezTo>
                  <a:pt x="23494508" y="4494177"/>
                  <a:pt x="23494508" y="4532698"/>
                  <a:pt x="23494508" y="4532698"/>
                </a:cubicBezTo>
                <a:cubicBezTo>
                  <a:pt x="23494508" y="4494177"/>
                  <a:pt x="23457588" y="4457260"/>
                  <a:pt x="23457588" y="4457260"/>
                </a:cubicBezTo>
                <a:cubicBezTo>
                  <a:pt x="23256734" y="4489562"/>
                  <a:pt x="23144366" y="4435843"/>
                  <a:pt x="23043062" y="4498252"/>
                </a:cubicBezTo>
                <a:lnTo>
                  <a:pt x="23013122" y="4522255"/>
                </a:lnTo>
                <a:lnTo>
                  <a:pt x="22978400" y="4516447"/>
                </a:lnTo>
                <a:cubicBezTo>
                  <a:pt x="22894352" y="4511030"/>
                  <a:pt x="22837166" y="4532698"/>
                  <a:pt x="22695102" y="4532698"/>
                </a:cubicBezTo>
                <a:cubicBezTo>
                  <a:pt x="22695102" y="4571219"/>
                  <a:pt x="22770548" y="4571219"/>
                  <a:pt x="22847598" y="4609741"/>
                </a:cubicBezTo>
                <a:cubicBezTo>
                  <a:pt x="22847598" y="4571219"/>
                  <a:pt x="22770548" y="4571219"/>
                  <a:pt x="22847598" y="4571219"/>
                </a:cubicBezTo>
                <a:cubicBezTo>
                  <a:pt x="22884520" y="4571219"/>
                  <a:pt x="22923044" y="4571219"/>
                  <a:pt x="22961570" y="4571219"/>
                </a:cubicBezTo>
                <a:cubicBezTo>
                  <a:pt x="23075542" y="4685179"/>
                  <a:pt x="23380536" y="4609741"/>
                  <a:pt x="23610084" y="4609741"/>
                </a:cubicBezTo>
                <a:cubicBezTo>
                  <a:pt x="23610084" y="4571219"/>
                  <a:pt x="23494508" y="4571219"/>
                  <a:pt x="23533034" y="4494177"/>
                </a:cubicBezTo>
                <a:cubicBezTo>
                  <a:pt x="23571560" y="4532698"/>
                  <a:pt x="23610084" y="4532698"/>
                  <a:pt x="23647006" y="4494177"/>
                </a:cubicBezTo>
                <a:cubicBezTo>
                  <a:pt x="23685530" y="4532698"/>
                  <a:pt x="23685530" y="4571219"/>
                  <a:pt x="23724056" y="4571219"/>
                </a:cubicBezTo>
                <a:cubicBezTo>
                  <a:pt x="23762582" y="4571219"/>
                  <a:pt x="23876554" y="4571219"/>
                  <a:pt x="23952000" y="4532698"/>
                </a:cubicBezTo>
                <a:cubicBezTo>
                  <a:pt x="23990526" y="4571219"/>
                  <a:pt x="23990526" y="4571219"/>
                  <a:pt x="24067576" y="4609741"/>
                </a:cubicBezTo>
                <a:cubicBezTo>
                  <a:pt x="24067576" y="4532698"/>
                  <a:pt x="24029050" y="4532698"/>
                  <a:pt x="24029050" y="4494177"/>
                </a:cubicBezTo>
                <a:cubicBezTo>
                  <a:pt x="23990526" y="4494177"/>
                  <a:pt x="23952000" y="4457260"/>
                  <a:pt x="23952000" y="4418739"/>
                </a:cubicBezTo>
                <a:cubicBezTo>
                  <a:pt x="23923508" y="4409108"/>
                  <a:pt x="23892606" y="4406701"/>
                  <a:pt x="23859900" y="4407905"/>
                </a:cubicBezTo>
                <a:close/>
                <a:moveTo>
                  <a:pt x="3944371" y="4341695"/>
                </a:moveTo>
                <a:cubicBezTo>
                  <a:pt x="3981290" y="4341695"/>
                  <a:pt x="4058342" y="4341695"/>
                  <a:pt x="4096868" y="4341695"/>
                </a:cubicBezTo>
                <a:cubicBezTo>
                  <a:pt x="4096868" y="4341695"/>
                  <a:pt x="4096868" y="4380217"/>
                  <a:pt x="4058342" y="4380217"/>
                </a:cubicBezTo>
                <a:cubicBezTo>
                  <a:pt x="4058342" y="4341695"/>
                  <a:pt x="3981290" y="4380217"/>
                  <a:pt x="3944371" y="4341695"/>
                </a:cubicBezTo>
                <a:close/>
                <a:moveTo>
                  <a:pt x="2037353" y="4341695"/>
                </a:moveTo>
                <a:cubicBezTo>
                  <a:pt x="2037353" y="4380217"/>
                  <a:pt x="2037353" y="4418739"/>
                  <a:pt x="2000433" y="4418739"/>
                </a:cubicBezTo>
                <a:cubicBezTo>
                  <a:pt x="1961907" y="4380217"/>
                  <a:pt x="1961907" y="4418739"/>
                  <a:pt x="1924986" y="4418739"/>
                </a:cubicBezTo>
                <a:cubicBezTo>
                  <a:pt x="1961907" y="4380217"/>
                  <a:pt x="1961907" y="4341695"/>
                  <a:pt x="2037353" y="4341695"/>
                </a:cubicBezTo>
                <a:close/>
                <a:moveTo>
                  <a:pt x="1772489" y="4341695"/>
                </a:moveTo>
                <a:cubicBezTo>
                  <a:pt x="1772489" y="4370587"/>
                  <a:pt x="1835695" y="4421146"/>
                  <a:pt x="1899804" y="4444620"/>
                </a:cubicBezTo>
                <a:lnTo>
                  <a:pt x="1961218" y="4457120"/>
                </a:lnTo>
                <a:lnTo>
                  <a:pt x="1886235" y="4467994"/>
                </a:lnTo>
                <a:cubicBezTo>
                  <a:pt x="1848738" y="4475618"/>
                  <a:pt x="1810613" y="4484948"/>
                  <a:pt x="1772489" y="4494177"/>
                </a:cubicBezTo>
                <a:cubicBezTo>
                  <a:pt x="1772489" y="4457260"/>
                  <a:pt x="1695438" y="4457260"/>
                  <a:pt x="1695438" y="4457260"/>
                </a:cubicBezTo>
                <a:cubicBezTo>
                  <a:pt x="1772489" y="4418739"/>
                  <a:pt x="1809410" y="4494177"/>
                  <a:pt x="1884855" y="4457260"/>
                </a:cubicBezTo>
                <a:cubicBezTo>
                  <a:pt x="1847935" y="4418739"/>
                  <a:pt x="1732358" y="4418739"/>
                  <a:pt x="1772489" y="4341695"/>
                </a:cubicBezTo>
                <a:close/>
                <a:moveTo>
                  <a:pt x="6878737" y="4266257"/>
                </a:moveTo>
                <a:cubicBezTo>
                  <a:pt x="6803291" y="4266257"/>
                  <a:pt x="6803291" y="4304779"/>
                  <a:pt x="6803291" y="4341695"/>
                </a:cubicBezTo>
                <a:cubicBezTo>
                  <a:pt x="6878737" y="4341695"/>
                  <a:pt x="6840212" y="4304779"/>
                  <a:pt x="6878737" y="4266257"/>
                </a:cubicBezTo>
                <a:close/>
                <a:moveTo>
                  <a:pt x="6535217" y="4266257"/>
                </a:moveTo>
                <a:cubicBezTo>
                  <a:pt x="6535217" y="4380217"/>
                  <a:pt x="6612269" y="4304779"/>
                  <a:pt x="6650794" y="4341695"/>
                </a:cubicBezTo>
                <a:cubicBezTo>
                  <a:pt x="6687715" y="4304779"/>
                  <a:pt x="6573743" y="4304779"/>
                  <a:pt x="6535217" y="4266257"/>
                </a:cubicBezTo>
                <a:close/>
                <a:moveTo>
                  <a:pt x="6382720" y="4266257"/>
                </a:moveTo>
                <a:cubicBezTo>
                  <a:pt x="6382720" y="4304779"/>
                  <a:pt x="6421246" y="4304779"/>
                  <a:pt x="6421246" y="4304779"/>
                </a:cubicBezTo>
                <a:cubicBezTo>
                  <a:pt x="6459771" y="4304779"/>
                  <a:pt x="6498297" y="4304779"/>
                  <a:pt x="6498297" y="4266257"/>
                </a:cubicBezTo>
                <a:cubicBezTo>
                  <a:pt x="6459771" y="4266257"/>
                  <a:pt x="6421246" y="4266257"/>
                  <a:pt x="6382720" y="4266257"/>
                </a:cubicBezTo>
                <a:close/>
                <a:moveTo>
                  <a:pt x="1376881" y="4255721"/>
                </a:moveTo>
                <a:lnTo>
                  <a:pt x="1390444" y="4266257"/>
                </a:lnTo>
                <a:lnTo>
                  <a:pt x="1367821" y="4266257"/>
                </a:lnTo>
                <a:lnTo>
                  <a:pt x="1370554" y="4259637"/>
                </a:lnTo>
                <a:close/>
                <a:moveTo>
                  <a:pt x="6687715" y="4227736"/>
                </a:moveTo>
                <a:lnTo>
                  <a:pt x="6677351" y="4231214"/>
                </a:lnTo>
                <a:lnTo>
                  <a:pt x="6671676" y="4230911"/>
                </a:lnTo>
                <a:close/>
                <a:moveTo>
                  <a:pt x="6612269" y="4227736"/>
                </a:moveTo>
                <a:lnTo>
                  <a:pt x="6671676" y="4230911"/>
                </a:lnTo>
                <a:lnTo>
                  <a:pt x="6660350" y="4233153"/>
                </a:lnTo>
                <a:cubicBezTo>
                  <a:pt x="6633939" y="4242181"/>
                  <a:pt x="6612269" y="4256627"/>
                  <a:pt x="6612269" y="4227736"/>
                </a:cubicBezTo>
                <a:close/>
                <a:moveTo>
                  <a:pt x="1464334" y="4180337"/>
                </a:moveTo>
                <a:cubicBezTo>
                  <a:pt x="1473213" y="4178381"/>
                  <a:pt x="1485152" y="4180387"/>
                  <a:pt x="1504415" y="4189215"/>
                </a:cubicBezTo>
                <a:cubicBezTo>
                  <a:pt x="1485955" y="4208476"/>
                  <a:pt x="1447831" y="4218106"/>
                  <a:pt x="1414321" y="4232551"/>
                </a:cubicBezTo>
                <a:lnTo>
                  <a:pt x="1376881" y="4255721"/>
                </a:lnTo>
                <a:lnTo>
                  <a:pt x="1361775" y="4243987"/>
                </a:lnTo>
                <a:cubicBezTo>
                  <a:pt x="1333257" y="4227736"/>
                  <a:pt x="1304965" y="4227736"/>
                  <a:pt x="1274867" y="4227736"/>
                </a:cubicBezTo>
                <a:cubicBezTo>
                  <a:pt x="1237947" y="4189215"/>
                  <a:pt x="1351918" y="4227736"/>
                  <a:pt x="1351918" y="4189215"/>
                </a:cubicBezTo>
                <a:cubicBezTo>
                  <a:pt x="1390444" y="4189215"/>
                  <a:pt x="1351918" y="4189215"/>
                  <a:pt x="1351918" y="4227736"/>
                </a:cubicBezTo>
                <a:cubicBezTo>
                  <a:pt x="1438601" y="4227736"/>
                  <a:pt x="1437698" y="4186205"/>
                  <a:pt x="1464334" y="4180337"/>
                </a:cubicBezTo>
                <a:close/>
                <a:moveTo>
                  <a:pt x="7220652" y="4115382"/>
                </a:moveTo>
                <a:cubicBezTo>
                  <a:pt x="7183732" y="4115382"/>
                  <a:pt x="7145206" y="4115382"/>
                  <a:pt x="7145206" y="4153903"/>
                </a:cubicBezTo>
                <a:cubicBezTo>
                  <a:pt x="7145206" y="4153903"/>
                  <a:pt x="7145206" y="4153903"/>
                  <a:pt x="7220652" y="4153903"/>
                </a:cubicBezTo>
                <a:cubicBezTo>
                  <a:pt x="7183732" y="4115382"/>
                  <a:pt x="7260783" y="4115382"/>
                  <a:pt x="7220652" y="4115382"/>
                </a:cubicBezTo>
                <a:close/>
                <a:moveTo>
                  <a:pt x="7979325" y="4092509"/>
                </a:moveTo>
                <a:cubicBezTo>
                  <a:pt x="7945816" y="4087694"/>
                  <a:pt x="7907692" y="4096923"/>
                  <a:pt x="7907692" y="4115382"/>
                </a:cubicBezTo>
                <a:cubicBezTo>
                  <a:pt x="7946218" y="4115382"/>
                  <a:pt x="7946218" y="4153903"/>
                  <a:pt x="8023269" y="4153903"/>
                </a:cubicBezTo>
                <a:cubicBezTo>
                  <a:pt x="8041729" y="4116184"/>
                  <a:pt x="8012834" y="4097325"/>
                  <a:pt x="7979325" y="4092509"/>
                </a:cubicBezTo>
                <a:close/>
                <a:moveTo>
                  <a:pt x="6815079" y="4022765"/>
                </a:moveTo>
                <a:cubicBezTo>
                  <a:pt x="6808006" y="4024495"/>
                  <a:pt x="6803291" y="4029110"/>
                  <a:pt x="6803291" y="4038339"/>
                </a:cubicBezTo>
                <a:cubicBezTo>
                  <a:pt x="6840212" y="4038339"/>
                  <a:pt x="6840212" y="4078465"/>
                  <a:pt x="6840212" y="4078465"/>
                </a:cubicBezTo>
                <a:cubicBezTo>
                  <a:pt x="6878737" y="4078465"/>
                  <a:pt x="6878737" y="4078465"/>
                  <a:pt x="6878737" y="4038339"/>
                </a:cubicBezTo>
                <a:cubicBezTo>
                  <a:pt x="6878737" y="4038339"/>
                  <a:pt x="6836298" y="4017573"/>
                  <a:pt x="6815079" y="4022765"/>
                </a:cubicBezTo>
                <a:close/>
                <a:moveTo>
                  <a:pt x="7031235" y="4001422"/>
                </a:moveTo>
                <a:cubicBezTo>
                  <a:pt x="6992709" y="4001422"/>
                  <a:pt x="6992709" y="4038339"/>
                  <a:pt x="6955789" y="4038339"/>
                </a:cubicBezTo>
                <a:cubicBezTo>
                  <a:pt x="6955789" y="4038339"/>
                  <a:pt x="6955789" y="4078465"/>
                  <a:pt x="6992709" y="4078465"/>
                </a:cubicBezTo>
                <a:cubicBezTo>
                  <a:pt x="7069760" y="4038339"/>
                  <a:pt x="7183732" y="4115382"/>
                  <a:pt x="7220652" y="4038339"/>
                </a:cubicBezTo>
                <a:cubicBezTo>
                  <a:pt x="7145206" y="4038339"/>
                  <a:pt x="7069760" y="4038339"/>
                  <a:pt x="7031235" y="4001422"/>
                </a:cubicBezTo>
                <a:close/>
                <a:moveTo>
                  <a:pt x="5742116" y="3953495"/>
                </a:moveTo>
                <a:lnTo>
                  <a:pt x="5737781" y="3956571"/>
                </a:lnTo>
                <a:lnTo>
                  <a:pt x="5740426" y="3953872"/>
                </a:lnTo>
                <a:close/>
                <a:moveTo>
                  <a:pt x="5811257" y="3925984"/>
                </a:moveTo>
                <a:cubicBezTo>
                  <a:pt x="5811257" y="3925984"/>
                  <a:pt x="5811257" y="3925984"/>
                  <a:pt x="5811257" y="3962901"/>
                </a:cubicBezTo>
                <a:cubicBezTo>
                  <a:pt x="5792395" y="3953672"/>
                  <a:pt x="5778249" y="3949057"/>
                  <a:pt x="5767037" y="3947929"/>
                </a:cubicBezTo>
                <a:lnTo>
                  <a:pt x="5742116" y="3953495"/>
                </a:lnTo>
                <a:lnTo>
                  <a:pt x="5754873" y="3944443"/>
                </a:lnTo>
                <a:cubicBezTo>
                  <a:pt x="5764304" y="3935213"/>
                  <a:pt x="5773534" y="3925984"/>
                  <a:pt x="5811257" y="3925984"/>
                </a:cubicBezTo>
                <a:close/>
                <a:moveTo>
                  <a:pt x="5839282" y="3911800"/>
                </a:moveTo>
                <a:lnTo>
                  <a:pt x="5844886" y="3914385"/>
                </a:lnTo>
                <a:cubicBezTo>
                  <a:pt x="5848002" y="3917206"/>
                  <a:pt x="5849783" y="3920968"/>
                  <a:pt x="5849783" y="3925984"/>
                </a:cubicBezTo>
                <a:close/>
                <a:moveTo>
                  <a:pt x="5998207" y="3888812"/>
                </a:moveTo>
                <a:lnTo>
                  <a:pt x="6001398" y="3889164"/>
                </a:lnTo>
                <a:lnTo>
                  <a:pt x="5996260" y="3908429"/>
                </a:lnTo>
                <a:cubicBezTo>
                  <a:pt x="5989036" y="3918460"/>
                  <a:pt x="5976997" y="3918460"/>
                  <a:pt x="5969773" y="3908429"/>
                </a:cubicBezTo>
                <a:lnTo>
                  <a:pt x="5968260" y="3902754"/>
                </a:lnTo>
                <a:lnTo>
                  <a:pt x="5968820" y="3902786"/>
                </a:lnTo>
                <a:cubicBezTo>
                  <a:pt x="5974765" y="3901846"/>
                  <a:pt x="5980722" y="3900122"/>
                  <a:pt x="5986397" y="3897378"/>
                </a:cubicBezTo>
                <a:close/>
                <a:moveTo>
                  <a:pt x="5963436" y="3886315"/>
                </a:moveTo>
                <a:lnTo>
                  <a:pt x="5963877" y="3886320"/>
                </a:lnTo>
                <a:lnTo>
                  <a:pt x="5968260" y="3902754"/>
                </a:lnTo>
                <a:lnTo>
                  <a:pt x="5952607" y="3901866"/>
                </a:lnTo>
                <a:close/>
                <a:moveTo>
                  <a:pt x="6246634" y="3839154"/>
                </a:moveTo>
                <a:lnTo>
                  <a:pt x="6231828" y="3848941"/>
                </a:lnTo>
                <a:cubicBezTo>
                  <a:pt x="6236443" y="3844126"/>
                  <a:pt x="6240481" y="3841091"/>
                  <a:pt x="6243942" y="3839468"/>
                </a:cubicBezTo>
                <a:close/>
                <a:moveTo>
                  <a:pt x="6402183" y="3820050"/>
                </a:moveTo>
                <a:cubicBezTo>
                  <a:pt x="6383121" y="3820050"/>
                  <a:pt x="6364260" y="3829681"/>
                  <a:pt x="6345800" y="3848941"/>
                </a:cubicBezTo>
                <a:cubicBezTo>
                  <a:pt x="6382720" y="3848941"/>
                  <a:pt x="6459771" y="3848941"/>
                  <a:pt x="6459771" y="3848941"/>
                </a:cubicBezTo>
                <a:cubicBezTo>
                  <a:pt x="6440508" y="3829681"/>
                  <a:pt x="6421245" y="3820050"/>
                  <a:pt x="6402183" y="3820050"/>
                </a:cubicBezTo>
                <a:close/>
                <a:moveTo>
                  <a:pt x="5506262" y="3810420"/>
                </a:moveTo>
                <a:cubicBezTo>
                  <a:pt x="5506262" y="3848941"/>
                  <a:pt x="5583314" y="3848941"/>
                  <a:pt x="5544788" y="3885858"/>
                </a:cubicBezTo>
                <a:cubicBezTo>
                  <a:pt x="5583314" y="3885858"/>
                  <a:pt x="5621840" y="3885858"/>
                  <a:pt x="5658760" y="3885858"/>
                </a:cubicBezTo>
                <a:cubicBezTo>
                  <a:pt x="5658760" y="3848941"/>
                  <a:pt x="5583314" y="3848941"/>
                  <a:pt x="5583314" y="3810420"/>
                </a:cubicBezTo>
                <a:lnTo>
                  <a:pt x="5621840" y="3810420"/>
                </a:lnTo>
                <a:cubicBezTo>
                  <a:pt x="5687854" y="3876428"/>
                  <a:pt x="5783366" y="3856415"/>
                  <a:pt x="5832021" y="3901993"/>
                </a:cubicBezTo>
                <a:lnTo>
                  <a:pt x="5839282" y="3911800"/>
                </a:lnTo>
                <a:lnTo>
                  <a:pt x="5831975" y="3908429"/>
                </a:lnTo>
                <a:cubicBezTo>
                  <a:pt x="5799920" y="3900905"/>
                  <a:pt x="5735811" y="3915953"/>
                  <a:pt x="5735811" y="3885858"/>
                </a:cubicBezTo>
                <a:cubicBezTo>
                  <a:pt x="5658760" y="3885858"/>
                  <a:pt x="5658760" y="3925984"/>
                  <a:pt x="5621840" y="3925984"/>
                </a:cubicBezTo>
                <a:cubicBezTo>
                  <a:pt x="5621840" y="3925984"/>
                  <a:pt x="5658760" y="3925984"/>
                  <a:pt x="5697285" y="3962901"/>
                </a:cubicBezTo>
                <a:cubicBezTo>
                  <a:pt x="5716548" y="3962901"/>
                  <a:pt x="5728587" y="3960594"/>
                  <a:pt x="5736989" y="3957133"/>
                </a:cubicBezTo>
                <a:lnTo>
                  <a:pt x="5737781" y="3956571"/>
                </a:lnTo>
                <a:lnTo>
                  <a:pt x="5720737" y="3973961"/>
                </a:lnTo>
                <a:cubicBezTo>
                  <a:pt x="5714140" y="3982262"/>
                  <a:pt x="5706916" y="3991792"/>
                  <a:pt x="5697285" y="4001422"/>
                </a:cubicBezTo>
                <a:cubicBezTo>
                  <a:pt x="5658760" y="3925984"/>
                  <a:pt x="5506262" y="3925984"/>
                  <a:pt x="5506262" y="3848941"/>
                </a:cubicBezTo>
                <a:cubicBezTo>
                  <a:pt x="5392291" y="3848941"/>
                  <a:pt x="5316845" y="3885858"/>
                  <a:pt x="5316845" y="3848941"/>
                </a:cubicBezTo>
                <a:cubicBezTo>
                  <a:pt x="5430817" y="3848941"/>
                  <a:pt x="5430817" y="3848941"/>
                  <a:pt x="5506262" y="3810420"/>
                </a:cubicBezTo>
                <a:close/>
                <a:moveTo>
                  <a:pt x="5780708" y="3756575"/>
                </a:moveTo>
                <a:cubicBezTo>
                  <a:pt x="5792897" y="3750932"/>
                  <a:pt x="5820888" y="3773503"/>
                  <a:pt x="5849783" y="3773503"/>
                </a:cubicBezTo>
                <a:lnTo>
                  <a:pt x="5774337" y="3773503"/>
                </a:lnTo>
                <a:cubicBezTo>
                  <a:pt x="5774337" y="3763471"/>
                  <a:pt x="5776644" y="3758456"/>
                  <a:pt x="5780708" y="3756575"/>
                </a:cubicBezTo>
                <a:close/>
                <a:moveTo>
                  <a:pt x="6345800" y="3733377"/>
                </a:moveTo>
                <a:lnTo>
                  <a:pt x="6360840" y="3739802"/>
                </a:lnTo>
                <a:lnTo>
                  <a:pt x="6344746" y="3741656"/>
                </a:lnTo>
                <a:lnTo>
                  <a:pt x="6337517" y="3740059"/>
                </a:lnTo>
                <a:close/>
                <a:moveTo>
                  <a:pt x="6193303" y="3733377"/>
                </a:moveTo>
                <a:cubicBezTo>
                  <a:pt x="6193303" y="3733377"/>
                  <a:pt x="6268749" y="3733377"/>
                  <a:pt x="6268749" y="3773503"/>
                </a:cubicBezTo>
                <a:cubicBezTo>
                  <a:pt x="6268749" y="3733377"/>
                  <a:pt x="6268749" y="3733377"/>
                  <a:pt x="6307274" y="3733377"/>
                </a:cubicBezTo>
                <a:lnTo>
                  <a:pt x="6337517" y="3740059"/>
                </a:lnTo>
                <a:lnTo>
                  <a:pt x="6316328" y="3757152"/>
                </a:lnTo>
                <a:cubicBezTo>
                  <a:pt x="6285704" y="3775810"/>
                  <a:pt x="6249887" y="3782732"/>
                  <a:pt x="6193303" y="3810420"/>
                </a:cubicBezTo>
                <a:cubicBezTo>
                  <a:pt x="6193303" y="3810420"/>
                  <a:pt x="6231828" y="3733377"/>
                  <a:pt x="6193303" y="3733377"/>
                </a:cubicBezTo>
                <a:close/>
                <a:moveTo>
                  <a:pt x="6706350" y="3717803"/>
                </a:moveTo>
                <a:cubicBezTo>
                  <a:pt x="6694938" y="3719533"/>
                  <a:pt x="6687715" y="3724148"/>
                  <a:pt x="6687715" y="3733377"/>
                </a:cubicBezTo>
                <a:cubicBezTo>
                  <a:pt x="6726240" y="3773503"/>
                  <a:pt x="6840212" y="3773503"/>
                  <a:pt x="6840212" y="3733377"/>
                </a:cubicBezTo>
                <a:cubicBezTo>
                  <a:pt x="6812521" y="3733377"/>
                  <a:pt x="6740587" y="3712611"/>
                  <a:pt x="6706350" y="3717803"/>
                </a:cubicBezTo>
                <a:close/>
                <a:moveTo>
                  <a:pt x="6580364" y="3717803"/>
                </a:moveTo>
                <a:cubicBezTo>
                  <a:pt x="6568927" y="3719533"/>
                  <a:pt x="6554480" y="3724148"/>
                  <a:pt x="6535217" y="3733377"/>
                </a:cubicBezTo>
                <a:cubicBezTo>
                  <a:pt x="6573743" y="3773503"/>
                  <a:pt x="6535217" y="3773503"/>
                  <a:pt x="6573743" y="3773503"/>
                </a:cubicBezTo>
                <a:cubicBezTo>
                  <a:pt x="6573743" y="3773503"/>
                  <a:pt x="6650794" y="3773503"/>
                  <a:pt x="6650794" y="3733377"/>
                </a:cubicBezTo>
                <a:cubicBezTo>
                  <a:pt x="6621900" y="3733377"/>
                  <a:pt x="6614677" y="3712611"/>
                  <a:pt x="6580364" y="3717803"/>
                </a:cubicBezTo>
                <a:close/>
                <a:moveTo>
                  <a:pt x="6141204" y="3686732"/>
                </a:moveTo>
                <a:lnTo>
                  <a:pt x="6135514" y="3691645"/>
                </a:lnTo>
                <a:cubicBezTo>
                  <a:pt x="6125882" y="3696460"/>
                  <a:pt x="6116251" y="3696460"/>
                  <a:pt x="6116251" y="3696460"/>
                </a:cubicBezTo>
                <a:cubicBezTo>
                  <a:pt x="6125882" y="3691645"/>
                  <a:pt x="6133106" y="3688610"/>
                  <a:pt x="6138449" y="3686987"/>
                </a:cubicBezTo>
                <a:close/>
                <a:moveTo>
                  <a:pt x="5388213" y="3613919"/>
                </a:moveTo>
                <a:lnTo>
                  <a:pt x="5387475" y="3616006"/>
                </a:lnTo>
                <a:lnTo>
                  <a:pt x="5381344" y="3618359"/>
                </a:lnTo>
                <a:close/>
                <a:moveTo>
                  <a:pt x="6154777" y="3580895"/>
                </a:moveTo>
                <a:cubicBezTo>
                  <a:pt x="6154777" y="3621022"/>
                  <a:pt x="6231828" y="3621022"/>
                  <a:pt x="6231828" y="3621022"/>
                </a:cubicBezTo>
                <a:cubicBezTo>
                  <a:pt x="6231828" y="3600959"/>
                  <a:pt x="6250689" y="3600959"/>
                  <a:pt x="6269551" y="3605974"/>
                </a:cubicBezTo>
                <a:lnTo>
                  <a:pt x="6293641" y="3614710"/>
                </a:lnTo>
                <a:lnTo>
                  <a:pt x="6307274" y="3621022"/>
                </a:lnTo>
                <a:cubicBezTo>
                  <a:pt x="6307274" y="3621022"/>
                  <a:pt x="6302558" y="3618514"/>
                  <a:pt x="6295485" y="3615379"/>
                </a:cubicBezTo>
                <a:lnTo>
                  <a:pt x="6293641" y="3614710"/>
                </a:lnTo>
                <a:lnTo>
                  <a:pt x="6282220" y="3609423"/>
                </a:lnTo>
                <a:cubicBezTo>
                  <a:pt x="6230624" y="3589673"/>
                  <a:pt x="6222196" y="3616006"/>
                  <a:pt x="6154777" y="3580895"/>
                </a:cubicBezTo>
                <a:close/>
                <a:moveTo>
                  <a:pt x="5811257" y="3580895"/>
                </a:moveTo>
                <a:cubicBezTo>
                  <a:pt x="5811257" y="3621022"/>
                  <a:pt x="5774337" y="3621022"/>
                  <a:pt x="5811257" y="3621022"/>
                </a:cubicBezTo>
                <a:cubicBezTo>
                  <a:pt x="5849783" y="3621022"/>
                  <a:pt x="5849783" y="3621022"/>
                  <a:pt x="5888308" y="3580895"/>
                </a:cubicBezTo>
                <a:cubicBezTo>
                  <a:pt x="5849783" y="3621022"/>
                  <a:pt x="5849783" y="3580895"/>
                  <a:pt x="5811257" y="3580895"/>
                </a:cubicBezTo>
                <a:close/>
                <a:moveTo>
                  <a:pt x="5430817" y="3580895"/>
                </a:moveTo>
                <a:lnTo>
                  <a:pt x="5445280" y="3595944"/>
                </a:lnTo>
                <a:lnTo>
                  <a:pt x="5445264" y="3595943"/>
                </a:lnTo>
                <a:lnTo>
                  <a:pt x="5423004" y="3587460"/>
                </a:lnTo>
                <a:close/>
                <a:moveTo>
                  <a:pt x="5392291" y="3580895"/>
                </a:moveTo>
                <a:cubicBezTo>
                  <a:pt x="5401922" y="3580895"/>
                  <a:pt x="5411554" y="3583403"/>
                  <a:pt x="5420583" y="3586538"/>
                </a:cubicBezTo>
                <a:lnTo>
                  <a:pt x="5423004" y="3587460"/>
                </a:lnTo>
                <a:lnTo>
                  <a:pt x="5402524" y="3604670"/>
                </a:lnTo>
                <a:lnTo>
                  <a:pt x="5388213" y="3613919"/>
                </a:lnTo>
                <a:lnTo>
                  <a:pt x="5391689" y="3604093"/>
                </a:lnTo>
                <a:cubicBezTo>
                  <a:pt x="5392291" y="3598451"/>
                  <a:pt x="5392291" y="3590927"/>
                  <a:pt x="5392291" y="3580895"/>
                </a:cubicBezTo>
                <a:close/>
                <a:moveTo>
                  <a:pt x="5239794" y="3580895"/>
                </a:moveTo>
                <a:cubicBezTo>
                  <a:pt x="5316845" y="3580895"/>
                  <a:pt x="5278320" y="3580895"/>
                  <a:pt x="5353766" y="3621022"/>
                </a:cubicBezTo>
                <a:cubicBezTo>
                  <a:pt x="5363397" y="3621022"/>
                  <a:pt x="5370620" y="3621022"/>
                  <a:pt x="5376038" y="3620395"/>
                </a:cubicBezTo>
                <a:lnTo>
                  <a:pt x="5381344" y="3618359"/>
                </a:lnTo>
                <a:lnTo>
                  <a:pt x="5377844" y="3620621"/>
                </a:lnTo>
                <a:cubicBezTo>
                  <a:pt x="5363397" y="3630251"/>
                  <a:pt x="5353766" y="3639480"/>
                  <a:pt x="5353766" y="3657939"/>
                </a:cubicBezTo>
                <a:cubicBezTo>
                  <a:pt x="5316845" y="3621022"/>
                  <a:pt x="5278320" y="3621022"/>
                  <a:pt x="5239794" y="3580895"/>
                </a:cubicBezTo>
                <a:close/>
                <a:moveTo>
                  <a:pt x="5491289" y="3565321"/>
                </a:moveTo>
                <a:cubicBezTo>
                  <a:pt x="5508670" y="3560130"/>
                  <a:pt x="5515894" y="3580895"/>
                  <a:pt x="5544788" y="3580895"/>
                </a:cubicBezTo>
                <a:cubicBezTo>
                  <a:pt x="5506262" y="3580895"/>
                  <a:pt x="5469342" y="3621022"/>
                  <a:pt x="5506262" y="3657939"/>
                </a:cubicBezTo>
                <a:cubicBezTo>
                  <a:pt x="5478572" y="3630251"/>
                  <a:pt x="5471649" y="3623329"/>
                  <a:pt x="5453666" y="3604670"/>
                </a:cubicBezTo>
                <a:lnTo>
                  <a:pt x="5445280" y="3595944"/>
                </a:lnTo>
                <a:lnTo>
                  <a:pt x="5462720" y="3597824"/>
                </a:lnTo>
                <a:cubicBezTo>
                  <a:pt x="5466934" y="3595943"/>
                  <a:pt x="5469342" y="3590927"/>
                  <a:pt x="5469342" y="3580895"/>
                </a:cubicBezTo>
                <a:cubicBezTo>
                  <a:pt x="5478572" y="3571666"/>
                  <a:pt x="5485495" y="3567052"/>
                  <a:pt x="5491289" y="3565321"/>
                </a:cubicBezTo>
                <a:close/>
                <a:moveTo>
                  <a:pt x="4204104" y="3471055"/>
                </a:moveTo>
                <a:lnTo>
                  <a:pt x="4187061" y="3477416"/>
                </a:lnTo>
                <a:lnTo>
                  <a:pt x="4181885" y="3477567"/>
                </a:lnTo>
                <a:lnTo>
                  <a:pt x="4191576" y="3473156"/>
                </a:lnTo>
                <a:close/>
                <a:moveTo>
                  <a:pt x="4210839" y="3468541"/>
                </a:moveTo>
                <a:cubicBezTo>
                  <a:pt x="4220470" y="3468541"/>
                  <a:pt x="4220470" y="3468541"/>
                  <a:pt x="4215655" y="3469118"/>
                </a:cubicBezTo>
                <a:lnTo>
                  <a:pt x="4204104" y="3471055"/>
                </a:lnTo>
                <a:close/>
                <a:moveTo>
                  <a:pt x="4058342" y="3468541"/>
                </a:moveTo>
                <a:cubicBezTo>
                  <a:pt x="4019817" y="3505457"/>
                  <a:pt x="4058342" y="3505457"/>
                  <a:pt x="4058342" y="3543979"/>
                </a:cubicBezTo>
                <a:cubicBezTo>
                  <a:pt x="4019817" y="3505457"/>
                  <a:pt x="3981290" y="3505457"/>
                  <a:pt x="3905845" y="3505457"/>
                </a:cubicBezTo>
                <a:cubicBezTo>
                  <a:pt x="3905845" y="3468541"/>
                  <a:pt x="3981290" y="3468541"/>
                  <a:pt x="4058342" y="3468541"/>
                </a:cubicBezTo>
                <a:close/>
                <a:moveTo>
                  <a:pt x="748886" y="3416083"/>
                </a:moveTo>
                <a:lnTo>
                  <a:pt x="756140" y="3428415"/>
                </a:lnTo>
                <a:lnTo>
                  <a:pt x="741929" y="3428415"/>
                </a:lnTo>
                <a:close/>
                <a:moveTo>
                  <a:pt x="4595903" y="3413698"/>
                </a:moveTo>
                <a:lnTo>
                  <a:pt x="4597594" y="3416154"/>
                </a:lnTo>
                <a:cubicBezTo>
                  <a:pt x="4597926" y="3419763"/>
                  <a:pt x="4596095" y="3423800"/>
                  <a:pt x="4591280" y="3428415"/>
                </a:cubicBezTo>
                <a:lnTo>
                  <a:pt x="4553789" y="3414570"/>
                </a:lnTo>
                <a:close/>
                <a:moveTo>
                  <a:pt x="5487150" y="3413467"/>
                </a:moveTo>
                <a:cubicBezTo>
                  <a:pt x="5476465" y="3414571"/>
                  <a:pt x="5469342" y="3419186"/>
                  <a:pt x="5469342" y="3428415"/>
                </a:cubicBezTo>
                <a:cubicBezTo>
                  <a:pt x="5506262" y="3428415"/>
                  <a:pt x="5506262" y="3468541"/>
                  <a:pt x="5583314" y="3468541"/>
                </a:cubicBezTo>
                <a:cubicBezTo>
                  <a:pt x="5583314" y="3438446"/>
                  <a:pt x="5519205" y="3410157"/>
                  <a:pt x="5487150" y="3413467"/>
                </a:cubicBezTo>
                <a:close/>
                <a:moveTo>
                  <a:pt x="4482123" y="3400727"/>
                </a:moveTo>
                <a:cubicBezTo>
                  <a:pt x="4498778" y="3400727"/>
                  <a:pt x="4516636" y="3403035"/>
                  <a:pt x="4535046" y="3407649"/>
                </a:cubicBezTo>
                <a:lnTo>
                  <a:pt x="4553789" y="3414570"/>
                </a:lnTo>
                <a:lnTo>
                  <a:pt x="4553757" y="3414571"/>
                </a:lnTo>
                <a:cubicBezTo>
                  <a:pt x="4496571" y="3419186"/>
                  <a:pt x="4439585" y="3428415"/>
                  <a:pt x="4401862" y="3428415"/>
                </a:cubicBezTo>
                <a:cubicBezTo>
                  <a:pt x="4420322" y="3409956"/>
                  <a:pt x="4448815" y="3400727"/>
                  <a:pt x="4482123" y="3400727"/>
                </a:cubicBezTo>
                <a:close/>
                <a:moveTo>
                  <a:pt x="2906687" y="3397943"/>
                </a:moveTo>
                <a:lnTo>
                  <a:pt x="2894322" y="3407072"/>
                </a:lnTo>
                <a:cubicBezTo>
                  <a:pt x="2890083" y="3408803"/>
                  <a:pt x="2888829" y="3407649"/>
                  <a:pt x="2891136" y="3405342"/>
                </a:cubicBezTo>
                <a:close/>
                <a:moveTo>
                  <a:pt x="2839970" y="3391498"/>
                </a:moveTo>
                <a:lnTo>
                  <a:pt x="2839970" y="3428415"/>
                </a:lnTo>
                <a:cubicBezTo>
                  <a:pt x="2915416" y="3428415"/>
                  <a:pt x="2952336" y="3428415"/>
                  <a:pt x="2952336" y="3391498"/>
                </a:cubicBezTo>
                <a:cubicBezTo>
                  <a:pt x="2933475" y="3391498"/>
                  <a:pt x="2919329" y="3393805"/>
                  <a:pt x="2909321" y="3396689"/>
                </a:cubicBezTo>
                <a:lnTo>
                  <a:pt x="2906687" y="3397943"/>
                </a:lnTo>
                <a:lnTo>
                  <a:pt x="2915416" y="3391498"/>
                </a:lnTo>
                <a:cubicBezTo>
                  <a:pt x="2876890" y="3391498"/>
                  <a:pt x="2876890" y="3391498"/>
                  <a:pt x="2839970" y="3391498"/>
                </a:cubicBezTo>
                <a:close/>
                <a:moveTo>
                  <a:pt x="2534975" y="3391498"/>
                </a:moveTo>
                <a:lnTo>
                  <a:pt x="2519728" y="3397269"/>
                </a:lnTo>
                <a:lnTo>
                  <a:pt x="2519926" y="3396113"/>
                </a:lnTo>
                <a:cubicBezTo>
                  <a:pt x="2524942" y="3391498"/>
                  <a:pt x="2534975" y="3391498"/>
                  <a:pt x="2534975" y="3391498"/>
                </a:cubicBezTo>
                <a:close/>
                <a:moveTo>
                  <a:pt x="741929" y="3391498"/>
                </a:moveTo>
                <a:cubicBezTo>
                  <a:pt x="741929" y="3391498"/>
                  <a:pt x="741929" y="3391498"/>
                  <a:pt x="818981" y="3391498"/>
                </a:cubicBezTo>
                <a:cubicBezTo>
                  <a:pt x="818981" y="3391498"/>
                  <a:pt x="775639" y="3391498"/>
                  <a:pt x="753968" y="3407072"/>
                </a:cubicBezTo>
                <a:lnTo>
                  <a:pt x="748886" y="3416083"/>
                </a:lnTo>
                <a:lnTo>
                  <a:pt x="747347" y="3413467"/>
                </a:lnTo>
                <a:cubicBezTo>
                  <a:pt x="744337" y="3407649"/>
                  <a:pt x="741929" y="3400727"/>
                  <a:pt x="741929" y="3391498"/>
                </a:cubicBezTo>
                <a:close/>
                <a:moveTo>
                  <a:pt x="5003540" y="3389314"/>
                </a:moveTo>
                <a:lnTo>
                  <a:pt x="5002736" y="3389843"/>
                </a:lnTo>
                <a:cubicBezTo>
                  <a:pt x="4997052" y="3390896"/>
                  <a:pt x="4987571" y="3391498"/>
                  <a:pt x="4973325" y="3391498"/>
                </a:cubicBezTo>
                <a:close/>
                <a:moveTo>
                  <a:pt x="6133707" y="3376451"/>
                </a:moveTo>
                <a:cubicBezTo>
                  <a:pt x="6123474" y="3377053"/>
                  <a:pt x="6116251" y="3381868"/>
                  <a:pt x="6116251" y="3391498"/>
                </a:cubicBezTo>
                <a:cubicBezTo>
                  <a:pt x="6193303" y="3391498"/>
                  <a:pt x="6154777" y="3468541"/>
                  <a:pt x="6193303" y="3468541"/>
                </a:cubicBezTo>
                <a:cubicBezTo>
                  <a:pt x="6222196" y="3410759"/>
                  <a:pt x="6164408" y="3374645"/>
                  <a:pt x="6133707" y="3376451"/>
                </a:cubicBezTo>
                <a:close/>
                <a:moveTo>
                  <a:pt x="4896274" y="3352977"/>
                </a:moveTo>
                <a:cubicBezTo>
                  <a:pt x="4934800" y="3352977"/>
                  <a:pt x="4934800" y="3391498"/>
                  <a:pt x="4934800" y="3391498"/>
                </a:cubicBezTo>
                <a:cubicBezTo>
                  <a:pt x="4896274" y="3428415"/>
                  <a:pt x="4859354" y="3391498"/>
                  <a:pt x="4859354" y="3391498"/>
                </a:cubicBezTo>
                <a:cubicBezTo>
                  <a:pt x="4896274" y="3391498"/>
                  <a:pt x="4896274" y="3352977"/>
                  <a:pt x="4896274" y="3352977"/>
                </a:cubicBezTo>
                <a:close/>
                <a:moveTo>
                  <a:pt x="4743777" y="3352977"/>
                </a:moveTo>
                <a:cubicBezTo>
                  <a:pt x="4706856" y="3352977"/>
                  <a:pt x="4782302" y="3391498"/>
                  <a:pt x="4743777" y="3391498"/>
                </a:cubicBezTo>
                <a:lnTo>
                  <a:pt x="4782302" y="3391498"/>
                </a:lnTo>
                <a:cubicBezTo>
                  <a:pt x="4782302" y="3391498"/>
                  <a:pt x="4782302" y="3352977"/>
                  <a:pt x="4743777" y="3352977"/>
                </a:cubicBezTo>
                <a:close/>
                <a:moveTo>
                  <a:pt x="3981290" y="3352977"/>
                </a:moveTo>
                <a:cubicBezTo>
                  <a:pt x="3981290" y="3428415"/>
                  <a:pt x="4096868" y="3352977"/>
                  <a:pt x="4019817" y="3352977"/>
                </a:cubicBezTo>
                <a:cubicBezTo>
                  <a:pt x="4019817" y="3352977"/>
                  <a:pt x="4019817" y="3352977"/>
                  <a:pt x="3981290" y="3352977"/>
                </a:cubicBezTo>
                <a:close/>
                <a:moveTo>
                  <a:pt x="1010004" y="3352977"/>
                </a:moveTo>
                <a:cubicBezTo>
                  <a:pt x="1010004" y="3391498"/>
                  <a:pt x="1046923" y="3428415"/>
                  <a:pt x="1122370" y="3428415"/>
                </a:cubicBezTo>
                <a:cubicBezTo>
                  <a:pt x="1199421" y="3391498"/>
                  <a:pt x="1122370" y="3391498"/>
                  <a:pt x="1237947" y="3391498"/>
                </a:cubicBezTo>
                <a:cubicBezTo>
                  <a:pt x="1237947" y="3391498"/>
                  <a:pt x="1237947" y="3391498"/>
                  <a:pt x="1237947" y="3428415"/>
                </a:cubicBezTo>
                <a:cubicBezTo>
                  <a:pt x="1274867" y="3391498"/>
                  <a:pt x="1314997" y="3428415"/>
                  <a:pt x="1351918" y="3428415"/>
                </a:cubicBezTo>
                <a:cubicBezTo>
                  <a:pt x="1467495" y="3468541"/>
                  <a:pt x="1390444" y="3468541"/>
                  <a:pt x="1314997" y="3468541"/>
                </a:cubicBezTo>
                <a:lnTo>
                  <a:pt x="1274867" y="3428415"/>
                </a:lnTo>
                <a:cubicBezTo>
                  <a:pt x="1122370" y="3468541"/>
                  <a:pt x="932952" y="3428415"/>
                  <a:pt x="741929" y="3468541"/>
                </a:cubicBezTo>
                <a:cubicBezTo>
                  <a:pt x="761192" y="3448478"/>
                  <a:pt x="761192" y="3438446"/>
                  <a:pt x="756376" y="3428816"/>
                </a:cubicBezTo>
                <a:lnTo>
                  <a:pt x="756140" y="3428415"/>
                </a:lnTo>
                <a:lnTo>
                  <a:pt x="842658" y="3428415"/>
                </a:lnTo>
                <a:cubicBezTo>
                  <a:pt x="875966" y="3428415"/>
                  <a:pt x="913689" y="3428415"/>
                  <a:pt x="969873" y="3428415"/>
                </a:cubicBezTo>
                <a:cubicBezTo>
                  <a:pt x="1010004" y="3428415"/>
                  <a:pt x="969873" y="3352977"/>
                  <a:pt x="1010004" y="3352977"/>
                </a:cubicBezTo>
                <a:close/>
                <a:moveTo>
                  <a:pt x="4863492" y="3337403"/>
                </a:moveTo>
                <a:cubicBezTo>
                  <a:pt x="4828051" y="3332211"/>
                  <a:pt x="4791933" y="3352977"/>
                  <a:pt x="4820828" y="3352977"/>
                </a:cubicBezTo>
                <a:cubicBezTo>
                  <a:pt x="4896274" y="3316060"/>
                  <a:pt x="4820828" y="3391498"/>
                  <a:pt x="4820828" y="3428415"/>
                </a:cubicBezTo>
                <a:cubicBezTo>
                  <a:pt x="4934800" y="3428415"/>
                  <a:pt x="5011851" y="3468541"/>
                  <a:pt x="5087296" y="3468541"/>
                </a:cubicBezTo>
                <a:cubicBezTo>
                  <a:pt x="5087296" y="3391498"/>
                  <a:pt x="5125822" y="3428415"/>
                  <a:pt x="5125822" y="3352977"/>
                </a:cubicBezTo>
                <a:cubicBezTo>
                  <a:pt x="5087296" y="3352977"/>
                  <a:pt x="5087296" y="3352977"/>
                  <a:pt x="5048771" y="3352977"/>
                </a:cubicBezTo>
                <a:cubicBezTo>
                  <a:pt x="5068034" y="3372238"/>
                  <a:pt x="5058804" y="3381868"/>
                  <a:pt x="5039942" y="3386683"/>
                </a:cubicBezTo>
                <a:lnTo>
                  <a:pt x="5003540" y="3389314"/>
                </a:lnTo>
                <a:lnTo>
                  <a:pt x="5009367" y="3385479"/>
                </a:lnTo>
                <a:cubicBezTo>
                  <a:pt x="5003724" y="3374645"/>
                  <a:pt x="4896274" y="3352977"/>
                  <a:pt x="4896274" y="3352977"/>
                </a:cubicBezTo>
                <a:cubicBezTo>
                  <a:pt x="4887044" y="3343748"/>
                  <a:pt x="4875306" y="3339133"/>
                  <a:pt x="4863492" y="3337403"/>
                </a:cubicBezTo>
                <a:close/>
                <a:moveTo>
                  <a:pt x="1892305" y="3337403"/>
                </a:moveTo>
                <a:cubicBezTo>
                  <a:pt x="1887364" y="3339133"/>
                  <a:pt x="1884855" y="3343748"/>
                  <a:pt x="1884855" y="3352977"/>
                </a:cubicBezTo>
                <a:cubicBezTo>
                  <a:pt x="1924986" y="3352977"/>
                  <a:pt x="2000433" y="3391498"/>
                  <a:pt x="2000433" y="3352977"/>
                </a:cubicBezTo>
                <a:cubicBezTo>
                  <a:pt x="1943848" y="3352977"/>
                  <a:pt x="1907128" y="3332211"/>
                  <a:pt x="1892305" y="3337403"/>
                </a:cubicBezTo>
                <a:close/>
                <a:moveTo>
                  <a:pt x="3676296" y="3316060"/>
                </a:moveTo>
                <a:cubicBezTo>
                  <a:pt x="3676296" y="3352977"/>
                  <a:pt x="3639376" y="3352977"/>
                  <a:pt x="3600851" y="3352977"/>
                </a:cubicBezTo>
                <a:cubicBezTo>
                  <a:pt x="3581588" y="3352977"/>
                  <a:pt x="3571956" y="3352977"/>
                  <a:pt x="3562525" y="3352977"/>
                </a:cubicBezTo>
                <a:lnTo>
                  <a:pt x="3562324" y="3352977"/>
                </a:lnTo>
                <a:cubicBezTo>
                  <a:pt x="3525405" y="3352977"/>
                  <a:pt x="3525405" y="3352977"/>
                  <a:pt x="3525405" y="3352977"/>
                </a:cubicBezTo>
                <a:cubicBezTo>
                  <a:pt x="3525405" y="3352977"/>
                  <a:pt x="3525405" y="3352977"/>
                  <a:pt x="3525405" y="3391498"/>
                </a:cubicBezTo>
                <a:cubicBezTo>
                  <a:pt x="3562324" y="3391498"/>
                  <a:pt x="3562324" y="3428415"/>
                  <a:pt x="3562324" y="3428415"/>
                </a:cubicBezTo>
                <a:cubicBezTo>
                  <a:pt x="3600851" y="3352977"/>
                  <a:pt x="3639376" y="3428415"/>
                  <a:pt x="3676296" y="3428415"/>
                </a:cubicBezTo>
                <a:cubicBezTo>
                  <a:pt x="3676296" y="3391498"/>
                  <a:pt x="3791873" y="3428415"/>
                  <a:pt x="3791873" y="3391498"/>
                </a:cubicBezTo>
                <a:cubicBezTo>
                  <a:pt x="3828793" y="3391498"/>
                  <a:pt x="3828793" y="3428415"/>
                  <a:pt x="3867319" y="3391498"/>
                </a:cubicBezTo>
                <a:cubicBezTo>
                  <a:pt x="3867319" y="3391498"/>
                  <a:pt x="3867319" y="3391498"/>
                  <a:pt x="3905845" y="3352977"/>
                </a:cubicBezTo>
                <a:cubicBezTo>
                  <a:pt x="3791873" y="3352977"/>
                  <a:pt x="3676296" y="3391498"/>
                  <a:pt x="3676296" y="3316060"/>
                </a:cubicBezTo>
                <a:close/>
                <a:moveTo>
                  <a:pt x="3181884" y="3316060"/>
                </a:moveTo>
                <a:lnTo>
                  <a:pt x="3184009" y="3318751"/>
                </a:lnTo>
                <a:lnTo>
                  <a:pt x="3179920" y="3318480"/>
                </a:lnTo>
                <a:close/>
                <a:moveTo>
                  <a:pt x="2839970" y="3316060"/>
                </a:moveTo>
                <a:cubicBezTo>
                  <a:pt x="2839970" y="3352977"/>
                  <a:pt x="2762918" y="3316060"/>
                  <a:pt x="2799839" y="3352977"/>
                </a:cubicBezTo>
                <a:cubicBezTo>
                  <a:pt x="2839970" y="3391498"/>
                  <a:pt x="2915416" y="3391498"/>
                  <a:pt x="2952336" y="3352977"/>
                </a:cubicBezTo>
                <a:cubicBezTo>
                  <a:pt x="2915416" y="3316060"/>
                  <a:pt x="2839970" y="3316060"/>
                  <a:pt x="2915416" y="3352977"/>
                </a:cubicBezTo>
                <a:cubicBezTo>
                  <a:pt x="2839970" y="3352977"/>
                  <a:pt x="2876890" y="3316060"/>
                  <a:pt x="2839970" y="3316060"/>
                </a:cubicBezTo>
                <a:close/>
                <a:moveTo>
                  <a:pt x="2692489" y="3299708"/>
                </a:moveTo>
                <a:cubicBezTo>
                  <a:pt x="2681051" y="3301012"/>
                  <a:pt x="2666604" y="3306028"/>
                  <a:pt x="2647342" y="3316060"/>
                </a:cubicBezTo>
                <a:cubicBezTo>
                  <a:pt x="2647342" y="3352977"/>
                  <a:pt x="2647342" y="3352977"/>
                  <a:pt x="2610421" y="3391498"/>
                </a:cubicBezTo>
                <a:cubicBezTo>
                  <a:pt x="2647342" y="3391498"/>
                  <a:pt x="2687472" y="3391498"/>
                  <a:pt x="2687472" y="3391498"/>
                </a:cubicBezTo>
                <a:cubicBezTo>
                  <a:pt x="2647342" y="3352977"/>
                  <a:pt x="2762918" y="3352977"/>
                  <a:pt x="2762918" y="3352977"/>
                </a:cubicBezTo>
                <a:cubicBezTo>
                  <a:pt x="2734024" y="3325289"/>
                  <a:pt x="2726800" y="3295796"/>
                  <a:pt x="2692489" y="3299708"/>
                </a:cubicBezTo>
                <a:close/>
                <a:moveTo>
                  <a:pt x="2354988" y="3299131"/>
                </a:moveTo>
                <a:cubicBezTo>
                  <a:pt x="2347163" y="3301012"/>
                  <a:pt x="2342347" y="3306028"/>
                  <a:pt x="2342347" y="3316060"/>
                </a:cubicBezTo>
                <a:cubicBezTo>
                  <a:pt x="2342347" y="3352977"/>
                  <a:pt x="2457924" y="3352977"/>
                  <a:pt x="2457924" y="3391498"/>
                </a:cubicBezTo>
                <a:cubicBezTo>
                  <a:pt x="2382478" y="3352977"/>
                  <a:pt x="2457924" y="3391498"/>
                  <a:pt x="2382478" y="3428415"/>
                </a:cubicBezTo>
                <a:cubicBezTo>
                  <a:pt x="2439063" y="3458510"/>
                  <a:pt x="2473976" y="3422696"/>
                  <a:pt x="2504827" y="3402909"/>
                </a:cubicBezTo>
                <a:lnTo>
                  <a:pt x="2519728" y="3397269"/>
                </a:lnTo>
                <a:lnTo>
                  <a:pt x="2518045" y="3407072"/>
                </a:lnTo>
                <a:cubicBezTo>
                  <a:pt x="2519926" y="3412264"/>
                  <a:pt x="2524942" y="3419186"/>
                  <a:pt x="2534975" y="3428415"/>
                </a:cubicBezTo>
                <a:cubicBezTo>
                  <a:pt x="2571895" y="3428415"/>
                  <a:pt x="2571895" y="3428415"/>
                  <a:pt x="2610421" y="3428415"/>
                </a:cubicBezTo>
                <a:cubicBezTo>
                  <a:pt x="2534975" y="3352977"/>
                  <a:pt x="2610421" y="3352977"/>
                  <a:pt x="2610421" y="3316060"/>
                </a:cubicBezTo>
                <a:cubicBezTo>
                  <a:pt x="2534975" y="3316060"/>
                  <a:pt x="2534975" y="3352977"/>
                  <a:pt x="2494844" y="3352977"/>
                </a:cubicBezTo>
                <a:cubicBezTo>
                  <a:pt x="2494844" y="3352977"/>
                  <a:pt x="2457924" y="3352977"/>
                  <a:pt x="2457924" y="3316060"/>
                </a:cubicBezTo>
                <a:cubicBezTo>
                  <a:pt x="2429030" y="3316060"/>
                  <a:pt x="2378465" y="3293489"/>
                  <a:pt x="2354988" y="3299131"/>
                </a:cubicBezTo>
                <a:close/>
                <a:moveTo>
                  <a:pt x="3409827" y="3275933"/>
                </a:moveTo>
                <a:cubicBezTo>
                  <a:pt x="3334382" y="3316060"/>
                  <a:pt x="3220410" y="3275933"/>
                  <a:pt x="3143358" y="3316060"/>
                </a:cubicBezTo>
                <a:lnTo>
                  <a:pt x="3179920" y="3318480"/>
                </a:lnTo>
                <a:lnTo>
                  <a:pt x="3164076" y="3338005"/>
                </a:lnTo>
                <a:cubicBezTo>
                  <a:pt x="3132022" y="3355385"/>
                  <a:pt x="3067913" y="3362607"/>
                  <a:pt x="3067913" y="3391498"/>
                </a:cubicBezTo>
                <a:cubicBezTo>
                  <a:pt x="3181884" y="3391498"/>
                  <a:pt x="3295856" y="3428415"/>
                  <a:pt x="3372907" y="3352977"/>
                </a:cubicBezTo>
                <a:cubicBezTo>
                  <a:pt x="3334382" y="3352977"/>
                  <a:pt x="3257330" y="3352977"/>
                  <a:pt x="3220410" y="3352977"/>
                </a:cubicBezTo>
                <a:cubicBezTo>
                  <a:pt x="3191516" y="3352977"/>
                  <a:pt x="3205963" y="3352977"/>
                  <a:pt x="3198739" y="3337403"/>
                </a:cubicBezTo>
                <a:lnTo>
                  <a:pt x="3184009" y="3318751"/>
                </a:lnTo>
                <a:lnTo>
                  <a:pt x="3212308" y="3320624"/>
                </a:lnTo>
                <a:cubicBezTo>
                  <a:pt x="3289435" y="3327396"/>
                  <a:pt x="3382137" y="3333716"/>
                  <a:pt x="3409827" y="3275933"/>
                </a:cubicBezTo>
                <a:close/>
                <a:moveTo>
                  <a:pt x="894426" y="3275933"/>
                </a:moveTo>
                <a:cubicBezTo>
                  <a:pt x="932952" y="3275933"/>
                  <a:pt x="1010004" y="3316060"/>
                  <a:pt x="1010004" y="3275933"/>
                </a:cubicBezTo>
                <a:cubicBezTo>
                  <a:pt x="932952" y="3275933"/>
                  <a:pt x="894426" y="3275933"/>
                  <a:pt x="894426" y="3275933"/>
                </a:cubicBezTo>
                <a:close/>
                <a:moveTo>
                  <a:pt x="652036" y="3229186"/>
                </a:moveTo>
                <a:cubicBezTo>
                  <a:pt x="599866" y="3228985"/>
                  <a:pt x="552512" y="3238214"/>
                  <a:pt x="552512" y="3275933"/>
                </a:cubicBezTo>
                <a:cubicBezTo>
                  <a:pt x="552512" y="3275933"/>
                  <a:pt x="741929" y="3316060"/>
                  <a:pt x="780455" y="3239017"/>
                </a:cubicBezTo>
                <a:cubicBezTo>
                  <a:pt x="761192" y="3239017"/>
                  <a:pt x="704206" y="3229387"/>
                  <a:pt x="652036" y="3229186"/>
                </a:cubicBezTo>
                <a:close/>
                <a:moveTo>
                  <a:pt x="56494" y="3123453"/>
                </a:moveTo>
                <a:cubicBezTo>
                  <a:pt x="95020" y="3123453"/>
                  <a:pt x="56494" y="3123453"/>
                  <a:pt x="95020" y="3163579"/>
                </a:cubicBezTo>
                <a:cubicBezTo>
                  <a:pt x="133546" y="3163579"/>
                  <a:pt x="95020" y="3123453"/>
                  <a:pt x="170466" y="3123453"/>
                </a:cubicBezTo>
                <a:cubicBezTo>
                  <a:pt x="170466" y="3163579"/>
                  <a:pt x="95020" y="3163579"/>
                  <a:pt x="133546" y="3200495"/>
                </a:cubicBezTo>
                <a:cubicBezTo>
                  <a:pt x="95020" y="3200495"/>
                  <a:pt x="56494" y="3200495"/>
                  <a:pt x="56494" y="3163579"/>
                </a:cubicBezTo>
                <a:cubicBezTo>
                  <a:pt x="37232" y="3163579"/>
                  <a:pt x="27600" y="3172808"/>
                  <a:pt x="18170" y="3186852"/>
                </a:cubicBezTo>
                <a:lnTo>
                  <a:pt x="0" y="3212385"/>
                </a:lnTo>
                <a:lnTo>
                  <a:pt x="0" y="3145666"/>
                </a:lnTo>
                <a:lnTo>
                  <a:pt x="4324" y="3143516"/>
                </a:lnTo>
                <a:cubicBezTo>
                  <a:pt x="28001" y="3133485"/>
                  <a:pt x="56494" y="3123453"/>
                  <a:pt x="56494" y="3123453"/>
                </a:cubicBezTo>
                <a:close/>
                <a:moveTo>
                  <a:pt x="3104833" y="3086536"/>
                </a:moveTo>
                <a:cubicBezTo>
                  <a:pt x="3104833" y="3086536"/>
                  <a:pt x="3104833" y="3123453"/>
                  <a:pt x="3067913" y="3163579"/>
                </a:cubicBezTo>
                <a:cubicBezTo>
                  <a:pt x="3067913" y="3123453"/>
                  <a:pt x="3029387" y="3086536"/>
                  <a:pt x="3104833" y="3086536"/>
                </a:cubicBezTo>
                <a:close/>
                <a:moveTo>
                  <a:pt x="4015602" y="3076053"/>
                </a:moveTo>
                <a:cubicBezTo>
                  <a:pt x="4002961" y="3074398"/>
                  <a:pt x="3990922" y="3076906"/>
                  <a:pt x="3981290" y="3086536"/>
                </a:cubicBezTo>
                <a:cubicBezTo>
                  <a:pt x="4019817" y="3086536"/>
                  <a:pt x="4019817" y="3123453"/>
                  <a:pt x="4096868" y="3123453"/>
                </a:cubicBezTo>
                <a:cubicBezTo>
                  <a:pt x="4096868" y="3123453"/>
                  <a:pt x="4053526" y="3081019"/>
                  <a:pt x="4015602" y="3076053"/>
                </a:cubicBezTo>
                <a:close/>
                <a:moveTo>
                  <a:pt x="4205165" y="3074587"/>
                </a:moveTo>
                <a:lnTo>
                  <a:pt x="4210839" y="3076705"/>
                </a:lnTo>
                <a:lnTo>
                  <a:pt x="4214868" y="3081850"/>
                </a:lnTo>
                <a:lnTo>
                  <a:pt x="4207578" y="3080442"/>
                </a:lnTo>
                <a:close/>
                <a:moveTo>
                  <a:pt x="3562324" y="3048015"/>
                </a:moveTo>
                <a:cubicBezTo>
                  <a:pt x="3600851" y="3048015"/>
                  <a:pt x="3600851" y="3048015"/>
                  <a:pt x="3639376" y="3048015"/>
                </a:cubicBezTo>
                <a:cubicBezTo>
                  <a:pt x="3600851" y="3048015"/>
                  <a:pt x="3562324" y="3048015"/>
                  <a:pt x="3562324" y="3086536"/>
                </a:cubicBezTo>
                <a:cubicBezTo>
                  <a:pt x="3562324" y="3086536"/>
                  <a:pt x="3562324" y="3086536"/>
                  <a:pt x="3557709" y="3086536"/>
                </a:cubicBezTo>
                <a:lnTo>
                  <a:pt x="3534961" y="3086536"/>
                </a:lnTo>
                <a:cubicBezTo>
                  <a:pt x="3536842" y="3086536"/>
                  <a:pt x="3534635" y="3086536"/>
                  <a:pt x="3525405" y="3086536"/>
                </a:cubicBezTo>
                <a:cubicBezTo>
                  <a:pt x="3525405" y="3086536"/>
                  <a:pt x="3525405" y="3086536"/>
                  <a:pt x="3562324" y="3048015"/>
                </a:cubicBezTo>
                <a:close/>
                <a:moveTo>
                  <a:pt x="3409827" y="3048015"/>
                </a:moveTo>
                <a:cubicBezTo>
                  <a:pt x="3448353" y="3048015"/>
                  <a:pt x="3448353" y="3048015"/>
                  <a:pt x="3486879" y="3048015"/>
                </a:cubicBezTo>
                <a:lnTo>
                  <a:pt x="3486879" y="3086536"/>
                </a:lnTo>
                <a:cubicBezTo>
                  <a:pt x="3486879" y="3123453"/>
                  <a:pt x="3448353" y="3123453"/>
                  <a:pt x="3448353" y="3123453"/>
                </a:cubicBezTo>
                <a:cubicBezTo>
                  <a:pt x="3409827" y="3123453"/>
                  <a:pt x="3409827" y="3123453"/>
                  <a:pt x="3409827" y="3086536"/>
                </a:cubicBezTo>
                <a:cubicBezTo>
                  <a:pt x="3486879" y="3123453"/>
                  <a:pt x="3448353" y="3086536"/>
                  <a:pt x="3409827" y="3048015"/>
                </a:cubicBezTo>
                <a:close/>
                <a:moveTo>
                  <a:pt x="4629805" y="3009493"/>
                </a:moveTo>
                <a:cubicBezTo>
                  <a:pt x="4629805" y="3048015"/>
                  <a:pt x="4629805" y="3048015"/>
                  <a:pt x="4629805" y="3048015"/>
                </a:cubicBezTo>
                <a:cubicBezTo>
                  <a:pt x="4629805" y="3048015"/>
                  <a:pt x="4706856" y="3086536"/>
                  <a:pt x="4706856" y="3009493"/>
                </a:cubicBezTo>
                <a:cubicBezTo>
                  <a:pt x="4706856" y="3009493"/>
                  <a:pt x="4666726" y="3009493"/>
                  <a:pt x="4629805" y="3009493"/>
                </a:cubicBezTo>
                <a:close/>
                <a:moveTo>
                  <a:pt x="4401862" y="3009493"/>
                </a:moveTo>
                <a:cubicBezTo>
                  <a:pt x="4401862" y="3048015"/>
                  <a:pt x="4401862" y="3086536"/>
                  <a:pt x="4438782" y="3123453"/>
                </a:cubicBezTo>
                <a:cubicBezTo>
                  <a:pt x="4438782" y="3123453"/>
                  <a:pt x="4438782" y="3123453"/>
                  <a:pt x="4515834" y="3086536"/>
                </a:cubicBezTo>
                <a:cubicBezTo>
                  <a:pt x="4515834" y="3086536"/>
                  <a:pt x="4554359" y="3086536"/>
                  <a:pt x="4554359" y="3048015"/>
                </a:cubicBezTo>
                <a:cubicBezTo>
                  <a:pt x="4477308" y="3048015"/>
                  <a:pt x="4477308" y="3009493"/>
                  <a:pt x="4401862" y="3009493"/>
                </a:cubicBezTo>
                <a:close/>
                <a:moveTo>
                  <a:pt x="3334382" y="3009493"/>
                </a:moveTo>
                <a:cubicBezTo>
                  <a:pt x="3334382" y="3048015"/>
                  <a:pt x="3372907" y="3048015"/>
                  <a:pt x="3372907" y="3086536"/>
                </a:cubicBezTo>
                <a:cubicBezTo>
                  <a:pt x="3334382" y="3086536"/>
                  <a:pt x="3257330" y="3086536"/>
                  <a:pt x="3257330" y="3086536"/>
                </a:cubicBezTo>
                <a:lnTo>
                  <a:pt x="3257330" y="3123453"/>
                </a:lnTo>
                <a:cubicBezTo>
                  <a:pt x="3257330" y="3123453"/>
                  <a:pt x="3257330" y="3123453"/>
                  <a:pt x="3295856" y="3123453"/>
                </a:cubicBezTo>
                <a:cubicBezTo>
                  <a:pt x="3295856" y="3123453"/>
                  <a:pt x="3372907" y="3086536"/>
                  <a:pt x="3372907" y="3123453"/>
                </a:cubicBezTo>
                <a:cubicBezTo>
                  <a:pt x="3334382" y="3163579"/>
                  <a:pt x="3220410" y="3086536"/>
                  <a:pt x="3181884" y="3163579"/>
                </a:cubicBezTo>
                <a:cubicBezTo>
                  <a:pt x="3181884" y="3123453"/>
                  <a:pt x="3104833" y="3163579"/>
                  <a:pt x="3104833" y="3123453"/>
                </a:cubicBezTo>
                <a:cubicBezTo>
                  <a:pt x="3143358" y="3123453"/>
                  <a:pt x="3143358" y="3123453"/>
                  <a:pt x="3220410" y="3123453"/>
                </a:cubicBezTo>
                <a:cubicBezTo>
                  <a:pt x="3220410" y="3086536"/>
                  <a:pt x="3143358" y="3123453"/>
                  <a:pt x="3143358" y="3086536"/>
                </a:cubicBezTo>
                <a:cubicBezTo>
                  <a:pt x="3220410" y="3086536"/>
                  <a:pt x="3295856" y="3086536"/>
                  <a:pt x="3334382" y="3009493"/>
                </a:cubicBezTo>
                <a:close/>
                <a:moveTo>
                  <a:pt x="3828793" y="2934055"/>
                </a:moveTo>
                <a:cubicBezTo>
                  <a:pt x="3791873" y="2934055"/>
                  <a:pt x="3676296" y="2934055"/>
                  <a:pt x="3714822" y="2970972"/>
                </a:cubicBezTo>
                <a:cubicBezTo>
                  <a:pt x="3753348" y="2970972"/>
                  <a:pt x="3828793" y="2970972"/>
                  <a:pt x="3828793" y="2934055"/>
                </a:cubicBezTo>
                <a:close/>
                <a:moveTo>
                  <a:pt x="3639376" y="2934055"/>
                </a:moveTo>
                <a:cubicBezTo>
                  <a:pt x="3639376" y="2934055"/>
                  <a:pt x="3639376" y="2934055"/>
                  <a:pt x="3562324" y="2970972"/>
                </a:cubicBezTo>
                <a:cubicBezTo>
                  <a:pt x="3562324" y="3009493"/>
                  <a:pt x="3639376" y="3009493"/>
                  <a:pt x="3639376" y="2934055"/>
                </a:cubicBezTo>
                <a:close/>
                <a:moveTo>
                  <a:pt x="3448353" y="2934055"/>
                </a:moveTo>
                <a:cubicBezTo>
                  <a:pt x="3486879" y="2934055"/>
                  <a:pt x="3486879" y="2934055"/>
                  <a:pt x="3486879" y="2934055"/>
                </a:cubicBezTo>
                <a:cubicBezTo>
                  <a:pt x="3486879" y="2934055"/>
                  <a:pt x="3486879" y="2934055"/>
                  <a:pt x="3486879" y="2970972"/>
                </a:cubicBezTo>
                <a:cubicBezTo>
                  <a:pt x="3448353" y="2970972"/>
                  <a:pt x="3448353" y="2934055"/>
                  <a:pt x="3448353" y="2934055"/>
                </a:cubicBezTo>
                <a:close/>
                <a:moveTo>
                  <a:pt x="3486879" y="2858617"/>
                </a:moveTo>
                <a:cubicBezTo>
                  <a:pt x="3525405" y="2858617"/>
                  <a:pt x="3525405" y="2858617"/>
                  <a:pt x="3525405" y="2858617"/>
                </a:cubicBezTo>
                <a:cubicBezTo>
                  <a:pt x="3525405" y="2895534"/>
                  <a:pt x="3525405" y="2895534"/>
                  <a:pt x="3525405" y="2895534"/>
                </a:cubicBezTo>
                <a:cubicBezTo>
                  <a:pt x="3525405" y="2895534"/>
                  <a:pt x="3525405" y="2895534"/>
                  <a:pt x="3525405" y="2934055"/>
                </a:cubicBezTo>
                <a:cubicBezTo>
                  <a:pt x="3525405" y="2934055"/>
                  <a:pt x="3525405" y="2934055"/>
                  <a:pt x="3486879" y="2895534"/>
                </a:cubicBezTo>
                <a:lnTo>
                  <a:pt x="3486879" y="2890919"/>
                </a:lnTo>
                <a:cubicBezTo>
                  <a:pt x="3486879" y="2888612"/>
                  <a:pt x="3486879" y="2885151"/>
                  <a:pt x="3486879" y="2879960"/>
                </a:cubicBezTo>
                <a:lnTo>
                  <a:pt x="3486879" y="2874191"/>
                </a:lnTo>
                <a:cubicBezTo>
                  <a:pt x="3486879" y="2869000"/>
                  <a:pt x="3486879" y="2865539"/>
                  <a:pt x="3486879" y="2863232"/>
                </a:cubicBezTo>
                <a:cubicBezTo>
                  <a:pt x="3486879" y="2858617"/>
                  <a:pt x="3486879" y="2858617"/>
                  <a:pt x="3486879" y="2858617"/>
                </a:cubicBezTo>
                <a:close/>
                <a:moveTo>
                  <a:pt x="1931357" y="2841689"/>
                </a:moveTo>
                <a:cubicBezTo>
                  <a:pt x="1927294" y="2843570"/>
                  <a:pt x="1924986" y="2848586"/>
                  <a:pt x="1924986" y="2858617"/>
                </a:cubicBezTo>
                <a:cubicBezTo>
                  <a:pt x="1924986" y="2858617"/>
                  <a:pt x="1884855" y="2858617"/>
                  <a:pt x="1884855" y="2895534"/>
                </a:cubicBezTo>
                <a:cubicBezTo>
                  <a:pt x="1924986" y="2858617"/>
                  <a:pt x="1961907" y="2858617"/>
                  <a:pt x="2000433" y="2858617"/>
                </a:cubicBezTo>
                <a:cubicBezTo>
                  <a:pt x="1971538" y="2858617"/>
                  <a:pt x="1943547" y="2836046"/>
                  <a:pt x="1931357" y="2841689"/>
                </a:cubicBezTo>
                <a:close/>
                <a:moveTo>
                  <a:pt x="3867319" y="2781574"/>
                </a:moveTo>
                <a:cubicBezTo>
                  <a:pt x="3791873" y="2818491"/>
                  <a:pt x="3676296" y="2743053"/>
                  <a:pt x="3676296" y="2818491"/>
                </a:cubicBezTo>
                <a:cubicBezTo>
                  <a:pt x="3791873" y="2818491"/>
                  <a:pt x="3828793" y="2818491"/>
                  <a:pt x="3867319" y="2781574"/>
                </a:cubicBezTo>
                <a:close/>
                <a:moveTo>
                  <a:pt x="1237947" y="2781574"/>
                </a:moveTo>
                <a:cubicBezTo>
                  <a:pt x="1237947" y="2781574"/>
                  <a:pt x="1199421" y="2781574"/>
                  <a:pt x="1199421" y="2818491"/>
                </a:cubicBezTo>
                <a:lnTo>
                  <a:pt x="1237947" y="2818491"/>
                </a:lnTo>
                <a:cubicBezTo>
                  <a:pt x="1274867" y="2818491"/>
                  <a:pt x="1274867" y="2781574"/>
                  <a:pt x="1237947" y="2781574"/>
                </a:cubicBezTo>
                <a:close/>
                <a:moveTo>
                  <a:pt x="24031208" y="2765323"/>
                </a:moveTo>
                <a:cubicBezTo>
                  <a:pt x="24014504" y="2767129"/>
                  <a:pt x="24000158" y="2771944"/>
                  <a:pt x="23990526" y="2781574"/>
                </a:cubicBezTo>
                <a:cubicBezTo>
                  <a:pt x="24067576" y="2781574"/>
                  <a:pt x="24029050" y="2818491"/>
                  <a:pt x="23990526" y="2818491"/>
                </a:cubicBezTo>
                <a:cubicBezTo>
                  <a:pt x="23915080" y="2781574"/>
                  <a:pt x="23724056" y="2781574"/>
                  <a:pt x="23762582" y="2858617"/>
                </a:cubicBezTo>
                <a:cubicBezTo>
                  <a:pt x="23838028" y="2818491"/>
                  <a:pt x="23952000" y="2818491"/>
                  <a:pt x="24029050" y="2858617"/>
                </a:cubicBezTo>
                <a:cubicBezTo>
                  <a:pt x="23990526" y="2858617"/>
                  <a:pt x="23915080" y="2858617"/>
                  <a:pt x="23915080" y="2895534"/>
                </a:cubicBezTo>
                <a:cubicBezTo>
                  <a:pt x="23915080" y="2858617"/>
                  <a:pt x="23876554" y="2858617"/>
                  <a:pt x="23799502" y="2858617"/>
                </a:cubicBezTo>
                <a:cubicBezTo>
                  <a:pt x="23799502" y="2895534"/>
                  <a:pt x="23876554" y="2895534"/>
                  <a:pt x="23915080" y="2895534"/>
                </a:cubicBezTo>
                <a:cubicBezTo>
                  <a:pt x="23990526" y="2970972"/>
                  <a:pt x="24143022" y="2934055"/>
                  <a:pt x="24256994" y="2934055"/>
                </a:cubicBezTo>
                <a:cubicBezTo>
                  <a:pt x="24256994" y="2858617"/>
                  <a:pt x="24143022" y="2895534"/>
                  <a:pt x="24067576" y="2858617"/>
                </a:cubicBezTo>
                <a:cubicBezTo>
                  <a:pt x="24104496" y="2818491"/>
                  <a:pt x="24067576" y="2858617"/>
                  <a:pt x="24029050" y="2818491"/>
                </a:cubicBezTo>
                <a:cubicBezTo>
                  <a:pt x="24067576" y="2818491"/>
                  <a:pt x="24181548" y="2858617"/>
                  <a:pt x="24181548" y="2781574"/>
                </a:cubicBezTo>
                <a:cubicBezTo>
                  <a:pt x="24152654" y="2781574"/>
                  <a:pt x="24081320" y="2759906"/>
                  <a:pt x="24031208" y="2765323"/>
                </a:cubicBezTo>
                <a:close/>
                <a:moveTo>
                  <a:pt x="1542941" y="2706136"/>
                </a:moveTo>
                <a:cubicBezTo>
                  <a:pt x="1579861" y="2743053"/>
                  <a:pt x="1504415" y="2743053"/>
                  <a:pt x="1467495" y="2743053"/>
                </a:cubicBezTo>
                <a:cubicBezTo>
                  <a:pt x="1467495" y="2743053"/>
                  <a:pt x="1504415" y="2743053"/>
                  <a:pt x="1542941" y="2706136"/>
                </a:cubicBezTo>
                <a:close/>
                <a:moveTo>
                  <a:pt x="1322091" y="2691079"/>
                </a:moveTo>
                <a:lnTo>
                  <a:pt x="1351918" y="2706136"/>
                </a:lnTo>
                <a:cubicBezTo>
                  <a:pt x="1351918" y="2706136"/>
                  <a:pt x="1342688" y="2706136"/>
                  <a:pt x="1333458" y="2701321"/>
                </a:cubicBezTo>
                <a:close/>
                <a:moveTo>
                  <a:pt x="23647006" y="2667615"/>
                </a:moveTo>
                <a:cubicBezTo>
                  <a:pt x="23685530" y="2706136"/>
                  <a:pt x="23724056" y="2706136"/>
                  <a:pt x="23762582" y="2706136"/>
                </a:cubicBezTo>
                <a:cubicBezTo>
                  <a:pt x="23762582" y="2667615"/>
                  <a:pt x="23647006" y="2667615"/>
                  <a:pt x="23647006" y="2667615"/>
                </a:cubicBezTo>
                <a:close/>
                <a:moveTo>
                  <a:pt x="1219311" y="2651364"/>
                </a:moveTo>
                <a:cubicBezTo>
                  <a:pt x="1230723" y="2653169"/>
                  <a:pt x="1237947" y="2657984"/>
                  <a:pt x="1237947" y="2667615"/>
                </a:cubicBezTo>
                <a:cubicBezTo>
                  <a:pt x="1199421" y="2667615"/>
                  <a:pt x="1199421" y="2667615"/>
                  <a:pt x="1162501" y="2667615"/>
                </a:cubicBezTo>
                <a:cubicBezTo>
                  <a:pt x="1162501" y="2667615"/>
                  <a:pt x="1122370" y="2706136"/>
                  <a:pt x="1162501" y="2706136"/>
                </a:cubicBezTo>
                <a:cubicBezTo>
                  <a:pt x="1085449" y="2743053"/>
                  <a:pt x="1122370" y="2667615"/>
                  <a:pt x="1085449" y="2667615"/>
                </a:cubicBezTo>
                <a:cubicBezTo>
                  <a:pt x="1113140" y="2667615"/>
                  <a:pt x="1185074" y="2645946"/>
                  <a:pt x="1219311" y="2651364"/>
                </a:cubicBezTo>
                <a:close/>
                <a:moveTo>
                  <a:pt x="4286718" y="2633758"/>
                </a:moveTo>
                <a:cubicBezTo>
                  <a:pt x="4249942" y="2637520"/>
                  <a:pt x="4196392" y="2667615"/>
                  <a:pt x="4172314" y="2667615"/>
                </a:cubicBezTo>
                <a:cubicBezTo>
                  <a:pt x="4249365" y="2706136"/>
                  <a:pt x="4249365" y="2667615"/>
                  <a:pt x="4324811" y="2667615"/>
                </a:cubicBezTo>
                <a:cubicBezTo>
                  <a:pt x="4324811" y="2638724"/>
                  <a:pt x="4308783" y="2631501"/>
                  <a:pt x="4286718" y="2633758"/>
                </a:cubicBezTo>
                <a:close/>
                <a:moveTo>
                  <a:pt x="21398074" y="2629093"/>
                </a:moveTo>
                <a:cubicBezTo>
                  <a:pt x="21361152" y="2629093"/>
                  <a:pt x="21285706" y="2629093"/>
                  <a:pt x="21285706" y="2667615"/>
                </a:cubicBezTo>
                <a:cubicBezTo>
                  <a:pt x="21322628" y="2667615"/>
                  <a:pt x="21398074" y="2667615"/>
                  <a:pt x="21398074" y="2629093"/>
                </a:cubicBezTo>
                <a:close/>
                <a:moveTo>
                  <a:pt x="4249365" y="2629093"/>
                </a:moveTo>
                <a:cubicBezTo>
                  <a:pt x="4133788" y="2629093"/>
                  <a:pt x="4019817" y="2629093"/>
                  <a:pt x="3981290" y="2667615"/>
                </a:cubicBezTo>
                <a:cubicBezTo>
                  <a:pt x="4019817" y="2667615"/>
                  <a:pt x="4096868" y="2667615"/>
                  <a:pt x="4133788" y="2667615"/>
                </a:cubicBezTo>
                <a:cubicBezTo>
                  <a:pt x="4096868" y="2629093"/>
                  <a:pt x="4210839" y="2667615"/>
                  <a:pt x="4249365" y="2629093"/>
                </a:cubicBezTo>
                <a:close/>
                <a:moveTo>
                  <a:pt x="22999294" y="2600202"/>
                </a:moveTo>
                <a:cubicBezTo>
                  <a:pt x="22980432" y="2600202"/>
                  <a:pt x="22961570" y="2609832"/>
                  <a:pt x="22961570" y="2629093"/>
                </a:cubicBezTo>
                <a:cubicBezTo>
                  <a:pt x="23000096" y="2629093"/>
                  <a:pt x="23000096" y="2629093"/>
                  <a:pt x="23037016" y="2629093"/>
                </a:cubicBezTo>
                <a:cubicBezTo>
                  <a:pt x="23037016" y="2609832"/>
                  <a:pt x="23018154" y="2600202"/>
                  <a:pt x="22999294" y="2600202"/>
                </a:cubicBezTo>
                <a:close/>
                <a:moveTo>
                  <a:pt x="23380536" y="2590572"/>
                </a:moveTo>
                <a:cubicBezTo>
                  <a:pt x="23419062" y="2590572"/>
                  <a:pt x="23457588" y="2590572"/>
                  <a:pt x="23457588" y="2590572"/>
                </a:cubicBezTo>
                <a:cubicBezTo>
                  <a:pt x="23428694" y="2590572"/>
                  <a:pt x="23407022" y="2592979"/>
                  <a:pt x="23388988" y="2596591"/>
                </a:cubicBezTo>
                <a:lnTo>
                  <a:pt x="23382648" y="2598385"/>
                </a:lnTo>
                <a:close/>
                <a:moveTo>
                  <a:pt x="22990060" y="2574349"/>
                </a:moveTo>
                <a:cubicBezTo>
                  <a:pt x="22988570" y="2574709"/>
                  <a:pt x="22984996" y="2575574"/>
                  <a:pt x="22980230" y="2576728"/>
                </a:cubicBezTo>
                <a:lnTo>
                  <a:pt x="22972490" y="2578602"/>
                </a:lnTo>
                <a:lnTo>
                  <a:pt x="22966828" y="2579973"/>
                </a:lnTo>
                <a:cubicBezTo>
                  <a:pt x="22956402" y="2582496"/>
                  <a:pt x="22942106" y="2585957"/>
                  <a:pt x="22923044" y="2590572"/>
                </a:cubicBezTo>
                <a:cubicBezTo>
                  <a:pt x="22923044" y="2590572"/>
                  <a:pt x="22932576" y="2588264"/>
                  <a:pt x="22944490" y="2585380"/>
                </a:cubicBezTo>
                <a:lnTo>
                  <a:pt x="22972490" y="2578602"/>
                </a:lnTo>
                <a:lnTo>
                  <a:pt x="22987380" y="2574998"/>
                </a:lnTo>
                <a:cubicBezTo>
                  <a:pt x="22990954" y="2574132"/>
                  <a:pt x="22991548" y="2573988"/>
                  <a:pt x="22990060" y="2574349"/>
                </a:cubicBezTo>
                <a:close/>
                <a:moveTo>
                  <a:pt x="22465554" y="2553655"/>
                </a:moveTo>
                <a:cubicBezTo>
                  <a:pt x="22470370" y="2553655"/>
                  <a:pt x="22470996" y="2554834"/>
                  <a:pt x="22468260" y="2556897"/>
                </a:cubicBezTo>
                <a:lnTo>
                  <a:pt x="22465554" y="2558219"/>
                </a:lnTo>
                <a:close/>
                <a:moveTo>
                  <a:pt x="22160558" y="2553655"/>
                </a:moveTo>
                <a:cubicBezTo>
                  <a:pt x="22160558" y="2590572"/>
                  <a:pt x="22160558" y="2590572"/>
                  <a:pt x="22123638" y="2590572"/>
                </a:cubicBezTo>
                <a:lnTo>
                  <a:pt x="22123638" y="2629093"/>
                </a:lnTo>
                <a:cubicBezTo>
                  <a:pt x="22160558" y="2629093"/>
                  <a:pt x="22199084" y="2590572"/>
                  <a:pt x="22160558" y="2553655"/>
                </a:cubicBezTo>
                <a:close/>
                <a:moveTo>
                  <a:pt x="1956891" y="2505503"/>
                </a:moveTo>
                <a:cubicBezTo>
                  <a:pt x="1913750" y="2505503"/>
                  <a:pt x="1884855" y="2515134"/>
                  <a:pt x="1884855" y="2553655"/>
                </a:cubicBezTo>
                <a:cubicBezTo>
                  <a:pt x="1961907" y="2553655"/>
                  <a:pt x="1961907" y="2553655"/>
                  <a:pt x="2037353" y="2553655"/>
                </a:cubicBezTo>
                <a:cubicBezTo>
                  <a:pt x="2037353" y="2515134"/>
                  <a:pt x="2077483" y="2553655"/>
                  <a:pt x="2114404" y="2515134"/>
                </a:cubicBezTo>
                <a:cubicBezTo>
                  <a:pt x="2057418" y="2515134"/>
                  <a:pt x="2000031" y="2505503"/>
                  <a:pt x="1956891" y="2505503"/>
                </a:cubicBezTo>
                <a:close/>
                <a:moveTo>
                  <a:pt x="23107446" y="2466380"/>
                </a:moveTo>
                <a:cubicBezTo>
                  <a:pt x="23118884" y="2464574"/>
                  <a:pt x="23133332" y="2466982"/>
                  <a:pt x="23152594" y="2476612"/>
                </a:cubicBezTo>
                <a:lnTo>
                  <a:pt x="23114068" y="2476612"/>
                </a:lnTo>
                <a:cubicBezTo>
                  <a:pt x="23152594" y="2515134"/>
                  <a:pt x="23152594" y="2515134"/>
                  <a:pt x="23228040" y="2515134"/>
                </a:cubicBezTo>
                <a:cubicBezTo>
                  <a:pt x="23152594" y="2553655"/>
                  <a:pt x="23189514" y="2553655"/>
                  <a:pt x="23075542" y="2590572"/>
                </a:cubicBezTo>
                <a:cubicBezTo>
                  <a:pt x="23075542" y="2553655"/>
                  <a:pt x="23037016" y="2553655"/>
                  <a:pt x="23075542" y="2515134"/>
                </a:cubicBezTo>
                <a:cubicBezTo>
                  <a:pt x="23075542" y="2515134"/>
                  <a:pt x="23075542" y="2515134"/>
                  <a:pt x="23037016" y="2515134"/>
                </a:cubicBezTo>
                <a:cubicBezTo>
                  <a:pt x="23065910" y="2515134"/>
                  <a:pt x="23073134" y="2471797"/>
                  <a:pt x="23107446" y="2466380"/>
                </a:cubicBezTo>
                <a:close/>
                <a:moveTo>
                  <a:pt x="2037353" y="2438091"/>
                </a:moveTo>
                <a:cubicBezTo>
                  <a:pt x="2000433" y="2438091"/>
                  <a:pt x="1847935" y="2438091"/>
                  <a:pt x="1961907" y="2476612"/>
                </a:cubicBezTo>
                <a:cubicBezTo>
                  <a:pt x="1924986" y="2476612"/>
                  <a:pt x="1884855" y="2438091"/>
                  <a:pt x="1847935" y="2476612"/>
                </a:cubicBezTo>
                <a:cubicBezTo>
                  <a:pt x="1884855" y="2476612"/>
                  <a:pt x="1924986" y="2476612"/>
                  <a:pt x="1961907" y="2476612"/>
                </a:cubicBezTo>
                <a:cubicBezTo>
                  <a:pt x="2000433" y="2476612"/>
                  <a:pt x="2037353" y="2476612"/>
                  <a:pt x="2037353" y="2438091"/>
                </a:cubicBezTo>
                <a:close/>
                <a:moveTo>
                  <a:pt x="1720144" y="2346401"/>
                </a:moveTo>
                <a:cubicBezTo>
                  <a:pt x="1671460" y="2340984"/>
                  <a:pt x="1628420" y="2362653"/>
                  <a:pt x="1542941" y="2362653"/>
                </a:cubicBezTo>
                <a:cubicBezTo>
                  <a:pt x="1619992" y="2438091"/>
                  <a:pt x="1695438" y="2362653"/>
                  <a:pt x="1732358" y="2399569"/>
                </a:cubicBezTo>
                <a:cubicBezTo>
                  <a:pt x="1695438" y="2362653"/>
                  <a:pt x="1772489" y="2362653"/>
                  <a:pt x="1772489" y="2362653"/>
                </a:cubicBezTo>
                <a:cubicBezTo>
                  <a:pt x="1753226" y="2353022"/>
                  <a:pt x="1736371" y="2348207"/>
                  <a:pt x="1720144" y="2346401"/>
                </a:cubicBezTo>
                <a:close/>
                <a:moveTo>
                  <a:pt x="2342347" y="2324131"/>
                </a:moveTo>
                <a:cubicBezTo>
                  <a:pt x="2342347" y="2362653"/>
                  <a:pt x="2342347" y="2362653"/>
                  <a:pt x="2305426" y="2399569"/>
                </a:cubicBezTo>
                <a:cubicBezTo>
                  <a:pt x="2305426" y="2362653"/>
                  <a:pt x="2266901" y="2399569"/>
                  <a:pt x="2229981" y="2399569"/>
                </a:cubicBezTo>
                <a:cubicBezTo>
                  <a:pt x="2229981" y="2362653"/>
                  <a:pt x="2266901" y="2362653"/>
                  <a:pt x="2305426" y="2362653"/>
                </a:cubicBezTo>
                <a:cubicBezTo>
                  <a:pt x="2342347" y="2362653"/>
                  <a:pt x="2266901" y="2324131"/>
                  <a:pt x="2342347" y="2324131"/>
                </a:cubicBezTo>
                <a:close/>
                <a:moveTo>
                  <a:pt x="2152929" y="2324131"/>
                </a:moveTo>
                <a:cubicBezTo>
                  <a:pt x="2152929" y="2324131"/>
                  <a:pt x="2189850" y="2362653"/>
                  <a:pt x="2152929" y="2362653"/>
                </a:cubicBezTo>
                <a:cubicBezTo>
                  <a:pt x="2152929" y="2324131"/>
                  <a:pt x="2114404" y="2324131"/>
                  <a:pt x="2114404" y="2362653"/>
                </a:cubicBezTo>
                <a:cubicBezTo>
                  <a:pt x="2037353" y="2324131"/>
                  <a:pt x="2152929" y="2324131"/>
                  <a:pt x="2152929" y="2324131"/>
                </a:cubicBezTo>
                <a:close/>
                <a:moveTo>
                  <a:pt x="21484756" y="2307880"/>
                </a:moveTo>
                <a:cubicBezTo>
                  <a:pt x="21487164" y="2309685"/>
                  <a:pt x="21484756" y="2314501"/>
                  <a:pt x="21475124" y="2324131"/>
                </a:cubicBezTo>
                <a:cubicBezTo>
                  <a:pt x="21446230" y="2324131"/>
                  <a:pt x="21439006" y="2324131"/>
                  <a:pt x="21405372" y="2324131"/>
                </a:cubicBezTo>
                <a:lnTo>
                  <a:pt x="21398074" y="2324131"/>
                </a:lnTo>
                <a:cubicBezTo>
                  <a:pt x="21426968" y="2324131"/>
                  <a:pt x="21477532" y="2302463"/>
                  <a:pt x="21484756" y="2307880"/>
                </a:cubicBezTo>
                <a:close/>
                <a:moveTo>
                  <a:pt x="21688832" y="2282416"/>
                </a:moveTo>
                <a:lnTo>
                  <a:pt x="21741594" y="2285609"/>
                </a:lnTo>
                <a:lnTo>
                  <a:pt x="21742676" y="2300513"/>
                </a:lnTo>
                <a:lnTo>
                  <a:pt x="21741594" y="2300256"/>
                </a:lnTo>
                <a:close/>
                <a:moveTo>
                  <a:pt x="21932616" y="2248693"/>
                </a:moveTo>
                <a:cubicBezTo>
                  <a:pt x="21894090" y="2285609"/>
                  <a:pt x="21932616" y="2285609"/>
                  <a:pt x="22008062" y="2285609"/>
                </a:cubicBezTo>
                <a:cubicBezTo>
                  <a:pt x="22008062" y="2285609"/>
                  <a:pt x="22008062" y="2285609"/>
                  <a:pt x="22008062" y="2248693"/>
                </a:cubicBezTo>
                <a:cubicBezTo>
                  <a:pt x="21971142" y="2248693"/>
                  <a:pt x="21932616" y="2248693"/>
                  <a:pt x="21932616" y="2248693"/>
                </a:cubicBezTo>
                <a:close/>
                <a:moveTo>
                  <a:pt x="21589096" y="2248693"/>
                </a:moveTo>
                <a:lnTo>
                  <a:pt x="21688832" y="2282416"/>
                </a:lnTo>
                <a:lnTo>
                  <a:pt x="21665346" y="2280995"/>
                </a:lnTo>
                <a:cubicBezTo>
                  <a:pt x="21636852" y="2276380"/>
                  <a:pt x="21608360" y="2267151"/>
                  <a:pt x="21589096" y="2248693"/>
                </a:cubicBezTo>
                <a:close/>
                <a:moveTo>
                  <a:pt x="1579861" y="2248693"/>
                </a:moveTo>
                <a:cubicBezTo>
                  <a:pt x="1619992" y="2285609"/>
                  <a:pt x="1579861" y="2285609"/>
                  <a:pt x="1619992" y="2324131"/>
                </a:cubicBezTo>
                <a:cubicBezTo>
                  <a:pt x="1656913" y="2285609"/>
                  <a:pt x="1732358" y="2285609"/>
                  <a:pt x="1732358" y="2324131"/>
                </a:cubicBezTo>
                <a:cubicBezTo>
                  <a:pt x="1772489" y="2324131"/>
                  <a:pt x="1772489" y="2324131"/>
                  <a:pt x="1772489" y="2285609"/>
                </a:cubicBezTo>
                <a:cubicBezTo>
                  <a:pt x="1847935" y="2324131"/>
                  <a:pt x="1924986" y="2285609"/>
                  <a:pt x="1961907" y="2324131"/>
                </a:cubicBezTo>
                <a:cubicBezTo>
                  <a:pt x="1961907" y="2324131"/>
                  <a:pt x="1924986" y="2324131"/>
                  <a:pt x="1884855" y="2324131"/>
                </a:cubicBezTo>
                <a:cubicBezTo>
                  <a:pt x="1924986" y="2438091"/>
                  <a:pt x="2037353" y="2285609"/>
                  <a:pt x="2077483" y="2324131"/>
                </a:cubicBezTo>
                <a:cubicBezTo>
                  <a:pt x="2077483" y="2362653"/>
                  <a:pt x="2000433" y="2324131"/>
                  <a:pt x="2000433" y="2362653"/>
                </a:cubicBezTo>
                <a:cubicBezTo>
                  <a:pt x="2037353" y="2362653"/>
                  <a:pt x="2077483" y="2362653"/>
                  <a:pt x="2114404" y="2399569"/>
                </a:cubicBezTo>
                <a:cubicBezTo>
                  <a:pt x="2152929" y="2362653"/>
                  <a:pt x="2114404" y="2362653"/>
                  <a:pt x="2152929" y="2362653"/>
                </a:cubicBezTo>
                <a:cubicBezTo>
                  <a:pt x="2152929" y="2399569"/>
                  <a:pt x="2189850" y="2399569"/>
                  <a:pt x="2189850" y="2438091"/>
                </a:cubicBezTo>
                <a:cubicBezTo>
                  <a:pt x="2189850" y="2399569"/>
                  <a:pt x="2152929" y="2438091"/>
                  <a:pt x="2114404" y="2438091"/>
                </a:cubicBezTo>
                <a:cubicBezTo>
                  <a:pt x="2077483" y="2438091"/>
                  <a:pt x="2114404" y="2476612"/>
                  <a:pt x="2077483" y="2476612"/>
                </a:cubicBezTo>
                <a:cubicBezTo>
                  <a:pt x="2114404" y="2476612"/>
                  <a:pt x="2152929" y="2515134"/>
                  <a:pt x="2189850" y="2515134"/>
                </a:cubicBezTo>
                <a:cubicBezTo>
                  <a:pt x="2189850" y="2553655"/>
                  <a:pt x="2152929" y="2553655"/>
                  <a:pt x="2189850" y="2590572"/>
                </a:cubicBezTo>
                <a:cubicBezTo>
                  <a:pt x="2189850" y="2590572"/>
                  <a:pt x="2229981" y="2590572"/>
                  <a:pt x="2266901" y="2590572"/>
                </a:cubicBezTo>
                <a:cubicBezTo>
                  <a:pt x="2152929" y="2553655"/>
                  <a:pt x="2382478" y="2590572"/>
                  <a:pt x="2382478" y="2553655"/>
                </a:cubicBezTo>
                <a:cubicBezTo>
                  <a:pt x="2382478" y="2629093"/>
                  <a:pt x="2457924" y="2590572"/>
                  <a:pt x="2534975" y="2590572"/>
                </a:cubicBezTo>
                <a:cubicBezTo>
                  <a:pt x="2534975" y="2590572"/>
                  <a:pt x="2494844" y="2590572"/>
                  <a:pt x="2494844" y="2553655"/>
                </a:cubicBezTo>
                <a:cubicBezTo>
                  <a:pt x="2571895" y="2553655"/>
                  <a:pt x="2534975" y="2590572"/>
                  <a:pt x="2571895" y="2629093"/>
                </a:cubicBezTo>
                <a:cubicBezTo>
                  <a:pt x="2534975" y="2629093"/>
                  <a:pt x="2457924" y="2629093"/>
                  <a:pt x="2419399" y="2629093"/>
                </a:cubicBezTo>
                <a:cubicBezTo>
                  <a:pt x="2419399" y="2667615"/>
                  <a:pt x="2419399" y="2667615"/>
                  <a:pt x="2457924" y="2667615"/>
                </a:cubicBezTo>
                <a:cubicBezTo>
                  <a:pt x="2457924" y="2706136"/>
                  <a:pt x="2382478" y="2706136"/>
                  <a:pt x="2382478" y="2706136"/>
                </a:cubicBezTo>
                <a:cubicBezTo>
                  <a:pt x="2342347" y="2706136"/>
                  <a:pt x="2457924" y="2706136"/>
                  <a:pt x="2419399" y="2667615"/>
                </a:cubicBezTo>
                <a:cubicBezTo>
                  <a:pt x="2382478" y="2667615"/>
                  <a:pt x="2305426" y="2629093"/>
                  <a:pt x="2305426" y="2706136"/>
                </a:cubicBezTo>
                <a:cubicBezTo>
                  <a:pt x="2266901" y="2706136"/>
                  <a:pt x="2266901" y="2667615"/>
                  <a:pt x="2266901" y="2667615"/>
                </a:cubicBezTo>
                <a:cubicBezTo>
                  <a:pt x="2189850" y="2667615"/>
                  <a:pt x="2114404" y="2706136"/>
                  <a:pt x="2077483" y="2667615"/>
                </a:cubicBezTo>
                <a:cubicBezTo>
                  <a:pt x="2000433" y="2629093"/>
                  <a:pt x="1809410" y="2667615"/>
                  <a:pt x="1695438" y="2706136"/>
                </a:cubicBezTo>
                <a:cubicBezTo>
                  <a:pt x="1579861" y="2706136"/>
                  <a:pt x="1542941" y="2706136"/>
                  <a:pt x="1314997" y="2667615"/>
                </a:cubicBezTo>
                <a:cubicBezTo>
                  <a:pt x="1314997" y="2677245"/>
                  <a:pt x="1317305" y="2684468"/>
                  <a:pt x="1320766" y="2689885"/>
                </a:cubicBezTo>
                <a:lnTo>
                  <a:pt x="1322091" y="2691079"/>
                </a:lnTo>
                <a:lnTo>
                  <a:pt x="1318534" y="2689283"/>
                </a:lnTo>
                <a:cubicBezTo>
                  <a:pt x="1281288" y="2682060"/>
                  <a:pt x="1237947" y="2696506"/>
                  <a:pt x="1237947" y="2667615"/>
                </a:cubicBezTo>
                <a:cubicBezTo>
                  <a:pt x="1274867" y="2667615"/>
                  <a:pt x="1390444" y="2667615"/>
                  <a:pt x="1427364" y="2629093"/>
                </a:cubicBezTo>
                <a:cubicBezTo>
                  <a:pt x="1467495" y="2629093"/>
                  <a:pt x="1467495" y="2667615"/>
                  <a:pt x="1467495" y="2667615"/>
                </a:cubicBezTo>
                <a:cubicBezTo>
                  <a:pt x="1579861" y="2629093"/>
                  <a:pt x="1732358" y="2667615"/>
                  <a:pt x="1809410" y="2590572"/>
                </a:cubicBezTo>
                <a:cubicBezTo>
                  <a:pt x="1732358" y="2590572"/>
                  <a:pt x="1656913" y="2590572"/>
                  <a:pt x="1542941" y="2590572"/>
                </a:cubicBezTo>
                <a:cubicBezTo>
                  <a:pt x="1542941" y="2553655"/>
                  <a:pt x="1695438" y="2590572"/>
                  <a:pt x="1732358" y="2553655"/>
                </a:cubicBezTo>
                <a:cubicBezTo>
                  <a:pt x="1695438" y="2553655"/>
                  <a:pt x="1619992" y="2553655"/>
                  <a:pt x="1656913" y="2515134"/>
                </a:cubicBezTo>
                <a:cubicBezTo>
                  <a:pt x="1579861" y="2515134"/>
                  <a:pt x="1619992" y="2553655"/>
                  <a:pt x="1542941" y="2515134"/>
                </a:cubicBezTo>
                <a:cubicBezTo>
                  <a:pt x="1656913" y="2515134"/>
                  <a:pt x="1772489" y="2438091"/>
                  <a:pt x="1619992" y="2399569"/>
                </a:cubicBezTo>
                <a:cubicBezTo>
                  <a:pt x="1542941" y="2399569"/>
                  <a:pt x="1619992" y="2438091"/>
                  <a:pt x="1579861" y="2476612"/>
                </a:cubicBezTo>
                <a:cubicBezTo>
                  <a:pt x="1542941" y="2476612"/>
                  <a:pt x="1542941" y="2438091"/>
                  <a:pt x="1542941" y="2438091"/>
                </a:cubicBezTo>
                <a:cubicBezTo>
                  <a:pt x="1504415" y="2476612"/>
                  <a:pt x="1427364" y="2399569"/>
                  <a:pt x="1427364" y="2438091"/>
                </a:cubicBezTo>
                <a:cubicBezTo>
                  <a:pt x="1351918" y="2438091"/>
                  <a:pt x="1427364" y="2399569"/>
                  <a:pt x="1390444" y="2362653"/>
                </a:cubicBezTo>
                <a:cubicBezTo>
                  <a:pt x="1390444" y="2399569"/>
                  <a:pt x="1467495" y="2438091"/>
                  <a:pt x="1504415" y="2399569"/>
                </a:cubicBezTo>
                <a:cubicBezTo>
                  <a:pt x="1504415" y="2399569"/>
                  <a:pt x="1427364" y="2362653"/>
                  <a:pt x="1504415" y="2362653"/>
                </a:cubicBezTo>
                <a:cubicBezTo>
                  <a:pt x="1504415" y="2324131"/>
                  <a:pt x="1427364" y="2362653"/>
                  <a:pt x="1427364" y="2324131"/>
                </a:cubicBezTo>
                <a:cubicBezTo>
                  <a:pt x="1467495" y="2324131"/>
                  <a:pt x="1504415" y="2324131"/>
                  <a:pt x="1542941" y="2324131"/>
                </a:cubicBezTo>
                <a:cubicBezTo>
                  <a:pt x="1542941" y="2285609"/>
                  <a:pt x="1504415" y="2285609"/>
                  <a:pt x="1504415" y="2285609"/>
                </a:cubicBezTo>
                <a:cubicBezTo>
                  <a:pt x="1504415" y="2285609"/>
                  <a:pt x="1579861" y="2285609"/>
                  <a:pt x="1579861" y="2248693"/>
                </a:cubicBezTo>
                <a:close/>
                <a:moveTo>
                  <a:pt x="21398074" y="2134734"/>
                </a:moveTo>
                <a:cubicBezTo>
                  <a:pt x="21436598" y="2210172"/>
                  <a:pt x="21398074" y="2171650"/>
                  <a:pt x="21322628" y="2171650"/>
                </a:cubicBezTo>
                <a:cubicBezTo>
                  <a:pt x="21361152" y="2248693"/>
                  <a:pt x="21513650" y="2134734"/>
                  <a:pt x="21475124" y="2248693"/>
                </a:cubicBezTo>
                <a:lnTo>
                  <a:pt x="21398074" y="2248693"/>
                </a:lnTo>
                <a:cubicBezTo>
                  <a:pt x="21398074" y="2248693"/>
                  <a:pt x="21398074" y="2248693"/>
                  <a:pt x="21398074" y="2324131"/>
                </a:cubicBezTo>
                <a:lnTo>
                  <a:pt x="21361152" y="2324131"/>
                </a:lnTo>
                <a:cubicBezTo>
                  <a:pt x="21398074" y="2362653"/>
                  <a:pt x="21245576" y="2324131"/>
                  <a:pt x="21285706" y="2399569"/>
                </a:cubicBezTo>
                <a:cubicBezTo>
                  <a:pt x="21285706" y="2399569"/>
                  <a:pt x="21322628" y="2362653"/>
                  <a:pt x="21361152" y="2399569"/>
                </a:cubicBezTo>
                <a:cubicBezTo>
                  <a:pt x="21398074" y="2438091"/>
                  <a:pt x="21322628" y="2399569"/>
                  <a:pt x="21322628" y="2438091"/>
                </a:cubicBezTo>
                <a:cubicBezTo>
                  <a:pt x="21361152" y="2438091"/>
                  <a:pt x="21361152" y="2476612"/>
                  <a:pt x="21398074" y="2438091"/>
                </a:cubicBezTo>
                <a:cubicBezTo>
                  <a:pt x="21436598" y="2438091"/>
                  <a:pt x="21436598" y="2438091"/>
                  <a:pt x="21436598" y="2476612"/>
                </a:cubicBezTo>
                <a:cubicBezTo>
                  <a:pt x="21398074" y="2476612"/>
                  <a:pt x="21398074" y="2476612"/>
                  <a:pt x="21361152" y="2476612"/>
                </a:cubicBezTo>
                <a:cubicBezTo>
                  <a:pt x="21322628" y="2476612"/>
                  <a:pt x="21285706" y="2438091"/>
                  <a:pt x="21245576" y="2438091"/>
                </a:cubicBezTo>
                <a:cubicBezTo>
                  <a:pt x="21245576" y="2476612"/>
                  <a:pt x="21322628" y="2438091"/>
                  <a:pt x="21285706" y="2515134"/>
                </a:cubicBezTo>
                <a:cubicBezTo>
                  <a:pt x="21361152" y="2515134"/>
                  <a:pt x="21361152" y="2515134"/>
                  <a:pt x="21436598" y="2515134"/>
                </a:cubicBezTo>
                <a:lnTo>
                  <a:pt x="21436598" y="2553655"/>
                </a:lnTo>
                <a:cubicBezTo>
                  <a:pt x="21494386" y="2581343"/>
                  <a:pt x="21572944" y="2567499"/>
                  <a:pt x="21689198" y="2574421"/>
                </a:cubicBezTo>
                <a:lnTo>
                  <a:pt x="21793776" y="2587469"/>
                </a:lnTo>
                <a:lnTo>
                  <a:pt x="21780118" y="2590572"/>
                </a:lnTo>
                <a:cubicBezTo>
                  <a:pt x="21780118" y="2590572"/>
                  <a:pt x="21780118" y="2590572"/>
                  <a:pt x="21818644" y="2590572"/>
                </a:cubicBezTo>
                <a:lnTo>
                  <a:pt x="21793776" y="2587469"/>
                </a:lnTo>
                <a:lnTo>
                  <a:pt x="21808160" y="2584202"/>
                </a:lnTo>
                <a:cubicBezTo>
                  <a:pt x="21834796" y="2572013"/>
                  <a:pt x="21855564" y="2544025"/>
                  <a:pt x="21855564" y="2515134"/>
                </a:cubicBezTo>
                <a:cubicBezTo>
                  <a:pt x="21818644" y="2515134"/>
                  <a:pt x="21741594" y="2553655"/>
                  <a:pt x="21780118" y="2515134"/>
                </a:cubicBezTo>
                <a:cubicBezTo>
                  <a:pt x="21666148" y="2476612"/>
                  <a:pt x="21627622" y="2553655"/>
                  <a:pt x="21550570" y="2515134"/>
                </a:cubicBezTo>
                <a:cubicBezTo>
                  <a:pt x="21627622" y="2476612"/>
                  <a:pt x="21741594" y="2476612"/>
                  <a:pt x="21780118" y="2438091"/>
                </a:cubicBezTo>
                <a:cubicBezTo>
                  <a:pt x="21855564" y="2438091"/>
                  <a:pt x="21818644" y="2476612"/>
                  <a:pt x="21818644" y="2515134"/>
                </a:cubicBezTo>
                <a:cubicBezTo>
                  <a:pt x="21855564" y="2476612"/>
                  <a:pt x="21971142" y="2515134"/>
                  <a:pt x="21971142" y="2438091"/>
                </a:cubicBezTo>
                <a:cubicBezTo>
                  <a:pt x="21894090" y="2438091"/>
                  <a:pt x="21894090" y="2476612"/>
                  <a:pt x="21855564" y="2476612"/>
                </a:cubicBezTo>
                <a:cubicBezTo>
                  <a:pt x="21818644" y="2399569"/>
                  <a:pt x="21894090" y="2438091"/>
                  <a:pt x="21894090" y="2399569"/>
                </a:cubicBezTo>
                <a:cubicBezTo>
                  <a:pt x="21780118" y="2399569"/>
                  <a:pt x="21627622" y="2438091"/>
                  <a:pt x="21589096" y="2399569"/>
                </a:cubicBezTo>
                <a:cubicBezTo>
                  <a:pt x="21703068" y="2362653"/>
                  <a:pt x="21780118" y="2399569"/>
                  <a:pt x="21818644" y="2362653"/>
                </a:cubicBezTo>
                <a:cubicBezTo>
                  <a:pt x="21784934" y="2328946"/>
                  <a:pt x="21751226" y="2354226"/>
                  <a:pt x="21743324" y="2309460"/>
                </a:cubicBezTo>
                <a:lnTo>
                  <a:pt x="21742676" y="2300513"/>
                </a:lnTo>
                <a:lnTo>
                  <a:pt x="21814380" y="2317535"/>
                </a:lnTo>
                <a:cubicBezTo>
                  <a:pt x="21839412" y="2321724"/>
                  <a:pt x="21865598" y="2324131"/>
                  <a:pt x="21894090" y="2324131"/>
                </a:cubicBezTo>
                <a:cubicBezTo>
                  <a:pt x="21894090" y="2285609"/>
                  <a:pt x="21855564" y="2248693"/>
                  <a:pt x="21855564" y="2210172"/>
                </a:cubicBezTo>
                <a:cubicBezTo>
                  <a:pt x="21780118" y="2210172"/>
                  <a:pt x="21894090" y="2248693"/>
                  <a:pt x="21818644" y="2248693"/>
                </a:cubicBezTo>
                <a:cubicBezTo>
                  <a:pt x="21741594" y="2210172"/>
                  <a:pt x="21627622" y="2210172"/>
                  <a:pt x="21550570" y="2248693"/>
                </a:cubicBezTo>
                <a:lnTo>
                  <a:pt x="21560272" y="2238992"/>
                </a:lnTo>
                <a:lnTo>
                  <a:pt x="21565018" y="2234248"/>
                </a:lnTo>
                <a:cubicBezTo>
                  <a:pt x="21567426" y="2231840"/>
                  <a:pt x="21568630" y="2230636"/>
                  <a:pt x="21566824" y="2232442"/>
                </a:cubicBezTo>
                <a:lnTo>
                  <a:pt x="21560272" y="2238992"/>
                </a:lnTo>
                <a:lnTo>
                  <a:pt x="21555988" y="2243276"/>
                </a:lnTo>
                <a:cubicBezTo>
                  <a:pt x="21552978" y="2246286"/>
                  <a:pt x="21550570" y="2248693"/>
                  <a:pt x="21550570" y="2248693"/>
                </a:cubicBezTo>
                <a:cubicBezTo>
                  <a:pt x="21532110" y="2248693"/>
                  <a:pt x="21513248" y="2248693"/>
                  <a:pt x="21489370" y="2248693"/>
                </a:cubicBezTo>
                <a:lnTo>
                  <a:pt x="21475124" y="2248693"/>
                </a:lnTo>
                <a:cubicBezTo>
                  <a:pt x="21550570" y="2248693"/>
                  <a:pt x="21550570" y="2210172"/>
                  <a:pt x="21627622" y="2210172"/>
                </a:cubicBezTo>
                <a:cubicBezTo>
                  <a:pt x="21589096" y="2171650"/>
                  <a:pt x="21589096" y="2134734"/>
                  <a:pt x="21513650" y="2134734"/>
                </a:cubicBezTo>
                <a:cubicBezTo>
                  <a:pt x="21475124" y="2210172"/>
                  <a:pt x="21475124" y="2134734"/>
                  <a:pt x="21398074" y="2134734"/>
                </a:cubicBezTo>
                <a:close/>
                <a:moveTo>
                  <a:pt x="21703068" y="2057691"/>
                </a:moveTo>
                <a:cubicBezTo>
                  <a:pt x="21666148" y="2134734"/>
                  <a:pt x="21589096" y="2096212"/>
                  <a:pt x="21550570" y="2134734"/>
                </a:cubicBezTo>
                <a:cubicBezTo>
                  <a:pt x="21589096" y="2171650"/>
                  <a:pt x="21818644" y="2096212"/>
                  <a:pt x="21855564" y="2134734"/>
                </a:cubicBezTo>
                <a:cubicBezTo>
                  <a:pt x="21818644" y="2171650"/>
                  <a:pt x="21741594" y="2171650"/>
                  <a:pt x="21666148" y="2210172"/>
                </a:cubicBezTo>
                <a:cubicBezTo>
                  <a:pt x="21780118" y="2210172"/>
                  <a:pt x="21855564" y="2210172"/>
                  <a:pt x="21932616" y="2171650"/>
                </a:cubicBezTo>
                <a:lnTo>
                  <a:pt x="21894090" y="2210172"/>
                </a:lnTo>
                <a:cubicBezTo>
                  <a:pt x="22008062" y="2210172"/>
                  <a:pt x="21932616" y="2210172"/>
                  <a:pt x="22008062" y="2210172"/>
                </a:cubicBezTo>
                <a:cubicBezTo>
                  <a:pt x="22008062" y="2210172"/>
                  <a:pt x="22046588" y="2171650"/>
                  <a:pt x="22046588" y="2134734"/>
                </a:cubicBezTo>
                <a:cubicBezTo>
                  <a:pt x="21971142" y="2171650"/>
                  <a:pt x="21894090" y="2171650"/>
                  <a:pt x="21855564" y="2096212"/>
                </a:cubicBezTo>
                <a:cubicBezTo>
                  <a:pt x="21894090" y="2096212"/>
                  <a:pt x="21971142" y="2134734"/>
                  <a:pt x="21932616" y="2096212"/>
                </a:cubicBezTo>
                <a:cubicBezTo>
                  <a:pt x="21922984" y="2096212"/>
                  <a:pt x="21908638" y="2096212"/>
                  <a:pt x="21891934" y="2096212"/>
                </a:cubicBezTo>
                <a:lnTo>
                  <a:pt x="21855564" y="2096212"/>
                </a:lnTo>
                <a:lnTo>
                  <a:pt x="21837104" y="2096212"/>
                </a:lnTo>
                <a:cubicBezTo>
                  <a:pt x="21798980" y="2096212"/>
                  <a:pt x="21760856" y="2096212"/>
                  <a:pt x="21741594" y="2096212"/>
                </a:cubicBezTo>
                <a:cubicBezTo>
                  <a:pt x="21703068" y="2096212"/>
                  <a:pt x="21780118" y="2057691"/>
                  <a:pt x="21703068" y="2057691"/>
                </a:cubicBezTo>
                <a:close/>
                <a:moveTo>
                  <a:pt x="2114404" y="1905210"/>
                </a:moveTo>
                <a:cubicBezTo>
                  <a:pt x="2037353" y="1905210"/>
                  <a:pt x="2077483" y="1943731"/>
                  <a:pt x="2037353" y="1943731"/>
                </a:cubicBezTo>
                <a:cubicBezTo>
                  <a:pt x="2037353" y="1943731"/>
                  <a:pt x="2000433" y="1943731"/>
                  <a:pt x="2000433" y="1982253"/>
                </a:cubicBezTo>
                <a:cubicBezTo>
                  <a:pt x="2000433" y="1982253"/>
                  <a:pt x="2037353" y="1982253"/>
                  <a:pt x="2077483" y="1982253"/>
                </a:cubicBezTo>
                <a:cubicBezTo>
                  <a:pt x="2077483" y="1943731"/>
                  <a:pt x="2077483" y="1943731"/>
                  <a:pt x="2114404" y="1943731"/>
                </a:cubicBezTo>
                <a:cubicBezTo>
                  <a:pt x="2114404" y="1943731"/>
                  <a:pt x="2114404" y="1943731"/>
                  <a:pt x="2114404" y="1905210"/>
                </a:cubicBezTo>
                <a:close/>
                <a:moveTo>
                  <a:pt x="22199084" y="1876319"/>
                </a:moveTo>
                <a:cubicBezTo>
                  <a:pt x="22179820" y="1876319"/>
                  <a:pt x="22160558" y="1885949"/>
                  <a:pt x="22160558" y="1905210"/>
                </a:cubicBezTo>
                <a:cubicBezTo>
                  <a:pt x="22199084" y="1905210"/>
                  <a:pt x="22199084" y="1943731"/>
                  <a:pt x="22237610" y="1905210"/>
                </a:cubicBezTo>
                <a:cubicBezTo>
                  <a:pt x="22237610" y="1885949"/>
                  <a:pt x="22218346" y="1876319"/>
                  <a:pt x="22199084" y="1876319"/>
                </a:cubicBezTo>
                <a:close/>
                <a:moveTo>
                  <a:pt x="1732358" y="1866688"/>
                </a:moveTo>
                <a:cubicBezTo>
                  <a:pt x="1732358" y="1905210"/>
                  <a:pt x="1619992" y="1866688"/>
                  <a:pt x="1656913" y="1905210"/>
                </a:cubicBezTo>
                <a:cubicBezTo>
                  <a:pt x="1695438" y="1905210"/>
                  <a:pt x="1619992" y="1943731"/>
                  <a:pt x="1656913" y="1943731"/>
                </a:cubicBezTo>
                <a:cubicBezTo>
                  <a:pt x="1732358" y="1943731"/>
                  <a:pt x="1809410" y="1905210"/>
                  <a:pt x="1772489" y="1943731"/>
                </a:cubicBezTo>
                <a:cubicBezTo>
                  <a:pt x="1847935" y="1905210"/>
                  <a:pt x="1924986" y="1982253"/>
                  <a:pt x="1961907" y="1943731"/>
                </a:cubicBezTo>
                <a:cubicBezTo>
                  <a:pt x="1924986" y="1943731"/>
                  <a:pt x="1924986" y="1943731"/>
                  <a:pt x="1884855" y="1943731"/>
                </a:cubicBezTo>
                <a:cubicBezTo>
                  <a:pt x="1924986" y="1943731"/>
                  <a:pt x="2000433" y="1943731"/>
                  <a:pt x="2000433" y="1905210"/>
                </a:cubicBezTo>
                <a:cubicBezTo>
                  <a:pt x="1884855" y="1866688"/>
                  <a:pt x="1961907" y="1905210"/>
                  <a:pt x="1884855" y="1905210"/>
                </a:cubicBezTo>
                <a:lnTo>
                  <a:pt x="1884855" y="1866688"/>
                </a:lnTo>
                <a:cubicBezTo>
                  <a:pt x="1847935" y="1866688"/>
                  <a:pt x="1847935" y="1866688"/>
                  <a:pt x="1847935" y="1866688"/>
                </a:cubicBezTo>
                <a:cubicBezTo>
                  <a:pt x="1772489" y="1866688"/>
                  <a:pt x="1847935" y="1905210"/>
                  <a:pt x="1809410" y="1905210"/>
                </a:cubicBezTo>
                <a:cubicBezTo>
                  <a:pt x="1772489" y="1905210"/>
                  <a:pt x="1772489" y="1866688"/>
                  <a:pt x="1732358" y="1866688"/>
                </a:cubicBezTo>
                <a:close/>
                <a:moveTo>
                  <a:pt x="1579861" y="1866688"/>
                </a:moveTo>
                <a:cubicBezTo>
                  <a:pt x="1542941" y="1905210"/>
                  <a:pt x="1504415" y="1905210"/>
                  <a:pt x="1467495" y="1943731"/>
                </a:cubicBezTo>
                <a:cubicBezTo>
                  <a:pt x="1504415" y="1943731"/>
                  <a:pt x="1542941" y="1943731"/>
                  <a:pt x="1579861" y="1943731"/>
                </a:cubicBezTo>
                <a:cubicBezTo>
                  <a:pt x="1579861" y="1905210"/>
                  <a:pt x="1619992" y="1866688"/>
                  <a:pt x="1579861" y="1866688"/>
                </a:cubicBezTo>
                <a:close/>
                <a:moveTo>
                  <a:pt x="22366030" y="1839001"/>
                </a:moveTo>
                <a:cubicBezTo>
                  <a:pt x="22351582" y="1839001"/>
                  <a:pt x="22332320" y="1848230"/>
                  <a:pt x="22313056" y="1866688"/>
                </a:cubicBezTo>
                <a:cubicBezTo>
                  <a:pt x="22313056" y="1866688"/>
                  <a:pt x="22313056" y="1905210"/>
                  <a:pt x="22351582" y="1905210"/>
                </a:cubicBezTo>
                <a:cubicBezTo>
                  <a:pt x="22351582" y="1866688"/>
                  <a:pt x="22427028" y="1866688"/>
                  <a:pt x="22390108" y="1866688"/>
                </a:cubicBezTo>
                <a:cubicBezTo>
                  <a:pt x="22390108" y="1848230"/>
                  <a:pt x="22380476" y="1839001"/>
                  <a:pt x="22366030" y="1839001"/>
                </a:cubicBezTo>
                <a:close/>
                <a:moveTo>
                  <a:pt x="1162501" y="1829772"/>
                </a:moveTo>
                <a:cubicBezTo>
                  <a:pt x="1162501" y="1829772"/>
                  <a:pt x="1085449" y="1829772"/>
                  <a:pt x="1085449" y="1866688"/>
                </a:cubicBezTo>
                <a:lnTo>
                  <a:pt x="1046923" y="1866688"/>
                </a:lnTo>
                <a:cubicBezTo>
                  <a:pt x="1046923" y="1866688"/>
                  <a:pt x="1122370" y="1905210"/>
                  <a:pt x="1122370" y="1866688"/>
                </a:cubicBezTo>
                <a:cubicBezTo>
                  <a:pt x="1085449" y="1866688"/>
                  <a:pt x="1199421" y="1866688"/>
                  <a:pt x="1162501" y="1829772"/>
                </a:cubicBezTo>
                <a:close/>
                <a:moveTo>
                  <a:pt x="2896780" y="1774071"/>
                </a:moveTo>
                <a:cubicBezTo>
                  <a:pt x="2862543" y="1768879"/>
                  <a:pt x="2790609" y="1789645"/>
                  <a:pt x="2762918" y="1789645"/>
                </a:cubicBezTo>
                <a:cubicBezTo>
                  <a:pt x="2762918" y="1829772"/>
                  <a:pt x="2724392" y="1829772"/>
                  <a:pt x="2724392" y="1866688"/>
                </a:cubicBezTo>
                <a:cubicBezTo>
                  <a:pt x="2799839" y="1829772"/>
                  <a:pt x="2762918" y="1789645"/>
                  <a:pt x="2915416" y="1789645"/>
                </a:cubicBezTo>
                <a:cubicBezTo>
                  <a:pt x="2915416" y="1780416"/>
                  <a:pt x="2908192" y="1775801"/>
                  <a:pt x="2896780" y="1774071"/>
                </a:cubicBezTo>
                <a:close/>
                <a:moveTo>
                  <a:pt x="21780118" y="1752728"/>
                </a:moveTo>
                <a:cubicBezTo>
                  <a:pt x="21741594" y="1789645"/>
                  <a:pt x="21855564" y="1789645"/>
                  <a:pt x="21855564" y="1789645"/>
                </a:cubicBezTo>
                <a:cubicBezTo>
                  <a:pt x="21818644" y="1789645"/>
                  <a:pt x="21818644" y="1752728"/>
                  <a:pt x="21780118" y="1752728"/>
                </a:cubicBezTo>
                <a:close/>
                <a:moveTo>
                  <a:pt x="2990861" y="1752728"/>
                </a:moveTo>
                <a:cubicBezTo>
                  <a:pt x="2952336" y="1789645"/>
                  <a:pt x="3067913" y="1829772"/>
                  <a:pt x="3067913" y="1789645"/>
                </a:cubicBezTo>
                <a:cubicBezTo>
                  <a:pt x="3029387" y="1789645"/>
                  <a:pt x="3067913" y="1752728"/>
                  <a:pt x="2990861" y="1752728"/>
                </a:cubicBezTo>
                <a:close/>
                <a:moveTo>
                  <a:pt x="19808766" y="1498075"/>
                </a:moveTo>
                <a:cubicBezTo>
                  <a:pt x="19787322" y="1498226"/>
                  <a:pt x="19758728" y="1505549"/>
                  <a:pt x="19720604" y="1524809"/>
                </a:cubicBezTo>
                <a:cubicBezTo>
                  <a:pt x="19797656" y="1524809"/>
                  <a:pt x="19720604" y="1524809"/>
                  <a:pt x="19720604" y="1561726"/>
                </a:cubicBezTo>
                <a:cubicBezTo>
                  <a:pt x="19778394" y="1561726"/>
                  <a:pt x="19792840" y="1583394"/>
                  <a:pt x="19828280" y="1594228"/>
                </a:cubicBezTo>
                <a:lnTo>
                  <a:pt x="19853680" y="1597639"/>
                </a:lnTo>
                <a:lnTo>
                  <a:pt x="19836180" y="1600247"/>
                </a:lnTo>
                <a:cubicBezTo>
                  <a:pt x="19873102" y="1600247"/>
                  <a:pt x="19873102" y="1600247"/>
                  <a:pt x="19873102" y="1600247"/>
                </a:cubicBezTo>
                <a:lnTo>
                  <a:pt x="19853680" y="1597639"/>
                </a:lnTo>
                <a:lnTo>
                  <a:pt x="19868486" y="1595432"/>
                </a:lnTo>
                <a:cubicBezTo>
                  <a:pt x="19873102" y="1590617"/>
                  <a:pt x="19873102" y="1580987"/>
                  <a:pt x="19873102" y="1561726"/>
                </a:cubicBezTo>
                <a:cubicBezTo>
                  <a:pt x="19873102" y="1561726"/>
                  <a:pt x="19873102" y="1497624"/>
                  <a:pt x="19808766" y="1498075"/>
                </a:cubicBezTo>
                <a:close/>
                <a:moveTo>
                  <a:pt x="21703068" y="1447767"/>
                </a:moveTo>
                <a:cubicBezTo>
                  <a:pt x="21703068" y="1486288"/>
                  <a:pt x="21780118" y="1524809"/>
                  <a:pt x="21780118" y="1486288"/>
                </a:cubicBezTo>
                <a:cubicBezTo>
                  <a:pt x="21770486" y="1486288"/>
                  <a:pt x="21775202" y="1486288"/>
                  <a:pt x="21787092" y="1485687"/>
                </a:cubicBezTo>
                <a:lnTo>
                  <a:pt x="21816878" y="1483177"/>
                </a:lnTo>
                <a:lnTo>
                  <a:pt x="21818644" y="1486288"/>
                </a:lnTo>
                <a:lnTo>
                  <a:pt x="21818644" y="1483028"/>
                </a:lnTo>
                <a:lnTo>
                  <a:pt x="21837104" y="1481473"/>
                </a:lnTo>
                <a:cubicBezTo>
                  <a:pt x="21875228" y="1476658"/>
                  <a:pt x="21913354" y="1467027"/>
                  <a:pt x="21894090" y="1447767"/>
                </a:cubicBezTo>
                <a:cubicBezTo>
                  <a:pt x="21894090" y="1447767"/>
                  <a:pt x="21855564" y="1447767"/>
                  <a:pt x="21818644" y="1447767"/>
                </a:cubicBezTo>
                <a:cubicBezTo>
                  <a:pt x="21818644" y="1447767"/>
                  <a:pt x="21818644" y="1447767"/>
                  <a:pt x="21818644" y="1464018"/>
                </a:cubicBezTo>
                <a:lnTo>
                  <a:pt x="21818644" y="1483028"/>
                </a:lnTo>
                <a:lnTo>
                  <a:pt x="21816878" y="1483177"/>
                </a:lnTo>
                <a:lnTo>
                  <a:pt x="21806002" y="1464018"/>
                </a:lnTo>
                <a:cubicBezTo>
                  <a:pt x="21782526" y="1447767"/>
                  <a:pt x="21731962" y="1447767"/>
                  <a:pt x="21703068" y="1447767"/>
                </a:cubicBezTo>
                <a:close/>
                <a:moveTo>
                  <a:pt x="21491378" y="1393671"/>
                </a:moveTo>
                <a:cubicBezTo>
                  <a:pt x="21496794" y="1388480"/>
                  <a:pt x="21475124" y="1409245"/>
                  <a:pt x="21475124" y="1409245"/>
                </a:cubicBezTo>
                <a:cubicBezTo>
                  <a:pt x="21484756" y="1400016"/>
                  <a:pt x="21489572" y="1395402"/>
                  <a:pt x="21491378" y="1393671"/>
                </a:cubicBezTo>
                <a:close/>
                <a:moveTo>
                  <a:pt x="21703068" y="1372328"/>
                </a:moveTo>
                <a:lnTo>
                  <a:pt x="21714720" y="1383201"/>
                </a:lnTo>
                <a:lnTo>
                  <a:pt x="21707884" y="1390787"/>
                </a:lnTo>
                <a:cubicBezTo>
                  <a:pt x="21703068" y="1400016"/>
                  <a:pt x="21703068" y="1409245"/>
                  <a:pt x="21703068" y="1409245"/>
                </a:cubicBezTo>
                <a:cubicBezTo>
                  <a:pt x="21703068" y="1447767"/>
                  <a:pt x="21780118" y="1447767"/>
                  <a:pt x="21780118" y="1409245"/>
                </a:cubicBezTo>
                <a:cubicBezTo>
                  <a:pt x="21751226" y="1409245"/>
                  <a:pt x="21744002" y="1409245"/>
                  <a:pt x="21725942" y="1393671"/>
                </a:cubicBezTo>
                <a:lnTo>
                  <a:pt x="21714720" y="1383201"/>
                </a:lnTo>
                <a:lnTo>
                  <a:pt x="21719322" y="1378097"/>
                </a:lnTo>
                <a:cubicBezTo>
                  <a:pt x="21724738" y="1374636"/>
                  <a:pt x="21731962" y="1372328"/>
                  <a:pt x="21741594" y="1372328"/>
                </a:cubicBezTo>
                <a:close/>
                <a:moveTo>
                  <a:pt x="19608238" y="1372328"/>
                </a:moveTo>
                <a:cubicBezTo>
                  <a:pt x="19617468" y="1381558"/>
                  <a:pt x="19619574" y="1388480"/>
                  <a:pt x="19618170" y="1393671"/>
                </a:cubicBezTo>
                <a:lnTo>
                  <a:pt x="19611948" y="1399795"/>
                </a:lnTo>
                <a:lnTo>
                  <a:pt x="19609972" y="1400226"/>
                </a:lnTo>
                <a:lnTo>
                  <a:pt x="19609612" y="1402092"/>
                </a:lnTo>
                <a:lnTo>
                  <a:pt x="19607034" y="1404631"/>
                </a:lnTo>
                <a:cubicBezTo>
                  <a:pt x="19597402" y="1409245"/>
                  <a:pt x="19588172" y="1409245"/>
                  <a:pt x="19608238" y="1409245"/>
                </a:cubicBezTo>
                <a:lnTo>
                  <a:pt x="19609612" y="1402092"/>
                </a:lnTo>
                <a:lnTo>
                  <a:pt x="19611948" y="1399795"/>
                </a:lnTo>
                <a:lnTo>
                  <a:pt x="19615186" y="1399088"/>
                </a:lnTo>
                <a:cubicBezTo>
                  <a:pt x="19629106" y="1402925"/>
                  <a:pt x="19664020" y="1438136"/>
                  <a:pt x="19720604" y="1409245"/>
                </a:cubicBezTo>
                <a:cubicBezTo>
                  <a:pt x="19683684" y="1372328"/>
                  <a:pt x="19645158" y="1372328"/>
                  <a:pt x="19608238" y="1372328"/>
                </a:cubicBezTo>
                <a:close/>
                <a:moveTo>
                  <a:pt x="21841870" y="1323575"/>
                </a:moveTo>
                <a:cubicBezTo>
                  <a:pt x="21828176" y="1321769"/>
                  <a:pt x="21818644" y="1324177"/>
                  <a:pt x="21818644" y="1333808"/>
                </a:cubicBezTo>
                <a:cubicBezTo>
                  <a:pt x="21855564" y="1372328"/>
                  <a:pt x="21855564" y="1372328"/>
                  <a:pt x="21932616" y="1372328"/>
                </a:cubicBezTo>
                <a:cubicBezTo>
                  <a:pt x="21961510" y="1372328"/>
                  <a:pt x="21882954" y="1328992"/>
                  <a:pt x="21841870" y="1323575"/>
                </a:cubicBezTo>
                <a:close/>
                <a:moveTo>
                  <a:pt x="21550570" y="1256764"/>
                </a:moveTo>
                <a:cubicBezTo>
                  <a:pt x="21560202" y="1256764"/>
                  <a:pt x="21574548" y="1256764"/>
                  <a:pt x="21590074" y="1257366"/>
                </a:cubicBezTo>
                <a:lnTo>
                  <a:pt x="21603366" y="1258569"/>
                </a:lnTo>
                <a:lnTo>
                  <a:pt x="21554724" y="1259967"/>
                </a:lnTo>
                <a:close/>
                <a:moveTo>
                  <a:pt x="19831966" y="1189753"/>
                </a:moveTo>
                <a:cubicBezTo>
                  <a:pt x="19798858" y="1189753"/>
                  <a:pt x="19760734" y="1199784"/>
                  <a:pt x="19760734" y="1219848"/>
                </a:cubicBezTo>
                <a:cubicBezTo>
                  <a:pt x="19836180" y="1256764"/>
                  <a:pt x="19797656" y="1219848"/>
                  <a:pt x="19873102" y="1219848"/>
                </a:cubicBezTo>
                <a:cubicBezTo>
                  <a:pt x="19893168" y="1199784"/>
                  <a:pt x="19865076" y="1189753"/>
                  <a:pt x="19831966" y="1189753"/>
                </a:cubicBezTo>
                <a:close/>
                <a:moveTo>
                  <a:pt x="20218226" y="914885"/>
                </a:moveTo>
                <a:cubicBezTo>
                  <a:pt x="20255146" y="951802"/>
                  <a:pt x="20178096" y="1028845"/>
                  <a:pt x="20218226" y="1028845"/>
                </a:cubicBezTo>
                <a:cubicBezTo>
                  <a:pt x="20218226" y="990324"/>
                  <a:pt x="20330592" y="990324"/>
                  <a:pt x="20330592" y="990324"/>
                </a:cubicBezTo>
                <a:cubicBezTo>
                  <a:pt x="20293672" y="951802"/>
                  <a:pt x="20255146" y="914885"/>
                  <a:pt x="20218226" y="914885"/>
                </a:cubicBezTo>
                <a:close/>
                <a:moveTo>
                  <a:pt x="5970575" y="763334"/>
                </a:moveTo>
                <a:lnTo>
                  <a:pt x="5963954" y="766417"/>
                </a:lnTo>
                <a:cubicBezTo>
                  <a:pt x="5944892" y="780461"/>
                  <a:pt x="5926031" y="799321"/>
                  <a:pt x="5888308" y="799321"/>
                </a:cubicBezTo>
                <a:cubicBezTo>
                  <a:pt x="5907370" y="785076"/>
                  <a:pt x="5929994" y="774392"/>
                  <a:pt x="5955439" y="766379"/>
                </a:cubicBezTo>
                <a:close/>
                <a:moveTo>
                  <a:pt x="5995081" y="751921"/>
                </a:moveTo>
                <a:cubicBezTo>
                  <a:pt x="6001088" y="751094"/>
                  <a:pt x="6007703" y="751307"/>
                  <a:pt x="6015225" y="752931"/>
                </a:cubicBezTo>
                <a:lnTo>
                  <a:pt x="6017705" y="753849"/>
                </a:lnTo>
                <a:lnTo>
                  <a:pt x="5970575" y="763334"/>
                </a:lnTo>
                <a:close/>
                <a:moveTo>
                  <a:pt x="10384567" y="646840"/>
                </a:moveTo>
                <a:lnTo>
                  <a:pt x="10369487" y="648650"/>
                </a:lnTo>
                <a:lnTo>
                  <a:pt x="10368991" y="647442"/>
                </a:lnTo>
                <a:cubicBezTo>
                  <a:pt x="10370722" y="646840"/>
                  <a:pt x="10375337" y="646840"/>
                  <a:pt x="10384567" y="646840"/>
                </a:cubicBezTo>
                <a:close/>
                <a:moveTo>
                  <a:pt x="13166210" y="601561"/>
                </a:moveTo>
                <a:lnTo>
                  <a:pt x="13171252" y="605108"/>
                </a:lnTo>
                <a:lnTo>
                  <a:pt x="13166408" y="608875"/>
                </a:lnTo>
                <a:close/>
                <a:moveTo>
                  <a:pt x="20025598" y="571402"/>
                </a:moveTo>
                <a:cubicBezTo>
                  <a:pt x="19988678" y="571402"/>
                  <a:pt x="19950152" y="571402"/>
                  <a:pt x="19950152" y="609923"/>
                </a:cubicBezTo>
                <a:cubicBezTo>
                  <a:pt x="20025598" y="571402"/>
                  <a:pt x="19988678" y="646840"/>
                  <a:pt x="20025598" y="609923"/>
                </a:cubicBezTo>
                <a:close/>
                <a:moveTo>
                  <a:pt x="13127910" y="571402"/>
                </a:moveTo>
                <a:cubicBezTo>
                  <a:pt x="13156805" y="571402"/>
                  <a:pt x="13164028" y="571402"/>
                  <a:pt x="13165834" y="587653"/>
                </a:cubicBezTo>
                <a:lnTo>
                  <a:pt x="13166210" y="601561"/>
                </a:lnTo>
                <a:lnTo>
                  <a:pt x="13154998" y="593672"/>
                </a:lnTo>
                <a:cubicBezTo>
                  <a:pt x="13147173" y="588255"/>
                  <a:pt x="13137542" y="581032"/>
                  <a:pt x="13127910" y="571402"/>
                </a:cubicBezTo>
                <a:close/>
                <a:moveTo>
                  <a:pt x="20434214" y="433534"/>
                </a:moveTo>
                <a:lnTo>
                  <a:pt x="20439574" y="435774"/>
                </a:lnTo>
                <a:cubicBezTo>
                  <a:pt x="20443762" y="440589"/>
                  <a:pt x="20446170" y="447812"/>
                  <a:pt x="20446170" y="457443"/>
                </a:cubicBezTo>
                <a:close/>
                <a:moveTo>
                  <a:pt x="20178096" y="380399"/>
                </a:moveTo>
                <a:cubicBezTo>
                  <a:pt x="20218226" y="380399"/>
                  <a:pt x="20178096" y="418921"/>
                  <a:pt x="20178096" y="418921"/>
                </a:cubicBezTo>
                <a:cubicBezTo>
                  <a:pt x="20102650" y="380399"/>
                  <a:pt x="20065730" y="418921"/>
                  <a:pt x="20025598" y="418921"/>
                </a:cubicBezTo>
                <a:cubicBezTo>
                  <a:pt x="20065730" y="457443"/>
                  <a:pt x="20102650" y="532881"/>
                  <a:pt x="20178096" y="571402"/>
                </a:cubicBezTo>
                <a:cubicBezTo>
                  <a:pt x="20255146" y="494359"/>
                  <a:pt x="20218226" y="457443"/>
                  <a:pt x="20255146" y="380399"/>
                </a:cubicBezTo>
                <a:cubicBezTo>
                  <a:pt x="20255146" y="380399"/>
                  <a:pt x="20226654" y="380399"/>
                  <a:pt x="20202776" y="380399"/>
                </a:cubicBezTo>
                <a:close/>
                <a:moveTo>
                  <a:pt x="18121792" y="380399"/>
                </a:moveTo>
                <a:cubicBezTo>
                  <a:pt x="18006214" y="418921"/>
                  <a:pt x="17853718" y="341878"/>
                  <a:pt x="17778272" y="418921"/>
                </a:cubicBezTo>
                <a:cubicBezTo>
                  <a:pt x="17892244" y="457443"/>
                  <a:pt x="18083266" y="457443"/>
                  <a:pt x="18121792" y="380399"/>
                </a:cubicBezTo>
                <a:close/>
                <a:moveTo>
                  <a:pt x="19950152" y="341878"/>
                </a:moveTo>
                <a:cubicBezTo>
                  <a:pt x="19797656" y="341878"/>
                  <a:pt x="19950152" y="418921"/>
                  <a:pt x="19873102" y="457443"/>
                </a:cubicBezTo>
                <a:cubicBezTo>
                  <a:pt x="19950152" y="457443"/>
                  <a:pt x="19950152" y="418921"/>
                  <a:pt x="19950152" y="341878"/>
                </a:cubicBezTo>
                <a:close/>
                <a:moveTo>
                  <a:pt x="19720604" y="341878"/>
                </a:moveTo>
                <a:cubicBezTo>
                  <a:pt x="19608238" y="457443"/>
                  <a:pt x="19378690" y="380399"/>
                  <a:pt x="19226192" y="457443"/>
                </a:cubicBezTo>
                <a:cubicBezTo>
                  <a:pt x="19303244" y="494359"/>
                  <a:pt x="19378690" y="418921"/>
                  <a:pt x="19417214" y="494359"/>
                </a:cubicBezTo>
                <a:cubicBezTo>
                  <a:pt x="19378690" y="532881"/>
                  <a:pt x="19303244" y="494359"/>
                  <a:pt x="19303244" y="532881"/>
                </a:cubicBezTo>
                <a:cubicBezTo>
                  <a:pt x="19417214" y="532881"/>
                  <a:pt x="19417214" y="571402"/>
                  <a:pt x="19455740" y="571402"/>
                </a:cubicBezTo>
                <a:cubicBezTo>
                  <a:pt x="19531186" y="532881"/>
                  <a:pt x="19608238" y="494359"/>
                  <a:pt x="19720604" y="532881"/>
                </a:cubicBezTo>
                <a:cubicBezTo>
                  <a:pt x="19760734" y="457443"/>
                  <a:pt x="19760734" y="418921"/>
                  <a:pt x="19797656" y="380399"/>
                </a:cubicBezTo>
                <a:cubicBezTo>
                  <a:pt x="19760734" y="380399"/>
                  <a:pt x="19797656" y="341878"/>
                  <a:pt x="19720604" y="341878"/>
                </a:cubicBezTo>
                <a:close/>
                <a:moveTo>
                  <a:pt x="19760734" y="266440"/>
                </a:moveTo>
                <a:cubicBezTo>
                  <a:pt x="19720604" y="266440"/>
                  <a:pt x="19608238" y="266440"/>
                  <a:pt x="19608238" y="304961"/>
                </a:cubicBezTo>
                <a:cubicBezTo>
                  <a:pt x="19683684" y="304961"/>
                  <a:pt x="19797656" y="266440"/>
                  <a:pt x="19760734" y="266440"/>
                </a:cubicBezTo>
                <a:close/>
                <a:moveTo>
                  <a:pt x="19492660" y="266440"/>
                </a:moveTo>
                <a:cubicBezTo>
                  <a:pt x="19455740" y="266440"/>
                  <a:pt x="19417214" y="266440"/>
                  <a:pt x="19417214" y="304961"/>
                </a:cubicBezTo>
                <a:cubicBezTo>
                  <a:pt x="19455740" y="304961"/>
                  <a:pt x="19492660" y="304961"/>
                  <a:pt x="19492660" y="266440"/>
                </a:cubicBezTo>
                <a:close/>
                <a:moveTo>
                  <a:pt x="18426786" y="266440"/>
                </a:moveTo>
                <a:cubicBezTo>
                  <a:pt x="18388260" y="304961"/>
                  <a:pt x="18502232" y="304961"/>
                  <a:pt x="18502232" y="266440"/>
                </a:cubicBezTo>
                <a:cubicBezTo>
                  <a:pt x="18502232" y="266440"/>
                  <a:pt x="18502232" y="266440"/>
                  <a:pt x="18426786" y="266440"/>
                </a:cubicBezTo>
                <a:close/>
                <a:moveTo>
                  <a:pt x="18283118" y="218890"/>
                </a:moveTo>
                <a:cubicBezTo>
                  <a:pt x="18254626" y="219091"/>
                  <a:pt x="18235764" y="228721"/>
                  <a:pt x="18235764" y="266440"/>
                </a:cubicBezTo>
                <a:cubicBezTo>
                  <a:pt x="18274288" y="266440"/>
                  <a:pt x="18388260" y="304961"/>
                  <a:pt x="18388260" y="227918"/>
                </a:cubicBezTo>
                <a:cubicBezTo>
                  <a:pt x="18349736" y="227918"/>
                  <a:pt x="18311612" y="218689"/>
                  <a:pt x="18283118" y="218890"/>
                </a:cubicBezTo>
                <a:close/>
                <a:moveTo>
                  <a:pt x="20255146" y="191002"/>
                </a:moveTo>
                <a:cubicBezTo>
                  <a:pt x="20255146" y="227918"/>
                  <a:pt x="20293672" y="227918"/>
                  <a:pt x="20255146" y="266440"/>
                </a:cubicBezTo>
                <a:cubicBezTo>
                  <a:pt x="20218226" y="266440"/>
                  <a:pt x="20178096" y="266440"/>
                  <a:pt x="20141176" y="266440"/>
                </a:cubicBezTo>
                <a:cubicBezTo>
                  <a:pt x="20141176" y="304961"/>
                  <a:pt x="20102650" y="341878"/>
                  <a:pt x="20141176" y="341878"/>
                </a:cubicBezTo>
                <a:cubicBezTo>
                  <a:pt x="20141176" y="304961"/>
                  <a:pt x="20218226" y="304961"/>
                  <a:pt x="20255146" y="266440"/>
                </a:cubicBezTo>
                <a:cubicBezTo>
                  <a:pt x="20293672" y="227918"/>
                  <a:pt x="20330592" y="266440"/>
                  <a:pt x="20330592" y="227918"/>
                </a:cubicBezTo>
                <a:cubicBezTo>
                  <a:pt x="20255146" y="227918"/>
                  <a:pt x="20293672" y="227918"/>
                  <a:pt x="20293672" y="191002"/>
                </a:cubicBezTo>
                <a:cubicBezTo>
                  <a:pt x="20293672" y="191002"/>
                  <a:pt x="20293672" y="191002"/>
                  <a:pt x="20255146" y="191002"/>
                </a:cubicBezTo>
                <a:close/>
                <a:moveTo>
                  <a:pt x="16558294" y="191002"/>
                </a:moveTo>
                <a:cubicBezTo>
                  <a:pt x="16481242" y="191002"/>
                  <a:pt x="16328746" y="227918"/>
                  <a:pt x="16214774" y="227918"/>
                </a:cubicBezTo>
                <a:cubicBezTo>
                  <a:pt x="16291826" y="304961"/>
                  <a:pt x="16519768" y="266440"/>
                  <a:pt x="16558294" y="191002"/>
                </a:cubicBezTo>
                <a:close/>
                <a:moveTo>
                  <a:pt x="15986832" y="191002"/>
                </a:moveTo>
                <a:cubicBezTo>
                  <a:pt x="15948306" y="191002"/>
                  <a:pt x="15720362" y="227918"/>
                  <a:pt x="15834334" y="266440"/>
                </a:cubicBezTo>
                <a:cubicBezTo>
                  <a:pt x="15872860" y="227918"/>
                  <a:pt x="15948306" y="266440"/>
                  <a:pt x="16023752" y="266440"/>
                </a:cubicBezTo>
                <a:cubicBezTo>
                  <a:pt x="16014522" y="256810"/>
                  <a:pt x="16009907" y="249587"/>
                  <a:pt x="16008176" y="244170"/>
                </a:cubicBezTo>
                <a:lnTo>
                  <a:pt x="16009193" y="237454"/>
                </a:lnTo>
                <a:lnTo>
                  <a:pt x="16009985" y="237392"/>
                </a:lnTo>
                <a:cubicBezTo>
                  <a:pt x="16014497" y="235768"/>
                  <a:pt x="16019137" y="232734"/>
                  <a:pt x="16023752" y="227918"/>
                </a:cubicBezTo>
                <a:cubicBezTo>
                  <a:pt x="16023752" y="227918"/>
                  <a:pt x="16014522" y="227918"/>
                  <a:pt x="16009907" y="232734"/>
                </a:cubicBezTo>
                <a:lnTo>
                  <a:pt x="16009193" y="237454"/>
                </a:lnTo>
                <a:lnTo>
                  <a:pt x="15996990" y="238402"/>
                </a:lnTo>
                <a:cubicBezTo>
                  <a:pt x="15972385" y="233436"/>
                  <a:pt x="15957938" y="191002"/>
                  <a:pt x="15986832" y="191002"/>
                </a:cubicBezTo>
                <a:close/>
                <a:moveTo>
                  <a:pt x="19126066" y="162111"/>
                </a:moveTo>
                <a:cubicBezTo>
                  <a:pt x="19102188" y="162111"/>
                  <a:pt x="19073694" y="171741"/>
                  <a:pt x="19073694" y="191002"/>
                </a:cubicBezTo>
                <a:cubicBezTo>
                  <a:pt x="19112220" y="191002"/>
                  <a:pt x="19112220" y="227918"/>
                  <a:pt x="19150746" y="191002"/>
                </a:cubicBezTo>
                <a:cubicBezTo>
                  <a:pt x="19169206" y="171741"/>
                  <a:pt x="19149944" y="162111"/>
                  <a:pt x="19126066" y="162111"/>
                </a:cubicBezTo>
                <a:close/>
                <a:moveTo>
                  <a:pt x="19378690" y="152480"/>
                </a:moveTo>
                <a:cubicBezTo>
                  <a:pt x="19226192" y="152480"/>
                  <a:pt x="19455740" y="227918"/>
                  <a:pt x="19417214" y="191002"/>
                </a:cubicBezTo>
                <a:cubicBezTo>
                  <a:pt x="19417214" y="191002"/>
                  <a:pt x="19417214" y="191002"/>
                  <a:pt x="19378690" y="191002"/>
                </a:cubicBezTo>
                <a:cubicBezTo>
                  <a:pt x="19417214" y="191002"/>
                  <a:pt x="19378690" y="191002"/>
                  <a:pt x="19378690" y="152480"/>
                </a:cubicBezTo>
                <a:close/>
                <a:moveTo>
                  <a:pt x="16824762" y="152480"/>
                </a:moveTo>
                <a:cubicBezTo>
                  <a:pt x="16786238" y="152480"/>
                  <a:pt x="16749316" y="152480"/>
                  <a:pt x="16749316" y="191002"/>
                </a:cubicBezTo>
                <a:cubicBezTo>
                  <a:pt x="16749316" y="191002"/>
                  <a:pt x="16824762" y="191002"/>
                  <a:pt x="16824762" y="152480"/>
                </a:cubicBezTo>
                <a:close/>
                <a:moveTo>
                  <a:pt x="20044430" y="88187"/>
                </a:moveTo>
                <a:lnTo>
                  <a:pt x="20063370" y="111103"/>
                </a:lnTo>
                <a:lnTo>
                  <a:pt x="20055790" y="110551"/>
                </a:lnTo>
                <a:lnTo>
                  <a:pt x="20048172" y="107940"/>
                </a:lnTo>
                <a:cubicBezTo>
                  <a:pt x="20045664" y="104329"/>
                  <a:pt x="20045664" y="99513"/>
                  <a:pt x="20045664" y="94698"/>
                </a:cubicBezTo>
                <a:close/>
                <a:moveTo>
                  <a:pt x="20037174" y="79406"/>
                </a:moveTo>
                <a:lnTo>
                  <a:pt x="20043156" y="81456"/>
                </a:lnTo>
                <a:lnTo>
                  <a:pt x="20044430" y="88187"/>
                </a:lnTo>
                <a:close/>
                <a:moveTo>
                  <a:pt x="20293672" y="75437"/>
                </a:moveTo>
                <a:cubicBezTo>
                  <a:pt x="20293672" y="104329"/>
                  <a:pt x="20251234" y="111551"/>
                  <a:pt x="20230014" y="97106"/>
                </a:cubicBezTo>
                <a:lnTo>
                  <a:pt x="20219992" y="78682"/>
                </a:lnTo>
                <a:close/>
                <a:moveTo>
                  <a:pt x="20218226" y="75437"/>
                </a:moveTo>
                <a:lnTo>
                  <a:pt x="20219992" y="78682"/>
                </a:lnTo>
                <a:lnTo>
                  <a:pt x="20217350" y="78798"/>
                </a:lnTo>
                <a:close/>
                <a:moveTo>
                  <a:pt x="19988678" y="75437"/>
                </a:moveTo>
                <a:cubicBezTo>
                  <a:pt x="19988678" y="113959"/>
                  <a:pt x="19873102" y="152480"/>
                  <a:pt x="19836180" y="113959"/>
                </a:cubicBezTo>
                <a:cubicBezTo>
                  <a:pt x="19913232" y="152480"/>
                  <a:pt x="19797656" y="152480"/>
                  <a:pt x="19797656" y="152480"/>
                </a:cubicBezTo>
                <a:cubicBezTo>
                  <a:pt x="19873102" y="152480"/>
                  <a:pt x="20025598" y="152480"/>
                  <a:pt x="19988678" y="75437"/>
                </a:cubicBezTo>
                <a:close/>
                <a:moveTo>
                  <a:pt x="18730176" y="38521"/>
                </a:moveTo>
                <a:lnTo>
                  <a:pt x="18807226" y="38521"/>
                </a:lnTo>
                <a:cubicBezTo>
                  <a:pt x="18807226" y="75437"/>
                  <a:pt x="18807226" y="75437"/>
                  <a:pt x="18730176" y="38521"/>
                </a:cubicBezTo>
                <a:close/>
                <a:moveTo>
                  <a:pt x="17892244" y="38521"/>
                </a:moveTo>
                <a:cubicBezTo>
                  <a:pt x="17892244" y="38521"/>
                  <a:pt x="17901874" y="38521"/>
                  <a:pt x="17911506" y="43136"/>
                </a:cubicBezTo>
                <a:lnTo>
                  <a:pt x="17924568" y="53945"/>
                </a:lnTo>
                <a:lnTo>
                  <a:pt x="17921714" y="54095"/>
                </a:lnTo>
                <a:cubicBezTo>
                  <a:pt x="17911506" y="52365"/>
                  <a:pt x="17901874" y="47750"/>
                  <a:pt x="17892244" y="38521"/>
                </a:cubicBezTo>
                <a:close/>
                <a:moveTo>
                  <a:pt x="19836180" y="0"/>
                </a:moveTo>
                <a:cubicBezTo>
                  <a:pt x="19797656" y="38521"/>
                  <a:pt x="19913232" y="38521"/>
                  <a:pt x="19913232" y="75437"/>
                </a:cubicBezTo>
                <a:cubicBezTo>
                  <a:pt x="19940922" y="47750"/>
                  <a:pt x="19990282" y="40828"/>
                  <a:pt x="20030164" y="70923"/>
                </a:cubicBezTo>
                <a:lnTo>
                  <a:pt x="20037174" y="79406"/>
                </a:lnTo>
                <a:lnTo>
                  <a:pt x="20025598" y="75437"/>
                </a:lnTo>
                <a:cubicBezTo>
                  <a:pt x="20007138" y="94698"/>
                  <a:pt x="20017172" y="104329"/>
                  <a:pt x="20036434" y="109144"/>
                </a:cubicBezTo>
                <a:lnTo>
                  <a:pt x="20055790" y="110551"/>
                </a:lnTo>
                <a:lnTo>
                  <a:pt x="20065730" y="113959"/>
                </a:lnTo>
                <a:cubicBezTo>
                  <a:pt x="20102650" y="191002"/>
                  <a:pt x="20025598" y="152480"/>
                  <a:pt x="20025598" y="191002"/>
                </a:cubicBezTo>
                <a:cubicBezTo>
                  <a:pt x="20065730" y="191002"/>
                  <a:pt x="20102650" y="152480"/>
                  <a:pt x="20141176" y="152480"/>
                </a:cubicBezTo>
                <a:cubicBezTo>
                  <a:pt x="20102650" y="152480"/>
                  <a:pt x="20102650" y="113959"/>
                  <a:pt x="20065730" y="113959"/>
                </a:cubicBezTo>
                <a:lnTo>
                  <a:pt x="20063370" y="111103"/>
                </a:lnTo>
                <a:lnTo>
                  <a:pt x="20102650" y="113959"/>
                </a:lnTo>
                <a:cubicBezTo>
                  <a:pt x="20121912" y="94698"/>
                  <a:pt x="20150806" y="85068"/>
                  <a:pt x="20184316" y="80253"/>
                </a:cubicBezTo>
                <a:lnTo>
                  <a:pt x="20217350" y="78798"/>
                </a:lnTo>
                <a:lnTo>
                  <a:pt x="20203178" y="133220"/>
                </a:lnTo>
                <a:cubicBezTo>
                  <a:pt x="20198162" y="152480"/>
                  <a:pt x="20198162" y="171741"/>
                  <a:pt x="20218226" y="191002"/>
                </a:cubicBezTo>
                <a:cubicBezTo>
                  <a:pt x="20255146" y="113959"/>
                  <a:pt x="20293672" y="191002"/>
                  <a:pt x="20330592" y="152480"/>
                </a:cubicBezTo>
                <a:cubicBezTo>
                  <a:pt x="20330592" y="191002"/>
                  <a:pt x="20370724" y="191002"/>
                  <a:pt x="20370724" y="191002"/>
                </a:cubicBezTo>
                <a:cubicBezTo>
                  <a:pt x="20330592" y="227918"/>
                  <a:pt x="20330592" y="266440"/>
                  <a:pt x="20255146" y="304961"/>
                </a:cubicBezTo>
                <a:cubicBezTo>
                  <a:pt x="20293672" y="304961"/>
                  <a:pt x="20293672" y="304961"/>
                  <a:pt x="20293672" y="341878"/>
                </a:cubicBezTo>
                <a:cubicBezTo>
                  <a:pt x="20330592" y="341878"/>
                  <a:pt x="20330592" y="341878"/>
                  <a:pt x="20370724" y="341878"/>
                </a:cubicBezTo>
                <a:cubicBezTo>
                  <a:pt x="20370724" y="341878"/>
                  <a:pt x="20407644" y="341878"/>
                  <a:pt x="20446170" y="341878"/>
                </a:cubicBezTo>
                <a:cubicBezTo>
                  <a:pt x="20426906" y="361139"/>
                  <a:pt x="20417276" y="380399"/>
                  <a:pt x="20417276" y="399660"/>
                </a:cubicBezTo>
                <a:lnTo>
                  <a:pt x="20434214" y="433534"/>
                </a:lnTo>
                <a:lnTo>
                  <a:pt x="20422292" y="428551"/>
                </a:lnTo>
                <a:cubicBezTo>
                  <a:pt x="20408046" y="428551"/>
                  <a:pt x="20389184" y="438182"/>
                  <a:pt x="20370724" y="457443"/>
                </a:cubicBezTo>
                <a:cubicBezTo>
                  <a:pt x="20446170" y="494359"/>
                  <a:pt x="20407644" y="532881"/>
                  <a:pt x="20330592" y="532881"/>
                </a:cubicBezTo>
                <a:cubicBezTo>
                  <a:pt x="20370724" y="571402"/>
                  <a:pt x="20370724" y="532881"/>
                  <a:pt x="20446170" y="532881"/>
                </a:cubicBezTo>
                <a:cubicBezTo>
                  <a:pt x="20446170" y="532881"/>
                  <a:pt x="20446170" y="532881"/>
                  <a:pt x="20446170" y="609923"/>
                </a:cubicBezTo>
                <a:cubicBezTo>
                  <a:pt x="20370724" y="609923"/>
                  <a:pt x="20370724" y="646840"/>
                  <a:pt x="20293672" y="646840"/>
                </a:cubicBezTo>
                <a:cubicBezTo>
                  <a:pt x="20255146" y="646840"/>
                  <a:pt x="20218226" y="685361"/>
                  <a:pt x="20218226" y="685361"/>
                </a:cubicBezTo>
                <a:cubicBezTo>
                  <a:pt x="20178096" y="685361"/>
                  <a:pt x="20178096" y="685361"/>
                  <a:pt x="20102650" y="723883"/>
                </a:cubicBezTo>
                <a:cubicBezTo>
                  <a:pt x="20102650" y="685361"/>
                  <a:pt x="19988678" y="685361"/>
                  <a:pt x="19950152" y="685361"/>
                </a:cubicBezTo>
                <a:cubicBezTo>
                  <a:pt x="19988678" y="723883"/>
                  <a:pt x="19988678" y="723883"/>
                  <a:pt x="20025598" y="723883"/>
                </a:cubicBezTo>
                <a:cubicBezTo>
                  <a:pt x="19988678" y="762404"/>
                  <a:pt x="20065730" y="799321"/>
                  <a:pt x="20141176" y="799321"/>
                </a:cubicBezTo>
                <a:cubicBezTo>
                  <a:pt x="20178096" y="799321"/>
                  <a:pt x="20178096" y="762404"/>
                  <a:pt x="20178096" y="762404"/>
                </a:cubicBezTo>
                <a:cubicBezTo>
                  <a:pt x="20255146" y="837842"/>
                  <a:pt x="20407644" y="799321"/>
                  <a:pt x="20446170" y="837842"/>
                </a:cubicBezTo>
                <a:cubicBezTo>
                  <a:pt x="20483090" y="799321"/>
                  <a:pt x="20560142" y="723883"/>
                  <a:pt x="20483090" y="723883"/>
                </a:cubicBezTo>
                <a:cubicBezTo>
                  <a:pt x="20483090" y="685361"/>
                  <a:pt x="20598666" y="723883"/>
                  <a:pt x="20635588" y="723883"/>
                </a:cubicBezTo>
                <a:cubicBezTo>
                  <a:pt x="20635588" y="762404"/>
                  <a:pt x="20560142" y="762404"/>
                  <a:pt x="20560142" y="762404"/>
                </a:cubicBezTo>
                <a:cubicBezTo>
                  <a:pt x="20560142" y="799321"/>
                  <a:pt x="20635588" y="799321"/>
                  <a:pt x="20560142" y="837842"/>
                </a:cubicBezTo>
                <a:cubicBezTo>
                  <a:pt x="20598666" y="837842"/>
                  <a:pt x="20635588" y="837842"/>
                  <a:pt x="20675718" y="837842"/>
                </a:cubicBezTo>
                <a:cubicBezTo>
                  <a:pt x="20675718" y="876364"/>
                  <a:pt x="20635588" y="876364"/>
                  <a:pt x="20675718" y="876364"/>
                </a:cubicBezTo>
                <a:cubicBezTo>
                  <a:pt x="20635588" y="876364"/>
                  <a:pt x="20560142" y="914885"/>
                  <a:pt x="20598666" y="951802"/>
                </a:cubicBezTo>
                <a:cubicBezTo>
                  <a:pt x="20560942" y="951802"/>
                  <a:pt x="20522818" y="951802"/>
                  <a:pt x="20479678" y="951802"/>
                </a:cubicBezTo>
                <a:lnTo>
                  <a:pt x="20446170" y="951802"/>
                </a:lnTo>
                <a:lnTo>
                  <a:pt x="20330592" y="951802"/>
                </a:lnTo>
                <a:cubicBezTo>
                  <a:pt x="20330592" y="990324"/>
                  <a:pt x="20407644" y="990324"/>
                  <a:pt x="20446170" y="951802"/>
                </a:cubicBezTo>
                <a:cubicBezTo>
                  <a:pt x="20446170" y="1028845"/>
                  <a:pt x="20523220" y="990324"/>
                  <a:pt x="20483090" y="1028845"/>
                </a:cubicBezTo>
                <a:cubicBezTo>
                  <a:pt x="20483090" y="1067366"/>
                  <a:pt x="20330592" y="1067366"/>
                  <a:pt x="20370724" y="1104283"/>
                </a:cubicBezTo>
                <a:cubicBezTo>
                  <a:pt x="20330592" y="1067366"/>
                  <a:pt x="20293672" y="1067366"/>
                  <a:pt x="20178096" y="1067366"/>
                </a:cubicBezTo>
                <a:cubicBezTo>
                  <a:pt x="20141176" y="1179721"/>
                  <a:pt x="19988678" y="1142804"/>
                  <a:pt x="19913232" y="1179721"/>
                </a:cubicBezTo>
                <a:cubicBezTo>
                  <a:pt x="19988678" y="1219848"/>
                  <a:pt x="19988678" y="1142804"/>
                  <a:pt x="20102650" y="1179721"/>
                </a:cubicBezTo>
                <a:cubicBezTo>
                  <a:pt x="20102650" y="1219848"/>
                  <a:pt x="20025598" y="1179721"/>
                  <a:pt x="20025598" y="1219848"/>
                </a:cubicBezTo>
                <a:cubicBezTo>
                  <a:pt x="20025598" y="1179721"/>
                  <a:pt x="19988678" y="1219848"/>
                  <a:pt x="20025598" y="1256764"/>
                </a:cubicBezTo>
                <a:cubicBezTo>
                  <a:pt x="19988678" y="1256764"/>
                  <a:pt x="19950152" y="1256764"/>
                  <a:pt x="19988678" y="1219848"/>
                </a:cubicBezTo>
                <a:cubicBezTo>
                  <a:pt x="19913232" y="1219848"/>
                  <a:pt x="19873102" y="1219848"/>
                  <a:pt x="19836180" y="1295285"/>
                </a:cubicBezTo>
                <a:cubicBezTo>
                  <a:pt x="19760734" y="1256764"/>
                  <a:pt x="19720604" y="1333808"/>
                  <a:pt x="19645158" y="1333808"/>
                </a:cubicBezTo>
                <a:cubicBezTo>
                  <a:pt x="19683684" y="1372328"/>
                  <a:pt x="19873102" y="1447767"/>
                  <a:pt x="19913232" y="1409245"/>
                </a:cubicBezTo>
                <a:cubicBezTo>
                  <a:pt x="19950152" y="1409245"/>
                  <a:pt x="19873102" y="1447767"/>
                  <a:pt x="19873102" y="1486288"/>
                </a:cubicBezTo>
                <a:cubicBezTo>
                  <a:pt x="19913232" y="1524809"/>
                  <a:pt x="19913232" y="1561726"/>
                  <a:pt x="19988678" y="1561726"/>
                </a:cubicBezTo>
                <a:cubicBezTo>
                  <a:pt x="20025598" y="1524809"/>
                  <a:pt x="20065730" y="1561726"/>
                  <a:pt x="20102650" y="1561726"/>
                </a:cubicBezTo>
                <a:cubicBezTo>
                  <a:pt x="20141176" y="1561726"/>
                  <a:pt x="20065730" y="1524809"/>
                  <a:pt x="20065730" y="1524809"/>
                </a:cubicBezTo>
                <a:cubicBezTo>
                  <a:pt x="20102650" y="1486288"/>
                  <a:pt x="20218226" y="1524809"/>
                  <a:pt x="20218226" y="1561726"/>
                </a:cubicBezTo>
                <a:cubicBezTo>
                  <a:pt x="20330592" y="1486288"/>
                  <a:pt x="20598666" y="1486288"/>
                  <a:pt x="20635588" y="1447767"/>
                </a:cubicBezTo>
                <a:cubicBezTo>
                  <a:pt x="20675718" y="1409245"/>
                  <a:pt x="20712638" y="1447767"/>
                  <a:pt x="20751164" y="1486288"/>
                </a:cubicBezTo>
                <a:cubicBezTo>
                  <a:pt x="20751164" y="1486288"/>
                  <a:pt x="20751164" y="1447767"/>
                  <a:pt x="20788084" y="1447767"/>
                </a:cubicBezTo>
                <a:cubicBezTo>
                  <a:pt x="20828216" y="1409245"/>
                  <a:pt x="20712638" y="1447767"/>
                  <a:pt x="20751164" y="1409245"/>
                </a:cubicBezTo>
                <a:cubicBezTo>
                  <a:pt x="20788084" y="1409245"/>
                  <a:pt x="20788084" y="1409245"/>
                  <a:pt x="20828216" y="1409245"/>
                </a:cubicBezTo>
                <a:cubicBezTo>
                  <a:pt x="20828216" y="1524809"/>
                  <a:pt x="21133210" y="1409245"/>
                  <a:pt x="21245576" y="1409245"/>
                </a:cubicBezTo>
                <a:cubicBezTo>
                  <a:pt x="21285706" y="1409245"/>
                  <a:pt x="21398074" y="1447767"/>
                  <a:pt x="21475124" y="1409245"/>
                </a:cubicBezTo>
                <a:cubicBezTo>
                  <a:pt x="21550570" y="1409245"/>
                  <a:pt x="21513650" y="1409245"/>
                  <a:pt x="21627622" y="1409245"/>
                </a:cubicBezTo>
                <a:cubicBezTo>
                  <a:pt x="21513650" y="1372328"/>
                  <a:pt x="21550570" y="1333808"/>
                  <a:pt x="21475124" y="1295285"/>
                </a:cubicBezTo>
                <a:cubicBezTo>
                  <a:pt x="21436598" y="1333808"/>
                  <a:pt x="21436598" y="1295285"/>
                  <a:pt x="21361152" y="1295285"/>
                </a:cubicBezTo>
                <a:cubicBezTo>
                  <a:pt x="21398874" y="1276025"/>
                  <a:pt x="21446230" y="1266395"/>
                  <a:pt x="21498600" y="1261580"/>
                </a:cubicBezTo>
                <a:lnTo>
                  <a:pt x="21554724" y="1259967"/>
                </a:lnTo>
                <a:lnTo>
                  <a:pt x="21579464" y="1279034"/>
                </a:lnTo>
                <a:cubicBezTo>
                  <a:pt x="21608360" y="1295285"/>
                  <a:pt x="21637254" y="1295285"/>
                  <a:pt x="21666148" y="1295285"/>
                </a:cubicBezTo>
                <a:cubicBezTo>
                  <a:pt x="21684608" y="1276025"/>
                  <a:pt x="21665346" y="1266395"/>
                  <a:pt x="21636652" y="1261580"/>
                </a:cubicBezTo>
                <a:lnTo>
                  <a:pt x="21603366" y="1258569"/>
                </a:lnTo>
                <a:lnTo>
                  <a:pt x="21666148" y="1256764"/>
                </a:lnTo>
                <a:cubicBezTo>
                  <a:pt x="21703068" y="1256764"/>
                  <a:pt x="21741594" y="1295285"/>
                  <a:pt x="21703068" y="1333808"/>
                </a:cubicBezTo>
                <a:cubicBezTo>
                  <a:pt x="21780118" y="1333808"/>
                  <a:pt x="21780118" y="1256764"/>
                  <a:pt x="21741594" y="1256764"/>
                </a:cubicBezTo>
                <a:cubicBezTo>
                  <a:pt x="21741594" y="1219848"/>
                  <a:pt x="21894090" y="1295285"/>
                  <a:pt x="21818644" y="1295285"/>
                </a:cubicBezTo>
                <a:cubicBezTo>
                  <a:pt x="21818644" y="1333808"/>
                  <a:pt x="21855564" y="1256764"/>
                  <a:pt x="21894090" y="1295285"/>
                </a:cubicBezTo>
                <a:cubicBezTo>
                  <a:pt x="21932616" y="1333808"/>
                  <a:pt x="22008062" y="1372328"/>
                  <a:pt x="22123638" y="1409245"/>
                </a:cubicBezTo>
                <a:cubicBezTo>
                  <a:pt x="22085112" y="1447767"/>
                  <a:pt x="21855564" y="1372328"/>
                  <a:pt x="21818644" y="1409245"/>
                </a:cubicBezTo>
                <a:cubicBezTo>
                  <a:pt x="21855564" y="1409245"/>
                  <a:pt x="21894090" y="1447767"/>
                  <a:pt x="22008062" y="1447767"/>
                </a:cubicBezTo>
                <a:cubicBezTo>
                  <a:pt x="22008062" y="1486288"/>
                  <a:pt x="21932616" y="1486288"/>
                  <a:pt x="21855564" y="1486288"/>
                </a:cubicBezTo>
                <a:cubicBezTo>
                  <a:pt x="21894090" y="1561726"/>
                  <a:pt x="21971142" y="1524809"/>
                  <a:pt x="22046588" y="1561726"/>
                </a:cubicBezTo>
                <a:cubicBezTo>
                  <a:pt x="22008062" y="1561726"/>
                  <a:pt x="21855564" y="1561726"/>
                  <a:pt x="21855564" y="1524809"/>
                </a:cubicBezTo>
                <a:cubicBezTo>
                  <a:pt x="21780118" y="1561726"/>
                  <a:pt x="21818644" y="1600247"/>
                  <a:pt x="21703068" y="1600247"/>
                </a:cubicBezTo>
                <a:cubicBezTo>
                  <a:pt x="21741594" y="1600247"/>
                  <a:pt x="21780118" y="1638769"/>
                  <a:pt x="21855564" y="1638769"/>
                </a:cubicBezTo>
                <a:cubicBezTo>
                  <a:pt x="21855564" y="1677291"/>
                  <a:pt x="21855564" y="1677291"/>
                  <a:pt x="21855564" y="1677291"/>
                </a:cubicBezTo>
                <a:cubicBezTo>
                  <a:pt x="21855564" y="1714207"/>
                  <a:pt x="21780118" y="1677291"/>
                  <a:pt x="21780118" y="1714207"/>
                </a:cubicBezTo>
                <a:cubicBezTo>
                  <a:pt x="21818644" y="1752728"/>
                  <a:pt x="21855564" y="1752728"/>
                  <a:pt x="21894090" y="1789645"/>
                </a:cubicBezTo>
                <a:cubicBezTo>
                  <a:pt x="22046588" y="1789645"/>
                  <a:pt x="22199084" y="1789645"/>
                  <a:pt x="22351582" y="1789645"/>
                </a:cubicBezTo>
                <a:cubicBezTo>
                  <a:pt x="22313056" y="1829772"/>
                  <a:pt x="22390108" y="1829772"/>
                  <a:pt x="22427028" y="1829772"/>
                </a:cubicBezTo>
                <a:cubicBezTo>
                  <a:pt x="22351582" y="1789645"/>
                  <a:pt x="22427028" y="1829772"/>
                  <a:pt x="22427028" y="1752728"/>
                </a:cubicBezTo>
                <a:cubicBezTo>
                  <a:pt x="22427028" y="1829772"/>
                  <a:pt x="22504078" y="1789645"/>
                  <a:pt x="22542604" y="1789645"/>
                </a:cubicBezTo>
                <a:cubicBezTo>
                  <a:pt x="22579524" y="1829772"/>
                  <a:pt x="22504078" y="1866688"/>
                  <a:pt x="22542604" y="1866688"/>
                </a:cubicBezTo>
                <a:lnTo>
                  <a:pt x="22504078" y="1866688"/>
                </a:lnTo>
                <a:cubicBezTo>
                  <a:pt x="22465554" y="1943731"/>
                  <a:pt x="22579524" y="1905210"/>
                  <a:pt x="22579524" y="1905210"/>
                </a:cubicBezTo>
                <a:cubicBezTo>
                  <a:pt x="22579524" y="1943731"/>
                  <a:pt x="22504078" y="1943731"/>
                  <a:pt x="22504078" y="1943731"/>
                </a:cubicBezTo>
                <a:cubicBezTo>
                  <a:pt x="22427028" y="1943731"/>
                  <a:pt x="22504078" y="2057691"/>
                  <a:pt x="22427028" y="2057691"/>
                </a:cubicBezTo>
                <a:cubicBezTo>
                  <a:pt x="22427028" y="2057691"/>
                  <a:pt x="22427028" y="2057691"/>
                  <a:pt x="22390108" y="1982253"/>
                </a:cubicBezTo>
                <a:cubicBezTo>
                  <a:pt x="22351582" y="2000711"/>
                  <a:pt x="22360812" y="2019571"/>
                  <a:pt x="22370242" y="2038631"/>
                </a:cubicBezTo>
                <a:lnTo>
                  <a:pt x="22378400" y="2066673"/>
                </a:lnTo>
                <a:lnTo>
                  <a:pt x="22361012" y="2076952"/>
                </a:lnTo>
                <a:cubicBezTo>
                  <a:pt x="22351582" y="2086582"/>
                  <a:pt x="22351582" y="2096212"/>
                  <a:pt x="22351582" y="2096212"/>
                </a:cubicBezTo>
                <a:cubicBezTo>
                  <a:pt x="22370444" y="2086582"/>
                  <a:pt x="22377466" y="2076952"/>
                  <a:pt x="22378594" y="2067346"/>
                </a:cubicBezTo>
                <a:lnTo>
                  <a:pt x="22378400" y="2066673"/>
                </a:lnTo>
                <a:lnTo>
                  <a:pt x="22383410" y="2063710"/>
                </a:lnTo>
                <a:cubicBezTo>
                  <a:pt x="22394020" y="2060098"/>
                  <a:pt x="22408166" y="2057691"/>
                  <a:pt x="22427028" y="2057691"/>
                </a:cubicBezTo>
                <a:cubicBezTo>
                  <a:pt x="22427028" y="2134734"/>
                  <a:pt x="22274530" y="2096212"/>
                  <a:pt x="22274530" y="2134734"/>
                </a:cubicBezTo>
                <a:cubicBezTo>
                  <a:pt x="22313056" y="2171650"/>
                  <a:pt x="22351582" y="2171650"/>
                  <a:pt x="22427028" y="2171650"/>
                </a:cubicBezTo>
                <a:cubicBezTo>
                  <a:pt x="22390108" y="2248693"/>
                  <a:pt x="22465554" y="2399569"/>
                  <a:pt x="22618050" y="2324131"/>
                </a:cubicBezTo>
                <a:cubicBezTo>
                  <a:pt x="22618050" y="2285609"/>
                  <a:pt x="22579524" y="2285609"/>
                  <a:pt x="22542604" y="2285609"/>
                </a:cubicBezTo>
                <a:cubicBezTo>
                  <a:pt x="22579524" y="2248693"/>
                  <a:pt x="22656576" y="2285609"/>
                  <a:pt x="22732022" y="2285609"/>
                </a:cubicBezTo>
                <a:cubicBezTo>
                  <a:pt x="22656576" y="2324131"/>
                  <a:pt x="22732022" y="2362653"/>
                  <a:pt x="22695102" y="2399569"/>
                </a:cubicBezTo>
                <a:cubicBezTo>
                  <a:pt x="22656576" y="2399569"/>
                  <a:pt x="22618050" y="2399569"/>
                  <a:pt x="22579524" y="2362653"/>
                </a:cubicBezTo>
                <a:cubicBezTo>
                  <a:pt x="22542604" y="2362653"/>
                  <a:pt x="22504078" y="2399569"/>
                  <a:pt x="22465554" y="2399569"/>
                </a:cubicBezTo>
                <a:cubicBezTo>
                  <a:pt x="22542604" y="2438091"/>
                  <a:pt x="22618050" y="2438091"/>
                  <a:pt x="22695102" y="2438091"/>
                </a:cubicBezTo>
                <a:cubicBezTo>
                  <a:pt x="22618050" y="2476612"/>
                  <a:pt x="22542604" y="2438091"/>
                  <a:pt x="22427028" y="2438091"/>
                </a:cubicBezTo>
                <a:lnTo>
                  <a:pt x="22465554" y="2476612"/>
                </a:lnTo>
                <a:cubicBezTo>
                  <a:pt x="22465554" y="2476612"/>
                  <a:pt x="22351582" y="2438091"/>
                  <a:pt x="22313056" y="2399569"/>
                </a:cubicBezTo>
                <a:cubicBezTo>
                  <a:pt x="22274530" y="2438091"/>
                  <a:pt x="22313056" y="2515134"/>
                  <a:pt x="22237610" y="2515134"/>
                </a:cubicBezTo>
                <a:cubicBezTo>
                  <a:pt x="22274530" y="2515134"/>
                  <a:pt x="22313056" y="2553655"/>
                  <a:pt x="22390108" y="2553655"/>
                </a:cubicBezTo>
                <a:cubicBezTo>
                  <a:pt x="22351582" y="2590572"/>
                  <a:pt x="22313056" y="2515134"/>
                  <a:pt x="22237610" y="2553655"/>
                </a:cubicBezTo>
                <a:cubicBezTo>
                  <a:pt x="22237610" y="2553655"/>
                  <a:pt x="22237610" y="2590572"/>
                  <a:pt x="22199084" y="2629093"/>
                </a:cubicBezTo>
                <a:cubicBezTo>
                  <a:pt x="22255668" y="2629093"/>
                  <a:pt x="22398936" y="2586659"/>
                  <a:pt x="22450780" y="2565442"/>
                </a:cubicBezTo>
                <a:lnTo>
                  <a:pt x="22465554" y="2558219"/>
                </a:lnTo>
                <a:lnTo>
                  <a:pt x="22465554" y="2574998"/>
                </a:lnTo>
                <a:cubicBezTo>
                  <a:pt x="22465554" y="2590572"/>
                  <a:pt x="22465554" y="2590572"/>
                  <a:pt x="22465554" y="2590572"/>
                </a:cubicBezTo>
                <a:cubicBezTo>
                  <a:pt x="22542604" y="2590572"/>
                  <a:pt x="22542604" y="2553655"/>
                  <a:pt x="22656576" y="2553655"/>
                </a:cubicBezTo>
                <a:cubicBezTo>
                  <a:pt x="22656576" y="2590572"/>
                  <a:pt x="22618050" y="2590572"/>
                  <a:pt x="22618050" y="2629093"/>
                </a:cubicBezTo>
                <a:cubicBezTo>
                  <a:pt x="22656576" y="2629093"/>
                  <a:pt x="22656576" y="2629093"/>
                  <a:pt x="22656576" y="2629093"/>
                </a:cubicBezTo>
                <a:cubicBezTo>
                  <a:pt x="22666208" y="2619463"/>
                  <a:pt x="22682962" y="2614648"/>
                  <a:pt x="22703254" y="2612240"/>
                </a:cubicBezTo>
                <a:lnTo>
                  <a:pt x="22752892" y="2610480"/>
                </a:lnTo>
                <a:lnTo>
                  <a:pt x="22754972" y="2617306"/>
                </a:lnTo>
                <a:cubicBezTo>
                  <a:pt x="22763926" y="2624378"/>
                  <a:pt x="22780580" y="2629093"/>
                  <a:pt x="22809074" y="2629093"/>
                </a:cubicBezTo>
                <a:lnTo>
                  <a:pt x="22801216" y="2608762"/>
                </a:lnTo>
                <a:lnTo>
                  <a:pt x="22838744" y="2607425"/>
                </a:lnTo>
                <a:cubicBezTo>
                  <a:pt x="22858836" y="2605017"/>
                  <a:pt x="22875290" y="2600202"/>
                  <a:pt x="22884520" y="2590572"/>
                </a:cubicBezTo>
                <a:cubicBezTo>
                  <a:pt x="22847598" y="2590572"/>
                  <a:pt x="22847598" y="2553655"/>
                  <a:pt x="22809074" y="2553655"/>
                </a:cubicBezTo>
                <a:cubicBezTo>
                  <a:pt x="22751284" y="2553655"/>
                  <a:pt x="22780180" y="2574421"/>
                  <a:pt x="22798238" y="2601055"/>
                </a:cubicBezTo>
                <a:lnTo>
                  <a:pt x="22801216" y="2608762"/>
                </a:lnTo>
                <a:lnTo>
                  <a:pt x="22771150" y="2609832"/>
                </a:lnTo>
                <a:lnTo>
                  <a:pt x="22752892" y="2610480"/>
                </a:lnTo>
                <a:lnTo>
                  <a:pt x="22747072" y="2591374"/>
                </a:lnTo>
                <a:cubicBezTo>
                  <a:pt x="22751686" y="2572515"/>
                  <a:pt x="22770548" y="2553655"/>
                  <a:pt x="22770548" y="2553655"/>
                </a:cubicBezTo>
                <a:cubicBezTo>
                  <a:pt x="22809074" y="2553655"/>
                  <a:pt x="22809074" y="2553655"/>
                  <a:pt x="22809074" y="2515134"/>
                </a:cubicBezTo>
                <a:cubicBezTo>
                  <a:pt x="22847598" y="2515134"/>
                  <a:pt x="22847598" y="2553655"/>
                  <a:pt x="22884520" y="2553655"/>
                </a:cubicBezTo>
                <a:cubicBezTo>
                  <a:pt x="22884520" y="2553655"/>
                  <a:pt x="22923044" y="2515134"/>
                  <a:pt x="22923044" y="2476612"/>
                </a:cubicBezTo>
                <a:lnTo>
                  <a:pt x="22923044" y="2515134"/>
                </a:lnTo>
                <a:cubicBezTo>
                  <a:pt x="22923044" y="2515134"/>
                  <a:pt x="22923044" y="2515134"/>
                  <a:pt x="23037016" y="2515134"/>
                </a:cubicBezTo>
                <a:cubicBezTo>
                  <a:pt x="23037016" y="2515134"/>
                  <a:pt x="23037016" y="2515134"/>
                  <a:pt x="23037016" y="2553655"/>
                </a:cubicBezTo>
                <a:cubicBezTo>
                  <a:pt x="23000096" y="2553655"/>
                  <a:pt x="23000096" y="2553655"/>
                  <a:pt x="23000096" y="2590572"/>
                </a:cubicBezTo>
                <a:cubicBezTo>
                  <a:pt x="23037016" y="2590572"/>
                  <a:pt x="23037016" y="2590572"/>
                  <a:pt x="23075542" y="2590572"/>
                </a:cubicBezTo>
                <a:cubicBezTo>
                  <a:pt x="23075542" y="2629093"/>
                  <a:pt x="23114068" y="2629093"/>
                  <a:pt x="23189514" y="2629093"/>
                </a:cubicBezTo>
                <a:cubicBezTo>
                  <a:pt x="23152594" y="2590572"/>
                  <a:pt x="23228040" y="2590572"/>
                  <a:pt x="23228040" y="2629093"/>
                </a:cubicBezTo>
                <a:cubicBezTo>
                  <a:pt x="23285024" y="2629093"/>
                  <a:pt x="23313518" y="2619463"/>
                  <a:pt x="23342210" y="2609832"/>
                </a:cubicBezTo>
                <a:lnTo>
                  <a:pt x="23382648" y="2598385"/>
                </a:lnTo>
                <a:lnTo>
                  <a:pt x="23386556" y="2612842"/>
                </a:lnTo>
                <a:cubicBezTo>
                  <a:pt x="23397392" y="2629093"/>
                  <a:pt x="23419062" y="2629093"/>
                  <a:pt x="23419062" y="2629093"/>
                </a:cubicBezTo>
                <a:cubicBezTo>
                  <a:pt x="23533034" y="2590572"/>
                  <a:pt x="23724056" y="2590572"/>
                  <a:pt x="23799502" y="2553655"/>
                </a:cubicBezTo>
                <a:cubicBezTo>
                  <a:pt x="23838028" y="2553655"/>
                  <a:pt x="23838028" y="2590572"/>
                  <a:pt x="23915080" y="2590572"/>
                </a:cubicBezTo>
                <a:cubicBezTo>
                  <a:pt x="23915080" y="2590572"/>
                  <a:pt x="23876554" y="2629093"/>
                  <a:pt x="23838028" y="2629093"/>
                </a:cubicBezTo>
                <a:cubicBezTo>
                  <a:pt x="23838028" y="2667615"/>
                  <a:pt x="23838028" y="2667615"/>
                  <a:pt x="23915080" y="2667615"/>
                </a:cubicBezTo>
                <a:lnTo>
                  <a:pt x="23890400" y="2667615"/>
                </a:lnTo>
                <a:cubicBezTo>
                  <a:pt x="23866522" y="2667615"/>
                  <a:pt x="23838028" y="2667615"/>
                  <a:pt x="23838028" y="2667615"/>
                </a:cubicBezTo>
                <a:cubicBezTo>
                  <a:pt x="23915080" y="2743053"/>
                  <a:pt x="24143022" y="2667615"/>
                  <a:pt x="24029050" y="2590572"/>
                </a:cubicBezTo>
                <a:cubicBezTo>
                  <a:pt x="24067576" y="2590572"/>
                  <a:pt x="24067576" y="2590572"/>
                  <a:pt x="24104496" y="2590572"/>
                </a:cubicBezTo>
                <a:cubicBezTo>
                  <a:pt x="24067576" y="2553655"/>
                  <a:pt x="24067576" y="2553655"/>
                  <a:pt x="24029050" y="2553655"/>
                </a:cubicBezTo>
                <a:cubicBezTo>
                  <a:pt x="24067576" y="2476612"/>
                  <a:pt x="24143022" y="2515134"/>
                  <a:pt x="24220074" y="2515134"/>
                </a:cubicBezTo>
                <a:cubicBezTo>
                  <a:pt x="24181548" y="2553655"/>
                  <a:pt x="24295520" y="2553655"/>
                  <a:pt x="24334046" y="2553655"/>
                </a:cubicBezTo>
                <a:cubicBezTo>
                  <a:pt x="24372570" y="2553655"/>
                  <a:pt x="24372570" y="2515134"/>
                  <a:pt x="24372570" y="2476612"/>
                </a:cubicBezTo>
                <a:lnTo>
                  <a:pt x="24377650" y="2479068"/>
                </a:lnTo>
                <a:lnTo>
                  <a:pt x="24377650" y="2783205"/>
                </a:lnTo>
                <a:lnTo>
                  <a:pt x="24319398" y="2786189"/>
                </a:lnTo>
                <a:cubicBezTo>
                  <a:pt x="24295520" y="2790803"/>
                  <a:pt x="24276258" y="2800033"/>
                  <a:pt x="24256994" y="2818491"/>
                </a:cubicBezTo>
                <a:cubicBezTo>
                  <a:pt x="24295520" y="2818491"/>
                  <a:pt x="24324414" y="2818491"/>
                  <a:pt x="24348292" y="2813876"/>
                </a:cubicBezTo>
                <a:lnTo>
                  <a:pt x="24377650" y="2804016"/>
                </a:lnTo>
                <a:lnTo>
                  <a:pt x="24377650" y="2901489"/>
                </a:lnTo>
                <a:lnTo>
                  <a:pt x="24377312" y="2901553"/>
                </a:lnTo>
                <a:cubicBezTo>
                  <a:pt x="24343676" y="2912387"/>
                  <a:pt x="24314782" y="2934055"/>
                  <a:pt x="24372570" y="2934055"/>
                </a:cubicBezTo>
                <a:cubicBezTo>
                  <a:pt x="24256994" y="2934055"/>
                  <a:pt x="24143022" y="2970972"/>
                  <a:pt x="23952000" y="2970972"/>
                </a:cubicBezTo>
                <a:cubicBezTo>
                  <a:pt x="23915080" y="2970972"/>
                  <a:pt x="23952000" y="2970972"/>
                  <a:pt x="23952000" y="3009493"/>
                </a:cubicBezTo>
                <a:cubicBezTo>
                  <a:pt x="23876554" y="3009493"/>
                  <a:pt x="23799502" y="3009493"/>
                  <a:pt x="23762582" y="3009493"/>
                </a:cubicBezTo>
                <a:cubicBezTo>
                  <a:pt x="23838028" y="3048015"/>
                  <a:pt x="23724056" y="3123453"/>
                  <a:pt x="23838028" y="3086536"/>
                </a:cubicBezTo>
                <a:cubicBezTo>
                  <a:pt x="23876554" y="3123453"/>
                  <a:pt x="23762582" y="3086536"/>
                  <a:pt x="23724056" y="3123453"/>
                </a:cubicBezTo>
                <a:cubicBezTo>
                  <a:pt x="23762582" y="3163579"/>
                  <a:pt x="23838028" y="3123453"/>
                  <a:pt x="23876554" y="3123453"/>
                </a:cubicBezTo>
                <a:cubicBezTo>
                  <a:pt x="23876554" y="3163579"/>
                  <a:pt x="23876554" y="3163579"/>
                  <a:pt x="23915080" y="3163579"/>
                </a:cubicBezTo>
                <a:cubicBezTo>
                  <a:pt x="23838028" y="3163579"/>
                  <a:pt x="23799502" y="3163579"/>
                  <a:pt x="23762582" y="3239017"/>
                </a:cubicBezTo>
                <a:cubicBezTo>
                  <a:pt x="23799502" y="3239017"/>
                  <a:pt x="23799502" y="3239017"/>
                  <a:pt x="23799502" y="3239017"/>
                </a:cubicBezTo>
                <a:cubicBezTo>
                  <a:pt x="23838028" y="3239017"/>
                  <a:pt x="23915080" y="3200495"/>
                  <a:pt x="23952000" y="3200495"/>
                </a:cubicBezTo>
                <a:cubicBezTo>
                  <a:pt x="23990526" y="3239017"/>
                  <a:pt x="24220074" y="3275933"/>
                  <a:pt x="24220074" y="3200495"/>
                </a:cubicBezTo>
                <a:cubicBezTo>
                  <a:pt x="24256994" y="3200495"/>
                  <a:pt x="24295520" y="3239017"/>
                  <a:pt x="24334046" y="3275933"/>
                </a:cubicBezTo>
                <a:cubicBezTo>
                  <a:pt x="24343476" y="3271318"/>
                  <a:pt x="24353534" y="3268485"/>
                  <a:pt x="24364062" y="3266908"/>
                </a:cubicBezTo>
                <a:lnTo>
                  <a:pt x="24377650" y="3266294"/>
                </a:lnTo>
                <a:lnTo>
                  <a:pt x="24377650" y="3532006"/>
                </a:lnTo>
                <a:lnTo>
                  <a:pt x="24363892" y="3527728"/>
                </a:lnTo>
                <a:cubicBezTo>
                  <a:pt x="24353208" y="3522310"/>
                  <a:pt x="24343676" y="3515087"/>
                  <a:pt x="24334046" y="3505457"/>
                </a:cubicBezTo>
                <a:cubicBezTo>
                  <a:pt x="24295520" y="3505457"/>
                  <a:pt x="24295520" y="3543979"/>
                  <a:pt x="24295520" y="3543979"/>
                </a:cubicBezTo>
                <a:cubicBezTo>
                  <a:pt x="24220074" y="3543979"/>
                  <a:pt x="24104496" y="3543979"/>
                  <a:pt x="24067576" y="3505457"/>
                </a:cubicBezTo>
                <a:cubicBezTo>
                  <a:pt x="24029050" y="3505457"/>
                  <a:pt x="24029050" y="3543979"/>
                  <a:pt x="23915080" y="3543979"/>
                </a:cubicBezTo>
                <a:cubicBezTo>
                  <a:pt x="23915080" y="3580895"/>
                  <a:pt x="23990526" y="3580895"/>
                  <a:pt x="23952000" y="3621022"/>
                </a:cubicBezTo>
                <a:cubicBezTo>
                  <a:pt x="23990526" y="3621022"/>
                  <a:pt x="24029050" y="3621022"/>
                  <a:pt x="24104496" y="3657939"/>
                </a:cubicBezTo>
                <a:cubicBezTo>
                  <a:pt x="24029050" y="3657939"/>
                  <a:pt x="24104496" y="3696460"/>
                  <a:pt x="24104496" y="3773503"/>
                </a:cubicBezTo>
                <a:cubicBezTo>
                  <a:pt x="24181548" y="3696460"/>
                  <a:pt x="24220074" y="3733377"/>
                  <a:pt x="24372570" y="3733377"/>
                </a:cubicBezTo>
                <a:cubicBezTo>
                  <a:pt x="24295520" y="3773503"/>
                  <a:pt x="24181548" y="3733377"/>
                  <a:pt x="24143022" y="3810420"/>
                </a:cubicBezTo>
                <a:cubicBezTo>
                  <a:pt x="24104496" y="3773503"/>
                  <a:pt x="24029050" y="3773503"/>
                  <a:pt x="23990526" y="3773503"/>
                </a:cubicBezTo>
                <a:cubicBezTo>
                  <a:pt x="23799502" y="3925984"/>
                  <a:pt x="24220074" y="3925984"/>
                  <a:pt x="24295520" y="4001422"/>
                </a:cubicBezTo>
                <a:cubicBezTo>
                  <a:pt x="24295520" y="4001422"/>
                  <a:pt x="24334046" y="4001422"/>
                  <a:pt x="24372570" y="4001422"/>
                </a:cubicBezTo>
                <a:lnTo>
                  <a:pt x="24372570" y="4038339"/>
                </a:lnTo>
                <a:lnTo>
                  <a:pt x="24377650" y="4044926"/>
                </a:lnTo>
                <a:lnTo>
                  <a:pt x="24377650" y="4056644"/>
                </a:lnTo>
                <a:lnTo>
                  <a:pt x="24367154" y="4058402"/>
                </a:lnTo>
                <a:cubicBezTo>
                  <a:pt x="24352908" y="4058402"/>
                  <a:pt x="24334046" y="4058402"/>
                  <a:pt x="24334046" y="4078465"/>
                </a:cubicBezTo>
                <a:cubicBezTo>
                  <a:pt x="24352908" y="4078465"/>
                  <a:pt x="24364746" y="4078465"/>
                  <a:pt x="24372472" y="4079042"/>
                </a:cubicBezTo>
                <a:lnTo>
                  <a:pt x="24377650" y="4080563"/>
                </a:lnTo>
                <a:lnTo>
                  <a:pt x="24377650" y="5115369"/>
                </a:lnTo>
                <a:lnTo>
                  <a:pt x="24371768" y="5113732"/>
                </a:lnTo>
                <a:cubicBezTo>
                  <a:pt x="24352908" y="5113731"/>
                  <a:pt x="24334046" y="5123362"/>
                  <a:pt x="24334046" y="5142623"/>
                </a:cubicBezTo>
                <a:cubicBezTo>
                  <a:pt x="24343676" y="5152253"/>
                  <a:pt x="24353208" y="5157068"/>
                  <a:pt x="24362688" y="5158874"/>
                </a:cubicBezTo>
                <a:lnTo>
                  <a:pt x="24377650" y="5157921"/>
                </a:lnTo>
                <a:lnTo>
                  <a:pt x="24377650" y="5181144"/>
                </a:lnTo>
                <a:lnTo>
                  <a:pt x="24371768" y="5181144"/>
                </a:lnTo>
                <a:cubicBezTo>
                  <a:pt x="24343276" y="5181144"/>
                  <a:pt x="24314784" y="5181144"/>
                  <a:pt x="24295520" y="5181144"/>
                </a:cubicBezTo>
                <a:cubicBezTo>
                  <a:pt x="24295520" y="5218061"/>
                  <a:pt x="24372570" y="5218061"/>
                  <a:pt x="24334046" y="5256582"/>
                </a:cubicBezTo>
                <a:cubicBezTo>
                  <a:pt x="24334046" y="5295103"/>
                  <a:pt x="24295520" y="5295103"/>
                  <a:pt x="24256994" y="5295103"/>
                </a:cubicBezTo>
                <a:cubicBezTo>
                  <a:pt x="24295520" y="5333625"/>
                  <a:pt x="24295520" y="5333625"/>
                  <a:pt x="24256994" y="5370541"/>
                </a:cubicBezTo>
                <a:cubicBezTo>
                  <a:pt x="24295520" y="5370541"/>
                  <a:pt x="24334046" y="5370541"/>
                  <a:pt x="24372570" y="5409063"/>
                </a:cubicBezTo>
                <a:cubicBezTo>
                  <a:pt x="24372570" y="5447585"/>
                  <a:pt x="24372570" y="5476075"/>
                  <a:pt x="24377186" y="5504564"/>
                </a:cubicBezTo>
                <a:lnTo>
                  <a:pt x="24377650" y="5506429"/>
                </a:lnTo>
                <a:lnTo>
                  <a:pt x="24377650" y="5602784"/>
                </a:lnTo>
                <a:lnTo>
                  <a:pt x="24353108" y="5604880"/>
                </a:lnTo>
                <a:cubicBezTo>
                  <a:pt x="24334046" y="5609696"/>
                  <a:pt x="24314784" y="5619326"/>
                  <a:pt x="24295520" y="5638587"/>
                </a:cubicBezTo>
                <a:cubicBezTo>
                  <a:pt x="24334046" y="5638587"/>
                  <a:pt x="24334046" y="5638587"/>
                  <a:pt x="24372570" y="5638587"/>
                </a:cubicBezTo>
                <a:lnTo>
                  <a:pt x="24377650" y="5647171"/>
                </a:lnTo>
                <a:lnTo>
                  <a:pt x="24377650" y="5655428"/>
                </a:lnTo>
                <a:lnTo>
                  <a:pt x="24367154" y="5657045"/>
                </a:lnTo>
                <a:cubicBezTo>
                  <a:pt x="24352908" y="5657045"/>
                  <a:pt x="24334046" y="5657045"/>
                  <a:pt x="24334046" y="5675503"/>
                </a:cubicBezTo>
                <a:cubicBezTo>
                  <a:pt x="24295520" y="5675503"/>
                  <a:pt x="24256994" y="5675503"/>
                  <a:pt x="24220074" y="5714025"/>
                </a:cubicBezTo>
                <a:cubicBezTo>
                  <a:pt x="24295520" y="5675503"/>
                  <a:pt x="24334046" y="5827985"/>
                  <a:pt x="24220074" y="5827985"/>
                </a:cubicBezTo>
                <a:cubicBezTo>
                  <a:pt x="24220074" y="5791068"/>
                  <a:pt x="24256994" y="5752547"/>
                  <a:pt x="24181548" y="5714025"/>
                </a:cubicBezTo>
                <a:cubicBezTo>
                  <a:pt x="24143022" y="5752547"/>
                  <a:pt x="24104496" y="5752547"/>
                  <a:pt x="24067576" y="5827985"/>
                </a:cubicBezTo>
                <a:cubicBezTo>
                  <a:pt x="24181548" y="5827985"/>
                  <a:pt x="24220074" y="5905027"/>
                  <a:pt x="24067576" y="5905027"/>
                </a:cubicBezTo>
                <a:cubicBezTo>
                  <a:pt x="24104496" y="5943549"/>
                  <a:pt x="24143022" y="5980465"/>
                  <a:pt x="24143022" y="5980465"/>
                </a:cubicBezTo>
                <a:cubicBezTo>
                  <a:pt x="24143022" y="6018987"/>
                  <a:pt x="24104496" y="6018987"/>
                  <a:pt x="24104496" y="6018987"/>
                </a:cubicBezTo>
                <a:lnTo>
                  <a:pt x="24143022" y="6018987"/>
                </a:lnTo>
                <a:cubicBezTo>
                  <a:pt x="24181548" y="6057509"/>
                  <a:pt x="24104496" y="6057509"/>
                  <a:pt x="24104496" y="6096030"/>
                </a:cubicBezTo>
                <a:cubicBezTo>
                  <a:pt x="24181548" y="6132947"/>
                  <a:pt x="24143022" y="6057509"/>
                  <a:pt x="24220074" y="6057509"/>
                </a:cubicBezTo>
                <a:cubicBezTo>
                  <a:pt x="24143022" y="6132947"/>
                  <a:pt x="24143022" y="6209989"/>
                  <a:pt x="24104496" y="6285427"/>
                </a:cubicBezTo>
                <a:cubicBezTo>
                  <a:pt x="24067576" y="6285427"/>
                  <a:pt x="24067576" y="6323949"/>
                  <a:pt x="23990526" y="6323949"/>
                </a:cubicBezTo>
                <a:cubicBezTo>
                  <a:pt x="23990526" y="6362471"/>
                  <a:pt x="24029050" y="6362471"/>
                  <a:pt x="24067576" y="6362471"/>
                </a:cubicBezTo>
                <a:cubicBezTo>
                  <a:pt x="24029050" y="6400992"/>
                  <a:pt x="24067576" y="6476430"/>
                  <a:pt x="23990526" y="6514951"/>
                </a:cubicBezTo>
                <a:cubicBezTo>
                  <a:pt x="23952000" y="6476430"/>
                  <a:pt x="23990526" y="6437909"/>
                  <a:pt x="23990526" y="6437909"/>
                </a:cubicBezTo>
                <a:cubicBezTo>
                  <a:pt x="23915080" y="6437909"/>
                  <a:pt x="23915080" y="6437909"/>
                  <a:pt x="23915080" y="6476430"/>
                </a:cubicBezTo>
                <a:cubicBezTo>
                  <a:pt x="23838028" y="6437909"/>
                  <a:pt x="23952000" y="6400992"/>
                  <a:pt x="23990526" y="6362471"/>
                </a:cubicBezTo>
                <a:cubicBezTo>
                  <a:pt x="23915080" y="6362471"/>
                  <a:pt x="23876554" y="6248511"/>
                  <a:pt x="23915080" y="6171468"/>
                </a:cubicBezTo>
                <a:cubicBezTo>
                  <a:pt x="23876554" y="6171468"/>
                  <a:pt x="23838430" y="6171468"/>
                  <a:pt x="23805120" y="6171468"/>
                </a:cubicBezTo>
                <a:lnTo>
                  <a:pt x="23762582" y="6171468"/>
                </a:lnTo>
                <a:cubicBezTo>
                  <a:pt x="23762582" y="6209989"/>
                  <a:pt x="23685530" y="6209989"/>
                  <a:pt x="23685530" y="6248511"/>
                </a:cubicBezTo>
                <a:cubicBezTo>
                  <a:pt x="23647006" y="6248511"/>
                  <a:pt x="23647006" y="6248511"/>
                  <a:pt x="23647006" y="6248511"/>
                </a:cubicBezTo>
                <a:cubicBezTo>
                  <a:pt x="23571560" y="6285427"/>
                  <a:pt x="23647006" y="6323949"/>
                  <a:pt x="23647006" y="6323949"/>
                </a:cubicBezTo>
                <a:cubicBezTo>
                  <a:pt x="23610084" y="6323949"/>
                  <a:pt x="23533034" y="6285427"/>
                  <a:pt x="23571560" y="6323949"/>
                </a:cubicBezTo>
                <a:cubicBezTo>
                  <a:pt x="23419062" y="6362471"/>
                  <a:pt x="23342010" y="6285427"/>
                  <a:pt x="23228040" y="6323949"/>
                </a:cubicBezTo>
                <a:cubicBezTo>
                  <a:pt x="23266564" y="6285427"/>
                  <a:pt x="23228040" y="6248511"/>
                  <a:pt x="23152594" y="6285427"/>
                </a:cubicBezTo>
                <a:cubicBezTo>
                  <a:pt x="23189514" y="6248511"/>
                  <a:pt x="23189514" y="6248511"/>
                  <a:pt x="23152594" y="6209989"/>
                </a:cubicBezTo>
                <a:cubicBezTo>
                  <a:pt x="23228040" y="6209989"/>
                  <a:pt x="23266564" y="6248511"/>
                  <a:pt x="23305090" y="6209989"/>
                </a:cubicBezTo>
                <a:cubicBezTo>
                  <a:pt x="23266564" y="6171468"/>
                  <a:pt x="23152594" y="6209989"/>
                  <a:pt x="23189514" y="6171468"/>
                </a:cubicBezTo>
                <a:cubicBezTo>
                  <a:pt x="23114068" y="6171468"/>
                  <a:pt x="23075542" y="6209989"/>
                  <a:pt x="23000096" y="6209989"/>
                </a:cubicBezTo>
                <a:cubicBezTo>
                  <a:pt x="23037016" y="6248511"/>
                  <a:pt x="23075542" y="6248511"/>
                  <a:pt x="23114068" y="6285427"/>
                </a:cubicBezTo>
                <a:cubicBezTo>
                  <a:pt x="23075542" y="6285427"/>
                  <a:pt x="22961570" y="6248511"/>
                  <a:pt x="22923044" y="6285427"/>
                </a:cubicBezTo>
                <a:cubicBezTo>
                  <a:pt x="22961570" y="6323949"/>
                  <a:pt x="22961570" y="6285427"/>
                  <a:pt x="23037016" y="6285427"/>
                </a:cubicBezTo>
                <a:cubicBezTo>
                  <a:pt x="23037016" y="6323949"/>
                  <a:pt x="23000096" y="6323949"/>
                  <a:pt x="23075542" y="6362471"/>
                </a:cubicBezTo>
                <a:cubicBezTo>
                  <a:pt x="23037016" y="6400992"/>
                  <a:pt x="23037016" y="6323949"/>
                  <a:pt x="23000096" y="6323949"/>
                </a:cubicBezTo>
                <a:cubicBezTo>
                  <a:pt x="22923044" y="6323949"/>
                  <a:pt x="23000096" y="6362471"/>
                  <a:pt x="22961570" y="6362471"/>
                </a:cubicBezTo>
                <a:cubicBezTo>
                  <a:pt x="23000096" y="6400992"/>
                  <a:pt x="23037016" y="6400992"/>
                  <a:pt x="23075542" y="6437909"/>
                </a:cubicBezTo>
                <a:cubicBezTo>
                  <a:pt x="23037016" y="6437909"/>
                  <a:pt x="23000096" y="6514951"/>
                  <a:pt x="22961570" y="6476430"/>
                </a:cubicBezTo>
                <a:cubicBezTo>
                  <a:pt x="22923044" y="6476430"/>
                  <a:pt x="22961570" y="6476430"/>
                  <a:pt x="22961570" y="6514951"/>
                </a:cubicBezTo>
                <a:cubicBezTo>
                  <a:pt x="23000096" y="6514951"/>
                  <a:pt x="23037016" y="6514951"/>
                  <a:pt x="23037016" y="6514951"/>
                </a:cubicBezTo>
                <a:cubicBezTo>
                  <a:pt x="23000096" y="6590389"/>
                  <a:pt x="22923044" y="6476430"/>
                  <a:pt x="22847598" y="6514951"/>
                </a:cubicBezTo>
                <a:cubicBezTo>
                  <a:pt x="22847598" y="6553473"/>
                  <a:pt x="22884520" y="6553473"/>
                  <a:pt x="22923044" y="6553473"/>
                </a:cubicBezTo>
                <a:cubicBezTo>
                  <a:pt x="22884520" y="6590389"/>
                  <a:pt x="22961570" y="6590389"/>
                  <a:pt x="22923044" y="6590389"/>
                </a:cubicBezTo>
                <a:cubicBezTo>
                  <a:pt x="22884520" y="6590389"/>
                  <a:pt x="22923044" y="6590389"/>
                  <a:pt x="22884520" y="6553473"/>
                </a:cubicBezTo>
                <a:cubicBezTo>
                  <a:pt x="22809074" y="6553473"/>
                  <a:pt x="22847598" y="6590389"/>
                  <a:pt x="22770548" y="6590389"/>
                </a:cubicBezTo>
                <a:cubicBezTo>
                  <a:pt x="22770548" y="6590389"/>
                  <a:pt x="22732022" y="6553473"/>
                  <a:pt x="22770548" y="6553473"/>
                </a:cubicBezTo>
                <a:cubicBezTo>
                  <a:pt x="22656576" y="6553473"/>
                  <a:pt x="22656576" y="6476430"/>
                  <a:pt x="22542604" y="6514951"/>
                </a:cubicBezTo>
                <a:cubicBezTo>
                  <a:pt x="22542604" y="6553473"/>
                  <a:pt x="22618050" y="6590389"/>
                  <a:pt x="22656576" y="6628911"/>
                </a:cubicBezTo>
                <a:cubicBezTo>
                  <a:pt x="22732022" y="6590389"/>
                  <a:pt x="22695102" y="6667433"/>
                  <a:pt x="22770548" y="6667433"/>
                </a:cubicBezTo>
                <a:cubicBezTo>
                  <a:pt x="22732022" y="6742871"/>
                  <a:pt x="22732022" y="6742871"/>
                  <a:pt x="22770548" y="6781392"/>
                </a:cubicBezTo>
                <a:cubicBezTo>
                  <a:pt x="22732022" y="6781392"/>
                  <a:pt x="22695102" y="6781392"/>
                  <a:pt x="22656576" y="6742871"/>
                </a:cubicBezTo>
                <a:cubicBezTo>
                  <a:pt x="22656576" y="6704349"/>
                  <a:pt x="22732022" y="6742871"/>
                  <a:pt x="22732022" y="6704349"/>
                </a:cubicBezTo>
                <a:cubicBezTo>
                  <a:pt x="22695102" y="6667433"/>
                  <a:pt x="22656576" y="6667433"/>
                  <a:pt x="22695102" y="6667433"/>
                </a:cubicBezTo>
                <a:cubicBezTo>
                  <a:pt x="22656576" y="6628911"/>
                  <a:pt x="22542604" y="6667433"/>
                  <a:pt x="22618050" y="6628911"/>
                </a:cubicBezTo>
                <a:cubicBezTo>
                  <a:pt x="22542604" y="6628911"/>
                  <a:pt x="22504078" y="6628911"/>
                  <a:pt x="22465554" y="6590389"/>
                </a:cubicBezTo>
                <a:cubicBezTo>
                  <a:pt x="22465554" y="6553473"/>
                  <a:pt x="22465554" y="6476430"/>
                  <a:pt x="22390108" y="6437909"/>
                </a:cubicBezTo>
                <a:cubicBezTo>
                  <a:pt x="22427028" y="6437909"/>
                  <a:pt x="22504078" y="6400992"/>
                  <a:pt x="22504078" y="6362471"/>
                </a:cubicBezTo>
                <a:lnTo>
                  <a:pt x="22465554" y="6362471"/>
                </a:lnTo>
                <a:cubicBezTo>
                  <a:pt x="22427028" y="6323949"/>
                  <a:pt x="22465554" y="6323949"/>
                  <a:pt x="22465554" y="6285427"/>
                </a:cubicBezTo>
                <a:cubicBezTo>
                  <a:pt x="22542604" y="6323949"/>
                  <a:pt x="22542604" y="6285427"/>
                  <a:pt x="22618050" y="6285427"/>
                </a:cubicBezTo>
                <a:cubicBezTo>
                  <a:pt x="22618050" y="6323949"/>
                  <a:pt x="22579524" y="6323949"/>
                  <a:pt x="22579524" y="6362471"/>
                </a:cubicBezTo>
                <a:cubicBezTo>
                  <a:pt x="22656576" y="6400992"/>
                  <a:pt x="22770548" y="6323949"/>
                  <a:pt x="22847598" y="6285427"/>
                </a:cubicBezTo>
                <a:cubicBezTo>
                  <a:pt x="22770548" y="6285427"/>
                  <a:pt x="22732022" y="6248511"/>
                  <a:pt x="22618050" y="6248511"/>
                </a:cubicBezTo>
                <a:cubicBezTo>
                  <a:pt x="22618050" y="6209989"/>
                  <a:pt x="22656576" y="6248511"/>
                  <a:pt x="22695102" y="6248511"/>
                </a:cubicBezTo>
                <a:cubicBezTo>
                  <a:pt x="22695102" y="6209989"/>
                  <a:pt x="22656576" y="6209989"/>
                  <a:pt x="22618050" y="6171468"/>
                </a:cubicBezTo>
                <a:cubicBezTo>
                  <a:pt x="22542604" y="6209989"/>
                  <a:pt x="22618050" y="6209989"/>
                  <a:pt x="22579524" y="6248511"/>
                </a:cubicBezTo>
                <a:cubicBezTo>
                  <a:pt x="22504078" y="6209989"/>
                  <a:pt x="22465554" y="6171468"/>
                  <a:pt x="22427028" y="6096030"/>
                </a:cubicBezTo>
                <a:cubicBezTo>
                  <a:pt x="22351582" y="6132947"/>
                  <a:pt x="22351582" y="6096030"/>
                  <a:pt x="22274530" y="6096030"/>
                </a:cubicBezTo>
                <a:cubicBezTo>
                  <a:pt x="22313056" y="6057509"/>
                  <a:pt x="22274530" y="6018987"/>
                  <a:pt x="22274530" y="5980465"/>
                </a:cubicBezTo>
                <a:cubicBezTo>
                  <a:pt x="22217946" y="5980465"/>
                  <a:pt x="22225470" y="6002134"/>
                  <a:pt x="22200262" y="6012968"/>
                </a:cubicBezTo>
                <a:lnTo>
                  <a:pt x="22199084" y="6013147"/>
                </a:lnTo>
                <a:lnTo>
                  <a:pt x="22199084" y="5996717"/>
                </a:lnTo>
                <a:cubicBezTo>
                  <a:pt x="22199084" y="5980465"/>
                  <a:pt x="22199084" y="5980465"/>
                  <a:pt x="22199084" y="5980465"/>
                </a:cubicBezTo>
                <a:cubicBezTo>
                  <a:pt x="22160558" y="5980465"/>
                  <a:pt x="22123638" y="5980465"/>
                  <a:pt x="22085112" y="5980465"/>
                </a:cubicBezTo>
                <a:cubicBezTo>
                  <a:pt x="22046588" y="5943549"/>
                  <a:pt x="22046588" y="5905027"/>
                  <a:pt x="22008062" y="5905027"/>
                </a:cubicBezTo>
                <a:cubicBezTo>
                  <a:pt x="21932616" y="5905027"/>
                  <a:pt x="22008062" y="5943549"/>
                  <a:pt x="22008062" y="5980465"/>
                </a:cubicBezTo>
                <a:cubicBezTo>
                  <a:pt x="22065850" y="5980465"/>
                  <a:pt x="22101968" y="6002134"/>
                  <a:pt x="22148244" y="6012968"/>
                </a:cubicBezTo>
                <a:lnTo>
                  <a:pt x="22177452" y="6016426"/>
                </a:lnTo>
                <a:lnTo>
                  <a:pt x="22160558" y="6018987"/>
                </a:lnTo>
                <a:cubicBezTo>
                  <a:pt x="22199084" y="6096030"/>
                  <a:pt x="22123638" y="6132947"/>
                  <a:pt x="22199084" y="6132947"/>
                </a:cubicBezTo>
                <a:cubicBezTo>
                  <a:pt x="22160558" y="6132947"/>
                  <a:pt x="22160558" y="6171468"/>
                  <a:pt x="22123638" y="6171468"/>
                </a:cubicBezTo>
                <a:cubicBezTo>
                  <a:pt x="22123638" y="6132947"/>
                  <a:pt x="22085112" y="6096030"/>
                  <a:pt x="22085112" y="6057509"/>
                </a:cubicBezTo>
                <a:cubicBezTo>
                  <a:pt x="22008062" y="6096030"/>
                  <a:pt x="21932616" y="6096030"/>
                  <a:pt x="21855564" y="6096030"/>
                </a:cubicBezTo>
                <a:cubicBezTo>
                  <a:pt x="21855564" y="6132947"/>
                  <a:pt x="21932616" y="6132947"/>
                  <a:pt x="21971142" y="6132947"/>
                </a:cubicBezTo>
                <a:cubicBezTo>
                  <a:pt x="21932616" y="6132947"/>
                  <a:pt x="21894090" y="6171468"/>
                  <a:pt x="21971142" y="6171468"/>
                </a:cubicBezTo>
                <a:cubicBezTo>
                  <a:pt x="21894090" y="6171468"/>
                  <a:pt x="21780118" y="6209989"/>
                  <a:pt x="21741594" y="6171468"/>
                </a:cubicBezTo>
                <a:cubicBezTo>
                  <a:pt x="21741594" y="6171468"/>
                  <a:pt x="21741594" y="6248511"/>
                  <a:pt x="21780118" y="6248511"/>
                </a:cubicBezTo>
                <a:cubicBezTo>
                  <a:pt x="21741594" y="6248511"/>
                  <a:pt x="21666148" y="6285427"/>
                  <a:pt x="21627622" y="6285427"/>
                </a:cubicBezTo>
                <a:cubicBezTo>
                  <a:pt x="21627622" y="6323949"/>
                  <a:pt x="21666148" y="6285427"/>
                  <a:pt x="21666148" y="6323949"/>
                </a:cubicBezTo>
                <a:cubicBezTo>
                  <a:pt x="21589096" y="6323949"/>
                  <a:pt x="21550570" y="6362471"/>
                  <a:pt x="21513650" y="6323949"/>
                </a:cubicBezTo>
                <a:cubicBezTo>
                  <a:pt x="21436598" y="6362471"/>
                  <a:pt x="21550570" y="6400992"/>
                  <a:pt x="21589096" y="6437909"/>
                </a:cubicBezTo>
                <a:cubicBezTo>
                  <a:pt x="21627622" y="6437909"/>
                  <a:pt x="21627622" y="6437909"/>
                  <a:pt x="21666148" y="6400992"/>
                </a:cubicBezTo>
                <a:cubicBezTo>
                  <a:pt x="21741594" y="6437909"/>
                  <a:pt x="21589096" y="6437909"/>
                  <a:pt x="21666148" y="6476430"/>
                </a:cubicBezTo>
                <a:cubicBezTo>
                  <a:pt x="21627622" y="6476430"/>
                  <a:pt x="21627622" y="6514951"/>
                  <a:pt x="21589096" y="6514951"/>
                </a:cubicBezTo>
                <a:cubicBezTo>
                  <a:pt x="21627622" y="6514951"/>
                  <a:pt x="21627622" y="6553473"/>
                  <a:pt x="21666148" y="6553473"/>
                </a:cubicBezTo>
                <a:cubicBezTo>
                  <a:pt x="21703068" y="6590389"/>
                  <a:pt x="21666148" y="6590389"/>
                  <a:pt x="21627622" y="6628911"/>
                </a:cubicBezTo>
                <a:cubicBezTo>
                  <a:pt x="21741594" y="6667433"/>
                  <a:pt x="21703068" y="6590389"/>
                  <a:pt x="21780118" y="6553473"/>
                </a:cubicBezTo>
                <a:cubicBezTo>
                  <a:pt x="21780118" y="6553473"/>
                  <a:pt x="21822556" y="6617575"/>
                  <a:pt x="21795694" y="6633375"/>
                </a:cubicBezTo>
                <a:lnTo>
                  <a:pt x="21795112" y="6633474"/>
                </a:lnTo>
                <a:lnTo>
                  <a:pt x="21741594" y="6628911"/>
                </a:lnTo>
                <a:cubicBezTo>
                  <a:pt x="21755840" y="6633726"/>
                  <a:pt x="21767126" y="6636159"/>
                  <a:pt x="21775972" y="6636730"/>
                </a:cubicBezTo>
                <a:lnTo>
                  <a:pt x="21795112" y="6633474"/>
                </a:lnTo>
                <a:lnTo>
                  <a:pt x="21805126" y="6634328"/>
                </a:lnTo>
                <a:cubicBezTo>
                  <a:pt x="21873222" y="6643357"/>
                  <a:pt x="21951478" y="6657802"/>
                  <a:pt x="22008062" y="6628911"/>
                </a:cubicBezTo>
                <a:cubicBezTo>
                  <a:pt x="22008062" y="6667433"/>
                  <a:pt x="22046588" y="6667433"/>
                  <a:pt x="22123638" y="6704349"/>
                </a:cubicBezTo>
                <a:cubicBezTo>
                  <a:pt x="22065850" y="6704349"/>
                  <a:pt x="22051404" y="6683584"/>
                  <a:pt x="22015962" y="6688775"/>
                </a:cubicBezTo>
                <a:lnTo>
                  <a:pt x="21979770" y="6701351"/>
                </a:lnTo>
                <a:lnTo>
                  <a:pt x="21971142" y="6701105"/>
                </a:lnTo>
                <a:lnTo>
                  <a:pt x="21971142" y="6699734"/>
                </a:lnTo>
                <a:cubicBezTo>
                  <a:pt x="21971142" y="6695120"/>
                  <a:pt x="21971142" y="6685891"/>
                  <a:pt x="21971142" y="6667433"/>
                </a:cubicBezTo>
                <a:cubicBezTo>
                  <a:pt x="21855564" y="6667433"/>
                  <a:pt x="21894090" y="6704349"/>
                  <a:pt x="21818644" y="6667433"/>
                </a:cubicBezTo>
                <a:cubicBezTo>
                  <a:pt x="21837104" y="6685891"/>
                  <a:pt x="21875228" y="6695120"/>
                  <a:pt x="21922984" y="6699734"/>
                </a:cubicBezTo>
                <a:lnTo>
                  <a:pt x="21971142" y="6701105"/>
                </a:lnTo>
                <a:lnTo>
                  <a:pt x="21971142" y="6704349"/>
                </a:lnTo>
                <a:lnTo>
                  <a:pt x="21979770" y="6701351"/>
                </a:lnTo>
                <a:lnTo>
                  <a:pt x="22085112" y="6704349"/>
                </a:lnTo>
                <a:cubicBezTo>
                  <a:pt x="22085112" y="6704349"/>
                  <a:pt x="22085112" y="6704349"/>
                  <a:pt x="22085112" y="6742871"/>
                </a:cubicBezTo>
                <a:cubicBezTo>
                  <a:pt x="22046588" y="6742871"/>
                  <a:pt x="22046588" y="6742871"/>
                  <a:pt x="22046588" y="6742871"/>
                </a:cubicBezTo>
                <a:cubicBezTo>
                  <a:pt x="22046588" y="6781392"/>
                  <a:pt x="22085112" y="6781392"/>
                  <a:pt x="22085112" y="6781392"/>
                </a:cubicBezTo>
                <a:cubicBezTo>
                  <a:pt x="22085112" y="6819913"/>
                  <a:pt x="22085112" y="6819913"/>
                  <a:pt x="22046588" y="6819913"/>
                </a:cubicBezTo>
                <a:cubicBezTo>
                  <a:pt x="21971142" y="6781392"/>
                  <a:pt x="21932616" y="6819913"/>
                  <a:pt x="21894090" y="6781392"/>
                </a:cubicBezTo>
                <a:cubicBezTo>
                  <a:pt x="21855564" y="6742871"/>
                  <a:pt x="21971142" y="6781392"/>
                  <a:pt x="21971142" y="6742871"/>
                </a:cubicBezTo>
                <a:cubicBezTo>
                  <a:pt x="21932616" y="6742871"/>
                  <a:pt x="21818644" y="6781392"/>
                  <a:pt x="21780118" y="6781392"/>
                </a:cubicBezTo>
                <a:lnTo>
                  <a:pt x="21780118" y="6819913"/>
                </a:lnTo>
                <a:cubicBezTo>
                  <a:pt x="21780118" y="6856830"/>
                  <a:pt x="21894090" y="6856830"/>
                  <a:pt x="21780118" y="6895351"/>
                </a:cubicBezTo>
                <a:cubicBezTo>
                  <a:pt x="21818644" y="6933873"/>
                  <a:pt x="21818644" y="6895351"/>
                  <a:pt x="21894090" y="6895351"/>
                </a:cubicBezTo>
                <a:lnTo>
                  <a:pt x="21894090" y="6933873"/>
                </a:lnTo>
                <a:cubicBezTo>
                  <a:pt x="21932616" y="6972395"/>
                  <a:pt x="22046588" y="6895351"/>
                  <a:pt x="22046588" y="6856830"/>
                </a:cubicBezTo>
                <a:cubicBezTo>
                  <a:pt x="22085112" y="6895351"/>
                  <a:pt x="22046588" y="6856830"/>
                  <a:pt x="22123638" y="6895351"/>
                </a:cubicBezTo>
                <a:cubicBezTo>
                  <a:pt x="22160558" y="6933873"/>
                  <a:pt x="22085112" y="6895351"/>
                  <a:pt x="22046588" y="6895351"/>
                </a:cubicBezTo>
                <a:cubicBezTo>
                  <a:pt x="22046588" y="6933873"/>
                  <a:pt x="22046588" y="6972395"/>
                  <a:pt x="22085112" y="6972395"/>
                </a:cubicBezTo>
                <a:cubicBezTo>
                  <a:pt x="22046588" y="7009311"/>
                  <a:pt x="22046588" y="7086354"/>
                  <a:pt x="22123638" y="7161792"/>
                </a:cubicBezTo>
                <a:cubicBezTo>
                  <a:pt x="22085112" y="7124875"/>
                  <a:pt x="22046588" y="7086354"/>
                  <a:pt x="22008062" y="7086354"/>
                </a:cubicBezTo>
                <a:cubicBezTo>
                  <a:pt x="21932616" y="7086354"/>
                  <a:pt x="21971142" y="7124875"/>
                  <a:pt x="22008062" y="7161792"/>
                </a:cubicBezTo>
                <a:cubicBezTo>
                  <a:pt x="21932616" y="7161792"/>
                  <a:pt x="21894090" y="7124875"/>
                  <a:pt x="21855564" y="7124875"/>
                </a:cubicBezTo>
                <a:cubicBezTo>
                  <a:pt x="21855564" y="7086354"/>
                  <a:pt x="21932616" y="7124875"/>
                  <a:pt x="21932616" y="7086354"/>
                </a:cubicBezTo>
                <a:cubicBezTo>
                  <a:pt x="21932616" y="7086354"/>
                  <a:pt x="21932616" y="7047833"/>
                  <a:pt x="21894090" y="7047833"/>
                </a:cubicBezTo>
                <a:cubicBezTo>
                  <a:pt x="21855564" y="7047833"/>
                  <a:pt x="21855564" y="7086354"/>
                  <a:pt x="21818644" y="7124875"/>
                </a:cubicBezTo>
                <a:cubicBezTo>
                  <a:pt x="21780118" y="7124875"/>
                  <a:pt x="21855564" y="7086354"/>
                  <a:pt x="21818644" y="7047833"/>
                </a:cubicBezTo>
                <a:cubicBezTo>
                  <a:pt x="21741594" y="7009311"/>
                  <a:pt x="21780118" y="7047833"/>
                  <a:pt x="21741594" y="7047833"/>
                </a:cubicBezTo>
                <a:cubicBezTo>
                  <a:pt x="21741594" y="7009311"/>
                  <a:pt x="21627622" y="6972395"/>
                  <a:pt x="21550570" y="6933873"/>
                </a:cubicBezTo>
                <a:cubicBezTo>
                  <a:pt x="21550570" y="6933873"/>
                  <a:pt x="21627622" y="6933873"/>
                  <a:pt x="21589096" y="6895351"/>
                </a:cubicBezTo>
                <a:cubicBezTo>
                  <a:pt x="21589096" y="6856830"/>
                  <a:pt x="21513650" y="6856830"/>
                  <a:pt x="21436598" y="6819913"/>
                </a:cubicBezTo>
                <a:cubicBezTo>
                  <a:pt x="21436598" y="6781392"/>
                  <a:pt x="21513650" y="6819913"/>
                  <a:pt x="21550570" y="6781392"/>
                </a:cubicBezTo>
                <a:cubicBezTo>
                  <a:pt x="21550570" y="6819913"/>
                  <a:pt x="21589096" y="6856830"/>
                  <a:pt x="21666148" y="6819913"/>
                </a:cubicBezTo>
                <a:cubicBezTo>
                  <a:pt x="21550570" y="6781392"/>
                  <a:pt x="21475124" y="6742871"/>
                  <a:pt x="21398074" y="6667433"/>
                </a:cubicBezTo>
                <a:cubicBezTo>
                  <a:pt x="21398074" y="6648172"/>
                  <a:pt x="21417336" y="6638541"/>
                  <a:pt x="21450846" y="6633726"/>
                </a:cubicBezTo>
                <a:lnTo>
                  <a:pt x="21475124" y="6632030"/>
                </a:lnTo>
                <a:lnTo>
                  <a:pt x="21475124" y="6651758"/>
                </a:lnTo>
                <a:cubicBezTo>
                  <a:pt x="21475124" y="6669740"/>
                  <a:pt x="21475124" y="6676662"/>
                  <a:pt x="21475124" y="6704349"/>
                </a:cubicBezTo>
                <a:cubicBezTo>
                  <a:pt x="21550570" y="6704349"/>
                  <a:pt x="21627622" y="6704349"/>
                  <a:pt x="21627622" y="6667433"/>
                </a:cubicBezTo>
                <a:cubicBezTo>
                  <a:pt x="21569834" y="6667433"/>
                  <a:pt x="21555386" y="6645764"/>
                  <a:pt x="21519946" y="6634930"/>
                </a:cubicBezTo>
                <a:lnTo>
                  <a:pt x="21490406" y="6630963"/>
                </a:lnTo>
                <a:lnTo>
                  <a:pt x="21511168" y="6629513"/>
                </a:lnTo>
                <a:cubicBezTo>
                  <a:pt x="21534418" y="6628911"/>
                  <a:pt x="21560604" y="6628911"/>
                  <a:pt x="21589096" y="6628911"/>
                </a:cubicBezTo>
                <a:cubicBezTo>
                  <a:pt x="21627622" y="6628911"/>
                  <a:pt x="21589096" y="6590389"/>
                  <a:pt x="21627622" y="6590389"/>
                </a:cubicBezTo>
                <a:cubicBezTo>
                  <a:pt x="21627622" y="6553473"/>
                  <a:pt x="21513650" y="6590389"/>
                  <a:pt x="21550570" y="6590389"/>
                </a:cubicBezTo>
                <a:cubicBezTo>
                  <a:pt x="21513650" y="6553473"/>
                  <a:pt x="21436598" y="6553473"/>
                  <a:pt x="21398074" y="6553473"/>
                </a:cubicBezTo>
                <a:cubicBezTo>
                  <a:pt x="21407704" y="6553473"/>
                  <a:pt x="21410212" y="6551065"/>
                  <a:pt x="21409134" y="6547454"/>
                </a:cubicBezTo>
                <a:lnTo>
                  <a:pt x="21406910" y="6544638"/>
                </a:lnTo>
                <a:lnTo>
                  <a:pt x="21436598" y="6514951"/>
                </a:lnTo>
                <a:cubicBezTo>
                  <a:pt x="21436598" y="6514951"/>
                  <a:pt x="21436598" y="6514951"/>
                  <a:pt x="21398074" y="6514951"/>
                </a:cubicBezTo>
                <a:cubicBezTo>
                  <a:pt x="21379612" y="6514951"/>
                  <a:pt x="21389244" y="6524581"/>
                  <a:pt x="21398674" y="6534212"/>
                </a:cubicBezTo>
                <a:lnTo>
                  <a:pt x="21406910" y="6544638"/>
                </a:lnTo>
                <a:lnTo>
                  <a:pt x="21398074" y="6553473"/>
                </a:lnTo>
                <a:cubicBezTo>
                  <a:pt x="21285706" y="6514951"/>
                  <a:pt x="21208656" y="6553473"/>
                  <a:pt x="21093078" y="6553473"/>
                </a:cubicBezTo>
                <a:cubicBezTo>
                  <a:pt x="21133210" y="6553473"/>
                  <a:pt x="21093078" y="6514951"/>
                  <a:pt x="21056158" y="6514951"/>
                </a:cubicBezTo>
                <a:cubicBezTo>
                  <a:pt x="20940582" y="6514951"/>
                  <a:pt x="20865136" y="6590389"/>
                  <a:pt x="20828216" y="6514951"/>
                </a:cubicBezTo>
                <a:cubicBezTo>
                  <a:pt x="20865136" y="6476430"/>
                  <a:pt x="21170130" y="6476430"/>
                  <a:pt x="21093078" y="6400992"/>
                </a:cubicBezTo>
                <a:cubicBezTo>
                  <a:pt x="21133210" y="6400992"/>
                  <a:pt x="21208656" y="6437909"/>
                  <a:pt x="21245576" y="6362471"/>
                </a:cubicBezTo>
                <a:cubicBezTo>
                  <a:pt x="21245576" y="6362471"/>
                  <a:pt x="21170130" y="6362471"/>
                  <a:pt x="21208656" y="6323949"/>
                </a:cubicBezTo>
                <a:cubicBezTo>
                  <a:pt x="21133210" y="6323949"/>
                  <a:pt x="21093078" y="6362471"/>
                  <a:pt x="21017632" y="6362471"/>
                </a:cubicBezTo>
                <a:cubicBezTo>
                  <a:pt x="21093078" y="6362471"/>
                  <a:pt x="21056158" y="6285427"/>
                  <a:pt x="20940582" y="6323949"/>
                </a:cubicBezTo>
                <a:cubicBezTo>
                  <a:pt x="20940582" y="6285427"/>
                  <a:pt x="20980712" y="6285427"/>
                  <a:pt x="20980712" y="6285427"/>
                </a:cubicBezTo>
                <a:cubicBezTo>
                  <a:pt x="20980712" y="6248511"/>
                  <a:pt x="20940582" y="6248511"/>
                  <a:pt x="20903662" y="6209989"/>
                </a:cubicBezTo>
                <a:cubicBezTo>
                  <a:pt x="20828216" y="6248511"/>
                  <a:pt x="20751164" y="6285427"/>
                  <a:pt x="20712638" y="6362471"/>
                </a:cubicBezTo>
                <a:cubicBezTo>
                  <a:pt x="20712638" y="6362471"/>
                  <a:pt x="20712638" y="6323949"/>
                  <a:pt x="20675718" y="6323949"/>
                </a:cubicBezTo>
                <a:cubicBezTo>
                  <a:pt x="20523220" y="6323949"/>
                  <a:pt x="20560142" y="6400992"/>
                  <a:pt x="20446170" y="6400992"/>
                </a:cubicBezTo>
                <a:cubicBezTo>
                  <a:pt x="20446170" y="6437909"/>
                  <a:pt x="20483090" y="6437909"/>
                  <a:pt x="20483090" y="6437909"/>
                </a:cubicBezTo>
                <a:cubicBezTo>
                  <a:pt x="20446170" y="6476430"/>
                  <a:pt x="20370724" y="6553473"/>
                  <a:pt x="20407644" y="6590389"/>
                </a:cubicBezTo>
                <a:cubicBezTo>
                  <a:pt x="20330592" y="6590389"/>
                  <a:pt x="20407644" y="6476430"/>
                  <a:pt x="20293672" y="6476430"/>
                </a:cubicBezTo>
                <a:cubicBezTo>
                  <a:pt x="20293672" y="6476430"/>
                  <a:pt x="20330592" y="6476430"/>
                  <a:pt x="20370724" y="6476430"/>
                </a:cubicBezTo>
                <a:cubicBezTo>
                  <a:pt x="20370724" y="6437909"/>
                  <a:pt x="20330592" y="6400992"/>
                  <a:pt x="20293672" y="6400992"/>
                </a:cubicBezTo>
                <a:lnTo>
                  <a:pt x="20370724" y="6400992"/>
                </a:lnTo>
                <a:cubicBezTo>
                  <a:pt x="20293672" y="6323949"/>
                  <a:pt x="20330592" y="6400992"/>
                  <a:pt x="20370724" y="6285427"/>
                </a:cubicBezTo>
                <a:cubicBezTo>
                  <a:pt x="20293672" y="6285427"/>
                  <a:pt x="20218226" y="6285427"/>
                  <a:pt x="20255146" y="6209989"/>
                </a:cubicBezTo>
                <a:cubicBezTo>
                  <a:pt x="20141176" y="6209989"/>
                  <a:pt x="20102650" y="6209989"/>
                  <a:pt x="19950152" y="6209989"/>
                </a:cubicBezTo>
                <a:cubicBezTo>
                  <a:pt x="19950152" y="6248511"/>
                  <a:pt x="19988678" y="6248511"/>
                  <a:pt x="19988678" y="6285427"/>
                </a:cubicBezTo>
                <a:cubicBezTo>
                  <a:pt x="19913232" y="6248511"/>
                  <a:pt x="19950152" y="6209989"/>
                  <a:pt x="19873102" y="6171468"/>
                </a:cubicBezTo>
                <a:lnTo>
                  <a:pt x="19873102" y="6209989"/>
                </a:lnTo>
                <a:cubicBezTo>
                  <a:pt x="19836180" y="6209989"/>
                  <a:pt x="19797656" y="6209989"/>
                  <a:pt x="19797656" y="6171468"/>
                </a:cubicBezTo>
                <a:cubicBezTo>
                  <a:pt x="19760734" y="6171468"/>
                  <a:pt x="19797656" y="6209989"/>
                  <a:pt x="19797656" y="6209989"/>
                </a:cubicBezTo>
                <a:cubicBezTo>
                  <a:pt x="19720604" y="6209989"/>
                  <a:pt x="19720604" y="6248511"/>
                  <a:pt x="19683684" y="6209989"/>
                </a:cubicBezTo>
                <a:cubicBezTo>
                  <a:pt x="19568106" y="6285427"/>
                  <a:pt x="19531186" y="6362471"/>
                  <a:pt x="19492660" y="6476430"/>
                </a:cubicBezTo>
                <a:cubicBezTo>
                  <a:pt x="19455740" y="6476430"/>
                  <a:pt x="19417214" y="6437909"/>
                  <a:pt x="19417214" y="6476430"/>
                </a:cubicBezTo>
                <a:cubicBezTo>
                  <a:pt x="19378690" y="6476430"/>
                  <a:pt x="19264718" y="6514951"/>
                  <a:pt x="19340164" y="6476430"/>
                </a:cubicBezTo>
                <a:cubicBezTo>
                  <a:pt x="19264718" y="6476430"/>
                  <a:pt x="19340164" y="6476430"/>
                  <a:pt x="19303244" y="6514951"/>
                </a:cubicBezTo>
                <a:cubicBezTo>
                  <a:pt x="19264718" y="6514951"/>
                  <a:pt x="19264718" y="6476430"/>
                  <a:pt x="19187666" y="6476430"/>
                </a:cubicBezTo>
                <a:cubicBezTo>
                  <a:pt x="19150746" y="6476430"/>
                  <a:pt x="19187666" y="6514951"/>
                  <a:pt x="19226192" y="6514951"/>
                </a:cubicBezTo>
                <a:cubicBezTo>
                  <a:pt x="19206930" y="6514951"/>
                  <a:pt x="19188068" y="6514951"/>
                  <a:pt x="19164390" y="6514951"/>
                </a:cubicBezTo>
                <a:lnTo>
                  <a:pt x="19105598" y="6514951"/>
                </a:lnTo>
                <a:lnTo>
                  <a:pt x="19097772" y="6514951"/>
                </a:lnTo>
                <a:lnTo>
                  <a:pt x="19073694" y="6514951"/>
                </a:lnTo>
                <a:lnTo>
                  <a:pt x="19068278" y="6514951"/>
                </a:lnTo>
                <a:cubicBezTo>
                  <a:pt x="19056840" y="6514951"/>
                  <a:pt x="19044802" y="6514951"/>
                  <a:pt x="19035170" y="6514951"/>
                </a:cubicBezTo>
                <a:cubicBezTo>
                  <a:pt x="19035170" y="6514951"/>
                  <a:pt x="18998250" y="6553473"/>
                  <a:pt x="18959724" y="6514951"/>
                </a:cubicBezTo>
                <a:cubicBezTo>
                  <a:pt x="18998250" y="6553473"/>
                  <a:pt x="19035170" y="6553473"/>
                  <a:pt x="19112220" y="6553473"/>
                </a:cubicBezTo>
                <a:cubicBezTo>
                  <a:pt x="19073694" y="6553473"/>
                  <a:pt x="19112220" y="6553473"/>
                  <a:pt x="19150746" y="6590389"/>
                </a:cubicBezTo>
                <a:cubicBezTo>
                  <a:pt x="19150746" y="6590389"/>
                  <a:pt x="19112220" y="6590389"/>
                  <a:pt x="19112220" y="6628911"/>
                </a:cubicBezTo>
                <a:cubicBezTo>
                  <a:pt x="19073694" y="6553473"/>
                  <a:pt x="19073694" y="6628911"/>
                  <a:pt x="18998250" y="6590389"/>
                </a:cubicBezTo>
                <a:cubicBezTo>
                  <a:pt x="18998250" y="6628911"/>
                  <a:pt x="18959724" y="6590389"/>
                  <a:pt x="18959724" y="6667433"/>
                </a:cubicBezTo>
                <a:cubicBezTo>
                  <a:pt x="19035170" y="6628911"/>
                  <a:pt x="19150746" y="6628911"/>
                  <a:pt x="19226192" y="6628911"/>
                </a:cubicBezTo>
                <a:cubicBezTo>
                  <a:pt x="19340164" y="6667433"/>
                  <a:pt x="19378690" y="6590389"/>
                  <a:pt x="19492660" y="6590389"/>
                </a:cubicBezTo>
                <a:cubicBezTo>
                  <a:pt x="19492660" y="6628911"/>
                  <a:pt x="19531186" y="6628911"/>
                  <a:pt x="19608238" y="6628911"/>
                </a:cubicBezTo>
                <a:cubicBezTo>
                  <a:pt x="19608238" y="6667433"/>
                  <a:pt x="19531186" y="6628911"/>
                  <a:pt x="19568106" y="6667433"/>
                </a:cubicBezTo>
                <a:cubicBezTo>
                  <a:pt x="19492660" y="6667433"/>
                  <a:pt x="19492660" y="6667433"/>
                  <a:pt x="19455740" y="6667433"/>
                </a:cubicBezTo>
                <a:cubicBezTo>
                  <a:pt x="19492660" y="6704349"/>
                  <a:pt x="19568106" y="6667433"/>
                  <a:pt x="19608238" y="6667433"/>
                </a:cubicBezTo>
                <a:cubicBezTo>
                  <a:pt x="19608238" y="6704349"/>
                  <a:pt x="19608238" y="6704349"/>
                  <a:pt x="19608238" y="6704349"/>
                </a:cubicBezTo>
                <a:cubicBezTo>
                  <a:pt x="19531186" y="6704349"/>
                  <a:pt x="19492660" y="6781392"/>
                  <a:pt x="19531186" y="6856830"/>
                </a:cubicBezTo>
                <a:cubicBezTo>
                  <a:pt x="19455740" y="6895351"/>
                  <a:pt x="19455740" y="6895351"/>
                  <a:pt x="19492660" y="6933873"/>
                </a:cubicBezTo>
                <a:cubicBezTo>
                  <a:pt x="19417214" y="6933873"/>
                  <a:pt x="19378690" y="6933873"/>
                  <a:pt x="19340164" y="6933873"/>
                </a:cubicBezTo>
                <a:cubicBezTo>
                  <a:pt x="19303244" y="6972395"/>
                  <a:pt x="19112220" y="6972395"/>
                  <a:pt x="19187666" y="7047833"/>
                </a:cubicBezTo>
                <a:cubicBezTo>
                  <a:pt x="19187666" y="7047833"/>
                  <a:pt x="19150746" y="7047833"/>
                  <a:pt x="19073694" y="7086354"/>
                </a:cubicBezTo>
                <a:cubicBezTo>
                  <a:pt x="19073694" y="7047833"/>
                  <a:pt x="19112220" y="7047833"/>
                  <a:pt x="19150746" y="7047833"/>
                </a:cubicBezTo>
                <a:cubicBezTo>
                  <a:pt x="19150746" y="7009311"/>
                  <a:pt x="19112220" y="7009311"/>
                  <a:pt x="19073694" y="7009311"/>
                </a:cubicBezTo>
                <a:cubicBezTo>
                  <a:pt x="19073694" y="6972395"/>
                  <a:pt x="19187666" y="7009311"/>
                  <a:pt x="19150746" y="6972395"/>
                </a:cubicBezTo>
                <a:cubicBezTo>
                  <a:pt x="19112220" y="6933873"/>
                  <a:pt x="18959724" y="6933873"/>
                  <a:pt x="18959724" y="6933873"/>
                </a:cubicBezTo>
                <a:cubicBezTo>
                  <a:pt x="18921198" y="6933873"/>
                  <a:pt x="18882672" y="6895351"/>
                  <a:pt x="18845752" y="6933873"/>
                </a:cubicBezTo>
                <a:cubicBezTo>
                  <a:pt x="18845752" y="6924243"/>
                  <a:pt x="18843344" y="6917020"/>
                  <a:pt x="18839732" y="6911603"/>
                </a:cubicBezTo>
                <a:lnTo>
                  <a:pt x="18832052" y="6904970"/>
                </a:lnTo>
                <a:lnTo>
                  <a:pt x="18833036" y="6904831"/>
                </a:lnTo>
                <a:cubicBezTo>
                  <a:pt x="18836722" y="6903176"/>
                  <a:pt x="18840936" y="6900166"/>
                  <a:pt x="18845752" y="6895351"/>
                </a:cubicBezTo>
                <a:cubicBezTo>
                  <a:pt x="18882672" y="6895351"/>
                  <a:pt x="18807226" y="6856830"/>
                  <a:pt x="18730176" y="6856830"/>
                </a:cubicBezTo>
                <a:cubicBezTo>
                  <a:pt x="18768700" y="6856830"/>
                  <a:pt x="18768700" y="6819913"/>
                  <a:pt x="18768700" y="6819913"/>
                </a:cubicBezTo>
                <a:cubicBezTo>
                  <a:pt x="18654730" y="6819913"/>
                  <a:pt x="18579284" y="6742871"/>
                  <a:pt x="18463706" y="6781392"/>
                </a:cubicBezTo>
                <a:cubicBezTo>
                  <a:pt x="18444844" y="6781392"/>
                  <a:pt x="18437822" y="6783800"/>
                  <a:pt x="18436718" y="6786809"/>
                </a:cubicBezTo>
                <a:lnTo>
                  <a:pt x="18436784" y="6786879"/>
                </a:lnTo>
                <a:lnTo>
                  <a:pt x="18426786" y="6781392"/>
                </a:lnTo>
                <a:cubicBezTo>
                  <a:pt x="18388260" y="6781392"/>
                  <a:pt x="18426786" y="6742871"/>
                  <a:pt x="18274288" y="6742871"/>
                </a:cubicBezTo>
                <a:cubicBezTo>
                  <a:pt x="18311210" y="6704349"/>
                  <a:pt x="18235764" y="6704349"/>
                  <a:pt x="18235764" y="6667433"/>
                </a:cubicBezTo>
                <a:cubicBezTo>
                  <a:pt x="18197238" y="6667433"/>
                  <a:pt x="18158712" y="6704349"/>
                  <a:pt x="18158712" y="6742871"/>
                </a:cubicBezTo>
                <a:cubicBezTo>
                  <a:pt x="18158712" y="6713980"/>
                  <a:pt x="18094602" y="6685991"/>
                  <a:pt x="18046294" y="6689377"/>
                </a:cubicBezTo>
                <a:lnTo>
                  <a:pt x="18034462" y="6693797"/>
                </a:lnTo>
                <a:lnTo>
                  <a:pt x="18044138" y="6678618"/>
                </a:lnTo>
                <a:cubicBezTo>
                  <a:pt x="18051964" y="6672148"/>
                  <a:pt x="18064004" y="6667433"/>
                  <a:pt x="18083266" y="6667433"/>
                </a:cubicBezTo>
                <a:cubicBezTo>
                  <a:pt x="17969294" y="6590389"/>
                  <a:pt x="17778272" y="6667433"/>
                  <a:pt x="17739746" y="6553473"/>
                </a:cubicBezTo>
                <a:cubicBezTo>
                  <a:pt x="17664300" y="6628911"/>
                  <a:pt x="17664300" y="6590389"/>
                  <a:pt x="17625774" y="6590389"/>
                </a:cubicBezTo>
                <a:cubicBezTo>
                  <a:pt x="17625774" y="6590389"/>
                  <a:pt x="17625774" y="6628911"/>
                  <a:pt x="17664300" y="6628911"/>
                </a:cubicBezTo>
                <a:cubicBezTo>
                  <a:pt x="17625774" y="6628911"/>
                  <a:pt x="17511802" y="6628911"/>
                  <a:pt x="17434752" y="6628911"/>
                </a:cubicBezTo>
                <a:cubicBezTo>
                  <a:pt x="17434752" y="6628911"/>
                  <a:pt x="17434752" y="6628911"/>
                  <a:pt x="17434752" y="6667433"/>
                </a:cubicBezTo>
                <a:cubicBezTo>
                  <a:pt x="17473278" y="6704349"/>
                  <a:pt x="17473278" y="6667433"/>
                  <a:pt x="17473278" y="6667433"/>
                </a:cubicBezTo>
                <a:cubicBezTo>
                  <a:pt x="17511802" y="6628911"/>
                  <a:pt x="17511802" y="6704349"/>
                  <a:pt x="17587248" y="6667433"/>
                </a:cubicBezTo>
                <a:cubicBezTo>
                  <a:pt x="17548724" y="6667433"/>
                  <a:pt x="17548724" y="6742871"/>
                  <a:pt x="17587248" y="6742871"/>
                </a:cubicBezTo>
                <a:cubicBezTo>
                  <a:pt x="17664300" y="6781392"/>
                  <a:pt x="17853718" y="6704349"/>
                  <a:pt x="17930768" y="6704349"/>
                </a:cubicBezTo>
                <a:cubicBezTo>
                  <a:pt x="17816798" y="6742871"/>
                  <a:pt x="17664300" y="6819913"/>
                  <a:pt x="17548724" y="6819913"/>
                </a:cubicBezTo>
                <a:cubicBezTo>
                  <a:pt x="17511802" y="6819913"/>
                  <a:pt x="17548724" y="6856830"/>
                  <a:pt x="17548724" y="6856830"/>
                </a:cubicBezTo>
                <a:cubicBezTo>
                  <a:pt x="17548724" y="6856830"/>
                  <a:pt x="17434752" y="6856830"/>
                  <a:pt x="17511802" y="6895351"/>
                </a:cubicBezTo>
                <a:cubicBezTo>
                  <a:pt x="17511802" y="6933873"/>
                  <a:pt x="17473278" y="6895351"/>
                  <a:pt x="17434752" y="6895351"/>
                </a:cubicBezTo>
                <a:cubicBezTo>
                  <a:pt x="17473278" y="6933873"/>
                  <a:pt x="17587248" y="6933873"/>
                  <a:pt x="17587248" y="6972395"/>
                </a:cubicBezTo>
                <a:cubicBezTo>
                  <a:pt x="17664300" y="6972395"/>
                  <a:pt x="17664300" y="7009311"/>
                  <a:pt x="17739746" y="7009311"/>
                </a:cubicBezTo>
                <a:cubicBezTo>
                  <a:pt x="17778272" y="6933873"/>
                  <a:pt x="17548724" y="6933873"/>
                  <a:pt x="17548724" y="6895351"/>
                </a:cubicBezTo>
                <a:cubicBezTo>
                  <a:pt x="17625774" y="6895351"/>
                  <a:pt x="17625774" y="6933873"/>
                  <a:pt x="17664300" y="6933873"/>
                </a:cubicBezTo>
                <a:cubicBezTo>
                  <a:pt x="17701220" y="6895351"/>
                  <a:pt x="17625774" y="6856830"/>
                  <a:pt x="17625774" y="6819913"/>
                </a:cubicBezTo>
                <a:cubicBezTo>
                  <a:pt x="17701220" y="6856830"/>
                  <a:pt x="17739746" y="6895351"/>
                  <a:pt x="17778272" y="6933873"/>
                </a:cubicBezTo>
                <a:cubicBezTo>
                  <a:pt x="17816798" y="6933873"/>
                  <a:pt x="17816798" y="6933873"/>
                  <a:pt x="17853718" y="6933873"/>
                </a:cubicBezTo>
                <a:cubicBezTo>
                  <a:pt x="17853718" y="6933873"/>
                  <a:pt x="17853718" y="6972395"/>
                  <a:pt x="17892244" y="6972395"/>
                </a:cubicBezTo>
                <a:cubicBezTo>
                  <a:pt x="17892244" y="6972395"/>
                  <a:pt x="17930768" y="7009311"/>
                  <a:pt x="17892244" y="7047833"/>
                </a:cubicBezTo>
                <a:cubicBezTo>
                  <a:pt x="17930768" y="7009311"/>
                  <a:pt x="17892244" y="7124875"/>
                  <a:pt x="17969294" y="7124875"/>
                </a:cubicBezTo>
                <a:cubicBezTo>
                  <a:pt x="18044740" y="7086354"/>
                  <a:pt x="18121792" y="7086354"/>
                  <a:pt x="18197238" y="7124875"/>
                </a:cubicBezTo>
                <a:cubicBezTo>
                  <a:pt x="18235764" y="7086354"/>
                  <a:pt x="18158712" y="7086354"/>
                  <a:pt x="18158712" y="7047833"/>
                </a:cubicBezTo>
                <a:cubicBezTo>
                  <a:pt x="18197238" y="7086354"/>
                  <a:pt x="18274288" y="7086354"/>
                  <a:pt x="18274288" y="7124875"/>
                </a:cubicBezTo>
                <a:cubicBezTo>
                  <a:pt x="18216500" y="7152563"/>
                  <a:pt x="18137944" y="7181153"/>
                  <a:pt x="18069772" y="7193717"/>
                </a:cubicBezTo>
                <a:lnTo>
                  <a:pt x="18010608" y="7199857"/>
                </a:lnTo>
                <a:lnTo>
                  <a:pt x="17987704" y="7189253"/>
                </a:lnTo>
                <a:cubicBezTo>
                  <a:pt x="17976418" y="7180952"/>
                  <a:pt x="17969294" y="7171422"/>
                  <a:pt x="17969294" y="7161792"/>
                </a:cubicBezTo>
                <a:cubicBezTo>
                  <a:pt x="17892244" y="7200313"/>
                  <a:pt x="17853718" y="7161792"/>
                  <a:pt x="17778272" y="7200313"/>
                </a:cubicBezTo>
                <a:cubicBezTo>
                  <a:pt x="17778272" y="7200313"/>
                  <a:pt x="17778272" y="7200313"/>
                  <a:pt x="17739746" y="7200313"/>
                </a:cubicBezTo>
                <a:cubicBezTo>
                  <a:pt x="17701220" y="7200313"/>
                  <a:pt x="17816798" y="7237230"/>
                  <a:pt x="17739746" y="7237230"/>
                </a:cubicBezTo>
                <a:cubicBezTo>
                  <a:pt x="17739746" y="7237230"/>
                  <a:pt x="17739746" y="7200313"/>
                  <a:pt x="17701220" y="7161792"/>
                </a:cubicBezTo>
                <a:cubicBezTo>
                  <a:pt x="17664300" y="7200313"/>
                  <a:pt x="17587248" y="7237230"/>
                  <a:pt x="17511802" y="7200313"/>
                </a:cubicBezTo>
                <a:cubicBezTo>
                  <a:pt x="17587248" y="7200313"/>
                  <a:pt x="17664300" y="7200313"/>
                  <a:pt x="17664300" y="7161792"/>
                </a:cubicBezTo>
                <a:cubicBezTo>
                  <a:pt x="17587248" y="7161792"/>
                  <a:pt x="17473278" y="7086354"/>
                  <a:pt x="17359306" y="7124875"/>
                </a:cubicBezTo>
                <a:cubicBezTo>
                  <a:pt x="17396226" y="7124875"/>
                  <a:pt x="17434752" y="7124875"/>
                  <a:pt x="17473278" y="7161792"/>
                </a:cubicBezTo>
                <a:cubicBezTo>
                  <a:pt x="17434752" y="7237230"/>
                  <a:pt x="17243728" y="7200313"/>
                  <a:pt x="17129758" y="7237230"/>
                </a:cubicBezTo>
                <a:cubicBezTo>
                  <a:pt x="17168282" y="7237230"/>
                  <a:pt x="17168282" y="7277357"/>
                  <a:pt x="17168282" y="7277357"/>
                </a:cubicBezTo>
                <a:cubicBezTo>
                  <a:pt x="17091232" y="7277357"/>
                  <a:pt x="17091232" y="7314273"/>
                  <a:pt x="17015786" y="7277357"/>
                </a:cubicBezTo>
                <a:cubicBezTo>
                  <a:pt x="17015786" y="7314273"/>
                  <a:pt x="17091232" y="7314273"/>
                  <a:pt x="17091232" y="7352795"/>
                </a:cubicBezTo>
                <a:cubicBezTo>
                  <a:pt x="17054312" y="7352795"/>
                  <a:pt x="16938734" y="7277357"/>
                  <a:pt x="16901814" y="7352795"/>
                </a:cubicBezTo>
                <a:cubicBezTo>
                  <a:pt x="16938734" y="7389711"/>
                  <a:pt x="16938734" y="7314273"/>
                  <a:pt x="16977260" y="7352795"/>
                </a:cubicBezTo>
                <a:cubicBezTo>
                  <a:pt x="16938734" y="7389711"/>
                  <a:pt x="16901814" y="7389711"/>
                  <a:pt x="16824762" y="7389711"/>
                </a:cubicBezTo>
                <a:cubicBezTo>
                  <a:pt x="16901814" y="7352795"/>
                  <a:pt x="16863288" y="7352795"/>
                  <a:pt x="16824762" y="7314273"/>
                </a:cubicBezTo>
                <a:cubicBezTo>
                  <a:pt x="16786238" y="7314273"/>
                  <a:pt x="16786238" y="7352795"/>
                  <a:pt x="16749316" y="7352795"/>
                </a:cubicBezTo>
                <a:cubicBezTo>
                  <a:pt x="16710792" y="7314273"/>
                  <a:pt x="16596820" y="7314273"/>
                  <a:pt x="16558294" y="7277357"/>
                </a:cubicBezTo>
                <a:cubicBezTo>
                  <a:pt x="16672266" y="7314273"/>
                  <a:pt x="16901814" y="7314273"/>
                  <a:pt x="17054312" y="7237230"/>
                </a:cubicBezTo>
                <a:cubicBezTo>
                  <a:pt x="17015786" y="7237230"/>
                  <a:pt x="16901814" y="7237230"/>
                  <a:pt x="16824762" y="7277357"/>
                </a:cubicBezTo>
                <a:cubicBezTo>
                  <a:pt x="16824762" y="7237230"/>
                  <a:pt x="16749316" y="7277357"/>
                  <a:pt x="16749316" y="7237230"/>
                </a:cubicBezTo>
                <a:cubicBezTo>
                  <a:pt x="16558294" y="7237230"/>
                  <a:pt x="16444322" y="7237230"/>
                  <a:pt x="16367272" y="7277357"/>
                </a:cubicBezTo>
                <a:cubicBezTo>
                  <a:pt x="16328746" y="7277357"/>
                  <a:pt x="16328746" y="7237230"/>
                  <a:pt x="16328746" y="7237230"/>
                </a:cubicBezTo>
                <a:cubicBezTo>
                  <a:pt x="16253300" y="7277357"/>
                  <a:pt x="16176248" y="7237230"/>
                  <a:pt x="16100802" y="7277357"/>
                </a:cubicBezTo>
                <a:cubicBezTo>
                  <a:pt x="16100802" y="7314273"/>
                  <a:pt x="16214774" y="7277357"/>
                  <a:pt x="16176248" y="7314273"/>
                </a:cubicBezTo>
                <a:cubicBezTo>
                  <a:pt x="16139328" y="7352795"/>
                  <a:pt x="16139328" y="7314273"/>
                  <a:pt x="16062278" y="7314273"/>
                </a:cubicBezTo>
                <a:cubicBezTo>
                  <a:pt x="16023752" y="7314273"/>
                  <a:pt x="16100802" y="7352795"/>
                  <a:pt x="16062278" y="7352795"/>
                </a:cubicBezTo>
                <a:cubicBezTo>
                  <a:pt x="15986832" y="7389711"/>
                  <a:pt x="15986832" y="7389711"/>
                  <a:pt x="15909780" y="7352795"/>
                </a:cubicBezTo>
                <a:cubicBezTo>
                  <a:pt x="15720362" y="7389711"/>
                  <a:pt x="15643312" y="7389711"/>
                  <a:pt x="15757282" y="7505275"/>
                </a:cubicBezTo>
                <a:cubicBezTo>
                  <a:pt x="15795808" y="7466754"/>
                  <a:pt x="15834334" y="7466754"/>
                  <a:pt x="15872860" y="7429838"/>
                </a:cubicBezTo>
                <a:cubicBezTo>
                  <a:pt x="15872860" y="7466754"/>
                  <a:pt x="15872860" y="7466754"/>
                  <a:pt x="15834334" y="7466754"/>
                </a:cubicBezTo>
                <a:cubicBezTo>
                  <a:pt x="15872860" y="7505275"/>
                  <a:pt x="15948306" y="7505275"/>
                  <a:pt x="15986832" y="7429838"/>
                </a:cubicBezTo>
                <a:cubicBezTo>
                  <a:pt x="15986832" y="7466754"/>
                  <a:pt x="16100802" y="7466754"/>
                  <a:pt x="16100802" y="7429838"/>
                </a:cubicBezTo>
                <a:cubicBezTo>
                  <a:pt x="16139328" y="7466754"/>
                  <a:pt x="16214774" y="7505275"/>
                  <a:pt x="16291826" y="7466754"/>
                </a:cubicBezTo>
                <a:cubicBezTo>
                  <a:pt x="16291826" y="7429838"/>
                  <a:pt x="16214774" y="7466754"/>
                  <a:pt x="16214774" y="7429838"/>
                </a:cubicBezTo>
                <a:cubicBezTo>
                  <a:pt x="16328746" y="7389711"/>
                  <a:pt x="16405796" y="7429838"/>
                  <a:pt x="16481242" y="7429838"/>
                </a:cubicBezTo>
                <a:cubicBezTo>
                  <a:pt x="16481242" y="7582319"/>
                  <a:pt x="16938734" y="7542192"/>
                  <a:pt x="17129758" y="7542192"/>
                </a:cubicBezTo>
                <a:cubicBezTo>
                  <a:pt x="17091232" y="7582319"/>
                  <a:pt x="17054312" y="7582319"/>
                  <a:pt x="17054312" y="7619235"/>
                </a:cubicBezTo>
                <a:cubicBezTo>
                  <a:pt x="17129758" y="7582319"/>
                  <a:pt x="17168282" y="7582319"/>
                  <a:pt x="17282254" y="7542192"/>
                </a:cubicBezTo>
                <a:cubicBezTo>
                  <a:pt x="17282254" y="7582319"/>
                  <a:pt x="17282254" y="7582319"/>
                  <a:pt x="17282254" y="7619235"/>
                </a:cubicBezTo>
                <a:cubicBezTo>
                  <a:pt x="17206808" y="7582319"/>
                  <a:pt x="17091232" y="7582319"/>
                  <a:pt x="17091232" y="7657757"/>
                </a:cubicBezTo>
                <a:cubicBezTo>
                  <a:pt x="17168282" y="7657757"/>
                  <a:pt x="17206808" y="7619235"/>
                  <a:pt x="17168282" y="7694673"/>
                </a:cubicBezTo>
                <a:cubicBezTo>
                  <a:pt x="17129758" y="7734800"/>
                  <a:pt x="17091232" y="7734800"/>
                  <a:pt x="17091232" y="7771717"/>
                </a:cubicBezTo>
                <a:cubicBezTo>
                  <a:pt x="17129758" y="7771717"/>
                  <a:pt x="17168282" y="7734800"/>
                  <a:pt x="17168282" y="7694673"/>
                </a:cubicBezTo>
                <a:cubicBezTo>
                  <a:pt x="17243728" y="7694673"/>
                  <a:pt x="17206808" y="7657757"/>
                  <a:pt x="17206808" y="7619235"/>
                </a:cubicBezTo>
                <a:cubicBezTo>
                  <a:pt x="17282254" y="7657757"/>
                  <a:pt x="17320780" y="7657757"/>
                  <a:pt x="17359306" y="7619235"/>
                </a:cubicBezTo>
                <a:cubicBezTo>
                  <a:pt x="17396226" y="7619235"/>
                  <a:pt x="17396226" y="7694673"/>
                  <a:pt x="17434752" y="7694673"/>
                </a:cubicBezTo>
                <a:cubicBezTo>
                  <a:pt x="17396226" y="7734800"/>
                  <a:pt x="17396226" y="7771717"/>
                  <a:pt x="17282254" y="7771717"/>
                </a:cubicBezTo>
                <a:cubicBezTo>
                  <a:pt x="17282254" y="7771717"/>
                  <a:pt x="17282254" y="7771717"/>
                  <a:pt x="17320780" y="7847155"/>
                </a:cubicBezTo>
                <a:cubicBezTo>
                  <a:pt x="17243728" y="7847155"/>
                  <a:pt x="17243728" y="7847155"/>
                  <a:pt x="17206808" y="7847155"/>
                </a:cubicBezTo>
                <a:cubicBezTo>
                  <a:pt x="17282254" y="7887281"/>
                  <a:pt x="17206808" y="7924197"/>
                  <a:pt x="17129758" y="7962719"/>
                </a:cubicBezTo>
                <a:cubicBezTo>
                  <a:pt x="17129758" y="7924197"/>
                  <a:pt x="17168282" y="7924197"/>
                  <a:pt x="17168282" y="7887281"/>
                </a:cubicBezTo>
                <a:cubicBezTo>
                  <a:pt x="16824762" y="7962719"/>
                  <a:pt x="16519768" y="7887281"/>
                  <a:pt x="16291826" y="7847155"/>
                </a:cubicBezTo>
                <a:cubicBezTo>
                  <a:pt x="16253300" y="7847155"/>
                  <a:pt x="16214774" y="7887281"/>
                  <a:pt x="16100802" y="7887281"/>
                </a:cubicBezTo>
                <a:cubicBezTo>
                  <a:pt x="16100802" y="7847155"/>
                  <a:pt x="16100802" y="7847155"/>
                  <a:pt x="16062278" y="7847155"/>
                </a:cubicBezTo>
                <a:cubicBezTo>
                  <a:pt x="16062278" y="7847155"/>
                  <a:pt x="16100802" y="7847155"/>
                  <a:pt x="16139328" y="7847155"/>
                </a:cubicBezTo>
                <a:cubicBezTo>
                  <a:pt x="16023752" y="7771717"/>
                  <a:pt x="15986832" y="7771717"/>
                  <a:pt x="15757282" y="7771717"/>
                </a:cubicBezTo>
                <a:cubicBezTo>
                  <a:pt x="15757282" y="7810238"/>
                  <a:pt x="15834334" y="7810238"/>
                  <a:pt x="15834334" y="7847155"/>
                </a:cubicBezTo>
                <a:cubicBezTo>
                  <a:pt x="15795808" y="7810238"/>
                  <a:pt x="15795808" y="7810238"/>
                  <a:pt x="15720362" y="7847155"/>
                </a:cubicBezTo>
                <a:cubicBezTo>
                  <a:pt x="15720362" y="7837926"/>
                  <a:pt x="15722670" y="7831004"/>
                  <a:pt x="15726131" y="7825812"/>
                </a:cubicBezTo>
                <a:lnTo>
                  <a:pt x="15737865" y="7815679"/>
                </a:lnTo>
                <a:lnTo>
                  <a:pt x="15757282" y="7810238"/>
                </a:lnTo>
                <a:cubicBezTo>
                  <a:pt x="15757282" y="7810238"/>
                  <a:pt x="15748052" y="7810238"/>
                  <a:pt x="15738822" y="7814852"/>
                </a:cubicBezTo>
                <a:lnTo>
                  <a:pt x="15737865" y="7815679"/>
                </a:lnTo>
                <a:lnTo>
                  <a:pt x="15730501" y="7817743"/>
                </a:lnTo>
                <a:cubicBezTo>
                  <a:pt x="15671026" y="7822001"/>
                  <a:pt x="15629065" y="7744230"/>
                  <a:pt x="15529340" y="7810238"/>
                </a:cubicBezTo>
                <a:cubicBezTo>
                  <a:pt x="15452288" y="7810238"/>
                  <a:pt x="15604786" y="7771717"/>
                  <a:pt x="15529340" y="7734800"/>
                </a:cubicBezTo>
                <a:cubicBezTo>
                  <a:pt x="15529340" y="7734800"/>
                  <a:pt x="15643312" y="7734800"/>
                  <a:pt x="15681836" y="7734800"/>
                </a:cubicBezTo>
                <a:cubicBezTo>
                  <a:pt x="15720362" y="7734800"/>
                  <a:pt x="15795808" y="7734800"/>
                  <a:pt x="15795808" y="7694673"/>
                </a:cubicBezTo>
                <a:cubicBezTo>
                  <a:pt x="15757282" y="7694673"/>
                  <a:pt x="15681836" y="7694673"/>
                  <a:pt x="15681836" y="7734800"/>
                </a:cubicBezTo>
                <a:cubicBezTo>
                  <a:pt x="15643312" y="7657757"/>
                  <a:pt x="15529340" y="7734800"/>
                  <a:pt x="15490814" y="7694673"/>
                </a:cubicBezTo>
                <a:cubicBezTo>
                  <a:pt x="15576293" y="7666986"/>
                  <a:pt x="15511882" y="7660064"/>
                  <a:pt x="15490588" y="7658334"/>
                </a:cubicBezTo>
                <a:lnTo>
                  <a:pt x="15486854" y="7658028"/>
                </a:lnTo>
                <a:lnTo>
                  <a:pt x="15490814" y="7657757"/>
                </a:lnTo>
                <a:cubicBezTo>
                  <a:pt x="15485998" y="7657757"/>
                  <a:pt x="15484167" y="7657757"/>
                  <a:pt x="15484428" y="7657829"/>
                </a:cubicBezTo>
                <a:lnTo>
                  <a:pt x="15486854" y="7658028"/>
                </a:lnTo>
                <a:lnTo>
                  <a:pt x="15423720" y="7662346"/>
                </a:lnTo>
                <a:cubicBezTo>
                  <a:pt x="15372026" y="7669193"/>
                  <a:pt x="15357580" y="7675814"/>
                  <a:pt x="15299792" y="7619235"/>
                </a:cubicBezTo>
                <a:cubicBezTo>
                  <a:pt x="15262870" y="7619235"/>
                  <a:pt x="15224346" y="7657757"/>
                  <a:pt x="15224346" y="7657757"/>
                </a:cubicBezTo>
                <a:cubicBezTo>
                  <a:pt x="15224346" y="7694673"/>
                  <a:pt x="15299792" y="7694673"/>
                  <a:pt x="15338316" y="7694673"/>
                </a:cubicBezTo>
                <a:cubicBezTo>
                  <a:pt x="15262870" y="7771717"/>
                  <a:pt x="15147294" y="7619235"/>
                  <a:pt x="14994796" y="7619235"/>
                </a:cubicBezTo>
                <a:cubicBezTo>
                  <a:pt x="15071848" y="7542192"/>
                  <a:pt x="15224346" y="7657757"/>
                  <a:pt x="15376842" y="7582319"/>
                </a:cubicBezTo>
                <a:cubicBezTo>
                  <a:pt x="15490814" y="7619235"/>
                  <a:pt x="15490814" y="7542192"/>
                  <a:pt x="15604786" y="7582319"/>
                </a:cubicBezTo>
                <a:cubicBezTo>
                  <a:pt x="15567866" y="7582319"/>
                  <a:pt x="15529340" y="7582319"/>
                  <a:pt x="15490814" y="7619235"/>
                </a:cubicBezTo>
                <a:cubicBezTo>
                  <a:pt x="15567866" y="7657757"/>
                  <a:pt x="15643312" y="7582319"/>
                  <a:pt x="15757282" y="7619235"/>
                </a:cubicBezTo>
                <a:cubicBezTo>
                  <a:pt x="15681836" y="7582319"/>
                  <a:pt x="15604786" y="7542192"/>
                  <a:pt x="15490814" y="7505275"/>
                </a:cubicBezTo>
                <a:cubicBezTo>
                  <a:pt x="15452288" y="7505275"/>
                  <a:pt x="15490814" y="7542192"/>
                  <a:pt x="15415368" y="7542192"/>
                </a:cubicBezTo>
                <a:cubicBezTo>
                  <a:pt x="15415368" y="7542192"/>
                  <a:pt x="15415368" y="7542192"/>
                  <a:pt x="15415368" y="7505275"/>
                </a:cubicBezTo>
                <a:cubicBezTo>
                  <a:pt x="15338316" y="7505275"/>
                  <a:pt x="15338316" y="7542192"/>
                  <a:pt x="15262870" y="7542192"/>
                </a:cubicBezTo>
                <a:cubicBezTo>
                  <a:pt x="15338316" y="7505275"/>
                  <a:pt x="15262870" y="7505275"/>
                  <a:pt x="15262870" y="7466754"/>
                </a:cubicBezTo>
                <a:cubicBezTo>
                  <a:pt x="15147294" y="7466754"/>
                  <a:pt x="15224346" y="7466754"/>
                  <a:pt x="15187424" y="7505275"/>
                </a:cubicBezTo>
                <a:cubicBezTo>
                  <a:pt x="15034928" y="7542192"/>
                  <a:pt x="14957876" y="7505275"/>
                  <a:pt x="14842300" y="7505275"/>
                </a:cubicBezTo>
                <a:cubicBezTo>
                  <a:pt x="14805380" y="7505275"/>
                  <a:pt x="14805380" y="7542192"/>
                  <a:pt x="14805380" y="7542192"/>
                </a:cubicBezTo>
                <a:cubicBezTo>
                  <a:pt x="14882430" y="7542192"/>
                  <a:pt x="14957876" y="7505275"/>
                  <a:pt x="14994796" y="7542192"/>
                </a:cubicBezTo>
                <a:cubicBezTo>
                  <a:pt x="14994796" y="7542192"/>
                  <a:pt x="14805380" y="7582319"/>
                  <a:pt x="14882430" y="7619235"/>
                </a:cubicBezTo>
                <a:cubicBezTo>
                  <a:pt x="14842300" y="7619235"/>
                  <a:pt x="14842300" y="7619235"/>
                  <a:pt x="14766854" y="7657757"/>
                </a:cubicBezTo>
                <a:cubicBezTo>
                  <a:pt x="14766854" y="7657757"/>
                  <a:pt x="14766854" y="7657757"/>
                  <a:pt x="14766854" y="7619235"/>
                </a:cubicBezTo>
                <a:cubicBezTo>
                  <a:pt x="14729934" y="7619235"/>
                  <a:pt x="14729934" y="7619235"/>
                  <a:pt x="14729934" y="7657757"/>
                </a:cubicBezTo>
                <a:cubicBezTo>
                  <a:pt x="14729934" y="7685444"/>
                  <a:pt x="14729934" y="7692366"/>
                  <a:pt x="14745509" y="7711025"/>
                </a:cubicBezTo>
                <a:lnTo>
                  <a:pt x="14757792" y="7724707"/>
                </a:lnTo>
                <a:lnTo>
                  <a:pt x="14743378" y="7733596"/>
                </a:lnTo>
                <a:cubicBezTo>
                  <a:pt x="14729131" y="7743227"/>
                  <a:pt x="14709868" y="7753259"/>
                  <a:pt x="14689802" y="7734800"/>
                </a:cubicBezTo>
                <a:cubicBezTo>
                  <a:pt x="14575830" y="7847155"/>
                  <a:pt x="14424938" y="7924197"/>
                  <a:pt x="14195390" y="7924197"/>
                </a:cubicBezTo>
                <a:cubicBezTo>
                  <a:pt x="14119944" y="7999635"/>
                  <a:pt x="13890396" y="8039762"/>
                  <a:pt x="13814950" y="8115200"/>
                </a:cubicBezTo>
                <a:cubicBezTo>
                  <a:pt x="13737898" y="8115200"/>
                  <a:pt x="13662452" y="8115200"/>
                  <a:pt x="13662452" y="8152117"/>
                </a:cubicBezTo>
                <a:cubicBezTo>
                  <a:pt x="13622322" y="8152117"/>
                  <a:pt x="13585402" y="8152117"/>
                  <a:pt x="13585402" y="8152117"/>
                </a:cubicBezTo>
                <a:cubicBezTo>
                  <a:pt x="13508350" y="8152117"/>
                  <a:pt x="13662452" y="8152117"/>
                  <a:pt x="13585402" y="8192243"/>
                </a:cubicBezTo>
                <a:cubicBezTo>
                  <a:pt x="13508350" y="8192243"/>
                  <a:pt x="13585402" y="8152117"/>
                  <a:pt x="13546876" y="8152117"/>
                </a:cubicBezTo>
                <a:cubicBezTo>
                  <a:pt x="13546876" y="8192243"/>
                  <a:pt x="13508350" y="8229159"/>
                  <a:pt x="13469824" y="8229159"/>
                </a:cubicBezTo>
                <a:cubicBezTo>
                  <a:pt x="13357458" y="8267681"/>
                  <a:pt x="13089384" y="8267681"/>
                  <a:pt x="12975414" y="8304597"/>
                </a:cubicBezTo>
                <a:cubicBezTo>
                  <a:pt x="12936888" y="8304597"/>
                  <a:pt x="12899968" y="8267681"/>
                  <a:pt x="12899968" y="8267681"/>
                </a:cubicBezTo>
                <a:cubicBezTo>
                  <a:pt x="12556448" y="8344724"/>
                  <a:pt x="12289978" y="8229159"/>
                  <a:pt x="11984984" y="8267681"/>
                </a:cubicBezTo>
                <a:cubicBezTo>
                  <a:pt x="11946458" y="8229159"/>
                  <a:pt x="11871012" y="8267681"/>
                  <a:pt x="11755436" y="8267681"/>
                </a:cubicBezTo>
                <a:cubicBezTo>
                  <a:pt x="11755436" y="8229159"/>
                  <a:pt x="11755436" y="8229159"/>
                  <a:pt x="11755436" y="8192243"/>
                </a:cubicBezTo>
                <a:cubicBezTo>
                  <a:pt x="11566018" y="8267681"/>
                  <a:pt x="11413521" y="8152117"/>
                  <a:pt x="11183972" y="8192243"/>
                </a:cubicBezTo>
                <a:cubicBezTo>
                  <a:pt x="11183972" y="8152117"/>
                  <a:pt x="11183972" y="8152117"/>
                  <a:pt x="11183972" y="8152117"/>
                </a:cubicBezTo>
                <a:cubicBezTo>
                  <a:pt x="11070001" y="8192243"/>
                  <a:pt x="11070001" y="8115200"/>
                  <a:pt x="10956029" y="8152117"/>
                </a:cubicBezTo>
                <a:cubicBezTo>
                  <a:pt x="10956029" y="8115200"/>
                  <a:pt x="10878978" y="8115200"/>
                  <a:pt x="10803532" y="8152117"/>
                </a:cubicBezTo>
                <a:cubicBezTo>
                  <a:pt x="10840453" y="8115200"/>
                  <a:pt x="10803532" y="8115200"/>
                  <a:pt x="10803532" y="8076679"/>
                </a:cubicBezTo>
                <a:cubicBezTo>
                  <a:pt x="10728086" y="8076679"/>
                  <a:pt x="10766612" y="8115200"/>
                  <a:pt x="10689562" y="8115200"/>
                </a:cubicBezTo>
                <a:cubicBezTo>
                  <a:pt x="10575589" y="8039762"/>
                  <a:pt x="10347646" y="7999635"/>
                  <a:pt x="10118098" y="7999635"/>
                </a:cubicBezTo>
                <a:cubicBezTo>
                  <a:pt x="10079573" y="7962719"/>
                  <a:pt x="9965601" y="7924197"/>
                  <a:pt x="9851630" y="7887281"/>
                </a:cubicBezTo>
                <a:cubicBezTo>
                  <a:pt x="9890154" y="7887281"/>
                  <a:pt x="9890154" y="7847155"/>
                  <a:pt x="9890154" y="7810238"/>
                </a:cubicBezTo>
                <a:cubicBezTo>
                  <a:pt x="9737657" y="7734800"/>
                  <a:pt x="9432664" y="7847155"/>
                  <a:pt x="9318691" y="7771717"/>
                </a:cubicBezTo>
                <a:cubicBezTo>
                  <a:pt x="9585161" y="7771717"/>
                  <a:pt x="9965601" y="7771717"/>
                  <a:pt x="10195149" y="7734800"/>
                </a:cubicBezTo>
                <a:cubicBezTo>
                  <a:pt x="10575589" y="7619235"/>
                  <a:pt x="11031475" y="7694673"/>
                  <a:pt x="11450441" y="7657757"/>
                </a:cubicBezTo>
                <a:cubicBezTo>
                  <a:pt x="11830882" y="7734800"/>
                  <a:pt x="12212928" y="7657757"/>
                  <a:pt x="12631894" y="7582319"/>
                </a:cubicBezTo>
                <a:cubicBezTo>
                  <a:pt x="12631894" y="7542192"/>
                  <a:pt x="12517922" y="7542192"/>
                  <a:pt x="12517922" y="7466754"/>
                </a:cubicBezTo>
                <a:cubicBezTo>
                  <a:pt x="12690083" y="7466754"/>
                  <a:pt x="12818903" y="7488422"/>
                  <a:pt x="12968717" y="7467431"/>
                </a:cubicBezTo>
                <a:lnTo>
                  <a:pt x="13032753" y="7455491"/>
                </a:lnTo>
                <a:lnTo>
                  <a:pt x="13038192" y="7456020"/>
                </a:lnTo>
                <a:cubicBezTo>
                  <a:pt x="13049743" y="7455820"/>
                  <a:pt x="13060233" y="7453989"/>
                  <a:pt x="13068990" y="7449851"/>
                </a:cubicBezTo>
                <a:lnTo>
                  <a:pt x="13073798" y="7445133"/>
                </a:lnTo>
                <a:lnTo>
                  <a:pt x="13127910" y="7429838"/>
                </a:lnTo>
                <a:lnTo>
                  <a:pt x="13089384" y="7429838"/>
                </a:lnTo>
                <a:lnTo>
                  <a:pt x="13073798" y="7445133"/>
                </a:lnTo>
                <a:lnTo>
                  <a:pt x="13045670" y="7453083"/>
                </a:lnTo>
                <a:lnTo>
                  <a:pt x="13032753" y="7455491"/>
                </a:lnTo>
                <a:lnTo>
                  <a:pt x="13001037" y="7452409"/>
                </a:lnTo>
                <a:cubicBezTo>
                  <a:pt x="12936060" y="7440496"/>
                  <a:pt x="12861442" y="7404759"/>
                  <a:pt x="12861442" y="7429838"/>
                </a:cubicBezTo>
                <a:cubicBezTo>
                  <a:pt x="12670418" y="7352795"/>
                  <a:pt x="12440870" y="7466754"/>
                  <a:pt x="12251452" y="7352795"/>
                </a:cubicBezTo>
                <a:cubicBezTo>
                  <a:pt x="12212928" y="7352795"/>
                  <a:pt x="12251452" y="7389711"/>
                  <a:pt x="12212928" y="7429838"/>
                </a:cubicBezTo>
                <a:cubicBezTo>
                  <a:pt x="12212928" y="7352795"/>
                  <a:pt x="12060430" y="7389711"/>
                  <a:pt x="11984984" y="7429838"/>
                </a:cubicBezTo>
                <a:cubicBezTo>
                  <a:pt x="12060430" y="7314273"/>
                  <a:pt x="11793961" y="7352795"/>
                  <a:pt x="11718515" y="7352795"/>
                </a:cubicBezTo>
                <a:cubicBezTo>
                  <a:pt x="11718515" y="7314273"/>
                  <a:pt x="11755436" y="7352795"/>
                  <a:pt x="11755436" y="7314273"/>
                </a:cubicBezTo>
                <a:cubicBezTo>
                  <a:pt x="11679990" y="7314273"/>
                  <a:pt x="11641464" y="7314273"/>
                  <a:pt x="11602938" y="7352795"/>
                </a:cubicBezTo>
                <a:cubicBezTo>
                  <a:pt x="11566018" y="7352795"/>
                  <a:pt x="11602938" y="7314273"/>
                  <a:pt x="11566018" y="7277357"/>
                </a:cubicBezTo>
                <a:cubicBezTo>
                  <a:pt x="11413521" y="7314273"/>
                  <a:pt x="11261024" y="7237230"/>
                  <a:pt x="11070001" y="7277357"/>
                </a:cubicBezTo>
                <a:cubicBezTo>
                  <a:pt x="11108527" y="7237230"/>
                  <a:pt x="11070001" y="7237230"/>
                  <a:pt x="11070001" y="7200313"/>
                </a:cubicBezTo>
                <a:cubicBezTo>
                  <a:pt x="11031475" y="7200313"/>
                  <a:pt x="10956029" y="7200313"/>
                  <a:pt x="10956029" y="7200313"/>
                </a:cubicBezTo>
                <a:cubicBezTo>
                  <a:pt x="10917504" y="7161792"/>
                  <a:pt x="10878978" y="7200313"/>
                  <a:pt x="10917504" y="7200313"/>
                </a:cubicBezTo>
                <a:cubicBezTo>
                  <a:pt x="10917504" y="7237230"/>
                  <a:pt x="10878978" y="7200313"/>
                  <a:pt x="10840453" y="7200313"/>
                </a:cubicBezTo>
                <a:cubicBezTo>
                  <a:pt x="10803532" y="7200313"/>
                  <a:pt x="10840453" y="7200313"/>
                  <a:pt x="10803532" y="7161792"/>
                </a:cubicBezTo>
                <a:cubicBezTo>
                  <a:pt x="10766612" y="7200313"/>
                  <a:pt x="10614115" y="7161792"/>
                  <a:pt x="10614115" y="7200313"/>
                </a:cubicBezTo>
                <a:cubicBezTo>
                  <a:pt x="10575589" y="7124875"/>
                  <a:pt x="10500143" y="7161792"/>
                  <a:pt x="10384567" y="7124875"/>
                </a:cubicBezTo>
                <a:cubicBezTo>
                  <a:pt x="10423092" y="7124875"/>
                  <a:pt x="10500143" y="7124875"/>
                  <a:pt x="10537064" y="7124875"/>
                </a:cubicBezTo>
                <a:cubicBezTo>
                  <a:pt x="10575589" y="7086354"/>
                  <a:pt x="10500143" y="7047833"/>
                  <a:pt x="10461617" y="7047833"/>
                </a:cubicBezTo>
                <a:cubicBezTo>
                  <a:pt x="10500143" y="7009311"/>
                  <a:pt x="10575589" y="7086354"/>
                  <a:pt x="10652641" y="7047833"/>
                </a:cubicBezTo>
                <a:cubicBezTo>
                  <a:pt x="10614115" y="7009311"/>
                  <a:pt x="10500143" y="7047833"/>
                  <a:pt x="10500143" y="7009311"/>
                </a:cubicBezTo>
                <a:cubicBezTo>
                  <a:pt x="10461617" y="7009311"/>
                  <a:pt x="10461617" y="7047833"/>
                  <a:pt x="10384567" y="7009311"/>
                </a:cubicBezTo>
                <a:cubicBezTo>
                  <a:pt x="10347646" y="7047833"/>
                  <a:pt x="10423092" y="7047833"/>
                  <a:pt x="10423092" y="7086354"/>
                </a:cubicBezTo>
                <a:cubicBezTo>
                  <a:pt x="10347646" y="7047833"/>
                  <a:pt x="10309120" y="7047833"/>
                  <a:pt x="10270596" y="6972395"/>
                </a:cubicBezTo>
                <a:cubicBezTo>
                  <a:pt x="10309120" y="6972395"/>
                  <a:pt x="10309120" y="6972395"/>
                  <a:pt x="10309120" y="6972395"/>
                </a:cubicBezTo>
                <a:cubicBezTo>
                  <a:pt x="10347646" y="6933873"/>
                  <a:pt x="10309120" y="6933873"/>
                  <a:pt x="10309120" y="6933873"/>
                </a:cubicBezTo>
                <a:cubicBezTo>
                  <a:pt x="10232070" y="6972395"/>
                  <a:pt x="10232070" y="6933873"/>
                  <a:pt x="10156623" y="6933873"/>
                </a:cubicBezTo>
                <a:cubicBezTo>
                  <a:pt x="10195149" y="6933873"/>
                  <a:pt x="10195149" y="6856830"/>
                  <a:pt x="10079573" y="6895351"/>
                </a:cubicBezTo>
                <a:cubicBezTo>
                  <a:pt x="10004126" y="6856830"/>
                  <a:pt x="10156623" y="6856830"/>
                  <a:pt x="10195149" y="6856830"/>
                </a:cubicBezTo>
                <a:cubicBezTo>
                  <a:pt x="10118098" y="6819913"/>
                  <a:pt x="10004126" y="6856830"/>
                  <a:pt x="9890154" y="6856830"/>
                </a:cubicBezTo>
                <a:cubicBezTo>
                  <a:pt x="9890154" y="6819913"/>
                  <a:pt x="9851630" y="6781392"/>
                  <a:pt x="9927076" y="6781392"/>
                </a:cubicBezTo>
                <a:cubicBezTo>
                  <a:pt x="9813104" y="6781392"/>
                  <a:pt x="9737657" y="6781392"/>
                  <a:pt x="9737657" y="6856830"/>
                </a:cubicBezTo>
                <a:cubicBezTo>
                  <a:pt x="9660607" y="6856830"/>
                  <a:pt x="9585161" y="6819913"/>
                  <a:pt x="9546635" y="6856830"/>
                </a:cubicBezTo>
                <a:lnTo>
                  <a:pt x="9543709" y="6868532"/>
                </a:lnTo>
                <a:lnTo>
                  <a:pt x="9516010" y="6837117"/>
                </a:lnTo>
                <a:cubicBezTo>
                  <a:pt x="9504196" y="6827036"/>
                  <a:pt x="9490050" y="6819913"/>
                  <a:pt x="9471188" y="6819913"/>
                </a:cubicBezTo>
                <a:cubicBezTo>
                  <a:pt x="9432664" y="6819913"/>
                  <a:pt x="9394138" y="6856830"/>
                  <a:pt x="9432664" y="6856830"/>
                </a:cubicBezTo>
                <a:cubicBezTo>
                  <a:pt x="9394138" y="6895351"/>
                  <a:pt x="9355612" y="6819913"/>
                  <a:pt x="9432664" y="6819913"/>
                </a:cubicBezTo>
                <a:cubicBezTo>
                  <a:pt x="9355612" y="6781392"/>
                  <a:pt x="9280167" y="6856830"/>
                  <a:pt x="9280167" y="6781392"/>
                </a:cubicBezTo>
                <a:cubicBezTo>
                  <a:pt x="9241641" y="6781392"/>
                  <a:pt x="9241641" y="6819913"/>
                  <a:pt x="9241641" y="6856830"/>
                </a:cubicBezTo>
                <a:cubicBezTo>
                  <a:pt x="9203114" y="6856830"/>
                  <a:pt x="9089143" y="6819913"/>
                  <a:pt x="9013698" y="6819913"/>
                </a:cubicBezTo>
                <a:cubicBezTo>
                  <a:pt x="9050617" y="6781392"/>
                  <a:pt x="9127669" y="6856830"/>
                  <a:pt x="9166195" y="6819913"/>
                </a:cubicBezTo>
                <a:cubicBezTo>
                  <a:pt x="9166195" y="6819913"/>
                  <a:pt x="9166195" y="6781392"/>
                  <a:pt x="9127669" y="6781392"/>
                </a:cubicBezTo>
                <a:cubicBezTo>
                  <a:pt x="9166195" y="6742871"/>
                  <a:pt x="9203114" y="6781392"/>
                  <a:pt x="9203114" y="6781392"/>
                </a:cubicBezTo>
                <a:cubicBezTo>
                  <a:pt x="9241641" y="6819913"/>
                  <a:pt x="9241641" y="6781392"/>
                  <a:pt x="9241641" y="6742871"/>
                </a:cubicBezTo>
                <a:cubicBezTo>
                  <a:pt x="8938251" y="6742871"/>
                  <a:pt x="8440628" y="6667433"/>
                  <a:pt x="8098715" y="6704349"/>
                </a:cubicBezTo>
                <a:cubicBezTo>
                  <a:pt x="8135635" y="6628911"/>
                  <a:pt x="7793720" y="6628911"/>
                  <a:pt x="7755194" y="6667433"/>
                </a:cubicBezTo>
                <a:cubicBezTo>
                  <a:pt x="7755194" y="6667433"/>
                  <a:pt x="7755194" y="6628911"/>
                  <a:pt x="7718274" y="6628911"/>
                </a:cubicBezTo>
                <a:cubicBezTo>
                  <a:pt x="7678144" y="6667433"/>
                  <a:pt x="7641223" y="6628911"/>
                  <a:pt x="7565777" y="6628911"/>
                </a:cubicBezTo>
                <a:cubicBezTo>
                  <a:pt x="7488726" y="6628911"/>
                  <a:pt x="7641223" y="6628911"/>
                  <a:pt x="7602698" y="6590389"/>
                </a:cubicBezTo>
                <a:cubicBezTo>
                  <a:pt x="7565777" y="6553473"/>
                  <a:pt x="7525646" y="6667433"/>
                  <a:pt x="7450200" y="6628911"/>
                </a:cubicBezTo>
                <a:cubicBezTo>
                  <a:pt x="7450200" y="6590389"/>
                  <a:pt x="7488726" y="6590389"/>
                  <a:pt x="7488726" y="6590389"/>
                </a:cubicBezTo>
                <a:cubicBezTo>
                  <a:pt x="7450200" y="6553473"/>
                  <a:pt x="7297703" y="6553473"/>
                  <a:pt x="7297703" y="6628911"/>
                </a:cubicBezTo>
                <a:cubicBezTo>
                  <a:pt x="7260783" y="6553473"/>
                  <a:pt x="7260783" y="6514951"/>
                  <a:pt x="7145206" y="6476430"/>
                </a:cubicBezTo>
                <a:cubicBezTo>
                  <a:pt x="7108286" y="6476430"/>
                  <a:pt x="7108286" y="6514951"/>
                  <a:pt x="7069760" y="6514951"/>
                </a:cubicBezTo>
                <a:cubicBezTo>
                  <a:pt x="7031235" y="6476430"/>
                  <a:pt x="6955789" y="6476430"/>
                  <a:pt x="6878737" y="6476430"/>
                </a:cubicBezTo>
                <a:cubicBezTo>
                  <a:pt x="6878737" y="6362471"/>
                  <a:pt x="6650794" y="6437909"/>
                  <a:pt x="6535217" y="6400992"/>
                </a:cubicBezTo>
                <a:cubicBezTo>
                  <a:pt x="6459771" y="6437909"/>
                  <a:pt x="6116251" y="6437909"/>
                  <a:pt x="6079331" y="6400992"/>
                </a:cubicBezTo>
                <a:cubicBezTo>
                  <a:pt x="6116251" y="6362471"/>
                  <a:pt x="6116251" y="6362471"/>
                  <a:pt x="6154777" y="6400992"/>
                </a:cubicBezTo>
                <a:cubicBezTo>
                  <a:pt x="6193303" y="6400992"/>
                  <a:pt x="6116251" y="6362471"/>
                  <a:pt x="6231828" y="6362471"/>
                </a:cubicBezTo>
                <a:cubicBezTo>
                  <a:pt x="6193303" y="6362471"/>
                  <a:pt x="6193303" y="6400992"/>
                  <a:pt x="6231828" y="6400992"/>
                </a:cubicBezTo>
                <a:cubicBezTo>
                  <a:pt x="6231828" y="6362471"/>
                  <a:pt x="6307274" y="6400992"/>
                  <a:pt x="6382720" y="6400992"/>
                </a:cubicBezTo>
                <a:cubicBezTo>
                  <a:pt x="6421246" y="6400992"/>
                  <a:pt x="6421246" y="6400992"/>
                  <a:pt x="6421246" y="6362471"/>
                </a:cubicBezTo>
                <a:cubicBezTo>
                  <a:pt x="6382720" y="6323949"/>
                  <a:pt x="6193303" y="6323949"/>
                  <a:pt x="6154777" y="6362471"/>
                </a:cubicBezTo>
                <a:cubicBezTo>
                  <a:pt x="6116251" y="6323949"/>
                  <a:pt x="6040805" y="6323949"/>
                  <a:pt x="6002280" y="6362471"/>
                </a:cubicBezTo>
                <a:cubicBezTo>
                  <a:pt x="5926834" y="6323949"/>
                  <a:pt x="6079331" y="6323949"/>
                  <a:pt x="6116251" y="6323949"/>
                </a:cubicBezTo>
                <a:cubicBezTo>
                  <a:pt x="6116251" y="6323949"/>
                  <a:pt x="6116251" y="6323949"/>
                  <a:pt x="6116251" y="6285427"/>
                </a:cubicBezTo>
                <a:cubicBezTo>
                  <a:pt x="6079331" y="6285427"/>
                  <a:pt x="6079331" y="6323949"/>
                  <a:pt x="6040805" y="6323949"/>
                </a:cubicBezTo>
                <a:cubicBezTo>
                  <a:pt x="6116251" y="6248511"/>
                  <a:pt x="5963754" y="6285427"/>
                  <a:pt x="5888308" y="6285427"/>
                </a:cubicBezTo>
                <a:cubicBezTo>
                  <a:pt x="5888308" y="6248511"/>
                  <a:pt x="6040805" y="6248511"/>
                  <a:pt x="6079331" y="6248511"/>
                </a:cubicBezTo>
                <a:cubicBezTo>
                  <a:pt x="6079331" y="6209989"/>
                  <a:pt x="6079331" y="6209989"/>
                  <a:pt x="6040805" y="6209989"/>
                </a:cubicBezTo>
                <a:cubicBezTo>
                  <a:pt x="6040805" y="6248511"/>
                  <a:pt x="5697285" y="6248511"/>
                  <a:pt x="5658760" y="6209989"/>
                </a:cubicBezTo>
                <a:cubicBezTo>
                  <a:pt x="5506262" y="6248511"/>
                  <a:pt x="5278320" y="6209989"/>
                  <a:pt x="5164348" y="6248511"/>
                </a:cubicBezTo>
                <a:cubicBezTo>
                  <a:pt x="5201268" y="6285427"/>
                  <a:pt x="5239794" y="6248511"/>
                  <a:pt x="5278320" y="6248511"/>
                </a:cubicBezTo>
                <a:cubicBezTo>
                  <a:pt x="5316845" y="6285427"/>
                  <a:pt x="5239794" y="6285427"/>
                  <a:pt x="5201268" y="6285427"/>
                </a:cubicBezTo>
                <a:cubicBezTo>
                  <a:pt x="5201268" y="6323949"/>
                  <a:pt x="5239794" y="6323949"/>
                  <a:pt x="5278320" y="6323949"/>
                </a:cubicBezTo>
                <a:cubicBezTo>
                  <a:pt x="5278320" y="6362471"/>
                  <a:pt x="5392291" y="6323949"/>
                  <a:pt x="5392291" y="6362471"/>
                </a:cubicBezTo>
                <a:cubicBezTo>
                  <a:pt x="5164348" y="6362471"/>
                  <a:pt x="5201268" y="6362471"/>
                  <a:pt x="4973325" y="6362471"/>
                </a:cubicBezTo>
                <a:cubicBezTo>
                  <a:pt x="5011851" y="6323949"/>
                  <a:pt x="5048771" y="6323949"/>
                  <a:pt x="5011851" y="6285427"/>
                </a:cubicBezTo>
                <a:cubicBezTo>
                  <a:pt x="5087296" y="6285427"/>
                  <a:pt x="5087296" y="6285427"/>
                  <a:pt x="5125822" y="6285427"/>
                </a:cubicBezTo>
                <a:cubicBezTo>
                  <a:pt x="5125822" y="6248511"/>
                  <a:pt x="5087296" y="6248511"/>
                  <a:pt x="5087296" y="6209989"/>
                </a:cubicBezTo>
                <a:cubicBezTo>
                  <a:pt x="5048771" y="6248511"/>
                  <a:pt x="4934800" y="6209989"/>
                  <a:pt x="4934800" y="6248511"/>
                </a:cubicBezTo>
                <a:cubicBezTo>
                  <a:pt x="4896274" y="6209989"/>
                  <a:pt x="4896274" y="6209989"/>
                  <a:pt x="4820828" y="6248511"/>
                </a:cubicBezTo>
                <a:cubicBezTo>
                  <a:pt x="4859354" y="6209989"/>
                  <a:pt x="4743777" y="6209989"/>
                  <a:pt x="4820828" y="6209989"/>
                </a:cubicBezTo>
                <a:cubicBezTo>
                  <a:pt x="4743777" y="6171468"/>
                  <a:pt x="4591280" y="6209989"/>
                  <a:pt x="4477308" y="6209989"/>
                </a:cubicBezTo>
                <a:cubicBezTo>
                  <a:pt x="4706856" y="6132947"/>
                  <a:pt x="4058342" y="6132947"/>
                  <a:pt x="3944371" y="6171468"/>
                </a:cubicBezTo>
                <a:cubicBezTo>
                  <a:pt x="3905845" y="6171468"/>
                  <a:pt x="3791873" y="6171468"/>
                  <a:pt x="3714822" y="6171468"/>
                </a:cubicBezTo>
                <a:cubicBezTo>
                  <a:pt x="3639376" y="6171468"/>
                  <a:pt x="3600851" y="6171468"/>
                  <a:pt x="3562324" y="6171468"/>
                </a:cubicBezTo>
                <a:cubicBezTo>
                  <a:pt x="3525405" y="6171468"/>
                  <a:pt x="3525405" y="6209989"/>
                  <a:pt x="3486879" y="6209989"/>
                </a:cubicBezTo>
                <a:lnTo>
                  <a:pt x="3486879" y="6171468"/>
                </a:lnTo>
                <a:cubicBezTo>
                  <a:pt x="3486879" y="6171468"/>
                  <a:pt x="3409827" y="6171468"/>
                  <a:pt x="3372907" y="6132947"/>
                </a:cubicBezTo>
                <a:cubicBezTo>
                  <a:pt x="3334381" y="6152208"/>
                  <a:pt x="3353243" y="6161838"/>
                  <a:pt x="3372305" y="6171468"/>
                </a:cubicBezTo>
                <a:lnTo>
                  <a:pt x="3372907" y="6171904"/>
                </a:lnTo>
                <a:lnTo>
                  <a:pt x="3372907" y="6209989"/>
                </a:lnTo>
                <a:cubicBezTo>
                  <a:pt x="3372907" y="6171468"/>
                  <a:pt x="3334382" y="6171468"/>
                  <a:pt x="3257330" y="6171468"/>
                </a:cubicBezTo>
                <a:cubicBezTo>
                  <a:pt x="3295856" y="6171468"/>
                  <a:pt x="3295856" y="6132947"/>
                  <a:pt x="3295856" y="6132947"/>
                </a:cubicBezTo>
                <a:cubicBezTo>
                  <a:pt x="3220410" y="6171468"/>
                  <a:pt x="3104833" y="6171468"/>
                  <a:pt x="3067913" y="6132947"/>
                </a:cubicBezTo>
                <a:cubicBezTo>
                  <a:pt x="2876890" y="6171468"/>
                  <a:pt x="2724392" y="6132947"/>
                  <a:pt x="2534975" y="6132947"/>
                </a:cubicBezTo>
                <a:cubicBezTo>
                  <a:pt x="2571895" y="6096030"/>
                  <a:pt x="2457924" y="6096030"/>
                  <a:pt x="2457924" y="6171468"/>
                </a:cubicBezTo>
                <a:cubicBezTo>
                  <a:pt x="2419399" y="6132947"/>
                  <a:pt x="2382478" y="6132947"/>
                  <a:pt x="2419399" y="6096030"/>
                </a:cubicBezTo>
                <a:cubicBezTo>
                  <a:pt x="2362413" y="6096030"/>
                  <a:pt x="2315058" y="6096030"/>
                  <a:pt x="2267503" y="6096030"/>
                </a:cubicBezTo>
                <a:lnTo>
                  <a:pt x="2266901" y="6096030"/>
                </a:lnTo>
                <a:lnTo>
                  <a:pt x="2114404" y="6096030"/>
                </a:lnTo>
                <a:cubicBezTo>
                  <a:pt x="2114404" y="6132947"/>
                  <a:pt x="2229981" y="6132947"/>
                  <a:pt x="2266901" y="6096030"/>
                </a:cubicBezTo>
                <a:cubicBezTo>
                  <a:pt x="2342347" y="6132947"/>
                  <a:pt x="2152929" y="6132947"/>
                  <a:pt x="2152929" y="6171468"/>
                </a:cubicBezTo>
                <a:cubicBezTo>
                  <a:pt x="2152929" y="6171468"/>
                  <a:pt x="2152929" y="6171468"/>
                  <a:pt x="2152929" y="6132947"/>
                </a:cubicBezTo>
                <a:cubicBezTo>
                  <a:pt x="2077483" y="6132947"/>
                  <a:pt x="2000433" y="6132947"/>
                  <a:pt x="1884855" y="6171468"/>
                </a:cubicBezTo>
                <a:cubicBezTo>
                  <a:pt x="1732358" y="6132947"/>
                  <a:pt x="1619992" y="6057509"/>
                  <a:pt x="1467495" y="6132947"/>
                </a:cubicBezTo>
                <a:cubicBezTo>
                  <a:pt x="1467495" y="6171468"/>
                  <a:pt x="1504415" y="6171468"/>
                  <a:pt x="1504415" y="6209989"/>
                </a:cubicBezTo>
                <a:cubicBezTo>
                  <a:pt x="1579861" y="6171468"/>
                  <a:pt x="1504415" y="6132947"/>
                  <a:pt x="1579861" y="6132947"/>
                </a:cubicBezTo>
                <a:cubicBezTo>
                  <a:pt x="1504415" y="6209989"/>
                  <a:pt x="1732358" y="6248511"/>
                  <a:pt x="1732358" y="6171468"/>
                </a:cubicBezTo>
                <a:cubicBezTo>
                  <a:pt x="1772489" y="6248511"/>
                  <a:pt x="1961907" y="6209989"/>
                  <a:pt x="2037353" y="6171468"/>
                </a:cubicBezTo>
                <a:cubicBezTo>
                  <a:pt x="2077483" y="6209989"/>
                  <a:pt x="2037353" y="6209989"/>
                  <a:pt x="2037353" y="6248511"/>
                </a:cubicBezTo>
                <a:cubicBezTo>
                  <a:pt x="2037353" y="6248511"/>
                  <a:pt x="2189850" y="6171468"/>
                  <a:pt x="2152929" y="6248511"/>
                </a:cubicBezTo>
                <a:lnTo>
                  <a:pt x="2189850" y="6248511"/>
                </a:lnTo>
                <a:cubicBezTo>
                  <a:pt x="2229981" y="6285427"/>
                  <a:pt x="2266901" y="6248511"/>
                  <a:pt x="2382478" y="6285427"/>
                </a:cubicBezTo>
                <a:cubicBezTo>
                  <a:pt x="2342347" y="6285427"/>
                  <a:pt x="2305426" y="6285427"/>
                  <a:pt x="2305426" y="6323949"/>
                </a:cubicBezTo>
                <a:cubicBezTo>
                  <a:pt x="2189850" y="6285427"/>
                  <a:pt x="2077483" y="6323949"/>
                  <a:pt x="2077483" y="6323949"/>
                </a:cubicBezTo>
                <a:cubicBezTo>
                  <a:pt x="2037353" y="6323949"/>
                  <a:pt x="2037353" y="6285427"/>
                  <a:pt x="2000433" y="6285427"/>
                </a:cubicBezTo>
                <a:cubicBezTo>
                  <a:pt x="1924986" y="6285427"/>
                  <a:pt x="1924986" y="6323949"/>
                  <a:pt x="1884855" y="6362471"/>
                </a:cubicBezTo>
                <a:cubicBezTo>
                  <a:pt x="1847935" y="6323949"/>
                  <a:pt x="1809410" y="6323949"/>
                  <a:pt x="1772489" y="6362471"/>
                </a:cubicBezTo>
                <a:cubicBezTo>
                  <a:pt x="1732358" y="6323949"/>
                  <a:pt x="1809410" y="6323949"/>
                  <a:pt x="1809410" y="6285427"/>
                </a:cubicBezTo>
                <a:cubicBezTo>
                  <a:pt x="1809410" y="6285427"/>
                  <a:pt x="1772489" y="6248511"/>
                  <a:pt x="1732358" y="6248511"/>
                </a:cubicBezTo>
                <a:lnTo>
                  <a:pt x="1695438" y="6285427"/>
                </a:lnTo>
                <a:cubicBezTo>
                  <a:pt x="1619992" y="6285427"/>
                  <a:pt x="1619992" y="6248511"/>
                  <a:pt x="1504415" y="6248511"/>
                </a:cubicBezTo>
                <a:cubicBezTo>
                  <a:pt x="1504415" y="6248511"/>
                  <a:pt x="1504415" y="6248511"/>
                  <a:pt x="1467495" y="6285427"/>
                </a:cubicBezTo>
                <a:lnTo>
                  <a:pt x="1459665" y="6286266"/>
                </a:lnTo>
                <a:lnTo>
                  <a:pt x="1437251" y="6277786"/>
                </a:lnTo>
                <a:lnTo>
                  <a:pt x="1455756" y="6263483"/>
                </a:lnTo>
                <a:cubicBezTo>
                  <a:pt x="1481340" y="6246103"/>
                  <a:pt x="1495185" y="6238881"/>
                  <a:pt x="1467495" y="6209989"/>
                </a:cubicBezTo>
                <a:lnTo>
                  <a:pt x="1351918" y="6209989"/>
                </a:lnTo>
                <a:cubicBezTo>
                  <a:pt x="1314997" y="6209989"/>
                  <a:pt x="1390444" y="6171468"/>
                  <a:pt x="1351918" y="6132947"/>
                </a:cubicBezTo>
                <a:cubicBezTo>
                  <a:pt x="1314997" y="6171468"/>
                  <a:pt x="1314997" y="6171468"/>
                  <a:pt x="1274867" y="6132947"/>
                </a:cubicBezTo>
                <a:cubicBezTo>
                  <a:pt x="1162501" y="6132947"/>
                  <a:pt x="1274867" y="6209989"/>
                  <a:pt x="1162501" y="6209989"/>
                </a:cubicBezTo>
                <a:cubicBezTo>
                  <a:pt x="1199421" y="6171468"/>
                  <a:pt x="1199421" y="6171468"/>
                  <a:pt x="1199421" y="6132947"/>
                </a:cubicBezTo>
                <a:cubicBezTo>
                  <a:pt x="1162501" y="6132947"/>
                  <a:pt x="1162501" y="6132947"/>
                  <a:pt x="1122370" y="6132947"/>
                </a:cubicBezTo>
                <a:cubicBezTo>
                  <a:pt x="1085449" y="6209989"/>
                  <a:pt x="969873" y="6171468"/>
                  <a:pt x="857506" y="6171468"/>
                </a:cubicBezTo>
                <a:cubicBezTo>
                  <a:pt x="857506" y="6209989"/>
                  <a:pt x="969873" y="6171468"/>
                  <a:pt x="932952" y="6248511"/>
                </a:cubicBezTo>
                <a:cubicBezTo>
                  <a:pt x="1010004" y="6248511"/>
                  <a:pt x="969873" y="6209989"/>
                  <a:pt x="1046923" y="6209989"/>
                </a:cubicBezTo>
                <a:cubicBezTo>
                  <a:pt x="1010004" y="6248511"/>
                  <a:pt x="1046923" y="6248511"/>
                  <a:pt x="1046923" y="6285427"/>
                </a:cubicBezTo>
                <a:cubicBezTo>
                  <a:pt x="1046923" y="6285427"/>
                  <a:pt x="969873" y="6285427"/>
                  <a:pt x="1010004" y="6323949"/>
                </a:cubicBezTo>
                <a:cubicBezTo>
                  <a:pt x="857506" y="6323949"/>
                  <a:pt x="741929" y="6285427"/>
                  <a:pt x="627957" y="6248511"/>
                </a:cubicBezTo>
                <a:cubicBezTo>
                  <a:pt x="552512" y="6285427"/>
                  <a:pt x="284438" y="6285427"/>
                  <a:pt x="208992" y="6209989"/>
                </a:cubicBezTo>
                <a:cubicBezTo>
                  <a:pt x="247517" y="6248511"/>
                  <a:pt x="475460" y="6248511"/>
                  <a:pt x="513986" y="6209989"/>
                </a:cubicBezTo>
                <a:cubicBezTo>
                  <a:pt x="627957" y="6209989"/>
                  <a:pt x="705009" y="6248511"/>
                  <a:pt x="780455" y="6209989"/>
                </a:cubicBezTo>
                <a:cubicBezTo>
                  <a:pt x="780455" y="6171468"/>
                  <a:pt x="705009" y="6209989"/>
                  <a:pt x="741929" y="6132947"/>
                </a:cubicBezTo>
                <a:cubicBezTo>
                  <a:pt x="705009" y="6132947"/>
                  <a:pt x="666483" y="6171468"/>
                  <a:pt x="705009" y="6171468"/>
                </a:cubicBezTo>
                <a:cubicBezTo>
                  <a:pt x="705009" y="6171468"/>
                  <a:pt x="705009" y="6171468"/>
                  <a:pt x="589432" y="6209989"/>
                </a:cubicBezTo>
                <a:cubicBezTo>
                  <a:pt x="627957" y="6171468"/>
                  <a:pt x="627957" y="6171468"/>
                  <a:pt x="627957" y="6132947"/>
                </a:cubicBezTo>
                <a:cubicBezTo>
                  <a:pt x="475460" y="6209989"/>
                  <a:pt x="208992" y="6171468"/>
                  <a:pt x="17969" y="6171468"/>
                </a:cubicBezTo>
                <a:lnTo>
                  <a:pt x="0" y="6174682"/>
                </a:lnTo>
                <a:lnTo>
                  <a:pt x="0" y="5785312"/>
                </a:lnTo>
                <a:lnTo>
                  <a:pt x="12727" y="5781447"/>
                </a:lnTo>
                <a:cubicBezTo>
                  <a:pt x="94017" y="5769049"/>
                  <a:pt x="223238" y="5818555"/>
                  <a:pt x="322963" y="5752547"/>
                </a:cubicBezTo>
                <a:cubicBezTo>
                  <a:pt x="237485" y="5752547"/>
                  <a:pt x="130335" y="5752547"/>
                  <a:pt x="34021" y="5720044"/>
                </a:cubicBezTo>
                <a:lnTo>
                  <a:pt x="0" y="5703483"/>
                </a:lnTo>
                <a:lnTo>
                  <a:pt x="0" y="5647681"/>
                </a:lnTo>
                <a:lnTo>
                  <a:pt x="103849" y="5633170"/>
                </a:lnTo>
                <a:cubicBezTo>
                  <a:pt x="180097" y="5618925"/>
                  <a:pt x="265977" y="5600065"/>
                  <a:pt x="361489" y="5600065"/>
                </a:cubicBezTo>
                <a:cubicBezTo>
                  <a:pt x="400015" y="5600065"/>
                  <a:pt x="475460" y="5600065"/>
                  <a:pt x="475460" y="5561544"/>
                </a:cubicBezTo>
                <a:cubicBezTo>
                  <a:pt x="436935" y="5561544"/>
                  <a:pt x="361489" y="5561544"/>
                  <a:pt x="361489" y="5600065"/>
                </a:cubicBezTo>
                <a:cubicBezTo>
                  <a:pt x="322963" y="5600065"/>
                  <a:pt x="322963" y="5561544"/>
                  <a:pt x="322963" y="5561544"/>
                </a:cubicBezTo>
                <a:cubicBezTo>
                  <a:pt x="400015" y="5523023"/>
                  <a:pt x="513986" y="5486106"/>
                  <a:pt x="589432" y="5447585"/>
                </a:cubicBezTo>
                <a:cubicBezTo>
                  <a:pt x="627957" y="5447585"/>
                  <a:pt x="552512" y="5447585"/>
                  <a:pt x="552512" y="5486106"/>
                </a:cubicBezTo>
                <a:cubicBezTo>
                  <a:pt x="589432" y="5523023"/>
                  <a:pt x="627957" y="5447585"/>
                  <a:pt x="705009" y="5447585"/>
                </a:cubicBezTo>
                <a:cubicBezTo>
                  <a:pt x="705009" y="5486106"/>
                  <a:pt x="627957" y="5486106"/>
                  <a:pt x="666483" y="5486106"/>
                </a:cubicBezTo>
                <a:cubicBezTo>
                  <a:pt x="741929" y="5486106"/>
                  <a:pt x="818981" y="5447585"/>
                  <a:pt x="818981" y="5409063"/>
                </a:cubicBezTo>
                <a:cubicBezTo>
                  <a:pt x="857506" y="5409063"/>
                  <a:pt x="932952" y="5409063"/>
                  <a:pt x="969873" y="5370541"/>
                </a:cubicBezTo>
                <a:cubicBezTo>
                  <a:pt x="857506" y="5333625"/>
                  <a:pt x="666483" y="5409063"/>
                  <a:pt x="627957" y="5370541"/>
                </a:cubicBezTo>
                <a:cubicBezTo>
                  <a:pt x="599063" y="5399432"/>
                  <a:pt x="549401" y="5428324"/>
                  <a:pt x="510123" y="5408461"/>
                </a:cubicBezTo>
                <a:lnTo>
                  <a:pt x="509517" y="5407998"/>
                </a:lnTo>
                <a:lnTo>
                  <a:pt x="513986" y="5409063"/>
                </a:lnTo>
                <a:cubicBezTo>
                  <a:pt x="552512" y="5370541"/>
                  <a:pt x="552512" y="5333625"/>
                  <a:pt x="513986" y="5333625"/>
                </a:cubicBezTo>
                <a:cubicBezTo>
                  <a:pt x="513986" y="5295103"/>
                  <a:pt x="666483" y="5295103"/>
                  <a:pt x="589432" y="5295103"/>
                </a:cubicBezTo>
                <a:cubicBezTo>
                  <a:pt x="666483" y="5256582"/>
                  <a:pt x="780455" y="5295103"/>
                  <a:pt x="818981" y="5218061"/>
                </a:cubicBezTo>
                <a:cubicBezTo>
                  <a:pt x="627957" y="5181144"/>
                  <a:pt x="475460" y="5181144"/>
                  <a:pt x="322963" y="5218061"/>
                </a:cubicBezTo>
                <a:cubicBezTo>
                  <a:pt x="247517" y="5181144"/>
                  <a:pt x="284438" y="5181144"/>
                  <a:pt x="284438" y="5142623"/>
                </a:cubicBezTo>
                <a:cubicBezTo>
                  <a:pt x="208992" y="5181144"/>
                  <a:pt x="170466" y="5142623"/>
                  <a:pt x="133546" y="5142623"/>
                </a:cubicBezTo>
                <a:cubicBezTo>
                  <a:pt x="170466" y="5142623"/>
                  <a:pt x="170466" y="5104101"/>
                  <a:pt x="247517" y="5104101"/>
                </a:cubicBezTo>
                <a:cubicBezTo>
                  <a:pt x="208992" y="5065579"/>
                  <a:pt x="95020" y="5104101"/>
                  <a:pt x="56494" y="5104101"/>
                </a:cubicBezTo>
                <a:cubicBezTo>
                  <a:pt x="66126" y="5085241"/>
                  <a:pt x="61410" y="5071097"/>
                  <a:pt x="48920" y="5059285"/>
                </a:cubicBezTo>
                <a:lnTo>
                  <a:pt x="0" y="5031479"/>
                </a:lnTo>
                <a:lnTo>
                  <a:pt x="0" y="4915963"/>
                </a:lnTo>
                <a:lnTo>
                  <a:pt x="17969" y="4913099"/>
                </a:lnTo>
                <a:lnTo>
                  <a:pt x="0" y="4899884"/>
                </a:lnTo>
                <a:lnTo>
                  <a:pt x="0" y="4795698"/>
                </a:lnTo>
                <a:lnTo>
                  <a:pt x="54964" y="4803700"/>
                </a:lnTo>
                <a:cubicBezTo>
                  <a:pt x="115085" y="4809597"/>
                  <a:pt x="175884" y="4803954"/>
                  <a:pt x="247517" y="4760617"/>
                </a:cubicBezTo>
                <a:cubicBezTo>
                  <a:pt x="247517" y="4760617"/>
                  <a:pt x="247517" y="4799139"/>
                  <a:pt x="247517" y="4837661"/>
                </a:cubicBezTo>
                <a:cubicBezTo>
                  <a:pt x="284438" y="4837661"/>
                  <a:pt x="322963" y="4799139"/>
                  <a:pt x="322963" y="4799139"/>
                </a:cubicBezTo>
                <a:cubicBezTo>
                  <a:pt x="361489" y="4799139"/>
                  <a:pt x="322963" y="4837661"/>
                  <a:pt x="361489" y="4799139"/>
                </a:cubicBezTo>
                <a:cubicBezTo>
                  <a:pt x="400015" y="4837661"/>
                  <a:pt x="361489" y="4837661"/>
                  <a:pt x="436935" y="4876182"/>
                </a:cubicBezTo>
                <a:cubicBezTo>
                  <a:pt x="436935" y="4837661"/>
                  <a:pt x="436935" y="4837661"/>
                  <a:pt x="475460" y="4837661"/>
                </a:cubicBezTo>
                <a:cubicBezTo>
                  <a:pt x="475460" y="4837661"/>
                  <a:pt x="436935" y="4799139"/>
                  <a:pt x="400015" y="4799139"/>
                </a:cubicBezTo>
                <a:cubicBezTo>
                  <a:pt x="475460" y="4799139"/>
                  <a:pt x="627957" y="4799139"/>
                  <a:pt x="627957" y="4876182"/>
                </a:cubicBezTo>
                <a:cubicBezTo>
                  <a:pt x="627957" y="4913099"/>
                  <a:pt x="627957" y="4913099"/>
                  <a:pt x="627957" y="4951620"/>
                </a:cubicBezTo>
                <a:cubicBezTo>
                  <a:pt x="666483" y="4951620"/>
                  <a:pt x="705009" y="4913099"/>
                  <a:pt x="705009" y="4913099"/>
                </a:cubicBezTo>
                <a:cubicBezTo>
                  <a:pt x="705009" y="4913099"/>
                  <a:pt x="741929" y="4913099"/>
                  <a:pt x="741929" y="4951620"/>
                </a:cubicBezTo>
                <a:cubicBezTo>
                  <a:pt x="627957" y="4951620"/>
                  <a:pt x="436935" y="4951620"/>
                  <a:pt x="361489" y="4990141"/>
                </a:cubicBezTo>
                <a:cubicBezTo>
                  <a:pt x="361489" y="5028663"/>
                  <a:pt x="322963" y="5028663"/>
                  <a:pt x="322963" y="5065579"/>
                </a:cubicBezTo>
                <a:cubicBezTo>
                  <a:pt x="400015" y="5104101"/>
                  <a:pt x="513986" y="5065579"/>
                  <a:pt x="589432" y="5104101"/>
                </a:cubicBezTo>
                <a:cubicBezTo>
                  <a:pt x="552512" y="5065579"/>
                  <a:pt x="589432" y="5065579"/>
                  <a:pt x="627957" y="5065579"/>
                </a:cubicBezTo>
                <a:cubicBezTo>
                  <a:pt x="666483" y="5065579"/>
                  <a:pt x="705009" y="5028663"/>
                  <a:pt x="666483" y="5028663"/>
                </a:cubicBezTo>
                <a:cubicBezTo>
                  <a:pt x="705009" y="5028663"/>
                  <a:pt x="705009" y="4990141"/>
                  <a:pt x="741929" y="4951620"/>
                </a:cubicBezTo>
                <a:cubicBezTo>
                  <a:pt x="894426" y="4951620"/>
                  <a:pt x="818981" y="5028663"/>
                  <a:pt x="969873" y="5028663"/>
                </a:cubicBezTo>
                <a:cubicBezTo>
                  <a:pt x="969873" y="5065579"/>
                  <a:pt x="932952" y="5065579"/>
                  <a:pt x="932952" y="5065579"/>
                </a:cubicBezTo>
                <a:cubicBezTo>
                  <a:pt x="1046923" y="5028663"/>
                  <a:pt x="1046923" y="5065579"/>
                  <a:pt x="1122370" y="5065579"/>
                </a:cubicBezTo>
                <a:cubicBezTo>
                  <a:pt x="1162501" y="5065579"/>
                  <a:pt x="1085449" y="5028663"/>
                  <a:pt x="1085449" y="4990141"/>
                </a:cubicBezTo>
                <a:cubicBezTo>
                  <a:pt x="1010004" y="5028663"/>
                  <a:pt x="857506" y="4951620"/>
                  <a:pt x="741929" y="4913099"/>
                </a:cubicBezTo>
                <a:cubicBezTo>
                  <a:pt x="818981" y="4913099"/>
                  <a:pt x="894426" y="4876182"/>
                  <a:pt x="932952" y="4837661"/>
                </a:cubicBezTo>
                <a:cubicBezTo>
                  <a:pt x="932952" y="4837661"/>
                  <a:pt x="932952" y="4837661"/>
                  <a:pt x="932952" y="4913099"/>
                </a:cubicBezTo>
                <a:cubicBezTo>
                  <a:pt x="1010004" y="4913099"/>
                  <a:pt x="1010004" y="4876182"/>
                  <a:pt x="1046923" y="4876182"/>
                </a:cubicBezTo>
                <a:cubicBezTo>
                  <a:pt x="1046923" y="4876182"/>
                  <a:pt x="1046923" y="4876182"/>
                  <a:pt x="1046923" y="4913099"/>
                </a:cubicBezTo>
                <a:cubicBezTo>
                  <a:pt x="1122370" y="4876182"/>
                  <a:pt x="1085449" y="4913099"/>
                  <a:pt x="1162501" y="4913099"/>
                </a:cubicBezTo>
                <a:lnTo>
                  <a:pt x="1202128" y="4907858"/>
                </a:lnTo>
                <a:lnTo>
                  <a:pt x="1162501" y="4951620"/>
                </a:lnTo>
                <a:cubicBezTo>
                  <a:pt x="1199421" y="4990141"/>
                  <a:pt x="1274867" y="4951620"/>
                  <a:pt x="1314997" y="4913099"/>
                </a:cubicBezTo>
                <a:cubicBezTo>
                  <a:pt x="1351918" y="4913099"/>
                  <a:pt x="1427364" y="4951620"/>
                  <a:pt x="1467495" y="4951620"/>
                </a:cubicBezTo>
                <a:cubicBezTo>
                  <a:pt x="1467495" y="4876182"/>
                  <a:pt x="1619992" y="4913099"/>
                  <a:pt x="1695438" y="4837661"/>
                </a:cubicBezTo>
                <a:cubicBezTo>
                  <a:pt x="1656913" y="4876182"/>
                  <a:pt x="1695438" y="4913099"/>
                  <a:pt x="1732358" y="4876182"/>
                </a:cubicBezTo>
                <a:cubicBezTo>
                  <a:pt x="1847935" y="4913099"/>
                  <a:pt x="1847935" y="4837661"/>
                  <a:pt x="1732358" y="4837661"/>
                </a:cubicBezTo>
                <a:cubicBezTo>
                  <a:pt x="1732358" y="4837661"/>
                  <a:pt x="1732358" y="4837661"/>
                  <a:pt x="1732358" y="4876182"/>
                </a:cubicBezTo>
                <a:cubicBezTo>
                  <a:pt x="1695438" y="4876182"/>
                  <a:pt x="1732358" y="4876182"/>
                  <a:pt x="1695438" y="4837661"/>
                </a:cubicBezTo>
                <a:cubicBezTo>
                  <a:pt x="1619992" y="4837661"/>
                  <a:pt x="1467495" y="4913099"/>
                  <a:pt x="1390444" y="4876182"/>
                </a:cubicBezTo>
                <a:cubicBezTo>
                  <a:pt x="1467495" y="4876182"/>
                  <a:pt x="1542941" y="4837661"/>
                  <a:pt x="1542941" y="4799139"/>
                </a:cubicBezTo>
                <a:cubicBezTo>
                  <a:pt x="1467495" y="4799139"/>
                  <a:pt x="1504415" y="4760617"/>
                  <a:pt x="1467495" y="4760617"/>
                </a:cubicBezTo>
                <a:cubicBezTo>
                  <a:pt x="1427364" y="4723701"/>
                  <a:pt x="1351918" y="4760617"/>
                  <a:pt x="1351918" y="4723701"/>
                </a:cubicBezTo>
                <a:cubicBezTo>
                  <a:pt x="1390444" y="4723701"/>
                  <a:pt x="1351918" y="4723701"/>
                  <a:pt x="1390444" y="4685179"/>
                </a:cubicBezTo>
                <a:cubicBezTo>
                  <a:pt x="1427364" y="4685179"/>
                  <a:pt x="1504415" y="4723701"/>
                  <a:pt x="1504415" y="4685179"/>
                </a:cubicBezTo>
                <a:cubicBezTo>
                  <a:pt x="1436995" y="4651472"/>
                  <a:pt x="1254049" y="4647259"/>
                  <a:pt x="1259909" y="4698346"/>
                </a:cubicBezTo>
                <a:lnTo>
                  <a:pt x="1271720" y="4718367"/>
                </a:lnTo>
                <a:lnTo>
                  <a:pt x="1266289" y="4722533"/>
                </a:lnTo>
                <a:lnTo>
                  <a:pt x="1230673" y="4717682"/>
                </a:lnTo>
                <a:cubicBezTo>
                  <a:pt x="1219486" y="4714071"/>
                  <a:pt x="1211260" y="4709255"/>
                  <a:pt x="1204237" y="4704440"/>
                </a:cubicBezTo>
                <a:lnTo>
                  <a:pt x="1187634" y="4692997"/>
                </a:lnTo>
                <a:lnTo>
                  <a:pt x="1219888" y="4685179"/>
                </a:lnTo>
                <a:cubicBezTo>
                  <a:pt x="1230723" y="4677956"/>
                  <a:pt x="1237947" y="4665918"/>
                  <a:pt x="1237947" y="4646657"/>
                </a:cubicBezTo>
                <a:cubicBezTo>
                  <a:pt x="1314997" y="4646657"/>
                  <a:pt x="1314997" y="4646657"/>
                  <a:pt x="1390444" y="4646657"/>
                </a:cubicBezTo>
                <a:cubicBezTo>
                  <a:pt x="1046923" y="4609741"/>
                  <a:pt x="705009" y="4685179"/>
                  <a:pt x="361489" y="4609741"/>
                </a:cubicBezTo>
                <a:cubicBezTo>
                  <a:pt x="361489" y="4646657"/>
                  <a:pt x="284438" y="4646657"/>
                  <a:pt x="247517" y="4646657"/>
                </a:cubicBezTo>
                <a:cubicBezTo>
                  <a:pt x="208992" y="4646657"/>
                  <a:pt x="247517" y="4685179"/>
                  <a:pt x="208992" y="4723701"/>
                </a:cubicBezTo>
                <a:cubicBezTo>
                  <a:pt x="170466" y="4723701"/>
                  <a:pt x="170466" y="4723701"/>
                  <a:pt x="170466" y="4760617"/>
                </a:cubicBezTo>
                <a:cubicBezTo>
                  <a:pt x="133546" y="4760617"/>
                  <a:pt x="95020" y="4760617"/>
                  <a:pt x="95020" y="4685179"/>
                </a:cubicBezTo>
                <a:cubicBezTo>
                  <a:pt x="265977" y="4685179"/>
                  <a:pt x="158828" y="4621077"/>
                  <a:pt x="46487" y="4605277"/>
                </a:cubicBezTo>
                <a:lnTo>
                  <a:pt x="0" y="4602459"/>
                </a:lnTo>
                <a:lnTo>
                  <a:pt x="0" y="4513602"/>
                </a:lnTo>
                <a:lnTo>
                  <a:pt x="51882" y="4506745"/>
                </a:lnTo>
                <a:cubicBezTo>
                  <a:pt x="70415" y="4503205"/>
                  <a:pt x="85389" y="4498992"/>
                  <a:pt x="95020" y="4494177"/>
                </a:cubicBezTo>
                <a:cubicBezTo>
                  <a:pt x="133546" y="4494177"/>
                  <a:pt x="208992" y="4494177"/>
                  <a:pt x="208992" y="4494177"/>
                </a:cubicBezTo>
                <a:cubicBezTo>
                  <a:pt x="208992" y="4457260"/>
                  <a:pt x="170466" y="4457260"/>
                  <a:pt x="133546" y="4457260"/>
                </a:cubicBezTo>
                <a:cubicBezTo>
                  <a:pt x="133546" y="4494177"/>
                  <a:pt x="95020" y="4494177"/>
                  <a:pt x="95020" y="4494177"/>
                </a:cubicBezTo>
                <a:cubicBezTo>
                  <a:pt x="85389" y="4484948"/>
                  <a:pt x="71042" y="4480333"/>
                  <a:pt x="54337" y="4478603"/>
                </a:cubicBezTo>
                <a:lnTo>
                  <a:pt x="0" y="4480318"/>
                </a:lnTo>
                <a:lnTo>
                  <a:pt x="0" y="4454990"/>
                </a:lnTo>
                <a:lnTo>
                  <a:pt x="31287" y="4451241"/>
                </a:lnTo>
                <a:cubicBezTo>
                  <a:pt x="75757" y="4440407"/>
                  <a:pt x="104651" y="4418739"/>
                  <a:pt x="133546" y="4418739"/>
                </a:cubicBezTo>
                <a:cubicBezTo>
                  <a:pt x="208992" y="4418739"/>
                  <a:pt x="133546" y="4418739"/>
                  <a:pt x="133546" y="4380217"/>
                </a:cubicBezTo>
                <a:cubicBezTo>
                  <a:pt x="400015" y="4380217"/>
                  <a:pt x="475460" y="4418739"/>
                  <a:pt x="666483" y="4418739"/>
                </a:cubicBezTo>
                <a:cubicBezTo>
                  <a:pt x="666483" y="4457260"/>
                  <a:pt x="705009" y="4494177"/>
                  <a:pt x="857506" y="4457260"/>
                </a:cubicBezTo>
                <a:cubicBezTo>
                  <a:pt x="857506" y="4457260"/>
                  <a:pt x="780455" y="4457260"/>
                  <a:pt x="818981" y="4418739"/>
                </a:cubicBezTo>
                <a:cubicBezTo>
                  <a:pt x="741929" y="4418739"/>
                  <a:pt x="705009" y="4457260"/>
                  <a:pt x="705009" y="4418739"/>
                </a:cubicBezTo>
                <a:cubicBezTo>
                  <a:pt x="705009" y="4380217"/>
                  <a:pt x="857506" y="4418739"/>
                  <a:pt x="894426" y="4418739"/>
                </a:cubicBezTo>
                <a:cubicBezTo>
                  <a:pt x="894426" y="4418739"/>
                  <a:pt x="894426" y="4418739"/>
                  <a:pt x="894426" y="4457260"/>
                </a:cubicBezTo>
                <a:cubicBezTo>
                  <a:pt x="1010004" y="4418739"/>
                  <a:pt x="1085449" y="4418739"/>
                  <a:pt x="1122370" y="4457260"/>
                </a:cubicBezTo>
                <a:cubicBezTo>
                  <a:pt x="1274867" y="4494177"/>
                  <a:pt x="1199421" y="4380217"/>
                  <a:pt x="1274867" y="4341695"/>
                </a:cubicBezTo>
                <a:cubicBezTo>
                  <a:pt x="1274867" y="4266257"/>
                  <a:pt x="1237947" y="4341695"/>
                  <a:pt x="1237947" y="4266257"/>
                </a:cubicBezTo>
                <a:cubicBezTo>
                  <a:pt x="1274867" y="4266257"/>
                  <a:pt x="1274867" y="4304779"/>
                  <a:pt x="1351918" y="4266257"/>
                </a:cubicBezTo>
                <a:cubicBezTo>
                  <a:pt x="1351918" y="4266257"/>
                  <a:pt x="1351918" y="4266257"/>
                  <a:pt x="1356734" y="4266257"/>
                </a:cubicBezTo>
                <a:lnTo>
                  <a:pt x="1367821" y="4266257"/>
                </a:lnTo>
                <a:lnTo>
                  <a:pt x="1351918" y="4304779"/>
                </a:lnTo>
                <a:cubicBezTo>
                  <a:pt x="1314997" y="4341695"/>
                  <a:pt x="1314997" y="4304779"/>
                  <a:pt x="1314997" y="4304779"/>
                </a:cubicBezTo>
                <a:cubicBezTo>
                  <a:pt x="1314997" y="4380217"/>
                  <a:pt x="1274867" y="4380217"/>
                  <a:pt x="1314997" y="4457260"/>
                </a:cubicBezTo>
                <a:cubicBezTo>
                  <a:pt x="1351918" y="4457260"/>
                  <a:pt x="1390444" y="4457260"/>
                  <a:pt x="1467495" y="4457260"/>
                </a:cubicBezTo>
                <a:cubicBezTo>
                  <a:pt x="1467495" y="4447630"/>
                  <a:pt x="1464987" y="4440407"/>
                  <a:pt x="1461224" y="4434990"/>
                </a:cubicBezTo>
                <a:lnTo>
                  <a:pt x="1447888" y="4423934"/>
                </a:lnTo>
                <a:lnTo>
                  <a:pt x="1451141" y="4424758"/>
                </a:lnTo>
                <a:cubicBezTo>
                  <a:pt x="1469802" y="4435592"/>
                  <a:pt x="1476725" y="4457260"/>
                  <a:pt x="1504415" y="4457260"/>
                </a:cubicBezTo>
                <a:cubicBezTo>
                  <a:pt x="1427364" y="4457260"/>
                  <a:pt x="1427364" y="4494177"/>
                  <a:pt x="1351918" y="4494177"/>
                </a:cubicBezTo>
                <a:cubicBezTo>
                  <a:pt x="1351918" y="4494177"/>
                  <a:pt x="1351918" y="4494177"/>
                  <a:pt x="1351918" y="4532698"/>
                </a:cubicBezTo>
                <a:lnTo>
                  <a:pt x="1324278" y="4532698"/>
                </a:lnTo>
                <a:cubicBezTo>
                  <a:pt x="1287809" y="4532698"/>
                  <a:pt x="1247177" y="4532698"/>
                  <a:pt x="1199421" y="4532698"/>
                </a:cubicBezTo>
                <a:cubicBezTo>
                  <a:pt x="1122370" y="4494177"/>
                  <a:pt x="1046923" y="4532698"/>
                  <a:pt x="1010004" y="4571219"/>
                </a:cubicBezTo>
                <a:cubicBezTo>
                  <a:pt x="1085449" y="4532698"/>
                  <a:pt x="1162501" y="4571219"/>
                  <a:pt x="1199421" y="4532698"/>
                </a:cubicBezTo>
                <a:cubicBezTo>
                  <a:pt x="1237947" y="4609741"/>
                  <a:pt x="1467495" y="4532698"/>
                  <a:pt x="1504415" y="4609741"/>
                </a:cubicBezTo>
                <a:cubicBezTo>
                  <a:pt x="1619992" y="4532698"/>
                  <a:pt x="1695438" y="4571219"/>
                  <a:pt x="1847935" y="4571219"/>
                </a:cubicBezTo>
                <a:cubicBezTo>
                  <a:pt x="1961907" y="4571219"/>
                  <a:pt x="1961907" y="4571219"/>
                  <a:pt x="2077483" y="4571219"/>
                </a:cubicBezTo>
                <a:cubicBezTo>
                  <a:pt x="2057418" y="4532698"/>
                  <a:pt x="2009261" y="4523068"/>
                  <a:pt x="1961505" y="4527883"/>
                </a:cubicBezTo>
                <a:lnTo>
                  <a:pt x="1960709" y="4528074"/>
                </a:lnTo>
                <a:lnTo>
                  <a:pt x="1956138" y="4510428"/>
                </a:lnTo>
                <a:cubicBezTo>
                  <a:pt x="1945754" y="4494177"/>
                  <a:pt x="1924986" y="4494177"/>
                  <a:pt x="1924986" y="4494177"/>
                </a:cubicBezTo>
                <a:cubicBezTo>
                  <a:pt x="1961907" y="4494177"/>
                  <a:pt x="2037353" y="4532698"/>
                  <a:pt x="2077483" y="4532698"/>
                </a:cubicBezTo>
                <a:cubicBezTo>
                  <a:pt x="2077483" y="4609741"/>
                  <a:pt x="2229981" y="4646657"/>
                  <a:pt x="2229981" y="4571219"/>
                </a:cubicBezTo>
                <a:cubicBezTo>
                  <a:pt x="2305426" y="4609741"/>
                  <a:pt x="2419399" y="4609741"/>
                  <a:pt x="2494844" y="4532698"/>
                </a:cubicBezTo>
                <a:cubicBezTo>
                  <a:pt x="2419399" y="4532698"/>
                  <a:pt x="2382478" y="4571219"/>
                  <a:pt x="2382478" y="4571219"/>
                </a:cubicBezTo>
                <a:cubicBezTo>
                  <a:pt x="2382478" y="4532698"/>
                  <a:pt x="2419399" y="4532698"/>
                  <a:pt x="2419399" y="4532698"/>
                </a:cubicBezTo>
                <a:cubicBezTo>
                  <a:pt x="2342347" y="4532698"/>
                  <a:pt x="2342347" y="4532698"/>
                  <a:pt x="2305426" y="4532698"/>
                </a:cubicBezTo>
                <a:cubicBezTo>
                  <a:pt x="2305426" y="4532698"/>
                  <a:pt x="2342347" y="4532698"/>
                  <a:pt x="2305426" y="4571219"/>
                </a:cubicBezTo>
                <a:cubicBezTo>
                  <a:pt x="2305426" y="4571219"/>
                  <a:pt x="2305426" y="4571219"/>
                  <a:pt x="2266901" y="4571219"/>
                </a:cubicBezTo>
                <a:cubicBezTo>
                  <a:pt x="2266901" y="4532698"/>
                  <a:pt x="2266901" y="4494177"/>
                  <a:pt x="2229981" y="4494177"/>
                </a:cubicBezTo>
                <a:cubicBezTo>
                  <a:pt x="2189850" y="4532698"/>
                  <a:pt x="2305426" y="4532698"/>
                  <a:pt x="2229981" y="4571219"/>
                </a:cubicBezTo>
                <a:cubicBezTo>
                  <a:pt x="2152929" y="4571219"/>
                  <a:pt x="2152929" y="4532698"/>
                  <a:pt x="2077483" y="4532698"/>
                </a:cubicBezTo>
                <a:cubicBezTo>
                  <a:pt x="2152929" y="4494177"/>
                  <a:pt x="2077483" y="4457260"/>
                  <a:pt x="2189850" y="4494177"/>
                </a:cubicBezTo>
                <a:cubicBezTo>
                  <a:pt x="2133667" y="4456458"/>
                  <a:pt x="2067451" y="4447229"/>
                  <a:pt x="1996219" y="4452044"/>
                </a:cubicBezTo>
                <a:lnTo>
                  <a:pt x="1963039" y="4456856"/>
                </a:lnTo>
                <a:lnTo>
                  <a:pt x="1978762" y="4451241"/>
                </a:lnTo>
                <a:cubicBezTo>
                  <a:pt x="1985985" y="4440407"/>
                  <a:pt x="1971538" y="4418739"/>
                  <a:pt x="2000433" y="4418739"/>
                </a:cubicBezTo>
                <a:cubicBezTo>
                  <a:pt x="2152929" y="4418739"/>
                  <a:pt x="2229981" y="4457260"/>
                  <a:pt x="2305426" y="4418739"/>
                </a:cubicBezTo>
                <a:cubicBezTo>
                  <a:pt x="2266901" y="4418739"/>
                  <a:pt x="2229981" y="4418739"/>
                  <a:pt x="2189850" y="4380217"/>
                </a:cubicBezTo>
                <a:cubicBezTo>
                  <a:pt x="2305426" y="4380217"/>
                  <a:pt x="2457924" y="4457260"/>
                  <a:pt x="2571895" y="4418739"/>
                </a:cubicBezTo>
                <a:cubicBezTo>
                  <a:pt x="2571895" y="4380217"/>
                  <a:pt x="2494844" y="4380217"/>
                  <a:pt x="2494844" y="4380217"/>
                </a:cubicBezTo>
                <a:cubicBezTo>
                  <a:pt x="2571895" y="4380217"/>
                  <a:pt x="2724392" y="4304779"/>
                  <a:pt x="2799839" y="4341695"/>
                </a:cubicBezTo>
                <a:cubicBezTo>
                  <a:pt x="2839970" y="4304779"/>
                  <a:pt x="2762918" y="4304779"/>
                  <a:pt x="2799839" y="4304779"/>
                </a:cubicBezTo>
                <a:cubicBezTo>
                  <a:pt x="2839970" y="4304779"/>
                  <a:pt x="2915416" y="4304779"/>
                  <a:pt x="2952336" y="4304779"/>
                </a:cubicBezTo>
                <a:cubicBezTo>
                  <a:pt x="2990861" y="4341695"/>
                  <a:pt x="2915416" y="4418739"/>
                  <a:pt x="2839970" y="4380217"/>
                </a:cubicBezTo>
                <a:cubicBezTo>
                  <a:pt x="2876890" y="4457260"/>
                  <a:pt x="2915416" y="4418739"/>
                  <a:pt x="2990861" y="4418739"/>
                </a:cubicBezTo>
                <a:cubicBezTo>
                  <a:pt x="2990861" y="4380217"/>
                  <a:pt x="2990861" y="4380217"/>
                  <a:pt x="2990861" y="4341695"/>
                </a:cubicBezTo>
                <a:cubicBezTo>
                  <a:pt x="3067913" y="4380217"/>
                  <a:pt x="3104833" y="4304779"/>
                  <a:pt x="3181884" y="4341695"/>
                </a:cubicBezTo>
                <a:cubicBezTo>
                  <a:pt x="3181884" y="4380217"/>
                  <a:pt x="3104833" y="4341695"/>
                  <a:pt x="3104833" y="4380217"/>
                </a:cubicBezTo>
                <a:cubicBezTo>
                  <a:pt x="3104833" y="4418739"/>
                  <a:pt x="3220410" y="4380217"/>
                  <a:pt x="3295856" y="4380217"/>
                </a:cubicBezTo>
                <a:lnTo>
                  <a:pt x="3295856" y="4418739"/>
                </a:lnTo>
                <a:cubicBezTo>
                  <a:pt x="3324750" y="4447630"/>
                  <a:pt x="3353644" y="4411516"/>
                  <a:pt x="3366286" y="4407905"/>
                </a:cubicBezTo>
                <a:lnTo>
                  <a:pt x="3366975" y="4408095"/>
                </a:lnTo>
                <a:lnTo>
                  <a:pt x="3371959" y="4413545"/>
                </a:lnTo>
                <a:lnTo>
                  <a:pt x="3372907" y="4418739"/>
                </a:lnTo>
                <a:cubicBezTo>
                  <a:pt x="3391367" y="4418739"/>
                  <a:pt x="3381736" y="4418739"/>
                  <a:pt x="3372305" y="4413924"/>
                </a:cubicBezTo>
                <a:lnTo>
                  <a:pt x="3371959" y="4413545"/>
                </a:lnTo>
                <a:lnTo>
                  <a:pt x="3371177" y="4409259"/>
                </a:lnTo>
                <a:lnTo>
                  <a:pt x="3366975" y="4408095"/>
                </a:lnTo>
                <a:lnTo>
                  <a:pt x="3361846" y="4402488"/>
                </a:lnTo>
                <a:cubicBezTo>
                  <a:pt x="3360768" y="4397070"/>
                  <a:pt x="3363276" y="4389847"/>
                  <a:pt x="3372907" y="4380217"/>
                </a:cubicBezTo>
                <a:cubicBezTo>
                  <a:pt x="3409827" y="4380217"/>
                  <a:pt x="3448353" y="4380217"/>
                  <a:pt x="3486879" y="4380217"/>
                </a:cubicBezTo>
                <a:cubicBezTo>
                  <a:pt x="3525405" y="4380217"/>
                  <a:pt x="3562324" y="4380217"/>
                  <a:pt x="3600851" y="4380217"/>
                </a:cubicBezTo>
                <a:cubicBezTo>
                  <a:pt x="3600851" y="4418739"/>
                  <a:pt x="3639376" y="4418739"/>
                  <a:pt x="3600851" y="4457260"/>
                </a:cubicBezTo>
                <a:cubicBezTo>
                  <a:pt x="3600851" y="4457260"/>
                  <a:pt x="3639376" y="4457260"/>
                  <a:pt x="3676296" y="4457260"/>
                </a:cubicBezTo>
                <a:cubicBezTo>
                  <a:pt x="3600851" y="4380217"/>
                  <a:pt x="3753348" y="4457260"/>
                  <a:pt x="3828793" y="4418739"/>
                </a:cubicBezTo>
                <a:cubicBezTo>
                  <a:pt x="3828793" y="4418739"/>
                  <a:pt x="3828793" y="4418739"/>
                  <a:pt x="3867319" y="4457260"/>
                </a:cubicBezTo>
                <a:cubicBezTo>
                  <a:pt x="3944371" y="4418739"/>
                  <a:pt x="3867319" y="4418739"/>
                  <a:pt x="3944371" y="4418739"/>
                </a:cubicBezTo>
                <a:cubicBezTo>
                  <a:pt x="4019817" y="4457260"/>
                  <a:pt x="3981290" y="4380217"/>
                  <a:pt x="4019817" y="4380217"/>
                </a:cubicBezTo>
                <a:cubicBezTo>
                  <a:pt x="4019817" y="4457260"/>
                  <a:pt x="4058342" y="4380217"/>
                  <a:pt x="4058342" y="4380217"/>
                </a:cubicBezTo>
                <a:cubicBezTo>
                  <a:pt x="4096868" y="4418739"/>
                  <a:pt x="4133788" y="4418739"/>
                  <a:pt x="4133788" y="4418739"/>
                </a:cubicBezTo>
                <a:cubicBezTo>
                  <a:pt x="4210839" y="4418739"/>
                  <a:pt x="4096868" y="4341695"/>
                  <a:pt x="4172314" y="4341695"/>
                </a:cubicBezTo>
                <a:cubicBezTo>
                  <a:pt x="4249365" y="4341695"/>
                  <a:pt x="4133788" y="4380217"/>
                  <a:pt x="4210839" y="4380217"/>
                </a:cubicBezTo>
                <a:cubicBezTo>
                  <a:pt x="4210839" y="4380217"/>
                  <a:pt x="4172314" y="4418739"/>
                  <a:pt x="4172314" y="4457260"/>
                </a:cubicBezTo>
                <a:cubicBezTo>
                  <a:pt x="4096868" y="4457260"/>
                  <a:pt x="4096868" y="4418739"/>
                  <a:pt x="4058342" y="4418739"/>
                </a:cubicBezTo>
                <a:cubicBezTo>
                  <a:pt x="4058342" y="4457260"/>
                  <a:pt x="4133788" y="4457260"/>
                  <a:pt x="4172314" y="4457260"/>
                </a:cubicBezTo>
                <a:cubicBezTo>
                  <a:pt x="4096868" y="4532698"/>
                  <a:pt x="4249365" y="4457260"/>
                  <a:pt x="4286285" y="4457260"/>
                </a:cubicBezTo>
                <a:cubicBezTo>
                  <a:pt x="4401862" y="4457260"/>
                  <a:pt x="4554359" y="4532698"/>
                  <a:pt x="4629805" y="4457260"/>
                </a:cubicBezTo>
                <a:cubicBezTo>
                  <a:pt x="4629805" y="4418739"/>
                  <a:pt x="4591280" y="4418739"/>
                  <a:pt x="4591280" y="4418739"/>
                </a:cubicBezTo>
                <a:cubicBezTo>
                  <a:pt x="4591280" y="4418739"/>
                  <a:pt x="4591280" y="4418739"/>
                  <a:pt x="4591280" y="4380217"/>
                </a:cubicBezTo>
                <a:cubicBezTo>
                  <a:pt x="4666726" y="4380217"/>
                  <a:pt x="4629805" y="4418739"/>
                  <a:pt x="4666726" y="4418739"/>
                </a:cubicBezTo>
                <a:cubicBezTo>
                  <a:pt x="4666726" y="4418739"/>
                  <a:pt x="4743777" y="4418739"/>
                  <a:pt x="4743777" y="4380217"/>
                </a:cubicBezTo>
                <a:cubicBezTo>
                  <a:pt x="4859354" y="4418739"/>
                  <a:pt x="4934800" y="4380217"/>
                  <a:pt x="5011851" y="4380217"/>
                </a:cubicBezTo>
                <a:cubicBezTo>
                  <a:pt x="5011851" y="4380217"/>
                  <a:pt x="4973325" y="4380217"/>
                  <a:pt x="5011851" y="4341695"/>
                </a:cubicBezTo>
                <a:cubicBezTo>
                  <a:pt x="5087296" y="4341695"/>
                  <a:pt x="5011851" y="4304779"/>
                  <a:pt x="5048771" y="4304779"/>
                </a:cubicBezTo>
                <a:cubicBezTo>
                  <a:pt x="5048771" y="4341695"/>
                  <a:pt x="5048771" y="4341695"/>
                  <a:pt x="5048771" y="4380217"/>
                </a:cubicBezTo>
                <a:cubicBezTo>
                  <a:pt x="5048771" y="4380217"/>
                  <a:pt x="5048771" y="4380217"/>
                  <a:pt x="5087296" y="4380217"/>
                </a:cubicBezTo>
                <a:cubicBezTo>
                  <a:pt x="5125822" y="4380217"/>
                  <a:pt x="5087296" y="4341695"/>
                  <a:pt x="5087296" y="4341695"/>
                </a:cubicBezTo>
                <a:cubicBezTo>
                  <a:pt x="5125822" y="4380217"/>
                  <a:pt x="5201268" y="4304779"/>
                  <a:pt x="5239794" y="4380217"/>
                </a:cubicBezTo>
                <a:cubicBezTo>
                  <a:pt x="5278320" y="4341695"/>
                  <a:pt x="5316845" y="4380217"/>
                  <a:pt x="5353766" y="4380217"/>
                </a:cubicBezTo>
                <a:cubicBezTo>
                  <a:pt x="5353766" y="4341695"/>
                  <a:pt x="5353766" y="4341695"/>
                  <a:pt x="5316845" y="4304779"/>
                </a:cubicBezTo>
                <a:cubicBezTo>
                  <a:pt x="5316845" y="4266257"/>
                  <a:pt x="5392291" y="4341695"/>
                  <a:pt x="5353766" y="4341695"/>
                </a:cubicBezTo>
                <a:cubicBezTo>
                  <a:pt x="5506262" y="4341695"/>
                  <a:pt x="5658760" y="4380217"/>
                  <a:pt x="5735811" y="4341695"/>
                </a:cubicBezTo>
                <a:cubicBezTo>
                  <a:pt x="5774337" y="4341695"/>
                  <a:pt x="5849783" y="4341695"/>
                  <a:pt x="5888308" y="4380217"/>
                </a:cubicBezTo>
                <a:cubicBezTo>
                  <a:pt x="5926834" y="4341695"/>
                  <a:pt x="5849783" y="4341695"/>
                  <a:pt x="5888308" y="4304779"/>
                </a:cubicBezTo>
                <a:cubicBezTo>
                  <a:pt x="5963754" y="4304779"/>
                  <a:pt x="5926834" y="4304779"/>
                  <a:pt x="6002280" y="4304779"/>
                </a:cubicBezTo>
                <a:cubicBezTo>
                  <a:pt x="6040805" y="4341695"/>
                  <a:pt x="5963754" y="4341695"/>
                  <a:pt x="6002280" y="4380217"/>
                </a:cubicBezTo>
                <a:cubicBezTo>
                  <a:pt x="6079331" y="4380217"/>
                  <a:pt x="6116251" y="4341695"/>
                  <a:pt x="6116251" y="4341695"/>
                </a:cubicBezTo>
                <a:cubicBezTo>
                  <a:pt x="6040805" y="4341695"/>
                  <a:pt x="6079331" y="4304779"/>
                  <a:pt x="6079331" y="4304779"/>
                </a:cubicBezTo>
                <a:cubicBezTo>
                  <a:pt x="6040805" y="4304779"/>
                  <a:pt x="6079331" y="4227736"/>
                  <a:pt x="6154777" y="4266257"/>
                </a:cubicBezTo>
                <a:cubicBezTo>
                  <a:pt x="6079331" y="4266257"/>
                  <a:pt x="6154777" y="4304779"/>
                  <a:pt x="6154777" y="4341695"/>
                </a:cubicBezTo>
                <a:cubicBezTo>
                  <a:pt x="6154777" y="4304779"/>
                  <a:pt x="6231828" y="4304779"/>
                  <a:pt x="6268749" y="4266257"/>
                </a:cubicBezTo>
                <a:cubicBezTo>
                  <a:pt x="6402184" y="4232551"/>
                  <a:pt x="6477855" y="4287324"/>
                  <a:pt x="6621583" y="4249931"/>
                </a:cubicBezTo>
                <a:lnTo>
                  <a:pt x="6677351" y="4231214"/>
                </a:lnTo>
                <a:lnTo>
                  <a:pt x="6702362" y="4232551"/>
                </a:lnTo>
                <a:cubicBezTo>
                  <a:pt x="6726240" y="4237366"/>
                  <a:pt x="6745503" y="4246997"/>
                  <a:pt x="6764766" y="4266257"/>
                </a:cubicBezTo>
                <a:cubicBezTo>
                  <a:pt x="6803291" y="4227736"/>
                  <a:pt x="6764766" y="4227736"/>
                  <a:pt x="6803291" y="4266257"/>
                </a:cubicBezTo>
                <a:cubicBezTo>
                  <a:pt x="6840212" y="4227736"/>
                  <a:pt x="6764766" y="4227736"/>
                  <a:pt x="6764766" y="4153903"/>
                </a:cubicBezTo>
                <a:cubicBezTo>
                  <a:pt x="6803291" y="4153903"/>
                  <a:pt x="6803291" y="4153903"/>
                  <a:pt x="6803291" y="4153903"/>
                </a:cubicBezTo>
                <a:cubicBezTo>
                  <a:pt x="6955789" y="4153903"/>
                  <a:pt x="7108286" y="4153903"/>
                  <a:pt x="7145206" y="4115382"/>
                </a:cubicBezTo>
                <a:cubicBezTo>
                  <a:pt x="7108286" y="4078465"/>
                  <a:pt x="7031235" y="4115382"/>
                  <a:pt x="7031235" y="4078465"/>
                </a:cubicBezTo>
                <a:cubicBezTo>
                  <a:pt x="6992709" y="4078465"/>
                  <a:pt x="6992709" y="4115382"/>
                  <a:pt x="6955789" y="4115382"/>
                </a:cubicBezTo>
                <a:cubicBezTo>
                  <a:pt x="6917263" y="4115382"/>
                  <a:pt x="6992709" y="4078465"/>
                  <a:pt x="6955789" y="4078465"/>
                </a:cubicBezTo>
                <a:cubicBezTo>
                  <a:pt x="6955789" y="4078465"/>
                  <a:pt x="6955789" y="4078465"/>
                  <a:pt x="6917263" y="4078465"/>
                </a:cubicBezTo>
                <a:cubicBezTo>
                  <a:pt x="6917263" y="4189215"/>
                  <a:pt x="6687715" y="4038339"/>
                  <a:pt x="6535217" y="4001422"/>
                </a:cubicBezTo>
                <a:cubicBezTo>
                  <a:pt x="6535217" y="4078465"/>
                  <a:pt x="6650794" y="4038339"/>
                  <a:pt x="6650794" y="4115382"/>
                </a:cubicBezTo>
                <a:cubicBezTo>
                  <a:pt x="6650794" y="4115382"/>
                  <a:pt x="6650794" y="4115382"/>
                  <a:pt x="6535217" y="4115382"/>
                </a:cubicBezTo>
                <a:cubicBezTo>
                  <a:pt x="6498297" y="4115382"/>
                  <a:pt x="6612269" y="4115382"/>
                  <a:pt x="6535217" y="4153903"/>
                </a:cubicBezTo>
                <a:cubicBezTo>
                  <a:pt x="6535217" y="4153903"/>
                  <a:pt x="6573743" y="4153903"/>
                  <a:pt x="6612269" y="4153903"/>
                </a:cubicBezTo>
                <a:cubicBezTo>
                  <a:pt x="6535217" y="4227736"/>
                  <a:pt x="6498297" y="4115382"/>
                  <a:pt x="6459771" y="4153903"/>
                </a:cubicBezTo>
                <a:cubicBezTo>
                  <a:pt x="6421246" y="4038339"/>
                  <a:pt x="6154777" y="4078465"/>
                  <a:pt x="5888308" y="4078465"/>
                </a:cubicBezTo>
                <a:cubicBezTo>
                  <a:pt x="5888308" y="4115382"/>
                  <a:pt x="5963754" y="4115382"/>
                  <a:pt x="6002280" y="4115382"/>
                </a:cubicBezTo>
                <a:cubicBezTo>
                  <a:pt x="5926834" y="4153903"/>
                  <a:pt x="5811257" y="4078465"/>
                  <a:pt x="5774337" y="4038339"/>
                </a:cubicBezTo>
                <a:cubicBezTo>
                  <a:pt x="5849783" y="4038339"/>
                  <a:pt x="5888308" y="4038339"/>
                  <a:pt x="5888308" y="4038339"/>
                </a:cubicBezTo>
                <a:cubicBezTo>
                  <a:pt x="5849783" y="4001422"/>
                  <a:pt x="5811257" y="4038339"/>
                  <a:pt x="5774337" y="4038339"/>
                </a:cubicBezTo>
                <a:cubicBezTo>
                  <a:pt x="5735811" y="4038339"/>
                  <a:pt x="5774337" y="4078465"/>
                  <a:pt x="5774337" y="4115382"/>
                </a:cubicBezTo>
                <a:cubicBezTo>
                  <a:pt x="5735811" y="4115382"/>
                  <a:pt x="5735811" y="4038339"/>
                  <a:pt x="5658760" y="4038339"/>
                </a:cubicBezTo>
                <a:cubicBezTo>
                  <a:pt x="5697285" y="4038339"/>
                  <a:pt x="5697285" y="4038339"/>
                  <a:pt x="5697285" y="4001422"/>
                </a:cubicBezTo>
                <a:cubicBezTo>
                  <a:pt x="5774337" y="4001422"/>
                  <a:pt x="5811257" y="4001422"/>
                  <a:pt x="5926834" y="4001422"/>
                </a:cubicBezTo>
                <a:cubicBezTo>
                  <a:pt x="6002280" y="4078465"/>
                  <a:pt x="6268749" y="4038339"/>
                  <a:pt x="6498297" y="4038339"/>
                </a:cubicBezTo>
                <a:cubicBezTo>
                  <a:pt x="6459771" y="4001422"/>
                  <a:pt x="6382720" y="4038339"/>
                  <a:pt x="6421246" y="3962901"/>
                </a:cubicBezTo>
                <a:cubicBezTo>
                  <a:pt x="6345800" y="3962901"/>
                  <a:pt x="6345800" y="4001422"/>
                  <a:pt x="6307274" y="4001422"/>
                </a:cubicBezTo>
                <a:cubicBezTo>
                  <a:pt x="6382720" y="3962901"/>
                  <a:pt x="6079331" y="3962901"/>
                  <a:pt x="6193303" y="3925984"/>
                </a:cubicBezTo>
                <a:cubicBezTo>
                  <a:pt x="6154777" y="3885858"/>
                  <a:pt x="6079331" y="3962901"/>
                  <a:pt x="6079331" y="3962901"/>
                </a:cubicBezTo>
                <a:cubicBezTo>
                  <a:pt x="6079331" y="3962901"/>
                  <a:pt x="6040805" y="3962901"/>
                  <a:pt x="6002280" y="3962901"/>
                </a:cubicBezTo>
                <a:cubicBezTo>
                  <a:pt x="6002280" y="3925984"/>
                  <a:pt x="6079331" y="3925984"/>
                  <a:pt x="6079331" y="3925984"/>
                </a:cubicBezTo>
                <a:cubicBezTo>
                  <a:pt x="6060068" y="3905921"/>
                  <a:pt x="6040805" y="3895889"/>
                  <a:pt x="6016927" y="3890874"/>
                </a:cubicBezTo>
                <a:lnTo>
                  <a:pt x="6001398" y="3889164"/>
                </a:lnTo>
                <a:lnTo>
                  <a:pt x="6002280" y="3885858"/>
                </a:lnTo>
                <a:lnTo>
                  <a:pt x="5998207" y="3888812"/>
                </a:lnTo>
                <a:lnTo>
                  <a:pt x="5977073" y="3886485"/>
                </a:lnTo>
                <a:lnTo>
                  <a:pt x="5963877" y="3886320"/>
                </a:lnTo>
                <a:lnTo>
                  <a:pt x="5963754" y="3885858"/>
                </a:lnTo>
                <a:lnTo>
                  <a:pt x="5963436" y="3886315"/>
                </a:lnTo>
                <a:lnTo>
                  <a:pt x="5926834" y="3885858"/>
                </a:lnTo>
                <a:cubicBezTo>
                  <a:pt x="5907571" y="3885858"/>
                  <a:pt x="5916801" y="3895889"/>
                  <a:pt x="5935662" y="3900905"/>
                </a:cubicBezTo>
                <a:lnTo>
                  <a:pt x="5952607" y="3901866"/>
                </a:lnTo>
                <a:lnTo>
                  <a:pt x="5947601" y="3909056"/>
                </a:lnTo>
                <a:cubicBezTo>
                  <a:pt x="5940679" y="3925984"/>
                  <a:pt x="5954524" y="3925984"/>
                  <a:pt x="5926834" y="3925984"/>
                </a:cubicBezTo>
                <a:cubicBezTo>
                  <a:pt x="5849783" y="3848941"/>
                  <a:pt x="5697285" y="3848941"/>
                  <a:pt x="5621840" y="3810420"/>
                </a:cubicBezTo>
                <a:lnTo>
                  <a:pt x="5626454" y="3810420"/>
                </a:lnTo>
                <a:cubicBezTo>
                  <a:pt x="5640701" y="3810420"/>
                  <a:pt x="5659562" y="3810420"/>
                  <a:pt x="5697285" y="3810420"/>
                </a:cubicBezTo>
                <a:cubicBezTo>
                  <a:pt x="5658760" y="3773503"/>
                  <a:pt x="5658760" y="3773503"/>
                  <a:pt x="5621840" y="3773503"/>
                </a:cubicBezTo>
                <a:cubicBezTo>
                  <a:pt x="5583314" y="3733377"/>
                  <a:pt x="5697285" y="3810420"/>
                  <a:pt x="5697285" y="3773503"/>
                </a:cubicBezTo>
                <a:cubicBezTo>
                  <a:pt x="5735811" y="3773503"/>
                  <a:pt x="5774337" y="3810420"/>
                  <a:pt x="5735811" y="3810420"/>
                </a:cubicBezTo>
                <a:cubicBezTo>
                  <a:pt x="5774337" y="3848941"/>
                  <a:pt x="5849783" y="3810420"/>
                  <a:pt x="5849783" y="3848941"/>
                </a:cubicBezTo>
                <a:cubicBezTo>
                  <a:pt x="5849783" y="3848941"/>
                  <a:pt x="5849783" y="3810420"/>
                  <a:pt x="5926834" y="3810420"/>
                </a:cubicBezTo>
                <a:cubicBezTo>
                  <a:pt x="5963754" y="3848941"/>
                  <a:pt x="6079331" y="3810420"/>
                  <a:pt x="6116251" y="3885858"/>
                </a:cubicBezTo>
                <a:cubicBezTo>
                  <a:pt x="6079331" y="3848941"/>
                  <a:pt x="6193303" y="3885858"/>
                  <a:pt x="6231828" y="3885858"/>
                </a:cubicBezTo>
                <a:cubicBezTo>
                  <a:pt x="6193303" y="3962901"/>
                  <a:pt x="6307274" y="3962901"/>
                  <a:pt x="6345800" y="3962901"/>
                </a:cubicBezTo>
                <a:cubicBezTo>
                  <a:pt x="6268749" y="3962901"/>
                  <a:pt x="6307274" y="3885858"/>
                  <a:pt x="6231828" y="3885858"/>
                </a:cubicBezTo>
                <a:cubicBezTo>
                  <a:pt x="6259518" y="3885858"/>
                  <a:pt x="6266441" y="3843424"/>
                  <a:pt x="6252596" y="3838458"/>
                </a:cubicBezTo>
                <a:lnTo>
                  <a:pt x="6246634" y="3839154"/>
                </a:lnTo>
                <a:lnTo>
                  <a:pt x="6266391" y="3826094"/>
                </a:lnTo>
                <a:cubicBezTo>
                  <a:pt x="6307174" y="3808113"/>
                  <a:pt x="6364661" y="3801191"/>
                  <a:pt x="6421246" y="3773503"/>
                </a:cubicBezTo>
                <a:cubicBezTo>
                  <a:pt x="6459771" y="3773503"/>
                  <a:pt x="6459771" y="3810420"/>
                  <a:pt x="6498297" y="3810420"/>
                </a:cubicBezTo>
                <a:cubicBezTo>
                  <a:pt x="6498297" y="3782732"/>
                  <a:pt x="6454956" y="3775810"/>
                  <a:pt x="6401456" y="3757152"/>
                </a:cubicBezTo>
                <a:lnTo>
                  <a:pt x="6360840" y="3739802"/>
                </a:lnTo>
                <a:lnTo>
                  <a:pt x="6371985" y="3738518"/>
                </a:lnTo>
                <a:cubicBezTo>
                  <a:pt x="6416530" y="3722944"/>
                  <a:pt x="6402384" y="3657939"/>
                  <a:pt x="6345800" y="3657939"/>
                </a:cubicBezTo>
                <a:cubicBezTo>
                  <a:pt x="6345800" y="3696460"/>
                  <a:pt x="6345800" y="3696460"/>
                  <a:pt x="6307274" y="3733377"/>
                </a:cubicBezTo>
                <a:cubicBezTo>
                  <a:pt x="6307274" y="3696460"/>
                  <a:pt x="6231828" y="3696460"/>
                  <a:pt x="6307274" y="3696460"/>
                </a:cubicBezTo>
                <a:cubicBezTo>
                  <a:pt x="6268749" y="3696460"/>
                  <a:pt x="6268749" y="3696460"/>
                  <a:pt x="6307274" y="3657939"/>
                </a:cubicBezTo>
                <a:cubicBezTo>
                  <a:pt x="6231828" y="3696460"/>
                  <a:pt x="6193303" y="3657939"/>
                  <a:pt x="6154777" y="3733377"/>
                </a:cubicBezTo>
                <a:cubicBezTo>
                  <a:pt x="6125882" y="3733377"/>
                  <a:pt x="6162000" y="3690943"/>
                  <a:pt x="6149359" y="3685977"/>
                </a:cubicBezTo>
                <a:lnTo>
                  <a:pt x="6141204" y="3686732"/>
                </a:lnTo>
                <a:lnTo>
                  <a:pt x="6148757" y="3680209"/>
                </a:lnTo>
                <a:cubicBezTo>
                  <a:pt x="6152369" y="3674792"/>
                  <a:pt x="6154777" y="3667569"/>
                  <a:pt x="6154777" y="3657939"/>
                </a:cubicBezTo>
                <a:cubicBezTo>
                  <a:pt x="6154777" y="3657939"/>
                  <a:pt x="6116251" y="3657939"/>
                  <a:pt x="6116251" y="3621022"/>
                </a:cubicBezTo>
                <a:cubicBezTo>
                  <a:pt x="6079331" y="3657939"/>
                  <a:pt x="6040805" y="3696460"/>
                  <a:pt x="6002280" y="3733377"/>
                </a:cubicBezTo>
                <a:cubicBezTo>
                  <a:pt x="5926834" y="3733377"/>
                  <a:pt x="6002280" y="3733377"/>
                  <a:pt x="5963754" y="3696460"/>
                </a:cubicBezTo>
                <a:cubicBezTo>
                  <a:pt x="5926834" y="3696460"/>
                  <a:pt x="5926834" y="3733377"/>
                  <a:pt x="5926834" y="3773503"/>
                </a:cubicBezTo>
                <a:cubicBezTo>
                  <a:pt x="5926834" y="3733377"/>
                  <a:pt x="5888308" y="3773503"/>
                  <a:pt x="5888308" y="3773503"/>
                </a:cubicBezTo>
                <a:lnTo>
                  <a:pt x="5849783" y="3773503"/>
                </a:lnTo>
                <a:lnTo>
                  <a:pt x="5849783" y="3733377"/>
                </a:lnTo>
                <a:cubicBezTo>
                  <a:pt x="5774337" y="3773503"/>
                  <a:pt x="5658760" y="3696460"/>
                  <a:pt x="5658760" y="3733377"/>
                </a:cubicBezTo>
                <a:cubicBezTo>
                  <a:pt x="5621840" y="3773503"/>
                  <a:pt x="5583314" y="3696460"/>
                  <a:pt x="5544788" y="3733377"/>
                </a:cubicBezTo>
                <a:cubicBezTo>
                  <a:pt x="5469342" y="3733377"/>
                  <a:pt x="5583314" y="3733377"/>
                  <a:pt x="5583314" y="3696460"/>
                </a:cubicBezTo>
                <a:cubicBezTo>
                  <a:pt x="5583314" y="3696460"/>
                  <a:pt x="5621840" y="3696460"/>
                  <a:pt x="5621840" y="3733377"/>
                </a:cubicBezTo>
                <a:cubicBezTo>
                  <a:pt x="5697285" y="3696460"/>
                  <a:pt x="5849783" y="3696460"/>
                  <a:pt x="5849783" y="3657939"/>
                </a:cubicBezTo>
                <a:cubicBezTo>
                  <a:pt x="5926834" y="3621022"/>
                  <a:pt x="5888308" y="3696460"/>
                  <a:pt x="5926834" y="3696460"/>
                </a:cubicBezTo>
                <a:lnTo>
                  <a:pt x="5926834" y="3657939"/>
                </a:lnTo>
                <a:cubicBezTo>
                  <a:pt x="5926834" y="3621022"/>
                  <a:pt x="5963754" y="3696460"/>
                  <a:pt x="6002280" y="3657939"/>
                </a:cubicBezTo>
                <a:cubicBezTo>
                  <a:pt x="5888308" y="3621022"/>
                  <a:pt x="5774337" y="3657939"/>
                  <a:pt x="5697285" y="3657939"/>
                </a:cubicBezTo>
                <a:cubicBezTo>
                  <a:pt x="5735811" y="3657939"/>
                  <a:pt x="5621840" y="3621022"/>
                  <a:pt x="5621840" y="3580895"/>
                </a:cubicBezTo>
                <a:cubicBezTo>
                  <a:pt x="5658760" y="3621022"/>
                  <a:pt x="5697285" y="3621022"/>
                  <a:pt x="5774337" y="3621022"/>
                </a:cubicBezTo>
                <a:cubicBezTo>
                  <a:pt x="5774337" y="3580895"/>
                  <a:pt x="5697285" y="3580895"/>
                  <a:pt x="5621840" y="3580895"/>
                </a:cubicBezTo>
                <a:cubicBezTo>
                  <a:pt x="5583314" y="3621022"/>
                  <a:pt x="5544788" y="3621022"/>
                  <a:pt x="5583314" y="3657939"/>
                </a:cubicBezTo>
                <a:cubicBezTo>
                  <a:pt x="5506262" y="3621022"/>
                  <a:pt x="5583314" y="3621022"/>
                  <a:pt x="5544788" y="3580895"/>
                </a:cubicBezTo>
                <a:cubicBezTo>
                  <a:pt x="5573682" y="3580895"/>
                  <a:pt x="5580906" y="3538461"/>
                  <a:pt x="5614540" y="3533496"/>
                </a:cubicBezTo>
                <a:lnTo>
                  <a:pt x="5621077" y="3533839"/>
                </a:lnTo>
                <a:lnTo>
                  <a:pt x="5658760" y="3543979"/>
                </a:lnTo>
                <a:cubicBezTo>
                  <a:pt x="5649329" y="3539164"/>
                  <a:pt x="5641077" y="3536129"/>
                  <a:pt x="5633781" y="3534505"/>
                </a:cubicBezTo>
                <a:lnTo>
                  <a:pt x="5621077" y="3533839"/>
                </a:lnTo>
                <a:lnTo>
                  <a:pt x="5596130" y="3527126"/>
                </a:lnTo>
                <a:cubicBezTo>
                  <a:pt x="5528635" y="3519903"/>
                  <a:pt x="5450079" y="3534348"/>
                  <a:pt x="5392291" y="3505457"/>
                </a:cubicBezTo>
                <a:cubicBezTo>
                  <a:pt x="5392291" y="3505457"/>
                  <a:pt x="5469342" y="3505457"/>
                  <a:pt x="5544788" y="3468541"/>
                </a:cubicBezTo>
                <a:cubicBezTo>
                  <a:pt x="5469342" y="3468541"/>
                  <a:pt x="5430817" y="3468541"/>
                  <a:pt x="5316845" y="3468541"/>
                </a:cubicBezTo>
                <a:cubicBezTo>
                  <a:pt x="5316845" y="3505457"/>
                  <a:pt x="5353766" y="3505457"/>
                  <a:pt x="5392291" y="3543979"/>
                </a:cubicBezTo>
                <a:cubicBezTo>
                  <a:pt x="5353766" y="3580895"/>
                  <a:pt x="5278320" y="3505457"/>
                  <a:pt x="5353766" y="3580895"/>
                </a:cubicBezTo>
                <a:cubicBezTo>
                  <a:pt x="5296780" y="3580895"/>
                  <a:pt x="5277918" y="3571666"/>
                  <a:pt x="5273303" y="3557622"/>
                </a:cubicBezTo>
                <a:lnTo>
                  <a:pt x="5273631" y="3547445"/>
                </a:lnTo>
                <a:lnTo>
                  <a:pt x="5278320" y="3543979"/>
                </a:lnTo>
                <a:lnTo>
                  <a:pt x="5273826" y="3541398"/>
                </a:lnTo>
                <a:lnTo>
                  <a:pt x="5274081" y="3533496"/>
                </a:lnTo>
                <a:cubicBezTo>
                  <a:pt x="5275912" y="3524618"/>
                  <a:pt x="5278320" y="3515087"/>
                  <a:pt x="5278320" y="3505457"/>
                </a:cubicBezTo>
                <a:cubicBezTo>
                  <a:pt x="5278320" y="3468541"/>
                  <a:pt x="5201268" y="3505457"/>
                  <a:pt x="5201268" y="3543979"/>
                </a:cubicBezTo>
                <a:cubicBezTo>
                  <a:pt x="5201268" y="3543979"/>
                  <a:pt x="5222939" y="3522310"/>
                  <a:pt x="5250027" y="3527728"/>
                </a:cubicBezTo>
                <a:lnTo>
                  <a:pt x="5273826" y="3541398"/>
                </a:lnTo>
                <a:lnTo>
                  <a:pt x="5273631" y="3547445"/>
                </a:lnTo>
                <a:lnTo>
                  <a:pt x="5249450" y="3565321"/>
                </a:lnTo>
                <a:cubicBezTo>
                  <a:pt x="5220631" y="3580895"/>
                  <a:pt x="5192038" y="3580895"/>
                  <a:pt x="5164348" y="3580895"/>
                </a:cubicBezTo>
                <a:cubicBezTo>
                  <a:pt x="5164348" y="3543979"/>
                  <a:pt x="5087296" y="3543979"/>
                  <a:pt x="5087296" y="3505457"/>
                </a:cubicBezTo>
                <a:lnTo>
                  <a:pt x="5125822" y="3505457"/>
                </a:lnTo>
                <a:cubicBezTo>
                  <a:pt x="5087296" y="3505457"/>
                  <a:pt x="5087296" y="3468541"/>
                  <a:pt x="5048771" y="3468541"/>
                </a:cubicBezTo>
                <a:cubicBezTo>
                  <a:pt x="5048771" y="3505457"/>
                  <a:pt x="5011851" y="3505457"/>
                  <a:pt x="5048771" y="3505457"/>
                </a:cubicBezTo>
                <a:lnTo>
                  <a:pt x="5087296" y="3505457"/>
                </a:lnTo>
                <a:cubicBezTo>
                  <a:pt x="5048771" y="3505457"/>
                  <a:pt x="5048771" y="3543979"/>
                  <a:pt x="5011851" y="3543979"/>
                </a:cubicBezTo>
                <a:cubicBezTo>
                  <a:pt x="5011851" y="3505457"/>
                  <a:pt x="5011851" y="3505457"/>
                  <a:pt x="4973325" y="3468541"/>
                </a:cubicBezTo>
                <a:cubicBezTo>
                  <a:pt x="4859354" y="3468541"/>
                  <a:pt x="4782302" y="3543979"/>
                  <a:pt x="4859354" y="3543979"/>
                </a:cubicBezTo>
                <a:cubicBezTo>
                  <a:pt x="4859354" y="3580895"/>
                  <a:pt x="4820828" y="3580895"/>
                  <a:pt x="4782302" y="3580895"/>
                </a:cubicBezTo>
                <a:cubicBezTo>
                  <a:pt x="4820828" y="3580895"/>
                  <a:pt x="4820828" y="3543979"/>
                  <a:pt x="4820828" y="3543979"/>
                </a:cubicBezTo>
                <a:cubicBezTo>
                  <a:pt x="4743777" y="3543979"/>
                  <a:pt x="4706856" y="3621022"/>
                  <a:pt x="4666726" y="3543979"/>
                </a:cubicBezTo>
                <a:cubicBezTo>
                  <a:pt x="4743777" y="3543979"/>
                  <a:pt x="4743777" y="3580895"/>
                  <a:pt x="4782302" y="3543979"/>
                </a:cubicBezTo>
                <a:cubicBezTo>
                  <a:pt x="4782302" y="3505457"/>
                  <a:pt x="4706856" y="3543979"/>
                  <a:pt x="4706856" y="3505457"/>
                </a:cubicBezTo>
                <a:cubicBezTo>
                  <a:pt x="4629805" y="3505457"/>
                  <a:pt x="4629805" y="3505457"/>
                  <a:pt x="4554359" y="3468541"/>
                </a:cubicBezTo>
                <a:cubicBezTo>
                  <a:pt x="4515834" y="3505457"/>
                  <a:pt x="4477308" y="3505457"/>
                  <a:pt x="4477308" y="3543979"/>
                </a:cubicBezTo>
                <a:cubicBezTo>
                  <a:pt x="4515834" y="3580895"/>
                  <a:pt x="4515834" y="3505457"/>
                  <a:pt x="4554359" y="3543979"/>
                </a:cubicBezTo>
                <a:cubicBezTo>
                  <a:pt x="4591280" y="3543979"/>
                  <a:pt x="4515834" y="3580895"/>
                  <a:pt x="4438782" y="3580895"/>
                </a:cubicBezTo>
                <a:cubicBezTo>
                  <a:pt x="4477308" y="3505457"/>
                  <a:pt x="4515834" y="3505457"/>
                  <a:pt x="4477308" y="3428415"/>
                </a:cubicBezTo>
                <a:cubicBezTo>
                  <a:pt x="4591280" y="3468541"/>
                  <a:pt x="4591280" y="3468541"/>
                  <a:pt x="4706856" y="3428415"/>
                </a:cubicBezTo>
                <a:cubicBezTo>
                  <a:pt x="4687593" y="3419186"/>
                  <a:pt x="4663615" y="3414571"/>
                  <a:pt x="4637304" y="3412841"/>
                </a:cubicBezTo>
                <a:lnTo>
                  <a:pt x="4595903" y="3413698"/>
                </a:lnTo>
                <a:lnTo>
                  <a:pt x="4590928" y="3406470"/>
                </a:lnTo>
                <a:cubicBezTo>
                  <a:pt x="4567903" y="3389090"/>
                  <a:pt x="4496571" y="3381868"/>
                  <a:pt x="4554359" y="3352977"/>
                </a:cubicBezTo>
                <a:cubicBezTo>
                  <a:pt x="4401862" y="3352977"/>
                  <a:pt x="4324811" y="3352977"/>
                  <a:pt x="4210839" y="3316060"/>
                </a:cubicBezTo>
                <a:cubicBezTo>
                  <a:pt x="4133788" y="3352977"/>
                  <a:pt x="4210839" y="3352977"/>
                  <a:pt x="4210839" y="3391498"/>
                </a:cubicBezTo>
                <a:cubicBezTo>
                  <a:pt x="4133788" y="3391498"/>
                  <a:pt x="4133788" y="3352977"/>
                  <a:pt x="4096868" y="3391498"/>
                </a:cubicBezTo>
                <a:cubicBezTo>
                  <a:pt x="4096868" y="3391498"/>
                  <a:pt x="4133788" y="3428415"/>
                  <a:pt x="4133788" y="3391498"/>
                </a:cubicBezTo>
                <a:cubicBezTo>
                  <a:pt x="4210839" y="3391498"/>
                  <a:pt x="4096868" y="3428415"/>
                  <a:pt x="4058342" y="3428415"/>
                </a:cubicBezTo>
                <a:cubicBezTo>
                  <a:pt x="4058342" y="3468541"/>
                  <a:pt x="4172314" y="3428415"/>
                  <a:pt x="4172314" y="3428415"/>
                </a:cubicBezTo>
                <a:cubicBezTo>
                  <a:pt x="4172314" y="3428415"/>
                  <a:pt x="4150643" y="3471751"/>
                  <a:pt x="4172313" y="3477845"/>
                </a:cubicBezTo>
                <a:lnTo>
                  <a:pt x="4181885" y="3477567"/>
                </a:lnTo>
                <a:lnTo>
                  <a:pt x="4167497" y="3484115"/>
                </a:lnTo>
                <a:cubicBezTo>
                  <a:pt x="4162682" y="3489306"/>
                  <a:pt x="4162682" y="3496228"/>
                  <a:pt x="4172314" y="3505457"/>
                </a:cubicBezTo>
                <a:cubicBezTo>
                  <a:pt x="4172314" y="3505457"/>
                  <a:pt x="4058342" y="3505457"/>
                  <a:pt x="4058342" y="3468541"/>
                </a:cubicBezTo>
                <a:cubicBezTo>
                  <a:pt x="4001356" y="3468541"/>
                  <a:pt x="3963232" y="3468541"/>
                  <a:pt x="3925108" y="3468541"/>
                </a:cubicBezTo>
                <a:lnTo>
                  <a:pt x="3867319" y="3468541"/>
                </a:lnTo>
                <a:cubicBezTo>
                  <a:pt x="3905845" y="3468541"/>
                  <a:pt x="3944371" y="3428415"/>
                  <a:pt x="3981290" y="3428415"/>
                </a:cubicBezTo>
                <a:cubicBezTo>
                  <a:pt x="3944371" y="3428415"/>
                  <a:pt x="3981290" y="3391498"/>
                  <a:pt x="3944371" y="3391498"/>
                </a:cubicBezTo>
                <a:cubicBezTo>
                  <a:pt x="3944371" y="3428415"/>
                  <a:pt x="3867319" y="3428415"/>
                  <a:pt x="3867319" y="3468541"/>
                </a:cubicBezTo>
                <a:lnTo>
                  <a:pt x="3865563" y="3468541"/>
                </a:lnTo>
                <a:lnTo>
                  <a:pt x="3828793" y="3468541"/>
                </a:lnTo>
                <a:cubicBezTo>
                  <a:pt x="3753348" y="3505457"/>
                  <a:pt x="3753348" y="3428415"/>
                  <a:pt x="3676296" y="3468541"/>
                </a:cubicBezTo>
                <a:cubicBezTo>
                  <a:pt x="3639376" y="3468541"/>
                  <a:pt x="3676296" y="3505457"/>
                  <a:pt x="3714822" y="3468541"/>
                </a:cubicBezTo>
                <a:cubicBezTo>
                  <a:pt x="3714822" y="3505457"/>
                  <a:pt x="3600851" y="3505457"/>
                  <a:pt x="3600851" y="3505457"/>
                </a:cubicBezTo>
                <a:cubicBezTo>
                  <a:pt x="3562324" y="3505457"/>
                  <a:pt x="3639376" y="3468541"/>
                  <a:pt x="3639376" y="3468541"/>
                </a:cubicBezTo>
                <a:lnTo>
                  <a:pt x="3600851" y="3428415"/>
                </a:lnTo>
                <a:cubicBezTo>
                  <a:pt x="3562324" y="3428415"/>
                  <a:pt x="3562324" y="3428415"/>
                  <a:pt x="3562324" y="3468541"/>
                </a:cubicBezTo>
                <a:cubicBezTo>
                  <a:pt x="3525405" y="3468541"/>
                  <a:pt x="3525405" y="3468541"/>
                  <a:pt x="3525405" y="3468541"/>
                </a:cubicBezTo>
                <a:cubicBezTo>
                  <a:pt x="3525405" y="3468541"/>
                  <a:pt x="3525405" y="3468541"/>
                  <a:pt x="3486879" y="3468541"/>
                </a:cubicBezTo>
                <a:lnTo>
                  <a:pt x="3486879" y="3428415"/>
                </a:lnTo>
                <a:cubicBezTo>
                  <a:pt x="3486879" y="3543979"/>
                  <a:pt x="3257330" y="3468541"/>
                  <a:pt x="3295856" y="3543979"/>
                </a:cubicBezTo>
                <a:cubicBezTo>
                  <a:pt x="3276593" y="3543979"/>
                  <a:pt x="3266961" y="3534348"/>
                  <a:pt x="3257531" y="3524718"/>
                </a:cubicBezTo>
                <a:lnTo>
                  <a:pt x="3245370" y="3514106"/>
                </a:lnTo>
                <a:lnTo>
                  <a:pt x="3257330" y="3505457"/>
                </a:lnTo>
                <a:lnTo>
                  <a:pt x="3220410" y="3505457"/>
                </a:lnTo>
                <a:cubicBezTo>
                  <a:pt x="3229640" y="3505457"/>
                  <a:pt x="3236563" y="3507865"/>
                  <a:pt x="3242356" y="3511476"/>
                </a:cubicBezTo>
                <a:lnTo>
                  <a:pt x="3245370" y="3514106"/>
                </a:lnTo>
                <a:lnTo>
                  <a:pt x="3227379" y="3527116"/>
                </a:lnTo>
                <a:cubicBezTo>
                  <a:pt x="3195917" y="3542587"/>
                  <a:pt x="3160364" y="3540819"/>
                  <a:pt x="3124698" y="3533746"/>
                </a:cubicBezTo>
                <a:lnTo>
                  <a:pt x="3117871" y="3532029"/>
                </a:lnTo>
                <a:lnTo>
                  <a:pt x="3108696" y="3527728"/>
                </a:lnTo>
                <a:lnTo>
                  <a:pt x="3101933" y="3528021"/>
                </a:lnTo>
                <a:lnTo>
                  <a:pt x="3054394" y="3516066"/>
                </a:lnTo>
                <a:cubicBezTo>
                  <a:pt x="3031695" y="3510172"/>
                  <a:pt x="3010124" y="3505457"/>
                  <a:pt x="2990861" y="3505457"/>
                </a:cubicBezTo>
                <a:cubicBezTo>
                  <a:pt x="2990861" y="3505457"/>
                  <a:pt x="2990861" y="3505457"/>
                  <a:pt x="2990861" y="3543979"/>
                </a:cubicBezTo>
                <a:cubicBezTo>
                  <a:pt x="3010124" y="3543979"/>
                  <a:pt x="3038617" y="3534348"/>
                  <a:pt x="3067110" y="3529533"/>
                </a:cubicBezTo>
                <a:lnTo>
                  <a:pt x="3101933" y="3528021"/>
                </a:lnTo>
                <a:lnTo>
                  <a:pt x="3117871" y="3532029"/>
                </a:lnTo>
                <a:lnTo>
                  <a:pt x="3143358" y="3543979"/>
                </a:lnTo>
                <a:cubicBezTo>
                  <a:pt x="3067913" y="3580895"/>
                  <a:pt x="3181884" y="3543979"/>
                  <a:pt x="3220410" y="3543979"/>
                </a:cubicBezTo>
                <a:cubicBezTo>
                  <a:pt x="3257330" y="3621022"/>
                  <a:pt x="3143358" y="3543979"/>
                  <a:pt x="3143358" y="3580895"/>
                </a:cubicBezTo>
                <a:cubicBezTo>
                  <a:pt x="3029387" y="3580895"/>
                  <a:pt x="2915416" y="3543979"/>
                  <a:pt x="2876890" y="3505457"/>
                </a:cubicBezTo>
                <a:cubicBezTo>
                  <a:pt x="2876890" y="3505457"/>
                  <a:pt x="2876890" y="3505457"/>
                  <a:pt x="2876890" y="3543979"/>
                </a:cubicBezTo>
                <a:cubicBezTo>
                  <a:pt x="2839970" y="3543979"/>
                  <a:pt x="2839970" y="3505457"/>
                  <a:pt x="2839970" y="3505457"/>
                </a:cubicBezTo>
                <a:cubicBezTo>
                  <a:pt x="2839970" y="3505457"/>
                  <a:pt x="2876890" y="3505457"/>
                  <a:pt x="2876890" y="3468541"/>
                </a:cubicBezTo>
                <a:cubicBezTo>
                  <a:pt x="2876890" y="3468541"/>
                  <a:pt x="2799839" y="3468541"/>
                  <a:pt x="2799839" y="3505457"/>
                </a:cubicBezTo>
                <a:cubicBezTo>
                  <a:pt x="2762918" y="3505457"/>
                  <a:pt x="2762918" y="3468541"/>
                  <a:pt x="2724392" y="3468541"/>
                </a:cubicBezTo>
                <a:cubicBezTo>
                  <a:pt x="2687472" y="3505457"/>
                  <a:pt x="2647342" y="3505457"/>
                  <a:pt x="2571895" y="3543979"/>
                </a:cubicBezTo>
                <a:cubicBezTo>
                  <a:pt x="2534975" y="3468541"/>
                  <a:pt x="2647342" y="3505457"/>
                  <a:pt x="2647342" y="3468541"/>
                </a:cubicBezTo>
                <a:cubicBezTo>
                  <a:pt x="2610421" y="3468541"/>
                  <a:pt x="2494844" y="3468541"/>
                  <a:pt x="2494844" y="3468541"/>
                </a:cubicBezTo>
                <a:cubicBezTo>
                  <a:pt x="2342347" y="3391498"/>
                  <a:pt x="2152929" y="3543979"/>
                  <a:pt x="2037353" y="3468541"/>
                </a:cubicBezTo>
                <a:cubicBezTo>
                  <a:pt x="1961907" y="3543979"/>
                  <a:pt x="1884855" y="3505457"/>
                  <a:pt x="1809410" y="3543979"/>
                </a:cubicBezTo>
                <a:cubicBezTo>
                  <a:pt x="1732358" y="3543979"/>
                  <a:pt x="1847935" y="3505457"/>
                  <a:pt x="1847935" y="3505457"/>
                </a:cubicBezTo>
                <a:cubicBezTo>
                  <a:pt x="1847935" y="3468541"/>
                  <a:pt x="1656913" y="3543979"/>
                  <a:pt x="1695438" y="3468541"/>
                </a:cubicBezTo>
                <a:cubicBezTo>
                  <a:pt x="1619992" y="3505457"/>
                  <a:pt x="1504415" y="3543979"/>
                  <a:pt x="1427364" y="3505457"/>
                </a:cubicBezTo>
                <a:cubicBezTo>
                  <a:pt x="1467495" y="3468541"/>
                  <a:pt x="1619992" y="3468541"/>
                  <a:pt x="1579861" y="3428415"/>
                </a:cubicBezTo>
                <a:cubicBezTo>
                  <a:pt x="1579861" y="3428415"/>
                  <a:pt x="1504415" y="3468541"/>
                  <a:pt x="1504415" y="3428415"/>
                </a:cubicBezTo>
                <a:cubicBezTo>
                  <a:pt x="1542941" y="3468541"/>
                  <a:pt x="1427364" y="3468541"/>
                  <a:pt x="1427364" y="3428415"/>
                </a:cubicBezTo>
                <a:cubicBezTo>
                  <a:pt x="1390444" y="3428415"/>
                  <a:pt x="1390444" y="3428415"/>
                  <a:pt x="1351918" y="3428415"/>
                </a:cubicBezTo>
                <a:cubicBezTo>
                  <a:pt x="1371181" y="3428415"/>
                  <a:pt x="1371181" y="3409555"/>
                  <a:pt x="1375796" y="3390696"/>
                </a:cubicBezTo>
                <a:lnTo>
                  <a:pt x="1378574" y="3385307"/>
                </a:lnTo>
                <a:lnTo>
                  <a:pt x="1379157" y="3384902"/>
                </a:lnTo>
                <a:lnTo>
                  <a:pt x="1378980" y="3384519"/>
                </a:lnTo>
                <a:lnTo>
                  <a:pt x="1389164" y="3364764"/>
                </a:lnTo>
                <a:cubicBezTo>
                  <a:pt x="1396764" y="3357692"/>
                  <a:pt x="1408502" y="3352977"/>
                  <a:pt x="1427364" y="3352977"/>
                </a:cubicBezTo>
                <a:cubicBezTo>
                  <a:pt x="1427364" y="3391498"/>
                  <a:pt x="1427364" y="3391498"/>
                  <a:pt x="1467495" y="3428415"/>
                </a:cubicBezTo>
                <a:cubicBezTo>
                  <a:pt x="1542941" y="3391498"/>
                  <a:pt x="1542941" y="3391498"/>
                  <a:pt x="1619992" y="3428415"/>
                </a:cubicBezTo>
                <a:cubicBezTo>
                  <a:pt x="1656913" y="3428415"/>
                  <a:pt x="1579861" y="3428415"/>
                  <a:pt x="1579861" y="3468541"/>
                </a:cubicBezTo>
                <a:lnTo>
                  <a:pt x="1619992" y="3468541"/>
                </a:lnTo>
                <a:cubicBezTo>
                  <a:pt x="1732358" y="3468541"/>
                  <a:pt x="1656913" y="3391498"/>
                  <a:pt x="1772489" y="3391498"/>
                </a:cubicBezTo>
                <a:cubicBezTo>
                  <a:pt x="1809410" y="3352977"/>
                  <a:pt x="1656913" y="3352977"/>
                  <a:pt x="1656913" y="3391498"/>
                </a:cubicBezTo>
                <a:cubicBezTo>
                  <a:pt x="1619992" y="3428415"/>
                  <a:pt x="1656913" y="3352977"/>
                  <a:pt x="1656913" y="3352977"/>
                </a:cubicBezTo>
                <a:cubicBezTo>
                  <a:pt x="1619992" y="3352977"/>
                  <a:pt x="1579861" y="3352977"/>
                  <a:pt x="1619992" y="3391498"/>
                </a:cubicBezTo>
                <a:cubicBezTo>
                  <a:pt x="1542941" y="3316060"/>
                  <a:pt x="1427364" y="3391498"/>
                  <a:pt x="1390444" y="3316060"/>
                </a:cubicBezTo>
                <a:cubicBezTo>
                  <a:pt x="1352720" y="3334519"/>
                  <a:pt x="1361951" y="3353378"/>
                  <a:pt x="1371181" y="3367623"/>
                </a:cubicBezTo>
                <a:lnTo>
                  <a:pt x="1378980" y="3384519"/>
                </a:lnTo>
                <a:lnTo>
                  <a:pt x="1378574" y="3385307"/>
                </a:lnTo>
                <a:lnTo>
                  <a:pt x="1372140" y="3389771"/>
                </a:lnTo>
                <a:cubicBezTo>
                  <a:pt x="1367845" y="3390896"/>
                  <a:pt x="1361349" y="3391498"/>
                  <a:pt x="1351918" y="3391498"/>
                </a:cubicBezTo>
                <a:cubicBezTo>
                  <a:pt x="1314997" y="3391498"/>
                  <a:pt x="1314997" y="3352977"/>
                  <a:pt x="1314997" y="3352977"/>
                </a:cubicBezTo>
                <a:cubicBezTo>
                  <a:pt x="1199421" y="3352977"/>
                  <a:pt x="1122370" y="3352977"/>
                  <a:pt x="1085449" y="3391498"/>
                </a:cubicBezTo>
                <a:cubicBezTo>
                  <a:pt x="1046923" y="3391498"/>
                  <a:pt x="1122370" y="3352977"/>
                  <a:pt x="1122370" y="3352977"/>
                </a:cubicBezTo>
                <a:cubicBezTo>
                  <a:pt x="1085449" y="3316060"/>
                  <a:pt x="969873" y="3352977"/>
                  <a:pt x="969873" y="3352977"/>
                </a:cubicBezTo>
                <a:cubicBezTo>
                  <a:pt x="969873" y="3391498"/>
                  <a:pt x="894426" y="3391498"/>
                  <a:pt x="780455" y="3352977"/>
                </a:cubicBezTo>
                <a:lnTo>
                  <a:pt x="818981" y="3352977"/>
                </a:lnTo>
                <a:cubicBezTo>
                  <a:pt x="705009" y="3316060"/>
                  <a:pt x="552512" y="3275933"/>
                  <a:pt x="475460" y="3352977"/>
                </a:cubicBezTo>
                <a:cubicBezTo>
                  <a:pt x="436935" y="3352977"/>
                  <a:pt x="400015" y="3316060"/>
                  <a:pt x="400015" y="3275933"/>
                </a:cubicBezTo>
                <a:cubicBezTo>
                  <a:pt x="322963" y="3316060"/>
                  <a:pt x="284438" y="3316060"/>
                  <a:pt x="284438" y="3275933"/>
                </a:cubicBezTo>
                <a:cubicBezTo>
                  <a:pt x="247517" y="3275933"/>
                  <a:pt x="247517" y="3275933"/>
                  <a:pt x="247517" y="3275933"/>
                </a:cubicBezTo>
                <a:cubicBezTo>
                  <a:pt x="247517" y="3316060"/>
                  <a:pt x="361489" y="3316060"/>
                  <a:pt x="361489" y="3352977"/>
                </a:cubicBezTo>
                <a:cubicBezTo>
                  <a:pt x="265977" y="3334519"/>
                  <a:pt x="180097" y="3315257"/>
                  <a:pt x="89602" y="3305627"/>
                </a:cubicBezTo>
                <a:lnTo>
                  <a:pt x="0" y="3301865"/>
                </a:lnTo>
                <a:lnTo>
                  <a:pt x="0" y="3244393"/>
                </a:lnTo>
                <a:lnTo>
                  <a:pt x="12579" y="3247961"/>
                </a:lnTo>
                <a:cubicBezTo>
                  <a:pt x="92838" y="3258252"/>
                  <a:pt x="213808" y="3200495"/>
                  <a:pt x="247517" y="3200495"/>
                </a:cubicBezTo>
                <a:cubicBezTo>
                  <a:pt x="284438" y="3239017"/>
                  <a:pt x="247517" y="3200495"/>
                  <a:pt x="247517" y="3239017"/>
                </a:cubicBezTo>
                <a:cubicBezTo>
                  <a:pt x="322963" y="3239017"/>
                  <a:pt x="284438" y="3200495"/>
                  <a:pt x="322963" y="3200495"/>
                </a:cubicBezTo>
                <a:lnTo>
                  <a:pt x="284438" y="3200495"/>
                </a:lnTo>
                <a:cubicBezTo>
                  <a:pt x="284438" y="3200495"/>
                  <a:pt x="284438" y="3200495"/>
                  <a:pt x="247517" y="3200495"/>
                </a:cubicBezTo>
                <a:cubicBezTo>
                  <a:pt x="247517" y="3200495"/>
                  <a:pt x="208992" y="3200495"/>
                  <a:pt x="170466" y="3200495"/>
                </a:cubicBezTo>
                <a:cubicBezTo>
                  <a:pt x="247517" y="3123453"/>
                  <a:pt x="361489" y="3200495"/>
                  <a:pt x="475460" y="3239017"/>
                </a:cubicBezTo>
                <a:cubicBezTo>
                  <a:pt x="513986" y="3239017"/>
                  <a:pt x="475460" y="3163579"/>
                  <a:pt x="552512" y="3200495"/>
                </a:cubicBezTo>
                <a:cubicBezTo>
                  <a:pt x="552512" y="3200495"/>
                  <a:pt x="513986" y="3200495"/>
                  <a:pt x="513986" y="3239017"/>
                </a:cubicBezTo>
                <a:cubicBezTo>
                  <a:pt x="705009" y="3200495"/>
                  <a:pt x="932952" y="3123453"/>
                  <a:pt x="1085449" y="3163579"/>
                </a:cubicBezTo>
                <a:cubicBezTo>
                  <a:pt x="1085449" y="3123453"/>
                  <a:pt x="1010004" y="3123453"/>
                  <a:pt x="1010004" y="3086536"/>
                </a:cubicBezTo>
                <a:cubicBezTo>
                  <a:pt x="1046923" y="3086536"/>
                  <a:pt x="1122370" y="3086536"/>
                  <a:pt x="1122370" y="3163579"/>
                </a:cubicBezTo>
                <a:cubicBezTo>
                  <a:pt x="1237947" y="3123453"/>
                  <a:pt x="1390444" y="3239017"/>
                  <a:pt x="1542941" y="3123453"/>
                </a:cubicBezTo>
                <a:cubicBezTo>
                  <a:pt x="1542941" y="3163579"/>
                  <a:pt x="1579861" y="3163579"/>
                  <a:pt x="1619992" y="3163579"/>
                </a:cubicBezTo>
                <a:cubicBezTo>
                  <a:pt x="1695438" y="3163579"/>
                  <a:pt x="1656913" y="3123453"/>
                  <a:pt x="1695438" y="3163579"/>
                </a:cubicBezTo>
                <a:cubicBezTo>
                  <a:pt x="1732358" y="3163579"/>
                  <a:pt x="1656913" y="3123453"/>
                  <a:pt x="1695438" y="3123453"/>
                </a:cubicBezTo>
                <a:cubicBezTo>
                  <a:pt x="1732358" y="3086536"/>
                  <a:pt x="1732358" y="3163579"/>
                  <a:pt x="1772489" y="3163579"/>
                </a:cubicBezTo>
                <a:cubicBezTo>
                  <a:pt x="1809410" y="3123453"/>
                  <a:pt x="2114404" y="3200495"/>
                  <a:pt x="2152929" y="3123453"/>
                </a:cubicBezTo>
                <a:cubicBezTo>
                  <a:pt x="2152929" y="3123453"/>
                  <a:pt x="2152929" y="3123453"/>
                  <a:pt x="2152929" y="3163579"/>
                </a:cubicBezTo>
                <a:cubicBezTo>
                  <a:pt x="2229981" y="3123453"/>
                  <a:pt x="2305426" y="3163579"/>
                  <a:pt x="2382478" y="3163579"/>
                </a:cubicBezTo>
                <a:cubicBezTo>
                  <a:pt x="2457924" y="3163579"/>
                  <a:pt x="2342347" y="3123453"/>
                  <a:pt x="2419399" y="3123453"/>
                </a:cubicBezTo>
                <a:cubicBezTo>
                  <a:pt x="2494844" y="3163579"/>
                  <a:pt x="2724392" y="3200495"/>
                  <a:pt x="2762918" y="3086536"/>
                </a:cubicBezTo>
                <a:cubicBezTo>
                  <a:pt x="2799839" y="3086536"/>
                  <a:pt x="2762918" y="3086536"/>
                  <a:pt x="2762918" y="3123453"/>
                </a:cubicBezTo>
                <a:cubicBezTo>
                  <a:pt x="2799839" y="3163579"/>
                  <a:pt x="2799839" y="3163579"/>
                  <a:pt x="2799839" y="3163579"/>
                </a:cubicBezTo>
                <a:cubicBezTo>
                  <a:pt x="2876890" y="3163579"/>
                  <a:pt x="2839970" y="3123453"/>
                  <a:pt x="2839970" y="3086536"/>
                </a:cubicBezTo>
                <a:cubicBezTo>
                  <a:pt x="2952336" y="3086536"/>
                  <a:pt x="3029387" y="3086536"/>
                  <a:pt x="3067913" y="3009493"/>
                </a:cubicBezTo>
                <a:cubicBezTo>
                  <a:pt x="3067913" y="2970972"/>
                  <a:pt x="3029387" y="2970972"/>
                  <a:pt x="3029387" y="2970972"/>
                </a:cubicBezTo>
                <a:cubicBezTo>
                  <a:pt x="2990861" y="2934055"/>
                  <a:pt x="2990861" y="2858617"/>
                  <a:pt x="2915416" y="2895534"/>
                </a:cubicBezTo>
                <a:cubicBezTo>
                  <a:pt x="2952336" y="2895534"/>
                  <a:pt x="2952336" y="2934055"/>
                  <a:pt x="2915416" y="2934055"/>
                </a:cubicBezTo>
                <a:cubicBezTo>
                  <a:pt x="2990861" y="2934055"/>
                  <a:pt x="2990861" y="2970972"/>
                  <a:pt x="3029387" y="2970972"/>
                </a:cubicBezTo>
                <a:cubicBezTo>
                  <a:pt x="2990861" y="2970972"/>
                  <a:pt x="2990861" y="3009493"/>
                  <a:pt x="2990861" y="3009493"/>
                </a:cubicBezTo>
                <a:cubicBezTo>
                  <a:pt x="2990861" y="2970972"/>
                  <a:pt x="2952336" y="3009493"/>
                  <a:pt x="2915416" y="3009493"/>
                </a:cubicBezTo>
                <a:cubicBezTo>
                  <a:pt x="2876890" y="3009493"/>
                  <a:pt x="2876890" y="3048015"/>
                  <a:pt x="2952336" y="3048015"/>
                </a:cubicBezTo>
                <a:cubicBezTo>
                  <a:pt x="2915416" y="3048015"/>
                  <a:pt x="2876890" y="3086536"/>
                  <a:pt x="2799839" y="3086536"/>
                </a:cubicBezTo>
                <a:cubicBezTo>
                  <a:pt x="2839970" y="3048015"/>
                  <a:pt x="2915416" y="3048015"/>
                  <a:pt x="2839970" y="3009493"/>
                </a:cubicBezTo>
                <a:cubicBezTo>
                  <a:pt x="2915416" y="3009493"/>
                  <a:pt x="2952336" y="2970972"/>
                  <a:pt x="2990861" y="2970972"/>
                </a:cubicBezTo>
                <a:cubicBezTo>
                  <a:pt x="2990861" y="2934055"/>
                  <a:pt x="2915416" y="2970972"/>
                  <a:pt x="2876890" y="2970972"/>
                </a:cubicBezTo>
                <a:cubicBezTo>
                  <a:pt x="2952336" y="2934055"/>
                  <a:pt x="2839970" y="2934055"/>
                  <a:pt x="2839970" y="2895534"/>
                </a:cubicBezTo>
                <a:cubicBezTo>
                  <a:pt x="2799839" y="2934055"/>
                  <a:pt x="2839970" y="2934055"/>
                  <a:pt x="2762918" y="2895534"/>
                </a:cubicBezTo>
                <a:cubicBezTo>
                  <a:pt x="2762918" y="2934055"/>
                  <a:pt x="2839970" y="2934055"/>
                  <a:pt x="2876890" y="2970972"/>
                </a:cubicBezTo>
                <a:cubicBezTo>
                  <a:pt x="2876890" y="2970972"/>
                  <a:pt x="2799839" y="2970972"/>
                  <a:pt x="2762918" y="3009493"/>
                </a:cubicBezTo>
                <a:cubicBezTo>
                  <a:pt x="2799839" y="2970972"/>
                  <a:pt x="2724392" y="2970972"/>
                  <a:pt x="2724392" y="2970972"/>
                </a:cubicBezTo>
                <a:cubicBezTo>
                  <a:pt x="2724392" y="2970972"/>
                  <a:pt x="2762918" y="2970972"/>
                  <a:pt x="2762918" y="2934055"/>
                </a:cubicBezTo>
                <a:cubicBezTo>
                  <a:pt x="2724392" y="2895534"/>
                  <a:pt x="2610421" y="2934055"/>
                  <a:pt x="2534975" y="2934055"/>
                </a:cubicBezTo>
                <a:cubicBezTo>
                  <a:pt x="2571895" y="2895534"/>
                  <a:pt x="2571895" y="2895534"/>
                  <a:pt x="2571895" y="2895534"/>
                </a:cubicBezTo>
                <a:cubicBezTo>
                  <a:pt x="2494844" y="2934055"/>
                  <a:pt x="2419399" y="2895534"/>
                  <a:pt x="2457924" y="2934055"/>
                </a:cubicBezTo>
                <a:cubicBezTo>
                  <a:pt x="2419399" y="2934055"/>
                  <a:pt x="2382478" y="2895534"/>
                  <a:pt x="2342347" y="2895534"/>
                </a:cubicBezTo>
                <a:cubicBezTo>
                  <a:pt x="2305426" y="2895534"/>
                  <a:pt x="2342347" y="2934055"/>
                  <a:pt x="2342347" y="2934055"/>
                </a:cubicBezTo>
                <a:cubicBezTo>
                  <a:pt x="2266901" y="2934055"/>
                  <a:pt x="2229981" y="2895534"/>
                  <a:pt x="2189850" y="2858617"/>
                </a:cubicBezTo>
                <a:cubicBezTo>
                  <a:pt x="2152929" y="2895534"/>
                  <a:pt x="2037353" y="2970972"/>
                  <a:pt x="1961907" y="2895534"/>
                </a:cubicBezTo>
                <a:cubicBezTo>
                  <a:pt x="1924986" y="2895534"/>
                  <a:pt x="1884855" y="2934055"/>
                  <a:pt x="1884855" y="2934055"/>
                </a:cubicBezTo>
                <a:cubicBezTo>
                  <a:pt x="1847935" y="2934055"/>
                  <a:pt x="1809410" y="2934055"/>
                  <a:pt x="1695438" y="2934055"/>
                </a:cubicBezTo>
                <a:cubicBezTo>
                  <a:pt x="1656913" y="2895534"/>
                  <a:pt x="1732358" y="2895534"/>
                  <a:pt x="1809410" y="2895534"/>
                </a:cubicBezTo>
                <a:cubicBezTo>
                  <a:pt x="1772489" y="2858617"/>
                  <a:pt x="1732358" y="2895534"/>
                  <a:pt x="1656913" y="2895534"/>
                </a:cubicBezTo>
                <a:cubicBezTo>
                  <a:pt x="1656913" y="2858617"/>
                  <a:pt x="1619992" y="2895534"/>
                  <a:pt x="1656913" y="2895534"/>
                </a:cubicBezTo>
                <a:cubicBezTo>
                  <a:pt x="1619992" y="2934055"/>
                  <a:pt x="1542941" y="2895534"/>
                  <a:pt x="1542941" y="2858617"/>
                </a:cubicBezTo>
                <a:cubicBezTo>
                  <a:pt x="1467495" y="2858617"/>
                  <a:pt x="1390444" y="2858617"/>
                  <a:pt x="1314997" y="2895534"/>
                </a:cubicBezTo>
                <a:cubicBezTo>
                  <a:pt x="1314997" y="2934055"/>
                  <a:pt x="1390444" y="2858617"/>
                  <a:pt x="1390444" y="2895534"/>
                </a:cubicBezTo>
                <a:cubicBezTo>
                  <a:pt x="1314997" y="2934055"/>
                  <a:pt x="1274867" y="2895534"/>
                  <a:pt x="1162501" y="2895534"/>
                </a:cubicBezTo>
                <a:cubicBezTo>
                  <a:pt x="1162501" y="2895534"/>
                  <a:pt x="1199421" y="2934055"/>
                  <a:pt x="1162501" y="2934055"/>
                </a:cubicBezTo>
                <a:cubicBezTo>
                  <a:pt x="857506" y="2858617"/>
                  <a:pt x="552512" y="2970972"/>
                  <a:pt x="247517" y="2895534"/>
                </a:cubicBezTo>
                <a:cubicBezTo>
                  <a:pt x="190532" y="2933253"/>
                  <a:pt x="104652" y="2933253"/>
                  <a:pt x="13956" y="2928638"/>
                </a:cubicBezTo>
                <a:lnTo>
                  <a:pt x="0" y="2928001"/>
                </a:lnTo>
                <a:lnTo>
                  <a:pt x="0" y="2889285"/>
                </a:lnTo>
                <a:lnTo>
                  <a:pt x="26403" y="2880424"/>
                </a:lnTo>
                <a:cubicBezTo>
                  <a:pt x="37006" y="2875119"/>
                  <a:pt x="47064" y="2868047"/>
                  <a:pt x="56494" y="2858617"/>
                </a:cubicBezTo>
                <a:cubicBezTo>
                  <a:pt x="95020" y="2858617"/>
                  <a:pt x="56494" y="2895534"/>
                  <a:pt x="95020" y="2895534"/>
                </a:cubicBezTo>
                <a:cubicBezTo>
                  <a:pt x="95020" y="2858617"/>
                  <a:pt x="284438" y="2858617"/>
                  <a:pt x="322963" y="2818491"/>
                </a:cubicBezTo>
                <a:cubicBezTo>
                  <a:pt x="361489" y="2858617"/>
                  <a:pt x="284438" y="2895534"/>
                  <a:pt x="322963" y="2895534"/>
                </a:cubicBezTo>
                <a:cubicBezTo>
                  <a:pt x="361489" y="2895534"/>
                  <a:pt x="400015" y="2858617"/>
                  <a:pt x="436935" y="2895534"/>
                </a:cubicBezTo>
                <a:cubicBezTo>
                  <a:pt x="400015" y="2858617"/>
                  <a:pt x="475460" y="2858617"/>
                  <a:pt x="475460" y="2818491"/>
                </a:cubicBezTo>
                <a:cubicBezTo>
                  <a:pt x="513986" y="2818491"/>
                  <a:pt x="513986" y="2858617"/>
                  <a:pt x="513986" y="2858617"/>
                </a:cubicBezTo>
                <a:cubicBezTo>
                  <a:pt x="589432" y="2818491"/>
                  <a:pt x="627957" y="2895534"/>
                  <a:pt x="705009" y="2895534"/>
                </a:cubicBezTo>
                <a:cubicBezTo>
                  <a:pt x="741929" y="2895534"/>
                  <a:pt x="666483" y="2858617"/>
                  <a:pt x="666483" y="2858617"/>
                </a:cubicBezTo>
                <a:cubicBezTo>
                  <a:pt x="666483" y="2818491"/>
                  <a:pt x="741929" y="2858617"/>
                  <a:pt x="741929" y="2818491"/>
                </a:cubicBezTo>
                <a:cubicBezTo>
                  <a:pt x="894426" y="2858617"/>
                  <a:pt x="969873" y="2895534"/>
                  <a:pt x="1122370" y="2818491"/>
                </a:cubicBezTo>
                <a:cubicBezTo>
                  <a:pt x="1122370" y="2818491"/>
                  <a:pt x="1122370" y="2818491"/>
                  <a:pt x="1122370" y="2858617"/>
                </a:cubicBezTo>
                <a:cubicBezTo>
                  <a:pt x="1162501" y="2818491"/>
                  <a:pt x="1162501" y="2858617"/>
                  <a:pt x="1237947" y="2858617"/>
                </a:cubicBezTo>
                <a:cubicBezTo>
                  <a:pt x="1274867" y="2858617"/>
                  <a:pt x="1162501" y="2818491"/>
                  <a:pt x="1162501" y="2781574"/>
                </a:cubicBezTo>
                <a:cubicBezTo>
                  <a:pt x="1199421" y="2781574"/>
                  <a:pt x="1237947" y="2781574"/>
                  <a:pt x="1199421" y="2743053"/>
                </a:cubicBezTo>
                <a:cubicBezTo>
                  <a:pt x="1237947" y="2706136"/>
                  <a:pt x="1314997" y="2781574"/>
                  <a:pt x="1314997" y="2743053"/>
                </a:cubicBezTo>
                <a:cubicBezTo>
                  <a:pt x="1390444" y="2743053"/>
                  <a:pt x="1314997" y="2781574"/>
                  <a:pt x="1314997" y="2818491"/>
                </a:cubicBezTo>
                <a:cubicBezTo>
                  <a:pt x="1390444" y="2818491"/>
                  <a:pt x="1427364" y="2781574"/>
                  <a:pt x="1467495" y="2743053"/>
                </a:cubicBezTo>
                <a:cubicBezTo>
                  <a:pt x="1390444" y="2858617"/>
                  <a:pt x="1695438" y="2858617"/>
                  <a:pt x="1732358" y="2781574"/>
                </a:cubicBezTo>
                <a:cubicBezTo>
                  <a:pt x="1809410" y="2781574"/>
                  <a:pt x="1695438" y="2818491"/>
                  <a:pt x="1809410" y="2818491"/>
                </a:cubicBezTo>
                <a:cubicBezTo>
                  <a:pt x="1809410" y="2818491"/>
                  <a:pt x="1772489" y="2818491"/>
                  <a:pt x="1732358" y="2818491"/>
                </a:cubicBezTo>
                <a:cubicBezTo>
                  <a:pt x="1809410" y="2858617"/>
                  <a:pt x="1847935" y="2781574"/>
                  <a:pt x="1884855" y="2818491"/>
                </a:cubicBezTo>
                <a:cubicBezTo>
                  <a:pt x="1924986" y="2818491"/>
                  <a:pt x="1884855" y="2818491"/>
                  <a:pt x="1884855" y="2781574"/>
                </a:cubicBezTo>
                <a:cubicBezTo>
                  <a:pt x="2000433" y="2818491"/>
                  <a:pt x="2037353" y="2743053"/>
                  <a:pt x="2114404" y="2781574"/>
                </a:cubicBezTo>
                <a:cubicBezTo>
                  <a:pt x="2114404" y="2743053"/>
                  <a:pt x="2189850" y="2781574"/>
                  <a:pt x="2229981" y="2743053"/>
                </a:cubicBezTo>
                <a:cubicBezTo>
                  <a:pt x="2266901" y="2781574"/>
                  <a:pt x="2342347" y="2743053"/>
                  <a:pt x="2342347" y="2706136"/>
                </a:cubicBezTo>
                <a:cubicBezTo>
                  <a:pt x="2419399" y="2706136"/>
                  <a:pt x="2342347" y="2743053"/>
                  <a:pt x="2419399" y="2743053"/>
                </a:cubicBezTo>
                <a:cubicBezTo>
                  <a:pt x="2494844" y="2743053"/>
                  <a:pt x="2457924" y="2706136"/>
                  <a:pt x="2534975" y="2743053"/>
                </a:cubicBezTo>
                <a:cubicBezTo>
                  <a:pt x="2610421" y="2706136"/>
                  <a:pt x="2494844" y="2706136"/>
                  <a:pt x="2494844" y="2667615"/>
                </a:cubicBezTo>
                <a:cubicBezTo>
                  <a:pt x="2534975" y="2667615"/>
                  <a:pt x="2534975" y="2667615"/>
                  <a:pt x="2610421" y="2667615"/>
                </a:cubicBezTo>
                <a:cubicBezTo>
                  <a:pt x="2610421" y="2629093"/>
                  <a:pt x="2687472" y="2667615"/>
                  <a:pt x="2687472" y="2629093"/>
                </a:cubicBezTo>
                <a:cubicBezTo>
                  <a:pt x="2687472" y="2590572"/>
                  <a:pt x="2687472" y="2629093"/>
                  <a:pt x="2610421" y="2629093"/>
                </a:cubicBezTo>
                <a:cubicBezTo>
                  <a:pt x="2647342" y="2553655"/>
                  <a:pt x="2647342" y="2590572"/>
                  <a:pt x="2610421" y="2553655"/>
                </a:cubicBezTo>
                <a:cubicBezTo>
                  <a:pt x="2724392" y="2590572"/>
                  <a:pt x="2762918" y="2553655"/>
                  <a:pt x="2839970" y="2629093"/>
                </a:cubicBezTo>
                <a:cubicBezTo>
                  <a:pt x="2915416" y="2553655"/>
                  <a:pt x="3029387" y="2553655"/>
                  <a:pt x="3104833" y="2515134"/>
                </a:cubicBezTo>
                <a:cubicBezTo>
                  <a:pt x="3067913" y="2590572"/>
                  <a:pt x="2876890" y="2553655"/>
                  <a:pt x="2915416" y="2629093"/>
                </a:cubicBezTo>
                <a:cubicBezTo>
                  <a:pt x="2990861" y="2667615"/>
                  <a:pt x="3067913" y="2667615"/>
                  <a:pt x="3067913" y="2706136"/>
                </a:cubicBezTo>
                <a:cubicBezTo>
                  <a:pt x="2990861" y="2706136"/>
                  <a:pt x="2952336" y="2667615"/>
                  <a:pt x="2799839" y="2667615"/>
                </a:cubicBezTo>
                <a:cubicBezTo>
                  <a:pt x="2839970" y="2706136"/>
                  <a:pt x="2915416" y="2667615"/>
                  <a:pt x="2952336" y="2706136"/>
                </a:cubicBezTo>
                <a:cubicBezTo>
                  <a:pt x="2876890" y="2743053"/>
                  <a:pt x="2687472" y="2667615"/>
                  <a:pt x="2571895" y="2706136"/>
                </a:cubicBezTo>
                <a:cubicBezTo>
                  <a:pt x="2610421" y="2743053"/>
                  <a:pt x="2687472" y="2781574"/>
                  <a:pt x="2610421" y="2818491"/>
                </a:cubicBezTo>
                <a:cubicBezTo>
                  <a:pt x="2687472" y="2858617"/>
                  <a:pt x="2762918" y="2818491"/>
                  <a:pt x="2876890" y="2818491"/>
                </a:cubicBezTo>
                <a:cubicBezTo>
                  <a:pt x="2876890" y="2781574"/>
                  <a:pt x="2876890" y="2781574"/>
                  <a:pt x="2876890" y="2781574"/>
                </a:cubicBezTo>
                <a:cubicBezTo>
                  <a:pt x="2915416" y="2781574"/>
                  <a:pt x="2915416" y="2781574"/>
                  <a:pt x="2915416" y="2743053"/>
                </a:cubicBezTo>
                <a:cubicBezTo>
                  <a:pt x="2952336" y="2743053"/>
                  <a:pt x="2990861" y="2781574"/>
                  <a:pt x="3029387" y="2781574"/>
                </a:cubicBezTo>
                <a:cubicBezTo>
                  <a:pt x="3067913" y="2781574"/>
                  <a:pt x="3029387" y="2743053"/>
                  <a:pt x="2990861" y="2743053"/>
                </a:cubicBezTo>
                <a:cubicBezTo>
                  <a:pt x="3104833" y="2743053"/>
                  <a:pt x="3257330" y="2781574"/>
                  <a:pt x="3448353" y="2743053"/>
                </a:cubicBezTo>
                <a:cubicBezTo>
                  <a:pt x="3448353" y="2743053"/>
                  <a:pt x="3448353" y="2743053"/>
                  <a:pt x="3486879" y="2743053"/>
                </a:cubicBezTo>
                <a:cubicBezTo>
                  <a:pt x="3486879" y="2743053"/>
                  <a:pt x="3486879" y="2743053"/>
                  <a:pt x="3486879" y="2781574"/>
                </a:cubicBezTo>
                <a:cubicBezTo>
                  <a:pt x="3486879" y="2781574"/>
                  <a:pt x="3525405" y="2818491"/>
                  <a:pt x="3486879" y="2818491"/>
                </a:cubicBezTo>
                <a:cubicBezTo>
                  <a:pt x="3448353" y="2781574"/>
                  <a:pt x="3448353" y="2781574"/>
                  <a:pt x="3372907" y="2781574"/>
                </a:cubicBezTo>
                <a:cubicBezTo>
                  <a:pt x="3409827" y="2781574"/>
                  <a:pt x="3334382" y="2743053"/>
                  <a:pt x="3334382" y="2781574"/>
                </a:cubicBezTo>
                <a:cubicBezTo>
                  <a:pt x="3372907" y="2781574"/>
                  <a:pt x="3409827" y="2818491"/>
                  <a:pt x="3448353" y="2818491"/>
                </a:cubicBezTo>
                <a:cubicBezTo>
                  <a:pt x="3448353" y="2818491"/>
                  <a:pt x="3486879" y="2818491"/>
                  <a:pt x="3486879" y="2858617"/>
                </a:cubicBezTo>
                <a:cubicBezTo>
                  <a:pt x="3448353" y="2858617"/>
                  <a:pt x="3448353" y="2858617"/>
                  <a:pt x="3448353" y="2858617"/>
                </a:cubicBezTo>
                <a:cubicBezTo>
                  <a:pt x="3409827" y="2858617"/>
                  <a:pt x="3372907" y="2818491"/>
                  <a:pt x="3372907" y="2818491"/>
                </a:cubicBezTo>
                <a:cubicBezTo>
                  <a:pt x="3372907" y="2858617"/>
                  <a:pt x="3181884" y="2934055"/>
                  <a:pt x="3067913" y="2895534"/>
                </a:cubicBezTo>
                <a:cubicBezTo>
                  <a:pt x="3104833" y="2934055"/>
                  <a:pt x="3143358" y="2970972"/>
                  <a:pt x="3181884" y="2970972"/>
                </a:cubicBezTo>
                <a:cubicBezTo>
                  <a:pt x="3295856" y="2858617"/>
                  <a:pt x="3448353" y="2970972"/>
                  <a:pt x="3486879" y="3009493"/>
                </a:cubicBezTo>
                <a:cubicBezTo>
                  <a:pt x="3409827" y="3048015"/>
                  <a:pt x="3372907" y="2934055"/>
                  <a:pt x="3295856" y="2970972"/>
                </a:cubicBezTo>
                <a:cubicBezTo>
                  <a:pt x="3372907" y="2970972"/>
                  <a:pt x="3372907" y="2970972"/>
                  <a:pt x="3372907" y="3009493"/>
                </a:cubicBezTo>
                <a:cubicBezTo>
                  <a:pt x="3257330" y="2970972"/>
                  <a:pt x="3295856" y="3048015"/>
                  <a:pt x="3181884" y="3048015"/>
                </a:cubicBezTo>
                <a:cubicBezTo>
                  <a:pt x="3181884" y="3009493"/>
                  <a:pt x="3143358" y="3009493"/>
                  <a:pt x="3143358" y="2970972"/>
                </a:cubicBezTo>
                <a:cubicBezTo>
                  <a:pt x="3104833" y="3048015"/>
                  <a:pt x="3067913" y="3086536"/>
                  <a:pt x="2990861" y="3086536"/>
                </a:cubicBezTo>
                <a:cubicBezTo>
                  <a:pt x="3029387" y="3123453"/>
                  <a:pt x="2990861" y="3123453"/>
                  <a:pt x="3029387" y="3123453"/>
                </a:cubicBezTo>
                <a:cubicBezTo>
                  <a:pt x="2990861" y="3123453"/>
                  <a:pt x="2952336" y="3123453"/>
                  <a:pt x="2952336" y="3123453"/>
                </a:cubicBezTo>
                <a:cubicBezTo>
                  <a:pt x="2990861" y="3163579"/>
                  <a:pt x="2952336" y="3163579"/>
                  <a:pt x="2952336" y="3163579"/>
                </a:cubicBezTo>
                <a:cubicBezTo>
                  <a:pt x="2990861" y="3163579"/>
                  <a:pt x="2990861" y="3163579"/>
                  <a:pt x="3067913" y="3163579"/>
                </a:cubicBezTo>
                <a:cubicBezTo>
                  <a:pt x="3104833" y="3163579"/>
                  <a:pt x="3104833" y="3163579"/>
                  <a:pt x="3181884" y="3163579"/>
                </a:cubicBezTo>
                <a:cubicBezTo>
                  <a:pt x="3295856" y="3200495"/>
                  <a:pt x="3372907" y="3123453"/>
                  <a:pt x="3448353" y="3123453"/>
                </a:cubicBezTo>
                <a:lnTo>
                  <a:pt x="3486879" y="3123453"/>
                </a:lnTo>
                <a:cubicBezTo>
                  <a:pt x="3505740" y="3123453"/>
                  <a:pt x="3517579" y="3123453"/>
                  <a:pt x="3524727" y="3123453"/>
                </a:cubicBezTo>
                <a:lnTo>
                  <a:pt x="3525405" y="3123453"/>
                </a:lnTo>
                <a:cubicBezTo>
                  <a:pt x="3525405" y="3123453"/>
                  <a:pt x="3525405" y="3123453"/>
                  <a:pt x="3530020" y="3123453"/>
                </a:cubicBezTo>
                <a:lnTo>
                  <a:pt x="3534434" y="3123453"/>
                </a:lnTo>
                <a:lnTo>
                  <a:pt x="3562324" y="3123453"/>
                </a:lnTo>
                <a:cubicBezTo>
                  <a:pt x="3562324" y="3123453"/>
                  <a:pt x="3562324" y="3086536"/>
                  <a:pt x="3600851" y="3123453"/>
                </a:cubicBezTo>
                <a:cubicBezTo>
                  <a:pt x="3600851" y="3123453"/>
                  <a:pt x="3562324" y="3123453"/>
                  <a:pt x="3562324" y="3163579"/>
                </a:cubicBezTo>
                <a:cubicBezTo>
                  <a:pt x="3639376" y="3123453"/>
                  <a:pt x="3639376" y="3200495"/>
                  <a:pt x="3676296" y="3163579"/>
                </a:cubicBezTo>
                <a:cubicBezTo>
                  <a:pt x="3676296" y="3163579"/>
                  <a:pt x="3562324" y="3123453"/>
                  <a:pt x="3639376" y="3123453"/>
                </a:cubicBezTo>
                <a:cubicBezTo>
                  <a:pt x="3714822" y="3163579"/>
                  <a:pt x="3753348" y="3163579"/>
                  <a:pt x="3828793" y="3163579"/>
                </a:cubicBezTo>
                <a:cubicBezTo>
                  <a:pt x="3867319" y="3163579"/>
                  <a:pt x="3828793" y="3123453"/>
                  <a:pt x="3867319" y="3123453"/>
                </a:cubicBezTo>
                <a:cubicBezTo>
                  <a:pt x="3867319" y="3163579"/>
                  <a:pt x="3944371" y="3123453"/>
                  <a:pt x="3981290" y="3123453"/>
                </a:cubicBezTo>
                <a:cubicBezTo>
                  <a:pt x="3944371" y="3123453"/>
                  <a:pt x="3905845" y="3086536"/>
                  <a:pt x="3905845" y="3086536"/>
                </a:cubicBezTo>
                <a:cubicBezTo>
                  <a:pt x="4019817" y="3048015"/>
                  <a:pt x="4058342" y="3048015"/>
                  <a:pt x="4096868" y="3086536"/>
                </a:cubicBezTo>
                <a:cubicBezTo>
                  <a:pt x="4133788" y="3086536"/>
                  <a:pt x="4058342" y="3048015"/>
                  <a:pt x="4096868" y="3048015"/>
                </a:cubicBezTo>
                <a:cubicBezTo>
                  <a:pt x="4172314" y="3048015"/>
                  <a:pt x="4133788" y="3048015"/>
                  <a:pt x="4210839" y="3048015"/>
                </a:cubicBezTo>
                <a:cubicBezTo>
                  <a:pt x="4206023" y="3057445"/>
                  <a:pt x="4203590" y="3064517"/>
                  <a:pt x="4203170" y="3069749"/>
                </a:cubicBezTo>
                <a:lnTo>
                  <a:pt x="4205165" y="3074587"/>
                </a:lnTo>
                <a:lnTo>
                  <a:pt x="4195188" y="3070862"/>
                </a:lnTo>
                <a:cubicBezTo>
                  <a:pt x="4189168" y="3072091"/>
                  <a:pt x="4181945" y="3076906"/>
                  <a:pt x="4172314" y="3086536"/>
                </a:cubicBezTo>
                <a:cubicBezTo>
                  <a:pt x="4172314" y="3086536"/>
                  <a:pt x="4210839" y="3086536"/>
                  <a:pt x="4172314" y="3123453"/>
                </a:cubicBezTo>
                <a:cubicBezTo>
                  <a:pt x="4172314" y="3123453"/>
                  <a:pt x="4210839" y="3123453"/>
                  <a:pt x="4249365" y="3123453"/>
                </a:cubicBezTo>
                <a:cubicBezTo>
                  <a:pt x="4239733" y="3114224"/>
                  <a:pt x="4232510" y="3104894"/>
                  <a:pt x="4226490" y="3096693"/>
                </a:cubicBezTo>
                <a:lnTo>
                  <a:pt x="4214868" y="3081850"/>
                </a:lnTo>
                <a:lnTo>
                  <a:pt x="4221844" y="3083198"/>
                </a:lnTo>
                <a:cubicBezTo>
                  <a:pt x="4246449" y="3082960"/>
                  <a:pt x="4291420" y="3069831"/>
                  <a:pt x="4333081" y="3076915"/>
                </a:cubicBezTo>
                <a:lnTo>
                  <a:pt x="4347878" y="3081620"/>
                </a:lnTo>
                <a:lnTo>
                  <a:pt x="4339257" y="3086335"/>
                </a:lnTo>
                <a:lnTo>
                  <a:pt x="4337905" y="3086913"/>
                </a:lnTo>
                <a:lnTo>
                  <a:pt x="4324434" y="3087113"/>
                </a:lnTo>
                <a:cubicBezTo>
                  <a:pt x="4279663" y="3088843"/>
                  <a:pt x="4229700" y="3095765"/>
                  <a:pt x="4286285" y="3123453"/>
                </a:cubicBezTo>
                <a:cubicBezTo>
                  <a:pt x="4286285" y="3114224"/>
                  <a:pt x="4293508" y="3107302"/>
                  <a:pt x="4303741" y="3101509"/>
                </a:cubicBezTo>
                <a:lnTo>
                  <a:pt x="4337905" y="3086913"/>
                </a:lnTo>
                <a:lnTo>
                  <a:pt x="4363336" y="3086536"/>
                </a:lnTo>
                <a:lnTo>
                  <a:pt x="4347878" y="3081620"/>
                </a:lnTo>
                <a:lnTo>
                  <a:pt x="4367550" y="3070862"/>
                </a:lnTo>
                <a:cubicBezTo>
                  <a:pt x="4372967" y="3064868"/>
                  <a:pt x="4372967" y="3057645"/>
                  <a:pt x="4363336" y="3048015"/>
                </a:cubicBezTo>
                <a:cubicBezTo>
                  <a:pt x="4249365" y="2970972"/>
                  <a:pt x="4096868" y="3009493"/>
                  <a:pt x="3905845" y="3009493"/>
                </a:cubicBezTo>
                <a:cubicBezTo>
                  <a:pt x="3828793" y="2970972"/>
                  <a:pt x="3676296" y="2970972"/>
                  <a:pt x="3562324" y="3009493"/>
                </a:cubicBezTo>
                <a:cubicBezTo>
                  <a:pt x="3562324" y="2970972"/>
                  <a:pt x="3525405" y="2970972"/>
                  <a:pt x="3525405" y="2934055"/>
                </a:cubicBezTo>
                <a:cubicBezTo>
                  <a:pt x="3562324" y="2934055"/>
                  <a:pt x="3639376" y="2934055"/>
                  <a:pt x="3639376" y="2895534"/>
                </a:cubicBezTo>
                <a:cubicBezTo>
                  <a:pt x="3639376" y="2934055"/>
                  <a:pt x="3676296" y="2895534"/>
                  <a:pt x="3714822" y="2895534"/>
                </a:cubicBezTo>
                <a:cubicBezTo>
                  <a:pt x="3753348" y="2934055"/>
                  <a:pt x="3828793" y="2895534"/>
                  <a:pt x="3905845" y="2858617"/>
                </a:cubicBezTo>
                <a:cubicBezTo>
                  <a:pt x="3867319" y="2858617"/>
                  <a:pt x="3828793" y="2858617"/>
                  <a:pt x="3791873" y="2858617"/>
                </a:cubicBezTo>
                <a:cubicBezTo>
                  <a:pt x="3753348" y="2858617"/>
                  <a:pt x="3828793" y="2858617"/>
                  <a:pt x="3791873" y="2895534"/>
                </a:cubicBezTo>
                <a:cubicBezTo>
                  <a:pt x="3714822" y="2858617"/>
                  <a:pt x="3639376" y="2858617"/>
                  <a:pt x="3600851" y="2858617"/>
                </a:cubicBezTo>
                <a:cubicBezTo>
                  <a:pt x="3639376" y="2818491"/>
                  <a:pt x="3639376" y="2818491"/>
                  <a:pt x="3639376" y="2781574"/>
                </a:cubicBezTo>
                <a:lnTo>
                  <a:pt x="3600851" y="2781574"/>
                </a:lnTo>
                <a:cubicBezTo>
                  <a:pt x="3600851" y="2781574"/>
                  <a:pt x="3600851" y="2781574"/>
                  <a:pt x="3562324" y="2781574"/>
                </a:cubicBezTo>
                <a:cubicBezTo>
                  <a:pt x="3562324" y="2781574"/>
                  <a:pt x="3562324" y="2781574"/>
                  <a:pt x="3562324" y="2743053"/>
                </a:cubicBezTo>
                <a:cubicBezTo>
                  <a:pt x="3562324" y="2743053"/>
                  <a:pt x="3562324" y="2743053"/>
                  <a:pt x="3486879" y="2743053"/>
                </a:cubicBezTo>
                <a:cubicBezTo>
                  <a:pt x="3448353" y="2706136"/>
                  <a:pt x="3409827" y="2706136"/>
                  <a:pt x="3372907" y="2706136"/>
                </a:cubicBezTo>
                <a:cubicBezTo>
                  <a:pt x="3486879" y="2706136"/>
                  <a:pt x="3409827" y="2667615"/>
                  <a:pt x="3334382" y="2667615"/>
                </a:cubicBezTo>
                <a:cubicBezTo>
                  <a:pt x="3334382" y="2667615"/>
                  <a:pt x="3372907" y="2706136"/>
                  <a:pt x="3295856" y="2743053"/>
                </a:cubicBezTo>
                <a:cubicBezTo>
                  <a:pt x="3257330" y="2706136"/>
                  <a:pt x="3295856" y="2667615"/>
                  <a:pt x="3257330" y="2667615"/>
                </a:cubicBezTo>
                <a:cubicBezTo>
                  <a:pt x="3220410" y="2667615"/>
                  <a:pt x="3220410" y="2706136"/>
                  <a:pt x="3220410" y="2706136"/>
                </a:cubicBezTo>
                <a:cubicBezTo>
                  <a:pt x="3104833" y="2667615"/>
                  <a:pt x="3181884" y="2590572"/>
                  <a:pt x="3067913" y="2629093"/>
                </a:cubicBezTo>
                <a:cubicBezTo>
                  <a:pt x="3029387" y="2590572"/>
                  <a:pt x="3104833" y="2590572"/>
                  <a:pt x="3143358" y="2590572"/>
                </a:cubicBezTo>
                <a:cubicBezTo>
                  <a:pt x="3181884" y="2590572"/>
                  <a:pt x="3181884" y="2629093"/>
                  <a:pt x="3181884" y="2629093"/>
                </a:cubicBezTo>
                <a:cubicBezTo>
                  <a:pt x="3372907" y="2667615"/>
                  <a:pt x="3295856" y="2515134"/>
                  <a:pt x="3143358" y="2553655"/>
                </a:cubicBezTo>
                <a:cubicBezTo>
                  <a:pt x="3143358" y="2553655"/>
                  <a:pt x="3295856" y="2515134"/>
                  <a:pt x="3295856" y="2553655"/>
                </a:cubicBezTo>
                <a:cubicBezTo>
                  <a:pt x="3295856" y="2629093"/>
                  <a:pt x="3372907" y="2667615"/>
                  <a:pt x="3486879" y="2629093"/>
                </a:cubicBezTo>
                <a:cubicBezTo>
                  <a:pt x="3372907" y="2629093"/>
                  <a:pt x="3409827" y="2590572"/>
                  <a:pt x="3295856" y="2553655"/>
                </a:cubicBezTo>
                <a:cubicBezTo>
                  <a:pt x="3334382" y="2553655"/>
                  <a:pt x="3257330" y="2515134"/>
                  <a:pt x="3295856" y="2515134"/>
                </a:cubicBezTo>
                <a:cubicBezTo>
                  <a:pt x="3143358" y="2515134"/>
                  <a:pt x="3104833" y="2476612"/>
                  <a:pt x="2990861" y="2476612"/>
                </a:cubicBezTo>
                <a:cubicBezTo>
                  <a:pt x="2990861" y="2515134"/>
                  <a:pt x="2876890" y="2553655"/>
                  <a:pt x="2915416" y="2553655"/>
                </a:cubicBezTo>
                <a:cubicBezTo>
                  <a:pt x="2839970" y="2553655"/>
                  <a:pt x="2724392" y="2515134"/>
                  <a:pt x="2610421" y="2515134"/>
                </a:cubicBezTo>
                <a:cubicBezTo>
                  <a:pt x="2687472" y="2515134"/>
                  <a:pt x="2687472" y="2515134"/>
                  <a:pt x="2647342" y="2476612"/>
                </a:cubicBezTo>
                <a:cubicBezTo>
                  <a:pt x="2687472" y="2438091"/>
                  <a:pt x="2724392" y="2476612"/>
                  <a:pt x="2687472" y="2476612"/>
                </a:cubicBezTo>
                <a:cubicBezTo>
                  <a:pt x="2762918" y="2476612"/>
                  <a:pt x="2799839" y="2476612"/>
                  <a:pt x="2762918" y="2515134"/>
                </a:cubicBezTo>
                <a:cubicBezTo>
                  <a:pt x="2839970" y="2515134"/>
                  <a:pt x="2799839" y="2476612"/>
                  <a:pt x="2839970" y="2476612"/>
                </a:cubicBezTo>
                <a:cubicBezTo>
                  <a:pt x="2839970" y="2438091"/>
                  <a:pt x="2724392" y="2476612"/>
                  <a:pt x="2724392" y="2476612"/>
                </a:cubicBezTo>
                <a:cubicBezTo>
                  <a:pt x="2687472" y="2399569"/>
                  <a:pt x="2799839" y="2438091"/>
                  <a:pt x="2799839" y="2438091"/>
                </a:cubicBezTo>
                <a:cubicBezTo>
                  <a:pt x="2799839" y="2399569"/>
                  <a:pt x="2762918" y="2399569"/>
                  <a:pt x="2762918" y="2399569"/>
                </a:cubicBezTo>
                <a:cubicBezTo>
                  <a:pt x="2762918" y="2438091"/>
                  <a:pt x="2647342" y="2438091"/>
                  <a:pt x="2571895" y="2438091"/>
                </a:cubicBezTo>
                <a:cubicBezTo>
                  <a:pt x="2647342" y="2438091"/>
                  <a:pt x="2610421" y="2438091"/>
                  <a:pt x="2534975" y="2476612"/>
                </a:cubicBezTo>
                <a:cubicBezTo>
                  <a:pt x="2571895" y="2399569"/>
                  <a:pt x="2305426" y="2438091"/>
                  <a:pt x="2266901" y="2476612"/>
                </a:cubicBezTo>
                <a:cubicBezTo>
                  <a:pt x="2189850" y="2515134"/>
                  <a:pt x="2189850" y="2476612"/>
                  <a:pt x="2152929" y="2476612"/>
                </a:cubicBezTo>
                <a:cubicBezTo>
                  <a:pt x="2152929" y="2438091"/>
                  <a:pt x="2189850" y="2476612"/>
                  <a:pt x="2189850" y="2438091"/>
                </a:cubicBezTo>
                <a:cubicBezTo>
                  <a:pt x="2266901" y="2438091"/>
                  <a:pt x="2266901" y="2399569"/>
                  <a:pt x="2305426" y="2399569"/>
                </a:cubicBezTo>
                <a:cubicBezTo>
                  <a:pt x="2342347" y="2438091"/>
                  <a:pt x="2457924" y="2399569"/>
                  <a:pt x="2534975" y="2399569"/>
                </a:cubicBezTo>
                <a:cubicBezTo>
                  <a:pt x="2534975" y="2399569"/>
                  <a:pt x="2571895" y="2362653"/>
                  <a:pt x="2494844" y="2324131"/>
                </a:cubicBezTo>
                <a:cubicBezTo>
                  <a:pt x="2571895" y="2324131"/>
                  <a:pt x="2610421" y="2362653"/>
                  <a:pt x="2571895" y="2399569"/>
                </a:cubicBezTo>
                <a:cubicBezTo>
                  <a:pt x="2610421" y="2399569"/>
                  <a:pt x="2647342" y="2362653"/>
                  <a:pt x="2687472" y="2362653"/>
                </a:cubicBezTo>
                <a:cubicBezTo>
                  <a:pt x="2647342" y="2362653"/>
                  <a:pt x="2687472" y="2324131"/>
                  <a:pt x="2647342" y="2324131"/>
                </a:cubicBezTo>
                <a:cubicBezTo>
                  <a:pt x="2687472" y="2285609"/>
                  <a:pt x="2647342" y="2362653"/>
                  <a:pt x="2724392" y="2362653"/>
                </a:cubicBezTo>
                <a:cubicBezTo>
                  <a:pt x="2799839" y="2324131"/>
                  <a:pt x="2724392" y="2285609"/>
                  <a:pt x="2839970" y="2285609"/>
                </a:cubicBezTo>
                <a:cubicBezTo>
                  <a:pt x="2799839" y="2248693"/>
                  <a:pt x="2724392" y="2248693"/>
                  <a:pt x="2724392" y="2285609"/>
                </a:cubicBezTo>
                <a:cubicBezTo>
                  <a:pt x="2687472" y="2285609"/>
                  <a:pt x="2687472" y="2285609"/>
                  <a:pt x="2724392" y="2248693"/>
                </a:cubicBezTo>
                <a:cubicBezTo>
                  <a:pt x="2687472" y="2248693"/>
                  <a:pt x="2687472" y="2248693"/>
                  <a:pt x="2687472" y="2285609"/>
                </a:cubicBezTo>
                <a:cubicBezTo>
                  <a:pt x="2647342" y="2285609"/>
                  <a:pt x="2647342" y="2248693"/>
                  <a:pt x="2647342" y="2248693"/>
                </a:cubicBezTo>
                <a:cubicBezTo>
                  <a:pt x="2534975" y="2210172"/>
                  <a:pt x="2457924" y="2210172"/>
                  <a:pt x="2342347" y="2210172"/>
                </a:cubicBezTo>
                <a:cubicBezTo>
                  <a:pt x="2305426" y="2171650"/>
                  <a:pt x="2342347" y="2171650"/>
                  <a:pt x="2342347" y="2171650"/>
                </a:cubicBezTo>
                <a:cubicBezTo>
                  <a:pt x="2457924" y="2210172"/>
                  <a:pt x="2494844" y="2134734"/>
                  <a:pt x="2571895" y="2171650"/>
                </a:cubicBezTo>
                <a:cubicBezTo>
                  <a:pt x="2534975" y="2057691"/>
                  <a:pt x="2266901" y="2057691"/>
                  <a:pt x="2114404" y="2019169"/>
                </a:cubicBezTo>
                <a:cubicBezTo>
                  <a:pt x="2077483" y="2057691"/>
                  <a:pt x="2114404" y="2057691"/>
                  <a:pt x="2077483" y="2096212"/>
                </a:cubicBezTo>
                <a:cubicBezTo>
                  <a:pt x="2037353" y="2057691"/>
                  <a:pt x="2000433" y="2096212"/>
                  <a:pt x="2000433" y="2057691"/>
                </a:cubicBezTo>
                <a:lnTo>
                  <a:pt x="2037353" y="2057691"/>
                </a:lnTo>
                <a:cubicBezTo>
                  <a:pt x="1961907" y="2019169"/>
                  <a:pt x="1847935" y="1982253"/>
                  <a:pt x="1809410" y="2019169"/>
                </a:cubicBezTo>
                <a:cubicBezTo>
                  <a:pt x="1772489" y="2019169"/>
                  <a:pt x="1847935" y="1982253"/>
                  <a:pt x="1809410" y="1943731"/>
                </a:cubicBezTo>
                <a:cubicBezTo>
                  <a:pt x="1619992" y="1982253"/>
                  <a:pt x="1619992" y="1982253"/>
                  <a:pt x="1390444" y="1982253"/>
                </a:cubicBezTo>
                <a:cubicBezTo>
                  <a:pt x="1467495" y="1943731"/>
                  <a:pt x="1467495" y="1905210"/>
                  <a:pt x="1390444" y="1943731"/>
                </a:cubicBezTo>
                <a:cubicBezTo>
                  <a:pt x="1351918" y="1905210"/>
                  <a:pt x="1467495" y="1905210"/>
                  <a:pt x="1467495" y="1905210"/>
                </a:cubicBezTo>
                <a:cubicBezTo>
                  <a:pt x="1467495" y="1866688"/>
                  <a:pt x="1351918" y="1905210"/>
                  <a:pt x="1351918" y="1905210"/>
                </a:cubicBezTo>
                <a:cubicBezTo>
                  <a:pt x="1314997" y="1905210"/>
                  <a:pt x="1274867" y="1905210"/>
                  <a:pt x="1237947" y="1866688"/>
                </a:cubicBezTo>
                <a:cubicBezTo>
                  <a:pt x="1237947" y="1905210"/>
                  <a:pt x="1162501" y="1866688"/>
                  <a:pt x="1162501" y="1905210"/>
                </a:cubicBezTo>
                <a:cubicBezTo>
                  <a:pt x="1085449" y="1905210"/>
                  <a:pt x="1085449" y="1905210"/>
                  <a:pt x="1010004" y="1905210"/>
                </a:cubicBezTo>
                <a:cubicBezTo>
                  <a:pt x="1010004" y="1866688"/>
                  <a:pt x="1046923" y="1829772"/>
                  <a:pt x="969873" y="1866688"/>
                </a:cubicBezTo>
                <a:cubicBezTo>
                  <a:pt x="969873" y="1829772"/>
                  <a:pt x="1010004" y="1829772"/>
                  <a:pt x="969873" y="1789645"/>
                </a:cubicBezTo>
                <a:cubicBezTo>
                  <a:pt x="1046923" y="1789645"/>
                  <a:pt x="1162501" y="1829772"/>
                  <a:pt x="1162501" y="1752728"/>
                </a:cubicBezTo>
                <a:cubicBezTo>
                  <a:pt x="1314997" y="1829772"/>
                  <a:pt x="1390444" y="1829772"/>
                  <a:pt x="1579861" y="1789645"/>
                </a:cubicBezTo>
                <a:cubicBezTo>
                  <a:pt x="1619992" y="1829772"/>
                  <a:pt x="1579861" y="1829772"/>
                  <a:pt x="1579861" y="1829772"/>
                </a:cubicBezTo>
                <a:cubicBezTo>
                  <a:pt x="1619992" y="1829772"/>
                  <a:pt x="1619992" y="1829772"/>
                  <a:pt x="1619992" y="1789645"/>
                </a:cubicBezTo>
                <a:cubicBezTo>
                  <a:pt x="1656913" y="1789645"/>
                  <a:pt x="1656913" y="1829772"/>
                  <a:pt x="1695438" y="1829772"/>
                </a:cubicBezTo>
                <a:cubicBezTo>
                  <a:pt x="1732358" y="1829772"/>
                  <a:pt x="1695438" y="1789645"/>
                  <a:pt x="1695438" y="1789645"/>
                </a:cubicBezTo>
                <a:cubicBezTo>
                  <a:pt x="1772489" y="1829772"/>
                  <a:pt x="1847935" y="1752728"/>
                  <a:pt x="1884855" y="1829772"/>
                </a:cubicBezTo>
                <a:cubicBezTo>
                  <a:pt x="1961907" y="1829772"/>
                  <a:pt x="2000433" y="1789645"/>
                  <a:pt x="2077483" y="1789645"/>
                </a:cubicBezTo>
                <a:cubicBezTo>
                  <a:pt x="2077483" y="1829772"/>
                  <a:pt x="2077483" y="1829772"/>
                  <a:pt x="2114404" y="1829772"/>
                </a:cubicBezTo>
                <a:cubicBezTo>
                  <a:pt x="2152929" y="1829772"/>
                  <a:pt x="2077483" y="1789645"/>
                  <a:pt x="2114404" y="1752728"/>
                </a:cubicBezTo>
                <a:cubicBezTo>
                  <a:pt x="2152929" y="1752728"/>
                  <a:pt x="2152929" y="1789645"/>
                  <a:pt x="2189850" y="1752728"/>
                </a:cubicBezTo>
                <a:cubicBezTo>
                  <a:pt x="2152929" y="1789645"/>
                  <a:pt x="2152929" y="1829772"/>
                  <a:pt x="2229981" y="1829772"/>
                </a:cubicBezTo>
                <a:cubicBezTo>
                  <a:pt x="2189850" y="1789645"/>
                  <a:pt x="2189850" y="1752728"/>
                  <a:pt x="2266901" y="1752728"/>
                </a:cubicBezTo>
                <a:cubicBezTo>
                  <a:pt x="2229981" y="1829772"/>
                  <a:pt x="2342347" y="1789645"/>
                  <a:pt x="2382478" y="1752728"/>
                </a:cubicBezTo>
                <a:cubicBezTo>
                  <a:pt x="2419399" y="1752728"/>
                  <a:pt x="2382478" y="1829772"/>
                  <a:pt x="2457924" y="1829772"/>
                </a:cubicBezTo>
                <a:cubicBezTo>
                  <a:pt x="2494844" y="1752728"/>
                  <a:pt x="2382478" y="1714207"/>
                  <a:pt x="2266901" y="1752728"/>
                </a:cubicBezTo>
                <a:cubicBezTo>
                  <a:pt x="2342347" y="1714207"/>
                  <a:pt x="2419399" y="1752728"/>
                  <a:pt x="2457924" y="1714207"/>
                </a:cubicBezTo>
                <a:cubicBezTo>
                  <a:pt x="2457924" y="1752728"/>
                  <a:pt x="2494844" y="1829772"/>
                  <a:pt x="2534975" y="1829772"/>
                </a:cubicBezTo>
                <a:cubicBezTo>
                  <a:pt x="2610421" y="1829772"/>
                  <a:pt x="2610421" y="1789645"/>
                  <a:pt x="2610421" y="1752728"/>
                </a:cubicBezTo>
                <a:cubicBezTo>
                  <a:pt x="2571895" y="1752728"/>
                  <a:pt x="2571895" y="1789645"/>
                  <a:pt x="2534975" y="1789645"/>
                </a:cubicBezTo>
                <a:cubicBezTo>
                  <a:pt x="2457924" y="1752728"/>
                  <a:pt x="2647342" y="1714207"/>
                  <a:pt x="2534975" y="1714207"/>
                </a:cubicBezTo>
                <a:cubicBezTo>
                  <a:pt x="2534975" y="1677291"/>
                  <a:pt x="2647342" y="1714207"/>
                  <a:pt x="2687472" y="1714207"/>
                </a:cubicBezTo>
                <a:cubicBezTo>
                  <a:pt x="2687472" y="1714207"/>
                  <a:pt x="2571895" y="1714207"/>
                  <a:pt x="2647342" y="1789645"/>
                </a:cubicBezTo>
                <a:cubicBezTo>
                  <a:pt x="2724392" y="1789645"/>
                  <a:pt x="2762918" y="1752728"/>
                  <a:pt x="2762918" y="1752728"/>
                </a:cubicBezTo>
                <a:cubicBezTo>
                  <a:pt x="2762918" y="1789645"/>
                  <a:pt x="2915416" y="1752728"/>
                  <a:pt x="2876890" y="1714207"/>
                </a:cubicBezTo>
                <a:cubicBezTo>
                  <a:pt x="2990861" y="1714207"/>
                  <a:pt x="3104833" y="1714207"/>
                  <a:pt x="3067913" y="1677291"/>
                </a:cubicBezTo>
                <a:cubicBezTo>
                  <a:pt x="3104833" y="1677291"/>
                  <a:pt x="3104833" y="1677291"/>
                  <a:pt x="3143358" y="1677291"/>
                </a:cubicBezTo>
                <a:cubicBezTo>
                  <a:pt x="3029387" y="1714207"/>
                  <a:pt x="3104833" y="1789645"/>
                  <a:pt x="3143358" y="1829772"/>
                </a:cubicBezTo>
                <a:cubicBezTo>
                  <a:pt x="3220410" y="1789645"/>
                  <a:pt x="3181884" y="1789645"/>
                  <a:pt x="3181884" y="1714207"/>
                </a:cubicBezTo>
                <a:cubicBezTo>
                  <a:pt x="3220410" y="1752728"/>
                  <a:pt x="3334382" y="1752728"/>
                  <a:pt x="3372907" y="1789645"/>
                </a:cubicBezTo>
                <a:cubicBezTo>
                  <a:pt x="3409827" y="1752728"/>
                  <a:pt x="3448353" y="1752728"/>
                  <a:pt x="3486879" y="1752728"/>
                </a:cubicBezTo>
                <a:cubicBezTo>
                  <a:pt x="3486879" y="1752728"/>
                  <a:pt x="3486879" y="1752728"/>
                  <a:pt x="3562324" y="1714207"/>
                </a:cubicBezTo>
                <a:cubicBezTo>
                  <a:pt x="3562324" y="1714207"/>
                  <a:pt x="3562324" y="1714207"/>
                  <a:pt x="3600851" y="1752728"/>
                </a:cubicBezTo>
                <a:lnTo>
                  <a:pt x="3639376" y="1752728"/>
                </a:lnTo>
                <a:cubicBezTo>
                  <a:pt x="3714822" y="1752728"/>
                  <a:pt x="3791873" y="1752728"/>
                  <a:pt x="3828793" y="1714207"/>
                </a:cubicBezTo>
                <a:cubicBezTo>
                  <a:pt x="3828793" y="1714207"/>
                  <a:pt x="3753348" y="1714207"/>
                  <a:pt x="3791873" y="1677291"/>
                </a:cubicBezTo>
                <a:cubicBezTo>
                  <a:pt x="3791873" y="1714207"/>
                  <a:pt x="3828793" y="1714207"/>
                  <a:pt x="3828793" y="1677291"/>
                </a:cubicBezTo>
                <a:cubicBezTo>
                  <a:pt x="3867319" y="1677291"/>
                  <a:pt x="3867319" y="1714207"/>
                  <a:pt x="3867319" y="1714207"/>
                </a:cubicBezTo>
                <a:cubicBezTo>
                  <a:pt x="3944371" y="1714207"/>
                  <a:pt x="3944371" y="1677291"/>
                  <a:pt x="4019817" y="1677291"/>
                </a:cubicBezTo>
                <a:cubicBezTo>
                  <a:pt x="4019817" y="1677291"/>
                  <a:pt x="4019817" y="1677291"/>
                  <a:pt x="3981290" y="1714207"/>
                </a:cubicBezTo>
                <a:cubicBezTo>
                  <a:pt x="4324811" y="1677291"/>
                  <a:pt x="4477308" y="1714207"/>
                  <a:pt x="4820828" y="1714207"/>
                </a:cubicBezTo>
                <a:cubicBezTo>
                  <a:pt x="4743777" y="1677291"/>
                  <a:pt x="4706856" y="1677291"/>
                  <a:pt x="4629805" y="1677291"/>
                </a:cubicBezTo>
                <a:cubicBezTo>
                  <a:pt x="4743777" y="1600247"/>
                  <a:pt x="4934800" y="1714207"/>
                  <a:pt x="5087296" y="1638769"/>
                </a:cubicBezTo>
                <a:cubicBezTo>
                  <a:pt x="5048771" y="1638769"/>
                  <a:pt x="5011851" y="1638769"/>
                  <a:pt x="5011851" y="1600247"/>
                </a:cubicBezTo>
                <a:cubicBezTo>
                  <a:pt x="5201268" y="1600247"/>
                  <a:pt x="5353766" y="1638769"/>
                  <a:pt x="5430817" y="1561726"/>
                </a:cubicBezTo>
                <a:cubicBezTo>
                  <a:pt x="5316845" y="1524809"/>
                  <a:pt x="5164348" y="1561726"/>
                  <a:pt x="5164348" y="1447767"/>
                </a:cubicBezTo>
                <a:cubicBezTo>
                  <a:pt x="5201268" y="1447767"/>
                  <a:pt x="5239794" y="1447767"/>
                  <a:pt x="5239794" y="1447767"/>
                </a:cubicBezTo>
                <a:cubicBezTo>
                  <a:pt x="5239794" y="1409245"/>
                  <a:pt x="5201268" y="1372328"/>
                  <a:pt x="5164348" y="1372328"/>
                </a:cubicBezTo>
                <a:cubicBezTo>
                  <a:pt x="5087296" y="1372328"/>
                  <a:pt x="5201268" y="1409245"/>
                  <a:pt x="5125822" y="1409245"/>
                </a:cubicBezTo>
                <a:cubicBezTo>
                  <a:pt x="5087296" y="1295285"/>
                  <a:pt x="4782302" y="1256764"/>
                  <a:pt x="4706856" y="1372328"/>
                </a:cubicBezTo>
                <a:cubicBezTo>
                  <a:pt x="4629805" y="1333808"/>
                  <a:pt x="4782302" y="1333808"/>
                  <a:pt x="4820828" y="1295285"/>
                </a:cubicBezTo>
                <a:cubicBezTo>
                  <a:pt x="4782302" y="1256764"/>
                  <a:pt x="4706856" y="1256764"/>
                  <a:pt x="4666726" y="1219848"/>
                </a:cubicBezTo>
                <a:cubicBezTo>
                  <a:pt x="4629805" y="1256764"/>
                  <a:pt x="4591280" y="1219848"/>
                  <a:pt x="4554359" y="1256764"/>
                </a:cubicBezTo>
                <a:cubicBezTo>
                  <a:pt x="4515834" y="1256764"/>
                  <a:pt x="4554359" y="1219848"/>
                  <a:pt x="4515834" y="1219848"/>
                </a:cubicBezTo>
                <a:cubicBezTo>
                  <a:pt x="4477308" y="1219848"/>
                  <a:pt x="4515834" y="1256764"/>
                  <a:pt x="4438782" y="1256764"/>
                </a:cubicBezTo>
                <a:cubicBezTo>
                  <a:pt x="4401862" y="1179721"/>
                  <a:pt x="4324811" y="1219848"/>
                  <a:pt x="4249365" y="1256764"/>
                </a:cubicBezTo>
                <a:cubicBezTo>
                  <a:pt x="4133788" y="1179721"/>
                  <a:pt x="3944371" y="1219848"/>
                  <a:pt x="3867319" y="1179721"/>
                </a:cubicBezTo>
                <a:cubicBezTo>
                  <a:pt x="3791873" y="1179721"/>
                  <a:pt x="3791873" y="1219848"/>
                  <a:pt x="3714822" y="1219848"/>
                </a:cubicBezTo>
                <a:cubicBezTo>
                  <a:pt x="3714822" y="1219848"/>
                  <a:pt x="3639376" y="1219848"/>
                  <a:pt x="3639376" y="1179721"/>
                </a:cubicBezTo>
                <a:lnTo>
                  <a:pt x="3600851" y="1179721"/>
                </a:lnTo>
                <a:cubicBezTo>
                  <a:pt x="3600851" y="1179721"/>
                  <a:pt x="3600851" y="1179721"/>
                  <a:pt x="3600851" y="1219848"/>
                </a:cubicBezTo>
                <a:cubicBezTo>
                  <a:pt x="3600851" y="1219848"/>
                  <a:pt x="3600851" y="1219848"/>
                  <a:pt x="3562324" y="1219848"/>
                </a:cubicBezTo>
                <a:cubicBezTo>
                  <a:pt x="3562324" y="1219848"/>
                  <a:pt x="3562324" y="1219848"/>
                  <a:pt x="3486879" y="1179721"/>
                </a:cubicBezTo>
                <a:cubicBezTo>
                  <a:pt x="3448353" y="1179721"/>
                  <a:pt x="3409827" y="1179721"/>
                  <a:pt x="3372907" y="1179721"/>
                </a:cubicBezTo>
                <a:cubicBezTo>
                  <a:pt x="3334382" y="1179721"/>
                  <a:pt x="3295856" y="1179721"/>
                  <a:pt x="3181884" y="1219848"/>
                </a:cubicBezTo>
                <a:cubicBezTo>
                  <a:pt x="3181884" y="1179721"/>
                  <a:pt x="3257330" y="1179721"/>
                  <a:pt x="3295856" y="1179721"/>
                </a:cubicBezTo>
                <a:cubicBezTo>
                  <a:pt x="3220410" y="1142804"/>
                  <a:pt x="3181884" y="1104283"/>
                  <a:pt x="3104833" y="1104283"/>
                </a:cubicBezTo>
                <a:lnTo>
                  <a:pt x="3067913" y="1142804"/>
                </a:lnTo>
                <a:cubicBezTo>
                  <a:pt x="3029387" y="1142804"/>
                  <a:pt x="2990861" y="1104283"/>
                  <a:pt x="2990861" y="1067366"/>
                </a:cubicBezTo>
                <a:cubicBezTo>
                  <a:pt x="3029387" y="1067366"/>
                  <a:pt x="3104833" y="1104283"/>
                  <a:pt x="3104833" y="1067366"/>
                </a:cubicBezTo>
                <a:cubicBezTo>
                  <a:pt x="3181884" y="1067366"/>
                  <a:pt x="3372907" y="1067366"/>
                  <a:pt x="3372907" y="990324"/>
                </a:cubicBezTo>
                <a:cubicBezTo>
                  <a:pt x="3409827" y="990324"/>
                  <a:pt x="3409827" y="990324"/>
                  <a:pt x="3448353" y="990324"/>
                </a:cubicBezTo>
                <a:cubicBezTo>
                  <a:pt x="3448353" y="1028845"/>
                  <a:pt x="3486879" y="1028845"/>
                  <a:pt x="3486879" y="1028845"/>
                </a:cubicBezTo>
                <a:cubicBezTo>
                  <a:pt x="3525405" y="1028845"/>
                  <a:pt x="3562324" y="990324"/>
                  <a:pt x="3600851" y="990324"/>
                </a:cubicBezTo>
                <a:cubicBezTo>
                  <a:pt x="3600851" y="990324"/>
                  <a:pt x="3600851" y="990324"/>
                  <a:pt x="3600851" y="1028845"/>
                </a:cubicBezTo>
                <a:lnTo>
                  <a:pt x="3639376" y="1028845"/>
                </a:lnTo>
                <a:cubicBezTo>
                  <a:pt x="3676296" y="990324"/>
                  <a:pt x="3639376" y="951802"/>
                  <a:pt x="3714822" y="990324"/>
                </a:cubicBezTo>
                <a:cubicBezTo>
                  <a:pt x="3714822" y="951802"/>
                  <a:pt x="3676296" y="951802"/>
                  <a:pt x="3676296" y="914885"/>
                </a:cubicBezTo>
                <a:cubicBezTo>
                  <a:pt x="3753348" y="951802"/>
                  <a:pt x="3944371" y="951802"/>
                  <a:pt x="3981290" y="876364"/>
                </a:cubicBezTo>
                <a:cubicBezTo>
                  <a:pt x="4058342" y="914885"/>
                  <a:pt x="4210839" y="876364"/>
                  <a:pt x="4286285" y="914885"/>
                </a:cubicBezTo>
                <a:cubicBezTo>
                  <a:pt x="4363336" y="837842"/>
                  <a:pt x="4554359" y="951802"/>
                  <a:pt x="4629805" y="876364"/>
                </a:cubicBezTo>
                <a:cubicBezTo>
                  <a:pt x="4629805" y="876364"/>
                  <a:pt x="4629805" y="914885"/>
                  <a:pt x="4666726" y="951802"/>
                </a:cubicBezTo>
                <a:cubicBezTo>
                  <a:pt x="4666726" y="914885"/>
                  <a:pt x="4706856" y="914885"/>
                  <a:pt x="4706856" y="951802"/>
                </a:cubicBezTo>
                <a:cubicBezTo>
                  <a:pt x="4859354" y="914885"/>
                  <a:pt x="5125822" y="990324"/>
                  <a:pt x="5239794" y="914885"/>
                </a:cubicBezTo>
                <a:cubicBezTo>
                  <a:pt x="5278320" y="951802"/>
                  <a:pt x="5469342" y="951802"/>
                  <a:pt x="5544788" y="914885"/>
                </a:cubicBezTo>
                <a:cubicBezTo>
                  <a:pt x="5544788" y="914885"/>
                  <a:pt x="5506262" y="914885"/>
                  <a:pt x="5506262" y="876364"/>
                </a:cubicBezTo>
                <a:cubicBezTo>
                  <a:pt x="5735811" y="837842"/>
                  <a:pt x="5926834" y="914885"/>
                  <a:pt x="6040805" y="762404"/>
                </a:cubicBezTo>
                <a:lnTo>
                  <a:pt x="6017705" y="753849"/>
                </a:lnTo>
                <a:lnTo>
                  <a:pt x="6039501" y="749464"/>
                </a:lnTo>
                <a:cubicBezTo>
                  <a:pt x="6221594" y="728096"/>
                  <a:pt x="6478633" y="770831"/>
                  <a:pt x="6650794" y="685361"/>
                </a:cubicBezTo>
                <a:cubicBezTo>
                  <a:pt x="6764766" y="762404"/>
                  <a:pt x="6878737" y="609923"/>
                  <a:pt x="6955789" y="723883"/>
                </a:cubicBezTo>
                <a:cubicBezTo>
                  <a:pt x="6992709" y="723883"/>
                  <a:pt x="6992709" y="685361"/>
                  <a:pt x="7031235" y="685361"/>
                </a:cubicBezTo>
                <a:cubicBezTo>
                  <a:pt x="7069760" y="685361"/>
                  <a:pt x="7069760" y="723883"/>
                  <a:pt x="7108286" y="723883"/>
                </a:cubicBezTo>
                <a:cubicBezTo>
                  <a:pt x="7145206" y="723883"/>
                  <a:pt x="7145206" y="685361"/>
                  <a:pt x="7145206" y="685361"/>
                </a:cubicBezTo>
                <a:cubicBezTo>
                  <a:pt x="7183732" y="685361"/>
                  <a:pt x="7220652" y="685361"/>
                  <a:pt x="7260783" y="723883"/>
                </a:cubicBezTo>
                <a:cubicBezTo>
                  <a:pt x="7488726" y="723883"/>
                  <a:pt x="7641223" y="685361"/>
                  <a:pt x="7870772" y="685361"/>
                </a:cubicBezTo>
                <a:cubicBezTo>
                  <a:pt x="7983138" y="646840"/>
                  <a:pt x="8251212" y="685361"/>
                  <a:pt x="8440628" y="685361"/>
                </a:cubicBezTo>
                <a:cubicBezTo>
                  <a:pt x="8633257" y="646840"/>
                  <a:pt x="8822675" y="646840"/>
                  <a:pt x="8975172" y="646840"/>
                </a:cubicBezTo>
                <a:cubicBezTo>
                  <a:pt x="9166195" y="646840"/>
                  <a:pt x="9318691" y="646840"/>
                  <a:pt x="9471188" y="609923"/>
                </a:cubicBezTo>
                <a:cubicBezTo>
                  <a:pt x="9471188" y="646840"/>
                  <a:pt x="9508109" y="646840"/>
                  <a:pt x="9471188" y="685361"/>
                </a:cubicBezTo>
                <a:cubicBezTo>
                  <a:pt x="9546635" y="685361"/>
                  <a:pt x="9546635" y="646840"/>
                  <a:pt x="9546635" y="609923"/>
                </a:cubicBezTo>
                <a:cubicBezTo>
                  <a:pt x="9585161" y="646840"/>
                  <a:pt x="9585161" y="646840"/>
                  <a:pt x="9585161" y="685361"/>
                </a:cubicBezTo>
                <a:cubicBezTo>
                  <a:pt x="9623686" y="609923"/>
                  <a:pt x="9623686" y="646840"/>
                  <a:pt x="9699133" y="646840"/>
                </a:cubicBezTo>
                <a:cubicBezTo>
                  <a:pt x="9699133" y="609923"/>
                  <a:pt x="9623686" y="646840"/>
                  <a:pt x="9623686" y="609923"/>
                </a:cubicBezTo>
                <a:cubicBezTo>
                  <a:pt x="9699133" y="609923"/>
                  <a:pt x="9851630" y="646840"/>
                  <a:pt x="9813104" y="685361"/>
                </a:cubicBezTo>
                <a:cubicBezTo>
                  <a:pt x="9890154" y="685361"/>
                  <a:pt x="9890154" y="646840"/>
                  <a:pt x="9890154" y="609923"/>
                </a:cubicBezTo>
                <a:cubicBezTo>
                  <a:pt x="10055895" y="609923"/>
                  <a:pt x="10135605" y="667681"/>
                  <a:pt x="10305647" y="656314"/>
                </a:cubicBezTo>
                <a:lnTo>
                  <a:pt x="10369487" y="648650"/>
                </a:lnTo>
                <a:lnTo>
                  <a:pt x="10370722" y="651655"/>
                </a:lnTo>
                <a:cubicBezTo>
                  <a:pt x="10375337" y="656470"/>
                  <a:pt x="10384567" y="666101"/>
                  <a:pt x="10384567" y="685361"/>
                </a:cubicBezTo>
                <a:cubicBezTo>
                  <a:pt x="10423092" y="685361"/>
                  <a:pt x="10461617" y="646840"/>
                  <a:pt x="10500143" y="646840"/>
                </a:cubicBezTo>
                <a:cubicBezTo>
                  <a:pt x="10537064" y="609923"/>
                  <a:pt x="10537064" y="646840"/>
                  <a:pt x="10575589" y="646840"/>
                </a:cubicBezTo>
                <a:cubicBezTo>
                  <a:pt x="10652641" y="646840"/>
                  <a:pt x="10652641" y="609923"/>
                  <a:pt x="10766612" y="609923"/>
                </a:cubicBezTo>
                <a:cubicBezTo>
                  <a:pt x="10689562" y="646840"/>
                  <a:pt x="10878978" y="609923"/>
                  <a:pt x="10917504" y="646840"/>
                </a:cubicBezTo>
                <a:cubicBezTo>
                  <a:pt x="10992950" y="646840"/>
                  <a:pt x="10992950" y="609923"/>
                  <a:pt x="11031475" y="609923"/>
                </a:cubicBezTo>
                <a:cubicBezTo>
                  <a:pt x="11070001" y="609923"/>
                  <a:pt x="10992950" y="609923"/>
                  <a:pt x="10992950" y="646840"/>
                </a:cubicBezTo>
                <a:cubicBezTo>
                  <a:pt x="11183972" y="646840"/>
                  <a:pt x="11222498" y="609923"/>
                  <a:pt x="11413521" y="609923"/>
                </a:cubicBezTo>
                <a:cubicBezTo>
                  <a:pt x="11527492" y="646840"/>
                  <a:pt x="11641464" y="609923"/>
                  <a:pt x="11679990" y="609923"/>
                </a:cubicBezTo>
                <a:cubicBezTo>
                  <a:pt x="11755436" y="609923"/>
                  <a:pt x="11755436" y="646840"/>
                  <a:pt x="11830882" y="646840"/>
                </a:cubicBezTo>
                <a:cubicBezTo>
                  <a:pt x="11907932" y="685361"/>
                  <a:pt x="12098956" y="609923"/>
                  <a:pt x="12098956" y="685361"/>
                </a:cubicBezTo>
                <a:cubicBezTo>
                  <a:pt x="12289978" y="646840"/>
                  <a:pt x="12440870" y="646840"/>
                  <a:pt x="12708944" y="646840"/>
                </a:cubicBezTo>
                <a:cubicBezTo>
                  <a:pt x="12708944" y="609923"/>
                  <a:pt x="12899968" y="646840"/>
                  <a:pt x="12936888" y="646840"/>
                </a:cubicBezTo>
                <a:cubicBezTo>
                  <a:pt x="13013938" y="646840"/>
                  <a:pt x="12975414" y="646840"/>
                  <a:pt x="12975414" y="609923"/>
                </a:cubicBezTo>
                <a:cubicBezTo>
                  <a:pt x="13013938" y="609923"/>
                  <a:pt x="13052464" y="646840"/>
                  <a:pt x="13127910" y="609923"/>
                </a:cubicBezTo>
                <a:cubicBezTo>
                  <a:pt x="13147173" y="609923"/>
                  <a:pt x="13159212" y="609923"/>
                  <a:pt x="13165834" y="609322"/>
                </a:cubicBezTo>
                <a:lnTo>
                  <a:pt x="13166408" y="608875"/>
                </a:lnTo>
                <a:lnTo>
                  <a:pt x="13166436" y="609923"/>
                </a:lnTo>
                <a:cubicBezTo>
                  <a:pt x="13357458" y="646840"/>
                  <a:pt x="13546876" y="532881"/>
                  <a:pt x="13699374" y="571402"/>
                </a:cubicBezTo>
                <a:cubicBezTo>
                  <a:pt x="13774820" y="532881"/>
                  <a:pt x="13967448" y="609923"/>
                  <a:pt x="14004368" y="532881"/>
                </a:cubicBezTo>
                <a:cubicBezTo>
                  <a:pt x="14042894" y="532881"/>
                  <a:pt x="14079814" y="532881"/>
                  <a:pt x="14079814" y="571402"/>
                </a:cubicBezTo>
                <a:cubicBezTo>
                  <a:pt x="14156864" y="571402"/>
                  <a:pt x="14119944" y="532881"/>
                  <a:pt x="14156864" y="532881"/>
                </a:cubicBezTo>
                <a:cubicBezTo>
                  <a:pt x="14156864" y="609923"/>
                  <a:pt x="14347888" y="532881"/>
                  <a:pt x="14461860" y="532881"/>
                </a:cubicBezTo>
                <a:cubicBezTo>
                  <a:pt x="14537306" y="532881"/>
                  <a:pt x="14614356" y="571402"/>
                  <a:pt x="14652882" y="494359"/>
                </a:cubicBezTo>
                <a:cubicBezTo>
                  <a:pt x="14766854" y="571402"/>
                  <a:pt x="14882430" y="532881"/>
                  <a:pt x="15034928" y="494359"/>
                </a:cubicBezTo>
                <a:cubicBezTo>
                  <a:pt x="15071848" y="494359"/>
                  <a:pt x="15034928" y="494359"/>
                  <a:pt x="15034928" y="457443"/>
                </a:cubicBezTo>
                <a:cubicBezTo>
                  <a:pt x="15262870" y="494359"/>
                  <a:pt x="15376842" y="457443"/>
                  <a:pt x="15529340" y="418921"/>
                </a:cubicBezTo>
                <a:cubicBezTo>
                  <a:pt x="15604786" y="418921"/>
                  <a:pt x="15643312" y="457443"/>
                  <a:pt x="15643312" y="494359"/>
                </a:cubicBezTo>
                <a:cubicBezTo>
                  <a:pt x="15757282" y="494359"/>
                  <a:pt x="15757282" y="457443"/>
                  <a:pt x="15795808" y="418921"/>
                </a:cubicBezTo>
                <a:cubicBezTo>
                  <a:pt x="15795808" y="494359"/>
                  <a:pt x="15948306" y="418921"/>
                  <a:pt x="15948306" y="457443"/>
                </a:cubicBezTo>
                <a:cubicBezTo>
                  <a:pt x="16023752" y="418921"/>
                  <a:pt x="16139328" y="457443"/>
                  <a:pt x="16214774" y="457443"/>
                </a:cubicBezTo>
                <a:cubicBezTo>
                  <a:pt x="16176248" y="457443"/>
                  <a:pt x="16291826" y="494359"/>
                  <a:pt x="16328746" y="494359"/>
                </a:cubicBezTo>
                <a:cubicBezTo>
                  <a:pt x="16405796" y="494359"/>
                  <a:pt x="16444322" y="457443"/>
                  <a:pt x="16481242" y="457443"/>
                </a:cubicBezTo>
                <a:cubicBezTo>
                  <a:pt x="16558294" y="457443"/>
                  <a:pt x="16633740" y="494359"/>
                  <a:pt x="16672266" y="494359"/>
                </a:cubicBezTo>
                <a:cubicBezTo>
                  <a:pt x="16786238" y="494359"/>
                  <a:pt x="16938734" y="494359"/>
                  <a:pt x="17091232" y="494359"/>
                </a:cubicBezTo>
                <a:cubicBezTo>
                  <a:pt x="17129758" y="494359"/>
                  <a:pt x="17129758" y="494359"/>
                  <a:pt x="17129758" y="532881"/>
                </a:cubicBezTo>
                <a:cubicBezTo>
                  <a:pt x="17243728" y="457443"/>
                  <a:pt x="17359306" y="532881"/>
                  <a:pt x="17511802" y="532881"/>
                </a:cubicBezTo>
                <a:cubicBezTo>
                  <a:pt x="17473278" y="494359"/>
                  <a:pt x="17434752" y="494359"/>
                  <a:pt x="17434752" y="457443"/>
                </a:cubicBezTo>
                <a:cubicBezTo>
                  <a:pt x="17473278" y="532881"/>
                  <a:pt x="17739746" y="457443"/>
                  <a:pt x="17892244" y="494359"/>
                </a:cubicBezTo>
                <a:cubicBezTo>
                  <a:pt x="17892244" y="418921"/>
                  <a:pt x="17739746" y="457443"/>
                  <a:pt x="17739746" y="418921"/>
                </a:cubicBezTo>
                <a:cubicBezTo>
                  <a:pt x="17664300" y="457443"/>
                  <a:pt x="17548724" y="418921"/>
                  <a:pt x="17434752" y="457443"/>
                </a:cubicBezTo>
                <a:cubicBezTo>
                  <a:pt x="17739746" y="341878"/>
                  <a:pt x="18158712" y="341878"/>
                  <a:pt x="18349734" y="304961"/>
                </a:cubicBezTo>
                <a:cubicBezTo>
                  <a:pt x="18274288" y="227918"/>
                  <a:pt x="17930768" y="380399"/>
                  <a:pt x="17816798" y="266440"/>
                </a:cubicBezTo>
                <a:cubicBezTo>
                  <a:pt x="17701220" y="266440"/>
                  <a:pt x="17701220" y="266440"/>
                  <a:pt x="17587248" y="304961"/>
                </a:cubicBezTo>
                <a:cubicBezTo>
                  <a:pt x="17625774" y="266440"/>
                  <a:pt x="17625774" y="266440"/>
                  <a:pt x="17548724" y="227918"/>
                </a:cubicBezTo>
                <a:cubicBezTo>
                  <a:pt x="17473278" y="341878"/>
                  <a:pt x="17206808" y="227918"/>
                  <a:pt x="17129758" y="341878"/>
                </a:cubicBezTo>
                <a:cubicBezTo>
                  <a:pt x="17091232" y="266440"/>
                  <a:pt x="17015786" y="341878"/>
                  <a:pt x="16938734" y="304961"/>
                </a:cubicBezTo>
                <a:cubicBezTo>
                  <a:pt x="16977260" y="304961"/>
                  <a:pt x="17015786" y="304961"/>
                  <a:pt x="17015786" y="304961"/>
                </a:cubicBezTo>
                <a:cubicBezTo>
                  <a:pt x="16977260" y="227918"/>
                  <a:pt x="16749316" y="266440"/>
                  <a:pt x="16786238" y="304961"/>
                </a:cubicBezTo>
                <a:cubicBezTo>
                  <a:pt x="16672266" y="266440"/>
                  <a:pt x="16558294" y="304961"/>
                  <a:pt x="16405796" y="341878"/>
                </a:cubicBezTo>
                <a:cubicBezTo>
                  <a:pt x="16328746" y="304961"/>
                  <a:pt x="15986832" y="266440"/>
                  <a:pt x="15948306" y="341878"/>
                </a:cubicBezTo>
                <a:cubicBezTo>
                  <a:pt x="15909780" y="341878"/>
                  <a:pt x="15872860" y="341878"/>
                  <a:pt x="15872860" y="304961"/>
                </a:cubicBezTo>
                <a:cubicBezTo>
                  <a:pt x="15681836" y="304961"/>
                  <a:pt x="15567866" y="341878"/>
                  <a:pt x="15376842" y="304961"/>
                </a:cubicBezTo>
                <a:cubicBezTo>
                  <a:pt x="15529340" y="266440"/>
                  <a:pt x="15681836" y="304961"/>
                  <a:pt x="15795808" y="227918"/>
                </a:cubicBezTo>
                <a:cubicBezTo>
                  <a:pt x="15757282" y="227918"/>
                  <a:pt x="15757282" y="227918"/>
                  <a:pt x="15757282" y="191002"/>
                </a:cubicBezTo>
                <a:cubicBezTo>
                  <a:pt x="15681836" y="227918"/>
                  <a:pt x="15681836" y="227918"/>
                  <a:pt x="15604786" y="191002"/>
                </a:cubicBezTo>
                <a:cubicBezTo>
                  <a:pt x="15567866" y="227918"/>
                  <a:pt x="15452288" y="266440"/>
                  <a:pt x="15376842" y="227918"/>
                </a:cubicBezTo>
                <a:cubicBezTo>
                  <a:pt x="15338316" y="266440"/>
                  <a:pt x="15224346" y="266440"/>
                  <a:pt x="15147294" y="304961"/>
                </a:cubicBezTo>
                <a:cubicBezTo>
                  <a:pt x="15224346" y="266440"/>
                  <a:pt x="15110374" y="266440"/>
                  <a:pt x="15071848" y="266440"/>
                </a:cubicBezTo>
                <a:cubicBezTo>
                  <a:pt x="15338316" y="191002"/>
                  <a:pt x="15681836" y="191002"/>
                  <a:pt x="15909780" y="152480"/>
                </a:cubicBezTo>
                <a:cubicBezTo>
                  <a:pt x="15948306" y="152480"/>
                  <a:pt x="16023752" y="227918"/>
                  <a:pt x="16062278" y="152480"/>
                </a:cubicBezTo>
                <a:cubicBezTo>
                  <a:pt x="16100802" y="152480"/>
                  <a:pt x="16139328" y="191002"/>
                  <a:pt x="16176248" y="227918"/>
                </a:cubicBezTo>
                <a:cubicBezTo>
                  <a:pt x="16139328" y="191002"/>
                  <a:pt x="16176248" y="191002"/>
                  <a:pt x="16253300" y="152480"/>
                </a:cubicBezTo>
                <a:cubicBezTo>
                  <a:pt x="16253300" y="152480"/>
                  <a:pt x="16253300" y="191002"/>
                  <a:pt x="16291826" y="191002"/>
                </a:cubicBezTo>
                <a:cubicBezTo>
                  <a:pt x="16367272" y="191002"/>
                  <a:pt x="16328746" y="152480"/>
                  <a:pt x="16405796" y="152480"/>
                </a:cubicBezTo>
                <a:cubicBezTo>
                  <a:pt x="16405796" y="152480"/>
                  <a:pt x="16405796" y="152480"/>
                  <a:pt x="16444322" y="152480"/>
                </a:cubicBezTo>
                <a:cubicBezTo>
                  <a:pt x="16596820" y="75437"/>
                  <a:pt x="16938734" y="152480"/>
                  <a:pt x="17054312" y="113959"/>
                </a:cubicBezTo>
                <a:cubicBezTo>
                  <a:pt x="17206808" y="152480"/>
                  <a:pt x="17359306" y="75437"/>
                  <a:pt x="17587248" y="113959"/>
                </a:cubicBezTo>
                <a:cubicBezTo>
                  <a:pt x="17701220" y="75437"/>
                  <a:pt x="17816798" y="38521"/>
                  <a:pt x="17853718" y="113959"/>
                </a:cubicBezTo>
                <a:cubicBezTo>
                  <a:pt x="17892244" y="75437"/>
                  <a:pt x="17930768" y="75437"/>
                  <a:pt x="17930768" y="75437"/>
                </a:cubicBezTo>
                <a:cubicBezTo>
                  <a:pt x="17930768" y="66208"/>
                  <a:pt x="17928360" y="59286"/>
                  <a:pt x="17924748" y="54095"/>
                </a:cubicBezTo>
                <a:lnTo>
                  <a:pt x="17924568" y="53945"/>
                </a:lnTo>
                <a:lnTo>
                  <a:pt x="17954646" y="52365"/>
                </a:lnTo>
                <a:cubicBezTo>
                  <a:pt x="17978524" y="47750"/>
                  <a:pt x="18007018" y="38521"/>
                  <a:pt x="18044740" y="38521"/>
                </a:cubicBezTo>
                <a:cubicBezTo>
                  <a:pt x="18188008" y="38521"/>
                  <a:pt x="18417054" y="38521"/>
                  <a:pt x="18618788" y="38521"/>
                </a:cubicBezTo>
                <a:lnTo>
                  <a:pt x="18730176" y="38521"/>
                </a:lnTo>
                <a:cubicBezTo>
                  <a:pt x="18730176" y="75437"/>
                  <a:pt x="18730176" y="75437"/>
                  <a:pt x="18730176" y="75437"/>
                </a:cubicBezTo>
                <a:lnTo>
                  <a:pt x="18768700" y="75437"/>
                </a:lnTo>
                <a:cubicBezTo>
                  <a:pt x="18807226" y="75437"/>
                  <a:pt x="18730176" y="113959"/>
                  <a:pt x="18768700" y="113959"/>
                </a:cubicBezTo>
                <a:cubicBezTo>
                  <a:pt x="18882672" y="0"/>
                  <a:pt x="19112220" y="113959"/>
                  <a:pt x="19264718" y="113959"/>
                </a:cubicBezTo>
                <a:cubicBezTo>
                  <a:pt x="19264718" y="75437"/>
                  <a:pt x="19226192" y="75437"/>
                  <a:pt x="19226192" y="75437"/>
                </a:cubicBezTo>
                <a:cubicBezTo>
                  <a:pt x="19417214" y="38521"/>
                  <a:pt x="19683684" y="0"/>
                  <a:pt x="19797656" y="38521"/>
                </a:cubicBezTo>
                <a:cubicBezTo>
                  <a:pt x="19836180" y="38521"/>
                  <a:pt x="19797656" y="0"/>
                  <a:pt x="19836180" y="0"/>
                </a:cubicBezTo>
                <a:close/>
              </a:path>
            </a:pathLst>
          </a:custGeom>
          <a:solidFill>
            <a:schemeClr val="bg1">
              <a:lumMod val="95000"/>
            </a:schemeClr>
          </a:solidFill>
        </p:spPr>
        <p:txBody>
          <a:bodyPr wrap="square">
            <a:noAutofit/>
          </a:bodyPr>
          <a:lstStyle>
            <a:lvl1pPr>
              <a:defRPr sz="1400"/>
            </a:lvl1pPr>
          </a:lstStyle>
          <a:p>
            <a:endParaRPr lang="en-US" dirty="0"/>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5a48f956a15d4e08"/>
            </p:custDataLst>
          </p:nvPr>
        </p:nvSpPr>
        <p:spPr>
          <a:xfrm>
            <a:off x="608400" y="608400"/>
            <a:ext cx="10969200" cy="705600"/>
          </a:xfrm>
        </p:spPr>
        <p:txBody>
          <a:bodyPr vert="horz" lIns="90000" tIns="46800" rIns="90000" bIns="46800" rtlCol="0" anchor="ctr" anchorCtr="0">
            <a:normAutofit/>
          </a:bodyPr>
          <a:lstStyle>
            <a:lvl1pPr>
              <a:defRPr/>
            </a:lvl1pPr>
          </a:lstStyle>
          <a:p>
            <a:pPr lvl="0"/>
            <a:r>
              <a:rPr lang="zh-CN" altLang="en-US" dirty="0"/>
              <a:t>单击此处编辑母版标题样式</a:t>
            </a:r>
          </a:p>
        </p:txBody>
      </p:sp>
      <p:sp>
        <p:nvSpPr>
          <p:cNvPr id="3" name="内容占位符 2"/>
          <p:cNvSpPr>
            <a:spLocks noGrp="1"/>
          </p:cNvSpPr>
          <p:nvPr>
            <p:ph idx="1"/>
            <p:custDataLst>
              <p:tags r:id="Rc6ea50952ca5470a"/>
            </p:custDataLst>
          </p:nvPr>
        </p:nvSpPr>
        <p:spPr>
          <a:xfrm>
            <a:off x="608400" y="1490400"/>
            <a:ext cx="10969200" cy="4759200"/>
          </a:xfrm>
        </p:spPr>
        <p:txBody>
          <a:bodyPr vert="horz" lIns="90000" tIns="46800" rIns="90000" bIns="46800" rtlCol="0">
            <a:normAutofit/>
          </a:bodyPr>
          <a:lstStyle>
            <a:lvl1pPr>
              <a:defRPr/>
            </a:lvl1pPr>
            <a:lvl2pPr>
              <a:defRPr/>
            </a:lvl2pPr>
            <a:lvl3pPr>
              <a:defRPr/>
            </a:lvl3pPr>
            <a:lvl4pPr>
              <a:defRPr/>
            </a:lvl4pPr>
            <a:lvl5pP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7520e7da7ffa44c0"/>
            </p:custDataLst>
          </p:nvPr>
        </p:nvSpPr>
        <p:spPr/>
        <p:txBody>
          <a:bodyPr/>
          <a:lstStyle>
            <a:lvl1pPr>
              <a:defRPr/>
            </a:lvl1pPr>
          </a:lstStyle>
          <a:p>
            <a:fld id="{760FBDFE-C587-4B4C-A407-44438C67B59E}" type="datetimeFigureOut">
              <a:rPr lang="zh-CN" altLang="en-US"/>
              <a:pPr/>
              <a:t>2025/4/28</a:t>
            </a:fld>
            <a:endParaRPr lang="zh-CN" altLang="en-US" dirty="0"/>
          </a:p>
        </p:txBody>
      </p:sp>
      <p:sp>
        <p:nvSpPr>
          <p:cNvPr id="5" name="页脚占位符 4"/>
          <p:cNvSpPr>
            <a:spLocks noGrp="1"/>
          </p:cNvSpPr>
          <p:nvPr>
            <p:ph type="ftr" sz="quarter" idx="11"/>
            <p:custDataLst>
              <p:tags r:id="R3c16e03784fa4c37"/>
            </p:custDataLst>
          </p:nvPr>
        </p:nvSpPr>
        <p:spPr/>
        <p:txBody>
          <a:bodyPr/>
          <a:lstStyle>
            <a:lvl1pPr>
              <a:defRPr/>
            </a:lvl1pPr>
          </a:lstStyle>
          <a:p>
            <a:endParaRPr lang="zh-CN" altLang="en-US" dirty="0"/>
          </a:p>
        </p:txBody>
      </p:sp>
      <p:sp>
        <p:nvSpPr>
          <p:cNvPr id="6" name="灯片编号占位符 5"/>
          <p:cNvSpPr>
            <a:spLocks noGrp="1"/>
          </p:cNvSpPr>
          <p:nvPr>
            <p:ph type="sldNum" sz="quarter" idx="12"/>
            <p:custDataLst>
              <p:tags r:id="Rfc7c26da932d4988"/>
            </p:custDataLst>
          </p:nvPr>
        </p:nvSpPr>
        <p:spPr/>
        <p:txBody>
          <a:bodyPr/>
          <a:lstStyle>
            <a:lvl1pPr>
              <a:defRPr/>
            </a:lvl1pPr>
          </a:lstStyle>
          <a:p>
            <a:fld id="{49AE70B2-8BF9-45C0-BB95-33D1B9D3A854}" type="slidenum">
              <a:rPr lang="zh-CN" altLang="en-US"/>
              <a:pPr/>
              <a:t>‹#›</a:t>
            </a:fld>
            <a:endParaRPr lang="zh-CN" altLang="en-US" dirty="0"/>
          </a:p>
        </p:txBody>
      </p:sp>
    </p:spTree>
  </p:cSld>
  <p:clrMapOvr>
    <a:masterClrMapping/>
  </p:clrMapOvr>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faee613a054043da"/>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2ab15754829e4a1b"/>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5117ae1c88c14dec"/>
            </p:custDataLst>
          </p:nvPr>
        </p:nvSpPr>
        <p:spPr/>
        <p:txBody>
          <a:bodyPr/>
          <a:lstStyle>
            <a:lvl1pPr>
              <a:defRPr/>
            </a:lvl1pPr>
          </a:lstStyle>
          <a:p>
            <a:fld id="{760FBDFE-C587-4B4C-A407-44438C67B59E}" type="datetimeFigureOut">
              <a:rPr lang="zh-CN" altLang="en-US"/>
              <a:pPr/>
              <a:t>2025/4/28</a:t>
            </a:fld>
            <a:endParaRPr lang="zh-CN" altLang="en-US" dirty="0"/>
          </a:p>
        </p:txBody>
      </p:sp>
      <p:sp>
        <p:nvSpPr>
          <p:cNvPr id="17" name="页脚占位符 16"/>
          <p:cNvSpPr>
            <a:spLocks noGrp="1"/>
          </p:cNvSpPr>
          <p:nvPr>
            <p:ph type="ftr" sz="quarter" idx="11"/>
            <p:custDataLst>
              <p:tags r:id="R4af16d9aaee5422b"/>
            </p:custDataLst>
          </p:nvPr>
        </p:nvSpPr>
        <p:spPr/>
        <p:txBody>
          <a:bodyPr/>
          <a:lstStyle>
            <a:lvl1pPr>
              <a:defRPr/>
            </a:lvl1pPr>
          </a:lstStyle>
          <a:p>
            <a:endParaRPr lang="zh-CN" altLang="en-US" dirty="0"/>
          </a:p>
        </p:txBody>
      </p:sp>
      <p:sp>
        <p:nvSpPr>
          <p:cNvPr id="18" name="灯片编号占位符 17"/>
          <p:cNvSpPr>
            <a:spLocks noGrp="1"/>
          </p:cNvSpPr>
          <p:nvPr>
            <p:ph type="sldNum" sz="quarter" idx="12"/>
            <p:custDataLst>
              <p:tags r:id="Rb43d6347dd944847"/>
            </p:custDataLst>
          </p:nvPr>
        </p:nvSpPr>
        <p:spPr/>
        <p:txBody>
          <a:bodyPr/>
          <a:lstStyle>
            <a:lvl1pPr>
              <a:defRPr/>
            </a:lvl1pPr>
          </a:lstStyle>
          <a:p>
            <a:fld id="{49AE70B2-8BF9-45C0-BB95-33D1B9D3A854}" type="slidenum">
              <a:rPr lang="zh-CN" altLang="en-US"/>
              <a:pPr/>
              <a:t>‹#›</a:t>
            </a:fld>
            <a:endParaRPr lang="zh-CN" altLang="en-US" dirty="0"/>
          </a:p>
        </p:txBody>
      </p:sp>
    </p:spTree>
  </p:cSld>
  <p:clrMapOvr>
    <a:masterClrMapping/>
  </p:clrMapOvr>
  <p:transition/>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rush 2">
    <p:spTree>
      <p:nvGrpSpPr>
        <p:cNvPr id="1" name=""/>
        <p:cNvGrpSpPr/>
        <p:nvPr/>
      </p:nvGrpSpPr>
      <p:grpSpPr>
        <a:xfrm>
          <a:off x="0" y="0"/>
          <a:ext cx="0" cy="0"/>
          <a:chOff x="0" y="0"/>
          <a:chExt cx="0" cy="0"/>
        </a:xfrm>
      </p:grpSpPr>
      <p:sp>
        <p:nvSpPr>
          <p:cNvPr id="1128" name="Picture Placeholder 1127"/>
          <p:cNvSpPr>
            <a:spLocks noGrp="1"/>
          </p:cNvSpPr>
          <p:nvPr>
            <p:ph type="pic" sz="quarter" idx="16"/>
          </p:nvPr>
        </p:nvSpPr>
        <p:spPr>
          <a:xfrm>
            <a:off x="894156" y="2391"/>
            <a:ext cx="10529028" cy="4201006"/>
          </a:xfrm>
          <a:custGeom>
            <a:avLst/>
            <a:gdLst>
              <a:gd name="connsiteX0" fmla="*/ 4359536 w 21052572"/>
              <a:gd name="connsiteY0" fmla="*/ 8270801 h 8402012"/>
              <a:gd name="connsiteX1" fmla="*/ 4346407 w 21052572"/>
              <a:gd name="connsiteY1" fmla="*/ 8302874 h 8402012"/>
              <a:gd name="connsiteX2" fmla="*/ 4359536 w 21052572"/>
              <a:gd name="connsiteY2" fmla="*/ 8270801 h 8402012"/>
              <a:gd name="connsiteX3" fmla="*/ 4550215 w 21052572"/>
              <a:gd name="connsiteY3" fmla="*/ 8202009 h 8402012"/>
              <a:gd name="connsiteX4" fmla="*/ 4672395 w 21052572"/>
              <a:gd name="connsiteY4" fmla="*/ 8237067 h 8402012"/>
              <a:gd name="connsiteX5" fmla="*/ 4493316 w 21052572"/>
              <a:gd name="connsiteY5" fmla="*/ 8256305 h 8402012"/>
              <a:gd name="connsiteX6" fmla="*/ 4417182 w 21052572"/>
              <a:gd name="connsiteY6" fmla="*/ 8269130 h 8402012"/>
              <a:gd name="connsiteX7" fmla="*/ 4346407 w 21052572"/>
              <a:gd name="connsiteY7" fmla="*/ 8224241 h 8402012"/>
              <a:gd name="connsiteX8" fmla="*/ 4550215 w 21052572"/>
              <a:gd name="connsiteY8" fmla="*/ 8202009 h 8402012"/>
              <a:gd name="connsiteX9" fmla="*/ 5056320 w 21052572"/>
              <a:gd name="connsiteY9" fmla="*/ 8161791 h 8402012"/>
              <a:gd name="connsiteX10" fmla="*/ 4791963 w 21052572"/>
              <a:gd name="connsiteY10" fmla="*/ 8241261 h 8402012"/>
              <a:gd name="connsiteX11" fmla="*/ 5056320 w 21052572"/>
              <a:gd name="connsiteY11" fmla="*/ 8161791 h 8402012"/>
              <a:gd name="connsiteX12" fmla="*/ 3625921 w 21052572"/>
              <a:gd name="connsiteY12" fmla="*/ 8024337 h 8402012"/>
              <a:gd name="connsiteX13" fmla="*/ 3643884 w 21052572"/>
              <a:gd name="connsiteY13" fmla="*/ 8051637 h 8402012"/>
              <a:gd name="connsiteX14" fmla="*/ 3625921 w 21052572"/>
              <a:gd name="connsiteY14" fmla="*/ 8024337 h 8402012"/>
              <a:gd name="connsiteX15" fmla="*/ 2886695 w 21052572"/>
              <a:gd name="connsiteY15" fmla="*/ 7992782 h 8402012"/>
              <a:gd name="connsiteX16" fmla="*/ 2906043 w 21052572"/>
              <a:gd name="connsiteY16" fmla="*/ 8025022 h 8402012"/>
              <a:gd name="connsiteX17" fmla="*/ 2886695 w 21052572"/>
              <a:gd name="connsiteY17" fmla="*/ 7992782 h 8402012"/>
              <a:gd name="connsiteX18" fmla="*/ 5678745 w 21052572"/>
              <a:gd name="connsiteY18" fmla="*/ 7989786 h 8402012"/>
              <a:gd name="connsiteX19" fmla="*/ 5679590 w 21052572"/>
              <a:gd name="connsiteY19" fmla="*/ 8008981 h 8402012"/>
              <a:gd name="connsiteX20" fmla="*/ 5673597 w 21052572"/>
              <a:gd name="connsiteY20" fmla="*/ 7995331 h 8402012"/>
              <a:gd name="connsiteX21" fmla="*/ 5678745 w 21052572"/>
              <a:gd name="connsiteY21" fmla="*/ 7989786 h 8402012"/>
              <a:gd name="connsiteX22" fmla="*/ 3008685 w 21052572"/>
              <a:gd name="connsiteY22" fmla="*/ 7984722 h 8402012"/>
              <a:gd name="connsiteX23" fmla="*/ 2925388 w 21052572"/>
              <a:gd name="connsiteY23" fmla="*/ 7992782 h 8402012"/>
              <a:gd name="connsiteX24" fmla="*/ 3072635 w 21052572"/>
              <a:gd name="connsiteY24" fmla="*/ 8025022 h 8402012"/>
              <a:gd name="connsiteX25" fmla="*/ 3008685 w 21052572"/>
              <a:gd name="connsiteY25" fmla="*/ 7984722 h 8402012"/>
              <a:gd name="connsiteX26" fmla="*/ 5645057 w 21052572"/>
              <a:gd name="connsiteY26" fmla="*/ 7982520 h 8402012"/>
              <a:gd name="connsiteX27" fmla="*/ 5677279 w 21052572"/>
              <a:gd name="connsiteY27" fmla="*/ 8008698 h 8402012"/>
              <a:gd name="connsiteX28" fmla="*/ 5582516 w 21052572"/>
              <a:gd name="connsiteY28" fmla="*/ 8060648 h 8402012"/>
              <a:gd name="connsiteX29" fmla="*/ 5544183 w 21052572"/>
              <a:gd name="connsiteY29" fmla="*/ 8080129 h 8402012"/>
              <a:gd name="connsiteX30" fmla="*/ 5531404 w 21052572"/>
              <a:gd name="connsiteY30" fmla="*/ 8028179 h 8402012"/>
              <a:gd name="connsiteX31" fmla="*/ 5645057 w 21052572"/>
              <a:gd name="connsiteY31" fmla="*/ 7982520 h 8402012"/>
              <a:gd name="connsiteX32" fmla="*/ 5813583 w 21052572"/>
              <a:gd name="connsiteY32" fmla="*/ 7956299 h 8402012"/>
              <a:gd name="connsiteX33" fmla="*/ 5857391 w 21052572"/>
              <a:gd name="connsiteY33" fmla="*/ 7963331 h 8402012"/>
              <a:gd name="connsiteX34" fmla="*/ 5678343 w 21052572"/>
              <a:gd name="connsiteY34" fmla="*/ 7982898 h 8402012"/>
              <a:gd name="connsiteX35" fmla="*/ 5813583 w 21052572"/>
              <a:gd name="connsiteY35" fmla="*/ 7956299 h 8402012"/>
              <a:gd name="connsiteX36" fmla="*/ 2780829 w 21052572"/>
              <a:gd name="connsiteY36" fmla="*/ 7954901 h 8402012"/>
              <a:gd name="connsiteX37" fmla="*/ 2733002 w 21052572"/>
              <a:gd name="connsiteY37" fmla="*/ 7960543 h 8402012"/>
              <a:gd name="connsiteX38" fmla="*/ 2809310 w 21052572"/>
              <a:gd name="connsiteY38" fmla="*/ 7992782 h 8402012"/>
              <a:gd name="connsiteX39" fmla="*/ 2780829 w 21052572"/>
              <a:gd name="connsiteY39" fmla="*/ 7954901 h 8402012"/>
              <a:gd name="connsiteX40" fmla="*/ 2659646 w 21052572"/>
              <a:gd name="connsiteY40" fmla="*/ 7930721 h 8402012"/>
              <a:gd name="connsiteX41" fmla="*/ 2623371 w 21052572"/>
              <a:gd name="connsiteY41" fmla="*/ 7934751 h 8402012"/>
              <a:gd name="connsiteX42" fmla="*/ 2681410 w 21052572"/>
              <a:gd name="connsiteY42" fmla="*/ 7960543 h 8402012"/>
              <a:gd name="connsiteX43" fmla="*/ 2659646 w 21052572"/>
              <a:gd name="connsiteY43" fmla="*/ 7930721 h 8402012"/>
              <a:gd name="connsiteX44" fmla="*/ 2508367 w 21052572"/>
              <a:gd name="connsiteY44" fmla="*/ 7902511 h 8402012"/>
              <a:gd name="connsiteX45" fmla="*/ 2547061 w 21052572"/>
              <a:gd name="connsiteY45" fmla="*/ 7934751 h 8402012"/>
              <a:gd name="connsiteX46" fmla="*/ 2508367 w 21052572"/>
              <a:gd name="connsiteY46" fmla="*/ 7902511 h 8402012"/>
              <a:gd name="connsiteX47" fmla="*/ 2421443 w 21052572"/>
              <a:gd name="connsiteY47" fmla="*/ 7863152 h 8402012"/>
              <a:gd name="connsiteX48" fmla="*/ 2374056 w 21052572"/>
              <a:gd name="connsiteY48" fmla="*/ 7871346 h 8402012"/>
              <a:gd name="connsiteX49" fmla="*/ 2450330 w 21052572"/>
              <a:gd name="connsiteY49" fmla="*/ 7902511 h 8402012"/>
              <a:gd name="connsiteX50" fmla="*/ 2421443 w 21052572"/>
              <a:gd name="connsiteY50" fmla="*/ 7863152 h 8402012"/>
              <a:gd name="connsiteX51" fmla="*/ 2320053 w 21052572"/>
              <a:gd name="connsiteY51" fmla="*/ 7835883 h 8402012"/>
              <a:gd name="connsiteX52" fmla="*/ 2283782 w 21052572"/>
              <a:gd name="connsiteY52" fmla="*/ 7839107 h 8402012"/>
              <a:gd name="connsiteX53" fmla="*/ 2341814 w 21052572"/>
              <a:gd name="connsiteY53" fmla="*/ 7871346 h 8402012"/>
              <a:gd name="connsiteX54" fmla="*/ 2320053 w 21052572"/>
              <a:gd name="connsiteY54" fmla="*/ 7835883 h 8402012"/>
              <a:gd name="connsiteX55" fmla="*/ 6285585 w 21052572"/>
              <a:gd name="connsiteY55" fmla="*/ 7782608 h 8402012"/>
              <a:gd name="connsiteX56" fmla="*/ 6298222 w 21052572"/>
              <a:gd name="connsiteY56" fmla="*/ 7839818 h 8402012"/>
              <a:gd name="connsiteX57" fmla="*/ 6223440 w 21052572"/>
              <a:gd name="connsiteY57" fmla="*/ 7871602 h 8402012"/>
              <a:gd name="connsiteX58" fmla="*/ 6285585 w 21052572"/>
              <a:gd name="connsiteY58" fmla="*/ 7782608 h 8402012"/>
              <a:gd name="connsiteX59" fmla="*/ 6359901 w 21052572"/>
              <a:gd name="connsiteY59" fmla="*/ 7773131 h 8402012"/>
              <a:gd name="connsiteX60" fmla="*/ 6341937 w 21052572"/>
              <a:gd name="connsiteY60" fmla="*/ 7805237 h 8402012"/>
              <a:gd name="connsiteX61" fmla="*/ 6359901 w 21052572"/>
              <a:gd name="connsiteY61" fmla="*/ 7773131 h 8402012"/>
              <a:gd name="connsiteX62" fmla="*/ 6492564 w 21052572"/>
              <a:gd name="connsiteY62" fmla="*/ 7716253 h 8402012"/>
              <a:gd name="connsiteX63" fmla="*/ 6474654 w 21052572"/>
              <a:gd name="connsiteY63" fmla="*/ 7748359 h 8402012"/>
              <a:gd name="connsiteX64" fmla="*/ 6492564 w 21052572"/>
              <a:gd name="connsiteY64" fmla="*/ 7716253 h 8402012"/>
              <a:gd name="connsiteX65" fmla="*/ 6023014 w 21052572"/>
              <a:gd name="connsiteY65" fmla="*/ 7713609 h 8402012"/>
              <a:gd name="connsiteX66" fmla="*/ 6060266 w 21052572"/>
              <a:gd name="connsiteY66" fmla="*/ 7728489 h 8402012"/>
              <a:gd name="connsiteX67" fmla="*/ 6000663 w 21052572"/>
              <a:gd name="connsiteY67" fmla="*/ 7748330 h 8402012"/>
              <a:gd name="connsiteX68" fmla="*/ 6023014 w 21052572"/>
              <a:gd name="connsiteY68" fmla="*/ 7713609 h 8402012"/>
              <a:gd name="connsiteX69" fmla="*/ 6132353 w 21052572"/>
              <a:gd name="connsiteY69" fmla="*/ 7684485 h 8402012"/>
              <a:gd name="connsiteX70" fmla="*/ 6095461 w 21052572"/>
              <a:gd name="connsiteY70" fmla="*/ 7715228 h 8402012"/>
              <a:gd name="connsiteX71" fmla="*/ 6132353 w 21052572"/>
              <a:gd name="connsiteY71" fmla="*/ 7684485 h 8402012"/>
              <a:gd name="connsiteX72" fmla="*/ 6611612 w 21052572"/>
              <a:gd name="connsiteY72" fmla="*/ 7659376 h 8402012"/>
              <a:gd name="connsiteX73" fmla="*/ 6662687 w 21052572"/>
              <a:gd name="connsiteY73" fmla="*/ 7671786 h 8402012"/>
              <a:gd name="connsiteX74" fmla="*/ 6611612 w 21052572"/>
              <a:gd name="connsiteY74" fmla="*/ 7715220 h 8402012"/>
              <a:gd name="connsiteX75" fmla="*/ 6611612 w 21052572"/>
              <a:gd name="connsiteY75" fmla="*/ 7659376 h 8402012"/>
              <a:gd name="connsiteX76" fmla="*/ 6656227 w 21052572"/>
              <a:gd name="connsiteY76" fmla="*/ 7650005 h 8402012"/>
              <a:gd name="connsiteX77" fmla="*/ 6655396 w 21052572"/>
              <a:gd name="connsiteY77" fmla="*/ 7653539 h 8402012"/>
              <a:gd name="connsiteX78" fmla="*/ 6654271 w 21052572"/>
              <a:gd name="connsiteY78" fmla="*/ 7658323 h 8402012"/>
              <a:gd name="connsiteX79" fmla="*/ 6659809 w 21052572"/>
              <a:gd name="connsiteY79" fmla="*/ 7634772 h 8402012"/>
              <a:gd name="connsiteX80" fmla="*/ 6658040 w 21052572"/>
              <a:gd name="connsiteY80" fmla="*/ 7642295 h 8402012"/>
              <a:gd name="connsiteX81" fmla="*/ 6656227 w 21052572"/>
              <a:gd name="connsiteY81" fmla="*/ 7650005 h 8402012"/>
              <a:gd name="connsiteX82" fmla="*/ 6657732 w 21052572"/>
              <a:gd name="connsiteY82" fmla="*/ 7643603 h 8402012"/>
              <a:gd name="connsiteX83" fmla="*/ 6659809 w 21052572"/>
              <a:gd name="connsiteY83" fmla="*/ 7634772 h 8402012"/>
              <a:gd name="connsiteX84" fmla="*/ 6695874 w 21052572"/>
              <a:gd name="connsiteY84" fmla="*/ 7626197 h 8402012"/>
              <a:gd name="connsiteX85" fmla="*/ 6671649 w 21052572"/>
              <a:gd name="connsiteY85" fmla="*/ 7658270 h 8402012"/>
              <a:gd name="connsiteX86" fmla="*/ 6659010 w 21052572"/>
              <a:gd name="connsiteY86" fmla="*/ 7639469 h 8402012"/>
              <a:gd name="connsiteX87" fmla="*/ 6695874 w 21052572"/>
              <a:gd name="connsiteY87" fmla="*/ 7626197 h 8402012"/>
              <a:gd name="connsiteX88" fmla="*/ 4731846 w 21052572"/>
              <a:gd name="connsiteY88" fmla="*/ 7624042 h 8402012"/>
              <a:gd name="connsiteX89" fmla="*/ 4695573 w 21052572"/>
              <a:gd name="connsiteY89" fmla="*/ 7627400 h 8402012"/>
              <a:gd name="connsiteX90" fmla="*/ 4753611 w 21052572"/>
              <a:gd name="connsiteY90" fmla="*/ 7658565 h 8402012"/>
              <a:gd name="connsiteX91" fmla="*/ 4731846 w 21052572"/>
              <a:gd name="connsiteY91" fmla="*/ 7624042 h 8402012"/>
              <a:gd name="connsiteX92" fmla="*/ 6736842 w 21052572"/>
              <a:gd name="connsiteY92" fmla="*/ 7622692 h 8402012"/>
              <a:gd name="connsiteX93" fmla="*/ 6748068 w 21052572"/>
              <a:gd name="connsiteY93" fmla="*/ 7630370 h 8402012"/>
              <a:gd name="connsiteX94" fmla="*/ 6730106 w 21052572"/>
              <a:gd name="connsiteY94" fmla="*/ 7630370 h 8402012"/>
              <a:gd name="connsiteX95" fmla="*/ 6736842 w 21052572"/>
              <a:gd name="connsiteY95" fmla="*/ 7622692 h 8402012"/>
              <a:gd name="connsiteX96" fmla="*/ 4772957 w 21052572"/>
              <a:gd name="connsiteY96" fmla="*/ 7595161 h 8402012"/>
              <a:gd name="connsiteX97" fmla="*/ 4811648 w 21052572"/>
              <a:gd name="connsiteY97" fmla="*/ 7627400 h 8402012"/>
              <a:gd name="connsiteX98" fmla="*/ 4772957 w 21052572"/>
              <a:gd name="connsiteY98" fmla="*/ 7595161 h 8402012"/>
              <a:gd name="connsiteX99" fmla="*/ 6362876 w 21052572"/>
              <a:gd name="connsiteY99" fmla="*/ 7580021 h 8402012"/>
              <a:gd name="connsiteX100" fmla="*/ 6416690 w 21052572"/>
              <a:gd name="connsiteY100" fmla="*/ 7608077 h 8402012"/>
              <a:gd name="connsiteX101" fmla="*/ 6299277 w 21052572"/>
              <a:gd name="connsiteY101" fmla="*/ 7658310 h 8402012"/>
              <a:gd name="connsiteX102" fmla="*/ 6299277 w 21052572"/>
              <a:gd name="connsiteY102" fmla="*/ 7595252 h 8402012"/>
              <a:gd name="connsiteX103" fmla="*/ 6362876 w 21052572"/>
              <a:gd name="connsiteY103" fmla="*/ 7580021 h 8402012"/>
              <a:gd name="connsiteX104" fmla="*/ 6923436 w 21052572"/>
              <a:gd name="connsiteY104" fmla="*/ 7564581 h 8402012"/>
              <a:gd name="connsiteX105" fmla="*/ 6905474 w 21052572"/>
              <a:gd name="connsiteY105" fmla="*/ 7596687 h 8402012"/>
              <a:gd name="connsiteX106" fmla="*/ 6923436 w 21052572"/>
              <a:gd name="connsiteY106" fmla="*/ 7564581 h 8402012"/>
              <a:gd name="connsiteX107" fmla="*/ 6961258 w 21052572"/>
              <a:gd name="connsiteY107" fmla="*/ 7531402 h 8402012"/>
              <a:gd name="connsiteX108" fmla="*/ 6948133 w 21052572"/>
              <a:gd name="connsiteY108" fmla="*/ 7563511 h 8402012"/>
              <a:gd name="connsiteX109" fmla="*/ 6961258 w 21052572"/>
              <a:gd name="connsiteY109" fmla="*/ 7531402 h 8402012"/>
              <a:gd name="connsiteX110" fmla="*/ 6519027 w 21052572"/>
              <a:gd name="connsiteY110" fmla="*/ 7531284 h 8402012"/>
              <a:gd name="connsiteX111" fmla="*/ 6554142 w 21052572"/>
              <a:gd name="connsiteY111" fmla="*/ 7544174 h 8402012"/>
              <a:gd name="connsiteX112" fmla="*/ 6433301 w 21052572"/>
              <a:gd name="connsiteY112" fmla="*/ 7594061 h 8402012"/>
              <a:gd name="connsiteX113" fmla="*/ 6421498 w 21052572"/>
              <a:gd name="connsiteY113" fmla="*/ 7580258 h 8402012"/>
              <a:gd name="connsiteX114" fmla="*/ 6424521 w 21052572"/>
              <a:gd name="connsiteY114" fmla="*/ 7590114 h 8402012"/>
              <a:gd name="connsiteX115" fmla="*/ 6419598 w 21052572"/>
              <a:gd name="connsiteY115" fmla="*/ 7606167 h 8402012"/>
              <a:gd name="connsiteX116" fmla="*/ 6413034 w 21052572"/>
              <a:gd name="connsiteY116" fmla="*/ 7593325 h 8402012"/>
              <a:gd name="connsiteX117" fmla="*/ 6418630 w 21052572"/>
              <a:gd name="connsiteY117" fmla="*/ 7576903 h 8402012"/>
              <a:gd name="connsiteX118" fmla="*/ 6417775 w 21052572"/>
              <a:gd name="connsiteY118" fmla="*/ 7575903 h 8402012"/>
              <a:gd name="connsiteX119" fmla="*/ 6419363 w 21052572"/>
              <a:gd name="connsiteY119" fmla="*/ 7574751 h 8402012"/>
              <a:gd name="connsiteX120" fmla="*/ 6419598 w 21052572"/>
              <a:gd name="connsiteY120" fmla="*/ 7574061 h 8402012"/>
              <a:gd name="connsiteX121" fmla="*/ 6419730 w 21052572"/>
              <a:gd name="connsiteY121" fmla="*/ 7574486 h 8402012"/>
              <a:gd name="connsiteX122" fmla="*/ 6449207 w 21052572"/>
              <a:gd name="connsiteY122" fmla="*/ 7553098 h 8402012"/>
              <a:gd name="connsiteX123" fmla="*/ 6519027 w 21052572"/>
              <a:gd name="connsiteY123" fmla="*/ 7531284 h 8402012"/>
              <a:gd name="connsiteX124" fmla="*/ 5068792 w 21052572"/>
              <a:gd name="connsiteY124" fmla="*/ 7529070 h 8402012"/>
              <a:gd name="connsiteX125" fmla="*/ 5010484 w 21052572"/>
              <a:gd name="connsiteY125" fmla="*/ 7556473 h 8402012"/>
              <a:gd name="connsiteX126" fmla="*/ 4939551 w 21052572"/>
              <a:gd name="connsiteY126" fmla="*/ 7582265 h 8402012"/>
              <a:gd name="connsiteX127" fmla="*/ 4868615 w 21052572"/>
              <a:gd name="connsiteY127" fmla="*/ 7595161 h 8402012"/>
              <a:gd name="connsiteX128" fmla="*/ 4900856 w 21052572"/>
              <a:gd name="connsiteY128" fmla="*/ 7620952 h 8402012"/>
              <a:gd name="connsiteX129" fmla="*/ 4965344 w 21052572"/>
              <a:gd name="connsiteY129" fmla="*/ 7588713 h 8402012"/>
              <a:gd name="connsiteX130" fmla="*/ 5023383 w 21052572"/>
              <a:gd name="connsiteY130" fmla="*/ 7575817 h 8402012"/>
              <a:gd name="connsiteX131" fmla="*/ 5042727 w 21052572"/>
              <a:gd name="connsiteY131" fmla="*/ 7562921 h 8402012"/>
              <a:gd name="connsiteX132" fmla="*/ 5131933 w 21052572"/>
              <a:gd name="connsiteY132" fmla="*/ 7562921 h 8402012"/>
              <a:gd name="connsiteX133" fmla="*/ 5131933 w 21052572"/>
              <a:gd name="connsiteY133" fmla="*/ 7530682 h 8402012"/>
              <a:gd name="connsiteX134" fmla="*/ 5068792 w 21052572"/>
              <a:gd name="connsiteY134" fmla="*/ 7529070 h 8402012"/>
              <a:gd name="connsiteX135" fmla="*/ 6549994 w 21052572"/>
              <a:gd name="connsiteY135" fmla="*/ 7520599 h 8402012"/>
              <a:gd name="connsiteX136" fmla="*/ 6558975 w 21052572"/>
              <a:gd name="connsiteY136" fmla="*/ 7530836 h 8402012"/>
              <a:gd name="connsiteX137" fmla="*/ 6541013 w 21052572"/>
              <a:gd name="connsiteY137" fmla="*/ 7530836 h 8402012"/>
              <a:gd name="connsiteX138" fmla="*/ 6549994 w 21052572"/>
              <a:gd name="connsiteY138" fmla="*/ 7520599 h 8402012"/>
              <a:gd name="connsiteX139" fmla="*/ 7037161 w 21052572"/>
              <a:gd name="connsiteY139" fmla="*/ 7498226 h 8402012"/>
              <a:gd name="connsiteX140" fmla="*/ 7000269 w 21052572"/>
              <a:gd name="connsiteY140" fmla="*/ 7528970 h 8402012"/>
              <a:gd name="connsiteX141" fmla="*/ 7037161 w 21052572"/>
              <a:gd name="connsiteY141" fmla="*/ 7498226 h 8402012"/>
              <a:gd name="connsiteX142" fmla="*/ 6675160 w 21052572"/>
              <a:gd name="connsiteY142" fmla="*/ 7469436 h 8402012"/>
              <a:gd name="connsiteX143" fmla="*/ 6714821 w 21052572"/>
              <a:gd name="connsiteY143" fmla="*/ 7485882 h 8402012"/>
              <a:gd name="connsiteX144" fmla="*/ 6550492 w 21052572"/>
              <a:gd name="connsiteY144" fmla="*/ 7518468 h 8402012"/>
              <a:gd name="connsiteX145" fmla="*/ 6675160 w 21052572"/>
              <a:gd name="connsiteY145" fmla="*/ 7469436 h 8402012"/>
              <a:gd name="connsiteX146" fmla="*/ 6708736 w 21052572"/>
              <a:gd name="connsiteY146" fmla="*/ 7466812 h 8402012"/>
              <a:gd name="connsiteX147" fmla="*/ 6707944 w 21052572"/>
              <a:gd name="connsiteY147" fmla="*/ 7469064 h 8402012"/>
              <a:gd name="connsiteX148" fmla="*/ 6706404 w 21052572"/>
              <a:gd name="connsiteY148" fmla="*/ 7473438 h 8402012"/>
              <a:gd name="connsiteX149" fmla="*/ 6713340 w 21052572"/>
              <a:gd name="connsiteY149" fmla="*/ 7453728 h 8402012"/>
              <a:gd name="connsiteX150" fmla="*/ 6711562 w 21052572"/>
              <a:gd name="connsiteY150" fmla="*/ 7458781 h 8402012"/>
              <a:gd name="connsiteX151" fmla="*/ 6708736 w 21052572"/>
              <a:gd name="connsiteY151" fmla="*/ 7466812 h 8402012"/>
              <a:gd name="connsiteX152" fmla="*/ 6711140 w 21052572"/>
              <a:gd name="connsiteY152" fmla="*/ 7459978 h 8402012"/>
              <a:gd name="connsiteX153" fmla="*/ 6713982 w 21052572"/>
              <a:gd name="connsiteY153" fmla="*/ 7451902 h 8402012"/>
              <a:gd name="connsiteX154" fmla="*/ 6713864 w 21052572"/>
              <a:gd name="connsiteY154" fmla="*/ 7452238 h 8402012"/>
              <a:gd name="connsiteX155" fmla="*/ 6713340 w 21052572"/>
              <a:gd name="connsiteY155" fmla="*/ 7453728 h 8402012"/>
              <a:gd name="connsiteX156" fmla="*/ 7157576 w 21052572"/>
              <a:gd name="connsiteY156" fmla="*/ 7408170 h 8402012"/>
              <a:gd name="connsiteX157" fmla="*/ 7169873 w 21052572"/>
              <a:gd name="connsiteY157" fmla="*/ 7473422 h 8402012"/>
              <a:gd name="connsiteX158" fmla="*/ 7132981 w 21052572"/>
              <a:gd name="connsiteY158" fmla="*/ 7473422 h 8402012"/>
              <a:gd name="connsiteX159" fmla="*/ 7157576 w 21052572"/>
              <a:gd name="connsiteY159" fmla="*/ 7408170 h 8402012"/>
              <a:gd name="connsiteX160" fmla="*/ 6859755 w 21052572"/>
              <a:gd name="connsiteY160" fmla="*/ 7367654 h 8402012"/>
              <a:gd name="connsiteX161" fmla="*/ 6899676 w 21052572"/>
              <a:gd name="connsiteY161" fmla="*/ 7397813 h 8402012"/>
              <a:gd name="connsiteX162" fmla="*/ 6792377 w 21052572"/>
              <a:gd name="connsiteY162" fmla="*/ 7443280 h 8402012"/>
              <a:gd name="connsiteX163" fmla="*/ 6715887 w 21052572"/>
              <a:gd name="connsiteY163" fmla="*/ 7455188 h 8402012"/>
              <a:gd name="connsiteX164" fmla="*/ 6859755 w 21052572"/>
              <a:gd name="connsiteY164" fmla="*/ 7367654 h 8402012"/>
              <a:gd name="connsiteX165" fmla="*/ 6906002 w 21052572"/>
              <a:gd name="connsiteY165" fmla="*/ 7365514 h 8402012"/>
              <a:gd name="connsiteX166" fmla="*/ 6918642 w 21052572"/>
              <a:gd name="connsiteY166" fmla="*/ 7384778 h 8402012"/>
              <a:gd name="connsiteX167" fmla="*/ 6900735 w 21052572"/>
              <a:gd name="connsiteY167" fmla="*/ 7384778 h 8402012"/>
              <a:gd name="connsiteX168" fmla="*/ 6906002 w 21052572"/>
              <a:gd name="connsiteY168" fmla="*/ 7365514 h 8402012"/>
              <a:gd name="connsiteX169" fmla="*/ 6951772 w 21052572"/>
              <a:gd name="connsiteY169" fmla="*/ 7346553 h 8402012"/>
              <a:gd name="connsiteX170" fmla="*/ 6905477 w 21052572"/>
              <a:gd name="connsiteY170" fmla="*/ 7364999 h 8402012"/>
              <a:gd name="connsiteX171" fmla="*/ 6951772 w 21052572"/>
              <a:gd name="connsiteY171" fmla="*/ 7346553 h 8402012"/>
              <a:gd name="connsiteX172" fmla="*/ 7174557 w 21052572"/>
              <a:gd name="connsiteY172" fmla="*/ 7199619 h 8402012"/>
              <a:gd name="connsiteX173" fmla="*/ 7128936 w 21052572"/>
              <a:gd name="connsiteY173" fmla="*/ 7287993 h 8402012"/>
              <a:gd name="connsiteX174" fmla="*/ 7019229 w 21052572"/>
              <a:gd name="connsiteY174" fmla="*/ 7345489 h 8402012"/>
              <a:gd name="connsiteX175" fmla="*/ 7174557 w 21052572"/>
              <a:gd name="connsiteY175" fmla="*/ 7199619 h 8402012"/>
              <a:gd name="connsiteX176" fmla="*/ 7300454 w 21052572"/>
              <a:gd name="connsiteY176" fmla="*/ 7180662 h 8402012"/>
              <a:gd name="connsiteX177" fmla="*/ 7312041 w 21052572"/>
              <a:gd name="connsiteY177" fmla="*/ 7199927 h 8402012"/>
              <a:gd name="connsiteX178" fmla="*/ 7294134 w 21052572"/>
              <a:gd name="connsiteY178" fmla="*/ 7199927 h 8402012"/>
              <a:gd name="connsiteX179" fmla="*/ 7300454 w 21052572"/>
              <a:gd name="connsiteY179" fmla="*/ 7180662 h 8402012"/>
              <a:gd name="connsiteX180" fmla="*/ 7393171 w 21052572"/>
              <a:gd name="connsiteY180" fmla="*/ 7122257 h 8402012"/>
              <a:gd name="connsiteX181" fmla="*/ 7402152 w 21052572"/>
              <a:gd name="connsiteY181" fmla="*/ 7131889 h 8402012"/>
              <a:gd name="connsiteX182" fmla="*/ 7399159 w 21052572"/>
              <a:gd name="connsiteY182" fmla="*/ 7139112 h 8402012"/>
              <a:gd name="connsiteX183" fmla="*/ 7396276 w 21052572"/>
              <a:gd name="connsiteY183" fmla="*/ 7150706 h 8402012"/>
              <a:gd name="connsiteX184" fmla="*/ 7397356 w 21052572"/>
              <a:gd name="connsiteY184" fmla="*/ 7152336 h 8402012"/>
              <a:gd name="connsiteX185" fmla="*/ 7303614 w 21052572"/>
              <a:gd name="connsiteY185" fmla="*/ 7177764 h 8402012"/>
              <a:gd name="connsiteX186" fmla="*/ 7384716 w 21052572"/>
              <a:gd name="connsiteY186" fmla="*/ 7133265 h 8402012"/>
              <a:gd name="connsiteX187" fmla="*/ 7390024 w 21052572"/>
              <a:gd name="connsiteY187" fmla="*/ 7141273 h 8402012"/>
              <a:gd name="connsiteX188" fmla="*/ 7384190 w 21052572"/>
              <a:gd name="connsiteY188" fmla="*/ 7131889 h 8402012"/>
              <a:gd name="connsiteX189" fmla="*/ 7393171 w 21052572"/>
              <a:gd name="connsiteY189" fmla="*/ 7122257 h 8402012"/>
              <a:gd name="connsiteX190" fmla="*/ 5888582 w 21052572"/>
              <a:gd name="connsiteY190" fmla="*/ 7100821 h 8402012"/>
              <a:gd name="connsiteX191" fmla="*/ 5907925 w 21052572"/>
              <a:gd name="connsiteY191" fmla="*/ 7133060 h 8402012"/>
              <a:gd name="connsiteX192" fmla="*/ 5888582 w 21052572"/>
              <a:gd name="connsiteY192" fmla="*/ 7100821 h 8402012"/>
              <a:gd name="connsiteX193" fmla="*/ 7447974 w 21052572"/>
              <a:gd name="connsiteY193" fmla="*/ 7098071 h 8402012"/>
              <a:gd name="connsiteX194" fmla="*/ 7463679 w 21052572"/>
              <a:gd name="connsiteY194" fmla="*/ 7103016 h 8402012"/>
              <a:gd name="connsiteX195" fmla="*/ 7398409 w 21052572"/>
              <a:gd name="connsiteY195" fmla="*/ 7121631 h 8402012"/>
              <a:gd name="connsiteX196" fmla="*/ 7447974 w 21052572"/>
              <a:gd name="connsiteY196" fmla="*/ 7098071 h 8402012"/>
              <a:gd name="connsiteX197" fmla="*/ 6649030 w 21052572"/>
              <a:gd name="connsiteY197" fmla="*/ 7074116 h 8402012"/>
              <a:gd name="connsiteX198" fmla="*/ 6658011 w 21052572"/>
              <a:gd name="connsiteY198" fmla="*/ 7089472 h 8402012"/>
              <a:gd name="connsiteX199" fmla="*/ 6640049 w 21052572"/>
              <a:gd name="connsiteY199" fmla="*/ 7089472 h 8402012"/>
              <a:gd name="connsiteX200" fmla="*/ 6649030 w 21052572"/>
              <a:gd name="connsiteY200" fmla="*/ 7074116 h 8402012"/>
              <a:gd name="connsiteX201" fmla="*/ 6017554 w 21052572"/>
              <a:gd name="connsiteY201" fmla="*/ 7068581 h 8402012"/>
              <a:gd name="connsiteX202" fmla="*/ 6036901 w 21052572"/>
              <a:gd name="connsiteY202" fmla="*/ 7100821 h 8402012"/>
              <a:gd name="connsiteX203" fmla="*/ 6017554 w 21052572"/>
              <a:gd name="connsiteY203" fmla="*/ 7068581 h 8402012"/>
              <a:gd name="connsiteX204" fmla="*/ 7572643 w 21052572"/>
              <a:gd name="connsiteY204" fmla="*/ 7066910 h 8402012"/>
              <a:gd name="connsiteX205" fmla="*/ 7545343 w 21052572"/>
              <a:gd name="connsiteY205" fmla="*/ 7099019 h 8402012"/>
              <a:gd name="connsiteX206" fmla="*/ 7572643 w 21052572"/>
              <a:gd name="connsiteY206" fmla="*/ 7066910 h 8402012"/>
              <a:gd name="connsiteX207" fmla="*/ 7601219 w 21052572"/>
              <a:gd name="connsiteY207" fmla="*/ 7038470 h 8402012"/>
              <a:gd name="connsiteX208" fmla="*/ 7583257 w 21052572"/>
              <a:gd name="connsiteY208" fmla="*/ 7070543 h 8402012"/>
              <a:gd name="connsiteX209" fmla="*/ 7601219 w 21052572"/>
              <a:gd name="connsiteY209" fmla="*/ 7038470 h 8402012"/>
              <a:gd name="connsiteX210" fmla="*/ 5831616 w 21052572"/>
              <a:gd name="connsiteY210" fmla="*/ 6979385 h 8402012"/>
              <a:gd name="connsiteX211" fmla="*/ 5870309 w 21052572"/>
              <a:gd name="connsiteY211" fmla="*/ 7011624 h 8402012"/>
              <a:gd name="connsiteX212" fmla="*/ 5831616 w 21052572"/>
              <a:gd name="connsiteY212" fmla="*/ 6979385 h 8402012"/>
              <a:gd name="connsiteX213" fmla="*/ 7684776 w 21052572"/>
              <a:gd name="connsiteY213" fmla="*/ 6978552 h 8402012"/>
              <a:gd name="connsiteX214" fmla="*/ 7719678 w 21052572"/>
              <a:gd name="connsiteY214" fmla="*/ 6981736 h 8402012"/>
              <a:gd name="connsiteX215" fmla="*/ 7663834 w 21052572"/>
              <a:gd name="connsiteY215" fmla="*/ 7013570 h 8402012"/>
              <a:gd name="connsiteX216" fmla="*/ 7684776 w 21052572"/>
              <a:gd name="connsiteY216" fmla="*/ 6978552 h 8402012"/>
              <a:gd name="connsiteX217" fmla="*/ 5959517 w 21052572"/>
              <a:gd name="connsiteY217" fmla="*/ 6947145 h 8402012"/>
              <a:gd name="connsiteX218" fmla="*/ 5907925 w 21052572"/>
              <a:gd name="connsiteY218" fmla="*/ 6979385 h 8402012"/>
              <a:gd name="connsiteX219" fmla="*/ 5888582 w 21052572"/>
              <a:gd name="connsiteY219" fmla="*/ 7011624 h 8402012"/>
              <a:gd name="connsiteX220" fmla="*/ 5933720 w 21052572"/>
              <a:gd name="connsiteY220" fmla="*/ 6979385 h 8402012"/>
              <a:gd name="connsiteX221" fmla="*/ 5959517 w 21052572"/>
              <a:gd name="connsiteY221" fmla="*/ 6947145 h 8402012"/>
              <a:gd name="connsiteX222" fmla="*/ 6863995 w 21052572"/>
              <a:gd name="connsiteY222" fmla="*/ 6945961 h 8402012"/>
              <a:gd name="connsiteX223" fmla="*/ 6894929 w 21052572"/>
              <a:gd name="connsiteY223" fmla="*/ 6948945 h 8402012"/>
              <a:gd name="connsiteX224" fmla="*/ 6766828 w 21052572"/>
              <a:gd name="connsiteY224" fmla="*/ 7033381 h 8402012"/>
              <a:gd name="connsiteX225" fmla="*/ 6684864 w 21052572"/>
              <a:gd name="connsiteY225" fmla="*/ 7075244 h 8402012"/>
              <a:gd name="connsiteX226" fmla="*/ 6671792 w 21052572"/>
              <a:gd name="connsiteY226" fmla="*/ 7070841 h 8402012"/>
              <a:gd name="connsiteX227" fmla="*/ 6661007 w 21052572"/>
              <a:gd name="connsiteY227" fmla="*/ 7084722 h 8402012"/>
              <a:gd name="connsiteX228" fmla="*/ 6654271 w 21052572"/>
              <a:gd name="connsiteY228" fmla="*/ 7070274 h 8402012"/>
              <a:gd name="connsiteX229" fmla="*/ 6661007 w 21052572"/>
              <a:gd name="connsiteY229" fmla="*/ 7060641 h 8402012"/>
              <a:gd name="connsiteX230" fmla="*/ 6663692 w 21052572"/>
              <a:gd name="connsiteY230" fmla="*/ 7062945 h 8402012"/>
              <a:gd name="connsiteX231" fmla="*/ 6659010 w 21052572"/>
              <a:gd name="connsiteY231" fmla="*/ 7058279 h 8402012"/>
              <a:gd name="connsiteX232" fmla="*/ 6863995 w 21052572"/>
              <a:gd name="connsiteY232" fmla="*/ 6945961 h 8402012"/>
              <a:gd name="connsiteX233" fmla="*/ 6951737 w 21052572"/>
              <a:gd name="connsiteY233" fmla="*/ 6919979 h 8402012"/>
              <a:gd name="connsiteX234" fmla="*/ 6924437 w 21052572"/>
              <a:gd name="connsiteY234" fmla="*/ 6947279 h 8402012"/>
              <a:gd name="connsiteX235" fmla="*/ 6951737 w 21052572"/>
              <a:gd name="connsiteY235" fmla="*/ 6919979 h 8402012"/>
              <a:gd name="connsiteX236" fmla="*/ 6999271 w 21052572"/>
              <a:gd name="connsiteY236" fmla="*/ 6891539 h 8402012"/>
              <a:gd name="connsiteX237" fmla="*/ 6981309 w 21052572"/>
              <a:gd name="connsiteY237" fmla="*/ 6923645 h 8402012"/>
              <a:gd name="connsiteX238" fmla="*/ 6999271 w 21052572"/>
              <a:gd name="connsiteY238" fmla="*/ 6891539 h 8402012"/>
              <a:gd name="connsiteX239" fmla="*/ 6056250 w 21052572"/>
              <a:gd name="connsiteY239" fmla="*/ 6889114 h 8402012"/>
              <a:gd name="connsiteX240" fmla="*/ 6093865 w 21052572"/>
              <a:gd name="connsiteY240" fmla="*/ 6921354 h 8402012"/>
              <a:gd name="connsiteX241" fmla="*/ 6056250 w 21052572"/>
              <a:gd name="connsiteY241" fmla="*/ 6889114 h 8402012"/>
              <a:gd name="connsiteX242" fmla="*/ 7913961 w 21052572"/>
              <a:gd name="connsiteY242" fmla="*/ 6858360 h 8402012"/>
              <a:gd name="connsiteX243" fmla="*/ 7868655 w 21052572"/>
              <a:gd name="connsiteY243" fmla="*/ 6935760 h 8402012"/>
              <a:gd name="connsiteX244" fmla="*/ 7758626 w 21052572"/>
              <a:gd name="connsiteY244" fmla="*/ 6948660 h 8402012"/>
              <a:gd name="connsiteX245" fmla="*/ 7913961 w 21052572"/>
              <a:gd name="connsiteY245" fmla="*/ 6858360 h 8402012"/>
              <a:gd name="connsiteX246" fmla="*/ 7040171 w 21052572"/>
              <a:gd name="connsiteY246" fmla="*/ 6855718 h 8402012"/>
              <a:gd name="connsiteX247" fmla="*/ 7075073 w 21052572"/>
              <a:gd name="connsiteY247" fmla="*/ 6858981 h 8402012"/>
              <a:gd name="connsiteX248" fmla="*/ 7019229 w 21052572"/>
              <a:gd name="connsiteY248" fmla="*/ 6891616 h 8402012"/>
              <a:gd name="connsiteX249" fmla="*/ 7040171 w 21052572"/>
              <a:gd name="connsiteY249" fmla="*/ 6855718 h 8402012"/>
              <a:gd name="connsiteX250" fmla="*/ 8302674 w 21052572"/>
              <a:gd name="connsiteY250" fmla="*/ 6855494 h 8402012"/>
              <a:gd name="connsiteX251" fmla="*/ 8265782 w 21052572"/>
              <a:gd name="connsiteY251" fmla="*/ 6888561 h 8402012"/>
              <a:gd name="connsiteX252" fmla="*/ 8302674 w 21052572"/>
              <a:gd name="connsiteY252" fmla="*/ 6855494 h 8402012"/>
              <a:gd name="connsiteX253" fmla="*/ 7151945 w 21052572"/>
              <a:gd name="connsiteY253" fmla="*/ 6792002 h 8402012"/>
              <a:gd name="connsiteX254" fmla="*/ 7179245 w 21052572"/>
              <a:gd name="connsiteY254" fmla="*/ 6825181 h 8402012"/>
              <a:gd name="connsiteX255" fmla="*/ 7151945 w 21052572"/>
              <a:gd name="connsiteY255" fmla="*/ 6857254 h 8402012"/>
              <a:gd name="connsiteX256" fmla="*/ 7151945 w 21052572"/>
              <a:gd name="connsiteY256" fmla="*/ 6792002 h 8402012"/>
              <a:gd name="connsiteX257" fmla="*/ 7321499 w 21052572"/>
              <a:gd name="connsiteY257" fmla="*/ 6749346 h 8402012"/>
              <a:gd name="connsiteX258" fmla="*/ 7232518 w 21052572"/>
              <a:gd name="connsiteY258" fmla="*/ 6828816 h 8402012"/>
              <a:gd name="connsiteX259" fmla="*/ 7232518 w 21052572"/>
              <a:gd name="connsiteY259" fmla="*/ 6762591 h 8402012"/>
              <a:gd name="connsiteX260" fmla="*/ 7321499 w 21052572"/>
              <a:gd name="connsiteY260" fmla="*/ 6749346 h 8402012"/>
              <a:gd name="connsiteX261" fmla="*/ 6793031 w 21052572"/>
              <a:gd name="connsiteY261" fmla="*/ 6735439 h 8402012"/>
              <a:gd name="connsiteX262" fmla="*/ 6812376 w 21052572"/>
              <a:gd name="connsiteY262" fmla="*/ 6761230 h 8402012"/>
              <a:gd name="connsiteX263" fmla="*/ 6793031 w 21052572"/>
              <a:gd name="connsiteY263" fmla="*/ 6735439 h 8402012"/>
              <a:gd name="connsiteX264" fmla="*/ 8137805 w 21052572"/>
              <a:gd name="connsiteY264" fmla="*/ 6735125 h 8402012"/>
              <a:gd name="connsiteX265" fmla="*/ 8174697 w 21052572"/>
              <a:gd name="connsiteY265" fmla="*/ 6735125 h 8402012"/>
              <a:gd name="connsiteX266" fmla="*/ 8174697 w 21052572"/>
              <a:gd name="connsiteY266" fmla="*/ 6790969 h 8402012"/>
              <a:gd name="connsiteX267" fmla="*/ 8137805 w 21052572"/>
              <a:gd name="connsiteY267" fmla="*/ 6790969 h 8402012"/>
              <a:gd name="connsiteX268" fmla="*/ 8137805 w 21052572"/>
              <a:gd name="connsiteY268" fmla="*/ 6735125 h 8402012"/>
              <a:gd name="connsiteX269" fmla="*/ 7184054 w 21052572"/>
              <a:gd name="connsiteY269" fmla="*/ 6703356 h 8402012"/>
              <a:gd name="connsiteX270" fmla="*/ 7151945 w 21052572"/>
              <a:gd name="connsiteY270" fmla="*/ 6734099 h 8402012"/>
              <a:gd name="connsiteX271" fmla="*/ 7184054 w 21052572"/>
              <a:gd name="connsiteY271" fmla="*/ 6703356 h 8402012"/>
              <a:gd name="connsiteX272" fmla="*/ 6831721 w 21052572"/>
              <a:gd name="connsiteY272" fmla="*/ 6703199 h 8402012"/>
              <a:gd name="connsiteX273" fmla="*/ 6870411 w 21052572"/>
              <a:gd name="connsiteY273" fmla="*/ 6735439 h 8402012"/>
              <a:gd name="connsiteX274" fmla="*/ 6831721 w 21052572"/>
              <a:gd name="connsiteY274" fmla="*/ 6703199 h 8402012"/>
              <a:gd name="connsiteX275" fmla="*/ 6434573 w 21052572"/>
              <a:gd name="connsiteY275" fmla="*/ 6703199 h 8402012"/>
              <a:gd name="connsiteX276" fmla="*/ 6473264 w 21052572"/>
              <a:gd name="connsiteY276" fmla="*/ 6735439 h 8402012"/>
              <a:gd name="connsiteX277" fmla="*/ 6434573 w 21052572"/>
              <a:gd name="connsiteY277" fmla="*/ 6703199 h 8402012"/>
              <a:gd name="connsiteX278" fmla="*/ 8265779 w 21052572"/>
              <a:gd name="connsiteY278" fmla="*/ 6701949 h 8402012"/>
              <a:gd name="connsiteX279" fmla="*/ 8283741 w 21052572"/>
              <a:gd name="connsiteY279" fmla="*/ 6734055 h 8402012"/>
              <a:gd name="connsiteX280" fmla="*/ 8265779 w 21052572"/>
              <a:gd name="connsiteY280" fmla="*/ 6701949 h 8402012"/>
              <a:gd name="connsiteX281" fmla="*/ 7378379 w 21052572"/>
              <a:gd name="connsiteY281" fmla="*/ 6701949 h 8402012"/>
              <a:gd name="connsiteX282" fmla="*/ 7359115 w 21052572"/>
              <a:gd name="connsiteY282" fmla="*/ 6757793 h 8402012"/>
              <a:gd name="connsiteX283" fmla="*/ 7346273 w 21052572"/>
              <a:gd name="connsiteY283" fmla="*/ 6720564 h 8402012"/>
              <a:gd name="connsiteX284" fmla="*/ 7378379 w 21052572"/>
              <a:gd name="connsiteY284" fmla="*/ 6701949 h 8402012"/>
              <a:gd name="connsiteX285" fmla="*/ 8227862 w 21052572"/>
              <a:gd name="connsiteY285" fmla="*/ 6673512 h 8402012"/>
              <a:gd name="connsiteX286" fmla="*/ 8245824 w 21052572"/>
              <a:gd name="connsiteY286" fmla="*/ 6673512 h 8402012"/>
              <a:gd name="connsiteX287" fmla="*/ 8245824 w 21052572"/>
              <a:gd name="connsiteY287" fmla="*/ 6738782 h 8402012"/>
              <a:gd name="connsiteX288" fmla="*/ 8227862 w 21052572"/>
              <a:gd name="connsiteY288" fmla="*/ 6738782 h 8402012"/>
              <a:gd name="connsiteX289" fmla="*/ 8227862 w 21052572"/>
              <a:gd name="connsiteY289" fmla="*/ 6673512 h 8402012"/>
              <a:gd name="connsiteX290" fmla="*/ 7417366 w 21052572"/>
              <a:gd name="connsiteY290" fmla="*/ 6673512 h 8402012"/>
              <a:gd name="connsiteX291" fmla="*/ 7435328 w 21052572"/>
              <a:gd name="connsiteY291" fmla="*/ 6705618 h 8402012"/>
              <a:gd name="connsiteX292" fmla="*/ 7417366 w 21052572"/>
              <a:gd name="connsiteY292" fmla="*/ 6673512 h 8402012"/>
              <a:gd name="connsiteX293" fmla="*/ 6901578 w 21052572"/>
              <a:gd name="connsiteY293" fmla="*/ 6670960 h 8402012"/>
              <a:gd name="connsiteX294" fmla="*/ 6920924 w 21052572"/>
              <a:gd name="connsiteY294" fmla="*/ 6703199 h 8402012"/>
              <a:gd name="connsiteX295" fmla="*/ 6901578 w 21052572"/>
              <a:gd name="connsiteY295" fmla="*/ 6670960 h 8402012"/>
              <a:gd name="connsiteX296" fmla="*/ 6530226 w 21052572"/>
              <a:gd name="connsiteY296" fmla="*/ 6670960 h 8402012"/>
              <a:gd name="connsiteX297" fmla="*/ 6562471 w 21052572"/>
              <a:gd name="connsiteY297" fmla="*/ 6703199 h 8402012"/>
              <a:gd name="connsiteX298" fmla="*/ 6530226 w 21052572"/>
              <a:gd name="connsiteY298" fmla="*/ 6670960 h 8402012"/>
              <a:gd name="connsiteX299" fmla="*/ 7473745 w 21052572"/>
              <a:gd name="connsiteY299" fmla="*/ 6664909 h 8402012"/>
              <a:gd name="connsiteX300" fmla="*/ 7482726 w 21052572"/>
              <a:gd name="connsiteY300" fmla="*/ 6672134 h 8402012"/>
              <a:gd name="connsiteX301" fmla="*/ 7476739 w 21052572"/>
              <a:gd name="connsiteY301" fmla="*/ 6691399 h 8402012"/>
              <a:gd name="connsiteX302" fmla="*/ 7464764 w 21052572"/>
              <a:gd name="connsiteY302" fmla="*/ 6672134 h 8402012"/>
              <a:gd name="connsiteX303" fmla="*/ 7473745 w 21052572"/>
              <a:gd name="connsiteY303" fmla="*/ 6664909 h 8402012"/>
              <a:gd name="connsiteX304" fmla="*/ 7492690 w 21052572"/>
              <a:gd name="connsiteY304" fmla="*/ 6650186 h 8402012"/>
              <a:gd name="connsiteX305" fmla="*/ 7511136 w 21052572"/>
              <a:gd name="connsiteY305" fmla="*/ 6657236 h 8402012"/>
              <a:gd name="connsiteX306" fmla="*/ 7474244 w 21052572"/>
              <a:gd name="connsiteY306" fmla="*/ 6657236 h 8402012"/>
              <a:gd name="connsiteX307" fmla="*/ 7492690 w 21052572"/>
              <a:gd name="connsiteY307" fmla="*/ 6650186 h 8402012"/>
              <a:gd name="connsiteX308" fmla="*/ 6959614 w 21052572"/>
              <a:gd name="connsiteY308" fmla="*/ 6638720 h 8402012"/>
              <a:gd name="connsiteX309" fmla="*/ 6998304 w 21052572"/>
              <a:gd name="connsiteY309" fmla="*/ 6670960 h 8402012"/>
              <a:gd name="connsiteX310" fmla="*/ 6959614 w 21052572"/>
              <a:gd name="connsiteY310" fmla="*/ 6638720 h 8402012"/>
              <a:gd name="connsiteX311" fmla="*/ 7507300 w 21052572"/>
              <a:gd name="connsiteY311" fmla="*/ 6626078 h 8402012"/>
              <a:gd name="connsiteX312" fmla="*/ 7504216 w 21052572"/>
              <a:gd name="connsiteY312" fmla="*/ 6634870 h 8402012"/>
              <a:gd name="connsiteX313" fmla="*/ 7502681 w 21052572"/>
              <a:gd name="connsiteY313" fmla="*/ 6639244 h 8402012"/>
              <a:gd name="connsiteX314" fmla="*/ 7507470 w 21052572"/>
              <a:gd name="connsiteY314" fmla="*/ 6625594 h 8402012"/>
              <a:gd name="connsiteX315" fmla="*/ 7507300 w 21052572"/>
              <a:gd name="connsiteY315" fmla="*/ 6626078 h 8402012"/>
              <a:gd name="connsiteX316" fmla="*/ 7507403 w 21052572"/>
              <a:gd name="connsiteY316" fmla="*/ 6625784 h 8402012"/>
              <a:gd name="connsiteX317" fmla="*/ 7509878 w 21052572"/>
              <a:gd name="connsiteY317" fmla="*/ 6618728 h 8402012"/>
              <a:gd name="connsiteX318" fmla="*/ 7507470 w 21052572"/>
              <a:gd name="connsiteY318" fmla="*/ 6625594 h 8402012"/>
              <a:gd name="connsiteX319" fmla="*/ 7507823 w 21052572"/>
              <a:gd name="connsiteY319" fmla="*/ 6624587 h 8402012"/>
              <a:gd name="connsiteX320" fmla="*/ 7510236 w 21052572"/>
              <a:gd name="connsiteY320" fmla="*/ 6617708 h 8402012"/>
              <a:gd name="connsiteX321" fmla="*/ 7509878 w 21052572"/>
              <a:gd name="connsiteY321" fmla="*/ 6618728 h 8402012"/>
              <a:gd name="connsiteX322" fmla="*/ 7510118 w 21052572"/>
              <a:gd name="connsiteY322" fmla="*/ 6618044 h 8402012"/>
              <a:gd name="connsiteX323" fmla="*/ 7510236 w 21052572"/>
              <a:gd name="connsiteY323" fmla="*/ 6617708 h 8402012"/>
              <a:gd name="connsiteX324" fmla="*/ 7601148 w 21052572"/>
              <a:gd name="connsiteY324" fmla="*/ 6592935 h 8402012"/>
              <a:gd name="connsiteX325" fmla="*/ 7517524 w 21052572"/>
              <a:gd name="connsiteY325" fmla="*/ 6639204 h 8402012"/>
              <a:gd name="connsiteX326" fmla="*/ 7512164 w 21052572"/>
              <a:gd name="connsiteY326" fmla="*/ 6626790 h 8402012"/>
              <a:gd name="connsiteX327" fmla="*/ 7601148 w 21052572"/>
              <a:gd name="connsiteY327" fmla="*/ 6592935 h 8402012"/>
              <a:gd name="connsiteX328" fmla="*/ 6171250 w 21052572"/>
              <a:gd name="connsiteY328" fmla="*/ 6517284 h 8402012"/>
              <a:gd name="connsiteX329" fmla="*/ 6209943 w 21052572"/>
              <a:gd name="connsiteY329" fmla="*/ 6549524 h 8402012"/>
              <a:gd name="connsiteX330" fmla="*/ 6171250 w 21052572"/>
              <a:gd name="connsiteY330" fmla="*/ 6517284 h 8402012"/>
              <a:gd name="connsiteX331" fmla="*/ 7718890 w 21052572"/>
              <a:gd name="connsiteY331" fmla="*/ 6517098 h 8402012"/>
              <a:gd name="connsiteX332" fmla="*/ 7705765 w 21052572"/>
              <a:gd name="connsiteY332" fmla="*/ 6618706 h 8402012"/>
              <a:gd name="connsiteX333" fmla="*/ 7640138 w 21052572"/>
              <a:gd name="connsiteY333" fmla="*/ 6606005 h 8402012"/>
              <a:gd name="connsiteX334" fmla="*/ 7718890 w 21052572"/>
              <a:gd name="connsiteY334" fmla="*/ 6517098 h 8402012"/>
              <a:gd name="connsiteX335" fmla="*/ 7804924 w 21052572"/>
              <a:gd name="connsiteY335" fmla="*/ 6512359 h 8402012"/>
              <a:gd name="connsiteX336" fmla="*/ 7758629 w 21052572"/>
              <a:gd name="connsiteY336" fmla="*/ 6549251 h 8402012"/>
              <a:gd name="connsiteX337" fmla="*/ 7804924 w 21052572"/>
              <a:gd name="connsiteY337" fmla="*/ 6512359 h 8402012"/>
              <a:gd name="connsiteX338" fmla="*/ 8643876 w 21052572"/>
              <a:gd name="connsiteY338" fmla="*/ 6498140 h 8402012"/>
              <a:gd name="connsiteX339" fmla="*/ 8417452 w 21052572"/>
              <a:gd name="connsiteY339" fmla="*/ 6639255 h 8402012"/>
              <a:gd name="connsiteX340" fmla="*/ 8643876 w 21052572"/>
              <a:gd name="connsiteY340" fmla="*/ 6498140 h 8402012"/>
              <a:gd name="connsiteX341" fmla="*/ 6998304 w 21052572"/>
              <a:gd name="connsiteY341" fmla="*/ 6497941 h 8402012"/>
              <a:gd name="connsiteX342" fmla="*/ 6678035 w 21052572"/>
              <a:gd name="connsiteY342" fmla="*/ 6638720 h 8402012"/>
              <a:gd name="connsiteX343" fmla="*/ 6998304 w 21052572"/>
              <a:gd name="connsiteY343" fmla="*/ 6497941 h 8402012"/>
              <a:gd name="connsiteX344" fmla="*/ 6434573 w 21052572"/>
              <a:gd name="connsiteY344" fmla="*/ 6485045 h 8402012"/>
              <a:gd name="connsiteX345" fmla="*/ 6473264 w 21052572"/>
              <a:gd name="connsiteY345" fmla="*/ 6517284 h 8402012"/>
              <a:gd name="connsiteX346" fmla="*/ 6434573 w 21052572"/>
              <a:gd name="connsiteY346" fmla="*/ 6485045 h 8402012"/>
              <a:gd name="connsiteX347" fmla="*/ 7834466 w 21052572"/>
              <a:gd name="connsiteY347" fmla="*/ 6461630 h 8402012"/>
              <a:gd name="connsiteX348" fmla="*/ 7866575 w 21052572"/>
              <a:gd name="connsiteY348" fmla="*/ 6486225 h 8402012"/>
              <a:gd name="connsiteX349" fmla="*/ 7834466 w 21052572"/>
              <a:gd name="connsiteY349" fmla="*/ 6461630 h 8402012"/>
              <a:gd name="connsiteX350" fmla="*/ 6527810 w 21052572"/>
              <a:gd name="connsiteY350" fmla="*/ 6455626 h 8402012"/>
              <a:gd name="connsiteX351" fmla="*/ 6491536 w 21052572"/>
              <a:gd name="connsiteY351" fmla="*/ 6459253 h 8402012"/>
              <a:gd name="connsiteX352" fmla="*/ 6549574 w 21052572"/>
              <a:gd name="connsiteY352" fmla="*/ 6485045 h 8402012"/>
              <a:gd name="connsiteX353" fmla="*/ 6527810 w 21052572"/>
              <a:gd name="connsiteY353" fmla="*/ 6455626 h 8402012"/>
              <a:gd name="connsiteX354" fmla="*/ 8689650 w 21052572"/>
              <a:gd name="connsiteY354" fmla="*/ 6452844 h 8402012"/>
              <a:gd name="connsiteX355" fmla="*/ 8689155 w 21052572"/>
              <a:gd name="connsiteY355" fmla="*/ 6454383 h 8402012"/>
              <a:gd name="connsiteX356" fmla="*/ 8687615 w 21052572"/>
              <a:gd name="connsiteY356" fmla="*/ 6459167 h 8402012"/>
              <a:gd name="connsiteX357" fmla="*/ 8694544 w 21052572"/>
              <a:gd name="connsiteY357" fmla="*/ 6437633 h 8402012"/>
              <a:gd name="connsiteX358" fmla="*/ 8692773 w 21052572"/>
              <a:gd name="connsiteY358" fmla="*/ 6443139 h 8402012"/>
              <a:gd name="connsiteX359" fmla="*/ 8689650 w 21052572"/>
              <a:gd name="connsiteY359" fmla="*/ 6452844 h 8402012"/>
              <a:gd name="connsiteX360" fmla="*/ 8692351 w 21052572"/>
              <a:gd name="connsiteY360" fmla="*/ 6444447 h 8402012"/>
              <a:gd name="connsiteX361" fmla="*/ 8695193 w 21052572"/>
              <a:gd name="connsiteY361" fmla="*/ 6435616 h 8402012"/>
              <a:gd name="connsiteX362" fmla="*/ 8695075 w 21052572"/>
              <a:gd name="connsiteY362" fmla="*/ 6435984 h 8402012"/>
              <a:gd name="connsiteX363" fmla="*/ 8694544 w 21052572"/>
              <a:gd name="connsiteY363" fmla="*/ 6437633 h 8402012"/>
              <a:gd name="connsiteX364" fmla="*/ 8738701 w 21052572"/>
              <a:gd name="connsiteY364" fmla="*/ 6427044 h 8402012"/>
              <a:gd name="connsiteX365" fmla="*/ 8708156 w 21052572"/>
              <a:gd name="connsiteY365" fmla="*/ 6459150 h 8402012"/>
              <a:gd name="connsiteX366" fmla="*/ 8701837 w 21052572"/>
              <a:gd name="connsiteY366" fmla="*/ 6440957 h 8402012"/>
              <a:gd name="connsiteX367" fmla="*/ 8738701 w 21052572"/>
              <a:gd name="connsiteY367" fmla="*/ 6427044 h 8402012"/>
              <a:gd name="connsiteX368" fmla="*/ 6562471 w 21052572"/>
              <a:gd name="connsiteY368" fmla="*/ 6427013 h 8402012"/>
              <a:gd name="connsiteX369" fmla="*/ 6581817 w 21052572"/>
              <a:gd name="connsiteY369" fmla="*/ 6459253 h 8402012"/>
              <a:gd name="connsiteX370" fmla="*/ 6562471 w 21052572"/>
              <a:gd name="connsiteY370" fmla="*/ 6427013 h 8402012"/>
              <a:gd name="connsiteX371" fmla="*/ 8829238 w 21052572"/>
              <a:gd name="connsiteY371" fmla="*/ 6396940 h 8402012"/>
              <a:gd name="connsiteX372" fmla="*/ 8847698 w 21052572"/>
              <a:gd name="connsiteY372" fmla="*/ 6418240 h 8402012"/>
              <a:gd name="connsiteX373" fmla="*/ 8815592 w 21052572"/>
              <a:gd name="connsiteY373" fmla="*/ 6430654 h 8402012"/>
              <a:gd name="connsiteX374" fmla="*/ 8829238 w 21052572"/>
              <a:gd name="connsiteY374" fmla="*/ 6396940 h 8402012"/>
              <a:gd name="connsiteX375" fmla="*/ 6620000 w 21052572"/>
              <a:gd name="connsiteY375" fmla="*/ 6395849 h 8402012"/>
              <a:gd name="connsiteX376" fmla="*/ 6639344 w 21052572"/>
              <a:gd name="connsiteY376" fmla="*/ 6427013 h 8402012"/>
              <a:gd name="connsiteX377" fmla="*/ 6620000 w 21052572"/>
              <a:gd name="connsiteY377" fmla="*/ 6395849 h 8402012"/>
              <a:gd name="connsiteX378" fmla="*/ 7943480 w 21052572"/>
              <a:gd name="connsiteY378" fmla="*/ 6393865 h 8402012"/>
              <a:gd name="connsiteX379" fmla="*/ 7975550 w 21052572"/>
              <a:gd name="connsiteY379" fmla="*/ 6420408 h 8402012"/>
              <a:gd name="connsiteX380" fmla="*/ 7943480 w 21052572"/>
              <a:gd name="connsiteY380" fmla="*/ 6459117 h 8402012"/>
              <a:gd name="connsiteX381" fmla="*/ 7943480 w 21052572"/>
              <a:gd name="connsiteY381" fmla="*/ 6393865 h 8402012"/>
              <a:gd name="connsiteX382" fmla="*/ 8879017 w 21052572"/>
              <a:gd name="connsiteY382" fmla="*/ 6369515 h 8402012"/>
              <a:gd name="connsiteX383" fmla="*/ 8904612 w 21052572"/>
              <a:gd name="connsiteY383" fmla="*/ 6381486 h 8402012"/>
              <a:gd name="connsiteX384" fmla="*/ 8862729 w 21052572"/>
              <a:gd name="connsiteY384" fmla="*/ 6392259 h 8402012"/>
              <a:gd name="connsiteX385" fmla="*/ 8853277 w 21052572"/>
              <a:gd name="connsiteY385" fmla="*/ 6384965 h 8402012"/>
              <a:gd name="connsiteX386" fmla="*/ 8853053 w 21052572"/>
              <a:gd name="connsiteY386" fmla="*/ 6391814 h 8402012"/>
              <a:gd name="connsiteX387" fmla="*/ 8850592 w 21052572"/>
              <a:gd name="connsiteY387" fmla="*/ 6411797 h 8402012"/>
              <a:gd name="connsiteX388" fmla="*/ 8844029 w 21052572"/>
              <a:gd name="connsiteY388" fmla="*/ 6393351 h 8402012"/>
              <a:gd name="connsiteX389" fmla="*/ 8847311 w 21052572"/>
              <a:gd name="connsiteY389" fmla="*/ 6384897 h 8402012"/>
              <a:gd name="connsiteX390" fmla="*/ 8849645 w 21052572"/>
              <a:gd name="connsiteY390" fmla="*/ 6382163 h 8402012"/>
              <a:gd name="connsiteX391" fmla="*/ 8848768 w 21052572"/>
              <a:gd name="connsiteY391" fmla="*/ 6381486 h 8402012"/>
              <a:gd name="connsiteX392" fmla="*/ 8879017 w 21052572"/>
              <a:gd name="connsiteY392" fmla="*/ 6369515 h 8402012"/>
              <a:gd name="connsiteX393" fmla="*/ 8056234 w 21052572"/>
              <a:gd name="connsiteY393" fmla="*/ 6365428 h 8402012"/>
              <a:gd name="connsiteX394" fmla="*/ 8038272 w 21052572"/>
              <a:gd name="connsiteY394" fmla="*/ 6397537 h 8402012"/>
              <a:gd name="connsiteX395" fmla="*/ 8056234 w 21052572"/>
              <a:gd name="connsiteY395" fmla="*/ 6365428 h 8402012"/>
              <a:gd name="connsiteX396" fmla="*/ 622265 w 21052572"/>
              <a:gd name="connsiteY396" fmla="*/ 6344265 h 8402012"/>
              <a:gd name="connsiteX397" fmla="*/ 686749 w 21052572"/>
              <a:gd name="connsiteY397" fmla="*/ 6472149 h 8402012"/>
              <a:gd name="connsiteX398" fmla="*/ 737259 w 21052572"/>
              <a:gd name="connsiteY398" fmla="*/ 6440984 h 8402012"/>
              <a:gd name="connsiteX399" fmla="*/ 622265 w 21052572"/>
              <a:gd name="connsiteY399" fmla="*/ 6344265 h 8402012"/>
              <a:gd name="connsiteX400" fmla="*/ 8999387 w 21052572"/>
              <a:gd name="connsiteY400" fmla="*/ 6313289 h 8402012"/>
              <a:gd name="connsiteX401" fmla="*/ 8918284 w 21052572"/>
              <a:gd name="connsiteY401" fmla="*/ 6364361 h 8402012"/>
              <a:gd name="connsiteX402" fmla="*/ 8907470 w 21052572"/>
              <a:gd name="connsiteY402" fmla="*/ 6347975 h 8402012"/>
              <a:gd name="connsiteX403" fmla="*/ 8907470 w 21052572"/>
              <a:gd name="connsiteY403" fmla="*/ 6383360 h 8402012"/>
              <a:gd name="connsiteX404" fmla="*/ 8900907 w 21052572"/>
              <a:gd name="connsiteY404" fmla="*/ 6364914 h 8402012"/>
              <a:gd name="connsiteX405" fmla="*/ 8907122 w 21052572"/>
              <a:gd name="connsiteY405" fmla="*/ 6347447 h 8402012"/>
              <a:gd name="connsiteX406" fmla="*/ 8905645 w 21052572"/>
              <a:gd name="connsiteY406" fmla="*/ 6345209 h 8402012"/>
              <a:gd name="connsiteX407" fmla="*/ 8999387 w 21052572"/>
              <a:gd name="connsiteY407" fmla="*/ 6313289 h 8402012"/>
              <a:gd name="connsiteX408" fmla="*/ 7415298 w 21052572"/>
              <a:gd name="connsiteY408" fmla="*/ 6299130 h 8402012"/>
              <a:gd name="connsiteX409" fmla="*/ 7357262 w 21052572"/>
              <a:gd name="connsiteY409" fmla="*/ 6344265 h 8402012"/>
              <a:gd name="connsiteX410" fmla="*/ 7415298 w 21052572"/>
              <a:gd name="connsiteY410" fmla="*/ 6331369 h 8402012"/>
              <a:gd name="connsiteX411" fmla="*/ 7415298 w 21052572"/>
              <a:gd name="connsiteY411" fmla="*/ 6299130 h 8402012"/>
              <a:gd name="connsiteX412" fmla="*/ 564229 w 21052572"/>
              <a:gd name="connsiteY412" fmla="*/ 6299130 h 8402012"/>
              <a:gd name="connsiteX413" fmla="*/ 583570 w 21052572"/>
              <a:gd name="connsiteY413" fmla="*/ 6331369 h 8402012"/>
              <a:gd name="connsiteX414" fmla="*/ 564229 w 21052572"/>
              <a:gd name="connsiteY414" fmla="*/ 6299130 h 8402012"/>
              <a:gd name="connsiteX415" fmla="*/ 6879379 w 21052572"/>
              <a:gd name="connsiteY415" fmla="*/ 6282003 h 8402012"/>
              <a:gd name="connsiteX416" fmla="*/ 6747892 w 21052572"/>
              <a:gd name="connsiteY416" fmla="*/ 6363609 h 8402012"/>
              <a:gd name="connsiteX417" fmla="*/ 6696306 w 21052572"/>
              <a:gd name="connsiteY417" fmla="*/ 6363609 h 8402012"/>
              <a:gd name="connsiteX418" fmla="*/ 6767238 w 21052572"/>
              <a:gd name="connsiteY418" fmla="*/ 6363609 h 8402012"/>
              <a:gd name="connsiteX419" fmla="*/ 6901578 w 21052572"/>
              <a:gd name="connsiteY419" fmla="*/ 6299130 h 8402012"/>
              <a:gd name="connsiteX420" fmla="*/ 6879379 w 21052572"/>
              <a:gd name="connsiteY420" fmla="*/ 6282003 h 8402012"/>
              <a:gd name="connsiteX421" fmla="*/ 8154840 w 21052572"/>
              <a:gd name="connsiteY421" fmla="*/ 6281133 h 8402012"/>
              <a:gd name="connsiteX422" fmla="*/ 8168351 w 21052572"/>
              <a:gd name="connsiteY422" fmla="*/ 6281729 h 8402012"/>
              <a:gd name="connsiteX423" fmla="*/ 8193630 w 21052572"/>
              <a:gd name="connsiteY423" fmla="*/ 6332582 h 8402012"/>
              <a:gd name="connsiteX424" fmla="*/ 8136753 w 21052572"/>
              <a:gd name="connsiteY424" fmla="*/ 6364366 h 8402012"/>
              <a:gd name="connsiteX425" fmla="*/ 8118848 w 21052572"/>
              <a:gd name="connsiteY425" fmla="*/ 6300799 h 8402012"/>
              <a:gd name="connsiteX426" fmla="*/ 8154840 w 21052572"/>
              <a:gd name="connsiteY426" fmla="*/ 6281133 h 8402012"/>
              <a:gd name="connsiteX427" fmla="*/ 7504366 w 21052572"/>
              <a:gd name="connsiteY427" fmla="*/ 6265278 h 8402012"/>
              <a:gd name="connsiteX428" fmla="*/ 7473333 w 21052572"/>
              <a:gd name="connsiteY428" fmla="*/ 6273338 h 8402012"/>
              <a:gd name="connsiteX429" fmla="*/ 7512024 w 21052572"/>
              <a:gd name="connsiteY429" fmla="*/ 6286234 h 8402012"/>
              <a:gd name="connsiteX430" fmla="*/ 7504366 w 21052572"/>
              <a:gd name="connsiteY430" fmla="*/ 6265278 h 8402012"/>
              <a:gd name="connsiteX431" fmla="*/ 9126779 w 21052572"/>
              <a:gd name="connsiteY431" fmla="*/ 6248991 h 8402012"/>
              <a:gd name="connsiteX432" fmla="*/ 9136866 w 21052572"/>
              <a:gd name="connsiteY432" fmla="*/ 6255359 h 8402012"/>
              <a:gd name="connsiteX433" fmla="*/ 9099974 w 21052572"/>
              <a:gd name="connsiteY433" fmla="*/ 6274318 h 8402012"/>
              <a:gd name="connsiteX434" fmla="*/ 9126779 w 21052572"/>
              <a:gd name="connsiteY434" fmla="*/ 6248991 h 8402012"/>
              <a:gd name="connsiteX435" fmla="*/ 6715650 w 21052572"/>
              <a:gd name="connsiteY435" fmla="*/ 6241099 h 8402012"/>
              <a:gd name="connsiteX436" fmla="*/ 6734996 w 21052572"/>
              <a:gd name="connsiteY436" fmla="*/ 6273338 h 8402012"/>
              <a:gd name="connsiteX437" fmla="*/ 6715650 w 21052572"/>
              <a:gd name="connsiteY437" fmla="*/ 6241099 h 8402012"/>
              <a:gd name="connsiteX438" fmla="*/ 9126317 w 21052572"/>
              <a:gd name="connsiteY438" fmla="*/ 6233591 h 8402012"/>
              <a:gd name="connsiteX439" fmla="*/ 9125212 w 21052572"/>
              <a:gd name="connsiteY439" fmla="*/ 6236733 h 8402012"/>
              <a:gd name="connsiteX440" fmla="*/ 9123672 w 21052572"/>
              <a:gd name="connsiteY440" fmla="*/ 6241107 h 8402012"/>
              <a:gd name="connsiteX441" fmla="*/ 9130440 w 21052572"/>
              <a:gd name="connsiteY441" fmla="*/ 6221873 h 8402012"/>
              <a:gd name="connsiteX442" fmla="*/ 9128830 w 21052572"/>
              <a:gd name="connsiteY442" fmla="*/ 6226450 h 8402012"/>
              <a:gd name="connsiteX443" fmla="*/ 9126317 w 21052572"/>
              <a:gd name="connsiteY443" fmla="*/ 6233591 h 8402012"/>
              <a:gd name="connsiteX444" fmla="*/ 9128408 w 21052572"/>
              <a:gd name="connsiteY444" fmla="*/ 6227647 h 8402012"/>
              <a:gd name="connsiteX445" fmla="*/ 9131250 w 21052572"/>
              <a:gd name="connsiteY445" fmla="*/ 6219571 h 8402012"/>
              <a:gd name="connsiteX446" fmla="*/ 9131132 w 21052572"/>
              <a:gd name="connsiteY446" fmla="*/ 6219907 h 8402012"/>
              <a:gd name="connsiteX447" fmla="*/ 9130440 w 21052572"/>
              <a:gd name="connsiteY447" fmla="*/ 6221873 h 8402012"/>
              <a:gd name="connsiteX448" fmla="*/ 7581880 w 21052572"/>
              <a:gd name="connsiteY448" fmla="*/ 6209934 h 8402012"/>
              <a:gd name="connsiteX449" fmla="*/ 7601226 w 21052572"/>
              <a:gd name="connsiteY449" fmla="*/ 6241099 h 8402012"/>
              <a:gd name="connsiteX450" fmla="*/ 7581880 w 21052572"/>
              <a:gd name="connsiteY450" fmla="*/ 6209934 h 8402012"/>
              <a:gd name="connsiteX451" fmla="*/ 9226875 w 21052572"/>
              <a:gd name="connsiteY451" fmla="*/ 6209017 h 8402012"/>
              <a:gd name="connsiteX452" fmla="*/ 9226875 w 21052572"/>
              <a:gd name="connsiteY452" fmla="*/ 6274269 h 8402012"/>
              <a:gd name="connsiteX453" fmla="*/ 9144326 w 21052572"/>
              <a:gd name="connsiteY453" fmla="*/ 6241090 h 8402012"/>
              <a:gd name="connsiteX454" fmla="*/ 9137894 w 21052572"/>
              <a:gd name="connsiteY454" fmla="*/ 6228925 h 8402012"/>
              <a:gd name="connsiteX455" fmla="*/ 9226875 w 21052572"/>
              <a:gd name="connsiteY455" fmla="*/ 6209017 h 8402012"/>
              <a:gd name="connsiteX456" fmla="*/ 8340564 w 21052572"/>
              <a:gd name="connsiteY456" fmla="*/ 6209017 h 8402012"/>
              <a:gd name="connsiteX457" fmla="*/ 8322657 w 21052572"/>
              <a:gd name="connsiteY457" fmla="*/ 6241087 h 8402012"/>
              <a:gd name="connsiteX458" fmla="*/ 8340564 w 21052572"/>
              <a:gd name="connsiteY458" fmla="*/ 6209017 h 8402012"/>
              <a:gd name="connsiteX459" fmla="*/ 6920924 w 21052572"/>
              <a:gd name="connsiteY459" fmla="*/ 6164798 h 8402012"/>
              <a:gd name="connsiteX460" fmla="*/ 6793031 w 21052572"/>
              <a:gd name="connsiteY460" fmla="*/ 6241099 h 8402012"/>
              <a:gd name="connsiteX461" fmla="*/ 6920924 w 21052572"/>
              <a:gd name="connsiteY461" fmla="*/ 6164798 h 8402012"/>
              <a:gd name="connsiteX462" fmla="*/ 7774257 w 21052572"/>
              <a:gd name="connsiteY462" fmla="*/ 6119663 h 8402012"/>
              <a:gd name="connsiteX463" fmla="*/ 7678606 w 21052572"/>
              <a:gd name="connsiteY463" fmla="*/ 6184142 h 8402012"/>
              <a:gd name="connsiteX464" fmla="*/ 7774257 w 21052572"/>
              <a:gd name="connsiteY464" fmla="*/ 6151902 h 8402012"/>
              <a:gd name="connsiteX465" fmla="*/ 7774257 w 21052572"/>
              <a:gd name="connsiteY465" fmla="*/ 6119663 h 8402012"/>
              <a:gd name="connsiteX466" fmla="*/ 8455372 w 21052572"/>
              <a:gd name="connsiteY466" fmla="*/ 6118961 h 8402012"/>
              <a:gd name="connsiteX467" fmla="*/ 8482672 w 21052572"/>
              <a:gd name="connsiteY467" fmla="*/ 6145069 h 8402012"/>
              <a:gd name="connsiteX468" fmla="*/ 8455372 w 21052572"/>
              <a:gd name="connsiteY468" fmla="*/ 6184231 h 8402012"/>
              <a:gd name="connsiteX469" fmla="*/ 8455372 w 21052572"/>
              <a:gd name="connsiteY469" fmla="*/ 6118961 h 8402012"/>
              <a:gd name="connsiteX470" fmla="*/ 8545423 w 21052572"/>
              <a:gd name="connsiteY470" fmla="*/ 6085782 h 8402012"/>
              <a:gd name="connsiteX471" fmla="*/ 8563385 w 21052572"/>
              <a:gd name="connsiteY471" fmla="*/ 6117888 h 8402012"/>
              <a:gd name="connsiteX472" fmla="*/ 8545423 w 21052572"/>
              <a:gd name="connsiteY472" fmla="*/ 6085782 h 8402012"/>
              <a:gd name="connsiteX473" fmla="*/ 7033386 w 21052572"/>
              <a:gd name="connsiteY473" fmla="*/ 6084385 h 8402012"/>
              <a:gd name="connsiteX474" fmla="*/ 7023695 w 21052572"/>
              <a:gd name="connsiteY474" fmla="*/ 6085207 h 8402012"/>
              <a:gd name="connsiteX475" fmla="*/ 7017649 w 21052572"/>
              <a:gd name="connsiteY475" fmla="*/ 6100319 h 8402012"/>
              <a:gd name="connsiteX476" fmla="*/ 6966062 w 21052572"/>
              <a:gd name="connsiteY476" fmla="*/ 6119663 h 8402012"/>
              <a:gd name="connsiteX477" fmla="*/ 6972510 w 21052572"/>
              <a:gd name="connsiteY477" fmla="*/ 6151902 h 8402012"/>
              <a:gd name="connsiteX478" fmla="*/ 7011200 w 21052572"/>
              <a:gd name="connsiteY478" fmla="*/ 6126111 h 8402012"/>
              <a:gd name="connsiteX479" fmla="*/ 7056339 w 21052572"/>
              <a:gd name="connsiteY479" fmla="*/ 6119663 h 8402012"/>
              <a:gd name="connsiteX480" fmla="*/ 7033386 w 21052572"/>
              <a:gd name="connsiteY480" fmla="*/ 6084385 h 8402012"/>
              <a:gd name="connsiteX481" fmla="*/ 9496976 w 21052572"/>
              <a:gd name="connsiteY481" fmla="*/ 6057344 h 8402012"/>
              <a:gd name="connsiteX482" fmla="*/ 9469676 w 21052572"/>
              <a:gd name="connsiteY482" fmla="*/ 6089450 h 8402012"/>
              <a:gd name="connsiteX483" fmla="*/ 9496976 w 21052572"/>
              <a:gd name="connsiteY483" fmla="*/ 6057344 h 8402012"/>
              <a:gd name="connsiteX484" fmla="*/ 8602300 w 21052572"/>
              <a:gd name="connsiteY484" fmla="*/ 6057344 h 8402012"/>
              <a:gd name="connsiteX485" fmla="*/ 8620262 w 21052572"/>
              <a:gd name="connsiteY485" fmla="*/ 6089450 h 8402012"/>
              <a:gd name="connsiteX486" fmla="*/ 8602300 w 21052572"/>
              <a:gd name="connsiteY486" fmla="*/ 6057344 h 8402012"/>
              <a:gd name="connsiteX487" fmla="*/ 7909672 w 21052572"/>
              <a:gd name="connsiteY487" fmla="*/ 6035840 h 8402012"/>
              <a:gd name="connsiteX488" fmla="*/ 7800050 w 21052572"/>
              <a:gd name="connsiteY488" fmla="*/ 6087423 h 8402012"/>
              <a:gd name="connsiteX489" fmla="*/ 7870982 w 21052572"/>
              <a:gd name="connsiteY489" fmla="*/ 6087423 h 8402012"/>
              <a:gd name="connsiteX490" fmla="*/ 7909672 w 21052572"/>
              <a:gd name="connsiteY490" fmla="*/ 6055184 h 8402012"/>
              <a:gd name="connsiteX491" fmla="*/ 7909672 w 21052572"/>
              <a:gd name="connsiteY491" fmla="*/ 6035840 h 8402012"/>
              <a:gd name="connsiteX492" fmla="*/ 564229 w 21052572"/>
              <a:gd name="connsiteY492" fmla="*/ 6024019 h 8402012"/>
              <a:gd name="connsiteX493" fmla="*/ 557782 w 21052572"/>
              <a:gd name="connsiteY493" fmla="*/ 6087423 h 8402012"/>
              <a:gd name="connsiteX494" fmla="*/ 544887 w 21052572"/>
              <a:gd name="connsiteY494" fmla="*/ 6184142 h 8402012"/>
              <a:gd name="connsiteX495" fmla="*/ 775945 w 21052572"/>
              <a:gd name="connsiteY495" fmla="*/ 6382953 h 8402012"/>
              <a:gd name="connsiteX496" fmla="*/ 743708 w 21052572"/>
              <a:gd name="connsiteY496" fmla="*/ 6331369 h 8402012"/>
              <a:gd name="connsiteX497" fmla="*/ 667405 w 21052572"/>
              <a:gd name="connsiteY497" fmla="*/ 6235725 h 8402012"/>
              <a:gd name="connsiteX498" fmla="*/ 564229 w 21052572"/>
              <a:gd name="connsiteY498" fmla="*/ 6024019 h 8402012"/>
              <a:gd name="connsiteX499" fmla="*/ 8696596 w 21052572"/>
              <a:gd name="connsiteY499" fmla="*/ 6013265 h 8402012"/>
              <a:gd name="connsiteX500" fmla="*/ 8705577 w 21052572"/>
              <a:gd name="connsiteY500" fmla="*/ 6023218 h 8402012"/>
              <a:gd name="connsiteX501" fmla="*/ 8699590 w 21052572"/>
              <a:gd name="connsiteY501" fmla="*/ 6042017 h 8402012"/>
              <a:gd name="connsiteX502" fmla="*/ 8687615 w 21052572"/>
              <a:gd name="connsiteY502" fmla="*/ 6023218 h 8402012"/>
              <a:gd name="connsiteX503" fmla="*/ 8696596 w 21052572"/>
              <a:gd name="connsiteY503" fmla="*/ 6013265 h 8402012"/>
              <a:gd name="connsiteX504" fmla="*/ 7232998 w 21052572"/>
              <a:gd name="connsiteY504" fmla="*/ 6003264 h 8402012"/>
              <a:gd name="connsiteX505" fmla="*/ 7171335 w 21052572"/>
              <a:gd name="connsiteY505" fmla="*/ 6030467 h 8402012"/>
              <a:gd name="connsiteX506" fmla="*/ 7095029 w 21052572"/>
              <a:gd name="connsiteY506" fmla="*/ 6087423 h 8402012"/>
              <a:gd name="connsiteX507" fmla="*/ 7164886 w 21052572"/>
              <a:gd name="connsiteY507" fmla="*/ 6048736 h 8402012"/>
              <a:gd name="connsiteX508" fmla="*/ 7216474 w 21052572"/>
              <a:gd name="connsiteY508" fmla="*/ 6024019 h 8402012"/>
              <a:gd name="connsiteX509" fmla="*/ 7242267 w 21052572"/>
              <a:gd name="connsiteY509" fmla="*/ 6024019 h 8402012"/>
              <a:gd name="connsiteX510" fmla="*/ 7232998 w 21052572"/>
              <a:gd name="connsiteY510" fmla="*/ 6003264 h 8402012"/>
              <a:gd name="connsiteX511" fmla="*/ 8725009 w 21052572"/>
              <a:gd name="connsiteY511" fmla="*/ 6001748 h 8402012"/>
              <a:gd name="connsiteX512" fmla="*/ 8738701 w 21052572"/>
              <a:gd name="connsiteY512" fmla="*/ 6021731 h 8402012"/>
              <a:gd name="connsiteX513" fmla="*/ 8701837 w 21052572"/>
              <a:gd name="connsiteY513" fmla="*/ 6009433 h 8402012"/>
              <a:gd name="connsiteX514" fmla="*/ 8725009 w 21052572"/>
              <a:gd name="connsiteY514" fmla="*/ 6001748 h 8402012"/>
              <a:gd name="connsiteX515" fmla="*/ 9696114 w 21052572"/>
              <a:gd name="connsiteY515" fmla="*/ 5963957 h 8402012"/>
              <a:gd name="connsiteX516" fmla="*/ 9664005 w 21052572"/>
              <a:gd name="connsiteY516" fmla="*/ 5994700 h 8402012"/>
              <a:gd name="connsiteX517" fmla="*/ 9696114 w 21052572"/>
              <a:gd name="connsiteY517" fmla="*/ 5963957 h 8402012"/>
              <a:gd name="connsiteX518" fmla="*/ 19597496 w 21052572"/>
              <a:gd name="connsiteY518" fmla="*/ 5934112 h 8402012"/>
              <a:gd name="connsiteX519" fmla="*/ 19579536 w 21052572"/>
              <a:gd name="connsiteY519" fmla="*/ 5966218 h 8402012"/>
              <a:gd name="connsiteX520" fmla="*/ 19597496 w 21052572"/>
              <a:gd name="connsiteY520" fmla="*/ 5934112 h 8402012"/>
              <a:gd name="connsiteX521" fmla="*/ 19488484 w 21052572"/>
              <a:gd name="connsiteY521" fmla="*/ 5934112 h 8402012"/>
              <a:gd name="connsiteX522" fmla="*/ 19470520 w 21052572"/>
              <a:gd name="connsiteY522" fmla="*/ 5966218 h 8402012"/>
              <a:gd name="connsiteX523" fmla="*/ 19488484 w 21052572"/>
              <a:gd name="connsiteY523" fmla="*/ 5934112 h 8402012"/>
              <a:gd name="connsiteX524" fmla="*/ 9753060 w 21052572"/>
              <a:gd name="connsiteY524" fmla="*/ 5934112 h 8402012"/>
              <a:gd name="connsiteX525" fmla="*/ 9735098 w 21052572"/>
              <a:gd name="connsiteY525" fmla="*/ 5966218 h 8402012"/>
              <a:gd name="connsiteX526" fmla="*/ 9753060 w 21052572"/>
              <a:gd name="connsiteY526" fmla="*/ 5934112 h 8402012"/>
              <a:gd name="connsiteX527" fmla="*/ 19450568 w 21052572"/>
              <a:gd name="connsiteY527" fmla="*/ 5900933 h 8402012"/>
              <a:gd name="connsiteX528" fmla="*/ 19432604 w 21052572"/>
              <a:gd name="connsiteY528" fmla="*/ 5933042 h 8402012"/>
              <a:gd name="connsiteX529" fmla="*/ 19450568 w 21052572"/>
              <a:gd name="connsiteY529" fmla="*/ 5900933 h 8402012"/>
              <a:gd name="connsiteX530" fmla="*/ 7661679 w 21052572"/>
              <a:gd name="connsiteY530" fmla="*/ 5898284 h 8402012"/>
              <a:gd name="connsiteX531" fmla="*/ 7639916 w 21052572"/>
              <a:gd name="connsiteY531" fmla="*/ 5933748 h 8402012"/>
              <a:gd name="connsiteX532" fmla="*/ 7697951 w 21052572"/>
              <a:gd name="connsiteY532" fmla="*/ 5901508 h 8402012"/>
              <a:gd name="connsiteX533" fmla="*/ 7661679 w 21052572"/>
              <a:gd name="connsiteY533" fmla="*/ 5898284 h 8402012"/>
              <a:gd name="connsiteX534" fmla="*/ 7492678 w 21052572"/>
              <a:gd name="connsiteY534" fmla="*/ 5869269 h 8402012"/>
              <a:gd name="connsiteX535" fmla="*/ 7473333 w 21052572"/>
              <a:gd name="connsiteY535" fmla="*/ 5901508 h 8402012"/>
              <a:gd name="connsiteX536" fmla="*/ 7492678 w 21052572"/>
              <a:gd name="connsiteY536" fmla="*/ 5869269 h 8402012"/>
              <a:gd name="connsiteX537" fmla="*/ 7434643 w 21052572"/>
              <a:gd name="connsiteY537" fmla="*/ 5869269 h 8402012"/>
              <a:gd name="connsiteX538" fmla="*/ 7331469 w 21052572"/>
              <a:gd name="connsiteY538" fmla="*/ 5927300 h 8402012"/>
              <a:gd name="connsiteX539" fmla="*/ 7280957 w 21052572"/>
              <a:gd name="connsiteY539" fmla="*/ 5959540 h 8402012"/>
              <a:gd name="connsiteX540" fmla="*/ 7268060 w 21052572"/>
              <a:gd name="connsiteY540" fmla="*/ 5991779 h 8402012"/>
              <a:gd name="connsiteX541" fmla="*/ 7325021 w 21052572"/>
              <a:gd name="connsiteY541" fmla="*/ 5959540 h 8402012"/>
              <a:gd name="connsiteX542" fmla="*/ 7434643 w 21052572"/>
              <a:gd name="connsiteY542" fmla="*/ 5933748 h 8402012"/>
              <a:gd name="connsiteX543" fmla="*/ 7434643 w 21052572"/>
              <a:gd name="connsiteY543" fmla="*/ 5869269 h 8402012"/>
              <a:gd name="connsiteX544" fmla="*/ 19526400 w 21052572"/>
              <a:gd name="connsiteY544" fmla="*/ 5867755 h 8402012"/>
              <a:gd name="connsiteX545" fmla="*/ 19508440 w 21052572"/>
              <a:gd name="connsiteY545" fmla="*/ 5899861 h 8402012"/>
              <a:gd name="connsiteX546" fmla="*/ 19526400 w 21052572"/>
              <a:gd name="connsiteY546" fmla="*/ 5867755 h 8402012"/>
              <a:gd name="connsiteX547" fmla="*/ 19412648 w 21052572"/>
              <a:gd name="connsiteY547" fmla="*/ 5867755 h 8402012"/>
              <a:gd name="connsiteX548" fmla="*/ 19394688 w 21052572"/>
              <a:gd name="connsiteY548" fmla="*/ 5899861 h 8402012"/>
              <a:gd name="connsiteX549" fmla="*/ 19412648 w 21052572"/>
              <a:gd name="connsiteY549" fmla="*/ 5867755 h 8402012"/>
              <a:gd name="connsiteX550" fmla="*/ 9847855 w 21052572"/>
              <a:gd name="connsiteY550" fmla="*/ 5867755 h 8402012"/>
              <a:gd name="connsiteX551" fmla="*/ 9829893 w 21052572"/>
              <a:gd name="connsiteY551" fmla="*/ 5899861 h 8402012"/>
              <a:gd name="connsiteX552" fmla="*/ 9847855 w 21052572"/>
              <a:gd name="connsiteY552" fmla="*/ 5867755 h 8402012"/>
              <a:gd name="connsiteX553" fmla="*/ 7753417 w 21052572"/>
              <a:gd name="connsiteY553" fmla="*/ 5863425 h 8402012"/>
              <a:gd name="connsiteX554" fmla="*/ 7717296 w 21052572"/>
              <a:gd name="connsiteY554" fmla="*/ 5901508 h 8402012"/>
              <a:gd name="connsiteX555" fmla="*/ 7767808 w 21052572"/>
              <a:gd name="connsiteY555" fmla="*/ 5875717 h 8402012"/>
              <a:gd name="connsiteX556" fmla="*/ 7753417 w 21052572"/>
              <a:gd name="connsiteY556" fmla="*/ 5863425 h 8402012"/>
              <a:gd name="connsiteX557" fmla="*/ 9904733 w 21052572"/>
              <a:gd name="connsiteY557" fmla="*/ 5839317 h 8402012"/>
              <a:gd name="connsiteX558" fmla="*/ 9886771 w 21052572"/>
              <a:gd name="connsiteY558" fmla="*/ 5871423 h 8402012"/>
              <a:gd name="connsiteX559" fmla="*/ 9904733 w 21052572"/>
              <a:gd name="connsiteY559" fmla="*/ 5839317 h 8402012"/>
              <a:gd name="connsiteX560" fmla="*/ 7512024 w 21052572"/>
              <a:gd name="connsiteY560" fmla="*/ 5837029 h 8402012"/>
              <a:gd name="connsiteX561" fmla="*/ 7543190 w 21052572"/>
              <a:gd name="connsiteY561" fmla="*/ 5869269 h 8402012"/>
              <a:gd name="connsiteX562" fmla="*/ 7512024 w 21052572"/>
              <a:gd name="connsiteY562" fmla="*/ 5837029 h 8402012"/>
              <a:gd name="connsiteX563" fmla="*/ 7568984 w 21052572"/>
              <a:gd name="connsiteY563" fmla="*/ 5811238 h 8402012"/>
              <a:gd name="connsiteX564" fmla="*/ 7601226 w 21052572"/>
              <a:gd name="connsiteY564" fmla="*/ 5837029 h 8402012"/>
              <a:gd name="connsiteX565" fmla="*/ 7568984 w 21052572"/>
              <a:gd name="connsiteY565" fmla="*/ 5811238 h 8402012"/>
              <a:gd name="connsiteX566" fmla="*/ 7318572 w 21052572"/>
              <a:gd name="connsiteY566" fmla="*/ 5811238 h 8402012"/>
              <a:gd name="connsiteX567" fmla="*/ 7337918 w 21052572"/>
              <a:gd name="connsiteY567" fmla="*/ 5837029 h 8402012"/>
              <a:gd name="connsiteX568" fmla="*/ 7318572 w 21052572"/>
              <a:gd name="connsiteY568" fmla="*/ 5811238 h 8402012"/>
              <a:gd name="connsiteX569" fmla="*/ 507270 w 21052572"/>
              <a:gd name="connsiteY569" fmla="*/ 5811238 h 8402012"/>
              <a:gd name="connsiteX570" fmla="*/ 526613 w 21052572"/>
              <a:gd name="connsiteY570" fmla="*/ 5837029 h 8402012"/>
              <a:gd name="connsiteX571" fmla="*/ 507270 w 21052572"/>
              <a:gd name="connsiteY571" fmla="*/ 5811238 h 8402012"/>
              <a:gd name="connsiteX572" fmla="*/ 9975826 w 21052572"/>
              <a:gd name="connsiteY572" fmla="*/ 5810880 h 8402012"/>
              <a:gd name="connsiteX573" fmla="*/ 9957864 w 21052572"/>
              <a:gd name="connsiteY573" fmla="*/ 5838180 h 8402012"/>
              <a:gd name="connsiteX574" fmla="*/ 9975826 w 21052572"/>
              <a:gd name="connsiteY574" fmla="*/ 5810880 h 8402012"/>
              <a:gd name="connsiteX575" fmla="*/ 19331148 w 21052572"/>
              <a:gd name="connsiteY575" fmla="*/ 5810877 h 8402012"/>
              <a:gd name="connsiteX576" fmla="*/ 19355744 w 21052572"/>
              <a:gd name="connsiteY576" fmla="*/ 5824790 h 8402012"/>
              <a:gd name="connsiteX577" fmla="*/ 19318852 w 21052572"/>
              <a:gd name="connsiteY577" fmla="*/ 5824790 h 8402012"/>
              <a:gd name="connsiteX578" fmla="*/ 19331148 w 21052572"/>
              <a:gd name="connsiteY578" fmla="*/ 5810877 h 8402012"/>
              <a:gd name="connsiteX579" fmla="*/ 19412648 w 21052572"/>
              <a:gd name="connsiteY579" fmla="*/ 5782440 h 8402012"/>
              <a:gd name="connsiteX580" fmla="*/ 19394688 w 21052572"/>
              <a:gd name="connsiteY580" fmla="*/ 5814510 h 8402012"/>
              <a:gd name="connsiteX581" fmla="*/ 19412648 w 21052572"/>
              <a:gd name="connsiteY581" fmla="*/ 5782440 h 8402012"/>
              <a:gd name="connsiteX582" fmla="*/ 19285672 w 21052572"/>
              <a:gd name="connsiteY582" fmla="*/ 5782440 h 8402012"/>
              <a:gd name="connsiteX583" fmla="*/ 19317780 w 21052572"/>
              <a:gd name="connsiteY583" fmla="*/ 5794738 h 8402012"/>
              <a:gd name="connsiteX584" fmla="*/ 19285672 w 21052572"/>
              <a:gd name="connsiteY584" fmla="*/ 5782440 h 8402012"/>
              <a:gd name="connsiteX585" fmla="*/ 7922569 w 21052572"/>
              <a:gd name="connsiteY585" fmla="*/ 5780073 h 8402012"/>
              <a:gd name="connsiteX586" fmla="*/ 7941914 w 21052572"/>
              <a:gd name="connsiteY586" fmla="*/ 5811238 h 8402012"/>
              <a:gd name="connsiteX587" fmla="*/ 7922569 w 21052572"/>
              <a:gd name="connsiteY587" fmla="*/ 5780073 h 8402012"/>
              <a:gd name="connsiteX588" fmla="*/ 7639916 w 21052572"/>
              <a:gd name="connsiteY588" fmla="*/ 5780073 h 8402012"/>
              <a:gd name="connsiteX589" fmla="*/ 7639916 w 21052572"/>
              <a:gd name="connsiteY589" fmla="*/ 5811238 h 8402012"/>
              <a:gd name="connsiteX590" fmla="*/ 7678606 w 21052572"/>
              <a:gd name="connsiteY590" fmla="*/ 5811238 h 8402012"/>
              <a:gd name="connsiteX591" fmla="*/ 7678606 w 21052572"/>
              <a:gd name="connsiteY591" fmla="*/ 5780073 h 8402012"/>
              <a:gd name="connsiteX592" fmla="*/ 7639916 w 21052572"/>
              <a:gd name="connsiteY592" fmla="*/ 5780073 h 8402012"/>
              <a:gd name="connsiteX593" fmla="*/ 7376608 w 21052572"/>
              <a:gd name="connsiteY593" fmla="*/ 5780073 h 8402012"/>
              <a:gd name="connsiteX594" fmla="*/ 7357262 w 21052572"/>
              <a:gd name="connsiteY594" fmla="*/ 5811238 h 8402012"/>
              <a:gd name="connsiteX595" fmla="*/ 7376608 w 21052572"/>
              <a:gd name="connsiteY595" fmla="*/ 5780073 h 8402012"/>
              <a:gd name="connsiteX596" fmla="*/ 833981 w 21052572"/>
              <a:gd name="connsiteY596" fmla="*/ 5780073 h 8402012"/>
              <a:gd name="connsiteX597" fmla="*/ 846885 w 21052572"/>
              <a:gd name="connsiteY597" fmla="*/ 5811238 h 8402012"/>
              <a:gd name="connsiteX598" fmla="*/ 833981 w 21052572"/>
              <a:gd name="connsiteY598" fmla="*/ 5780073 h 8402012"/>
              <a:gd name="connsiteX599" fmla="*/ 9258384 w 21052572"/>
              <a:gd name="connsiteY599" fmla="*/ 5749261 h 8402012"/>
              <a:gd name="connsiteX600" fmla="*/ 9264796 w 21052572"/>
              <a:gd name="connsiteY600" fmla="*/ 5768559 h 8402012"/>
              <a:gd name="connsiteX601" fmla="*/ 9156851 w 21052572"/>
              <a:gd name="connsiteY601" fmla="*/ 5838245 h 8402012"/>
              <a:gd name="connsiteX602" fmla="*/ 9156851 w 21052572"/>
              <a:gd name="connsiteY602" fmla="*/ 5781424 h 8402012"/>
              <a:gd name="connsiteX603" fmla="*/ 9181433 w 21052572"/>
              <a:gd name="connsiteY603" fmla="*/ 5768559 h 8402012"/>
              <a:gd name="connsiteX604" fmla="*/ 9258384 w 21052572"/>
              <a:gd name="connsiteY604" fmla="*/ 5749261 h 8402012"/>
              <a:gd name="connsiteX605" fmla="*/ 19232894 w 21052572"/>
              <a:gd name="connsiteY605" fmla="*/ 5722699 h 8402012"/>
              <a:gd name="connsiteX606" fmla="*/ 19240580 w 21052572"/>
              <a:gd name="connsiteY606" fmla="*/ 5742539 h 8402012"/>
              <a:gd name="connsiteX607" fmla="*/ 19209836 w 21052572"/>
              <a:gd name="connsiteY607" fmla="*/ 5735926 h 8402012"/>
              <a:gd name="connsiteX608" fmla="*/ 19215984 w 21052572"/>
              <a:gd name="connsiteY608" fmla="*/ 5722699 h 8402012"/>
              <a:gd name="connsiteX609" fmla="*/ 19232894 w 21052572"/>
              <a:gd name="connsiteY609" fmla="*/ 5722699 h 8402012"/>
              <a:gd name="connsiteX610" fmla="*/ 7979530 w 21052572"/>
              <a:gd name="connsiteY610" fmla="*/ 5722041 h 8402012"/>
              <a:gd name="connsiteX611" fmla="*/ 7979530 w 21052572"/>
              <a:gd name="connsiteY611" fmla="*/ 5780073 h 8402012"/>
              <a:gd name="connsiteX612" fmla="*/ 8024668 w 21052572"/>
              <a:gd name="connsiteY612" fmla="*/ 5747833 h 8402012"/>
              <a:gd name="connsiteX613" fmla="*/ 7979530 w 21052572"/>
              <a:gd name="connsiteY613" fmla="*/ 5722041 h 8402012"/>
              <a:gd name="connsiteX614" fmla="*/ 19322948 w 21052572"/>
              <a:gd name="connsiteY614" fmla="*/ 5721336 h 8402012"/>
              <a:gd name="connsiteX615" fmla="*/ 19336784 w 21052572"/>
              <a:gd name="connsiteY615" fmla="*/ 5748236 h 8402012"/>
              <a:gd name="connsiteX616" fmla="*/ 19299892 w 21052572"/>
              <a:gd name="connsiteY616" fmla="*/ 5735939 h 8402012"/>
              <a:gd name="connsiteX617" fmla="*/ 19322948 w 21052572"/>
              <a:gd name="connsiteY617" fmla="*/ 5721336 h 8402012"/>
              <a:gd name="connsiteX618" fmla="*/ 20507472 w 21052572"/>
              <a:gd name="connsiteY618" fmla="*/ 5720824 h 8402012"/>
              <a:gd name="connsiteX619" fmla="*/ 20489564 w 21052572"/>
              <a:gd name="connsiteY619" fmla="*/ 5748124 h 8402012"/>
              <a:gd name="connsiteX620" fmla="*/ 20507472 w 21052572"/>
              <a:gd name="connsiteY620" fmla="*/ 5720824 h 8402012"/>
              <a:gd name="connsiteX621" fmla="*/ 18929052 w 21052572"/>
              <a:gd name="connsiteY621" fmla="*/ 5720821 h 8402012"/>
              <a:gd name="connsiteX622" fmla="*/ 18908580 w 21052572"/>
              <a:gd name="connsiteY622" fmla="*/ 5776665 h 8402012"/>
              <a:gd name="connsiteX623" fmla="*/ 18929052 w 21052572"/>
              <a:gd name="connsiteY623" fmla="*/ 5720821 h 8402012"/>
              <a:gd name="connsiteX624" fmla="*/ 9383272 w 21052572"/>
              <a:gd name="connsiteY624" fmla="*/ 5701863 h 8402012"/>
              <a:gd name="connsiteX625" fmla="*/ 9328645 w 21052572"/>
              <a:gd name="connsiteY625" fmla="*/ 5722530 h 8402012"/>
              <a:gd name="connsiteX626" fmla="*/ 9278922 w 21052572"/>
              <a:gd name="connsiteY626" fmla="*/ 5748152 h 8402012"/>
              <a:gd name="connsiteX627" fmla="*/ 9267113 w 21052572"/>
              <a:gd name="connsiteY627" fmla="*/ 5767148 h 8402012"/>
              <a:gd name="connsiteX628" fmla="*/ 9261126 w 21052572"/>
              <a:gd name="connsiteY628" fmla="*/ 5747885 h 8402012"/>
              <a:gd name="connsiteX629" fmla="*/ 9269638 w 21052572"/>
              <a:gd name="connsiteY629" fmla="*/ 5738756 h 8402012"/>
              <a:gd name="connsiteX630" fmla="*/ 9265865 w 21052572"/>
              <a:gd name="connsiteY630" fmla="*/ 5734931 h 8402012"/>
              <a:gd name="connsiteX631" fmla="*/ 9383272 w 21052572"/>
              <a:gd name="connsiteY631" fmla="*/ 5701863 h 8402012"/>
              <a:gd name="connsiteX632" fmla="*/ 19197256 w 21052572"/>
              <a:gd name="connsiteY632" fmla="*/ 5701391 h 8402012"/>
              <a:gd name="connsiteX633" fmla="*/ 19208740 w 21052572"/>
              <a:gd name="connsiteY633" fmla="*/ 5703950 h 8402012"/>
              <a:gd name="connsiteX634" fmla="*/ 19195616 w 21052572"/>
              <a:gd name="connsiteY634" fmla="*/ 5724425 h 8402012"/>
              <a:gd name="connsiteX635" fmla="*/ 19197256 w 21052572"/>
              <a:gd name="connsiteY635" fmla="*/ 5701391 h 8402012"/>
              <a:gd name="connsiteX636" fmla="*/ 19886620 w 21052572"/>
              <a:gd name="connsiteY636" fmla="*/ 5692386 h 8402012"/>
              <a:gd name="connsiteX637" fmla="*/ 19868660 w 21052572"/>
              <a:gd name="connsiteY637" fmla="*/ 5724495 h 8402012"/>
              <a:gd name="connsiteX638" fmla="*/ 19886620 w 21052572"/>
              <a:gd name="connsiteY638" fmla="*/ 5692386 h 8402012"/>
              <a:gd name="connsiteX639" fmla="*/ 8056910 w 21052572"/>
              <a:gd name="connsiteY639" fmla="*/ 5689802 h 8402012"/>
              <a:gd name="connsiteX640" fmla="*/ 8056910 w 21052572"/>
              <a:gd name="connsiteY640" fmla="*/ 5747833 h 8402012"/>
              <a:gd name="connsiteX641" fmla="*/ 8114946 w 21052572"/>
              <a:gd name="connsiteY641" fmla="*/ 5734937 h 8402012"/>
              <a:gd name="connsiteX642" fmla="*/ 8056910 w 21052572"/>
              <a:gd name="connsiteY642" fmla="*/ 5689802 h 8402012"/>
              <a:gd name="connsiteX643" fmla="*/ 321342 w 21052572"/>
              <a:gd name="connsiteY643" fmla="*/ 5689802 h 8402012"/>
              <a:gd name="connsiteX644" fmla="*/ 358957 w 21052572"/>
              <a:gd name="connsiteY644" fmla="*/ 5734937 h 8402012"/>
              <a:gd name="connsiteX645" fmla="*/ 397648 w 21052572"/>
              <a:gd name="connsiteY645" fmla="*/ 5747833 h 8402012"/>
              <a:gd name="connsiteX646" fmla="*/ 321342 w 21052572"/>
              <a:gd name="connsiteY646" fmla="*/ 5689802 h 8402012"/>
              <a:gd name="connsiteX647" fmla="*/ 10273257 w 21052572"/>
              <a:gd name="connsiteY647" fmla="*/ 5681344 h 8402012"/>
              <a:gd name="connsiteX648" fmla="*/ 10272228 w 21052572"/>
              <a:gd name="connsiteY648" fmla="*/ 5683458 h 8402012"/>
              <a:gd name="connsiteX649" fmla="*/ 10270689 w 21052572"/>
              <a:gd name="connsiteY649" fmla="*/ 5686619 h 8402012"/>
              <a:gd name="connsiteX650" fmla="*/ 19249732 w 21052572"/>
              <a:gd name="connsiteY650" fmla="*/ 5676443 h 8402012"/>
              <a:gd name="connsiteX651" fmla="*/ 19298812 w 21052572"/>
              <a:gd name="connsiteY651" fmla="*/ 5704896 h 8402012"/>
              <a:gd name="connsiteX652" fmla="*/ 19292352 w 21052572"/>
              <a:gd name="connsiteY652" fmla="*/ 5724477 h 8402012"/>
              <a:gd name="connsiteX653" fmla="*/ 19256532 w 21052572"/>
              <a:gd name="connsiteY653" fmla="*/ 5717134 h 8402012"/>
              <a:gd name="connsiteX654" fmla="*/ 19244084 w 21052572"/>
              <a:gd name="connsiteY654" fmla="*/ 5708343 h 8402012"/>
              <a:gd name="connsiteX655" fmla="*/ 19251508 w 21052572"/>
              <a:gd name="connsiteY655" fmla="*/ 5722338 h 8402012"/>
              <a:gd name="connsiteX656" fmla="*/ 19239780 w 21052572"/>
              <a:gd name="connsiteY656" fmla="*/ 5722338 h 8402012"/>
              <a:gd name="connsiteX657" fmla="*/ 19240480 w 21052572"/>
              <a:gd name="connsiteY657" fmla="*/ 5705798 h 8402012"/>
              <a:gd name="connsiteX658" fmla="*/ 19239636 w 21052572"/>
              <a:gd name="connsiteY658" fmla="*/ 5705202 h 8402012"/>
              <a:gd name="connsiteX659" fmla="*/ 19235260 w 21052572"/>
              <a:gd name="connsiteY659" fmla="*/ 5685315 h 8402012"/>
              <a:gd name="connsiteX660" fmla="*/ 19249732 w 21052572"/>
              <a:gd name="connsiteY660" fmla="*/ 5676443 h 8402012"/>
              <a:gd name="connsiteX661" fmla="*/ 10275971 w 21052572"/>
              <a:gd name="connsiteY661" fmla="*/ 5675771 h 8402012"/>
              <a:gd name="connsiteX662" fmla="*/ 10273257 w 21052572"/>
              <a:gd name="connsiteY662" fmla="*/ 5681344 h 8402012"/>
              <a:gd name="connsiteX663" fmla="*/ 10275425 w 21052572"/>
              <a:gd name="connsiteY663" fmla="*/ 5676892 h 8402012"/>
              <a:gd name="connsiteX664" fmla="*/ 10278267 w 21052572"/>
              <a:gd name="connsiteY664" fmla="*/ 5671055 h 8402012"/>
              <a:gd name="connsiteX665" fmla="*/ 10275971 w 21052572"/>
              <a:gd name="connsiteY665" fmla="*/ 5675771 h 8402012"/>
              <a:gd name="connsiteX666" fmla="*/ 10278148 w 21052572"/>
              <a:gd name="connsiteY666" fmla="*/ 5671298 h 8402012"/>
              <a:gd name="connsiteX667" fmla="*/ 10278267 w 21052572"/>
              <a:gd name="connsiteY667" fmla="*/ 5671055 h 8402012"/>
              <a:gd name="connsiteX668" fmla="*/ 8415869 w 21052572"/>
              <a:gd name="connsiteY668" fmla="*/ 5657562 h 8402012"/>
              <a:gd name="connsiteX669" fmla="*/ 8435214 w 21052572"/>
              <a:gd name="connsiteY669" fmla="*/ 5689802 h 8402012"/>
              <a:gd name="connsiteX670" fmla="*/ 8415869 w 21052572"/>
              <a:gd name="connsiteY670" fmla="*/ 5657562 h 8402012"/>
              <a:gd name="connsiteX671" fmla="*/ 7581880 w 21052572"/>
              <a:gd name="connsiteY671" fmla="*/ 5657562 h 8402012"/>
              <a:gd name="connsiteX672" fmla="*/ 7601226 w 21052572"/>
              <a:gd name="connsiteY672" fmla="*/ 5689802 h 8402012"/>
              <a:gd name="connsiteX673" fmla="*/ 7581880 w 21052572"/>
              <a:gd name="connsiteY673" fmla="*/ 5657562 h 8402012"/>
              <a:gd name="connsiteX674" fmla="*/ 9454956 w 21052572"/>
              <a:gd name="connsiteY674" fmla="*/ 5650608 h 8402012"/>
              <a:gd name="connsiteX675" fmla="*/ 9463937 w 21052572"/>
              <a:gd name="connsiteY675" fmla="*/ 5657833 h 8402012"/>
              <a:gd name="connsiteX676" fmla="*/ 9451962 w 21052572"/>
              <a:gd name="connsiteY676" fmla="*/ 5677098 h 8402012"/>
              <a:gd name="connsiteX677" fmla="*/ 9445975 w 21052572"/>
              <a:gd name="connsiteY677" fmla="*/ 5657833 h 8402012"/>
              <a:gd name="connsiteX678" fmla="*/ 9454956 w 21052572"/>
              <a:gd name="connsiteY678" fmla="*/ 5650608 h 8402012"/>
              <a:gd name="connsiteX679" fmla="*/ 10297753 w 21052572"/>
              <a:gd name="connsiteY679" fmla="*/ 5644986 h 8402012"/>
              <a:gd name="connsiteX680" fmla="*/ 10317017 w 21052572"/>
              <a:gd name="connsiteY680" fmla="*/ 5691281 h 8402012"/>
              <a:gd name="connsiteX681" fmla="*/ 10284911 w 21052572"/>
              <a:gd name="connsiteY681" fmla="*/ 5678054 h 8402012"/>
              <a:gd name="connsiteX682" fmla="*/ 10297753 w 21052572"/>
              <a:gd name="connsiteY682" fmla="*/ 5644986 h 8402012"/>
              <a:gd name="connsiteX683" fmla="*/ 9473864 w 21052572"/>
              <a:gd name="connsiteY683" fmla="*/ 5634183 h 8402012"/>
              <a:gd name="connsiteX684" fmla="*/ 9497011 w 21052572"/>
              <a:gd name="connsiteY684" fmla="*/ 5644420 h 8402012"/>
              <a:gd name="connsiteX685" fmla="*/ 9450716 w 21052572"/>
              <a:gd name="connsiteY685" fmla="*/ 5644420 h 8402012"/>
              <a:gd name="connsiteX686" fmla="*/ 9473864 w 21052572"/>
              <a:gd name="connsiteY686" fmla="*/ 5634183 h 8402012"/>
              <a:gd name="connsiteX687" fmla="*/ 7261612 w 21052572"/>
              <a:gd name="connsiteY687" fmla="*/ 5625323 h 8402012"/>
              <a:gd name="connsiteX688" fmla="*/ 7242267 w 21052572"/>
              <a:gd name="connsiteY688" fmla="*/ 5657562 h 8402012"/>
              <a:gd name="connsiteX689" fmla="*/ 7261612 w 21052572"/>
              <a:gd name="connsiteY689" fmla="*/ 5625323 h 8402012"/>
              <a:gd name="connsiteX690" fmla="*/ 9486616 w 21052572"/>
              <a:gd name="connsiteY690" fmla="*/ 5614347 h 8402012"/>
              <a:gd name="connsiteX691" fmla="*/ 9483892 w 21052572"/>
              <a:gd name="connsiteY691" fmla="*/ 5624940 h 8402012"/>
              <a:gd name="connsiteX692" fmla="*/ 9485738 w 21052572"/>
              <a:gd name="connsiteY692" fmla="*/ 5617761 h 8402012"/>
              <a:gd name="connsiteX693" fmla="*/ 9488543 w 21052572"/>
              <a:gd name="connsiteY693" fmla="*/ 5606855 h 8402012"/>
              <a:gd name="connsiteX694" fmla="*/ 9486616 w 21052572"/>
              <a:gd name="connsiteY694" fmla="*/ 5614347 h 8402012"/>
              <a:gd name="connsiteX695" fmla="*/ 9487661 w 21052572"/>
              <a:gd name="connsiteY695" fmla="*/ 5610283 h 8402012"/>
              <a:gd name="connsiteX696" fmla="*/ 9489431 w 21052572"/>
              <a:gd name="connsiteY696" fmla="*/ 5603404 h 8402012"/>
              <a:gd name="connsiteX697" fmla="*/ 9488543 w 21052572"/>
              <a:gd name="connsiteY697" fmla="*/ 5606855 h 8402012"/>
              <a:gd name="connsiteX698" fmla="*/ 9488815 w 21052572"/>
              <a:gd name="connsiteY698" fmla="*/ 5605797 h 8402012"/>
              <a:gd name="connsiteX699" fmla="*/ 9489431 w 21052572"/>
              <a:gd name="connsiteY699" fmla="*/ 5603404 h 8402012"/>
              <a:gd name="connsiteX700" fmla="*/ 7678606 w 21052572"/>
              <a:gd name="connsiteY700" fmla="*/ 5594158 h 8402012"/>
              <a:gd name="connsiteX701" fmla="*/ 7659261 w 21052572"/>
              <a:gd name="connsiteY701" fmla="*/ 5625323 h 8402012"/>
              <a:gd name="connsiteX702" fmla="*/ 7678606 w 21052572"/>
              <a:gd name="connsiteY702" fmla="*/ 5594158 h 8402012"/>
              <a:gd name="connsiteX703" fmla="*/ 19090348 w 21052572"/>
              <a:gd name="connsiteY703" fmla="*/ 5592850 h 8402012"/>
              <a:gd name="connsiteX704" fmla="*/ 19072384 w 21052572"/>
              <a:gd name="connsiteY704" fmla="*/ 5624920 h 8402012"/>
              <a:gd name="connsiteX705" fmla="*/ 19090348 w 21052572"/>
              <a:gd name="connsiteY705" fmla="*/ 5592850 h 8402012"/>
              <a:gd name="connsiteX706" fmla="*/ 20374812 w 21052572"/>
              <a:gd name="connsiteY706" fmla="*/ 5564413 h 8402012"/>
              <a:gd name="connsiteX707" fmla="*/ 20356852 w 21052572"/>
              <a:gd name="connsiteY707" fmla="*/ 5596519 h 8402012"/>
              <a:gd name="connsiteX708" fmla="*/ 20374812 w 21052572"/>
              <a:gd name="connsiteY708" fmla="*/ 5564413 h 8402012"/>
              <a:gd name="connsiteX709" fmla="*/ 19810784 w 21052572"/>
              <a:gd name="connsiteY709" fmla="*/ 5564413 h 8402012"/>
              <a:gd name="connsiteX710" fmla="*/ 19792824 w 21052572"/>
              <a:gd name="connsiteY710" fmla="*/ 5596519 h 8402012"/>
              <a:gd name="connsiteX711" fmla="*/ 19810784 w 21052572"/>
              <a:gd name="connsiteY711" fmla="*/ 5564413 h 8402012"/>
              <a:gd name="connsiteX712" fmla="*/ 10828980 w 21052572"/>
              <a:gd name="connsiteY712" fmla="*/ 5564413 h 8402012"/>
              <a:gd name="connsiteX713" fmla="*/ 10811018 w 21052572"/>
              <a:gd name="connsiteY713" fmla="*/ 5596519 h 8402012"/>
              <a:gd name="connsiteX714" fmla="*/ 10828980 w 21052572"/>
              <a:gd name="connsiteY714" fmla="*/ 5564413 h 8402012"/>
              <a:gd name="connsiteX715" fmla="*/ 7774257 w 21052572"/>
              <a:gd name="connsiteY715" fmla="*/ 5561918 h 8402012"/>
              <a:gd name="connsiteX716" fmla="*/ 7754912 w 21052572"/>
              <a:gd name="connsiteY716" fmla="*/ 5594158 h 8402012"/>
              <a:gd name="connsiteX717" fmla="*/ 7774257 w 21052572"/>
              <a:gd name="connsiteY717" fmla="*/ 5561918 h 8402012"/>
              <a:gd name="connsiteX718" fmla="*/ 9600691 w 21052572"/>
              <a:gd name="connsiteY718" fmla="*/ 5555468 h 8402012"/>
              <a:gd name="connsiteX719" fmla="*/ 9615105 w 21052572"/>
              <a:gd name="connsiteY719" fmla="*/ 5563402 h 8402012"/>
              <a:gd name="connsiteX720" fmla="*/ 9619348 w 21052572"/>
              <a:gd name="connsiteY720" fmla="*/ 5571868 h 8402012"/>
              <a:gd name="connsiteX721" fmla="*/ 9616604 w 21052572"/>
              <a:gd name="connsiteY721" fmla="*/ 5563038 h 8402012"/>
              <a:gd name="connsiteX722" fmla="*/ 9634566 w 21052572"/>
              <a:gd name="connsiteY722" fmla="*/ 5563038 h 8402012"/>
              <a:gd name="connsiteX723" fmla="*/ 9623691 w 21052572"/>
              <a:gd name="connsiteY723" fmla="*/ 5580533 h 8402012"/>
              <a:gd name="connsiteX724" fmla="*/ 9625019 w 21052572"/>
              <a:gd name="connsiteY724" fmla="*/ 5583182 h 8402012"/>
              <a:gd name="connsiteX725" fmla="*/ 9498114 w 21052572"/>
              <a:gd name="connsiteY725" fmla="*/ 5607892 h 8402012"/>
              <a:gd name="connsiteX726" fmla="*/ 9600691 w 21052572"/>
              <a:gd name="connsiteY726" fmla="*/ 5555468 h 8402012"/>
              <a:gd name="connsiteX727" fmla="*/ 9649142 w 21052572"/>
              <a:gd name="connsiteY727" fmla="*/ 5541994 h 8402012"/>
              <a:gd name="connsiteX728" fmla="*/ 9662976 w 21052572"/>
              <a:gd name="connsiteY728" fmla="*/ 5561978 h 8402012"/>
              <a:gd name="connsiteX729" fmla="*/ 9626084 w 21052572"/>
              <a:gd name="connsiteY729" fmla="*/ 5549680 h 8402012"/>
              <a:gd name="connsiteX730" fmla="*/ 9649142 w 21052572"/>
              <a:gd name="connsiteY730" fmla="*/ 5541994 h 8402012"/>
              <a:gd name="connsiteX731" fmla="*/ 904916 w 21052572"/>
              <a:gd name="connsiteY731" fmla="*/ 5536127 h 8402012"/>
              <a:gd name="connsiteX732" fmla="*/ 924259 w 21052572"/>
              <a:gd name="connsiteY732" fmla="*/ 5561918 h 8402012"/>
              <a:gd name="connsiteX733" fmla="*/ 904916 w 21052572"/>
              <a:gd name="connsiteY733" fmla="*/ 5536127 h 8402012"/>
              <a:gd name="connsiteX734" fmla="*/ 20336892 w 21052572"/>
              <a:gd name="connsiteY734" fmla="*/ 5535975 h 8402012"/>
              <a:gd name="connsiteX735" fmla="*/ 20318932 w 21052572"/>
              <a:gd name="connsiteY735" fmla="*/ 5563275 h 8402012"/>
              <a:gd name="connsiteX736" fmla="*/ 20336892 w 21052572"/>
              <a:gd name="connsiteY736" fmla="*/ 5535975 h 8402012"/>
              <a:gd name="connsiteX737" fmla="*/ 20298976 w 21052572"/>
              <a:gd name="connsiteY737" fmla="*/ 5502796 h 8402012"/>
              <a:gd name="connsiteX738" fmla="*/ 20281016 w 21052572"/>
              <a:gd name="connsiteY738" fmla="*/ 5534905 h 8402012"/>
              <a:gd name="connsiteX739" fmla="*/ 20298976 w 21052572"/>
              <a:gd name="connsiteY739" fmla="*/ 5502796 h 8402012"/>
              <a:gd name="connsiteX740" fmla="*/ 18451480 w 21052572"/>
              <a:gd name="connsiteY740" fmla="*/ 5502793 h 8402012"/>
              <a:gd name="connsiteX741" fmla="*/ 18471348 w 21052572"/>
              <a:gd name="connsiteY741" fmla="*/ 5502793 h 8402012"/>
              <a:gd name="connsiteX742" fmla="*/ 18530952 w 21052572"/>
              <a:gd name="connsiteY742" fmla="*/ 5515562 h 8402012"/>
              <a:gd name="connsiteX743" fmla="*/ 18451480 w 21052572"/>
              <a:gd name="connsiteY743" fmla="*/ 5502793 h 8402012"/>
              <a:gd name="connsiteX744" fmla="*/ 8200538 w 21052572"/>
              <a:gd name="connsiteY744" fmla="*/ 5493610 h 8402012"/>
              <a:gd name="connsiteX745" fmla="*/ 8147187 w 21052572"/>
              <a:gd name="connsiteY745" fmla="*/ 5542574 h 8402012"/>
              <a:gd name="connsiteX746" fmla="*/ 8056910 w 21052572"/>
              <a:gd name="connsiteY746" fmla="*/ 5587710 h 8402012"/>
              <a:gd name="connsiteX747" fmla="*/ 7960184 w 21052572"/>
              <a:gd name="connsiteY747" fmla="*/ 5631771 h 8402012"/>
              <a:gd name="connsiteX748" fmla="*/ 7864534 w 21052572"/>
              <a:gd name="connsiteY748" fmla="*/ 5676906 h 8402012"/>
              <a:gd name="connsiteX749" fmla="*/ 7832292 w 21052572"/>
              <a:gd name="connsiteY749" fmla="*/ 5689802 h 8402012"/>
              <a:gd name="connsiteX750" fmla="*/ 7793602 w 21052572"/>
              <a:gd name="connsiteY750" fmla="*/ 5728489 h 8402012"/>
              <a:gd name="connsiteX751" fmla="*/ 7697951 w 21052572"/>
              <a:gd name="connsiteY751" fmla="*/ 5760729 h 8402012"/>
              <a:gd name="connsiteX752" fmla="*/ 7966633 w 21052572"/>
              <a:gd name="connsiteY752" fmla="*/ 5644666 h 8402012"/>
              <a:gd name="connsiteX753" fmla="*/ 8217044 w 21052572"/>
              <a:gd name="connsiteY753" fmla="*/ 5510335 h 8402012"/>
              <a:gd name="connsiteX754" fmla="*/ 8200538 w 21052572"/>
              <a:gd name="connsiteY754" fmla="*/ 5493610 h 8402012"/>
              <a:gd name="connsiteX755" fmla="*/ 7531368 w 21052572"/>
              <a:gd name="connsiteY755" fmla="*/ 5478095 h 8402012"/>
              <a:gd name="connsiteX756" fmla="*/ 7486230 w 21052572"/>
              <a:gd name="connsiteY756" fmla="*/ 5503887 h 8402012"/>
              <a:gd name="connsiteX757" fmla="*/ 7428194 w 21052572"/>
              <a:gd name="connsiteY757" fmla="*/ 5555470 h 8402012"/>
              <a:gd name="connsiteX758" fmla="*/ 7318572 w 21052572"/>
              <a:gd name="connsiteY758" fmla="*/ 5625323 h 8402012"/>
              <a:gd name="connsiteX759" fmla="*/ 7370160 w 21052572"/>
              <a:gd name="connsiteY759" fmla="*/ 5625323 h 8402012"/>
              <a:gd name="connsiteX760" fmla="*/ 7543190 w 21052572"/>
              <a:gd name="connsiteY760" fmla="*/ 5536127 h 8402012"/>
              <a:gd name="connsiteX761" fmla="*/ 7531368 w 21052572"/>
              <a:gd name="connsiteY761" fmla="*/ 5478095 h 8402012"/>
              <a:gd name="connsiteX762" fmla="*/ 10653612 w 21052572"/>
              <a:gd name="connsiteY762" fmla="*/ 5469618 h 8402012"/>
              <a:gd name="connsiteX763" fmla="*/ 10635650 w 21052572"/>
              <a:gd name="connsiteY763" fmla="*/ 5501724 h 8402012"/>
              <a:gd name="connsiteX764" fmla="*/ 10653612 w 21052572"/>
              <a:gd name="connsiteY764" fmla="*/ 5469618 h 8402012"/>
              <a:gd name="connsiteX765" fmla="*/ 8890927 w 21052572"/>
              <a:gd name="connsiteY765" fmla="*/ 5465756 h 8402012"/>
              <a:gd name="connsiteX766" fmla="*/ 8899908 w 21052572"/>
              <a:gd name="connsiteY766" fmla="*/ 5472980 h 8402012"/>
              <a:gd name="connsiteX767" fmla="*/ 8887933 w 21052572"/>
              <a:gd name="connsiteY767" fmla="*/ 5492243 h 8402012"/>
              <a:gd name="connsiteX768" fmla="*/ 8881946 w 21052572"/>
              <a:gd name="connsiteY768" fmla="*/ 5472980 h 8402012"/>
              <a:gd name="connsiteX769" fmla="*/ 8890927 w 21052572"/>
              <a:gd name="connsiteY769" fmla="*/ 5465756 h 8402012"/>
              <a:gd name="connsiteX770" fmla="*/ 8594024 w 21052572"/>
              <a:gd name="connsiteY770" fmla="*/ 5442358 h 8402012"/>
              <a:gd name="connsiteX771" fmla="*/ 8596889 w 21052572"/>
              <a:gd name="connsiteY771" fmla="*/ 5446490 h 8402012"/>
              <a:gd name="connsiteX772" fmla="*/ 8595384 w 21052572"/>
              <a:gd name="connsiteY772" fmla="*/ 5444320 h 8402012"/>
              <a:gd name="connsiteX773" fmla="*/ 8583343 w 21052572"/>
              <a:gd name="connsiteY773" fmla="*/ 5426959 h 8402012"/>
              <a:gd name="connsiteX774" fmla="*/ 8587859 w 21052572"/>
              <a:gd name="connsiteY774" fmla="*/ 5433469 h 8402012"/>
              <a:gd name="connsiteX775" fmla="*/ 8594024 w 21052572"/>
              <a:gd name="connsiteY775" fmla="*/ 5442358 h 8402012"/>
              <a:gd name="connsiteX776" fmla="*/ 8592562 w 21052572"/>
              <a:gd name="connsiteY776" fmla="*/ 5440251 h 8402012"/>
              <a:gd name="connsiteX777" fmla="*/ 8583343 w 21052572"/>
              <a:gd name="connsiteY777" fmla="*/ 5426959 h 8402012"/>
              <a:gd name="connsiteX778" fmla="*/ 18830936 w 21052572"/>
              <a:gd name="connsiteY778" fmla="*/ 5411343 h 8402012"/>
              <a:gd name="connsiteX779" fmla="*/ 18886480 w 21052572"/>
              <a:gd name="connsiteY779" fmla="*/ 5459060 h 8402012"/>
              <a:gd name="connsiteX780" fmla="*/ 18811700 w 21052572"/>
              <a:gd name="connsiteY780" fmla="*/ 5426744 h 8402012"/>
              <a:gd name="connsiteX781" fmla="*/ 18830936 w 21052572"/>
              <a:gd name="connsiteY781" fmla="*/ 5411343 h 8402012"/>
              <a:gd name="connsiteX782" fmla="*/ 18799940 w 21052572"/>
              <a:gd name="connsiteY782" fmla="*/ 5393307 h 8402012"/>
              <a:gd name="connsiteX783" fmla="*/ 18810604 w 21052572"/>
              <a:gd name="connsiteY783" fmla="*/ 5395866 h 8402012"/>
              <a:gd name="connsiteX784" fmla="*/ 18804040 w 21052572"/>
              <a:gd name="connsiteY784" fmla="*/ 5416341 h 8402012"/>
              <a:gd name="connsiteX785" fmla="*/ 18799940 w 21052572"/>
              <a:gd name="connsiteY785" fmla="*/ 5393307 h 8402012"/>
              <a:gd name="connsiteX786" fmla="*/ 8700838 w 21052572"/>
              <a:gd name="connsiteY786" fmla="*/ 5384303 h 8402012"/>
              <a:gd name="connsiteX787" fmla="*/ 8682876 w 21052572"/>
              <a:gd name="connsiteY787" fmla="*/ 5416409 h 8402012"/>
              <a:gd name="connsiteX788" fmla="*/ 8700838 w 21052572"/>
              <a:gd name="connsiteY788" fmla="*/ 5384303 h 8402012"/>
              <a:gd name="connsiteX789" fmla="*/ 18245036 w 21052572"/>
              <a:gd name="connsiteY789" fmla="*/ 5365343 h 8402012"/>
              <a:gd name="connsiteX790" fmla="*/ 18247404 w 21052572"/>
              <a:gd name="connsiteY790" fmla="*/ 5381396 h 8402012"/>
              <a:gd name="connsiteX791" fmla="*/ 18245400 w 21052572"/>
              <a:gd name="connsiteY791" fmla="*/ 5394978 h 8402012"/>
              <a:gd name="connsiteX792" fmla="*/ 18246616 w 21052572"/>
              <a:gd name="connsiteY792" fmla="*/ 5396535 h 8402012"/>
              <a:gd name="connsiteX793" fmla="*/ 18245044 w 21052572"/>
              <a:gd name="connsiteY793" fmla="*/ 5397380 h 8402012"/>
              <a:gd name="connsiteX794" fmla="*/ 18245036 w 21052572"/>
              <a:gd name="connsiteY794" fmla="*/ 5397449 h 8402012"/>
              <a:gd name="connsiteX795" fmla="*/ 18245004 w 21052572"/>
              <a:gd name="connsiteY795" fmla="*/ 5397403 h 8402012"/>
              <a:gd name="connsiteX796" fmla="*/ 18209752 w 21052572"/>
              <a:gd name="connsiteY796" fmla="*/ 5416376 h 8402012"/>
              <a:gd name="connsiteX797" fmla="*/ 18223840 w 21052572"/>
              <a:gd name="connsiteY797" fmla="*/ 5381655 h 8402012"/>
              <a:gd name="connsiteX798" fmla="*/ 18234564 w 21052572"/>
              <a:gd name="connsiteY798" fmla="*/ 5382751 h 8402012"/>
              <a:gd name="connsiteX799" fmla="*/ 9586345 w 21052572"/>
              <a:gd name="connsiteY799" fmla="*/ 5365343 h 8402012"/>
              <a:gd name="connsiteX800" fmla="*/ 9591815 w 21052572"/>
              <a:gd name="connsiteY800" fmla="*/ 5384607 h 8402012"/>
              <a:gd name="connsiteX801" fmla="*/ 9586345 w 21052572"/>
              <a:gd name="connsiteY801" fmla="*/ 5397449 h 8402012"/>
              <a:gd name="connsiteX802" fmla="*/ 9586345 w 21052572"/>
              <a:gd name="connsiteY802" fmla="*/ 5365343 h 8402012"/>
              <a:gd name="connsiteX803" fmla="*/ 8002180 w 21052572"/>
              <a:gd name="connsiteY803" fmla="*/ 5365343 h 8402012"/>
              <a:gd name="connsiteX804" fmla="*/ 8008744 w 21052572"/>
              <a:gd name="connsiteY804" fmla="*/ 5384607 h 8402012"/>
              <a:gd name="connsiteX805" fmla="*/ 8002180 w 21052572"/>
              <a:gd name="connsiteY805" fmla="*/ 5397449 h 8402012"/>
              <a:gd name="connsiteX806" fmla="*/ 8002180 w 21052572"/>
              <a:gd name="connsiteY806" fmla="*/ 5365343 h 8402012"/>
              <a:gd name="connsiteX807" fmla="*/ 9618055 w 21052572"/>
              <a:gd name="connsiteY807" fmla="*/ 5351565 h 8402012"/>
              <a:gd name="connsiteX808" fmla="*/ 9643992 w 21052572"/>
              <a:gd name="connsiteY808" fmla="*/ 5361485 h 8402012"/>
              <a:gd name="connsiteX809" fmla="*/ 9588167 w 21052572"/>
              <a:gd name="connsiteY809" fmla="*/ 5361485 h 8402012"/>
              <a:gd name="connsiteX810" fmla="*/ 9618055 w 21052572"/>
              <a:gd name="connsiteY810" fmla="*/ 5351565 h 8402012"/>
              <a:gd name="connsiteX811" fmla="*/ 20116532 w 21052572"/>
              <a:gd name="connsiteY811" fmla="*/ 5351124 h 8402012"/>
              <a:gd name="connsiteX812" fmla="*/ 20147276 w 21052572"/>
              <a:gd name="connsiteY812" fmla="*/ 5363968 h 8402012"/>
              <a:gd name="connsiteX813" fmla="*/ 20110384 w 21052572"/>
              <a:gd name="connsiteY813" fmla="*/ 5363968 h 8402012"/>
              <a:gd name="connsiteX814" fmla="*/ 20116532 w 21052572"/>
              <a:gd name="connsiteY814" fmla="*/ 5351124 h 8402012"/>
              <a:gd name="connsiteX815" fmla="*/ 18772784 w 21052572"/>
              <a:gd name="connsiteY815" fmla="*/ 5351124 h 8402012"/>
              <a:gd name="connsiteX816" fmla="*/ 18754820 w 21052572"/>
              <a:gd name="connsiteY816" fmla="*/ 5383233 h 8402012"/>
              <a:gd name="connsiteX817" fmla="*/ 18772784 w 21052572"/>
              <a:gd name="connsiteY817" fmla="*/ 5351124 h 8402012"/>
              <a:gd name="connsiteX818" fmla="*/ 9642129 w 21052572"/>
              <a:gd name="connsiteY818" fmla="*/ 5332164 h 8402012"/>
              <a:gd name="connsiteX819" fmla="*/ 9648693 w 21052572"/>
              <a:gd name="connsiteY819" fmla="*/ 5350610 h 8402012"/>
              <a:gd name="connsiteX820" fmla="*/ 9642129 w 21052572"/>
              <a:gd name="connsiteY820" fmla="*/ 5332164 h 8402012"/>
              <a:gd name="connsiteX821" fmla="*/ 7806498 w 21052572"/>
              <a:gd name="connsiteY821" fmla="*/ 5330868 h 8402012"/>
              <a:gd name="connsiteX822" fmla="*/ 7742015 w 21052572"/>
              <a:gd name="connsiteY822" fmla="*/ 5382451 h 8402012"/>
              <a:gd name="connsiteX823" fmla="*/ 7581880 w 21052572"/>
              <a:gd name="connsiteY823" fmla="*/ 5445856 h 8402012"/>
              <a:gd name="connsiteX824" fmla="*/ 7601226 w 21052572"/>
              <a:gd name="connsiteY824" fmla="*/ 5536127 h 8402012"/>
              <a:gd name="connsiteX825" fmla="*/ 7845189 w 21052572"/>
              <a:gd name="connsiteY825" fmla="*/ 5382451 h 8402012"/>
              <a:gd name="connsiteX826" fmla="*/ 7806498 w 21052572"/>
              <a:gd name="connsiteY826" fmla="*/ 5330868 h 8402012"/>
              <a:gd name="connsiteX827" fmla="*/ 7922569 w 21052572"/>
              <a:gd name="connsiteY827" fmla="*/ 5317972 h 8402012"/>
              <a:gd name="connsiteX828" fmla="*/ 7941914 w 21052572"/>
              <a:gd name="connsiteY828" fmla="*/ 5350212 h 8402012"/>
              <a:gd name="connsiteX829" fmla="*/ 7922569 w 21052572"/>
              <a:gd name="connsiteY829" fmla="*/ 5317972 h 8402012"/>
              <a:gd name="connsiteX830" fmla="*/ 7864534 w 21052572"/>
              <a:gd name="connsiteY830" fmla="*/ 5317972 h 8402012"/>
              <a:gd name="connsiteX831" fmla="*/ 7883879 w 21052572"/>
              <a:gd name="connsiteY831" fmla="*/ 5350212 h 8402012"/>
              <a:gd name="connsiteX832" fmla="*/ 7864534 w 21052572"/>
              <a:gd name="connsiteY832" fmla="*/ 5317972 h 8402012"/>
              <a:gd name="connsiteX833" fmla="*/ 20848784 w 21052572"/>
              <a:gd name="connsiteY833" fmla="*/ 5317945 h 8402012"/>
              <a:gd name="connsiteX834" fmla="*/ 20830824 w 21052572"/>
              <a:gd name="connsiteY834" fmla="*/ 5350051 h 8402012"/>
              <a:gd name="connsiteX835" fmla="*/ 20848784 w 21052572"/>
              <a:gd name="connsiteY835" fmla="*/ 5317945 h 8402012"/>
              <a:gd name="connsiteX836" fmla="*/ 20079640 w 21052572"/>
              <a:gd name="connsiteY836" fmla="*/ 5317945 h 8402012"/>
              <a:gd name="connsiteX837" fmla="*/ 20109360 w 21052572"/>
              <a:gd name="connsiteY837" fmla="*/ 5330788 h 8402012"/>
              <a:gd name="connsiteX838" fmla="*/ 20072468 w 21052572"/>
              <a:gd name="connsiteY838" fmla="*/ 5330788 h 8402012"/>
              <a:gd name="connsiteX839" fmla="*/ 20079640 w 21052572"/>
              <a:gd name="connsiteY839" fmla="*/ 5317945 h 8402012"/>
              <a:gd name="connsiteX840" fmla="*/ 18692208 w 21052572"/>
              <a:gd name="connsiteY840" fmla="*/ 5317945 h 8402012"/>
              <a:gd name="connsiteX841" fmla="*/ 18674244 w 21052572"/>
              <a:gd name="connsiteY841" fmla="*/ 5350051 h 8402012"/>
              <a:gd name="connsiteX842" fmla="*/ 18692208 w 21052572"/>
              <a:gd name="connsiteY842" fmla="*/ 5317945 h 8402012"/>
              <a:gd name="connsiteX843" fmla="*/ 9706095 w 21052572"/>
              <a:gd name="connsiteY843" fmla="*/ 5307543 h 8402012"/>
              <a:gd name="connsiteX844" fmla="*/ 9729280 w 21052572"/>
              <a:gd name="connsiteY844" fmla="*/ 5311721 h 8402012"/>
              <a:gd name="connsiteX845" fmla="*/ 9645045 w 21052572"/>
              <a:gd name="connsiteY845" fmla="*/ 5330821 h 8402012"/>
              <a:gd name="connsiteX846" fmla="*/ 9706095 w 21052572"/>
              <a:gd name="connsiteY846" fmla="*/ 5307543 h 8402012"/>
              <a:gd name="connsiteX847" fmla="*/ 20810868 w 21052572"/>
              <a:gd name="connsiteY847" fmla="*/ 5284766 h 8402012"/>
              <a:gd name="connsiteX848" fmla="*/ 20792908 w 21052572"/>
              <a:gd name="connsiteY848" fmla="*/ 5316875 h 8402012"/>
              <a:gd name="connsiteX849" fmla="*/ 20810868 w 21052572"/>
              <a:gd name="connsiteY849" fmla="*/ 5284766 h 8402012"/>
              <a:gd name="connsiteX850" fmla="*/ 8102340 w 21052572"/>
              <a:gd name="connsiteY850" fmla="*/ 5284766 h 8402012"/>
              <a:gd name="connsiteX851" fmla="*/ 8165018 w 21052572"/>
              <a:gd name="connsiteY851" fmla="*/ 5348224 h 8402012"/>
              <a:gd name="connsiteX852" fmla="*/ 8051348 w 21052572"/>
              <a:gd name="connsiteY852" fmla="*/ 5411683 h 8402012"/>
              <a:gd name="connsiteX853" fmla="*/ 8000355 w 21052572"/>
              <a:gd name="connsiteY853" fmla="*/ 5360916 h 8402012"/>
              <a:gd name="connsiteX854" fmla="*/ 8076844 w 21052572"/>
              <a:gd name="connsiteY854" fmla="*/ 5354570 h 8402012"/>
              <a:gd name="connsiteX855" fmla="*/ 8102340 w 21052572"/>
              <a:gd name="connsiteY855" fmla="*/ 5284766 h 8402012"/>
              <a:gd name="connsiteX856" fmla="*/ 8584081 w 21052572"/>
              <a:gd name="connsiteY856" fmla="*/ 5279889 h 8402012"/>
              <a:gd name="connsiteX857" fmla="*/ 8512595 w 21052572"/>
              <a:gd name="connsiteY857" fmla="*/ 5317972 h 8402012"/>
              <a:gd name="connsiteX858" fmla="*/ 8428766 w 21052572"/>
              <a:gd name="connsiteY858" fmla="*/ 5369555 h 8402012"/>
              <a:gd name="connsiteX859" fmla="*/ 8390076 w 21052572"/>
              <a:gd name="connsiteY859" fmla="*/ 5414691 h 8402012"/>
              <a:gd name="connsiteX860" fmla="*/ 8333115 w 21052572"/>
              <a:gd name="connsiteY860" fmla="*/ 5408243 h 8402012"/>
              <a:gd name="connsiteX861" fmla="*/ 8242838 w 21052572"/>
              <a:gd name="connsiteY861" fmla="*/ 5445856 h 8402012"/>
              <a:gd name="connsiteX862" fmla="*/ 8242838 w 21052572"/>
              <a:gd name="connsiteY862" fmla="*/ 5503887 h 8402012"/>
              <a:gd name="connsiteX863" fmla="*/ 8435214 w 21052572"/>
              <a:gd name="connsiteY863" fmla="*/ 5388899 h 8402012"/>
              <a:gd name="connsiteX864" fmla="*/ 8608245 w 21052572"/>
              <a:gd name="connsiteY864" fmla="*/ 5285733 h 8402012"/>
              <a:gd name="connsiteX865" fmla="*/ 8584081 w 21052572"/>
              <a:gd name="connsiteY865" fmla="*/ 5279889 h 8402012"/>
              <a:gd name="connsiteX866" fmla="*/ 9449896 w 21052572"/>
              <a:gd name="connsiteY866" fmla="*/ 5275286 h 8402012"/>
              <a:gd name="connsiteX867" fmla="*/ 9521091 w 21052572"/>
              <a:gd name="connsiteY867" fmla="*/ 5287987 h 8402012"/>
              <a:gd name="connsiteX868" fmla="*/ 9566397 w 21052572"/>
              <a:gd name="connsiteY868" fmla="*/ 5294338 h 8402012"/>
              <a:gd name="connsiteX869" fmla="*/ 9546980 w 21052572"/>
              <a:gd name="connsiteY869" fmla="*/ 5332441 h 8402012"/>
              <a:gd name="connsiteX870" fmla="*/ 9417534 w 21052572"/>
              <a:gd name="connsiteY870" fmla="*/ 5383245 h 8402012"/>
              <a:gd name="connsiteX871" fmla="*/ 9449896 w 21052572"/>
              <a:gd name="connsiteY871" fmla="*/ 5275286 h 8402012"/>
              <a:gd name="connsiteX872" fmla="*/ 9629789 w 21052572"/>
              <a:gd name="connsiteY872" fmla="*/ 5262125 h 8402012"/>
              <a:gd name="connsiteX873" fmla="*/ 9643992 w 21052572"/>
              <a:gd name="connsiteY873" fmla="*/ 5271444 h 8402012"/>
              <a:gd name="connsiteX874" fmla="*/ 9588167 w 21052572"/>
              <a:gd name="connsiteY874" fmla="*/ 5283741 h 8402012"/>
              <a:gd name="connsiteX875" fmla="*/ 9629789 w 21052572"/>
              <a:gd name="connsiteY875" fmla="*/ 5262125 h 8402012"/>
              <a:gd name="connsiteX876" fmla="*/ 18583192 w 21052572"/>
              <a:gd name="connsiteY876" fmla="*/ 5261070 h 8402012"/>
              <a:gd name="connsiteX877" fmla="*/ 18565232 w 21052572"/>
              <a:gd name="connsiteY877" fmla="*/ 5288370 h 8402012"/>
              <a:gd name="connsiteX878" fmla="*/ 18583192 w 21052572"/>
              <a:gd name="connsiteY878" fmla="*/ 5261070 h 8402012"/>
              <a:gd name="connsiteX879" fmla="*/ 8365316 w 21052572"/>
              <a:gd name="connsiteY879" fmla="*/ 5261070 h 8402012"/>
              <a:gd name="connsiteX880" fmla="*/ 8365316 w 21052572"/>
              <a:gd name="connsiteY880" fmla="*/ 5288370 h 8402012"/>
              <a:gd name="connsiteX881" fmla="*/ 8365316 w 21052572"/>
              <a:gd name="connsiteY881" fmla="*/ 5261070 h 8402012"/>
              <a:gd name="connsiteX882" fmla="*/ 19977672 w 21052572"/>
              <a:gd name="connsiteY882" fmla="*/ 5242110 h 8402012"/>
              <a:gd name="connsiteX883" fmla="*/ 20071412 w 21052572"/>
              <a:gd name="connsiteY883" fmla="*/ 5305677 h 8402012"/>
              <a:gd name="connsiteX884" fmla="*/ 19977672 w 21052572"/>
              <a:gd name="connsiteY884" fmla="*/ 5242110 h 8402012"/>
              <a:gd name="connsiteX885" fmla="*/ 9642129 w 21052572"/>
              <a:gd name="connsiteY885" fmla="*/ 5242110 h 8402012"/>
              <a:gd name="connsiteX886" fmla="*/ 9635565 w 21052572"/>
              <a:gd name="connsiteY886" fmla="*/ 5260556 h 8402012"/>
              <a:gd name="connsiteX887" fmla="*/ 9642129 w 21052572"/>
              <a:gd name="connsiteY887" fmla="*/ 5242110 h 8402012"/>
              <a:gd name="connsiteX888" fmla="*/ 8718550 w 21052572"/>
              <a:gd name="connsiteY888" fmla="*/ 5242110 h 8402012"/>
              <a:gd name="connsiteX889" fmla="*/ 8724537 w 21052572"/>
              <a:gd name="connsiteY889" fmla="*/ 5262585 h 8402012"/>
              <a:gd name="connsiteX890" fmla="*/ 8718550 w 21052572"/>
              <a:gd name="connsiteY890" fmla="*/ 5242110 h 8402012"/>
              <a:gd name="connsiteX891" fmla="*/ 18905496 w 21052572"/>
              <a:gd name="connsiteY891" fmla="*/ 5227892 h 8402012"/>
              <a:gd name="connsiteX892" fmla="*/ 18887532 w 21052572"/>
              <a:gd name="connsiteY892" fmla="*/ 5260001 h 8402012"/>
              <a:gd name="connsiteX893" fmla="*/ 18905496 w 21052572"/>
              <a:gd name="connsiteY893" fmla="*/ 5227892 h 8402012"/>
              <a:gd name="connsiteX894" fmla="*/ 18507356 w 21052572"/>
              <a:gd name="connsiteY894" fmla="*/ 5227892 h 8402012"/>
              <a:gd name="connsiteX895" fmla="*/ 18489392 w 21052572"/>
              <a:gd name="connsiteY895" fmla="*/ 5260001 h 8402012"/>
              <a:gd name="connsiteX896" fmla="*/ 18507356 w 21052572"/>
              <a:gd name="connsiteY896" fmla="*/ 5227892 h 8402012"/>
              <a:gd name="connsiteX897" fmla="*/ 9262754 w 21052572"/>
              <a:gd name="connsiteY897" fmla="*/ 5227701 h 8402012"/>
              <a:gd name="connsiteX898" fmla="*/ 9301444 w 21052572"/>
              <a:gd name="connsiteY898" fmla="*/ 5259941 h 8402012"/>
              <a:gd name="connsiteX899" fmla="*/ 9262754 w 21052572"/>
              <a:gd name="connsiteY899" fmla="*/ 5227701 h 8402012"/>
              <a:gd name="connsiteX900" fmla="*/ 8640487 w 21052572"/>
              <a:gd name="connsiteY900" fmla="*/ 5227701 h 8402012"/>
              <a:gd name="connsiteX901" fmla="*/ 8679177 w 21052572"/>
              <a:gd name="connsiteY901" fmla="*/ 5259941 h 8402012"/>
              <a:gd name="connsiteX902" fmla="*/ 8640487 w 21052572"/>
              <a:gd name="connsiteY902" fmla="*/ 5227701 h 8402012"/>
              <a:gd name="connsiteX903" fmla="*/ 8444887 w 21052572"/>
              <a:gd name="connsiteY903" fmla="*/ 5213596 h 8402012"/>
              <a:gd name="connsiteX904" fmla="*/ 8422317 w 21052572"/>
              <a:gd name="connsiteY904" fmla="*/ 5221253 h 8402012"/>
              <a:gd name="connsiteX905" fmla="*/ 8390076 w 21052572"/>
              <a:gd name="connsiteY905" fmla="*/ 5253493 h 8402012"/>
              <a:gd name="connsiteX906" fmla="*/ 8387050 w 21052572"/>
              <a:gd name="connsiteY906" fmla="*/ 5252196 h 8402012"/>
              <a:gd name="connsiteX907" fmla="*/ 8392755 w 21052572"/>
              <a:gd name="connsiteY907" fmla="*/ 5261374 h 8402012"/>
              <a:gd name="connsiteX908" fmla="*/ 8380780 w 21052572"/>
              <a:gd name="connsiteY908" fmla="*/ 5274216 h 8402012"/>
              <a:gd name="connsiteX909" fmla="*/ 8376290 w 21052572"/>
              <a:gd name="connsiteY909" fmla="*/ 5258163 h 8402012"/>
              <a:gd name="connsiteX910" fmla="*/ 8378932 w 21052572"/>
              <a:gd name="connsiteY910" fmla="*/ 5248717 h 8402012"/>
              <a:gd name="connsiteX911" fmla="*/ 8367506 w 21052572"/>
              <a:gd name="connsiteY911" fmla="*/ 5243821 h 8402012"/>
              <a:gd name="connsiteX912" fmla="*/ 8344937 w 21052572"/>
              <a:gd name="connsiteY912" fmla="*/ 5234149 h 8402012"/>
              <a:gd name="connsiteX913" fmla="*/ 8300874 w 21052572"/>
              <a:gd name="connsiteY913" fmla="*/ 5227701 h 8402012"/>
              <a:gd name="connsiteX914" fmla="*/ 8300874 w 21052572"/>
              <a:gd name="connsiteY914" fmla="*/ 5285733 h 8402012"/>
              <a:gd name="connsiteX915" fmla="*/ 8333115 w 21052572"/>
              <a:gd name="connsiteY915" fmla="*/ 5292180 h 8402012"/>
              <a:gd name="connsiteX916" fmla="*/ 8370730 w 21052572"/>
              <a:gd name="connsiteY916" fmla="*/ 5298628 h 8402012"/>
              <a:gd name="connsiteX917" fmla="*/ 8467456 w 21052572"/>
              <a:gd name="connsiteY917" fmla="*/ 5214805 h 8402012"/>
              <a:gd name="connsiteX918" fmla="*/ 8444887 w 21052572"/>
              <a:gd name="connsiteY918" fmla="*/ 5213596 h 8402012"/>
              <a:gd name="connsiteX919" fmla="*/ 9340135 w 21052572"/>
              <a:gd name="connsiteY919" fmla="*/ 5195462 h 8402012"/>
              <a:gd name="connsiteX920" fmla="*/ 9359480 w 21052572"/>
              <a:gd name="connsiteY920" fmla="*/ 5227701 h 8402012"/>
              <a:gd name="connsiteX921" fmla="*/ 9340135 w 21052572"/>
              <a:gd name="connsiteY921" fmla="*/ 5195462 h 8402012"/>
              <a:gd name="connsiteX922" fmla="*/ 8768815 w 21052572"/>
              <a:gd name="connsiteY922" fmla="*/ 5195360 h 8402012"/>
              <a:gd name="connsiteX923" fmla="*/ 8814504 w 21052572"/>
              <a:gd name="connsiteY923" fmla="*/ 5259993 h 8402012"/>
              <a:gd name="connsiteX924" fmla="*/ 8755761 w 21052572"/>
              <a:gd name="connsiteY924" fmla="*/ 5259993 h 8402012"/>
              <a:gd name="connsiteX925" fmla="*/ 8768815 w 21052572"/>
              <a:gd name="connsiteY925" fmla="*/ 5195360 h 8402012"/>
              <a:gd name="connsiteX926" fmla="*/ 19166180 w 21052572"/>
              <a:gd name="connsiteY926" fmla="*/ 5194713 h 8402012"/>
              <a:gd name="connsiteX927" fmla="*/ 19148220 w 21052572"/>
              <a:gd name="connsiteY927" fmla="*/ 5226819 h 8402012"/>
              <a:gd name="connsiteX928" fmla="*/ 19166180 w 21052572"/>
              <a:gd name="connsiteY928" fmla="*/ 5194713 h 8402012"/>
              <a:gd name="connsiteX929" fmla="*/ 8876071 w 21052572"/>
              <a:gd name="connsiteY929" fmla="*/ 5194713 h 8402012"/>
              <a:gd name="connsiteX930" fmla="*/ 8848771 w 21052572"/>
              <a:gd name="connsiteY930" fmla="*/ 5226819 h 8402012"/>
              <a:gd name="connsiteX931" fmla="*/ 8876071 w 21052572"/>
              <a:gd name="connsiteY931" fmla="*/ 5194713 h 8402012"/>
              <a:gd name="connsiteX932" fmla="*/ 8175723 w 21052572"/>
              <a:gd name="connsiteY932" fmla="*/ 5194713 h 8402012"/>
              <a:gd name="connsiteX933" fmla="*/ 8193685 w 21052572"/>
              <a:gd name="connsiteY933" fmla="*/ 5226819 h 8402012"/>
              <a:gd name="connsiteX934" fmla="*/ 8175723 w 21052572"/>
              <a:gd name="connsiteY934" fmla="*/ 5194713 h 8402012"/>
              <a:gd name="connsiteX935" fmla="*/ 20714900 w 21052572"/>
              <a:gd name="connsiteY935" fmla="*/ 5166276 h 8402012"/>
              <a:gd name="connsiteX936" fmla="*/ 20698116 w 21052572"/>
              <a:gd name="connsiteY936" fmla="*/ 5231528 h 8402012"/>
              <a:gd name="connsiteX937" fmla="*/ 20714900 w 21052572"/>
              <a:gd name="connsiteY937" fmla="*/ 5166276 h 8402012"/>
              <a:gd name="connsiteX938" fmla="*/ 9875939 w 21052572"/>
              <a:gd name="connsiteY938" fmla="*/ 5166276 h 8402012"/>
              <a:gd name="connsiteX939" fmla="*/ 9875939 w 21052572"/>
              <a:gd name="connsiteY939" fmla="*/ 5198346 h 8402012"/>
              <a:gd name="connsiteX940" fmla="*/ 9875939 w 21052572"/>
              <a:gd name="connsiteY940" fmla="*/ 5166276 h 8402012"/>
              <a:gd name="connsiteX941" fmla="*/ 8486801 w 21052572"/>
              <a:gd name="connsiteY941" fmla="*/ 5164297 h 8402012"/>
              <a:gd name="connsiteX942" fmla="*/ 8506146 w 21052572"/>
              <a:gd name="connsiteY942" fmla="*/ 5195462 h 8402012"/>
              <a:gd name="connsiteX943" fmla="*/ 8486801 w 21052572"/>
              <a:gd name="connsiteY943" fmla="*/ 5164297 h 8402012"/>
              <a:gd name="connsiteX944" fmla="*/ 9707680 w 21052572"/>
              <a:gd name="connsiteY944" fmla="*/ 5150309 h 8402012"/>
              <a:gd name="connsiteX945" fmla="*/ 9714790 w 21052572"/>
              <a:gd name="connsiteY945" fmla="*/ 5153303 h 8402012"/>
              <a:gd name="connsiteX946" fmla="*/ 9706664 w 21052572"/>
              <a:gd name="connsiteY946" fmla="*/ 5165277 h 8402012"/>
              <a:gd name="connsiteX947" fmla="*/ 9707680 w 21052572"/>
              <a:gd name="connsiteY947" fmla="*/ 5150309 h 8402012"/>
              <a:gd name="connsiteX948" fmla="*/ 19071332 w 21052572"/>
              <a:gd name="connsiteY948" fmla="*/ 5133097 h 8402012"/>
              <a:gd name="connsiteX949" fmla="*/ 19053424 w 21052572"/>
              <a:gd name="connsiteY949" fmla="*/ 5165206 h 8402012"/>
              <a:gd name="connsiteX950" fmla="*/ 19071332 w 21052572"/>
              <a:gd name="connsiteY950" fmla="*/ 5133097 h 8402012"/>
              <a:gd name="connsiteX951" fmla="*/ 18355684 w 21052572"/>
              <a:gd name="connsiteY951" fmla="*/ 5133097 h 8402012"/>
              <a:gd name="connsiteX952" fmla="*/ 18337724 w 21052572"/>
              <a:gd name="connsiteY952" fmla="*/ 5165206 h 8402012"/>
              <a:gd name="connsiteX953" fmla="*/ 18355684 w 21052572"/>
              <a:gd name="connsiteY953" fmla="*/ 5133097 h 8402012"/>
              <a:gd name="connsiteX954" fmla="*/ 17848536 w 21052572"/>
              <a:gd name="connsiteY954" fmla="*/ 5133094 h 8402012"/>
              <a:gd name="connsiteX955" fmla="*/ 17830572 w 21052572"/>
              <a:gd name="connsiteY955" fmla="*/ 5198346 h 8402012"/>
              <a:gd name="connsiteX956" fmla="*/ 17848536 w 21052572"/>
              <a:gd name="connsiteY956" fmla="*/ 5133094 h 8402012"/>
              <a:gd name="connsiteX957" fmla="*/ 8530865 w 21052572"/>
              <a:gd name="connsiteY957" fmla="*/ 5132057 h 8402012"/>
              <a:gd name="connsiteX958" fmla="*/ 8563107 w 21052572"/>
              <a:gd name="connsiteY958" fmla="*/ 5164297 h 8402012"/>
              <a:gd name="connsiteX959" fmla="*/ 8530865 w 21052572"/>
              <a:gd name="connsiteY959" fmla="*/ 5132057 h 8402012"/>
              <a:gd name="connsiteX960" fmla="*/ 10132162 w 21052572"/>
              <a:gd name="connsiteY960" fmla="*/ 5118878 h 8402012"/>
              <a:gd name="connsiteX961" fmla="*/ 9803189 w 21052572"/>
              <a:gd name="connsiteY961" fmla="*/ 5312127 h 8402012"/>
              <a:gd name="connsiteX962" fmla="*/ 9832311 w 21052572"/>
              <a:gd name="connsiteY962" fmla="*/ 5205550 h 8402012"/>
              <a:gd name="connsiteX963" fmla="*/ 9854815 w 21052572"/>
              <a:gd name="connsiteY963" fmla="*/ 5195595 h 8402012"/>
              <a:gd name="connsiteX964" fmla="*/ 9853592 w 21052572"/>
              <a:gd name="connsiteY964" fmla="*/ 5193658 h 8402012"/>
              <a:gd name="connsiteX965" fmla="*/ 9859579 w 21052572"/>
              <a:gd name="connsiteY965" fmla="*/ 5182073 h 8402012"/>
              <a:gd name="connsiteX966" fmla="*/ 9867064 w 21052572"/>
              <a:gd name="connsiteY966" fmla="*/ 5194975 h 8402012"/>
              <a:gd name="connsiteX967" fmla="*/ 9866331 w 21052572"/>
              <a:gd name="connsiteY967" fmla="*/ 5206713 h 8402012"/>
              <a:gd name="connsiteX968" fmla="*/ 9867640 w 21052572"/>
              <a:gd name="connsiteY968" fmla="*/ 5208000 h 8402012"/>
              <a:gd name="connsiteX969" fmla="*/ 9958507 w 21052572"/>
              <a:gd name="connsiteY969" fmla="*/ 5164221 h 8402012"/>
              <a:gd name="connsiteX970" fmla="*/ 10132162 w 21052572"/>
              <a:gd name="connsiteY970" fmla="*/ 5118878 h 8402012"/>
              <a:gd name="connsiteX971" fmla="*/ 19597496 w 21052572"/>
              <a:gd name="connsiteY971" fmla="*/ 5099918 h 8402012"/>
              <a:gd name="connsiteX972" fmla="*/ 19579536 w 21052572"/>
              <a:gd name="connsiteY972" fmla="*/ 5132024 h 8402012"/>
              <a:gd name="connsiteX973" fmla="*/ 19597496 w 21052572"/>
              <a:gd name="connsiteY973" fmla="*/ 5099918 h 8402012"/>
              <a:gd name="connsiteX974" fmla="*/ 17810560 w 21052572"/>
              <a:gd name="connsiteY974" fmla="*/ 5099918 h 8402012"/>
              <a:gd name="connsiteX975" fmla="*/ 17792656 w 21052572"/>
              <a:gd name="connsiteY975" fmla="*/ 5132024 h 8402012"/>
              <a:gd name="connsiteX976" fmla="*/ 17810560 w 21052572"/>
              <a:gd name="connsiteY976" fmla="*/ 5099918 h 8402012"/>
              <a:gd name="connsiteX977" fmla="*/ 9894469 w 21052572"/>
              <a:gd name="connsiteY977" fmla="*/ 5094662 h 8402012"/>
              <a:gd name="connsiteX978" fmla="*/ 9933092 w 21052572"/>
              <a:gd name="connsiteY978" fmla="*/ 5100447 h 8402012"/>
              <a:gd name="connsiteX979" fmla="*/ 9855643 w 21052572"/>
              <a:gd name="connsiteY979" fmla="*/ 5165398 h 8402012"/>
              <a:gd name="connsiteX980" fmla="*/ 9682459 w 21052572"/>
              <a:gd name="connsiteY980" fmla="*/ 5248752 h 8402012"/>
              <a:gd name="connsiteX981" fmla="*/ 9643734 w 21052572"/>
              <a:gd name="connsiteY981" fmla="*/ 5242257 h 8402012"/>
              <a:gd name="connsiteX982" fmla="*/ 9656642 w 21052572"/>
              <a:gd name="connsiteY982" fmla="*/ 5184883 h 8402012"/>
              <a:gd name="connsiteX983" fmla="*/ 9714729 w 21052572"/>
              <a:gd name="connsiteY983" fmla="*/ 5178388 h 8402012"/>
              <a:gd name="connsiteX984" fmla="*/ 9784648 w 21052572"/>
              <a:gd name="connsiteY984" fmla="*/ 5139417 h 8402012"/>
              <a:gd name="connsiteX985" fmla="*/ 9894469 w 21052572"/>
              <a:gd name="connsiteY985" fmla="*/ 5094662 h 8402012"/>
              <a:gd name="connsiteX986" fmla="*/ 10170157 w 21052572"/>
              <a:gd name="connsiteY986" fmla="*/ 5076219 h 8402012"/>
              <a:gd name="connsiteX987" fmla="*/ 10152195 w 21052572"/>
              <a:gd name="connsiteY987" fmla="*/ 5103519 h 8402012"/>
              <a:gd name="connsiteX988" fmla="*/ 10170157 w 21052572"/>
              <a:gd name="connsiteY988" fmla="*/ 5076219 h 8402012"/>
              <a:gd name="connsiteX989" fmla="*/ 8640487 w 21052572"/>
              <a:gd name="connsiteY989" fmla="*/ 5074026 h 8402012"/>
              <a:gd name="connsiteX990" fmla="*/ 8621142 w 21052572"/>
              <a:gd name="connsiteY990" fmla="*/ 5164297 h 8402012"/>
              <a:gd name="connsiteX991" fmla="*/ 8717867 w 21052572"/>
              <a:gd name="connsiteY991" fmla="*/ 5119161 h 8402012"/>
              <a:gd name="connsiteX992" fmla="*/ 8640487 w 21052572"/>
              <a:gd name="connsiteY992" fmla="*/ 5074026 h 8402012"/>
              <a:gd name="connsiteX993" fmla="*/ 8454559 w 21052572"/>
              <a:gd name="connsiteY993" fmla="*/ 5074026 h 8402012"/>
              <a:gd name="connsiteX994" fmla="*/ 8473904 w 21052572"/>
              <a:gd name="connsiteY994" fmla="*/ 5099818 h 8402012"/>
              <a:gd name="connsiteX995" fmla="*/ 8454559 w 21052572"/>
              <a:gd name="connsiteY995" fmla="*/ 5074026 h 8402012"/>
              <a:gd name="connsiteX996" fmla="*/ 19004928 w 21052572"/>
              <a:gd name="connsiteY996" fmla="*/ 5073353 h 8402012"/>
              <a:gd name="connsiteX997" fmla="*/ 18958632 w 21052572"/>
              <a:gd name="connsiteY997" fmla="*/ 5099807 h 8402012"/>
              <a:gd name="connsiteX998" fmla="*/ 19004928 w 21052572"/>
              <a:gd name="connsiteY998" fmla="*/ 5073353 h 8402012"/>
              <a:gd name="connsiteX999" fmla="*/ 564229 w 21052572"/>
              <a:gd name="connsiteY999" fmla="*/ 5054682 h 8402012"/>
              <a:gd name="connsiteX1000" fmla="*/ 564229 w 21052572"/>
              <a:gd name="connsiteY1000" fmla="*/ 5086922 h 8402012"/>
              <a:gd name="connsiteX1001" fmla="*/ 660959 w 21052572"/>
              <a:gd name="connsiteY1001" fmla="*/ 5119161 h 8402012"/>
              <a:gd name="connsiteX1002" fmla="*/ 585688 w 21052572"/>
              <a:gd name="connsiteY1002" fmla="*/ 5081078 h 8402012"/>
              <a:gd name="connsiteX1003" fmla="*/ 579117 w 21052572"/>
              <a:gd name="connsiteY1003" fmla="*/ 5072998 h 8402012"/>
              <a:gd name="connsiteX1004" fmla="*/ 564733 w 21052572"/>
              <a:gd name="connsiteY1004" fmla="*/ 5072998 h 8402012"/>
              <a:gd name="connsiteX1005" fmla="*/ 567180 w 21052572"/>
              <a:gd name="connsiteY1005" fmla="*/ 5058312 h 8402012"/>
              <a:gd name="connsiteX1006" fmla="*/ 10246302 w 21052572"/>
              <a:gd name="connsiteY1006" fmla="*/ 5014603 h 8402012"/>
              <a:gd name="connsiteX1007" fmla="*/ 10264917 w 21052572"/>
              <a:gd name="connsiteY1007" fmla="*/ 5070447 h 8402012"/>
              <a:gd name="connsiteX1008" fmla="*/ 10209073 w 21052572"/>
              <a:gd name="connsiteY1008" fmla="*/ 5070447 h 8402012"/>
              <a:gd name="connsiteX1009" fmla="*/ 10246302 w 21052572"/>
              <a:gd name="connsiteY1009" fmla="*/ 5014603 h 8402012"/>
              <a:gd name="connsiteX1010" fmla="*/ 19470520 w 21052572"/>
              <a:gd name="connsiteY1010" fmla="*/ 5009861 h 8402012"/>
              <a:gd name="connsiteX1011" fmla="*/ 19507412 w 21052572"/>
              <a:gd name="connsiteY1011" fmla="*/ 5028307 h 8402012"/>
              <a:gd name="connsiteX1012" fmla="*/ 19470520 w 21052572"/>
              <a:gd name="connsiteY1012" fmla="*/ 5009861 h 8402012"/>
              <a:gd name="connsiteX1013" fmla="*/ 756601 w 21052572"/>
              <a:gd name="connsiteY1013" fmla="*/ 5009547 h 8402012"/>
              <a:gd name="connsiteX1014" fmla="*/ 775945 w 21052572"/>
              <a:gd name="connsiteY1014" fmla="*/ 5041786 h 8402012"/>
              <a:gd name="connsiteX1015" fmla="*/ 756601 w 21052572"/>
              <a:gd name="connsiteY1015" fmla="*/ 5009547 h 8402012"/>
              <a:gd name="connsiteX1016" fmla="*/ 20526484 w 21052572"/>
              <a:gd name="connsiteY1016" fmla="*/ 4986166 h 8402012"/>
              <a:gd name="connsiteX1017" fmla="*/ 20508520 w 21052572"/>
              <a:gd name="connsiteY1017" fmla="*/ 5008875 h 8402012"/>
              <a:gd name="connsiteX1018" fmla="*/ 20526484 w 21052572"/>
              <a:gd name="connsiteY1018" fmla="*/ 4986166 h 8402012"/>
              <a:gd name="connsiteX1019" fmla="*/ 10620430 w 21052572"/>
              <a:gd name="connsiteY1019" fmla="*/ 4986166 h 8402012"/>
              <a:gd name="connsiteX1020" fmla="*/ 10602468 w 21052572"/>
              <a:gd name="connsiteY1020" fmla="*/ 5008875 h 8402012"/>
              <a:gd name="connsiteX1021" fmla="*/ 10620430 w 21052572"/>
              <a:gd name="connsiteY1021" fmla="*/ 4986166 h 8402012"/>
              <a:gd name="connsiteX1022" fmla="*/ 18511956 w 21052572"/>
              <a:gd name="connsiteY1022" fmla="*/ 4986163 h 8402012"/>
              <a:gd name="connsiteX1023" fmla="*/ 18491480 w 21052572"/>
              <a:gd name="connsiteY1023" fmla="*/ 5041988 h 8402012"/>
              <a:gd name="connsiteX1024" fmla="*/ 18511956 w 21052572"/>
              <a:gd name="connsiteY1024" fmla="*/ 4986163 h 8402012"/>
              <a:gd name="connsiteX1025" fmla="*/ 10471575 w 21052572"/>
              <a:gd name="connsiteY1025" fmla="*/ 4953900 h 8402012"/>
              <a:gd name="connsiteX1026" fmla="*/ 10511311 w 21052572"/>
              <a:gd name="connsiteY1026" fmla="*/ 4967634 h 8402012"/>
              <a:gd name="connsiteX1027" fmla="*/ 10431839 w 21052572"/>
              <a:gd name="connsiteY1027" fmla="*/ 4954708 h 8402012"/>
              <a:gd name="connsiteX1028" fmla="*/ 10471575 w 21052572"/>
              <a:gd name="connsiteY1028" fmla="*/ 4953900 h 8402012"/>
              <a:gd name="connsiteX1029" fmla="*/ 20071412 w 21052572"/>
              <a:gd name="connsiteY1029" fmla="*/ 4952987 h 8402012"/>
              <a:gd name="connsiteX1030" fmla="*/ 20053508 w 21052572"/>
              <a:gd name="connsiteY1030" fmla="*/ 4985096 h 8402012"/>
              <a:gd name="connsiteX1031" fmla="*/ 20071412 w 21052572"/>
              <a:gd name="connsiteY1031" fmla="*/ 4952987 h 8402012"/>
              <a:gd name="connsiteX1032" fmla="*/ 10500786 w 21052572"/>
              <a:gd name="connsiteY1032" fmla="*/ 4948464 h 8402012"/>
              <a:gd name="connsiteX1033" fmla="*/ 10500539 w 21052572"/>
              <a:gd name="connsiteY1033" fmla="*/ 4948798 h 8402012"/>
              <a:gd name="connsiteX1034" fmla="*/ 10498199 w 21052572"/>
              <a:gd name="connsiteY1034" fmla="*/ 4951959 h 8402012"/>
              <a:gd name="connsiteX1035" fmla="*/ 10507348 w 21052572"/>
              <a:gd name="connsiteY1035" fmla="*/ 4939596 h 8402012"/>
              <a:gd name="connsiteX1036" fmla="*/ 10500786 w 21052572"/>
              <a:gd name="connsiteY1036" fmla="*/ 4948464 h 8402012"/>
              <a:gd name="connsiteX1037" fmla="*/ 10505397 w 21052572"/>
              <a:gd name="connsiteY1037" fmla="*/ 4942232 h 8402012"/>
              <a:gd name="connsiteX1038" fmla="*/ 9030624 w 21052572"/>
              <a:gd name="connsiteY1038" fmla="*/ 4938515 h 8402012"/>
              <a:gd name="connsiteX1039" fmla="*/ 9037359 w 21052572"/>
              <a:gd name="connsiteY1039" fmla="*/ 4951986 h 8402012"/>
              <a:gd name="connsiteX1040" fmla="*/ 9019397 w 21052572"/>
              <a:gd name="connsiteY1040" fmla="*/ 4951986 h 8402012"/>
              <a:gd name="connsiteX1041" fmla="*/ 9030624 w 21052572"/>
              <a:gd name="connsiteY1041" fmla="*/ 4938515 h 8402012"/>
              <a:gd name="connsiteX1042" fmla="*/ 10509716 w 21052572"/>
              <a:gd name="connsiteY1042" fmla="*/ 4936395 h 8402012"/>
              <a:gd name="connsiteX1043" fmla="*/ 10509536 w 21052572"/>
              <a:gd name="connsiteY1043" fmla="*/ 4936639 h 8402012"/>
              <a:gd name="connsiteX1044" fmla="*/ 10507348 w 21052572"/>
              <a:gd name="connsiteY1044" fmla="*/ 4939596 h 8402012"/>
              <a:gd name="connsiteX1045" fmla="*/ 20469608 w 21052572"/>
              <a:gd name="connsiteY1045" fmla="*/ 4919808 h 8402012"/>
              <a:gd name="connsiteX1046" fmla="*/ 20451648 w 21052572"/>
              <a:gd name="connsiteY1046" fmla="*/ 4951914 h 8402012"/>
              <a:gd name="connsiteX1047" fmla="*/ 20469608 w 21052572"/>
              <a:gd name="connsiteY1047" fmla="*/ 4919808 h 8402012"/>
              <a:gd name="connsiteX1048" fmla="*/ 20033552 w 21052572"/>
              <a:gd name="connsiteY1048" fmla="*/ 4919808 h 8402012"/>
              <a:gd name="connsiteX1049" fmla="*/ 20015588 w 21052572"/>
              <a:gd name="connsiteY1049" fmla="*/ 4951914 h 8402012"/>
              <a:gd name="connsiteX1050" fmla="*/ 20033552 w 21052572"/>
              <a:gd name="connsiteY1050" fmla="*/ 4919808 h 8402012"/>
              <a:gd name="connsiteX1051" fmla="*/ 19318852 w 21052572"/>
              <a:gd name="connsiteY1051" fmla="*/ 4919808 h 8402012"/>
              <a:gd name="connsiteX1052" fmla="*/ 19355744 w 21052572"/>
              <a:gd name="connsiteY1052" fmla="*/ 4938254 h 8402012"/>
              <a:gd name="connsiteX1053" fmla="*/ 19318852 w 21052572"/>
              <a:gd name="connsiteY1053" fmla="*/ 4919808 h 8402012"/>
              <a:gd name="connsiteX1054" fmla="*/ 18811700 w 21052572"/>
              <a:gd name="connsiteY1054" fmla="*/ 4919808 h 8402012"/>
              <a:gd name="connsiteX1055" fmla="*/ 18834408 w 21052572"/>
              <a:gd name="connsiteY1055" fmla="*/ 4945916 h 8402012"/>
              <a:gd name="connsiteX1056" fmla="*/ 18811700 w 21052572"/>
              <a:gd name="connsiteY1056" fmla="*/ 4985078 h 8402012"/>
              <a:gd name="connsiteX1057" fmla="*/ 18811700 w 21052572"/>
              <a:gd name="connsiteY1057" fmla="*/ 4919808 h 8402012"/>
              <a:gd name="connsiteX1058" fmla="*/ 10360246 w 21052572"/>
              <a:gd name="connsiteY1058" fmla="*/ 4911208 h 8402012"/>
              <a:gd name="connsiteX1059" fmla="*/ 10369227 w 21052572"/>
              <a:gd name="connsiteY1059" fmla="*/ 4918433 h 8402012"/>
              <a:gd name="connsiteX1060" fmla="*/ 10357252 w 21052572"/>
              <a:gd name="connsiteY1060" fmla="*/ 4937698 h 8402012"/>
              <a:gd name="connsiteX1061" fmla="*/ 10351265 w 21052572"/>
              <a:gd name="connsiteY1061" fmla="*/ 4918433 h 8402012"/>
              <a:gd name="connsiteX1062" fmla="*/ 10360246 w 21052572"/>
              <a:gd name="connsiteY1062" fmla="*/ 4911208 h 8402012"/>
              <a:gd name="connsiteX1063" fmla="*/ 8774828 w 21052572"/>
              <a:gd name="connsiteY1063" fmla="*/ 4907455 h 8402012"/>
              <a:gd name="connsiteX1064" fmla="*/ 8755483 w 21052572"/>
              <a:gd name="connsiteY1064" fmla="*/ 4952590 h 8402012"/>
              <a:gd name="connsiteX1065" fmla="*/ 8794173 w 21052572"/>
              <a:gd name="connsiteY1065" fmla="*/ 4952590 h 8402012"/>
              <a:gd name="connsiteX1066" fmla="*/ 8774828 w 21052572"/>
              <a:gd name="connsiteY1066" fmla="*/ 4907455 h 8402012"/>
              <a:gd name="connsiteX1067" fmla="*/ 10303105 w 21052572"/>
              <a:gd name="connsiteY1067" fmla="*/ 4893974 h 8402012"/>
              <a:gd name="connsiteX1068" fmla="*/ 10318280 w 21052572"/>
              <a:gd name="connsiteY1068" fmla="*/ 4916251 h 8402012"/>
              <a:gd name="connsiteX1069" fmla="*/ 10170446 w 21052572"/>
              <a:gd name="connsiteY1069" fmla="*/ 5011947 h 8402012"/>
              <a:gd name="connsiteX1070" fmla="*/ 9957867 w 21052572"/>
              <a:gd name="connsiteY1070" fmla="*/ 5089363 h 8402012"/>
              <a:gd name="connsiteX1071" fmla="*/ 10015058 w 21052572"/>
              <a:gd name="connsiteY1071" fmla="*/ 5044203 h 8402012"/>
              <a:gd name="connsiteX1072" fmla="*/ 10221163 w 21052572"/>
              <a:gd name="connsiteY1072" fmla="*/ 4942057 h 8402012"/>
              <a:gd name="connsiteX1073" fmla="*/ 10303105 w 21052572"/>
              <a:gd name="connsiteY1073" fmla="*/ 4893974 h 8402012"/>
              <a:gd name="connsiteX1074" fmla="*/ 18749056 w 21052572"/>
              <a:gd name="connsiteY1074" fmla="*/ 4888505 h 8402012"/>
              <a:gd name="connsiteX1075" fmla="*/ 18712164 w 21052572"/>
              <a:gd name="connsiteY1075" fmla="*/ 4921572 h 8402012"/>
              <a:gd name="connsiteX1076" fmla="*/ 18749056 w 21052572"/>
              <a:gd name="connsiteY1076" fmla="*/ 4888505 h 8402012"/>
              <a:gd name="connsiteX1077" fmla="*/ 18673220 w 21052572"/>
              <a:gd name="connsiteY1077" fmla="*/ 4888505 h 8402012"/>
              <a:gd name="connsiteX1078" fmla="*/ 18636328 w 21052572"/>
              <a:gd name="connsiteY1078" fmla="*/ 4921572 h 8402012"/>
              <a:gd name="connsiteX1079" fmla="*/ 18673220 w 21052572"/>
              <a:gd name="connsiteY1079" fmla="*/ 4888505 h 8402012"/>
              <a:gd name="connsiteX1080" fmla="*/ 10319911 w 21052572"/>
              <a:gd name="connsiteY1080" fmla="*/ 4867669 h 8402012"/>
              <a:gd name="connsiteX1081" fmla="*/ 10319911 w 21052572"/>
              <a:gd name="connsiteY1081" fmla="*/ 4904561 h 8402012"/>
              <a:gd name="connsiteX1082" fmla="*/ 10313348 w 21052572"/>
              <a:gd name="connsiteY1082" fmla="*/ 4886115 h 8402012"/>
              <a:gd name="connsiteX1083" fmla="*/ 10319911 w 21052572"/>
              <a:gd name="connsiteY1083" fmla="*/ 4867669 h 8402012"/>
              <a:gd name="connsiteX1084" fmla="*/ 17791656 w 21052572"/>
              <a:gd name="connsiteY1084" fmla="*/ 4858192 h 8402012"/>
              <a:gd name="connsiteX1085" fmla="*/ 17773696 w 21052572"/>
              <a:gd name="connsiteY1085" fmla="*/ 4890301 h 8402012"/>
              <a:gd name="connsiteX1086" fmla="*/ 17791656 w 21052572"/>
              <a:gd name="connsiteY1086" fmla="*/ 4858192 h 8402012"/>
              <a:gd name="connsiteX1087" fmla="*/ 10473929 w 21052572"/>
              <a:gd name="connsiteY1087" fmla="*/ 4849945 h 8402012"/>
              <a:gd name="connsiteX1088" fmla="*/ 10487579 w 21052572"/>
              <a:gd name="connsiteY1088" fmla="*/ 4857623 h 8402012"/>
              <a:gd name="connsiteX1089" fmla="*/ 10460279 w 21052572"/>
              <a:gd name="connsiteY1089" fmla="*/ 4857623 h 8402012"/>
              <a:gd name="connsiteX1090" fmla="*/ 10473929 w 21052572"/>
              <a:gd name="connsiteY1090" fmla="*/ 4849945 h 8402012"/>
              <a:gd name="connsiteX1091" fmla="*/ 10433287 w 21052572"/>
              <a:gd name="connsiteY1091" fmla="*/ 4848262 h 8402012"/>
              <a:gd name="connsiteX1092" fmla="*/ 10468703 w 21052572"/>
              <a:gd name="connsiteY1092" fmla="*/ 4866891 h 8402012"/>
              <a:gd name="connsiteX1093" fmla="*/ 10393921 w 21052572"/>
              <a:gd name="connsiteY1093" fmla="*/ 4918728 h 8402012"/>
              <a:gd name="connsiteX1094" fmla="*/ 10393921 w 21052572"/>
              <a:gd name="connsiteY1094" fmla="*/ 4853932 h 8402012"/>
              <a:gd name="connsiteX1095" fmla="*/ 10433287 w 21052572"/>
              <a:gd name="connsiteY1095" fmla="*/ 4848262 h 8402012"/>
              <a:gd name="connsiteX1096" fmla="*/ 18692208 w 21052572"/>
              <a:gd name="connsiteY1096" fmla="*/ 4825013 h 8402012"/>
              <a:gd name="connsiteX1097" fmla="*/ 18674244 w 21052572"/>
              <a:gd name="connsiteY1097" fmla="*/ 4857119 h 8402012"/>
              <a:gd name="connsiteX1098" fmla="*/ 18692208 w 21052572"/>
              <a:gd name="connsiteY1098" fmla="*/ 4825013 h 8402012"/>
              <a:gd name="connsiteX1099" fmla="*/ 17034300 w 21052572"/>
              <a:gd name="connsiteY1099" fmla="*/ 4825013 h 8402012"/>
              <a:gd name="connsiteX1100" fmla="*/ 17113768 w 21052572"/>
              <a:gd name="connsiteY1100" fmla="*/ 4825013 h 8402012"/>
              <a:gd name="connsiteX1101" fmla="*/ 17093900 w 21052572"/>
              <a:gd name="connsiteY1101" fmla="*/ 4890283 h 8402012"/>
              <a:gd name="connsiteX1102" fmla="*/ 17034300 w 21052572"/>
              <a:gd name="connsiteY1102" fmla="*/ 4825013 h 8402012"/>
              <a:gd name="connsiteX1103" fmla="*/ 18128180 w 21052572"/>
              <a:gd name="connsiteY1103" fmla="*/ 4801314 h 8402012"/>
              <a:gd name="connsiteX1104" fmla="*/ 18110216 w 21052572"/>
              <a:gd name="connsiteY1104" fmla="*/ 4824026 h 8402012"/>
              <a:gd name="connsiteX1105" fmla="*/ 18128180 w 21052572"/>
              <a:gd name="connsiteY1105" fmla="*/ 4801314 h 8402012"/>
              <a:gd name="connsiteX1106" fmla="*/ 10792058 w 21052572"/>
              <a:gd name="connsiteY1106" fmla="*/ 4801314 h 8402012"/>
              <a:gd name="connsiteX1107" fmla="*/ 10847883 w 21052572"/>
              <a:gd name="connsiteY1107" fmla="*/ 4813728 h 8402012"/>
              <a:gd name="connsiteX1108" fmla="*/ 10792058 w 21052572"/>
              <a:gd name="connsiteY1108" fmla="*/ 4801314 h 8402012"/>
              <a:gd name="connsiteX1109" fmla="*/ 16981132 w 21052572"/>
              <a:gd name="connsiteY1109" fmla="*/ 4798154 h 8402012"/>
              <a:gd name="connsiteX1110" fmla="*/ 16944240 w 21052572"/>
              <a:gd name="connsiteY1110" fmla="*/ 4822378 h 8402012"/>
              <a:gd name="connsiteX1111" fmla="*/ 16981132 w 21052572"/>
              <a:gd name="connsiteY1111" fmla="*/ 4798154 h 8402012"/>
              <a:gd name="connsiteX1112" fmla="*/ 10836717 w 21052572"/>
              <a:gd name="connsiteY1112" fmla="*/ 4794560 h 8402012"/>
              <a:gd name="connsiteX1113" fmla="*/ 10834717 w 21052572"/>
              <a:gd name="connsiteY1113" fmla="*/ 4800247 h 8402012"/>
              <a:gd name="connsiteX1114" fmla="*/ 10836256 w 21052572"/>
              <a:gd name="connsiteY1114" fmla="*/ 4795871 h 8402012"/>
              <a:gd name="connsiteX1115" fmla="*/ 10839455 w 21052572"/>
              <a:gd name="connsiteY1115" fmla="*/ 4786775 h 8402012"/>
              <a:gd name="connsiteX1116" fmla="*/ 10839453 w 21052572"/>
              <a:gd name="connsiteY1116" fmla="*/ 4786781 h 8402012"/>
              <a:gd name="connsiteX1117" fmla="*/ 10836717 w 21052572"/>
              <a:gd name="connsiteY1117" fmla="*/ 4794560 h 8402012"/>
              <a:gd name="connsiteX1118" fmla="*/ 10841932 w 21052572"/>
              <a:gd name="connsiteY1118" fmla="*/ 4779733 h 8402012"/>
              <a:gd name="connsiteX1119" fmla="*/ 10839455 w 21052572"/>
              <a:gd name="connsiteY1119" fmla="*/ 4786775 h 8402012"/>
              <a:gd name="connsiteX1120" fmla="*/ 10839874 w 21052572"/>
              <a:gd name="connsiteY1120" fmla="*/ 4785584 h 8402012"/>
              <a:gd name="connsiteX1121" fmla="*/ 18546272 w 21052572"/>
              <a:gd name="connsiteY1121" fmla="*/ 4779392 h 8402012"/>
              <a:gd name="connsiteX1122" fmla="*/ 18635256 w 21052572"/>
              <a:gd name="connsiteY1122" fmla="*/ 4810892 h 8402012"/>
              <a:gd name="connsiteX1123" fmla="*/ 18584868 w 21052572"/>
              <a:gd name="connsiteY1123" fmla="*/ 4823927 h 8402012"/>
              <a:gd name="connsiteX1124" fmla="*/ 18546272 w 21052572"/>
              <a:gd name="connsiteY1124" fmla="*/ 4779392 h 8402012"/>
              <a:gd name="connsiteX1125" fmla="*/ 10842295 w 21052572"/>
              <a:gd name="connsiteY1125" fmla="*/ 4778701 h 8402012"/>
              <a:gd name="connsiteX1126" fmla="*/ 10842177 w 21052572"/>
              <a:gd name="connsiteY1126" fmla="*/ 4779038 h 8402012"/>
              <a:gd name="connsiteX1127" fmla="*/ 10841932 w 21052572"/>
              <a:gd name="connsiteY1127" fmla="*/ 4779733 h 8402012"/>
              <a:gd name="connsiteX1128" fmla="*/ 10137816 w 21052572"/>
              <a:gd name="connsiteY1128" fmla="*/ 4777406 h 8402012"/>
              <a:gd name="connsiteX1129" fmla="*/ 10151170 w 21052572"/>
              <a:gd name="connsiteY1129" fmla="*/ 4779645 h 8402012"/>
              <a:gd name="connsiteX1130" fmla="*/ 10126575 w 21052572"/>
              <a:gd name="connsiteY1130" fmla="*/ 4819143 h 8402012"/>
              <a:gd name="connsiteX1131" fmla="*/ 10137816 w 21052572"/>
              <a:gd name="connsiteY1131" fmla="*/ 4777406 h 8402012"/>
              <a:gd name="connsiteX1132" fmla="*/ 9125313 w 21052572"/>
              <a:gd name="connsiteY1132" fmla="*/ 4777143 h 8402012"/>
              <a:gd name="connsiteX1133" fmla="*/ 9136800 w 21052572"/>
              <a:gd name="connsiteY1133" fmla="*/ 4779702 h 8402012"/>
              <a:gd name="connsiteX1134" fmla="*/ 9123672 w 21052572"/>
              <a:gd name="connsiteY1134" fmla="*/ 4800177 h 8402012"/>
              <a:gd name="connsiteX1135" fmla="*/ 9125313 w 21052572"/>
              <a:gd name="connsiteY1135" fmla="*/ 4777143 h 8402012"/>
              <a:gd name="connsiteX1136" fmla="*/ 10876858 w 21052572"/>
              <a:gd name="connsiteY1136" fmla="*/ 4773666 h 8402012"/>
              <a:gd name="connsiteX1137" fmla="*/ 10904780 w 21052572"/>
              <a:gd name="connsiteY1137" fmla="*/ 4780775 h 8402012"/>
              <a:gd name="connsiteX1138" fmla="*/ 10848936 w 21052572"/>
              <a:gd name="connsiteY1138" fmla="*/ 4780775 h 8402012"/>
              <a:gd name="connsiteX1139" fmla="*/ 10876858 w 21052572"/>
              <a:gd name="connsiteY1139" fmla="*/ 4773666 h 8402012"/>
              <a:gd name="connsiteX1140" fmla="*/ 10603896 w 21052572"/>
              <a:gd name="connsiteY1140" fmla="*/ 4772874 h 8402012"/>
              <a:gd name="connsiteX1141" fmla="*/ 10623303 w 21052572"/>
              <a:gd name="connsiteY1141" fmla="*/ 4823262 h 8402012"/>
              <a:gd name="connsiteX1142" fmla="*/ 10566161 w 21052572"/>
              <a:gd name="connsiteY1142" fmla="*/ 4823262 h 8402012"/>
              <a:gd name="connsiteX1143" fmla="*/ 10629772 w 21052572"/>
              <a:gd name="connsiteY1143" fmla="*/ 4861857 h 8402012"/>
              <a:gd name="connsiteX1144" fmla="*/ 10687992 w 21052572"/>
              <a:gd name="connsiteY1144" fmla="*/ 4855425 h 8402012"/>
              <a:gd name="connsiteX1145" fmla="*/ 10681523 w 21052572"/>
              <a:gd name="connsiteY1145" fmla="*/ 4894020 h 8402012"/>
              <a:gd name="connsiteX1146" fmla="*/ 10528426 w 21052572"/>
              <a:gd name="connsiteY1146" fmla="*/ 4945480 h 8402012"/>
              <a:gd name="connsiteX1147" fmla="*/ 10540285 w 21052572"/>
              <a:gd name="connsiteY1147" fmla="*/ 4881155 h 8402012"/>
              <a:gd name="connsiteX1148" fmla="*/ 10483144 w 21052572"/>
              <a:gd name="connsiteY1148" fmla="*/ 4816830 h 8402012"/>
              <a:gd name="connsiteX1149" fmla="*/ 10553223 w 21052572"/>
              <a:gd name="connsiteY1149" fmla="*/ 4785739 h 8402012"/>
              <a:gd name="connsiteX1150" fmla="*/ 10603896 w 21052572"/>
              <a:gd name="connsiteY1150" fmla="*/ 4772874 h 8402012"/>
              <a:gd name="connsiteX1151" fmla="*/ 18469436 w 21052572"/>
              <a:gd name="connsiteY1151" fmla="*/ 4768136 h 8402012"/>
              <a:gd name="connsiteX1152" fmla="*/ 18451476 w 21052572"/>
              <a:gd name="connsiteY1152" fmla="*/ 4800242 h 8402012"/>
              <a:gd name="connsiteX1153" fmla="*/ 18469436 w 21052572"/>
              <a:gd name="connsiteY1153" fmla="*/ 4768136 h 8402012"/>
              <a:gd name="connsiteX1154" fmla="*/ 18052244 w 21052572"/>
              <a:gd name="connsiteY1154" fmla="*/ 4768136 h 8402012"/>
              <a:gd name="connsiteX1155" fmla="*/ 18039120 w 21052572"/>
              <a:gd name="connsiteY1155" fmla="*/ 4800242 h 8402012"/>
              <a:gd name="connsiteX1156" fmla="*/ 18052244 w 21052572"/>
              <a:gd name="connsiteY1156" fmla="*/ 4768136 h 8402012"/>
              <a:gd name="connsiteX1157" fmla="*/ 17791656 w 21052572"/>
              <a:gd name="connsiteY1157" fmla="*/ 4768136 h 8402012"/>
              <a:gd name="connsiteX1158" fmla="*/ 17773696 w 21052572"/>
              <a:gd name="connsiteY1158" fmla="*/ 4800242 h 8402012"/>
              <a:gd name="connsiteX1159" fmla="*/ 17791656 w 21052572"/>
              <a:gd name="connsiteY1159" fmla="*/ 4768136 h 8402012"/>
              <a:gd name="connsiteX1160" fmla="*/ 10635650 w 21052572"/>
              <a:gd name="connsiteY1160" fmla="*/ 4768136 h 8402012"/>
              <a:gd name="connsiteX1161" fmla="*/ 10672542 w 21052572"/>
              <a:gd name="connsiteY1161" fmla="*/ 4768136 h 8402012"/>
              <a:gd name="connsiteX1162" fmla="*/ 10672542 w 21052572"/>
              <a:gd name="connsiteY1162" fmla="*/ 4800242 h 8402012"/>
              <a:gd name="connsiteX1163" fmla="*/ 10635650 w 21052572"/>
              <a:gd name="connsiteY1163" fmla="*/ 4800242 h 8402012"/>
              <a:gd name="connsiteX1164" fmla="*/ 10635650 w 21052572"/>
              <a:gd name="connsiteY1164" fmla="*/ 4768136 h 8402012"/>
              <a:gd name="connsiteX1165" fmla="*/ 10949944 w 21052572"/>
              <a:gd name="connsiteY1165" fmla="*/ 4767878 h 8402012"/>
              <a:gd name="connsiteX1166" fmla="*/ 10975884 w 21052572"/>
              <a:gd name="connsiteY1166" fmla="*/ 4795547 h 8402012"/>
              <a:gd name="connsiteX1167" fmla="*/ 10938992 w 21052572"/>
              <a:gd name="connsiteY1167" fmla="*/ 4777101 h 8402012"/>
              <a:gd name="connsiteX1168" fmla="*/ 10949944 w 21052572"/>
              <a:gd name="connsiteY1168" fmla="*/ 4767878 h 8402012"/>
              <a:gd name="connsiteX1169" fmla="*/ 10185638 w 21052572"/>
              <a:gd name="connsiteY1169" fmla="*/ 4763302 h 8402012"/>
              <a:gd name="connsiteX1170" fmla="*/ 10193801 w 21052572"/>
              <a:gd name="connsiteY1170" fmla="*/ 4767567 h 8402012"/>
              <a:gd name="connsiteX1171" fmla="*/ 10188534 w 21052572"/>
              <a:gd name="connsiteY1171" fmla="*/ 4781217 h 8402012"/>
              <a:gd name="connsiteX1172" fmla="*/ 10182214 w 21052572"/>
              <a:gd name="connsiteY1172" fmla="*/ 4774392 h 8402012"/>
              <a:gd name="connsiteX1173" fmla="*/ 10185638 w 21052572"/>
              <a:gd name="connsiteY1173" fmla="*/ 4763302 h 8402012"/>
              <a:gd name="connsiteX1174" fmla="*/ 10895156 w 21052572"/>
              <a:gd name="connsiteY1174" fmla="*/ 4759796 h 8402012"/>
              <a:gd name="connsiteX1175" fmla="*/ 10894121 w 21052572"/>
              <a:gd name="connsiteY1175" fmla="*/ 4761922 h 8402012"/>
              <a:gd name="connsiteX1176" fmla="*/ 10891595 w 21052572"/>
              <a:gd name="connsiteY1176" fmla="*/ 4767110 h 8402012"/>
              <a:gd name="connsiteX1177" fmla="*/ 10899173 w 21052572"/>
              <a:gd name="connsiteY1177" fmla="*/ 4751546 h 8402012"/>
              <a:gd name="connsiteX1178" fmla="*/ 10898331 w 21052572"/>
              <a:gd name="connsiteY1178" fmla="*/ 4753276 h 8402012"/>
              <a:gd name="connsiteX1179" fmla="*/ 10895156 w 21052572"/>
              <a:gd name="connsiteY1179" fmla="*/ 4759796 h 8402012"/>
              <a:gd name="connsiteX1180" fmla="*/ 16830588 w 21052572"/>
              <a:gd name="connsiteY1180" fmla="*/ 4734957 h 8402012"/>
              <a:gd name="connsiteX1181" fmla="*/ 16824072 w 21052572"/>
              <a:gd name="connsiteY1181" fmla="*/ 4798153 h 8402012"/>
              <a:gd name="connsiteX1182" fmla="*/ 16753468 w 21052572"/>
              <a:gd name="connsiteY1182" fmla="*/ 4798153 h 8402012"/>
              <a:gd name="connsiteX1183" fmla="*/ 16740434 w 21052572"/>
              <a:gd name="connsiteY1183" fmla="*/ 4760236 h 8402012"/>
              <a:gd name="connsiteX1184" fmla="*/ 16830588 w 21052572"/>
              <a:gd name="connsiteY1184" fmla="*/ 4734957 h 8402012"/>
              <a:gd name="connsiteX1185" fmla="*/ 10772103 w 21052572"/>
              <a:gd name="connsiteY1185" fmla="*/ 4734957 h 8402012"/>
              <a:gd name="connsiteX1186" fmla="*/ 10754141 w 21052572"/>
              <a:gd name="connsiteY1186" fmla="*/ 4767066 h 8402012"/>
              <a:gd name="connsiteX1187" fmla="*/ 10772103 w 21052572"/>
              <a:gd name="connsiteY1187" fmla="*/ 4734957 h 8402012"/>
              <a:gd name="connsiteX1188" fmla="*/ 17720956 w 21052572"/>
              <a:gd name="connsiteY1188" fmla="*/ 4731916 h 8402012"/>
              <a:gd name="connsiteX1189" fmla="*/ 17753672 w 21052572"/>
              <a:gd name="connsiteY1189" fmla="*/ 4735100 h 8402012"/>
              <a:gd name="connsiteX1190" fmla="*/ 17702600 w 21052572"/>
              <a:gd name="connsiteY1190" fmla="*/ 4766934 h 8402012"/>
              <a:gd name="connsiteX1191" fmla="*/ 17720956 w 21052572"/>
              <a:gd name="connsiteY1191" fmla="*/ 4731916 h 8402012"/>
              <a:gd name="connsiteX1192" fmla="*/ 10073497 w 21052572"/>
              <a:gd name="connsiteY1192" fmla="*/ 4706519 h 8402012"/>
              <a:gd name="connsiteX1193" fmla="*/ 10113178 w 21052572"/>
              <a:gd name="connsiteY1193" fmla="*/ 4706519 h 8402012"/>
              <a:gd name="connsiteX1194" fmla="*/ 10113178 w 21052572"/>
              <a:gd name="connsiteY1194" fmla="*/ 4751409 h 8402012"/>
              <a:gd name="connsiteX1195" fmla="*/ 10066883 w 21052572"/>
              <a:gd name="connsiteY1195" fmla="*/ 4814467 h 8402012"/>
              <a:gd name="connsiteX1196" fmla="*/ 10073497 w 21052572"/>
              <a:gd name="connsiteY1196" fmla="*/ 4706519 h 8402012"/>
              <a:gd name="connsiteX1197" fmla="*/ 11170162 w 21052572"/>
              <a:gd name="connsiteY1197" fmla="*/ 4687559 h 8402012"/>
              <a:gd name="connsiteX1198" fmla="*/ 11014830 w 21052572"/>
              <a:gd name="connsiteY1198" fmla="*/ 4767031 h 8402012"/>
              <a:gd name="connsiteX1199" fmla="*/ 11170162 w 21052572"/>
              <a:gd name="connsiteY1199" fmla="*/ 4687559 h 8402012"/>
              <a:gd name="connsiteX1200" fmla="*/ 18254092 w 21052572"/>
              <a:gd name="connsiteY1200" fmla="*/ 4678082 h 8402012"/>
              <a:gd name="connsiteX1201" fmla="*/ 18279776 w 21052572"/>
              <a:gd name="connsiteY1201" fmla="*/ 4710191 h 8402012"/>
              <a:gd name="connsiteX1202" fmla="*/ 18247672 w 21052572"/>
              <a:gd name="connsiteY1202" fmla="*/ 4690926 h 8402012"/>
              <a:gd name="connsiteX1203" fmla="*/ 18254092 w 21052572"/>
              <a:gd name="connsiteY1203" fmla="*/ 4678082 h 8402012"/>
              <a:gd name="connsiteX1204" fmla="*/ 15943158 w 21052572"/>
              <a:gd name="connsiteY1204" fmla="*/ 4678082 h 8402012"/>
              <a:gd name="connsiteX1205" fmla="*/ 15925194 w 21052572"/>
              <a:gd name="connsiteY1205" fmla="*/ 4710191 h 8402012"/>
              <a:gd name="connsiteX1206" fmla="*/ 15943158 w 21052572"/>
              <a:gd name="connsiteY1206" fmla="*/ 4678082 h 8402012"/>
              <a:gd name="connsiteX1207" fmla="*/ 9137891 w 21052572"/>
              <a:gd name="connsiteY1207" fmla="*/ 4678082 h 8402012"/>
              <a:gd name="connsiteX1208" fmla="*/ 9155853 w 21052572"/>
              <a:gd name="connsiteY1208" fmla="*/ 4710191 h 8402012"/>
              <a:gd name="connsiteX1209" fmla="*/ 9137891 w 21052572"/>
              <a:gd name="connsiteY1209" fmla="*/ 4678082 h 8402012"/>
              <a:gd name="connsiteX1210" fmla="*/ 10144541 w 21052572"/>
              <a:gd name="connsiteY1210" fmla="*/ 4678079 h 8402012"/>
              <a:gd name="connsiteX1211" fmla="*/ 10151105 w 21052572"/>
              <a:gd name="connsiteY1211" fmla="*/ 4691207 h 8402012"/>
              <a:gd name="connsiteX1212" fmla="*/ 10144541 w 21052572"/>
              <a:gd name="connsiteY1212" fmla="*/ 4678079 h 8402012"/>
              <a:gd name="connsiteX1213" fmla="*/ 18415404 w 21052572"/>
              <a:gd name="connsiteY1213" fmla="*/ 4675440 h 8402012"/>
              <a:gd name="connsiteX1214" fmla="*/ 18450424 w 21052572"/>
              <a:gd name="connsiteY1214" fmla="*/ 4678703 h 8402012"/>
              <a:gd name="connsiteX1215" fmla="*/ 18394600 w 21052572"/>
              <a:gd name="connsiteY1215" fmla="*/ 4711338 h 8402012"/>
              <a:gd name="connsiteX1216" fmla="*/ 18415404 w 21052572"/>
              <a:gd name="connsiteY1216" fmla="*/ 4675440 h 8402012"/>
              <a:gd name="connsiteX1217" fmla="*/ 17583080 w 21052572"/>
              <a:gd name="connsiteY1217" fmla="*/ 4675216 h 8402012"/>
              <a:gd name="connsiteX1218" fmla="*/ 17546188 w 21052572"/>
              <a:gd name="connsiteY1218" fmla="*/ 4708283 h 8402012"/>
              <a:gd name="connsiteX1219" fmla="*/ 17583080 w 21052572"/>
              <a:gd name="connsiteY1219" fmla="*/ 4675216 h 8402012"/>
              <a:gd name="connsiteX1220" fmla="*/ 10144937 w 21052572"/>
              <a:gd name="connsiteY1220" fmla="*/ 4662858 h 8402012"/>
              <a:gd name="connsiteX1221" fmla="*/ 10142715 w 21052572"/>
              <a:gd name="connsiteY1221" fmla="*/ 4672307 h 8402012"/>
              <a:gd name="connsiteX1222" fmla="*/ 10144561 w 21052572"/>
              <a:gd name="connsiteY1222" fmla="*/ 4664454 h 8402012"/>
              <a:gd name="connsiteX1223" fmla="*/ 11203470 w 21052572"/>
              <a:gd name="connsiteY1223" fmla="*/ 4659122 h 8402012"/>
              <a:gd name="connsiteX1224" fmla="*/ 11222271 w 21052572"/>
              <a:gd name="connsiteY1224" fmla="*/ 4678275 h 8402012"/>
              <a:gd name="connsiteX1225" fmla="*/ 11190198 w 21052572"/>
              <a:gd name="connsiteY1225" fmla="*/ 4710197 h 8402012"/>
              <a:gd name="connsiteX1226" fmla="*/ 11203470 w 21052572"/>
              <a:gd name="connsiteY1226" fmla="*/ 4659122 h 8402012"/>
              <a:gd name="connsiteX1227" fmla="*/ 10152195 w 21052572"/>
              <a:gd name="connsiteY1227" fmla="*/ 4659122 h 8402012"/>
              <a:gd name="connsiteX1228" fmla="*/ 10208020 w 21052572"/>
              <a:gd name="connsiteY1228" fmla="*/ 4659122 h 8402012"/>
              <a:gd name="connsiteX1229" fmla="*/ 10152195 w 21052572"/>
              <a:gd name="connsiteY1229" fmla="*/ 4659122 h 8402012"/>
              <a:gd name="connsiteX1230" fmla="*/ 10146747 w 21052572"/>
              <a:gd name="connsiteY1230" fmla="*/ 4655152 h 8402012"/>
              <a:gd name="connsiteX1231" fmla="*/ 10146484 w 21052572"/>
              <a:gd name="connsiteY1231" fmla="*/ 4656274 h 8402012"/>
              <a:gd name="connsiteX1232" fmla="*/ 10144937 w 21052572"/>
              <a:gd name="connsiteY1232" fmla="*/ 4662858 h 8402012"/>
              <a:gd name="connsiteX1233" fmla="*/ 10148253 w 21052572"/>
              <a:gd name="connsiteY1233" fmla="*/ 4648748 h 8402012"/>
              <a:gd name="connsiteX1234" fmla="*/ 10146747 w 21052572"/>
              <a:gd name="connsiteY1234" fmla="*/ 4655152 h 8402012"/>
              <a:gd name="connsiteX1235" fmla="*/ 10147637 w 21052572"/>
              <a:gd name="connsiteY1235" fmla="*/ 4651366 h 8402012"/>
              <a:gd name="connsiteX1236" fmla="*/ 10148253 w 21052572"/>
              <a:gd name="connsiteY1236" fmla="*/ 4648748 h 8402012"/>
              <a:gd name="connsiteX1237" fmla="*/ 11273693 w 21052572"/>
              <a:gd name="connsiteY1237" fmla="*/ 4647442 h 8402012"/>
              <a:gd name="connsiteX1238" fmla="*/ 11276244 w 21052572"/>
              <a:gd name="connsiteY1238" fmla="*/ 4651947 h 8402012"/>
              <a:gd name="connsiteX1239" fmla="*/ 11276013 w 21052572"/>
              <a:gd name="connsiteY1239" fmla="*/ 4649220 h 8402012"/>
              <a:gd name="connsiteX1240" fmla="*/ 18209752 w 21052572"/>
              <a:gd name="connsiteY1240" fmla="*/ 4644903 h 8402012"/>
              <a:gd name="connsiteX1241" fmla="*/ 18246616 w 21052572"/>
              <a:gd name="connsiteY1241" fmla="*/ 4657201 h 8402012"/>
              <a:gd name="connsiteX1242" fmla="*/ 18209752 w 21052572"/>
              <a:gd name="connsiteY1242" fmla="*/ 4644903 h 8402012"/>
              <a:gd name="connsiteX1243" fmla="*/ 17488316 w 21052572"/>
              <a:gd name="connsiteY1243" fmla="*/ 4644903 h 8402012"/>
              <a:gd name="connsiteX1244" fmla="*/ 17470352 w 21052572"/>
              <a:gd name="connsiteY1244" fmla="*/ 4677009 h 8402012"/>
              <a:gd name="connsiteX1245" fmla="*/ 17488316 w 21052572"/>
              <a:gd name="connsiteY1245" fmla="*/ 4644903 h 8402012"/>
              <a:gd name="connsiteX1246" fmla="*/ 9178628 w 21052572"/>
              <a:gd name="connsiteY1246" fmla="*/ 4644903 h 8402012"/>
              <a:gd name="connsiteX1247" fmla="*/ 9203223 w 21052572"/>
              <a:gd name="connsiteY1247" fmla="*/ 4677538 h 8402012"/>
              <a:gd name="connsiteX1248" fmla="*/ 9166331 w 21052572"/>
              <a:gd name="connsiteY1248" fmla="*/ 4710173 h 8402012"/>
              <a:gd name="connsiteX1249" fmla="*/ 9178628 w 21052572"/>
              <a:gd name="connsiteY1249" fmla="*/ 4644903 h 8402012"/>
              <a:gd name="connsiteX1250" fmla="*/ 8530865 w 21052572"/>
              <a:gd name="connsiteY1250" fmla="*/ 4644165 h 8402012"/>
              <a:gd name="connsiteX1251" fmla="*/ 8543762 w 21052572"/>
              <a:gd name="connsiteY1251" fmla="*/ 4676405 h 8402012"/>
              <a:gd name="connsiteX1252" fmla="*/ 8530865 w 21052572"/>
              <a:gd name="connsiteY1252" fmla="*/ 4644165 h 8402012"/>
              <a:gd name="connsiteX1253" fmla="*/ 10433502 w 21052572"/>
              <a:gd name="connsiteY1253" fmla="*/ 4642838 h 8402012"/>
              <a:gd name="connsiteX1254" fmla="*/ 10472107 w 21052572"/>
              <a:gd name="connsiteY1254" fmla="*/ 4674957 h 8402012"/>
              <a:gd name="connsiteX1255" fmla="*/ 10433502 w 21052572"/>
              <a:gd name="connsiteY1255" fmla="*/ 4642838 h 8402012"/>
              <a:gd name="connsiteX1256" fmla="*/ 10395969 w 21052572"/>
              <a:gd name="connsiteY1256" fmla="*/ 4642838 h 8402012"/>
              <a:gd name="connsiteX1257" fmla="*/ 10414199 w 21052572"/>
              <a:gd name="connsiteY1257" fmla="*/ 4674957 h 8402012"/>
              <a:gd name="connsiteX1258" fmla="*/ 10395969 w 21052572"/>
              <a:gd name="connsiteY1258" fmla="*/ 4642838 h 8402012"/>
              <a:gd name="connsiteX1259" fmla="*/ 18906392 w 21052572"/>
              <a:gd name="connsiteY1259" fmla="*/ 4640853 h 8402012"/>
              <a:gd name="connsiteX1260" fmla="*/ 18990800 w 21052572"/>
              <a:gd name="connsiteY1260" fmla="*/ 4696762 h 8402012"/>
              <a:gd name="connsiteX1261" fmla="*/ 19189800 w 21052572"/>
              <a:gd name="connsiteY1261" fmla="*/ 4823944 h 8402012"/>
              <a:gd name="connsiteX1262" fmla="*/ 18887532 w 21052572"/>
              <a:gd name="connsiteY1262" fmla="*/ 4658287 h 8402012"/>
              <a:gd name="connsiteX1263" fmla="*/ 18906392 w 21052572"/>
              <a:gd name="connsiteY1263" fmla="*/ 4640853 h 8402012"/>
              <a:gd name="connsiteX1264" fmla="*/ 17702600 w 21052572"/>
              <a:gd name="connsiteY1264" fmla="*/ 4625946 h 8402012"/>
              <a:gd name="connsiteX1265" fmla="*/ 17868580 w 21052572"/>
              <a:gd name="connsiteY1265" fmla="*/ 4645427 h 8402012"/>
              <a:gd name="connsiteX1266" fmla="*/ 17990656 w 21052572"/>
              <a:gd name="connsiteY1266" fmla="*/ 4736340 h 8402012"/>
              <a:gd name="connsiteX1267" fmla="*/ 17702600 w 21052572"/>
              <a:gd name="connsiteY1267" fmla="*/ 4625946 h 8402012"/>
              <a:gd name="connsiteX1268" fmla="*/ 11276761 w 21052572"/>
              <a:gd name="connsiteY1268" fmla="*/ 4625943 h 8402012"/>
              <a:gd name="connsiteX1269" fmla="*/ 11283497 w 21052572"/>
              <a:gd name="connsiteY1269" fmla="*/ 4641996 h 8402012"/>
              <a:gd name="connsiteX1270" fmla="*/ 11278012 w 21052572"/>
              <a:gd name="connsiteY1270" fmla="*/ 4655068 h 8402012"/>
              <a:gd name="connsiteX1271" fmla="*/ 11279185 w 21052572"/>
              <a:gd name="connsiteY1271" fmla="*/ 4657139 h 8402012"/>
              <a:gd name="connsiteX1272" fmla="*/ 11247076 w 21052572"/>
              <a:gd name="connsiteY1272" fmla="*/ 4676980 h 8402012"/>
              <a:gd name="connsiteX1273" fmla="*/ 11260722 w 21052572"/>
              <a:gd name="connsiteY1273" fmla="*/ 4642259 h 8402012"/>
              <a:gd name="connsiteX1274" fmla="*/ 11271310 w 21052572"/>
              <a:gd name="connsiteY1274" fmla="*/ 4643482 h 8402012"/>
              <a:gd name="connsiteX1275" fmla="*/ 9296740 w 21052572"/>
              <a:gd name="connsiteY1275" fmla="*/ 4618208 h 8402012"/>
              <a:gd name="connsiteX1276" fmla="*/ 9360790 w 21052572"/>
              <a:gd name="connsiteY1276" fmla="*/ 4639049 h 8402012"/>
              <a:gd name="connsiteX1277" fmla="*/ 9468608 w 21052572"/>
              <a:gd name="connsiteY1277" fmla="*/ 4645462 h 8402012"/>
              <a:gd name="connsiteX1278" fmla="*/ 9264714 w 21052572"/>
              <a:gd name="connsiteY1278" fmla="*/ 4767300 h 8402012"/>
              <a:gd name="connsiteX1279" fmla="*/ 9258309 w 21052572"/>
              <a:gd name="connsiteY1279" fmla="*/ 4823944 h 8402012"/>
              <a:gd name="connsiteX1280" fmla="*/ 9258309 w 21052572"/>
              <a:gd name="connsiteY1280" fmla="*/ 4709587 h 8402012"/>
              <a:gd name="connsiteX1281" fmla="*/ 9303145 w 21052572"/>
              <a:gd name="connsiteY1281" fmla="*/ 4735237 h 8402012"/>
              <a:gd name="connsiteX1282" fmla="*/ 9303145 w 21052572"/>
              <a:gd name="connsiteY1282" fmla="*/ 4658287 h 8402012"/>
              <a:gd name="connsiteX1283" fmla="*/ 9277524 w 21052572"/>
              <a:gd name="connsiteY1283" fmla="*/ 4671112 h 8402012"/>
              <a:gd name="connsiteX1284" fmla="*/ 9232689 w 21052572"/>
              <a:gd name="connsiteY1284" fmla="*/ 4645462 h 8402012"/>
              <a:gd name="connsiteX1285" fmla="*/ 9296740 w 21052572"/>
              <a:gd name="connsiteY1285" fmla="*/ 4618208 h 8402012"/>
              <a:gd name="connsiteX1286" fmla="*/ 17431380 w 21052572"/>
              <a:gd name="connsiteY1286" fmla="*/ 4613600 h 8402012"/>
              <a:gd name="connsiteX1287" fmla="*/ 17394520 w 21052572"/>
              <a:gd name="connsiteY1287" fmla="*/ 4646667 h 8402012"/>
              <a:gd name="connsiteX1288" fmla="*/ 17431380 w 21052572"/>
              <a:gd name="connsiteY1288" fmla="*/ 4613600 h 8402012"/>
              <a:gd name="connsiteX1289" fmla="*/ 11298217 w 21052572"/>
              <a:gd name="connsiteY1289" fmla="*/ 4611724 h 8402012"/>
              <a:gd name="connsiteX1290" fmla="*/ 11280255 w 21052572"/>
              <a:gd name="connsiteY1290" fmla="*/ 4624568 h 8402012"/>
              <a:gd name="connsiteX1291" fmla="*/ 11298217 w 21052572"/>
              <a:gd name="connsiteY1291" fmla="*/ 4611724 h 8402012"/>
              <a:gd name="connsiteX1292" fmla="*/ 8777674 w 21052572"/>
              <a:gd name="connsiteY1292" fmla="*/ 4578549 h 8402012"/>
              <a:gd name="connsiteX1293" fmla="*/ 8814566 w 21052572"/>
              <a:gd name="connsiteY1293" fmla="*/ 4592091 h 8402012"/>
              <a:gd name="connsiteX1294" fmla="*/ 8777674 w 21052572"/>
              <a:gd name="connsiteY1294" fmla="*/ 4578549 h 8402012"/>
              <a:gd name="connsiteX1295" fmla="*/ 17673164 w 21052572"/>
              <a:gd name="connsiteY1295" fmla="*/ 4578546 h 8402012"/>
              <a:gd name="connsiteX1296" fmla="*/ 17655200 w 21052572"/>
              <a:gd name="connsiteY1296" fmla="*/ 4610616 h 8402012"/>
              <a:gd name="connsiteX1297" fmla="*/ 17673164 w 21052572"/>
              <a:gd name="connsiteY1297" fmla="*/ 4578546 h 8402012"/>
              <a:gd name="connsiteX1298" fmla="*/ 8738767 w 21052572"/>
              <a:gd name="connsiteY1298" fmla="*/ 4578546 h 8402012"/>
              <a:gd name="connsiteX1299" fmla="*/ 8733706 w 21052572"/>
              <a:gd name="connsiteY1299" fmla="*/ 4608269 h 8402012"/>
              <a:gd name="connsiteX1300" fmla="*/ 8728037 w 21052572"/>
              <a:gd name="connsiteY1300" fmla="*/ 4642987 h 8402012"/>
              <a:gd name="connsiteX1301" fmla="*/ 8729183 w 21052572"/>
              <a:gd name="connsiteY1301" fmla="*/ 4644335 h 8402012"/>
              <a:gd name="connsiteX1302" fmla="*/ 8722619 w 21052572"/>
              <a:gd name="connsiteY1302" fmla="*/ 4657985 h 8402012"/>
              <a:gd name="connsiteX1303" fmla="*/ 8724465 w 21052572"/>
              <a:gd name="connsiteY1303" fmla="*/ 4638790 h 8402012"/>
              <a:gd name="connsiteX1304" fmla="*/ 8727446 w 21052572"/>
              <a:gd name="connsiteY1304" fmla="*/ 4642293 h 8402012"/>
              <a:gd name="connsiteX1305" fmla="*/ 8722242 w 21052572"/>
              <a:gd name="connsiteY1305" fmla="*/ 4625204 h 8402012"/>
              <a:gd name="connsiteX1306" fmla="*/ 8738767 w 21052572"/>
              <a:gd name="connsiteY1306" fmla="*/ 4578546 h 8402012"/>
              <a:gd name="connsiteX1307" fmla="*/ 18831844 w 21052572"/>
              <a:gd name="connsiteY1307" fmla="*/ 4554847 h 8402012"/>
              <a:gd name="connsiteX1308" fmla="*/ 18837272 w 21052572"/>
              <a:gd name="connsiteY1308" fmla="*/ 4610672 h 8402012"/>
              <a:gd name="connsiteX1309" fmla="*/ 18792740 w 21052572"/>
              <a:gd name="connsiteY1309" fmla="*/ 4610672 h 8402012"/>
              <a:gd name="connsiteX1310" fmla="*/ 18831844 w 21052572"/>
              <a:gd name="connsiteY1310" fmla="*/ 4554847 h 8402012"/>
              <a:gd name="connsiteX1311" fmla="*/ 18886480 w 21052572"/>
              <a:gd name="connsiteY1311" fmla="*/ 4550108 h 8402012"/>
              <a:gd name="connsiteX1312" fmla="*/ 18849616 w 21052572"/>
              <a:gd name="connsiteY1312" fmla="*/ 4624891 h 8402012"/>
              <a:gd name="connsiteX1313" fmla="*/ 18886480 w 21052572"/>
              <a:gd name="connsiteY1313" fmla="*/ 4550108 h 8402012"/>
              <a:gd name="connsiteX1314" fmla="*/ 17242848 w 21052572"/>
              <a:gd name="connsiteY1314" fmla="*/ 4550108 h 8402012"/>
              <a:gd name="connsiteX1315" fmla="*/ 17298688 w 21052572"/>
              <a:gd name="connsiteY1315" fmla="*/ 4569659 h 8402012"/>
              <a:gd name="connsiteX1316" fmla="*/ 17242848 w 21052572"/>
              <a:gd name="connsiteY1316" fmla="*/ 4550108 h 8402012"/>
              <a:gd name="connsiteX1317" fmla="*/ 9398577 w 21052572"/>
              <a:gd name="connsiteY1317" fmla="*/ 4550108 h 8402012"/>
              <a:gd name="connsiteX1318" fmla="*/ 9416539 w 21052572"/>
              <a:gd name="connsiteY1318" fmla="*/ 4582214 h 8402012"/>
              <a:gd name="connsiteX1319" fmla="*/ 9398577 w 21052572"/>
              <a:gd name="connsiteY1319" fmla="*/ 4550108 h 8402012"/>
              <a:gd name="connsiteX1320" fmla="*/ 18211596 w 21052572"/>
              <a:gd name="connsiteY1320" fmla="*/ 4547306 h 8402012"/>
              <a:gd name="connsiteX1321" fmla="*/ 18246616 w 21052572"/>
              <a:gd name="connsiteY1321" fmla="*/ 4550537 h 8402012"/>
              <a:gd name="connsiteX1322" fmla="*/ 18190792 w 21052572"/>
              <a:gd name="connsiteY1322" fmla="*/ 4582852 h 8402012"/>
              <a:gd name="connsiteX1323" fmla="*/ 18211596 w 21052572"/>
              <a:gd name="connsiteY1323" fmla="*/ 4547306 h 8402012"/>
              <a:gd name="connsiteX1324" fmla="*/ 17521596 w 21052572"/>
              <a:gd name="connsiteY1324" fmla="*/ 4541769 h 8402012"/>
              <a:gd name="connsiteX1325" fmla="*/ 17568784 w 21052572"/>
              <a:gd name="connsiteY1325" fmla="*/ 4547398 h 8402012"/>
              <a:gd name="connsiteX1326" fmla="*/ 17489312 w 21052572"/>
              <a:gd name="connsiteY1326" fmla="*/ 4579559 h 8402012"/>
              <a:gd name="connsiteX1327" fmla="*/ 17521596 w 21052572"/>
              <a:gd name="connsiteY1327" fmla="*/ 4541769 h 8402012"/>
              <a:gd name="connsiteX1328" fmla="*/ 10380437 w 21052572"/>
              <a:gd name="connsiteY1328" fmla="*/ 4534505 h 8402012"/>
              <a:gd name="connsiteX1329" fmla="*/ 10299456 w 21052572"/>
              <a:gd name="connsiteY1329" fmla="*/ 4579672 h 8402012"/>
              <a:gd name="connsiteX1330" fmla="*/ 10414199 w 21052572"/>
              <a:gd name="connsiteY1330" fmla="*/ 4534705 h 8402012"/>
              <a:gd name="connsiteX1331" fmla="*/ 10380437 w 21052572"/>
              <a:gd name="connsiteY1331" fmla="*/ 4534505 h 8402012"/>
              <a:gd name="connsiteX1332" fmla="*/ 10828389 w 21052572"/>
              <a:gd name="connsiteY1332" fmla="*/ 4522962 h 8402012"/>
              <a:gd name="connsiteX1333" fmla="*/ 10867104 w 21052572"/>
              <a:gd name="connsiteY1333" fmla="*/ 4548816 h 8402012"/>
              <a:gd name="connsiteX1334" fmla="*/ 10828389 w 21052572"/>
              <a:gd name="connsiteY1334" fmla="*/ 4522962 h 8402012"/>
              <a:gd name="connsiteX1335" fmla="*/ 10433502 w 21052572"/>
              <a:gd name="connsiteY1335" fmla="*/ 4521858 h 8402012"/>
              <a:gd name="connsiteX1336" fmla="*/ 10452805 w 21052572"/>
              <a:gd name="connsiteY1336" fmla="*/ 4547553 h 8402012"/>
              <a:gd name="connsiteX1337" fmla="*/ 10433502 w 21052572"/>
              <a:gd name="connsiteY1337" fmla="*/ 4521858 h 8402012"/>
              <a:gd name="connsiteX1338" fmla="*/ 17469356 w 21052572"/>
              <a:gd name="connsiteY1338" fmla="*/ 4521671 h 8402012"/>
              <a:gd name="connsiteX1339" fmla="*/ 17451392 w 21052572"/>
              <a:gd name="connsiteY1339" fmla="*/ 4548971 h 8402012"/>
              <a:gd name="connsiteX1340" fmla="*/ 17469356 w 21052572"/>
              <a:gd name="connsiteY1340" fmla="*/ 4521671 h 8402012"/>
              <a:gd name="connsiteX1341" fmla="*/ 12132408 w 21052572"/>
              <a:gd name="connsiteY1341" fmla="*/ 4521671 h 8402012"/>
              <a:gd name="connsiteX1342" fmla="*/ 12114446 w 21052572"/>
              <a:gd name="connsiteY1342" fmla="*/ 4548971 h 8402012"/>
              <a:gd name="connsiteX1343" fmla="*/ 12132408 w 21052572"/>
              <a:gd name="connsiteY1343" fmla="*/ 4521671 h 8402012"/>
              <a:gd name="connsiteX1344" fmla="*/ 15988222 w 21052572"/>
              <a:gd name="connsiteY1344" fmla="*/ 4521668 h 8402012"/>
              <a:gd name="connsiteX1345" fmla="*/ 16018966 w 21052572"/>
              <a:gd name="connsiteY1345" fmla="*/ 4521668 h 8402012"/>
              <a:gd name="connsiteX1346" fmla="*/ 16006668 w 21052572"/>
              <a:gd name="connsiteY1346" fmla="*/ 4577512 h 8402012"/>
              <a:gd name="connsiteX1347" fmla="*/ 15982074 w 21052572"/>
              <a:gd name="connsiteY1347" fmla="*/ 4534078 h 8402012"/>
              <a:gd name="connsiteX1348" fmla="*/ 15988222 w 21052572"/>
              <a:gd name="connsiteY1348" fmla="*/ 4521668 h 8402012"/>
              <a:gd name="connsiteX1349" fmla="*/ 11593073 w 21052572"/>
              <a:gd name="connsiteY1349" fmla="*/ 4513221 h 8402012"/>
              <a:gd name="connsiteX1350" fmla="*/ 11620436 w 21052572"/>
              <a:gd name="connsiteY1350" fmla="*/ 4534554 h 8402012"/>
              <a:gd name="connsiteX1351" fmla="*/ 11375050 w 21052572"/>
              <a:gd name="connsiteY1351" fmla="*/ 4591707 h 8402012"/>
              <a:gd name="connsiteX1352" fmla="*/ 11503688 w 21052572"/>
              <a:gd name="connsiteY1352" fmla="*/ 4540904 h 8402012"/>
              <a:gd name="connsiteX1353" fmla="*/ 11593073 w 21052572"/>
              <a:gd name="connsiteY1353" fmla="*/ 4513221 h 8402012"/>
              <a:gd name="connsiteX1354" fmla="*/ 15504608 w 21052572"/>
              <a:gd name="connsiteY1354" fmla="*/ 4502711 h 8402012"/>
              <a:gd name="connsiteX1355" fmla="*/ 15516584 w 21052572"/>
              <a:gd name="connsiteY1355" fmla="*/ 4521975 h 8402012"/>
              <a:gd name="connsiteX1356" fmla="*/ 15498622 w 21052572"/>
              <a:gd name="connsiteY1356" fmla="*/ 4521975 h 8402012"/>
              <a:gd name="connsiteX1357" fmla="*/ 15504608 w 21052572"/>
              <a:gd name="connsiteY1357" fmla="*/ 4502711 h 8402012"/>
              <a:gd name="connsiteX1358" fmla="*/ 15969496 w 21052572"/>
              <a:gd name="connsiteY1358" fmla="*/ 4502238 h 8402012"/>
              <a:gd name="connsiteX1359" fmla="*/ 15980982 w 21052572"/>
              <a:gd name="connsiteY1359" fmla="*/ 4504797 h 8402012"/>
              <a:gd name="connsiteX1360" fmla="*/ 15967854 w 21052572"/>
              <a:gd name="connsiteY1360" fmla="*/ 4525272 h 8402012"/>
              <a:gd name="connsiteX1361" fmla="*/ 15969496 w 21052572"/>
              <a:gd name="connsiteY1361" fmla="*/ 4502238 h 8402012"/>
              <a:gd name="connsiteX1362" fmla="*/ 18128484 w 21052572"/>
              <a:gd name="connsiteY1362" fmla="*/ 4497969 h 8402012"/>
              <a:gd name="connsiteX1363" fmla="*/ 18147100 w 21052572"/>
              <a:gd name="connsiteY1363" fmla="*/ 4549044 h 8402012"/>
              <a:gd name="connsiteX1364" fmla="*/ 18091256 w 21052572"/>
              <a:gd name="connsiteY1364" fmla="*/ 4549044 h 8402012"/>
              <a:gd name="connsiteX1365" fmla="*/ 18128484 w 21052572"/>
              <a:gd name="connsiteY1365" fmla="*/ 4497969 h 8402012"/>
              <a:gd name="connsiteX1366" fmla="*/ 10605081 w 21052572"/>
              <a:gd name="connsiteY1366" fmla="*/ 4496163 h 8402012"/>
              <a:gd name="connsiteX1367" fmla="*/ 10580417 w 21052572"/>
              <a:gd name="connsiteY1367" fmla="*/ 4509010 h 8402012"/>
              <a:gd name="connsiteX1368" fmla="*/ 10510713 w 21052572"/>
              <a:gd name="connsiteY1368" fmla="*/ 4547553 h 8402012"/>
              <a:gd name="connsiteX1369" fmla="*/ 10510713 w 21052572"/>
              <a:gd name="connsiteY1369" fmla="*/ 4610720 h 8402012"/>
              <a:gd name="connsiteX1370" fmla="*/ 10573983 w 21052572"/>
              <a:gd name="connsiteY1370" fmla="*/ 4586095 h 8402012"/>
              <a:gd name="connsiteX1371" fmla="*/ 10624384 w 21052572"/>
              <a:gd name="connsiteY1371" fmla="*/ 4547553 h 8402012"/>
              <a:gd name="connsiteX1372" fmla="*/ 10605081 w 21052572"/>
              <a:gd name="connsiteY1372" fmla="*/ 4496163 h 8402012"/>
              <a:gd name="connsiteX1373" fmla="*/ 11329787 w 21052572"/>
              <a:gd name="connsiteY1373" fmla="*/ 4494038 h 8402012"/>
              <a:gd name="connsiteX1374" fmla="*/ 11355020 w 21052572"/>
              <a:gd name="connsiteY1374" fmla="*/ 4504829 h 8402012"/>
              <a:gd name="connsiteX1375" fmla="*/ 11027968 w 21052572"/>
              <a:gd name="connsiteY1375" fmla="*/ 4639289 h 8402012"/>
              <a:gd name="connsiteX1376" fmla="*/ 10945400 w 21052572"/>
              <a:gd name="connsiteY1376" fmla="*/ 4729646 h 8402012"/>
              <a:gd name="connsiteX1377" fmla="*/ 10913231 w 21052572"/>
              <a:gd name="connsiteY1377" fmla="*/ 4723192 h 8402012"/>
              <a:gd name="connsiteX1378" fmla="*/ 10792061 w 21052572"/>
              <a:gd name="connsiteY1378" fmla="*/ 4723192 h 8402012"/>
              <a:gd name="connsiteX1379" fmla="*/ 10848893 w 21052572"/>
              <a:gd name="connsiteY1379" fmla="*/ 4678013 h 8402012"/>
              <a:gd name="connsiteX1380" fmla="*/ 10861761 w 21052572"/>
              <a:gd name="connsiteY1380" fmla="*/ 4632835 h 8402012"/>
              <a:gd name="connsiteX1381" fmla="*/ 10913231 w 21052572"/>
              <a:gd name="connsiteY1381" fmla="*/ 4613472 h 8402012"/>
              <a:gd name="connsiteX1382" fmla="*/ 11027968 w 21052572"/>
              <a:gd name="connsiteY1382" fmla="*/ 4582278 h 8402012"/>
              <a:gd name="connsiteX1383" fmla="*/ 11079438 w 21052572"/>
              <a:gd name="connsiteY1383" fmla="*/ 4569369 h 8402012"/>
              <a:gd name="connsiteX1384" fmla="*/ 11105173 w 21052572"/>
              <a:gd name="connsiteY1384" fmla="*/ 4550007 h 8402012"/>
              <a:gd name="connsiteX1385" fmla="*/ 11245645 w 21052572"/>
              <a:gd name="connsiteY1385" fmla="*/ 4511283 h 8402012"/>
              <a:gd name="connsiteX1386" fmla="*/ 11329787 w 21052572"/>
              <a:gd name="connsiteY1386" fmla="*/ 4494038 h 8402012"/>
              <a:gd name="connsiteX1387" fmla="*/ 10886462 w 21052572"/>
              <a:gd name="connsiteY1387" fmla="*/ 4490646 h 8402012"/>
              <a:gd name="connsiteX1388" fmla="*/ 10905820 w 21052572"/>
              <a:gd name="connsiteY1388" fmla="*/ 4522962 h 8402012"/>
              <a:gd name="connsiteX1389" fmla="*/ 10886462 w 21052572"/>
              <a:gd name="connsiteY1389" fmla="*/ 4490646 h 8402012"/>
              <a:gd name="connsiteX1390" fmla="*/ 19298800 w 21052572"/>
              <a:gd name="connsiteY1390" fmla="*/ 4488492 h 8402012"/>
              <a:gd name="connsiteX1391" fmla="*/ 19285672 w 21052572"/>
              <a:gd name="connsiteY1391" fmla="*/ 4520601 h 8402012"/>
              <a:gd name="connsiteX1392" fmla="*/ 19298800 w 21052572"/>
              <a:gd name="connsiteY1392" fmla="*/ 4488492 h 8402012"/>
              <a:gd name="connsiteX1393" fmla="*/ 18045544 w 21052572"/>
              <a:gd name="connsiteY1393" fmla="*/ 4488492 h 8402012"/>
              <a:gd name="connsiteX1394" fmla="*/ 18071228 w 21052572"/>
              <a:gd name="connsiteY1394" fmla="*/ 4520601 h 8402012"/>
              <a:gd name="connsiteX1395" fmla="*/ 18039124 w 21052572"/>
              <a:gd name="connsiteY1395" fmla="*/ 4501336 h 8402012"/>
              <a:gd name="connsiteX1396" fmla="*/ 18045544 w 21052572"/>
              <a:gd name="connsiteY1396" fmla="*/ 4488492 h 8402012"/>
              <a:gd name="connsiteX1397" fmla="*/ 16786776 w 21052572"/>
              <a:gd name="connsiteY1397" fmla="*/ 4488492 h 8402012"/>
              <a:gd name="connsiteX1398" fmla="*/ 16768870 w 21052572"/>
              <a:gd name="connsiteY1398" fmla="*/ 4520601 h 8402012"/>
              <a:gd name="connsiteX1399" fmla="*/ 16786776 w 21052572"/>
              <a:gd name="connsiteY1399" fmla="*/ 4488492 h 8402012"/>
              <a:gd name="connsiteX1400" fmla="*/ 15824664 w 21052572"/>
              <a:gd name="connsiteY1400" fmla="*/ 4488492 h 8402012"/>
              <a:gd name="connsiteX1401" fmla="*/ 15806702 w 21052572"/>
              <a:gd name="connsiteY1401" fmla="*/ 4520601 h 8402012"/>
              <a:gd name="connsiteX1402" fmla="*/ 15824664 w 21052572"/>
              <a:gd name="connsiteY1402" fmla="*/ 4488492 h 8402012"/>
              <a:gd name="connsiteX1403" fmla="*/ 15203758 w 21052572"/>
              <a:gd name="connsiteY1403" fmla="*/ 4488492 h 8402012"/>
              <a:gd name="connsiteX1404" fmla="*/ 15185796 w 21052572"/>
              <a:gd name="connsiteY1404" fmla="*/ 4520601 h 8402012"/>
              <a:gd name="connsiteX1405" fmla="*/ 15203758 w 21052572"/>
              <a:gd name="connsiteY1405" fmla="*/ 4488492 h 8402012"/>
              <a:gd name="connsiteX1406" fmla="*/ 21021828 w 21052572"/>
              <a:gd name="connsiteY1406" fmla="*/ 4488489 h 8402012"/>
              <a:gd name="connsiteX1407" fmla="*/ 21052572 w 21052572"/>
              <a:gd name="connsiteY1407" fmla="*/ 4531923 h 8402012"/>
              <a:gd name="connsiteX1408" fmla="*/ 21015680 w 21052572"/>
              <a:gd name="connsiteY1408" fmla="*/ 4544333 h 8402012"/>
              <a:gd name="connsiteX1409" fmla="*/ 21021828 w 21052572"/>
              <a:gd name="connsiteY1409" fmla="*/ 4488489 h 8402012"/>
              <a:gd name="connsiteX1410" fmla="*/ 11356548 w 21052572"/>
              <a:gd name="connsiteY1410" fmla="*/ 4476785 h 8402012"/>
              <a:gd name="connsiteX1411" fmla="*/ 11351348 w 21052572"/>
              <a:gd name="connsiteY1411" fmla="*/ 4487464 h 8402012"/>
              <a:gd name="connsiteX1412" fmla="*/ 11353874 w 21052572"/>
              <a:gd name="connsiteY1412" fmla="*/ 4482276 h 8402012"/>
              <a:gd name="connsiteX1413" fmla="*/ 11358926 w 21052572"/>
              <a:gd name="connsiteY1413" fmla="*/ 4471900 h 8402012"/>
              <a:gd name="connsiteX1414" fmla="*/ 11358084 w 21052572"/>
              <a:gd name="connsiteY1414" fmla="*/ 4473630 h 8402012"/>
              <a:gd name="connsiteX1415" fmla="*/ 11356548 w 21052572"/>
              <a:gd name="connsiteY1415" fmla="*/ 4476785 h 8402012"/>
              <a:gd name="connsiteX1416" fmla="*/ 8903997 w 21052572"/>
              <a:gd name="connsiteY1416" fmla="*/ 4461474 h 8402012"/>
              <a:gd name="connsiteX1417" fmla="*/ 8858657 w 21052572"/>
              <a:gd name="connsiteY1417" fmla="*/ 4490490 h 8402012"/>
              <a:gd name="connsiteX1418" fmla="*/ 8755483 w 21052572"/>
              <a:gd name="connsiteY1418" fmla="*/ 4542073 h 8402012"/>
              <a:gd name="connsiteX1419" fmla="*/ 8640487 w 21052572"/>
              <a:gd name="connsiteY1419" fmla="*/ 4593656 h 8402012"/>
              <a:gd name="connsiteX1420" fmla="*/ 8711419 w 21052572"/>
              <a:gd name="connsiteY1420" fmla="*/ 4657061 h 8402012"/>
              <a:gd name="connsiteX1421" fmla="*/ 8679177 w 21052572"/>
              <a:gd name="connsiteY1421" fmla="*/ 4708644 h 8402012"/>
              <a:gd name="connsiteX1422" fmla="*/ 8903795 w 21052572"/>
              <a:gd name="connsiteY1422" fmla="*/ 4580760 h 8402012"/>
              <a:gd name="connsiteX1423" fmla="*/ 8916692 w 21052572"/>
              <a:gd name="connsiteY1423" fmla="*/ 4477594 h 8402012"/>
              <a:gd name="connsiteX1424" fmla="*/ 8903997 w 21052572"/>
              <a:gd name="connsiteY1424" fmla="*/ 4461474 h 8402012"/>
              <a:gd name="connsiteX1425" fmla="*/ 9096172 w 21052572"/>
              <a:gd name="connsiteY1425" fmla="*/ 4458250 h 8402012"/>
              <a:gd name="connsiteX1426" fmla="*/ 9109068 w 21052572"/>
              <a:gd name="connsiteY1426" fmla="*/ 4490490 h 8402012"/>
              <a:gd name="connsiteX1427" fmla="*/ 9096172 w 21052572"/>
              <a:gd name="connsiteY1427" fmla="*/ 4458250 h 8402012"/>
              <a:gd name="connsiteX1428" fmla="*/ 9018791 w 21052572"/>
              <a:gd name="connsiteY1428" fmla="*/ 4458250 h 8402012"/>
              <a:gd name="connsiteX1429" fmla="*/ 9038136 w 21052572"/>
              <a:gd name="connsiteY1429" fmla="*/ 4490490 h 8402012"/>
              <a:gd name="connsiteX1430" fmla="*/ 9018791 w 21052572"/>
              <a:gd name="connsiteY1430" fmla="*/ 4458250 h 8402012"/>
              <a:gd name="connsiteX1431" fmla="*/ 15336444 w 21052572"/>
              <a:gd name="connsiteY1431" fmla="*/ 4456721 h 8402012"/>
              <a:gd name="connsiteX1432" fmla="*/ 15299550 w 21052572"/>
              <a:gd name="connsiteY1432" fmla="*/ 4487464 h 8402012"/>
              <a:gd name="connsiteX1433" fmla="*/ 15336444 w 21052572"/>
              <a:gd name="connsiteY1433" fmla="*/ 4456721 h 8402012"/>
              <a:gd name="connsiteX1434" fmla="*/ 10955021 w 21052572"/>
              <a:gd name="connsiteY1434" fmla="*/ 4455098 h 8402012"/>
              <a:gd name="connsiteX1435" fmla="*/ 10918725 w 21052572"/>
              <a:gd name="connsiteY1435" fmla="*/ 4458330 h 8402012"/>
              <a:gd name="connsiteX1436" fmla="*/ 10976799 w 21052572"/>
              <a:gd name="connsiteY1436" fmla="*/ 4490646 h 8402012"/>
              <a:gd name="connsiteX1437" fmla="*/ 10955021 w 21052572"/>
              <a:gd name="connsiteY1437" fmla="*/ 4455098 h 8402012"/>
              <a:gd name="connsiteX1438" fmla="*/ 17957796 w 21052572"/>
              <a:gd name="connsiteY1438" fmla="*/ 4453298 h 8402012"/>
              <a:gd name="connsiteX1439" fmla="*/ 18038056 w 21052572"/>
              <a:gd name="connsiteY1439" fmla="*/ 4476858 h 8402012"/>
              <a:gd name="connsiteX1440" fmla="*/ 17930108 w 21052572"/>
              <a:gd name="connsiteY1440" fmla="*/ 4458243 h 8402012"/>
              <a:gd name="connsiteX1441" fmla="*/ 17957796 w 21052572"/>
              <a:gd name="connsiteY1441" fmla="*/ 4453298 h 8402012"/>
              <a:gd name="connsiteX1442" fmla="*/ 11464578 w 21052572"/>
              <a:gd name="connsiteY1442" fmla="*/ 4452268 h 8402012"/>
              <a:gd name="connsiteX1443" fmla="*/ 11506709 w 21052572"/>
              <a:gd name="connsiteY1443" fmla="*/ 4479401 h 8402012"/>
              <a:gd name="connsiteX1444" fmla="*/ 11431927 w 21052572"/>
              <a:gd name="connsiteY1444" fmla="*/ 4492170 h 8402012"/>
              <a:gd name="connsiteX1445" fmla="*/ 11464578 w 21052572"/>
              <a:gd name="connsiteY1445" fmla="*/ 4452268 h 8402012"/>
              <a:gd name="connsiteX1446" fmla="*/ 9374754 w 21052572"/>
              <a:gd name="connsiteY1446" fmla="*/ 4449044 h 8402012"/>
              <a:gd name="connsiteX1447" fmla="*/ 9383360 w 21052572"/>
              <a:gd name="connsiteY1447" fmla="*/ 4458676 h 8402012"/>
              <a:gd name="connsiteX1448" fmla="*/ 9378423 w 21052572"/>
              <a:gd name="connsiteY1448" fmla="*/ 4477742 h 8402012"/>
              <a:gd name="connsiteX1449" fmla="*/ 9378619 w 21052572"/>
              <a:gd name="connsiteY1449" fmla="*/ 4478014 h 8402012"/>
              <a:gd name="connsiteX1450" fmla="*/ 9360657 w 21052572"/>
              <a:gd name="connsiteY1450" fmla="*/ 4478014 h 8402012"/>
              <a:gd name="connsiteX1451" fmla="*/ 9365646 w 21052572"/>
              <a:gd name="connsiteY1451" fmla="*/ 4460052 h 8402012"/>
              <a:gd name="connsiteX1452" fmla="*/ 9375695 w 21052572"/>
              <a:gd name="connsiteY1452" fmla="*/ 4473966 h 8402012"/>
              <a:gd name="connsiteX1453" fmla="*/ 9365398 w 21052572"/>
              <a:gd name="connsiteY1453" fmla="*/ 4458676 h 8402012"/>
              <a:gd name="connsiteX1454" fmla="*/ 9374754 w 21052572"/>
              <a:gd name="connsiteY1454" fmla="*/ 4449044 h 8402012"/>
              <a:gd name="connsiteX1455" fmla="*/ 17366080 w 21052572"/>
              <a:gd name="connsiteY1455" fmla="*/ 4445836 h 8402012"/>
              <a:gd name="connsiteX1456" fmla="*/ 17431332 w 21052572"/>
              <a:gd name="connsiteY1456" fmla="*/ 4525306 h 8402012"/>
              <a:gd name="connsiteX1457" fmla="*/ 17372712 w 21052572"/>
              <a:gd name="connsiteY1457" fmla="*/ 4525306 h 8402012"/>
              <a:gd name="connsiteX1458" fmla="*/ 17366080 w 21052572"/>
              <a:gd name="connsiteY1458" fmla="*/ 4445836 h 8402012"/>
              <a:gd name="connsiteX1459" fmla="*/ 18455576 w 21052572"/>
              <a:gd name="connsiteY1459" fmla="*/ 4433297 h 8402012"/>
              <a:gd name="connsiteX1460" fmla="*/ 18469412 w 21052572"/>
              <a:gd name="connsiteY1460" fmla="*/ 4458982 h 8402012"/>
              <a:gd name="connsiteX1461" fmla="*/ 18432520 w 21052572"/>
              <a:gd name="connsiteY1461" fmla="*/ 4446140 h 8402012"/>
              <a:gd name="connsiteX1462" fmla="*/ 18455576 w 21052572"/>
              <a:gd name="connsiteY1462" fmla="*/ 4433297 h 8402012"/>
              <a:gd name="connsiteX1463" fmla="*/ 11540338 w 21052572"/>
              <a:gd name="connsiteY1463" fmla="*/ 4431807 h 8402012"/>
              <a:gd name="connsiteX1464" fmla="*/ 11563606 w 21052572"/>
              <a:gd name="connsiteY1464" fmla="*/ 4457345 h 8402012"/>
              <a:gd name="connsiteX1465" fmla="*/ 11519105 w 21052572"/>
              <a:gd name="connsiteY1465" fmla="*/ 4454652 h 8402012"/>
              <a:gd name="connsiteX1466" fmla="*/ 11512377 w 21052572"/>
              <a:gd name="connsiteY1466" fmla="*/ 4448676 h 8402012"/>
              <a:gd name="connsiteX1467" fmla="*/ 11513251 w 21052572"/>
              <a:gd name="connsiteY1467" fmla="*/ 4449846 h 8402012"/>
              <a:gd name="connsiteX1468" fmla="*/ 11516244 w 21052572"/>
              <a:gd name="connsiteY1468" fmla="*/ 4458676 h 8402012"/>
              <a:gd name="connsiteX1469" fmla="*/ 11510257 w 21052572"/>
              <a:gd name="connsiteY1469" fmla="*/ 4477939 h 8402012"/>
              <a:gd name="connsiteX1470" fmla="*/ 11503521 w 21052572"/>
              <a:gd name="connsiteY1470" fmla="*/ 4459478 h 8402012"/>
              <a:gd name="connsiteX1471" fmla="*/ 11509928 w 21052572"/>
              <a:gd name="connsiteY1471" fmla="*/ 4446500 h 8402012"/>
              <a:gd name="connsiteX1472" fmla="*/ 11507762 w 21052572"/>
              <a:gd name="connsiteY1472" fmla="*/ 4444576 h 8402012"/>
              <a:gd name="connsiteX1473" fmla="*/ 11540338 w 21052572"/>
              <a:gd name="connsiteY1473" fmla="*/ 4431807 h 8402012"/>
              <a:gd name="connsiteX1474" fmla="*/ 10716226 w 21052572"/>
              <a:gd name="connsiteY1474" fmla="*/ 4426876 h 8402012"/>
              <a:gd name="connsiteX1475" fmla="*/ 10748335 w 21052572"/>
              <a:gd name="connsiteY1475" fmla="*/ 4459511 h 8402012"/>
              <a:gd name="connsiteX1476" fmla="*/ 10716226 w 21052572"/>
              <a:gd name="connsiteY1476" fmla="*/ 4492146 h 8402012"/>
              <a:gd name="connsiteX1477" fmla="*/ 10716226 w 21052572"/>
              <a:gd name="connsiteY1477" fmla="*/ 4426876 h 8402012"/>
              <a:gd name="connsiteX1478" fmla="*/ 10014741 w 21052572"/>
              <a:gd name="connsiteY1478" fmla="*/ 4426876 h 8402012"/>
              <a:gd name="connsiteX1479" fmla="*/ 10032703 w 21052572"/>
              <a:gd name="connsiteY1479" fmla="*/ 4458982 h 8402012"/>
              <a:gd name="connsiteX1480" fmla="*/ 10014741 w 21052572"/>
              <a:gd name="connsiteY1480" fmla="*/ 4426876 h 8402012"/>
              <a:gd name="connsiteX1481" fmla="*/ 15539128 w 21052572"/>
              <a:gd name="connsiteY1481" fmla="*/ 4421748 h 8402012"/>
              <a:gd name="connsiteX1482" fmla="*/ 15559156 w 21052572"/>
              <a:gd name="connsiteY1482" fmla="*/ 4425881 h 8402012"/>
              <a:gd name="connsiteX1483" fmla="*/ 15489142 w 21052572"/>
              <a:gd name="connsiteY1483" fmla="*/ 4458949 h 8402012"/>
              <a:gd name="connsiteX1484" fmla="*/ 15539128 w 21052572"/>
              <a:gd name="connsiteY1484" fmla="*/ 4421748 h 8402012"/>
              <a:gd name="connsiteX1485" fmla="*/ 9661633 w 21052572"/>
              <a:gd name="connsiteY1485" fmla="*/ 4419118 h 8402012"/>
              <a:gd name="connsiteX1486" fmla="*/ 9706876 w 21052572"/>
              <a:gd name="connsiteY1486" fmla="*/ 4444971 h 8402012"/>
              <a:gd name="connsiteX1487" fmla="*/ 9732729 w 21052572"/>
              <a:gd name="connsiteY1487" fmla="*/ 4483750 h 8402012"/>
              <a:gd name="connsiteX1488" fmla="*/ 9790899 w 21052572"/>
              <a:gd name="connsiteY1488" fmla="*/ 4522530 h 8402012"/>
              <a:gd name="connsiteX1489" fmla="*/ 9609927 w 21052572"/>
              <a:gd name="connsiteY1489" fmla="*/ 4611939 h 8402012"/>
              <a:gd name="connsiteX1490" fmla="*/ 9507591 w 21052572"/>
              <a:gd name="connsiteY1490" fmla="*/ 4611939 h 8402012"/>
              <a:gd name="connsiteX1491" fmla="*/ 9546371 w 21052572"/>
              <a:gd name="connsiteY1491" fmla="*/ 4611939 h 8402012"/>
              <a:gd name="connsiteX1492" fmla="*/ 9577610 w 21052572"/>
              <a:gd name="connsiteY1492" fmla="*/ 4464361 h 8402012"/>
              <a:gd name="connsiteX1493" fmla="*/ 9674559 w 21052572"/>
              <a:gd name="connsiteY1493" fmla="*/ 4477287 h 8402012"/>
              <a:gd name="connsiteX1494" fmla="*/ 9674697 w 21052572"/>
              <a:gd name="connsiteY1494" fmla="*/ 4476977 h 8402012"/>
              <a:gd name="connsiteX1495" fmla="*/ 9673982 w 21052572"/>
              <a:gd name="connsiteY1495" fmla="*/ 4456268 h 8402012"/>
              <a:gd name="connsiteX1496" fmla="*/ 9678940 w 21052572"/>
              <a:gd name="connsiteY1496" fmla="*/ 4453559 h 8402012"/>
              <a:gd name="connsiteX1497" fmla="*/ 9686569 w 21052572"/>
              <a:gd name="connsiteY1497" fmla="*/ 4458586 h 8402012"/>
              <a:gd name="connsiteX1498" fmla="*/ 9687486 w 21052572"/>
              <a:gd name="connsiteY1498" fmla="*/ 4457897 h 8402012"/>
              <a:gd name="connsiteX1499" fmla="*/ 9661633 w 21052572"/>
              <a:gd name="connsiteY1499" fmla="*/ 4419118 h 8402012"/>
              <a:gd name="connsiteX1500" fmla="*/ 383018 w 21052572"/>
              <a:gd name="connsiteY1500" fmla="*/ 4418305 h 8402012"/>
              <a:gd name="connsiteX1501" fmla="*/ 439616 w 21052572"/>
              <a:gd name="connsiteY1501" fmla="*/ 4426508 h 8402012"/>
              <a:gd name="connsiteX1502" fmla="*/ 341176 w 21052572"/>
              <a:gd name="connsiteY1502" fmla="*/ 4459322 h 8402012"/>
              <a:gd name="connsiteX1503" fmla="*/ 383018 w 21052572"/>
              <a:gd name="connsiteY1503" fmla="*/ 4418305 h 8402012"/>
              <a:gd name="connsiteX1504" fmla="*/ 17280144 w 21052572"/>
              <a:gd name="connsiteY1504" fmla="*/ 4416376 h 8402012"/>
              <a:gd name="connsiteX1505" fmla="*/ 17341292 w 21052572"/>
              <a:gd name="connsiteY1505" fmla="*/ 4426095 h 8402012"/>
              <a:gd name="connsiteX1506" fmla="*/ 17321724 w 21052572"/>
              <a:gd name="connsiteY1506" fmla="*/ 4477932 h 8402012"/>
              <a:gd name="connsiteX1507" fmla="*/ 17289112 w 21052572"/>
              <a:gd name="connsiteY1507" fmla="*/ 4471453 h 8402012"/>
              <a:gd name="connsiteX1508" fmla="*/ 17223888 w 21052572"/>
              <a:gd name="connsiteY1508" fmla="*/ 4445534 h 8402012"/>
              <a:gd name="connsiteX1509" fmla="*/ 17280144 w 21052572"/>
              <a:gd name="connsiteY1509" fmla="*/ 4416376 h 8402012"/>
              <a:gd name="connsiteX1510" fmla="*/ 11931121 w 21052572"/>
              <a:gd name="connsiteY1510" fmla="*/ 4412654 h 8402012"/>
              <a:gd name="connsiteX1511" fmla="*/ 11956957 w 21052572"/>
              <a:gd name="connsiteY1511" fmla="*/ 4445267 h 8402012"/>
              <a:gd name="connsiteX1512" fmla="*/ 11764257 w 21052572"/>
              <a:gd name="connsiteY1512" fmla="*/ 4490926 h 8402012"/>
              <a:gd name="connsiteX1513" fmla="*/ 11680288 w 21052572"/>
              <a:gd name="connsiteY1513" fmla="*/ 4510493 h 8402012"/>
              <a:gd name="connsiteX1514" fmla="*/ 11632146 w 21052572"/>
              <a:gd name="connsiteY1514" fmla="*/ 4516914 h 8402012"/>
              <a:gd name="connsiteX1515" fmla="*/ 11619328 w 21052572"/>
              <a:gd name="connsiteY1515" fmla="*/ 4506123 h 8402012"/>
              <a:gd name="connsiteX1516" fmla="*/ 11624279 w 21052572"/>
              <a:gd name="connsiteY1516" fmla="*/ 4523463 h 8402012"/>
              <a:gd name="connsiteX1517" fmla="*/ 11612034 w 21052572"/>
              <a:gd name="connsiteY1517" fmla="*/ 4521157 h 8402012"/>
              <a:gd name="connsiteX1518" fmla="*/ 11617665 w 21052572"/>
              <a:gd name="connsiteY1518" fmla="*/ 4504723 h 8402012"/>
              <a:gd name="connsiteX1519" fmla="*/ 11616772 w 21052572"/>
              <a:gd name="connsiteY1519" fmla="*/ 4503971 h 8402012"/>
              <a:gd name="connsiteX1520" fmla="*/ 11618067 w 21052572"/>
              <a:gd name="connsiteY1520" fmla="*/ 4503548 h 8402012"/>
              <a:gd name="connsiteX1521" fmla="*/ 11618354 w 21052572"/>
              <a:gd name="connsiteY1521" fmla="*/ 4502711 h 8402012"/>
              <a:gd name="connsiteX1522" fmla="*/ 11618548 w 21052572"/>
              <a:gd name="connsiteY1522" fmla="*/ 4503391 h 8402012"/>
              <a:gd name="connsiteX1523" fmla="*/ 11796554 w 21052572"/>
              <a:gd name="connsiteY1523" fmla="*/ 4445267 h 8402012"/>
              <a:gd name="connsiteX1524" fmla="*/ 11885906 w 21052572"/>
              <a:gd name="connsiteY1524" fmla="*/ 4425699 h 8402012"/>
              <a:gd name="connsiteX1525" fmla="*/ 11931121 w 21052572"/>
              <a:gd name="connsiteY1525" fmla="*/ 4412654 h 8402012"/>
              <a:gd name="connsiteX1526" fmla="*/ 10624384 w 21052572"/>
              <a:gd name="connsiteY1526" fmla="*/ 4412654 h 8402012"/>
              <a:gd name="connsiteX1527" fmla="*/ 10605081 w 21052572"/>
              <a:gd name="connsiteY1527" fmla="*/ 4444773 h 8402012"/>
              <a:gd name="connsiteX1528" fmla="*/ 10660275 w 21052572"/>
              <a:gd name="connsiteY1528" fmla="*/ 4459226 h 8402012"/>
              <a:gd name="connsiteX1529" fmla="*/ 10673742 w 21052572"/>
              <a:gd name="connsiteY1529" fmla="*/ 4474493 h 8402012"/>
              <a:gd name="connsiteX1530" fmla="*/ 10668826 w 21052572"/>
              <a:gd name="connsiteY1530" fmla="*/ 4458676 h 8402012"/>
              <a:gd name="connsiteX1531" fmla="*/ 10686788 w 21052572"/>
              <a:gd name="connsiteY1531" fmla="*/ 4458676 h 8402012"/>
              <a:gd name="connsiteX1532" fmla="*/ 10675627 w 21052572"/>
              <a:gd name="connsiteY1532" fmla="*/ 4476630 h 8402012"/>
              <a:gd name="connsiteX1533" fmla="*/ 10675858 w 21052572"/>
              <a:gd name="connsiteY1533" fmla="*/ 4476892 h 8402012"/>
              <a:gd name="connsiteX1534" fmla="*/ 10675464 w 21052572"/>
              <a:gd name="connsiteY1534" fmla="*/ 4476892 h 8402012"/>
              <a:gd name="connsiteX1535" fmla="*/ 10674813 w 21052572"/>
              <a:gd name="connsiteY1535" fmla="*/ 4477939 h 8402012"/>
              <a:gd name="connsiteX1536" fmla="*/ 10674487 w 21052572"/>
              <a:gd name="connsiteY1536" fmla="*/ 4476892 h 8402012"/>
              <a:gd name="connsiteX1537" fmla="*/ 10659772 w 21052572"/>
              <a:gd name="connsiteY1537" fmla="*/ 4476892 h 8402012"/>
              <a:gd name="connsiteX1538" fmla="*/ 10643687 w 21052572"/>
              <a:gd name="connsiteY1538" fmla="*/ 4496163 h 8402012"/>
              <a:gd name="connsiteX1539" fmla="*/ 10637253 w 21052572"/>
              <a:gd name="connsiteY1539" fmla="*/ 4579672 h 8402012"/>
              <a:gd name="connsiteX1540" fmla="*/ 10753069 w 21052572"/>
              <a:gd name="connsiteY1540" fmla="*/ 4592519 h 8402012"/>
              <a:gd name="connsiteX1541" fmla="*/ 10439936 w 21052572"/>
              <a:gd name="connsiteY1541" fmla="*/ 4758466 h 8402012"/>
              <a:gd name="connsiteX1542" fmla="*/ 10363798 w 21052572"/>
              <a:gd name="connsiteY1542" fmla="*/ 4784161 h 8402012"/>
              <a:gd name="connsiteX1543" fmla="*/ 10293021 w 21052572"/>
              <a:gd name="connsiteY1543" fmla="*/ 4834480 h 8402012"/>
              <a:gd name="connsiteX1544" fmla="*/ 10133238 w 21052572"/>
              <a:gd name="connsiteY1544" fmla="*/ 4866599 h 8402012"/>
              <a:gd name="connsiteX1545" fmla="*/ 10241548 w 21052572"/>
              <a:gd name="connsiteY1545" fmla="*/ 4784161 h 8402012"/>
              <a:gd name="connsiteX1546" fmla="*/ 10254416 w 21052572"/>
              <a:gd name="connsiteY1546" fmla="*/ 4674957 h 8402012"/>
              <a:gd name="connsiteX1547" fmla="*/ 10273719 w 21052572"/>
              <a:gd name="connsiteY1547" fmla="*/ 4707076 h 8402012"/>
              <a:gd name="connsiteX1548" fmla="*/ 10267284 w 21052572"/>
              <a:gd name="connsiteY1548" fmla="*/ 4597872 h 8402012"/>
              <a:gd name="connsiteX1549" fmla="*/ 10191146 w 21052572"/>
              <a:gd name="connsiteY1549" fmla="*/ 4560400 h 8402012"/>
              <a:gd name="connsiteX1550" fmla="*/ 10472107 w 21052572"/>
              <a:gd name="connsiteY1550" fmla="*/ 4457620 h 8402012"/>
              <a:gd name="connsiteX1551" fmla="*/ 10472107 w 21052572"/>
              <a:gd name="connsiteY1551" fmla="*/ 4521858 h 8402012"/>
              <a:gd name="connsiteX1552" fmla="*/ 10624384 w 21052572"/>
              <a:gd name="connsiteY1552" fmla="*/ 4412654 h 8402012"/>
              <a:gd name="connsiteX1553" fmla="*/ 20902204 w 21052572"/>
              <a:gd name="connsiteY1553" fmla="*/ 4396919 h 8402012"/>
              <a:gd name="connsiteX1554" fmla="*/ 20957748 w 21052572"/>
              <a:gd name="connsiteY1554" fmla="*/ 4425789 h 8402012"/>
              <a:gd name="connsiteX1555" fmla="*/ 20945108 w 21052572"/>
              <a:gd name="connsiteY1555" fmla="*/ 4477926 h 8402012"/>
              <a:gd name="connsiteX1556" fmla="*/ 20882964 w 21052572"/>
              <a:gd name="connsiteY1556" fmla="*/ 4412754 h 8402012"/>
              <a:gd name="connsiteX1557" fmla="*/ 20902204 w 21052572"/>
              <a:gd name="connsiteY1557" fmla="*/ 4396919 h 8402012"/>
              <a:gd name="connsiteX1558" fmla="*/ 17149400 w 21052572"/>
              <a:gd name="connsiteY1558" fmla="*/ 4395190 h 8402012"/>
              <a:gd name="connsiteX1559" fmla="*/ 17165976 w 21052572"/>
              <a:gd name="connsiteY1559" fmla="*/ 4396383 h 8402012"/>
              <a:gd name="connsiteX1560" fmla="*/ 17110132 w 21052572"/>
              <a:gd name="connsiteY1560" fmla="*/ 4429562 h 8402012"/>
              <a:gd name="connsiteX1561" fmla="*/ 17149400 w 21052572"/>
              <a:gd name="connsiteY1561" fmla="*/ 4395190 h 8402012"/>
              <a:gd name="connsiteX1562" fmla="*/ 11655876 w 21052572"/>
              <a:gd name="connsiteY1562" fmla="*/ 4395190 h 8402012"/>
              <a:gd name="connsiteX1563" fmla="*/ 11672597 w 21052572"/>
              <a:gd name="connsiteY1563" fmla="*/ 4396383 h 8402012"/>
              <a:gd name="connsiteX1564" fmla="*/ 11616772 w 21052572"/>
              <a:gd name="connsiteY1564" fmla="*/ 4429562 h 8402012"/>
              <a:gd name="connsiteX1565" fmla="*/ 11655876 w 21052572"/>
              <a:gd name="connsiteY1565" fmla="*/ 4395190 h 8402012"/>
              <a:gd name="connsiteX1566" fmla="*/ 19189880 w 21052572"/>
              <a:gd name="connsiteY1566" fmla="*/ 4393697 h 8402012"/>
              <a:gd name="connsiteX1567" fmla="*/ 19171920 w 21052572"/>
              <a:gd name="connsiteY1567" fmla="*/ 4425806 h 8402012"/>
              <a:gd name="connsiteX1568" fmla="*/ 19189880 w 21052572"/>
              <a:gd name="connsiteY1568" fmla="*/ 4393697 h 8402012"/>
              <a:gd name="connsiteX1569" fmla="*/ 17848536 w 21052572"/>
              <a:gd name="connsiteY1569" fmla="*/ 4393697 h 8402012"/>
              <a:gd name="connsiteX1570" fmla="*/ 17830572 w 21052572"/>
              <a:gd name="connsiteY1570" fmla="*/ 4425806 h 8402012"/>
              <a:gd name="connsiteX1571" fmla="*/ 17848536 w 21052572"/>
              <a:gd name="connsiteY1571" fmla="*/ 4393697 h 8402012"/>
              <a:gd name="connsiteX1572" fmla="*/ 17185968 w 21052572"/>
              <a:gd name="connsiteY1572" fmla="*/ 4393697 h 8402012"/>
              <a:gd name="connsiteX1573" fmla="*/ 17222832 w 21052572"/>
              <a:gd name="connsiteY1573" fmla="*/ 4412850 h 8402012"/>
              <a:gd name="connsiteX1574" fmla="*/ 17197552 w 21052572"/>
              <a:gd name="connsiteY1574" fmla="*/ 4444772 h 8402012"/>
              <a:gd name="connsiteX1575" fmla="*/ 17185968 w 21052572"/>
              <a:gd name="connsiteY1575" fmla="*/ 4393697 h 8402012"/>
              <a:gd name="connsiteX1576" fmla="*/ 10828980 w 21052572"/>
              <a:gd name="connsiteY1576" fmla="*/ 4393697 h 8402012"/>
              <a:gd name="connsiteX1577" fmla="*/ 10811018 w 21052572"/>
              <a:gd name="connsiteY1577" fmla="*/ 4425806 h 8402012"/>
              <a:gd name="connsiteX1578" fmla="*/ 10828980 w 21052572"/>
              <a:gd name="connsiteY1578" fmla="*/ 4393697 h 8402012"/>
              <a:gd name="connsiteX1579" fmla="*/ 10450799 w 21052572"/>
              <a:gd name="connsiteY1579" fmla="*/ 4393697 h 8402012"/>
              <a:gd name="connsiteX1580" fmla="*/ 10468761 w 21052572"/>
              <a:gd name="connsiteY1580" fmla="*/ 4425806 h 8402012"/>
              <a:gd name="connsiteX1581" fmla="*/ 10450799 w 21052572"/>
              <a:gd name="connsiteY1581" fmla="*/ 4393697 h 8402012"/>
              <a:gd name="connsiteX1582" fmla="*/ 16602978 w 21052572"/>
              <a:gd name="connsiteY1582" fmla="*/ 4393694 h 8402012"/>
              <a:gd name="connsiteX1583" fmla="*/ 16658822 w 21052572"/>
              <a:gd name="connsiteY1583" fmla="*/ 4492136 h 8402012"/>
              <a:gd name="connsiteX1584" fmla="*/ 16602978 w 21052572"/>
              <a:gd name="connsiteY1584" fmla="*/ 4393694 h 8402012"/>
              <a:gd name="connsiteX1585" fmla="*/ 9189528 w 21052572"/>
              <a:gd name="connsiteY1585" fmla="*/ 4387259 h 8402012"/>
              <a:gd name="connsiteX1586" fmla="*/ 9198509 w 21052572"/>
              <a:gd name="connsiteY1586" fmla="*/ 4396383 h 8402012"/>
              <a:gd name="connsiteX1587" fmla="*/ 9180547 w 21052572"/>
              <a:gd name="connsiteY1587" fmla="*/ 4396383 h 8402012"/>
              <a:gd name="connsiteX1588" fmla="*/ 9189528 w 21052572"/>
              <a:gd name="connsiteY1588" fmla="*/ 4387259 h 8402012"/>
              <a:gd name="connsiteX1589" fmla="*/ 17062408 w 21052572"/>
              <a:gd name="connsiteY1589" fmla="*/ 4365915 h 8402012"/>
              <a:gd name="connsiteX1590" fmla="*/ 17080592 w 21052572"/>
              <a:gd name="connsiteY1590" fmla="*/ 4392641 h 8402012"/>
              <a:gd name="connsiteX1591" fmla="*/ 17034300 w 21052572"/>
              <a:gd name="connsiteY1591" fmla="*/ 4381055 h 8402012"/>
              <a:gd name="connsiteX1592" fmla="*/ 17062408 w 21052572"/>
              <a:gd name="connsiteY1592" fmla="*/ 4365915 h 8402012"/>
              <a:gd name="connsiteX1593" fmla="*/ 17638076 w 21052572"/>
              <a:gd name="connsiteY1593" fmla="*/ 4362945 h 8402012"/>
              <a:gd name="connsiteX1594" fmla="*/ 17654136 w 21052572"/>
              <a:gd name="connsiteY1594" fmla="*/ 4364310 h 8402012"/>
              <a:gd name="connsiteX1595" fmla="*/ 17603064 w 21052572"/>
              <a:gd name="connsiteY1595" fmla="*/ 4396383 h 8402012"/>
              <a:gd name="connsiteX1596" fmla="*/ 17638076 w 21052572"/>
              <a:gd name="connsiteY1596" fmla="*/ 4362945 h 8402012"/>
              <a:gd name="connsiteX1597" fmla="*/ 17754896 w 21052572"/>
              <a:gd name="connsiteY1597" fmla="*/ 4361613 h 8402012"/>
              <a:gd name="connsiteX1598" fmla="*/ 17786880 w 21052572"/>
              <a:gd name="connsiteY1598" fmla="*/ 4392642 h 8402012"/>
              <a:gd name="connsiteX1599" fmla="*/ 17731036 w 21052572"/>
              <a:gd name="connsiteY1599" fmla="*/ 4381056 h 8402012"/>
              <a:gd name="connsiteX1600" fmla="*/ 17743252 w 21052572"/>
              <a:gd name="connsiteY1600" fmla="*/ 4361685 h 8402012"/>
              <a:gd name="connsiteX1601" fmla="*/ 17754896 w 21052572"/>
              <a:gd name="connsiteY1601" fmla="*/ 4361613 h 8402012"/>
              <a:gd name="connsiteX1602" fmla="*/ 20033552 w 21052572"/>
              <a:gd name="connsiteY1602" fmla="*/ 4360518 h 8402012"/>
              <a:gd name="connsiteX1603" fmla="*/ 20015588 w 21052572"/>
              <a:gd name="connsiteY1603" fmla="*/ 4392588 h 8402012"/>
              <a:gd name="connsiteX1604" fmla="*/ 20033552 w 21052572"/>
              <a:gd name="connsiteY1604" fmla="*/ 4360518 h 8402012"/>
              <a:gd name="connsiteX1605" fmla="*/ 12070792 w 21052572"/>
              <a:gd name="connsiteY1605" fmla="*/ 4360518 h 8402012"/>
              <a:gd name="connsiteX1606" fmla="*/ 12052830 w 21052572"/>
              <a:gd name="connsiteY1606" fmla="*/ 4392588 h 8402012"/>
              <a:gd name="connsiteX1607" fmla="*/ 12070792 w 21052572"/>
              <a:gd name="connsiteY1607" fmla="*/ 4360518 h 8402012"/>
              <a:gd name="connsiteX1608" fmla="*/ 11506764 w 21052572"/>
              <a:gd name="connsiteY1608" fmla="*/ 4360518 h 8402012"/>
              <a:gd name="connsiteX1609" fmla="*/ 11488802 w 21052572"/>
              <a:gd name="connsiteY1609" fmla="*/ 4392588 h 8402012"/>
              <a:gd name="connsiteX1610" fmla="*/ 11506764 w 21052572"/>
              <a:gd name="connsiteY1610" fmla="*/ 4360518 h 8402012"/>
              <a:gd name="connsiteX1611" fmla="*/ 10710459 w 21052572"/>
              <a:gd name="connsiteY1611" fmla="*/ 4360518 h 8402012"/>
              <a:gd name="connsiteX1612" fmla="*/ 10673567 w 21052572"/>
              <a:gd name="connsiteY1612" fmla="*/ 4391062 h 8402012"/>
              <a:gd name="connsiteX1613" fmla="*/ 10710459 w 21052572"/>
              <a:gd name="connsiteY1613" fmla="*/ 4360518 h 8402012"/>
              <a:gd name="connsiteX1614" fmla="*/ 16412890 w 21052572"/>
              <a:gd name="connsiteY1614" fmla="*/ 4356657 h 8402012"/>
              <a:gd name="connsiteX1615" fmla="*/ 16421872 w 21052572"/>
              <a:gd name="connsiteY1615" fmla="*/ 4363881 h 8402012"/>
              <a:gd name="connsiteX1616" fmla="*/ 16409896 w 21052572"/>
              <a:gd name="connsiteY1616" fmla="*/ 4383144 h 8402012"/>
              <a:gd name="connsiteX1617" fmla="*/ 16408446 w 21052572"/>
              <a:gd name="connsiteY1617" fmla="*/ 4378480 h 8402012"/>
              <a:gd name="connsiteX1618" fmla="*/ 16399170 w 21052572"/>
              <a:gd name="connsiteY1618" fmla="*/ 4378480 h 8402012"/>
              <a:gd name="connsiteX1619" fmla="*/ 16404182 w 21052572"/>
              <a:gd name="connsiteY1619" fmla="*/ 4364759 h 8402012"/>
              <a:gd name="connsiteX1620" fmla="*/ 16403910 w 21052572"/>
              <a:gd name="connsiteY1620" fmla="*/ 4363881 h 8402012"/>
              <a:gd name="connsiteX1621" fmla="*/ 16404750 w 21052572"/>
              <a:gd name="connsiteY1621" fmla="*/ 4363205 h 8402012"/>
              <a:gd name="connsiteX1622" fmla="*/ 16405732 w 21052572"/>
              <a:gd name="connsiteY1622" fmla="*/ 4360518 h 8402012"/>
              <a:gd name="connsiteX1623" fmla="*/ 16406268 w 21052572"/>
              <a:gd name="connsiteY1623" fmla="*/ 4361984 h 8402012"/>
              <a:gd name="connsiteX1624" fmla="*/ 11772498 w 21052572"/>
              <a:gd name="connsiteY1624" fmla="*/ 4341558 h 8402012"/>
              <a:gd name="connsiteX1625" fmla="*/ 11791113 w 21052572"/>
              <a:gd name="connsiteY1625" fmla="*/ 4392608 h 8402012"/>
              <a:gd name="connsiteX1626" fmla="*/ 11735269 w 21052572"/>
              <a:gd name="connsiteY1626" fmla="*/ 4392608 h 8402012"/>
              <a:gd name="connsiteX1627" fmla="*/ 11772498 w 21052572"/>
              <a:gd name="connsiteY1627" fmla="*/ 4341558 h 8402012"/>
              <a:gd name="connsiteX1628" fmla="*/ 17531328 w 21052572"/>
              <a:gd name="connsiteY1628" fmla="*/ 4338502 h 8402012"/>
              <a:gd name="connsiteX1629" fmla="*/ 17545164 w 21052572"/>
              <a:gd name="connsiteY1629" fmla="*/ 4364187 h 8402012"/>
              <a:gd name="connsiteX1630" fmla="*/ 17508272 w 21052572"/>
              <a:gd name="connsiteY1630" fmla="*/ 4351345 h 8402012"/>
              <a:gd name="connsiteX1631" fmla="*/ 17531328 w 21052572"/>
              <a:gd name="connsiteY1631" fmla="*/ 4338502 h 8402012"/>
              <a:gd name="connsiteX1632" fmla="*/ 12468874 w 21052572"/>
              <a:gd name="connsiteY1632" fmla="*/ 4338230 h 8402012"/>
              <a:gd name="connsiteX1633" fmla="*/ 12432010 w 21052572"/>
              <a:gd name="connsiteY1633" fmla="*/ 4362825 h 8402012"/>
              <a:gd name="connsiteX1634" fmla="*/ 12468874 w 21052572"/>
              <a:gd name="connsiteY1634" fmla="*/ 4338230 h 8402012"/>
              <a:gd name="connsiteX1635" fmla="*/ 20837212 w 21052572"/>
              <a:gd name="connsiteY1635" fmla="*/ 4336820 h 8402012"/>
              <a:gd name="connsiteX1636" fmla="*/ 20881900 w 21052572"/>
              <a:gd name="connsiteY1636" fmla="*/ 4381057 h 8402012"/>
              <a:gd name="connsiteX1637" fmla="*/ 20830828 w 21052572"/>
              <a:gd name="connsiteY1637" fmla="*/ 4349459 h 8402012"/>
              <a:gd name="connsiteX1638" fmla="*/ 20837212 w 21052572"/>
              <a:gd name="connsiteY1638" fmla="*/ 4336820 h 8402012"/>
              <a:gd name="connsiteX1639" fmla="*/ 19686628 w 21052572"/>
              <a:gd name="connsiteY1639" fmla="*/ 4336820 h 8402012"/>
              <a:gd name="connsiteX1640" fmla="*/ 19711224 w 21052572"/>
              <a:gd name="connsiteY1640" fmla="*/ 4364120 h 8402012"/>
              <a:gd name="connsiteX1641" fmla="*/ 19674332 w 21052572"/>
              <a:gd name="connsiteY1641" fmla="*/ 4350470 h 8402012"/>
              <a:gd name="connsiteX1642" fmla="*/ 19686628 w 21052572"/>
              <a:gd name="connsiteY1642" fmla="*/ 4336820 h 8402012"/>
              <a:gd name="connsiteX1643" fmla="*/ 9975299 w 21052572"/>
              <a:gd name="connsiteY1643" fmla="*/ 4336814 h 8402012"/>
              <a:gd name="connsiteX1644" fmla="*/ 10000017 w 21052572"/>
              <a:gd name="connsiteY1644" fmla="*/ 4362606 h 8402012"/>
              <a:gd name="connsiteX1645" fmla="*/ 9975299 w 21052572"/>
              <a:gd name="connsiteY1645" fmla="*/ 4336814 h 8402012"/>
              <a:gd name="connsiteX1646" fmla="*/ 12145384 w 21052572"/>
              <a:gd name="connsiteY1646" fmla="*/ 4332868 h 8402012"/>
              <a:gd name="connsiteX1647" fmla="*/ 12170219 w 21052572"/>
              <a:gd name="connsiteY1647" fmla="*/ 4362097 h 8402012"/>
              <a:gd name="connsiteX1648" fmla="*/ 12130483 w 21052572"/>
              <a:gd name="connsiteY1648" fmla="*/ 4398962 h 8402012"/>
              <a:gd name="connsiteX1649" fmla="*/ 12090747 w 21052572"/>
              <a:gd name="connsiteY1649" fmla="*/ 4424241 h 8402012"/>
              <a:gd name="connsiteX1650" fmla="*/ 12110615 w 21052572"/>
              <a:gd name="connsiteY1650" fmla="*/ 4336818 h 8402012"/>
              <a:gd name="connsiteX1651" fmla="*/ 12145384 w 21052572"/>
              <a:gd name="connsiteY1651" fmla="*/ 4332868 h 8402012"/>
              <a:gd name="connsiteX1652" fmla="*/ 11874848 w 21052572"/>
              <a:gd name="connsiteY1652" fmla="*/ 4313538 h 8402012"/>
              <a:gd name="connsiteX1653" fmla="*/ 11895870 w 21052572"/>
              <a:gd name="connsiteY1653" fmla="*/ 4315004 h 8402012"/>
              <a:gd name="connsiteX1654" fmla="*/ 11919049 w 21052572"/>
              <a:gd name="connsiteY1654" fmla="*/ 4343511 h 8402012"/>
              <a:gd name="connsiteX1655" fmla="*/ 11811104 w 21052572"/>
              <a:gd name="connsiteY1655" fmla="*/ 4349868 h 8402012"/>
              <a:gd name="connsiteX1656" fmla="*/ 11874848 w 21052572"/>
              <a:gd name="connsiteY1656" fmla="*/ 4313538 h 8402012"/>
              <a:gd name="connsiteX1657" fmla="*/ 16957108 w 21052572"/>
              <a:gd name="connsiteY1657" fmla="*/ 4313124 h 8402012"/>
              <a:gd name="connsiteX1658" fmla="*/ 17033224 w 21052572"/>
              <a:gd name="connsiteY1658" fmla="*/ 4352500 h 8402012"/>
              <a:gd name="connsiteX1659" fmla="*/ 16944244 w 21052572"/>
              <a:gd name="connsiteY1659" fmla="*/ 4365626 h 8402012"/>
              <a:gd name="connsiteX1660" fmla="*/ 16957108 w 21052572"/>
              <a:gd name="connsiteY1660" fmla="*/ 4313124 h 8402012"/>
              <a:gd name="connsiteX1661" fmla="*/ 19636412 w 21052572"/>
              <a:gd name="connsiteY1661" fmla="*/ 4303641 h 8402012"/>
              <a:gd name="connsiteX1662" fmla="*/ 19673276 w 21052572"/>
              <a:gd name="connsiteY1662" fmla="*/ 4316484 h 8402012"/>
              <a:gd name="connsiteX1663" fmla="*/ 19636412 w 21052572"/>
              <a:gd name="connsiteY1663" fmla="*/ 4303641 h 8402012"/>
              <a:gd name="connsiteX1664" fmla="*/ 16298638 w 21052572"/>
              <a:gd name="connsiteY1664" fmla="*/ 4303641 h 8402012"/>
              <a:gd name="connsiteX1665" fmla="*/ 16280676 w 21052572"/>
              <a:gd name="connsiteY1665" fmla="*/ 4335747 h 8402012"/>
              <a:gd name="connsiteX1666" fmla="*/ 16298638 w 21052572"/>
              <a:gd name="connsiteY1666" fmla="*/ 4303641 h 8402012"/>
              <a:gd name="connsiteX1667" fmla="*/ 11958035 w 21052572"/>
              <a:gd name="connsiteY1667" fmla="*/ 4303641 h 8402012"/>
              <a:gd name="connsiteX1668" fmla="*/ 11994927 w 21052572"/>
              <a:gd name="connsiteY1668" fmla="*/ 4335747 h 8402012"/>
              <a:gd name="connsiteX1669" fmla="*/ 11958035 w 21052572"/>
              <a:gd name="connsiteY1669" fmla="*/ 4303641 h 8402012"/>
              <a:gd name="connsiteX1670" fmla="*/ 10835613 w 21052572"/>
              <a:gd name="connsiteY1670" fmla="*/ 4303641 h 8402012"/>
              <a:gd name="connsiteX1671" fmla="*/ 10847910 w 21052572"/>
              <a:gd name="connsiteY1671" fmla="*/ 4359485 h 8402012"/>
              <a:gd name="connsiteX1672" fmla="*/ 10811018 w 21052572"/>
              <a:gd name="connsiteY1672" fmla="*/ 4359485 h 8402012"/>
              <a:gd name="connsiteX1673" fmla="*/ 10835613 w 21052572"/>
              <a:gd name="connsiteY1673" fmla="*/ 4303641 h 8402012"/>
              <a:gd name="connsiteX1674" fmla="*/ 16846688 w 21052572"/>
              <a:gd name="connsiteY1674" fmla="*/ 4300601 h 8402012"/>
              <a:gd name="connsiteX1675" fmla="*/ 16881592 w 21052572"/>
              <a:gd name="connsiteY1675" fmla="*/ 4303784 h 8402012"/>
              <a:gd name="connsiteX1676" fmla="*/ 16825748 w 21052572"/>
              <a:gd name="connsiteY1676" fmla="*/ 4335617 h 8402012"/>
              <a:gd name="connsiteX1677" fmla="*/ 16846688 w 21052572"/>
              <a:gd name="connsiteY1677" fmla="*/ 4300601 h 8402012"/>
              <a:gd name="connsiteX1678" fmla="*/ 15149724 w 21052572"/>
              <a:gd name="connsiteY1678" fmla="*/ 4300601 h 8402012"/>
              <a:gd name="connsiteX1679" fmla="*/ 15184746 w 21052572"/>
              <a:gd name="connsiteY1679" fmla="*/ 4303784 h 8402012"/>
              <a:gd name="connsiteX1680" fmla="*/ 15128922 w 21052572"/>
              <a:gd name="connsiteY1680" fmla="*/ 4335617 h 8402012"/>
              <a:gd name="connsiteX1681" fmla="*/ 15149724 w 21052572"/>
              <a:gd name="connsiteY1681" fmla="*/ 4300601 h 8402012"/>
              <a:gd name="connsiteX1682" fmla="*/ 11661276 w 21052572"/>
              <a:gd name="connsiteY1682" fmla="*/ 4300601 h 8402012"/>
              <a:gd name="connsiteX1683" fmla="*/ 11696299 w 21052572"/>
              <a:gd name="connsiteY1683" fmla="*/ 4303784 h 8402012"/>
              <a:gd name="connsiteX1684" fmla="*/ 11640474 w 21052572"/>
              <a:gd name="connsiteY1684" fmla="*/ 4335617 h 8402012"/>
              <a:gd name="connsiteX1685" fmla="*/ 11661276 w 21052572"/>
              <a:gd name="connsiteY1685" fmla="*/ 4300601 h 8402012"/>
              <a:gd name="connsiteX1686" fmla="*/ 19015508 w 21052572"/>
              <a:gd name="connsiteY1686" fmla="*/ 4284684 h 8402012"/>
              <a:gd name="connsiteX1687" fmla="*/ 19071328 w 21052572"/>
              <a:gd name="connsiteY1687" fmla="*/ 4284684 h 8402012"/>
              <a:gd name="connsiteX1688" fmla="*/ 19090288 w 21052572"/>
              <a:gd name="connsiteY1688" fmla="*/ 4364154 h 8402012"/>
              <a:gd name="connsiteX1689" fmla="*/ 19015508 w 21052572"/>
              <a:gd name="connsiteY1689" fmla="*/ 4284684 h 8402012"/>
              <a:gd name="connsiteX1690" fmla="*/ 17375560 w 21052572"/>
              <a:gd name="connsiteY1690" fmla="*/ 4284681 h 8402012"/>
              <a:gd name="connsiteX1691" fmla="*/ 17511920 w 21052572"/>
              <a:gd name="connsiteY1691" fmla="*/ 4315706 h 8402012"/>
              <a:gd name="connsiteX1692" fmla="*/ 17453012 w 21052572"/>
              <a:gd name="connsiteY1692" fmla="*/ 4315706 h 8402012"/>
              <a:gd name="connsiteX1693" fmla="*/ 17375560 w 21052572"/>
              <a:gd name="connsiteY1693" fmla="*/ 4284681 h 8402012"/>
              <a:gd name="connsiteX1694" fmla="*/ 10128997 w 21052572"/>
              <a:gd name="connsiteY1694" fmla="*/ 4272551 h 8402012"/>
              <a:gd name="connsiteX1695" fmla="*/ 10141720 w 21052572"/>
              <a:gd name="connsiteY1695" fmla="*/ 4272551 h 8402012"/>
              <a:gd name="connsiteX1696" fmla="*/ 10129745 w 21052572"/>
              <a:gd name="connsiteY1696" fmla="*/ 4293026 h 8402012"/>
              <a:gd name="connsiteX1697" fmla="*/ 10128997 w 21052572"/>
              <a:gd name="connsiteY1697" fmla="*/ 4272551 h 8402012"/>
              <a:gd name="connsiteX1698" fmla="*/ 16582964 w 21052572"/>
              <a:gd name="connsiteY1698" fmla="*/ 4270465 h 8402012"/>
              <a:gd name="connsiteX1699" fmla="*/ 16565058 w 21052572"/>
              <a:gd name="connsiteY1699" fmla="*/ 4302574 h 8402012"/>
              <a:gd name="connsiteX1700" fmla="*/ 16582964 w 21052572"/>
              <a:gd name="connsiteY1700" fmla="*/ 4270465 h 8402012"/>
              <a:gd name="connsiteX1701" fmla="*/ 16222802 w 21052572"/>
              <a:gd name="connsiteY1701" fmla="*/ 4270465 h 8402012"/>
              <a:gd name="connsiteX1702" fmla="*/ 16204838 w 21052572"/>
              <a:gd name="connsiteY1702" fmla="*/ 4302574 h 8402012"/>
              <a:gd name="connsiteX1703" fmla="*/ 16222802 w 21052572"/>
              <a:gd name="connsiteY1703" fmla="*/ 4270465 h 8402012"/>
              <a:gd name="connsiteX1704" fmla="*/ 12114446 w 21052572"/>
              <a:gd name="connsiteY1704" fmla="*/ 4270465 h 8402012"/>
              <a:gd name="connsiteX1705" fmla="*/ 12132408 w 21052572"/>
              <a:gd name="connsiteY1705" fmla="*/ 4302574 h 8402012"/>
              <a:gd name="connsiteX1706" fmla="*/ 12114446 w 21052572"/>
              <a:gd name="connsiteY1706" fmla="*/ 4270465 h 8402012"/>
              <a:gd name="connsiteX1707" fmla="*/ 19875044 w 21052572"/>
              <a:gd name="connsiteY1707" fmla="*/ 4270462 h 8402012"/>
              <a:gd name="connsiteX1708" fmla="*/ 19919732 w 21052572"/>
              <a:gd name="connsiteY1708" fmla="*/ 4290303 h 8402012"/>
              <a:gd name="connsiteX1709" fmla="*/ 19868660 w 21052572"/>
              <a:gd name="connsiteY1709" fmla="*/ 4290303 h 8402012"/>
              <a:gd name="connsiteX1710" fmla="*/ 19875044 w 21052572"/>
              <a:gd name="connsiteY1710" fmla="*/ 4270462 h 8402012"/>
              <a:gd name="connsiteX1711" fmla="*/ 17622024 w 21052572"/>
              <a:gd name="connsiteY1711" fmla="*/ 4270462 h 8402012"/>
              <a:gd name="connsiteX1712" fmla="*/ 17726776 w 21052572"/>
              <a:gd name="connsiteY1712" fmla="*/ 4359459 h 8402012"/>
              <a:gd name="connsiteX1713" fmla="*/ 17661304 w 21052572"/>
              <a:gd name="connsiteY1713" fmla="*/ 4334031 h 8402012"/>
              <a:gd name="connsiteX1714" fmla="*/ 17622024 w 21052572"/>
              <a:gd name="connsiteY1714" fmla="*/ 4334031 h 8402012"/>
              <a:gd name="connsiteX1715" fmla="*/ 17622024 w 21052572"/>
              <a:gd name="connsiteY1715" fmla="*/ 4270462 h 8402012"/>
              <a:gd name="connsiteX1716" fmla="*/ 10190116 w 21052572"/>
              <a:gd name="connsiteY1716" fmla="*/ 4270462 h 8402012"/>
              <a:gd name="connsiteX1717" fmla="*/ 10226980 w 21052572"/>
              <a:gd name="connsiteY1717" fmla="*/ 4270462 h 8402012"/>
              <a:gd name="connsiteX1718" fmla="*/ 10202755 w 21052572"/>
              <a:gd name="connsiteY1718" fmla="*/ 4349934 h 8402012"/>
              <a:gd name="connsiteX1719" fmla="*/ 10190116 w 21052572"/>
              <a:gd name="connsiteY1719" fmla="*/ 4270462 h 8402012"/>
              <a:gd name="connsiteX1720" fmla="*/ 10124654 w 21052572"/>
              <a:gd name="connsiteY1720" fmla="*/ 4270462 h 8402012"/>
              <a:gd name="connsiteX1721" fmla="*/ 10130803 w 21052572"/>
              <a:gd name="connsiteY1721" fmla="*/ 4359459 h 8402012"/>
              <a:gd name="connsiteX1722" fmla="*/ 10100059 w 21052572"/>
              <a:gd name="connsiteY1722" fmla="*/ 4340388 h 8402012"/>
              <a:gd name="connsiteX1723" fmla="*/ 10124654 w 21052572"/>
              <a:gd name="connsiteY1723" fmla="*/ 4270462 h 8402012"/>
              <a:gd name="connsiteX1724" fmla="*/ 10092404 w 21052572"/>
              <a:gd name="connsiteY1724" fmla="*/ 4257651 h 8402012"/>
              <a:gd name="connsiteX1725" fmla="*/ 10095172 w 21052572"/>
              <a:gd name="connsiteY1725" fmla="*/ 4259861 h 8402012"/>
              <a:gd name="connsiteX1726" fmla="*/ 10095141 w 21052572"/>
              <a:gd name="connsiteY1726" fmla="*/ 4260982 h 8402012"/>
              <a:gd name="connsiteX1727" fmla="*/ 10108541 w 21052572"/>
              <a:gd name="connsiteY1727" fmla="*/ 4260982 h 8402012"/>
              <a:gd name="connsiteX1728" fmla="*/ 10099560 w 21052572"/>
              <a:gd name="connsiteY1728" fmla="*/ 4268367 h 8402012"/>
              <a:gd name="connsiteX1729" fmla="*/ 10095037 w 21052572"/>
              <a:gd name="connsiteY1729" fmla="*/ 4264647 h 8402012"/>
              <a:gd name="connsiteX1730" fmla="*/ 10094865 w 21052572"/>
              <a:gd name="connsiteY1730" fmla="*/ 4270717 h 8402012"/>
              <a:gd name="connsiteX1731" fmla="*/ 10092404 w 21052572"/>
              <a:gd name="connsiteY1731" fmla="*/ 4288394 h 8402012"/>
              <a:gd name="connsiteX1732" fmla="*/ 10085841 w 21052572"/>
              <a:gd name="connsiteY1732" fmla="*/ 4269948 h 8402012"/>
              <a:gd name="connsiteX1733" fmla="*/ 10092404 w 21052572"/>
              <a:gd name="connsiteY1733" fmla="*/ 4257651 h 8402012"/>
              <a:gd name="connsiteX1734" fmla="*/ 19830740 w 21052572"/>
              <a:gd name="connsiteY1734" fmla="*/ 4246766 h 8402012"/>
              <a:gd name="connsiteX1735" fmla="*/ 19867604 w 21052572"/>
              <a:gd name="connsiteY1735" fmla="*/ 4259609 h 8402012"/>
              <a:gd name="connsiteX1736" fmla="*/ 19830740 w 21052572"/>
              <a:gd name="connsiteY1736" fmla="*/ 4246766 h 8402012"/>
              <a:gd name="connsiteX1737" fmla="*/ 16767872 w 21052572"/>
              <a:gd name="connsiteY1737" fmla="*/ 4246766 h 8402012"/>
              <a:gd name="connsiteX1738" fmla="*/ 16749910 w 21052572"/>
              <a:gd name="connsiteY1738" fmla="*/ 4274066 h 8402012"/>
              <a:gd name="connsiteX1739" fmla="*/ 16767872 w 21052572"/>
              <a:gd name="connsiteY1739" fmla="*/ 4246766 h 8402012"/>
              <a:gd name="connsiteX1740" fmla="*/ 15981076 w 21052572"/>
              <a:gd name="connsiteY1740" fmla="*/ 4246766 h 8402012"/>
              <a:gd name="connsiteX1741" fmla="*/ 15963114 w 21052572"/>
              <a:gd name="connsiteY1741" fmla="*/ 4274066 h 8402012"/>
              <a:gd name="connsiteX1742" fmla="*/ 15981076 w 21052572"/>
              <a:gd name="connsiteY1742" fmla="*/ 4246766 h 8402012"/>
              <a:gd name="connsiteX1743" fmla="*/ 14786664 w 21052572"/>
              <a:gd name="connsiteY1743" fmla="*/ 4246766 h 8402012"/>
              <a:gd name="connsiteX1744" fmla="*/ 14768702 w 21052572"/>
              <a:gd name="connsiteY1744" fmla="*/ 4274066 h 8402012"/>
              <a:gd name="connsiteX1745" fmla="*/ 14786664 w 21052572"/>
              <a:gd name="connsiteY1745" fmla="*/ 4246766 h 8402012"/>
              <a:gd name="connsiteX1746" fmla="*/ 13279425 w 21052572"/>
              <a:gd name="connsiteY1746" fmla="*/ 4246766 h 8402012"/>
              <a:gd name="connsiteX1747" fmla="*/ 13261463 w 21052572"/>
              <a:gd name="connsiteY1747" fmla="*/ 4274066 h 8402012"/>
              <a:gd name="connsiteX1748" fmla="*/ 13279425 w 21052572"/>
              <a:gd name="connsiteY1748" fmla="*/ 4246766 h 8402012"/>
              <a:gd name="connsiteX1749" fmla="*/ 9469676 w 21052572"/>
              <a:gd name="connsiteY1749" fmla="*/ 4246766 h 8402012"/>
              <a:gd name="connsiteX1750" fmla="*/ 9496976 w 21052572"/>
              <a:gd name="connsiteY1750" fmla="*/ 4274066 h 8402012"/>
              <a:gd name="connsiteX1751" fmla="*/ 9469676 w 21052572"/>
              <a:gd name="connsiteY1751" fmla="*/ 4246766 h 8402012"/>
              <a:gd name="connsiteX1752" fmla="*/ 18870020 w 21052572"/>
              <a:gd name="connsiteY1752" fmla="*/ 4242537 h 8402012"/>
              <a:gd name="connsiteX1753" fmla="*/ 18886480 w 21052572"/>
              <a:gd name="connsiteY1753" fmla="*/ 4269437 h 8402012"/>
              <a:gd name="connsiteX1754" fmla="*/ 18849616 w 21052572"/>
              <a:gd name="connsiteY1754" fmla="*/ 4257140 h 8402012"/>
              <a:gd name="connsiteX1755" fmla="*/ 18870020 w 21052572"/>
              <a:gd name="connsiteY1755" fmla="*/ 4242537 h 8402012"/>
              <a:gd name="connsiteX1756" fmla="*/ 17336000 w 21052572"/>
              <a:gd name="connsiteY1756" fmla="*/ 4242218 h 8402012"/>
              <a:gd name="connsiteX1757" fmla="*/ 17364976 w 21052572"/>
              <a:gd name="connsiteY1757" fmla="*/ 4274140 h 8402012"/>
              <a:gd name="connsiteX1758" fmla="*/ 17285504 w 21052572"/>
              <a:gd name="connsiteY1758" fmla="*/ 4261371 h 8402012"/>
              <a:gd name="connsiteX1759" fmla="*/ 17292124 w 21052572"/>
              <a:gd name="connsiteY1759" fmla="*/ 4248603 h 8402012"/>
              <a:gd name="connsiteX1760" fmla="*/ 17336000 w 21052572"/>
              <a:gd name="connsiteY1760" fmla="*/ 4242218 h 8402012"/>
              <a:gd name="connsiteX1761" fmla="*/ 14599314 w 21052572"/>
              <a:gd name="connsiteY1761" fmla="*/ 4227806 h 8402012"/>
              <a:gd name="connsiteX1762" fmla="*/ 14611289 w 21052572"/>
              <a:gd name="connsiteY1762" fmla="*/ 4247070 h 8402012"/>
              <a:gd name="connsiteX1763" fmla="*/ 14593327 w 21052572"/>
              <a:gd name="connsiteY1763" fmla="*/ 4247070 h 8402012"/>
              <a:gd name="connsiteX1764" fmla="*/ 14599314 w 21052572"/>
              <a:gd name="connsiteY1764" fmla="*/ 4227806 h 8402012"/>
              <a:gd name="connsiteX1765" fmla="*/ 12754312 w 21052572"/>
              <a:gd name="connsiteY1765" fmla="*/ 4214995 h 8402012"/>
              <a:gd name="connsiteX1766" fmla="*/ 12791204 w 21052572"/>
              <a:gd name="connsiteY1766" fmla="*/ 4245738 h 8402012"/>
              <a:gd name="connsiteX1767" fmla="*/ 12754312 w 21052572"/>
              <a:gd name="connsiteY1767" fmla="*/ 4214995 h 8402012"/>
              <a:gd name="connsiteX1768" fmla="*/ 9621713 w 21052572"/>
              <a:gd name="connsiteY1768" fmla="*/ 4214304 h 8402012"/>
              <a:gd name="connsiteX1769" fmla="*/ 9641058 w 21052572"/>
              <a:gd name="connsiteY1769" fmla="*/ 4246544 h 8402012"/>
              <a:gd name="connsiteX1770" fmla="*/ 9621713 w 21052572"/>
              <a:gd name="connsiteY1770" fmla="*/ 4214304 h 8402012"/>
              <a:gd name="connsiteX1771" fmla="*/ 20260964 w 21052572"/>
              <a:gd name="connsiteY1771" fmla="*/ 4213587 h 8402012"/>
              <a:gd name="connsiteX1772" fmla="*/ 20247840 w 21052572"/>
              <a:gd name="connsiteY1772" fmla="*/ 4245696 h 8402012"/>
              <a:gd name="connsiteX1773" fmla="*/ 20260964 w 21052572"/>
              <a:gd name="connsiteY1773" fmla="*/ 4213587 h 8402012"/>
              <a:gd name="connsiteX1774" fmla="*/ 17242848 w 21052572"/>
              <a:gd name="connsiteY1774" fmla="*/ 4213587 h 8402012"/>
              <a:gd name="connsiteX1775" fmla="*/ 17279740 w 21052572"/>
              <a:gd name="connsiteY1775" fmla="*/ 4226431 h 8402012"/>
              <a:gd name="connsiteX1776" fmla="*/ 17242848 w 21052572"/>
              <a:gd name="connsiteY1776" fmla="*/ 4213587 h 8402012"/>
              <a:gd name="connsiteX1777" fmla="*/ 16090088 w 21052572"/>
              <a:gd name="connsiteY1777" fmla="*/ 4213587 h 8402012"/>
              <a:gd name="connsiteX1778" fmla="*/ 16072126 w 21052572"/>
              <a:gd name="connsiteY1778" fmla="*/ 4245696 h 8402012"/>
              <a:gd name="connsiteX1779" fmla="*/ 16090088 w 21052572"/>
              <a:gd name="connsiteY1779" fmla="*/ 4213587 h 8402012"/>
              <a:gd name="connsiteX1780" fmla="*/ 14639700 w 21052572"/>
              <a:gd name="connsiteY1780" fmla="*/ 4213587 h 8402012"/>
              <a:gd name="connsiteX1781" fmla="*/ 14615105 w 21052572"/>
              <a:gd name="connsiteY1781" fmla="*/ 4245696 h 8402012"/>
              <a:gd name="connsiteX1782" fmla="*/ 14602808 w 21052572"/>
              <a:gd name="connsiteY1782" fmla="*/ 4226431 h 8402012"/>
              <a:gd name="connsiteX1783" fmla="*/ 14639700 w 21052572"/>
              <a:gd name="connsiteY1783" fmla="*/ 4213587 h 8402012"/>
              <a:gd name="connsiteX1784" fmla="*/ 10920032 w 21052572"/>
              <a:gd name="connsiteY1784" fmla="*/ 4213587 h 8402012"/>
              <a:gd name="connsiteX1785" fmla="*/ 10937994 w 21052572"/>
              <a:gd name="connsiteY1785" fmla="*/ 4245696 h 8402012"/>
              <a:gd name="connsiteX1786" fmla="*/ 10920032 w 21052572"/>
              <a:gd name="connsiteY1786" fmla="*/ 4213587 h 8402012"/>
              <a:gd name="connsiteX1787" fmla="*/ 13204588 w 21052572"/>
              <a:gd name="connsiteY1787" fmla="*/ 4213584 h 8402012"/>
              <a:gd name="connsiteX1788" fmla="*/ 13236694 w 21052572"/>
              <a:gd name="connsiteY1788" fmla="*/ 4238404 h 8402012"/>
              <a:gd name="connsiteX1789" fmla="*/ 13204588 w 21052572"/>
              <a:gd name="connsiteY1789" fmla="*/ 4269428 h 8402012"/>
              <a:gd name="connsiteX1790" fmla="*/ 13204588 w 21052572"/>
              <a:gd name="connsiteY1790" fmla="*/ 4213584 h 8402012"/>
              <a:gd name="connsiteX1791" fmla="*/ 18923704 w 21052572"/>
              <a:gd name="connsiteY1791" fmla="*/ 4212190 h 8402012"/>
              <a:gd name="connsiteX1792" fmla="*/ 18976528 w 21052572"/>
              <a:gd name="connsiteY1792" fmla="*/ 4259905 h 8402012"/>
              <a:gd name="connsiteX1793" fmla="*/ 18906492 w 21052572"/>
              <a:gd name="connsiteY1793" fmla="*/ 4227590 h 8402012"/>
              <a:gd name="connsiteX1794" fmla="*/ 18923704 w 21052572"/>
              <a:gd name="connsiteY1794" fmla="*/ 4212190 h 8402012"/>
              <a:gd name="connsiteX1795" fmla="*/ 9852780 w 21052572"/>
              <a:gd name="connsiteY1795" fmla="*/ 4202483 h 8402012"/>
              <a:gd name="connsiteX1796" fmla="*/ 9856906 w 21052572"/>
              <a:gd name="connsiteY1796" fmla="*/ 4210132 h 8402012"/>
              <a:gd name="connsiteX1797" fmla="*/ 9861159 w 21052572"/>
              <a:gd name="connsiteY1797" fmla="*/ 4205901 h 8402012"/>
              <a:gd name="connsiteX1798" fmla="*/ 10206818 w 21052572"/>
              <a:gd name="connsiteY1798" fmla="*/ 4198726 h 8402012"/>
              <a:gd name="connsiteX1799" fmla="*/ 10241183 w 21052572"/>
              <a:gd name="connsiteY1799" fmla="*/ 4248399 h 8402012"/>
              <a:gd name="connsiteX1800" fmla="*/ 10171714 w 21052572"/>
              <a:gd name="connsiteY1800" fmla="*/ 4307289 h 8402012"/>
              <a:gd name="connsiteX1801" fmla="*/ 10133238 w 21052572"/>
              <a:gd name="connsiteY1801" fmla="*/ 4235312 h 8402012"/>
              <a:gd name="connsiteX1802" fmla="*/ 10165301 w 21052572"/>
              <a:gd name="connsiteY1802" fmla="*/ 4203687 h 8402012"/>
              <a:gd name="connsiteX1803" fmla="*/ 10187979 w 21052572"/>
              <a:gd name="connsiteY1803" fmla="*/ 4199018 h 8402012"/>
              <a:gd name="connsiteX1804" fmla="*/ 10206818 w 21052572"/>
              <a:gd name="connsiteY1804" fmla="*/ 4198726 h 8402012"/>
              <a:gd name="connsiteX1805" fmla="*/ 13616354 w 21052572"/>
              <a:gd name="connsiteY1805" fmla="*/ 4185241 h 8402012"/>
              <a:gd name="connsiteX1806" fmla="*/ 13739093 w 21052572"/>
              <a:gd name="connsiteY1806" fmla="*/ 4185241 h 8402012"/>
              <a:gd name="connsiteX1807" fmla="*/ 13706507 w 21052572"/>
              <a:gd name="connsiteY1807" fmla="*/ 4245722 h 8402012"/>
              <a:gd name="connsiteX1808" fmla="*/ 13583768 w 21052572"/>
              <a:gd name="connsiteY1808" fmla="*/ 4245722 h 8402012"/>
              <a:gd name="connsiteX1809" fmla="*/ 13616354 w 21052572"/>
              <a:gd name="connsiteY1809" fmla="*/ 4185241 h 8402012"/>
              <a:gd name="connsiteX1810" fmla="*/ 10395818 w 21052572"/>
              <a:gd name="connsiteY1810" fmla="*/ 4185241 h 8402012"/>
              <a:gd name="connsiteX1811" fmla="*/ 10414618 w 21052572"/>
              <a:gd name="connsiteY1811" fmla="*/ 4245722 h 8402012"/>
              <a:gd name="connsiteX1812" fmla="*/ 10395818 w 21052572"/>
              <a:gd name="connsiteY1812" fmla="*/ 4185241 h 8402012"/>
              <a:gd name="connsiteX1813" fmla="*/ 14146699 w 21052572"/>
              <a:gd name="connsiteY1813" fmla="*/ 4185240 h 8402012"/>
              <a:gd name="connsiteX1814" fmla="*/ 14133574 w 21052572"/>
              <a:gd name="connsiteY1814" fmla="*/ 4217182 h 8402012"/>
              <a:gd name="connsiteX1815" fmla="*/ 14146699 w 21052572"/>
              <a:gd name="connsiteY1815" fmla="*/ 4185240 h 8402012"/>
              <a:gd name="connsiteX1816" fmla="*/ 12862275 w 21052572"/>
              <a:gd name="connsiteY1816" fmla="*/ 4185240 h 8402012"/>
              <a:gd name="connsiteX1817" fmla="*/ 12844368 w 21052572"/>
              <a:gd name="connsiteY1817" fmla="*/ 4217182 h 8402012"/>
              <a:gd name="connsiteX1818" fmla="*/ 12862275 w 21052572"/>
              <a:gd name="connsiteY1818" fmla="*/ 4185240 h 8402012"/>
              <a:gd name="connsiteX1819" fmla="*/ 10320813 w 21052572"/>
              <a:gd name="connsiteY1819" fmla="*/ 4184981 h 8402012"/>
              <a:gd name="connsiteX1820" fmla="*/ 10360096 w 21052572"/>
              <a:gd name="connsiteY1820" fmla="*/ 4215141 h 8402012"/>
              <a:gd name="connsiteX1821" fmla="*/ 10320813 w 21052572"/>
              <a:gd name="connsiteY1821" fmla="*/ 4184981 h 8402012"/>
              <a:gd name="connsiteX1822" fmla="*/ 14358325 w 21052572"/>
              <a:gd name="connsiteY1822" fmla="*/ 4182416 h 8402012"/>
              <a:gd name="connsiteX1823" fmla="*/ 14393227 w 21052572"/>
              <a:gd name="connsiteY1823" fmla="*/ 4185971 h 8402012"/>
              <a:gd name="connsiteX1824" fmla="*/ 14337383 w 21052572"/>
              <a:gd name="connsiteY1824" fmla="*/ 4216504 h 8402012"/>
              <a:gd name="connsiteX1825" fmla="*/ 14358325 w 21052572"/>
              <a:gd name="connsiteY1825" fmla="*/ 4182416 h 8402012"/>
              <a:gd name="connsiteX1826" fmla="*/ 10962691 w 21052572"/>
              <a:gd name="connsiteY1826" fmla="*/ 4182260 h 8402012"/>
              <a:gd name="connsiteX1827" fmla="*/ 10994800 w 21052572"/>
              <a:gd name="connsiteY1827" fmla="*/ 4212501 h 8402012"/>
              <a:gd name="connsiteX1828" fmla="*/ 10962691 w 21052572"/>
              <a:gd name="connsiteY1828" fmla="*/ 4182260 h 8402012"/>
              <a:gd name="connsiteX1829" fmla="*/ 19772840 w 21052572"/>
              <a:gd name="connsiteY1829" fmla="*/ 4182259 h 8402012"/>
              <a:gd name="connsiteX1830" fmla="*/ 19735948 w 21052572"/>
              <a:gd name="connsiteY1830" fmla="*/ 4212501 h 8402012"/>
              <a:gd name="connsiteX1831" fmla="*/ 19772840 w 21052572"/>
              <a:gd name="connsiteY1831" fmla="*/ 4182259 h 8402012"/>
              <a:gd name="connsiteX1832" fmla="*/ 15924684 w 21052572"/>
              <a:gd name="connsiteY1832" fmla="*/ 4171024 h 8402012"/>
              <a:gd name="connsiteX1833" fmla="*/ 15943130 w 21052572"/>
              <a:gd name="connsiteY1833" fmla="*/ 4212547 h 8402012"/>
              <a:gd name="connsiteX1834" fmla="*/ 15906238 w 21052572"/>
              <a:gd name="connsiteY1834" fmla="*/ 4212547 h 8402012"/>
              <a:gd name="connsiteX1835" fmla="*/ 15924684 w 21052572"/>
              <a:gd name="connsiteY1835" fmla="*/ 4171024 h 8402012"/>
              <a:gd name="connsiteX1836" fmla="*/ 16609386 w 21052572"/>
              <a:gd name="connsiteY1836" fmla="*/ 4161827 h 8402012"/>
              <a:gd name="connsiteX1837" fmla="*/ 16687922 w 21052572"/>
              <a:gd name="connsiteY1837" fmla="*/ 4211054 h 8402012"/>
              <a:gd name="connsiteX1838" fmla="*/ 16720390 w 21052572"/>
              <a:gd name="connsiteY1838" fmla="*/ 4302552 h 8402012"/>
              <a:gd name="connsiteX1839" fmla="*/ 16622982 w 21052572"/>
              <a:gd name="connsiteY1839" fmla="*/ 4243732 h 8402012"/>
              <a:gd name="connsiteX1840" fmla="*/ 16584018 w 21052572"/>
              <a:gd name="connsiteY1840" fmla="*/ 4187187 h 8402012"/>
              <a:gd name="connsiteX1841" fmla="*/ 16609386 w 21052572"/>
              <a:gd name="connsiteY1841" fmla="*/ 4161827 h 8402012"/>
              <a:gd name="connsiteX1842" fmla="*/ 15824664 w 21052572"/>
              <a:gd name="connsiteY1842" fmla="*/ 4152063 h 8402012"/>
              <a:gd name="connsiteX1843" fmla="*/ 15806702 w 21052572"/>
              <a:gd name="connsiteY1843" fmla="*/ 4184169 h 8402012"/>
              <a:gd name="connsiteX1844" fmla="*/ 15824664 w 21052572"/>
              <a:gd name="connsiteY1844" fmla="*/ 4152063 h 8402012"/>
              <a:gd name="connsiteX1845" fmla="*/ 10457627 w 21052572"/>
              <a:gd name="connsiteY1845" fmla="*/ 4152062 h 8402012"/>
              <a:gd name="connsiteX1846" fmla="*/ 10450802 w 21052572"/>
              <a:gd name="connsiteY1846" fmla="*/ 4245698 h 8402012"/>
              <a:gd name="connsiteX1847" fmla="*/ 10457627 w 21052572"/>
              <a:gd name="connsiteY1847" fmla="*/ 4152062 h 8402012"/>
              <a:gd name="connsiteX1848" fmla="*/ 10392831 w 21052572"/>
              <a:gd name="connsiteY1848" fmla="*/ 4146077 h 8402012"/>
              <a:gd name="connsiteX1849" fmla="*/ 10242249 w 21052572"/>
              <a:gd name="connsiteY1849" fmla="*/ 4247560 h 8402012"/>
              <a:gd name="connsiteX1850" fmla="*/ 10268437 w 21052572"/>
              <a:gd name="connsiteY1850" fmla="*/ 4247560 h 8402012"/>
              <a:gd name="connsiteX1851" fmla="*/ 10242249 w 21052572"/>
              <a:gd name="connsiteY1851" fmla="*/ 4215141 h 8402012"/>
              <a:gd name="connsiteX1852" fmla="*/ 10392831 w 21052572"/>
              <a:gd name="connsiteY1852" fmla="*/ 4146077 h 8402012"/>
              <a:gd name="connsiteX1853" fmla="*/ 17223884 w 21052572"/>
              <a:gd name="connsiteY1853" fmla="*/ 4133111 h 8402012"/>
              <a:gd name="connsiteX1854" fmla="*/ 17500408 w 21052572"/>
              <a:gd name="connsiteY1854" fmla="*/ 4209261 h 8402012"/>
              <a:gd name="connsiteX1855" fmla="*/ 17584336 w 21052572"/>
              <a:gd name="connsiteY1855" fmla="*/ 4255009 h 8402012"/>
              <a:gd name="connsiteX1856" fmla="*/ 17545600 w 21052572"/>
              <a:gd name="connsiteY1856" fmla="*/ 4307293 h 8402012"/>
              <a:gd name="connsiteX1857" fmla="*/ 17223884 w 21052572"/>
              <a:gd name="connsiteY1857" fmla="*/ 4133111 h 8402012"/>
              <a:gd name="connsiteX1858" fmla="*/ 10507545 w 21052572"/>
              <a:gd name="connsiteY1858" fmla="*/ 4123451 h 8402012"/>
              <a:gd name="connsiteX1859" fmla="*/ 10544541 w 21052572"/>
              <a:gd name="connsiteY1859" fmla="*/ 4132757 h 8402012"/>
              <a:gd name="connsiteX1860" fmla="*/ 10486036 w 21052572"/>
              <a:gd name="connsiteY1860" fmla="*/ 4153699 h 8402012"/>
              <a:gd name="connsiteX1861" fmla="*/ 10485752 w 21052572"/>
              <a:gd name="connsiteY1861" fmla="*/ 4153333 h 8402012"/>
              <a:gd name="connsiteX1862" fmla="*/ 10473929 w 21052572"/>
              <a:gd name="connsiteY1862" fmla="*/ 4159591 h 8402012"/>
              <a:gd name="connsiteX1863" fmla="*/ 10460279 w 21052572"/>
              <a:gd name="connsiteY1863" fmla="*/ 4152366 h 8402012"/>
              <a:gd name="connsiteX1864" fmla="*/ 10472069 w 21052572"/>
              <a:gd name="connsiteY1864" fmla="*/ 4135729 h 8402012"/>
              <a:gd name="connsiteX1865" fmla="*/ 10469759 w 21052572"/>
              <a:gd name="connsiteY1865" fmla="*/ 4132757 h 8402012"/>
              <a:gd name="connsiteX1866" fmla="*/ 10507545 w 21052572"/>
              <a:gd name="connsiteY1866" fmla="*/ 4123451 h 8402012"/>
              <a:gd name="connsiteX1867" fmla="*/ 16355418 w 21052572"/>
              <a:gd name="connsiteY1867" fmla="*/ 4118885 h 8402012"/>
              <a:gd name="connsiteX1868" fmla="*/ 16342294 w 21052572"/>
              <a:gd name="connsiteY1868" fmla="*/ 4150990 h 8402012"/>
              <a:gd name="connsiteX1869" fmla="*/ 16355418 w 21052572"/>
              <a:gd name="connsiteY1869" fmla="*/ 4118885 h 8402012"/>
              <a:gd name="connsiteX1870" fmla="*/ 16317568 w 21052572"/>
              <a:gd name="connsiteY1870" fmla="*/ 4118881 h 8402012"/>
              <a:gd name="connsiteX1871" fmla="*/ 16280676 w 21052572"/>
              <a:gd name="connsiteY1871" fmla="*/ 4149624 h 8402012"/>
              <a:gd name="connsiteX1872" fmla="*/ 16317568 w 21052572"/>
              <a:gd name="connsiteY1872" fmla="*/ 4118881 h 8402012"/>
              <a:gd name="connsiteX1873" fmla="*/ 17915124 w 21052572"/>
              <a:gd name="connsiteY1873" fmla="*/ 4113134 h 8402012"/>
              <a:gd name="connsiteX1874" fmla="*/ 17914988 w 21052572"/>
              <a:gd name="connsiteY1874" fmla="*/ 4113295 h 8402012"/>
              <a:gd name="connsiteX1875" fmla="*/ 17911148 w 21052572"/>
              <a:gd name="connsiteY1875" fmla="*/ 4117810 h 8402012"/>
              <a:gd name="connsiteX1876" fmla="*/ 9809865 w 21052572"/>
              <a:gd name="connsiteY1876" fmla="*/ 4112770 h 8402012"/>
              <a:gd name="connsiteX1877" fmla="*/ 9814581 w 21052572"/>
              <a:gd name="connsiteY1877" fmla="*/ 4118314 h 8402012"/>
              <a:gd name="connsiteX1878" fmla="*/ 9808019 w 21052572"/>
              <a:gd name="connsiteY1878" fmla="*/ 4131964 h 8402012"/>
              <a:gd name="connsiteX1879" fmla="*/ 9809865 w 21052572"/>
              <a:gd name="connsiteY1879" fmla="*/ 4112770 h 8402012"/>
              <a:gd name="connsiteX1880" fmla="*/ 9760697 w 21052572"/>
              <a:gd name="connsiteY1880" fmla="*/ 4109923 h 8402012"/>
              <a:gd name="connsiteX1881" fmla="*/ 9804785 w 21052572"/>
              <a:gd name="connsiteY1881" fmla="*/ 4120006 h 8402012"/>
              <a:gd name="connsiteX1882" fmla="*/ 9735101 w 21052572"/>
              <a:gd name="connsiteY1882" fmla="*/ 4151029 h 8402012"/>
              <a:gd name="connsiteX1883" fmla="*/ 9760697 w 21052572"/>
              <a:gd name="connsiteY1883" fmla="*/ 4109923 h 8402012"/>
              <a:gd name="connsiteX1884" fmla="*/ 17922024 w 21052572"/>
              <a:gd name="connsiteY1884" fmla="*/ 4105021 h 8402012"/>
              <a:gd name="connsiteX1885" fmla="*/ 17921388 w 21052572"/>
              <a:gd name="connsiteY1885" fmla="*/ 4105771 h 8402012"/>
              <a:gd name="connsiteX1886" fmla="*/ 17915124 w 21052572"/>
              <a:gd name="connsiteY1886" fmla="*/ 4113134 h 8402012"/>
              <a:gd name="connsiteX1887" fmla="*/ 9821601 w 21052572"/>
              <a:gd name="connsiteY1887" fmla="*/ 4102913 h 8402012"/>
              <a:gd name="connsiteX1888" fmla="*/ 9817499 w 21052572"/>
              <a:gd name="connsiteY1888" fmla="*/ 4117882 h 8402012"/>
              <a:gd name="connsiteX1889" fmla="*/ 9810936 w 21052572"/>
              <a:gd name="connsiteY1889" fmla="*/ 4105908 h 8402012"/>
              <a:gd name="connsiteX1890" fmla="*/ 9821601 w 21052572"/>
              <a:gd name="connsiteY1890" fmla="*/ 4102913 h 8402012"/>
              <a:gd name="connsiteX1891" fmla="*/ 9885021 w 21052572"/>
              <a:gd name="connsiteY1891" fmla="*/ 4087636 h 8402012"/>
              <a:gd name="connsiteX1892" fmla="*/ 9923712 w 21052572"/>
              <a:gd name="connsiteY1892" fmla="*/ 4119876 h 8402012"/>
              <a:gd name="connsiteX1893" fmla="*/ 9885021 w 21052572"/>
              <a:gd name="connsiteY1893" fmla="*/ 4087636 h 8402012"/>
              <a:gd name="connsiteX1894" fmla="*/ 10673567 w 21052572"/>
              <a:gd name="connsiteY1894" fmla="*/ 4085706 h 8402012"/>
              <a:gd name="connsiteX1895" fmla="*/ 10691529 w 21052572"/>
              <a:gd name="connsiteY1895" fmla="*/ 4117810 h 8402012"/>
              <a:gd name="connsiteX1896" fmla="*/ 10673567 w 21052572"/>
              <a:gd name="connsiteY1896" fmla="*/ 4085706 h 8402012"/>
              <a:gd name="connsiteX1897" fmla="*/ 10623518 w 21052572"/>
              <a:gd name="connsiteY1897" fmla="*/ 4085706 h 8402012"/>
              <a:gd name="connsiteX1898" fmla="*/ 10637168 w 21052572"/>
              <a:gd name="connsiteY1898" fmla="*/ 4150975 h 8402012"/>
              <a:gd name="connsiteX1899" fmla="*/ 10623518 w 21052572"/>
              <a:gd name="connsiteY1899" fmla="*/ 4085706 h 8402012"/>
              <a:gd name="connsiteX1900" fmla="*/ 10412881 w 21052572"/>
              <a:gd name="connsiteY1900" fmla="*/ 4085706 h 8402012"/>
              <a:gd name="connsiteX1901" fmla="*/ 10430843 w 21052572"/>
              <a:gd name="connsiteY1901" fmla="*/ 4117810 h 8402012"/>
              <a:gd name="connsiteX1902" fmla="*/ 10412881 w 21052572"/>
              <a:gd name="connsiteY1902" fmla="*/ 4085706 h 8402012"/>
              <a:gd name="connsiteX1903" fmla="*/ 17791656 w 21052572"/>
              <a:gd name="connsiteY1903" fmla="*/ 4085705 h 8402012"/>
              <a:gd name="connsiteX1904" fmla="*/ 17773696 w 21052572"/>
              <a:gd name="connsiteY1904" fmla="*/ 4117809 h 8402012"/>
              <a:gd name="connsiteX1905" fmla="*/ 17791656 w 21052572"/>
              <a:gd name="connsiteY1905" fmla="*/ 4085705 h 8402012"/>
              <a:gd name="connsiteX1906" fmla="*/ 17165984 w 21052572"/>
              <a:gd name="connsiteY1906" fmla="*/ 4085705 h 8402012"/>
              <a:gd name="connsiteX1907" fmla="*/ 17129092 w 21052572"/>
              <a:gd name="connsiteY1907" fmla="*/ 4116447 h 8402012"/>
              <a:gd name="connsiteX1908" fmla="*/ 17165984 w 21052572"/>
              <a:gd name="connsiteY1908" fmla="*/ 4085705 h 8402012"/>
              <a:gd name="connsiteX1909" fmla="*/ 15981076 w 21052572"/>
              <a:gd name="connsiteY1909" fmla="*/ 4085705 h 8402012"/>
              <a:gd name="connsiteX1910" fmla="*/ 15963114 w 21052572"/>
              <a:gd name="connsiteY1910" fmla="*/ 4117809 h 8402012"/>
              <a:gd name="connsiteX1911" fmla="*/ 15981076 w 21052572"/>
              <a:gd name="connsiteY1911" fmla="*/ 4085705 h 8402012"/>
              <a:gd name="connsiteX1912" fmla="*/ 13204588 w 21052572"/>
              <a:gd name="connsiteY1912" fmla="*/ 4085705 h 8402012"/>
              <a:gd name="connsiteX1913" fmla="*/ 13222550 w 21052572"/>
              <a:gd name="connsiteY1913" fmla="*/ 4117810 h 8402012"/>
              <a:gd name="connsiteX1914" fmla="*/ 13204588 w 21052572"/>
              <a:gd name="connsiteY1914" fmla="*/ 4085705 h 8402012"/>
              <a:gd name="connsiteX1915" fmla="*/ 11070709 w 21052572"/>
              <a:gd name="connsiteY1915" fmla="*/ 4085705 h 8402012"/>
              <a:gd name="connsiteX1916" fmla="*/ 11052747 w 21052572"/>
              <a:gd name="connsiteY1916" fmla="*/ 4117810 h 8402012"/>
              <a:gd name="connsiteX1917" fmla="*/ 11070709 w 21052572"/>
              <a:gd name="connsiteY1917" fmla="*/ 4085705 h 8402012"/>
              <a:gd name="connsiteX1918" fmla="*/ 17887452 w 21052572"/>
              <a:gd name="connsiteY1918" fmla="*/ 4076241 h 8402012"/>
              <a:gd name="connsiteX1919" fmla="*/ 18381860 w 21052572"/>
              <a:gd name="connsiteY1919" fmla="*/ 4255454 h 8402012"/>
              <a:gd name="connsiteX1920" fmla="*/ 18606496 w 21052572"/>
              <a:gd name="connsiteY1920" fmla="*/ 4372118 h 8402012"/>
              <a:gd name="connsiteX1921" fmla="*/ 18663460 w 21052572"/>
              <a:gd name="connsiteY1921" fmla="*/ 4461776 h 8402012"/>
              <a:gd name="connsiteX1922" fmla="*/ 18753744 w 21052572"/>
              <a:gd name="connsiteY1922" fmla="*/ 4539552 h 8402012"/>
              <a:gd name="connsiteX1923" fmla="*/ 18561356 w 21052572"/>
              <a:gd name="connsiteY1923" fmla="*/ 4455295 h 8402012"/>
              <a:gd name="connsiteX1924" fmla="*/ 18464620 w 21052572"/>
              <a:gd name="connsiteY1924" fmla="*/ 4416407 h 8402012"/>
              <a:gd name="connsiteX1925" fmla="*/ 18420556 w 21052572"/>
              <a:gd name="connsiteY1925" fmla="*/ 4429369 h 8402012"/>
              <a:gd name="connsiteX1926" fmla="*/ 18394760 w 21052572"/>
              <a:gd name="connsiteY1926" fmla="*/ 4416407 h 8402012"/>
              <a:gd name="connsiteX1927" fmla="*/ 18414104 w 21052572"/>
              <a:gd name="connsiteY1927" fmla="*/ 4385080 h 8402012"/>
              <a:gd name="connsiteX1928" fmla="*/ 18073392 w 21052572"/>
              <a:gd name="connsiteY1928" fmla="*/ 4248973 h 8402012"/>
              <a:gd name="connsiteX1929" fmla="*/ 18073392 w 21052572"/>
              <a:gd name="connsiteY1929" fmla="*/ 4186426 h 8402012"/>
              <a:gd name="connsiteX1930" fmla="*/ 18047596 w 21052572"/>
              <a:gd name="connsiteY1930" fmla="*/ 4173463 h 8402012"/>
              <a:gd name="connsiteX1931" fmla="*/ 17990632 w 21052572"/>
              <a:gd name="connsiteY1931" fmla="*/ 4147538 h 8402012"/>
              <a:gd name="connsiteX1932" fmla="*/ 17939040 w 21052572"/>
              <a:gd name="connsiteY1932" fmla="*/ 4119183 h 8402012"/>
              <a:gd name="connsiteX1933" fmla="*/ 17922024 w 21052572"/>
              <a:gd name="connsiteY1933" fmla="*/ 4105021 h 8402012"/>
              <a:gd name="connsiteX1934" fmla="*/ 10450799 w 21052572"/>
              <a:gd name="connsiteY1934" fmla="*/ 4062004 h 8402012"/>
              <a:gd name="connsiteX1935" fmla="*/ 10487691 w 21052572"/>
              <a:gd name="connsiteY1935" fmla="*/ 4089304 h 8402012"/>
              <a:gd name="connsiteX1936" fmla="*/ 10450799 w 21052572"/>
              <a:gd name="connsiteY1936" fmla="*/ 4062004 h 8402012"/>
              <a:gd name="connsiteX1937" fmla="*/ 16121250 w 21052572"/>
              <a:gd name="connsiteY1937" fmla="*/ 4062002 h 8402012"/>
              <a:gd name="connsiteX1938" fmla="*/ 16127714 w 21052572"/>
              <a:gd name="connsiteY1938" fmla="*/ 4074411 h 8402012"/>
              <a:gd name="connsiteX1939" fmla="*/ 16184804 w 21052572"/>
              <a:gd name="connsiteY1939" fmla="*/ 4117846 h 8402012"/>
              <a:gd name="connsiteX1940" fmla="*/ 16114788 w 21052572"/>
              <a:gd name="connsiteY1940" fmla="*/ 4117846 h 8402012"/>
              <a:gd name="connsiteX1941" fmla="*/ 16121250 w 21052572"/>
              <a:gd name="connsiteY1941" fmla="*/ 4062002 h 8402012"/>
              <a:gd name="connsiteX1942" fmla="*/ 10716226 w 21052572"/>
              <a:gd name="connsiteY1942" fmla="*/ 4062002 h 8402012"/>
              <a:gd name="connsiteX1943" fmla="*/ 10748335 w 21052572"/>
              <a:gd name="connsiteY1943" fmla="*/ 4086822 h 8402012"/>
              <a:gd name="connsiteX1944" fmla="*/ 10716226 w 21052572"/>
              <a:gd name="connsiteY1944" fmla="*/ 4117846 h 8402012"/>
              <a:gd name="connsiteX1945" fmla="*/ 10716226 w 21052572"/>
              <a:gd name="connsiteY1945" fmla="*/ 4062002 h 8402012"/>
              <a:gd name="connsiteX1946" fmla="*/ 10570538 w 21052572"/>
              <a:gd name="connsiteY1946" fmla="*/ 4062002 h 8402012"/>
              <a:gd name="connsiteX1947" fmla="*/ 10564551 w 21052572"/>
              <a:gd name="connsiteY1947" fmla="*/ 4117846 h 8402012"/>
              <a:gd name="connsiteX1948" fmla="*/ 10570538 w 21052572"/>
              <a:gd name="connsiteY1948" fmla="*/ 4062002 h 8402012"/>
              <a:gd name="connsiteX1949" fmla="*/ 17053256 w 21052572"/>
              <a:gd name="connsiteY1949" fmla="*/ 4062001 h 8402012"/>
              <a:gd name="connsiteX1950" fmla="*/ 17109100 w 21052572"/>
              <a:gd name="connsiteY1950" fmla="*/ 4062001 h 8402012"/>
              <a:gd name="connsiteX1951" fmla="*/ 17090484 w 21052572"/>
              <a:gd name="connsiteY1951" fmla="*/ 4117846 h 8402012"/>
              <a:gd name="connsiteX1952" fmla="*/ 17053256 w 21052572"/>
              <a:gd name="connsiteY1952" fmla="*/ 4062001 h 8402012"/>
              <a:gd name="connsiteX1953" fmla="*/ 11111606 w 21052572"/>
              <a:gd name="connsiteY1953" fmla="*/ 4058546 h 8402012"/>
              <a:gd name="connsiteX1954" fmla="*/ 11146509 w 21052572"/>
              <a:gd name="connsiteY1954" fmla="*/ 4062625 h 8402012"/>
              <a:gd name="connsiteX1955" fmla="*/ 11090665 w 21052572"/>
              <a:gd name="connsiteY1955" fmla="*/ 4088734 h 8402012"/>
              <a:gd name="connsiteX1956" fmla="*/ 11111606 w 21052572"/>
              <a:gd name="connsiteY1956" fmla="*/ 4058546 h 8402012"/>
              <a:gd name="connsiteX1957" fmla="*/ 16128438 w 21052572"/>
              <a:gd name="connsiteY1957" fmla="*/ 4043045 h 8402012"/>
              <a:gd name="connsiteX1958" fmla="*/ 16142088 w 21052572"/>
              <a:gd name="connsiteY1958" fmla="*/ 4063520 h 8402012"/>
              <a:gd name="connsiteX1959" fmla="*/ 16128438 w 21052572"/>
              <a:gd name="connsiteY1959" fmla="*/ 4043045 h 8402012"/>
              <a:gd name="connsiteX1960" fmla="*/ 11317603 w 21052572"/>
              <a:gd name="connsiteY1960" fmla="*/ 4043045 h 8402012"/>
              <a:gd name="connsiteX1961" fmla="*/ 11331253 w 21052572"/>
              <a:gd name="connsiteY1961" fmla="*/ 4063520 h 8402012"/>
              <a:gd name="connsiteX1962" fmla="*/ 11317603 w 21052572"/>
              <a:gd name="connsiteY1962" fmla="*/ 4043045 h 8402012"/>
              <a:gd name="connsiteX1963" fmla="*/ 20064620 w 21052572"/>
              <a:gd name="connsiteY1963" fmla="*/ 4042570 h 8402012"/>
              <a:gd name="connsiteX1964" fmla="*/ 20076028 w 21052572"/>
              <a:gd name="connsiteY1964" fmla="*/ 4045132 h 8402012"/>
              <a:gd name="connsiteX1965" fmla="*/ 20062992 w 21052572"/>
              <a:gd name="connsiteY1965" fmla="*/ 4065605 h 8402012"/>
              <a:gd name="connsiteX1966" fmla="*/ 20064620 w 21052572"/>
              <a:gd name="connsiteY1966" fmla="*/ 4042570 h 8402012"/>
              <a:gd name="connsiteX1967" fmla="*/ 19837124 w 21052572"/>
              <a:gd name="connsiteY1967" fmla="*/ 4042570 h 8402012"/>
              <a:gd name="connsiteX1968" fmla="*/ 19848612 w 21052572"/>
              <a:gd name="connsiteY1968" fmla="*/ 4045133 h 8402012"/>
              <a:gd name="connsiteX1969" fmla="*/ 19835484 w 21052572"/>
              <a:gd name="connsiteY1969" fmla="*/ 4065605 h 8402012"/>
              <a:gd name="connsiteX1970" fmla="*/ 19837124 w 21052572"/>
              <a:gd name="connsiteY1970" fmla="*/ 4042570 h 8402012"/>
              <a:gd name="connsiteX1971" fmla="*/ 10051604 w 21052572"/>
              <a:gd name="connsiteY1971" fmla="*/ 4029605 h 8402012"/>
              <a:gd name="connsiteX1972" fmla="*/ 9955953 w 21052572"/>
              <a:gd name="connsiteY1972" fmla="*/ 4074739 h 8402012"/>
              <a:gd name="connsiteX1973" fmla="*/ 10051604 w 21052572"/>
              <a:gd name="connsiteY1973" fmla="*/ 4029605 h 8402012"/>
              <a:gd name="connsiteX1974" fmla="*/ 15490658 w 21052572"/>
              <a:gd name="connsiteY1974" fmla="*/ 4028822 h 8402012"/>
              <a:gd name="connsiteX1975" fmla="*/ 15470184 w 21052572"/>
              <a:gd name="connsiteY1975" fmla="*/ 4084667 h 8402012"/>
              <a:gd name="connsiteX1976" fmla="*/ 15490658 w 21052572"/>
              <a:gd name="connsiteY1976" fmla="*/ 4028822 h 8402012"/>
              <a:gd name="connsiteX1977" fmla="*/ 10975819 w 21052572"/>
              <a:gd name="connsiteY1977" fmla="*/ 4028822 h 8402012"/>
              <a:gd name="connsiteX1978" fmla="*/ 10962691 w 21052572"/>
              <a:gd name="connsiteY1978" fmla="*/ 4060930 h 8402012"/>
              <a:gd name="connsiteX1979" fmla="*/ 10975819 w 21052572"/>
              <a:gd name="connsiteY1979" fmla="*/ 4028822 h 8402012"/>
              <a:gd name="connsiteX1980" fmla="*/ 19228796 w 21052572"/>
              <a:gd name="connsiteY1980" fmla="*/ 4028819 h 8402012"/>
              <a:gd name="connsiteX1981" fmla="*/ 19241924 w 21052572"/>
              <a:gd name="connsiteY1981" fmla="*/ 4060929 h 8402012"/>
              <a:gd name="connsiteX1982" fmla="*/ 19228796 w 21052572"/>
              <a:gd name="connsiteY1982" fmla="*/ 4028819 h 8402012"/>
              <a:gd name="connsiteX1983" fmla="*/ 15374392 w 21052572"/>
              <a:gd name="connsiteY1983" fmla="*/ 4028819 h 8402012"/>
              <a:gd name="connsiteX1984" fmla="*/ 15356430 w 21052572"/>
              <a:gd name="connsiteY1984" fmla="*/ 4060930 h 8402012"/>
              <a:gd name="connsiteX1985" fmla="*/ 15374392 w 21052572"/>
              <a:gd name="connsiteY1985" fmla="*/ 4028819 h 8402012"/>
              <a:gd name="connsiteX1986" fmla="*/ 9933170 w 21052572"/>
              <a:gd name="connsiteY1986" fmla="*/ 4028819 h 8402012"/>
              <a:gd name="connsiteX1987" fmla="*/ 9930340 w 21052572"/>
              <a:gd name="connsiteY1987" fmla="*/ 4033882 h 8402012"/>
              <a:gd name="connsiteX1988" fmla="*/ 9930644 w 21052572"/>
              <a:gd name="connsiteY1988" fmla="*/ 4033338 h 8402012"/>
              <a:gd name="connsiteX1989" fmla="*/ 9933170 w 21052572"/>
              <a:gd name="connsiteY1989" fmla="*/ 4028819 h 8402012"/>
              <a:gd name="connsiteX1990" fmla="*/ 11260567 w 21052572"/>
              <a:gd name="connsiteY1990" fmla="*/ 4025783 h 8402012"/>
              <a:gd name="connsiteX1991" fmla="*/ 11279169 w 21052572"/>
              <a:gd name="connsiteY1991" fmla="*/ 4060799 h 8402012"/>
              <a:gd name="connsiteX1992" fmla="*/ 11228116 w 21052572"/>
              <a:gd name="connsiteY1992" fmla="*/ 4028965 h 8402012"/>
              <a:gd name="connsiteX1993" fmla="*/ 11260567 w 21052572"/>
              <a:gd name="connsiteY1993" fmla="*/ 4025783 h 8402012"/>
              <a:gd name="connsiteX1994" fmla="*/ 17012168 w 21052572"/>
              <a:gd name="connsiteY1994" fmla="*/ 4025782 h 8402012"/>
              <a:gd name="connsiteX1995" fmla="*/ 17033212 w 21052572"/>
              <a:gd name="connsiteY1995" fmla="*/ 4060799 h 8402012"/>
              <a:gd name="connsiteX1996" fmla="*/ 16982160 w 21052572"/>
              <a:gd name="connsiteY1996" fmla="*/ 4028962 h 8402012"/>
              <a:gd name="connsiteX1997" fmla="*/ 17012168 w 21052572"/>
              <a:gd name="connsiteY1997" fmla="*/ 4025782 h 8402012"/>
              <a:gd name="connsiteX1998" fmla="*/ 9924688 w 21052572"/>
              <a:gd name="connsiteY1998" fmla="*/ 4014601 h 8402012"/>
              <a:gd name="connsiteX1999" fmla="*/ 9942650 w 21052572"/>
              <a:gd name="connsiteY1999" fmla="*/ 4014601 h 8402012"/>
              <a:gd name="connsiteX2000" fmla="*/ 9924688 w 21052572"/>
              <a:gd name="connsiteY2000" fmla="*/ 4014601 h 8402012"/>
              <a:gd name="connsiteX2001" fmla="*/ 10691475 w 21052572"/>
              <a:gd name="connsiteY2001" fmla="*/ 4009865 h 8402012"/>
              <a:gd name="connsiteX2002" fmla="*/ 10591392 w 21052572"/>
              <a:gd name="connsiteY2002" fmla="*/ 4056286 h 8402012"/>
              <a:gd name="connsiteX2003" fmla="*/ 10581228 w 21052572"/>
              <a:gd name="connsiteY2003" fmla="*/ 4044994 h 8402012"/>
              <a:gd name="connsiteX2004" fmla="*/ 10591993 w 21052572"/>
              <a:gd name="connsiteY2004" fmla="*/ 4062312 h 8402012"/>
              <a:gd name="connsiteX2005" fmla="*/ 10574031 w 21052572"/>
              <a:gd name="connsiteY2005" fmla="*/ 4062312 h 8402012"/>
              <a:gd name="connsiteX2006" fmla="*/ 10579879 w 21052572"/>
              <a:gd name="connsiteY2006" fmla="*/ 4043490 h 8402012"/>
              <a:gd name="connsiteX2007" fmla="*/ 10578773 w 21052572"/>
              <a:gd name="connsiteY2007" fmla="*/ 4042265 h 8402012"/>
              <a:gd name="connsiteX2008" fmla="*/ 10691475 w 21052572"/>
              <a:gd name="connsiteY2008" fmla="*/ 4009865 h 8402012"/>
              <a:gd name="connsiteX2009" fmla="*/ 19192672 w 21052572"/>
              <a:gd name="connsiteY2009" fmla="*/ 4001460 h 8402012"/>
              <a:gd name="connsiteX2010" fmla="*/ 19208812 w 21052572"/>
              <a:gd name="connsiteY2010" fmla="*/ 4032461 h 8402012"/>
              <a:gd name="connsiteX2011" fmla="*/ 19171920 w 21052572"/>
              <a:gd name="connsiteY2011" fmla="*/ 4019234 h 8402012"/>
              <a:gd name="connsiteX2012" fmla="*/ 19192672 w 21052572"/>
              <a:gd name="connsiteY2012" fmla="*/ 4001460 h 8402012"/>
              <a:gd name="connsiteX2013" fmla="*/ 15773526 w 21052572"/>
              <a:gd name="connsiteY2013" fmla="*/ 4000387 h 8402012"/>
              <a:gd name="connsiteX2014" fmla="*/ 15805632 w 21052572"/>
              <a:gd name="connsiteY2014" fmla="*/ 4011972 h 8402012"/>
              <a:gd name="connsiteX2015" fmla="*/ 15779948 w 21052572"/>
              <a:gd name="connsiteY2015" fmla="*/ 4056211 h 8402012"/>
              <a:gd name="connsiteX2016" fmla="*/ 15773526 w 21052572"/>
              <a:gd name="connsiteY2016" fmla="*/ 4000387 h 8402012"/>
              <a:gd name="connsiteX2017" fmla="*/ 16962200 w 21052572"/>
              <a:gd name="connsiteY2017" fmla="*/ 4000386 h 8402012"/>
              <a:gd name="connsiteX2018" fmla="*/ 16944240 w 21052572"/>
              <a:gd name="connsiteY2018" fmla="*/ 4032456 h 8402012"/>
              <a:gd name="connsiteX2019" fmla="*/ 16962200 w 21052572"/>
              <a:gd name="connsiteY2019" fmla="*/ 4000386 h 8402012"/>
              <a:gd name="connsiteX2020" fmla="*/ 15303196 w 21052572"/>
              <a:gd name="connsiteY2020" fmla="*/ 4000386 h 8402012"/>
              <a:gd name="connsiteX2021" fmla="*/ 15303196 w 21052572"/>
              <a:gd name="connsiteY2021" fmla="*/ 4032456 h 8402012"/>
              <a:gd name="connsiteX2022" fmla="*/ 15303196 w 21052572"/>
              <a:gd name="connsiteY2022" fmla="*/ 4000386 h 8402012"/>
              <a:gd name="connsiteX2023" fmla="*/ 13336302 w 21052572"/>
              <a:gd name="connsiteY2023" fmla="*/ 4000386 h 8402012"/>
              <a:gd name="connsiteX2024" fmla="*/ 13318340 w 21052572"/>
              <a:gd name="connsiteY2024" fmla="*/ 4032456 h 8402012"/>
              <a:gd name="connsiteX2025" fmla="*/ 13336302 w 21052572"/>
              <a:gd name="connsiteY2025" fmla="*/ 4000386 h 8402012"/>
              <a:gd name="connsiteX2026" fmla="*/ 13241507 w 21052572"/>
              <a:gd name="connsiteY2026" fmla="*/ 4000386 h 8402012"/>
              <a:gd name="connsiteX2027" fmla="*/ 13223545 w 21052572"/>
              <a:gd name="connsiteY2027" fmla="*/ 4032456 h 8402012"/>
              <a:gd name="connsiteX2028" fmla="*/ 13241507 w 21052572"/>
              <a:gd name="connsiteY2028" fmla="*/ 4000386 h 8402012"/>
              <a:gd name="connsiteX2029" fmla="*/ 20602224 w 21052572"/>
              <a:gd name="connsiteY2029" fmla="*/ 4000385 h 8402012"/>
              <a:gd name="connsiteX2030" fmla="*/ 20589100 w 21052572"/>
              <a:gd name="connsiteY2030" fmla="*/ 4032455 h 8402012"/>
              <a:gd name="connsiteX2031" fmla="*/ 20602224 w 21052572"/>
              <a:gd name="connsiteY2031" fmla="*/ 4000385 h 8402012"/>
              <a:gd name="connsiteX2032" fmla="*/ 20033552 w 21052572"/>
              <a:gd name="connsiteY2032" fmla="*/ 4000385 h 8402012"/>
              <a:gd name="connsiteX2033" fmla="*/ 20015588 w 21052572"/>
              <a:gd name="connsiteY2033" fmla="*/ 4032455 h 8402012"/>
              <a:gd name="connsiteX2034" fmla="*/ 20033552 w 21052572"/>
              <a:gd name="connsiteY2034" fmla="*/ 4000385 h 8402012"/>
              <a:gd name="connsiteX2035" fmla="*/ 19578440 w 21052572"/>
              <a:gd name="connsiteY2035" fmla="*/ 4000385 h 8402012"/>
              <a:gd name="connsiteX2036" fmla="*/ 19565316 w 21052572"/>
              <a:gd name="connsiteY2036" fmla="*/ 4032455 h 8402012"/>
              <a:gd name="connsiteX2037" fmla="*/ 19578440 w 21052572"/>
              <a:gd name="connsiteY2037" fmla="*/ 4000385 h 8402012"/>
              <a:gd name="connsiteX2038" fmla="*/ 17702600 w 21052572"/>
              <a:gd name="connsiteY2038" fmla="*/ 4000385 h 8402012"/>
              <a:gd name="connsiteX2039" fmla="*/ 17715728 w 21052572"/>
              <a:gd name="connsiteY2039" fmla="*/ 4032456 h 8402012"/>
              <a:gd name="connsiteX2040" fmla="*/ 17702600 w 21052572"/>
              <a:gd name="connsiteY2040" fmla="*/ 4000385 h 8402012"/>
              <a:gd name="connsiteX2041" fmla="*/ 18617096 w 21052572"/>
              <a:gd name="connsiteY2041" fmla="*/ 3982954 h 8402012"/>
              <a:gd name="connsiteX2042" fmla="*/ 18614008 w 21052572"/>
              <a:gd name="connsiteY2042" fmla="*/ 4005724 h 8402012"/>
              <a:gd name="connsiteX2043" fmla="*/ 18617896 w 21052572"/>
              <a:gd name="connsiteY2043" fmla="*/ 4011435 h 8402012"/>
              <a:gd name="connsiteX2044" fmla="*/ 18619000 w 21052572"/>
              <a:gd name="connsiteY2044" fmla="*/ 3997137 h 8402012"/>
              <a:gd name="connsiteX2045" fmla="*/ 18630404 w 21052572"/>
              <a:gd name="connsiteY2045" fmla="*/ 4000079 h 8402012"/>
              <a:gd name="connsiteX2046" fmla="*/ 18624332 w 21052572"/>
              <a:gd name="connsiteY2046" fmla="*/ 4006367 h 8402012"/>
              <a:gd name="connsiteX2047" fmla="*/ 18619764 w 21052572"/>
              <a:gd name="connsiteY2047" fmla="*/ 4014180 h 8402012"/>
              <a:gd name="connsiteX2048" fmla="*/ 18627040 w 21052572"/>
              <a:gd name="connsiteY2048" fmla="*/ 4024867 h 8402012"/>
              <a:gd name="connsiteX2049" fmla="*/ 18661160 w 21052572"/>
              <a:gd name="connsiteY2049" fmla="*/ 4047437 h 8402012"/>
              <a:gd name="connsiteX2050" fmla="*/ 18783684 w 21052572"/>
              <a:gd name="connsiteY2050" fmla="*/ 4086126 h 8402012"/>
              <a:gd name="connsiteX2051" fmla="*/ 18680508 w 21052572"/>
              <a:gd name="connsiteY2051" fmla="*/ 4028090 h 8402012"/>
              <a:gd name="connsiteX2052" fmla="*/ 18617096 w 21052572"/>
              <a:gd name="connsiteY2052" fmla="*/ 3982954 h 8402012"/>
              <a:gd name="connsiteX2053" fmla="*/ 15127852 w 21052572"/>
              <a:gd name="connsiteY2053" fmla="*/ 3973524 h 8402012"/>
              <a:gd name="connsiteX2054" fmla="*/ 15095742 w 21052572"/>
              <a:gd name="connsiteY2054" fmla="*/ 3998802 h 8402012"/>
              <a:gd name="connsiteX2055" fmla="*/ 15127852 w 21052572"/>
              <a:gd name="connsiteY2055" fmla="*/ 3973524 h 8402012"/>
              <a:gd name="connsiteX2056" fmla="*/ 16825748 w 21052572"/>
              <a:gd name="connsiteY2056" fmla="*/ 3973523 h 8402012"/>
              <a:gd name="connsiteX2057" fmla="*/ 16862640 w 21052572"/>
              <a:gd name="connsiteY2057" fmla="*/ 3998802 h 8402012"/>
              <a:gd name="connsiteX2058" fmla="*/ 16825748 w 21052572"/>
              <a:gd name="connsiteY2058" fmla="*/ 3973523 h 8402012"/>
              <a:gd name="connsiteX2059" fmla="*/ 17828948 w 21052572"/>
              <a:gd name="connsiteY2059" fmla="*/ 3971948 h 8402012"/>
              <a:gd name="connsiteX2060" fmla="*/ 17867424 w 21052572"/>
              <a:gd name="connsiteY2060" fmla="*/ 4117814 h 8402012"/>
              <a:gd name="connsiteX2061" fmla="*/ 17772300 w 21052572"/>
              <a:gd name="connsiteY2061" fmla="*/ 4047544 h 8402012"/>
              <a:gd name="connsiteX2062" fmla="*/ 17828948 w 21052572"/>
              <a:gd name="connsiteY2062" fmla="*/ 3971948 h 8402012"/>
              <a:gd name="connsiteX2063" fmla="*/ 15925198 w 21052572"/>
              <a:gd name="connsiteY2063" fmla="*/ 3971945 h 8402012"/>
              <a:gd name="connsiteX2064" fmla="*/ 15962062 w 21052572"/>
              <a:gd name="connsiteY2064" fmla="*/ 3984110 h 8402012"/>
              <a:gd name="connsiteX2065" fmla="*/ 15925198 w 21052572"/>
              <a:gd name="connsiteY2065" fmla="*/ 3971945 h 8402012"/>
              <a:gd name="connsiteX2066" fmla="*/ 13601727 w 21052572"/>
              <a:gd name="connsiteY2066" fmla="*/ 3971945 h 8402012"/>
              <a:gd name="connsiteX2067" fmla="*/ 13583765 w 21052572"/>
              <a:gd name="connsiteY2067" fmla="*/ 3999245 h 8402012"/>
              <a:gd name="connsiteX2068" fmla="*/ 13601727 w 21052572"/>
              <a:gd name="connsiteY2068" fmla="*/ 3971945 h 8402012"/>
              <a:gd name="connsiteX2069" fmla="*/ 10976910 w 21052572"/>
              <a:gd name="connsiteY2069" fmla="*/ 3971945 h 8402012"/>
              <a:gd name="connsiteX2070" fmla="*/ 10994872 w 21052572"/>
              <a:gd name="connsiteY2070" fmla="*/ 3999245 h 8402012"/>
              <a:gd name="connsiteX2071" fmla="*/ 10976910 w 21052572"/>
              <a:gd name="connsiteY2071" fmla="*/ 3971945 h 8402012"/>
              <a:gd name="connsiteX2072" fmla="*/ 20541704 w 21052572"/>
              <a:gd name="connsiteY2072" fmla="*/ 3971944 h 8402012"/>
              <a:gd name="connsiteX2073" fmla="*/ 20554828 w 21052572"/>
              <a:gd name="connsiteY2073" fmla="*/ 3999245 h 8402012"/>
              <a:gd name="connsiteX2074" fmla="*/ 20541704 w 21052572"/>
              <a:gd name="connsiteY2074" fmla="*/ 3971944 h 8402012"/>
              <a:gd name="connsiteX2075" fmla="*/ 18565508 w 21052572"/>
              <a:gd name="connsiteY2075" fmla="*/ 3971132 h 8402012"/>
              <a:gd name="connsiteX2076" fmla="*/ 18584852 w 21052572"/>
              <a:gd name="connsiteY2076" fmla="*/ 3996927 h 8402012"/>
              <a:gd name="connsiteX2077" fmla="*/ 18565508 w 21052572"/>
              <a:gd name="connsiteY2077" fmla="*/ 3971132 h 8402012"/>
              <a:gd name="connsiteX2078" fmla="*/ 16566904 w 21052572"/>
              <a:gd name="connsiteY2078" fmla="*/ 3967637 h 8402012"/>
              <a:gd name="connsiteX2079" fmla="*/ 16601926 w 21052572"/>
              <a:gd name="connsiteY2079" fmla="*/ 3974099 h 8402012"/>
              <a:gd name="connsiteX2080" fmla="*/ 16546102 w 21052572"/>
              <a:gd name="connsiteY2080" fmla="*/ 3999954 h 8402012"/>
              <a:gd name="connsiteX2081" fmla="*/ 16566904 w 21052572"/>
              <a:gd name="connsiteY2081" fmla="*/ 3967637 h 8402012"/>
              <a:gd name="connsiteX2082" fmla="*/ 12227107 w 21052572"/>
              <a:gd name="connsiteY2082" fmla="*/ 3941563 h 8402012"/>
              <a:gd name="connsiteX2083" fmla="*/ 12213982 w 21052572"/>
              <a:gd name="connsiteY2083" fmla="*/ 3947178 h 8402012"/>
              <a:gd name="connsiteX2084" fmla="*/ 12226912 w 21052572"/>
              <a:gd name="connsiteY2084" fmla="*/ 3941576 h 8402012"/>
              <a:gd name="connsiteX2085" fmla="*/ 16526116 w 21052572"/>
              <a:gd name="connsiteY2085" fmla="*/ 3940173 h 8402012"/>
              <a:gd name="connsiteX2086" fmla="*/ 16489224 w 21052572"/>
              <a:gd name="connsiteY2086" fmla="*/ 3970916 h 8402012"/>
              <a:gd name="connsiteX2087" fmla="*/ 16526116 w 21052572"/>
              <a:gd name="connsiteY2087" fmla="*/ 3940173 h 8402012"/>
              <a:gd name="connsiteX2088" fmla="*/ 19526372 w 21052572"/>
              <a:gd name="connsiteY2088" fmla="*/ 3940172 h 8402012"/>
              <a:gd name="connsiteX2089" fmla="*/ 19489480 w 21052572"/>
              <a:gd name="connsiteY2089" fmla="*/ 3970916 h 8402012"/>
              <a:gd name="connsiteX2090" fmla="*/ 19526372 w 21052572"/>
              <a:gd name="connsiteY2090" fmla="*/ 3940172 h 8402012"/>
              <a:gd name="connsiteX2091" fmla="*/ 13460727 w 21052572"/>
              <a:gd name="connsiteY2091" fmla="*/ 3938769 h 8402012"/>
              <a:gd name="connsiteX2092" fmla="*/ 13492647 w 21052572"/>
              <a:gd name="connsiteY2092" fmla="*/ 3985036 h 8402012"/>
              <a:gd name="connsiteX2093" fmla="*/ 13460727 w 21052572"/>
              <a:gd name="connsiteY2093" fmla="*/ 3938769 h 8402012"/>
              <a:gd name="connsiteX2094" fmla="*/ 19735948 w 21052572"/>
              <a:gd name="connsiteY2094" fmla="*/ 3938767 h 8402012"/>
              <a:gd name="connsiteX2095" fmla="*/ 19753908 w 21052572"/>
              <a:gd name="connsiteY2095" fmla="*/ 3970875 h 8402012"/>
              <a:gd name="connsiteX2096" fmla="*/ 19735948 w 21052572"/>
              <a:gd name="connsiteY2096" fmla="*/ 3938767 h 8402012"/>
              <a:gd name="connsiteX2097" fmla="*/ 14881456 w 21052572"/>
              <a:gd name="connsiteY2097" fmla="*/ 3938767 h 8402012"/>
              <a:gd name="connsiteX2098" fmla="*/ 14863494 w 21052572"/>
              <a:gd name="connsiteY2098" fmla="*/ 3970875 h 8402012"/>
              <a:gd name="connsiteX2099" fmla="*/ 14881456 w 21052572"/>
              <a:gd name="connsiteY2099" fmla="*/ 3938767 h 8402012"/>
              <a:gd name="connsiteX2100" fmla="*/ 10133238 w 21052572"/>
              <a:gd name="connsiteY2100" fmla="*/ 3938767 h 8402012"/>
              <a:gd name="connsiteX2101" fmla="*/ 10151200 w 21052572"/>
              <a:gd name="connsiteY2101" fmla="*/ 3970875 h 8402012"/>
              <a:gd name="connsiteX2102" fmla="*/ 10133238 w 21052572"/>
              <a:gd name="connsiteY2102" fmla="*/ 3938767 h 8402012"/>
              <a:gd name="connsiteX2103" fmla="*/ 15625454 w 21052572"/>
              <a:gd name="connsiteY2103" fmla="*/ 3938765 h 8402012"/>
              <a:gd name="connsiteX2104" fmla="*/ 15604980 w 21052572"/>
              <a:gd name="connsiteY2104" fmla="*/ 3994609 h 8402012"/>
              <a:gd name="connsiteX2105" fmla="*/ 15625454 w 21052572"/>
              <a:gd name="connsiteY2105" fmla="*/ 3938765 h 8402012"/>
              <a:gd name="connsiteX2106" fmla="*/ 14925110 w 21052572"/>
              <a:gd name="connsiteY2106" fmla="*/ 3938765 h 8402012"/>
              <a:gd name="connsiteX2107" fmla="*/ 14961974 w 21052572"/>
              <a:gd name="connsiteY2107" fmla="*/ 3951175 h 8402012"/>
              <a:gd name="connsiteX2108" fmla="*/ 14925110 w 21052572"/>
              <a:gd name="connsiteY2108" fmla="*/ 3994609 h 8402012"/>
              <a:gd name="connsiteX2109" fmla="*/ 14925110 w 21052572"/>
              <a:gd name="connsiteY2109" fmla="*/ 3938765 h 8402012"/>
              <a:gd name="connsiteX2110" fmla="*/ 13941227 w 21052572"/>
              <a:gd name="connsiteY2110" fmla="*/ 3936396 h 8402012"/>
              <a:gd name="connsiteX2111" fmla="*/ 13976130 w 21052572"/>
              <a:gd name="connsiteY2111" fmla="*/ 3939713 h 8402012"/>
              <a:gd name="connsiteX2112" fmla="*/ 13920286 w 21052572"/>
              <a:gd name="connsiteY2112" fmla="*/ 3972892 h 8402012"/>
              <a:gd name="connsiteX2113" fmla="*/ 13941227 w 21052572"/>
              <a:gd name="connsiteY2113" fmla="*/ 3936396 h 8402012"/>
              <a:gd name="connsiteX2114" fmla="*/ 12242336 w 21052572"/>
              <a:gd name="connsiteY2114" fmla="*/ 3936380 h 8402012"/>
              <a:gd name="connsiteX2115" fmla="*/ 12239842 w 21052572"/>
              <a:gd name="connsiteY2115" fmla="*/ 3940774 h 8402012"/>
              <a:gd name="connsiteX2116" fmla="*/ 12227107 w 21052572"/>
              <a:gd name="connsiteY2116" fmla="*/ 3941563 h 8402012"/>
              <a:gd name="connsiteX2117" fmla="*/ 12237603 w 21052572"/>
              <a:gd name="connsiteY2117" fmla="*/ 3937073 h 8402012"/>
              <a:gd name="connsiteX2118" fmla="*/ 10939187 w 21052572"/>
              <a:gd name="connsiteY2118" fmla="*/ 3929286 h 8402012"/>
              <a:gd name="connsiteX2119" fmla="*/ 10971107 w 21052572"/>
              <a:gd name="connsiteY2119" fmla="*/ 3929286 h 8402012"/>
              <a:gd name="connsiteX2120" fmla="*/ 10964723 w 21052572"/>
              <a:gd name="connsiteY2120" fmla="*/ 3999323 h 8402012"/>
              <a:gd name="connsiteX2121" fmla="*/ 10920035 w 21052572"/>
              <a:gd name="connsiteY2121" fmla="*/ 3999323 h 8402012"/>
              <a:gd name="connsiteX2122" fmla="*/ 10939187 w 21052572"/>
              <a:gd name="connsiteY2122" fmla="*/ 3929286 h 8402012"/>
              <a:gd name="connsiteX2123" fmla="*/ 13184670 w 21052572"/>
              <a:gd name="connsiteY2123" fmla="*/ 3919831 h 8402012"/>
              <a:gd name="connsiteX2124" fmla="*/ 13229838 w 21052572"/>
              <a:gd name="connsiteY2124" fmla="*/ 3952146 h 8402012"/>
              <a:gd name="connsiteX2125" fmla="*/ 13107238 w 21052572"/>
              <a:gd name="connsiteY2125" fmla="*/ 4009238 h 8402012"/>
              <a:gd name="connsiteX2126" fmla="*/ 12741590 w 21052572"/>
              <a:gd name="connsiteY2126" fmla="*/ 4060945 h 8402012"/>
              <a:gd name="connsiteX2127" fmla="*/ 12542634 w 21052572"/>
              <a:gd name="connsiteY2127" fmla="*/ 4060945 h 8402012"/>
              <a:gd name="connsiteX2128" fmla="*/ 12510371 w 21052572"/>
              <a:gd name="connsiteY2128" fmla="*/ 4106189 h 8402012"/>
              <a:gd name="connsiteX2129" fmla="*/ 12452298 w 21052572"/>
              <a:gd name="connsiteY2129" fmla="*/ 4112651 h 8402012"/>
              <a:gd name="connsiteX2130" fmla="*/ 12073744 w 21052572"/>
              <a:gd name="connsiteY2130" fmla="*/ 4164358 h 8402012"/>
              <a:gd name="connsiteX2131" fmla="*/ 11323089 w 21052572"/>
              <a:gd name="connsiteY2131" fmla="*/ 4393697 h 8402012"/>
              <a:gd name="connsiteX2132" fmla="*/ 10957441 w 21052572"/>
              <a:gd name="connsiteY2132" fmla="*/ 4535889 h 8402012"/>
              <a:gd name="connsiteX2133" fmla="*/ 10867104 w 21052572"/>
              <a:gd name="connsiteY2133" fmla="*/ 4581132 h 8402012"/>
              <a:gd name="connsiteX2134" fmla="*/ 10809031 w 21052572"/>
              <a:gd name="connsiteY2134" fmla="*/ 4587595 h 8402012"/>
              <a:gd name="connsiteX2135" fmla="*/ 10816559 w 21052572"/>
              <a:gd name="connsiteY2135" fmla="*/ 4458330 h 8402012"/>
              <a:gd name="connsiteX2136" fmla="*/ 10883555 w 21052572"/>
              <a:gd name="connsiteY2136" fmla="*/ 4435607 h 8402012"/>
              <a:gd name="connsiteX2137" fmla="*/ 10892077 w 21052572"/>
              <a:gd name="connsiteY2137" fmla="*/ 4397451 h 8402012"/>
              <a:gd name="connsiteX2138" fmla="*/ 10891595 w 21052572"/>
              <a:gd name="connsiteY2138" fmla="*/ 4396383 h 8402012"/>
              <a:gd name="connsiteX2139" fmla="*/ 10892628 w 21052572"/>
              <a:gd name="connsiteY2139" fmla="*/ 4394984 h 8402012"/>
              <a:gd name="connsiteX2140" fmla="*/ 10892915 w 21052572"/>
              <a:gd name="connsiteY2140" fmla="*/ 4393697 h 8402012"/>
              <a:gd name="connsiteX2141" fmla="*/ 10893270 w 21052572"/>
              <a:gd name="connsiteY2141" fmla="*/ 4394113 h 8402012"/>
              <a:gd name="connsiteX2142" fmla="*/ 10898330 w 21052572"/>
              <a:gd name="connsiteY2142" fmla="*/ 4387259 h 8402012"/>
              <a:gd name="connsiteX2143" fmla="*/ 10909557 w 21052572"/>
              <a:gd name="connsiteY2143" fmla="*/ 4396383 h 8402012"/>
              <a:gd name="connsiteX2144" fmla="*/ 10902831 w 21052572"/>
              <a:gd name="connsiteY2144" fmla="*/ 4405328 h 8402012"/>
              <a:gd name="connsiteX2145" fmla="*/ 10904711 w 21052572"/>
              <a:gd name="connsiteY2145" fmla="*/ 4407532 h 8402012"/>
              <a:gd name="connsiteX2146" fmla="*/ 10950988 w 21052572"/>
              <a:gd name="connsiteY2146" fmla="*/ 4406623 h 8402012"/>
              <a:gd name="connsiteX2147" fmla="*/ 11033797 w 21052572"/>
              <a:gd name="connsiteY2147" fmla="*/ 4393697 h 8402012"/>
              <a:gd name="connsiteX2148" fmla="*/ 11014439 w 21052572"/>
              <a:gd name="connsiteY2148" fmla="*/ 4349531 h 8402012"/>
              <a:gd name="connsiteX2149" fmla="*/ 10950988 w 21052572"/>
              <a:gd name="connsiteY2149" fmla="*/ 4375384 h 8402012"/>
              <a:gd name="connsiteX2150" fmla="*/ 10867104 w 21052572"/>
              <a:gd name="connsiteY2150" fmla="*/ 4330141 h 8402012"/>
              <a:gd name="connsiteX2151" fmla="*/ 12036104 w 21052572"/>
              <a:gd name="connsiteY2151" fmla="*/ 4009238 h 8402012"/>
              <a:gd name="connsiteX2152" fmla="*/ 11547856 w 21052572"/>
              <a:gd name="connsiteY2152" fmla="*/ 4195489 h 8402012"/>
              <a:gd name="connsiteX2153" fmla="*/ 11310184 w 21052572"/>
              <a:gd name="connsiteY2153" fmla="*/ 4265508 h 8402012"/>
              <a:gd name="connsiteX2154" fmla="*/ 11188660 w 21052572"/>
              <a:gd name="connsiteY2154" fmla="*/ 4284898 h 8402012"/>
              <a:gd name="connsiteX2155" fmla="*/ 11130586 w 21052572"/>
              <a:gd name="connsiteY2155" fmla="*/ 4284898 h 8402012"/>
              <a:gd name="connsiteX2156" fmla="*/ 11091870 w 21052572"/>
              <a:gd name="connsiteY2156" fmla="*/ 4349531 h 8402012"/>
              <a:gd name="connsiteX2157" fmla="*/ 11476877 w 21052572"/>
              <a:gd name="connsiteY2157" fmla="*/ 4265508 h 8402012"/>
              <a:gd name="connsiteX2158" fmla="*/ 11650022 w 21052572"/>
              <a:gd name="connsiteY2158" fmla="*/ 4195489 h 8402012"/>
              <a:gd name="connsiteX2159" fmla="*/ 11824243 w 21052572"/>
              <a:gd name="connsiteY2159" fmla="*/ 4138506 h 8402012"/>
              <a:gd name="connsiteX2160" fmla="*/ 12196344 w 21052572"/>
              <a:gd name="connsiteY2160" fmla="*/ 4048019 h 8402012"/>
              <a:gd name="connsiteX2161" fmla="*/ 12382394 w 21052572"/>
              <a:gd name="connsiteY2161" fmla="*/ 4015703 h 8402012"/>
              <a:gd name="connsiteX2162" fmla="*/ 12529729 w 21052572"/>
              <a:gd name="connsiteY2162" fmla="*/ 3971537 h 8402012"/>
              <a:gd name="connsiteX2163" fmla="*/ 13184670 w 21052572"/>
              <a:gd name="connsiteY2163" fmla="*/ 3919831 h 8402012"/>
              <a:gd name="connsiteX2164" fmla="*/ 14203682 w 21052572"/>
              <a:gd name="connsiteY2164" fmla="*/ 3919806 h 8402012"/>
              <a:gd name="connsiteX2165" fmla="*/ 14236750 w 21052572"/>
              <a:gd name="connsiteY2165" fmla="*/ 3938958 h 8402012"/>
              <a:gd name="connsiteX2166" fmla="*/ 14190455 w 21052572"/>
              <a:gd name="connsiteY2166" fmla="*/ 3970880 h 8402012"/>
              <a:gd name="connsiteX2167" fmla="*/ 14203682 w 21052572"/>
              <a:gd name="connsiteY2167" fmla="*/ 3919806 h 8402012"/>
              <a:gd name="connsiteX2168" fmla="*/ 13443216 w 21052572"/>
              <a:gd name="connsiteY2168" fmla="*/ 3919332 h 8402012"/>
              <a:gd name="connsiteX2169" fmla="*/ 13454700 w 21052572"/>
              <a:gd name="connsiteY2169" fmla="*/ 3921891 h 8402012"/>
              <a:gd name="connsiteX2170" fmla="*/ 13441575 w 21052572"/>
              <a:gd name="connsiteY2170" fmla="*/ 3942365 h 8402012"/>
              <a:gd name="connsiteX2171" fmla="*/ 13443216 w 21052572"/>
              <a:gd name="connsiteY2171" fmla="*/ 3919332 h 8402012"/>
              <a:gd name="connsiteX2172" fmla="*/ 13860136 w 21052572"/>
              <a:gd name="connsiteY2172" fmla="*/ 3910327 h 8402012"/>
              <a:gd name="connsiteX2173" fmla="*/ 13886031 w 21052572"/>
              <a:gd name="connsiteY2173" fmla="*/ 3954824 h 8402012"/>
              <a:gd name="connsiteX2174" fmla="*/ 13782451 w 21052572"/>
              <a:gd name="connsiteY2174" fmla="*/ 3991909 h 8402012"/>
              <a:gd name="connsiteX2175" fmla="*/ 13621685 w 21052572"/>
              <a:gd name="connsiteY2175" fmla="*/ 3999323 h 8402012"/>
              <a:gd name="connsiteX2176" fmla="*/ 13621685 w 21052572"/>
              <a:gd name="connsiteY2176" fmla="*/ 3942111 h 8402012"/>
              <a:gd name="connsiteX2177" fmla="*/ 13654054 w 21052572"/>
              <a:gd name="connsiteY2177" fmla="*/ 3935754 h 8402012"/>
              <a:gd name="connsiteX2178" fmla="*/ 13711239 w 21052572"/>
              <a:gd name="connsiteY2178" fmla="*/ 3935754 h 8402012"/>
              <a:gd name="connsiteX2179" fmla="*/ 13853662 w 21052572"/>
              <a:gd name="connsiteY2179" fmla="*/ 3923040 h 8402012"/>
              <a:gd name="connsiteX2180" fmla="*/ 13860136 w 21052572"/>
              <a:gd name="connsiteY2180" fmla="*/ 3910327 h 8402012"/>
              <a:gd name="connsiteX2181" fmla="*/ 10171155 w 21052572"/>
              <a:gd name="connsiteY2181" fmla="*/ 3910325 h 8402012"/>
              <a:gd name="connsiteX2182" fmla="*/ 10189117 w 21052572"/>
              <a:gd name="connsiteY2182" fmla="*/ 3942433 h 8402012"/>
              <a:gd name="connsiteX2183" fmla="*/ 10171155 w 21052572"/>
              <a:gd name="connsiteY2183" fmla="*/ 3910325 h 8402012"/>
              <a:gd name="connsiteX2184" fmla="*/ 16710998 w 21052572"/>
              <a:gd name="connsiteY2184" fmla="*/ 3910324 h 8402012"/>
              <a:gd name="connsiteX2185" fmla="*/ 16693034 w 21052572"/>
              <a:gd name="connsiteY2185" fmla="*/ 3942432 h 8402012"/>
              <a:gd name="connsiteX2186" fmla="*/ 16710998 w 21052572"/>
              <a:gd name="connsiteY2186" fmla="*/ 3910324 h 8402012"/>
              <a:gd name="connsiteX2187" fmla="*/ 16659854 w 21052572"/>
              <a:gd name="connsiteY2187" fmla="*/ 3910324 h 8402012"/>
              <a:gd name="connsiteX2188" fmla="*/ 16677816 w 21052572"/>
              <a:gd name="connsiteY2188" fmla="*/ 3942432 h 8402012"/>
              <a:gd name="connsiteX2189" fmla="*/ 16659854 w 21052572"/>
              <a:gd name="connsiteY2189" fmla="*/ 3910324 h 8402012"/>
              <a:gd name="connsiteX2190" fmla="*/ 13298330 w 21052572"/>
              <a:gd name="connsiteY2190" fmla="*/ 3910324 h 8402012"/>
              <a:gd name="connsiteX2191" fmla="*/ 13280423 w 21052572"/>
              <a:gd name="connsiteY2191" fmla="*/ 3942433 h 8402012"/>
              <a:gd name="connsiteX2192" fmla="*/ 13298330 w 21052572"/>
              <a:gd name="connsiteY2192" fmla="*/ 3910324 h 8402012"/>
              <a:gd name="connsiteX2193" fmla="*/ 11734271 w 21052572"/>
              <a:gd name="connsiteY2193" fmla="*/ 3910324 h 8402012"/>
              <a:gd name="connsiteX2194" fmla="*/ 11716309 w 21052572"/>
              <a:gd name="connsiteY2194" fmla="*/ 3942433 h 8402012"/>
              <a:gd name="connsiteX2195" fmla="*/ 11734271 w 21052572"/>
              <a:gd name="connsiteY2195" fmla="*/ 3910324 h 8402012"/>
              <a:gd name="connsiteX2196" fmla="*/ 19579536 w 21052572"/>
              <a:gd name="connsiteY2196" fmla="*/ 3910323 h 8402012"/>
              <a:gd name="connsiteX2197" fmla="*/ 19597496 w 21052572"/>
              <a:gd name="connsiteY2197" fmla="*/ 3942431 h 8402012"/>
              <a:gd name="connsiteX2198" fmla="*/ 19579536 w 21052572"/>
              <a:gd name="connsiteY2198" fmla="*/ 3910323 h 8402012"/>
              <a:gd name="connsiteX2199" fmla="*/ 19451560 w 21052572"/>
              <a:gd name="connsiteY2199" fmla="*/ 3910323 h 8402012"/>
              <a:gd name="connsiteX2200" fmla="*/ 19469468 w 21052572"/>
              <a:gd name="connsiteY2200" fmla="*/ 3942431 h 8402012"/>
              <a:gd name="connsiteX2201" fmla="*/ 19451560 w 21052572"/>
              <a:gd name="connsiteY2201" fmla="*/ 3910323 h 8402012"/>
              <a:gd name="connsiteX2202" fmla="*/ 17375560 w 21052572"/>
              <a:gd name="connsiteY2202" fmla="*/ 3910323 h 8402012"/>
              <a:gd name="connsiteX2203" fmla="*/ 17412452 w 21052572"/>
              <a:gd name="connsiteY2203" fmla="*/ 3910323 h 8402012"/>
              <a:gd name="connsiteX2204" fmla="*/ 17412452 w 21052572"/>
              <a:gd name="connsiteY2204" fmla="*/ 3942432 h 8402012"/>
              <a:gd name="connsiteX2205" fmla="*/ 17375560 w 21052572"/>
              <a:gd name="connsiteY2205" fmla="*/ 3942432 h 8402012"/>
              <a:gd name="connsiteX2206" fmla="*/ 17375560 w 21052572"/>
              <a:gd name="connsiteY2206" fmla="*/ 3910323 h 8402012"/>
              <a:gd name="connsiteX2207" fmla="*/ 9711990 w 21052572"/>
              <a:gd name="connsiteY2207" fmla="*/ 3908169 h 8402012"/>
              <a:gd name="connsiteX2208" fmla="*/ 9731335 w 21052572"/>
              <a:gd name="connsiteY2208" fmla="*/ 3940409 h 8402012"/>
              <a:gd name="connsiteX2209" fmla="*/ 9711990 w 21052572"/>
              <a:gd name="connsiteY2209" fmla="*/ 3908169 h 8402012"/>
              <a:gd name="connsiteX2210" fmla="*/ 14696577 w 21052572"/>
              <a:gd name="connsiteY2210" fmla="*/ 3907457 h 8402012"/>
              <a:gd name="connsiteX2211" fmla="*/ 14659685 w 21052572"/>
              <a:gd name="connsiteY2211" fmla="*/ 3940525 h 8402012"/>
              <a:gd name="connsiteX2212" fmla="*/ 14696577 w 21052572"/>
              <a:gd name="connsiteY2212" fmla="*/ 3907457 h 8402012"/>
              <a:gd name="connsiteX2213" fmla="*/ 19034468 w 21052572"/>
              <a:gd name="connsiteY2213" fmla="*/ 3906992 h 8402012"/>
              <a:gd name="connsiteX2214" fmla="*/ 19071332 w 21052572"/>
              <a:gd name="connsiteY2214" fmla="*/ 3937736 h 8402012"/>
              <a:gd name="connsiteX2215" fmla="*/ 19034468 w 21052572"/>
              <a:gd name="connsiteY2215" fmla="*/ 3906992 h 8402012"/>
              <a:gd name="connsiteX2216" fmla="*/ 15364180 w 21052572"/>
              <a:gd name="connsiteY2216" fmla="*/ 3890681 h 8402012"/>
              <a:gd name="connsiteX2217" fmla="*/ 15428808 w 21052572"/>
              <a:gd name="connsiteY2217" fmla="*/ 3908982 h 8402012"/>
              <a:gd name="connsiteX2218" fmla="*/ 15396222 w 21052572"/>
              <a:gd name="connsiteY2218" fmla="*/ 3947181 h 8402012"/>
              <a:gd name="connsiteX2219" fmla="*/ 15319102 w 21052572"/>
              <a:gd name="connsiteY2219" fmla="*/ 3940814 h 8402012"/>
              <a:gd name="connsiteX2220" fmla="*/ 15299550 w 21052572"/>
              <a:gd name="connsiteY2220" fmla="*/ 3896249 h 8402012"/>
              <a:gd name="connsiteX2221" fmla="*/ 15364180 w 21052572"/>
              <a:gd name="connsiteY2221" fmla="*/ 3890681 h 8402012"/>
              <a:gd name="connsiteX2222" fmla="*/ 10209271 w 21052572"/>
              <a:gd name="connsiteY2222" fmla="*/ 3877149 h 8402012"/>
              <a:gd name="connsiteX2223" fmla="*/ 10227046 w 21052572"/>
              <a:gd name="connsiteY2223" fmla="*/ 3942420 h 8402012"/>
              <a:gd name="connsiteX2224" fmla="*/ 10209271 w 21052572"/>
              <a:gd name="connsiteY2224" fmla="*/ 3877149 h 8402012"/>
              <a:gd name="connsiteX2225" fmla="*/ 13393180 w 21052572"/>
              <a:gd name="connsiteY2225" fmla="*/ 3877148 h 8402012"/>
              <a:gd name="connsiteX2226" fmla="*/ 13375218 w 21052572"/>
              <a:gd name="connsiteY2226" fmla="*/ 3942419 h 8402012"/>
              <a:gd name="connsiteX2227" fmla="*/ 13393180 w 21052572"/>
              <a:gd name="connsiteY2227" fmla="*/ 3877148 h 8402012"/>
              <a:gd name="connsiteX2228" fmla="*/ 13806534 w 21052572"/>
              <a:gd name="connsiteY2228" fmla="*/ 3877147 h 8402012"/>
              <a:gd name="connsiteX2229" fmla="*/ 13852829 w 21052572"/>
              <a:gd name="connsiteY2229" fmla="*/ 3889449 h 8402012"/>
              <a:gd name="connsiteX2230" fmla="*/ 13806534 w 21052572"/>
              <a:gd name="connsiteY2230" fmla="*/ 3877147 h 8402012"/>
              <a:gd name="connsiteX2231" fmla="*/ 13659603 w 21052572"/>
              <a:gd name="connsiteY2231" fmla="*/ 3877147 h 8402012"/>
              <a:gd name="connsiteX2232" fmla="*/ 13677565 w 21052572"/>
              <a:gd name="connsiteY2232" fmla="*/ 3909253 h 8402012"/>
              <a:gd name="connsiteX2233" fmla="*/ 13659603 w 21052572"/>
              <a:gd name="connsiteY2233" fmla="*/ 3877147 h 8402012"/>
              <a:gd name="connsiteX2234" fmla="*/ 11792144 w 21052572"/>
              <a:gd name="connsiteY2234" fmla="*/ 3877147 h 8402012"/>
              <a:gd name="connsiteX2235" fmla="*/ 11810106 w 21052572"/>
              <a:gd name="connsiteY2235" fmla="*/ 3909253 h 8402012"/>
              <a:gd name="connsiteX2236" fmla="*/ 11792144 w 21052572"/>
              <a:gd name="connsiteY2236" fmla="*/ 3877147 h 8402012"/>
              <a:gd name="connsiteX2237" fmla="*/ 20014596 w 21052572"/>
              <a:gd name="connsiteY2237" fmla="*/ 3877146 h 8402012"/>
              <a:gd name="connsiteX2238" fmla="*/ 19996632 w 21052572"/>
              <a:gd name="connsiteY2238" fmla="*/ 3909252 h 8402012"/>
              <a:gd name="connsiteX2239" fmla="*/ 20014596 w 21052572"/>
              <a:gd name="connsiteY2239" fmla="*/ 3877146 h 8402012"/>
              <a:gd name="connsiteX2240" fmla="*/ 19564320 w 21052572"/>
              <a:gd name="connsiteY2240" fmla="*/ 3877146 h 8402012"/>
              <a:gd name="connsiteX2241" fmla="*/ 19546356 w 21052572"/>
              <a:gd name="connsiteY2241" fmla="*/ 3909253 h 8402012"/>
              <a:gd name="connsiteX2242" fmla="*/ 19564320 w 21052572"/>
              <a:gd name="connsiteY2242" fmla="*/ 3877146 h 8402012"/>
              <a:gd name="connsiteX2243" fmla="*/ 11051722 w 21052572"/>
              <a:gd name="connsiteY2243" fmla="*/ 3874280 h 8402012"/>
              <a:gd name="connsiteX2244" fmla="*/ 11014830 w 21052572"/>
              <a:gd name="connsiteY2244" fmla="*/ 3907348 h 8402012"/>
              <a:gd name="connsiteX2245" fmla="*/ 11051722 w 21052572"/>
              <a:gd name="connsiteY2245" fmla="*/ 3874280 h 8402012"/>
              <a:gd name="connsiteX2246" fmla="*/ 18615336 w 21052572"/>
              <a:gd name="connsiteY2246" fmla="*/ 3873366 h 8402012"/>
              <a:gd name="connsiteX2247" fmla="*/ 18616408 w 21052572"/>
              <a:gd name="connsiteY2247" fmla="*/ 3875546 h 8402012"/>
              <a:gd name="connsiteX2248" fmla="*/ 18617472 w 21052572"/>
              <a:gd name="connsiteY2248" fmla="*/ 3877715 h 8402012"/>
              <a:gd name="connsiteX2249" fmla="*/ 20396188 w 21052572"/>
              <a:gd name="connsiteY2249" fmla="*/ 3864633 h 8402012"/>
              <a:gd name="connsiteX2250" fmla="*/ 20480392 w 21052572"/>
              <a:gd name="connsiteY2250" fmla="*/ 3916069 h 8402012"/>
              <a:gd name="connsiteX2251" fmla="*/ 20514264 w 21052572"/>
              <a:gd name="connsiteY2251" fmla="*/ 3962547 h 8402012"/>
              <a:gd name="connsiteX2252" fmla="*/ 20542032 w 21052572"/>
              <a:gd name="connsiteY2252" fmla="*/ 4014060 h 8402012"/>
              <a:gd name="connsiteX2253" fmla="*/ 20543344 w 21052572"/>
              <a:gd name="connsiteY2253" fmla="*/ 3997137 h 8402012"/>
              <a:gd name="connsiteX2254" fmla="*/ 20554828 w 21052572"/>
              <a:gd name="connsiteY2254" fmla="*/ 4000079 h 8402012"/>
              <a:gd name="connsiteX2255" fmla="*/ 20548264 w 21052572"/>
              <a:gd name="connsiteY2255" fmla="*/ 4006367 h 8402012"/>
              <a:gd name="connsiteX2256" fmla="*/ 20543016 w 21052572"/>
              <a:gd name="connsiteY2256" fmla="*/ 4015889 h 8402012"/>
              <a:gd name="connsiteX2257" fmla="*/ 20544084 w 21052572"/>
              <a:gd name="connsiteY2257" fmla="*/ 4017869 h 8402012"/>
              <a:gd name="connsiteX2258" fmla="*/ 20834484 w 21052572"/>
              <a:gd name="connsiteY2258" fmla="*/ 4317819 h 8402012"/>
              <a:gd name="connsiteX2259" fmla="*/ 20763236 w 21052572"/>
              <a:gd name="connsiteY2259" fmla="*/ 4285671 h 8402012"/>
              <a:gd name="connsiteX2260" fmla="*/ 20667156 w 21052572"/>
              <a:gd name="connsiteY2260" fmla="*/ 4190300 h 8402012"/>
              <a:gd name="connsiteX2261" fmla="*/ 20448004 w 21052572"/>
              <a:gd name="connsiteY2261" fmla="*/ 3980365 h 8402012"/>
              <a:gd name="connsiteX2262" fmla="*/ 20396188 w 21052572"/>
              <a:gd name="connsiteY2262" fmla="*/ 3864633 h 8402012"/>
              <a:gd name="connsiteX2263" fmla="*/ 17478732 w 21052572"/>
              <a:gd name="connsiteY2263" fmla="*/ 3848707 h 8402012"/>
              <a:gd name="connsiteX2264" fmla="*/ 17472116 w 21052572"/>
              <a:gd name="connsiteY2264" fmla="*/ 3937701 h 8402012"/>
              <a:gd name="connsiteX2265" fmla="*/ 17432436 w 21052572"/>
              <a:gd name="connsiteY2265" fmla="*/ 3886845 h 8402012"/>
              <a:gd name="connsiteX2266" fmla="*/ 17478732 w 21052572"/>
              <a:gd name="connsiteY2266" fmla="*/ 3848707 h 8402012"/>
              <a:gd name="connsiteX2267" fmla="*/ 10507676 w 21052572"/>
              <a:gd name="connsiteY2267" fmla="*/ 3843969 h 8402012"/>
              <a:gd name="connsiteX2268" fmla="*/ 10538564 w 21052572"/>
              <a:gd name="connsiteY2268" fmla="*/ 3843969 h 8402012"/>
              <a:gd name="connsiteX2269" fmla="*/ 10601406 w 21052572"/>
              <a:gd name="connsiteY2269" fmla="*/ 3843969 h 8402012"/>
              <a:gd name="connsiteX2270" fmla="*/ 10507676 w 21052572"/>
              <a:gd name="connsiteY2270" fmla="*/ 3909239 h 8402012"/>
              <a:gd name="connsiteX2271" fmla="*/ 10507676 w 21052572"/>
              <a:gd name="connsiteY2271" fmla="*/ 3843969 h 8402012"/>
              <a:gd name="connsiteX2272" fmla="*/ 16710998 w 21052572"/>
              <a:gd name="connsiteY2272" fmla="*/ 3843968 h 8402012"/>
              <a:gd name="connsiteX2273" fmla="*/ 16693034 w 21052572"/>
              <a:gd name="connsiteY2273" fmla="*/ 3876075 h 8402012"/>
              <a:gd name="connsiteX2274" fmla="*/ 16710998 w 21052572"/>
              <a:gd name="connsiteY2274" fmla="*/ 3843968 h 8402012"/>
              <a:gd name="connsiteX2275" fmla="*/ 11090665 w 21052572"/>
              <a:gd name="connsiteY2275" fmla="*/ 3843968 h 8402012"/>
              <a:gd name="connsiteX2276" fmla="*/ 11127557 w 21052572"/>
              <a:gd name="connsiteY2276" fmla="*/ 3843968 h 8402012"/>
              <a:gd name="connsiteX2277" fmla="*/ 11127557 w 21052572"/>
              <a:gd name="connsiteY2277" fmla="*/ 3876075 h 8402012"/>
              <a:gd name="connsiteX2278" fmla="*/ 11090665 w 21052572"/>
              <a:gd name="connsiteY2278" fmla="*/ 3876075 h 8402012"/>
              <a:gd name="connsiteX2279" fmla="*/ 11090665 w 21052572"/>
              <a:gd name="connsiteY2279" fmla="*/ 3843968 h 8402012"/>
              <a:gd name="connsiteX2280" fmla="*/ 19110300 w 21052572"/>
              <a:gd name="connsiteY2280" fmla="*/ 3843967 h 8402012"/>
              <a:gd name="connsiteX2281" fmla="*/ 19166144 w 21052572"/>
              <a:gd name="connsiteY2281" fmla="*/ 3856810 h 8402012"/>
              <a:gd name="connsiteX2282" fmla="*/ 19110300 w 21052572"/>
              <a:gd name="connsiteY2282" fmla="*/ 3876075 h 8402012"/>
              <a:gd name="connsiteX2283" fmla="*/ 19110300 w 21052572"/>
              <a:gd name="connsiteY2283" fmla="*/ 3843967 h 8402012"/>
              <a:gd name="connsiteX2284" fmla="*/ 18924452 w 21052572"/>
              <a:gd name="connsiteY2284" fmla="*/ 3843967 h 8402012"/>
              <a:gd name="connsiteX2285" fmla="*/ 18906492 w 21052572"/>
              <a:gd name="connsiteY2285" fmla="*/ 3876075 h 8402012"/>
              <a:gd name="connsiteX2286" fmla="*/ 18924452 w 21052572"/>
              <a:gd name="connsiteY2286" fmla="*/ 3843967 h 8402012"/>
              <a:gd name="connsiteX2287" fmla="*/ 19477720 w 21052572"/>
              <a:gd name="connsiteY2287" fmla="*/ 3827991 h 8402012"/>
              <a:gd name="connsiteX2288" fmla="*/ 19488388 w 21052572"/>
              <a:gd name="connsiteY2288" fmla="*/ 3830993 h 8402012"/>
              <a:gd name="connsiteX2289" fmla="*/ 19481824 w 21052572"/>
              <a:gd name="connsiteY2289" fmla="*/ 3842965 h 8402012"/>
              <a:gd name="connsiteX2290" fmla="*/ 19477720 w 21052572"/>
              <a:gd name="connsiteY2290" fmla="*/ 3827991 h 8402012"/>
              <a:gd name="connsiteX2291" fmla="*/ 19294872 w 21052572"/>
              <a:gd name="connsiteY2291" fmla="*/ 3820927 h 8402012"/>
              <a:gd name="connsiteX2292" fmla="*/ 19355708 w 21052572"/>
              <a:gd name="connsiteY2292" fmla="*/ 3904526 h 8402012"/>
              <a:gd name="connsiteX2293" fmla="*/ 19266712 w 21052572"/>
              <a:gd name="connsiteY2293" fmla="*/ 3872797 h 8402012"/>
              <a:gd name="connsiteX2294" fmla="*/ 19294872 w 21052572"/>
              <a:gd name="connsiteY2294" fmla="*/ 3820927 h 8402012"/>
              <a:gd name="connsiteX2295" fmla="*/ 20298920 w 21052572"/>
              <a:gd name="connsiteY2295" fmla="*/ 3812660 h 8402012"/>
              <a:gd name="connsiteX2296" fmla="*/ 20262056 w 21052572"/>
              <a:gd name="connsiteY2296" fmla="*/ 3845728 h 8402012"/>
              <a:gd name="connsiteX2297" fmla="*/ 20298920 w 21052572"/>
              <a:gd name="connsiteY2297" fmla="*/ 3812660 h 8402012"/>
              <a:gd name="connsiteX2298" fmla="*/ 19906080 w 21052572"/>
              <a:gd name="connsiteY2298" fmla="*/ 3811447 h 8402012"/>
              <a:gd name="connsiteX2299" fmla="*/ 19919724 w 21052572"/>
              <a:gd name="connsiteY2299" fmla="*/ 3842863 h 8402012"/>
              <a:gd name="connsiteX2300" fmla="*/ 19887620 w 21052572"/>
              <a:gd name="connsiteY2300" fmla="*/ 3829633 h 8402012"/>
              <a:gd name="connsiteX2301" fmla="*/ 19906080 w 21052572"/>
              <a:gd name="connsiteY2301" fmla="*/ 3811447 h 8402012"/>
              <a:gd name="connsiteX2302" fmla="*/ 17342380 w 21052572"/>
              <a:gd name="connsiteY2302" fmla="*/ 3810788 h 8402012"/>
              <a:gd name="connsiteX2303" fmla="*/ 17393452 w 21052572"/>
              <a:gd name="connsiteY2303" fmla="*/ 3856477 h 8402012"/>
              <a:gd name="connsiteX2304" fmla="*/ 17342380 w 21052572"/>
              <a:gd name="connsiteY2304" fmla="*/ 3810788 h 8402012"/>
              <a:gd name="connsiteX2305" fmla="*/ 19020248 w 21052572"/>
              <a:gd name="connsiteY2305" fmla="*/ 3810787 h 8402012"/>
              <a:gd name="connsiteX2306" fmla="*/ 19090268 w 21052572"/>
              <a:gd name="connsiteY2306" fmla="*/ 3810787 h 8402012"/>
              <a:gd name="connsiteX2307" fmla="*/ 19070876 w 21052572"/>
              <a:gd name="connsiteY2307" fmla="*/ 3876057 h 8402012"/>
              <a:gd name="connsiteX2308" fmla="*/ 19020248 w 21052572"/>
              <a:gd name="connsiteY2308" fmla="*/ 3810787 h 8402012"/>
              <a:gd name="connsiteX2309" fmla="*/ 14204671 w 21052572"/>
              <a:gd name="connsiteY2309" fmla="*/ 3810787 h 8402012"/>
              <a:gd name="connsiteX2310" fmla="*/ 14222633 w 21052572"/>
              <a:gd name="connsiteY2310" fmla="*/ 3842894 h 8402012"/>
              <a:gd name="connsiteX2311" fmla="*/ 14204671 w 21052572"/>
              <a:gd name="connsiteY2311" fmla="*/ 3810787 h 8402012"/>
              <a:gd name="connsiteX2312" fmla="*/ 13862317 w 21052572"/>
              <a:gd name="connsiteY2312" fmla="*/ 3810787 h 8402012"/>
              <a:gd name="connsiteX2313" fmla="*/ 13849192 w 21052572"/>
              <a:gd name="connsiteY2313" fmla="*/ 3842894 h 8402012"/>
              <a:gd name="connsiteX2314" fmla="*/ 13862317 w 21052572"/>
              <a:gd name="connsiteY2314" fmla="*/ 3810787 h 8402012"/>
              <a:gd name="connsiteX2315" fmla="*/ 11189200 w 21052572"/>
              <a:gd name="connsiteY2315" fmla="*/ 3810787 h 8402012"/>
              <a:gd name="connsiteX2316" fmla="*/ 11171238 w 21052572"/>
              <a:gd name="connsiteY2316" fmla="*/ 3842894 h 8402012"/>
              <a:gd name="connsiteX2317" fmla="*/ 11189200 w 21052572"/>
              <a:gd name="connsiteY2317" fmla="*/ 3810787 h 8402012"/>
              <a:gd name="connsiteX2318" fmla="*/ 15108870 w 21052572"/>
              <a:gd name="connsiteY2318" fmla="*/ 3810786 h 8402012"/>
              <a:gd name="connsiteX2319" fmla="*/ 15095742 w 21052572"/>
              <a:gd name="connsiteY2319" fmla="*/ 3842893 h 8402012"/>
              <a:gd name="connsiteX2320" fmla="*/ 15108870 w 21052572"/>
              <a:gd name="connsiteY2320" fmla="*/ 3810786 h 8402012"/>
              <a:gd name="connsiteX2321" fmla="*/ 14811358 w 21052572"/>
              <a:gd name="connsiteY2321" fmla="*/ 3806045 h 8402012"/>
              <a:gd name="connsiteX2322" fmla="*/ 14966686 w 21052572"/>
              <a:gd name="connsiteY2322" fmla="*/ 3812193 h 8402012"/>
              <a:gd name="connsiteX2323" fmla="*/ 14824392 w 21052572"/>
              <a:gd name="connsiteY2323" fmla="*/ 3842937 h 8402012"/>
              <a:gd name="connsiteX2324" fmla="*/ 14811358 w 21052572"/>
              <a:gd name="connsiteY2324" fmla="*/ 3806045 h 8402012"/>
              <a:gd name="connsiteX2325" fmla="*/ 13142458 w 21052572"/>
              <a:gd name="connsiteY2325" fmla="*/ 3804832 h 8402012"/>
              <a:gd name="connsiteX2326" fmla="*/ 13160904 w 21052572"/>
              <a:gd name="connsiteY2326" fmla="*/ 3816408 h 8402012"/>
              <a:gd name="connsiteX2327" fmla="*/ 13124012 w 21052572"/>
              <a:gd name="connsiteY2327" fmla="*/ 3842863 h 8402012"/>
              <a:gd name="connsiteX2328" fmla="*/ 13142458 w 21052572"/>
              <a:gd name="connsiteY2328" fmla="*/ 3804832 h 8402012"/>
              <a:gd name="connsiteX2329" fmla="*/ 15147386 w 21052572"/>
              <a:gd name="connsiteY2329" fmla="*/ 3796570 h 8402012"/>
              <a:gd name="connsiteX2330" fmla="*/ 15193006 w 21052572"/>
              <a:gd name="connsiteY2330" fmla="*/ 3841474 h 8402012"/>
              <a:gd name="connsiteX2331" fmla="*/ 15219076 w 21052572"/>
              <a:gd name="connsiteY2331" fmla="*/ 3886373 h 8402012"/>
              <a:gd name="connsiteX2332" fmla="*/ 15128922 w 21052572"/>
              <a:gd name="connsiteY2332" fmla="*/ 3905620 h 8402012"/>
              <a:gd name="connsiteX2333" fmla="*/ 15147386 w 21052572"/>
              <a:gd name="connsiteY2333" fmla="*/ 3796570 h 8402012"/>
              <a:gd name="connsiteX2334" fmla="*/ 11317119 w 21052572"/>
              <a:gd name="connsiteY2334" fmla="*/ 3796569 h 8402012"/>
              <a:gd name="connsiteX2335" fmla="*/ 11204417 w 21052572"/>
              <a:gd name="connsiteY2335" fmla="*/ 3842863 h 8402012"/>
              <a:gd name="connsiteX2336" fmla="*/ 11222323 w 21052572"/>
              <a:gd name="connsiteY2336" fmla="*/ 3803181 h 8402012"/>
              <a:gd name="connsiteX2337" fmla="*/ 11317119 w 21052572"/>
              <a:gd name="connsiteY2337" fmla="*/ 3796569 h 8402012"/>
              <a:gd name="connsiteX2338" fmla="*/ 19875040 w 21052572"/>
              <a:gd name="connsiteY2338" fmla="*/ 3794722 h 8402012"/>
              <a:gd name="connsiteX2339" fmla="*/ 19886528 w 21052572"/>
              <a:gd name="connsiteY2339" fmla="*/ 3797092 h 8402012"/>
              <a:gd name="connsiteX2340" fmla="*/ 19873400 w 21052572"/>
              <a:gd name="connsiteY2340" fmla="*/ 3809732 h 8402012"/>
              <a:gd name="connsiteX2341" fmla="*/ 19875040 w 21052572"/>
              <a:gd name="connsiteY2341" fmla="*/ 3794722 h 8402012"/>
              <a:gd name="connsiteX2342" fmla="*/ 15032314 w 21052572"/>
              <a:gd name="connsiteY2342" fmla="*/ 3791826 h 8402012"/>
              <a:gd name="connsiteX2343" fmla="*/ 15075748 w 21052572"/>
              <a:gd name="connsiteY2343" fmla="*/ 3842876 h 8402012"/>
              <a:gd name="connsiteX2344" fmla="*/ 15019906 w 21052572"/>
              <a:gd name="connsiteY2344" fmla="*/ 3842876 h 8402012"/>
              <a:gd name="connsiteX2345" fmla="*/ 15032314 w 21052572"/>
              <a:gd name="connsiteY2345" fmla="*/ 3791826 h 8402012"/>
              <a:gd name="connsiteX2346" fmla="*/ 13056578 w 21052572"/>
              <a:gd name="connsiteY2346" fmla="*/ 3787095 h 8402012"/>
              <a:gd name="connsiteX2347" fmla="*/ 13017789 w 21052572"/>
              <a:gd name="connsiteY2347" fmla="*/ 3851127 h 8402012"/>
              <a:gd name="connsiteX2348" fmla="*/ 12901420 w 21052572"/>
              <a:gd name="connsiteY2348" fmla="*/ 3863935 h 8402012"/>
              <a:gd name="connsiteX2349" fmla="*/ 12669760 w 21052572"/>
              <a:gd name="connsiteY2349" fmla="*/ 3889551 h 8402012"/>
              <a:gd name="connsiteX2350" fmla="*/ 12426247 w 21052572"/>
              <a:gd name="connsiteY2350" fmla="*/ 3921564 h 8402012"/>
              <a:gd name="connsiteX2351" fmla="*/ 12309879 w 21052572"/>
              <a:gd name="connsiteY2351" fmla="*/ 3934373 h 8402012"/>
              <a:gd name="connsiteX2352" fmla="*/ 12261526 w 21052572"/>
              <a:gd name="connsiteY2352" fmla="*/ 3933574 h 8402012"/>
              <a:gd name="connsiteX2353" fmla="*/ 12242336 w 21052572"/>
              <a:gd name="connsiteY2353" fmla="*/ 3936380 h 8402012"/>
              <a:gd name="connsiteX2354" fmla="*/ 12252503 w 21052572"/>
              <a:gd name="connsiteY2354" fmla="*/ 3918460 h 8402012"/>
              <a:gd name="connsiteX2355" fmla="*/ 12303414 w 21052572"/>
              <a:gd name="connsiteY2355" fmla="*/ 3895951 h 8402012"/>
              <a:gd name="connsiteX2356" fmla="*/ 12400388 w 21052572"/>
              <a:gd name="connsiteY2356" fmla="*/ 3883144 h 8402012"/>
              <a:gd name="connsiteX2357" fmla="*/ 12619118 w 21052572"/>
              <a:gd name="connsiteY2357" fmla="*/ 3851127 h 8402012"/>
              <a:gd name="connsiteX2358" fmla="*/ 13056578 w 21052572"/>
              <a:gd name="connsiteY2358" fmla="*/ 3787095 h 8402012"/>
              <a:gd name="connsiteX2359" fmla="*/ 20109388 w 21052572"/>
              <a:gd name="connsiteY2359" fmla="*/ 3787086 h 8402012"/>
              <a:gd name="connsiteX2360" fmla="*/ 20091424 w 21052572"/>
              <a:gd name="connsiteY2360" fmla="*/ 3814385 h 8402012"/>
              <a:gd name="connsiteX2361" fmla="*/ 20109388 w 21052572"/>
              <a:gd name="connsiteY2361" fmla="*/ 3787086 h 8402012"/>
              <a:gd name="connsiteX2362" fmla="*/ 13090307 w 21052572"/>
              <a:gd name="connsiteY2362" fmla="*/ 3783594 h 8402012"/>
              <a:gd name="connsiteX2363" fmla="*/ 13113478 w 21052572"/>
              <a:gd name="connsiteY2363" fmla="*/ 3784816 h 8402012"/>
              <a:gd name="connsiteX2364" fmla="*/ 13076614 w 21052572"/>
              <a:gd name="connsiteY2364" fmla="*/ 3810883 h 8402012"/>
              <a:gd name="connsiteX2365" fmla="*/ 13090307 w 21052572"/>
              <a:gd name="connsiteY2365" fmla="*/ 3783594 h 8402012"/>
              <a:gd name="connsiteX2366" fmla="*/ 12255999 w 21052572"/>
              <a:gd name="connsiteY2366" fmla="*/ 3775756 h 8402012"/>
              <a:gd name="connsiteX2367" fmla="*/ 12317186 w 21052572"/>
              <a:gd name="connsiteY2367" fmla="*/ 3786578 h 8402012"/>
              <a:gd name="connsiteX2368" fmla="*/ 12209241 w 21052572"/>
              <a:gd name="connsiteY2368" fmla="*/ 3812228 h 8402012"/>
              <a:gd name="connsiteX2369" fmla="*/ 12255999 w 21052572"/>
              <a:gd name="connsiteY2369" fmla="*/ 3775756 h 8402012"/>
              <a:gd name="connsiteX2370" fmla="*/ 11753201 w 21052572"/>
              <a:gd name="connsiteY2370" fmla="*/ 3755783 h 8402012"/>
              <a:gd name="connsiteX2371" fmla="*/ 11716309 w 21052572"/>
              <a:gd name="connsiteY2371" fmla="*/ 3787748 h 8402012"/>
              <a:gd name="connsiteX2372" fmla="*/ 11753201 w 21052572"/>
              <a:gd name="connsiteY2372" fmla="*/ 3755783 h 8402012"/>
              <a:gd name="connsiteX2373" fmla="*/ 10051604 w 21052572"/>
              <a:gd name="connsiteY2373" fmla="*/ 3754495 h 8402012"/>
              <a:gd name="connsiteX2374" fmla="*/ 10070949 w 21052572"/>
              <a:gd name="connsiteY2374" fmla="*/ 3785658 h 8402012"/>
              <a:gd name="connsiteX2375" fmla="*/ 10051604 w 21052572"/>
              <a:gd name="connsiteY2375" fmla="*/ 3754495 h 8402012"/>
              <a:gd name="connsiteX2376" fmla="*/ 9904367 w 21052572"/>
              <a:gd name="connsiteY2376" fmla="*/ 3754495 h 8402012"/>
              <a:gd name="connsiteX2377" fmla="*/ 9885021 w 21052572"/>
              <a:gd name="connsiteY2377" fmla="*/ 3804998 h 8402012"/>
              <a:gd name="connsiteX2378" fmla="*/ 9852780 w 21052572"/>
              <a:gd name="connsiteY2378" fmla="*/ 3798554 h 8402012"/>
              <a:gd name="connsiteX2379" fmla="*/ 9750680 w 21052572"/>
              <a:gd name="connsiteY2379" fmla="*/ 3875928 h 8402012"/>
              <a:gd name="connsiteX2380" fmla="*/ 10000017 w 21052572"/>
              <a:gd name="connsiteY2380" fmla="*/ 3754495 h 8402012"/>
              <a:gd name="connsiteX2381" fmla="*/ 9904367 w 21052572"/>
              <a:gd name="connsiteY2381" fmla="*/ 3754495 h 8402012"/>
              <a:gd name="connsiteX2382" fmla="*/ 14659685 w 21052572"/>
              <a:gd name="connsiteY2382" fmla="*/ 3753910 h 8402012"/>
              <a:gd name="connsiteX2383" fmla="*/ 14767633 w 21052572"/>
              <a:gd name="connsiteY2383" fmla="*/ 3753910 h 8402012"/>
              <a:gd name="connsiteX2384" fmla="*/ 14717400 w 21052572"/>
              <a:gd name="connsiteY2384" fmla="*/ 3842889 h 8402012"/>
              <a:gd name="connsiteX2385" fmla="*/ 14659685 w 21052572"/>
              <a:gd name="connsiteY2385" fmla="*/ 3753910 h 8402012"/>
              <a:gd name="connsiteX2386" fmla="*/ 10527822 w 21052572"/>
              <a:gd name="connsiteY2386" fmla="*/ 3753909 h 8402012"/>
              <a:gd name="connsiteX2387" fmla="*/ 10544607 w 21052572"/>
              <a:gd name="connsiteY2387" fmla="*/ 3809732 h 8402012"/>
              <a:gd name="connsiteX2388" fmla="*/ 10527822 w 21052572"/>
              <a:gd name="connsiteY2388" fmla="*/ 3753909 h 8402012"/>
              <a:gd name="connsiteX2389" fmla="*/ 13203590 w 21052572"/>
              <a:gd name="connsiteY2389" fmla="*/ 3753907 h 8402012"/>
              <a:gd name="connsiteX2390" fmla="*/ 13185628 w 21052572"/>
              <a:gd name="connsiteY2390" fmla="*/ 3785977 h 8402012"/>
              <a:gd name="connsiteX2391" fmla="*/ 13203590 w 21052572"/>
              <a:gd name="connsiteY2391" fmla="*/ 3753907 h 8402012"/>
              <a:gd name="connsiteX2392" fmla="*/ 12413050 w 21052572"/>
              <a:gd name="connsiteY2392" fmla="*/ 3753907 h 8402012"/>
              <a:gd name="connsiteX2393" fmla="*/ 12431012 w 21052572"/>
              <a:gd name="connsiteY2393" fmla="*/ 3785977 h 8402012"/>
              <a:gd name="connsiteX2394" fmla="*/ 12413050 w 21052572"/>
              <a:gd name="connsiteY2394" fmla="*/ 3753907 h 8402012"/>
              <a:gd name="connsiteX2395" fmla="*/ 20190964 w 21052572"/>
              <a:gd name="connsiteY2395" fmla="*/ 3753906 h 8402012"/>
              <a:gd name="connsiteX2396" fmla="*/ 20227856 w 21052572"/>
              <a:gd name="connsiteY2396" fmla="*/ 3767177 h 8402012"/>
              <a:gd name="connsiteX2397" fmla="*/ 20190964 w 21052572"/>
              <a:gd name="connsiteY2397" fmla="*/ 3753906 h 8402012"/>
              <a:gd name="connsiteX2398" fmla="*/ 14578219 w 21052572"/>
              <a:gd name="connsiteY2398" fmla="*/ 3744712 h 8402012"/>
              <a:gd name="connsiteX2399" fmla="*/ 14625405 w 21052572"/>
              <a:gd name="connsiteY2399" fmla="*/ 3752891 h 8402012"/>
              <a:gd name="connsiteX2400" fmla="*/ 14545933 w 21052572"/>
              <a:gd name="connsiteY2400" fmla="*/ 3783981 h 8402012"/>
              <a:gd name="connsiteX2401" fmla="*/ 14578219 w 21052572"/>
              <a:gd name="connsiteY2401" fmla="*/ 3744712 h 8402012"/>
              <a:gd name="connsiteX2402" fmla="*/ 10862658 w 21052572"/>
              <a:gd name="connsiteY2402" fmla="*/ 3741860 h 8402012"/>
              <a:gd name="connsiteX2403" fmla="*/ 10871639 w 21052572"/>
              <a:gd name="connsiteY2403" fmla="*/ 3753396 h 8402012"/>
              <a:gd name="connsiteX2404" fmla="*/ 10862658 w 21052572"/>
              <a:gd name="connsiteY2404" fmla="*/ 3762618 h 8402012"/>
              <a:gd name="connsiteX2405" fmla="*/ 10861546 w 21052572"/>
              <a:gd name="connsiteY2405" fmla="*/ 3762390 h 8402012"/>
              <a:gd name="connsiteX2406" fmla="*/ 10866815 w 21052572"/>
              <a:gd name="connsiteY2406" fmla="*/ 3766549 h 8402012"/>
              <a:gd name="connsiteX2407" fmla="*/ 10757776 w 21052572"/>
              <a:gd name="connsiteY2407" fmla="*/ 3828686 h 8402012"/>
              <a:gd name="connsiteX2408" fmla="*/ 10705955 w 21052572"/>
              <a:gd name="connsiteY2408" fmla="*/ 3847652 h 8402012"/>
              <a:gd name="connsiteX2409" fmla="*/ 10673567 w 21052572"/>
              <a:gd name="connsiteY2409" fmla="*/ 3784455 h 8402012"/>
              <a:gd name="connsiteX2410" fmla="*/ 10790164 w 21052572"/>
              <a:gd name="connsiteY2410" fmla="*/ 3760229 h 8402012"/>
              <a:gd name="connsiteX2411" fmla="*/ 10828490 w 21052572"/>
              <a:gd name="connsiteY2411" fmla="*/ 3749173 h 8402012"/>
              <a:gd name="connsiteX2412" fmla="*/ 10847551 w 21052572"/>
              <a:gd name="connsiteY2412" fmla="*/ 3751343 h 8402012"/>
              <a:gd name="connsiteX2413" fmla="*/ 10858232 w 21052572"/>
              <a:gd name="connsiteY2413" fmla="*/ 3759773 h 8402012"/>
              <a:gd name="connsiteX2414" fmla="*/ 10853677 w 21052572"/>
              <a:gd name="connsiteY2414" fmla="*/ 3753396 h 8402012"/>
              <a:gd name="connsiteX2415" fmla="*/ 10862658 w 21052572"/>
              <a:gd name="connsiteY2415" fmla="*/ 3741860 h 8402012"/>
              <a:gd name="connsiteX2416" fmla="*/ 12579528 w 21052572"/>
              <a:gd name="connsiteY2416" fmla="*/ 3737177 h 8402012"/>
              <a:gd name="connsiteX2417" fmla="*/ 12627903 w 21052572"/>
              <a:gd name="connsiteY2417" fmla="*/ 3747276 h 8402012"/>
              <a:gd name="connsiteX2418" fmla="*/ 12634353 w 21052572"/>
              <a:gd name="connsiteY2418" fmla="*/ 3785980 h 8402012"/>
              <a:gd name="connsiteX2419" fmla="*/ 12550503 w 21052572"/>
              <a:gd name="connsiteY2419" fmla="*/ 3785980 h 8402012"/>
              <a:gd name="connsiteX2420" fmla="*/ 12579528 w 21052572"/>
              <a:gd name="connsiteY2420" fmla="*/ 3737177 h 8402012"/>
              <a:gd name="connsiteX2421" fmla="*/ 12489276 w 21052572"/>
              <a:gd name="connsiteY2421" fmla="*/ 3730208 h 8402012"/>
              <a:gd name="connsiteX2422" fmla="*/ 12502045 w 21052572"/>
              <a:gd name="connsiteY2422" fmla="*/ 3786033 h 8402012"/>
              <a:gd name="connsiteX2423" fmla="*/ 12450970 w 21052572"/>
              <a:gd name="connsiteY2423" fmla="*/ 3786033 h 8402012"/>
              <a:gd name="connsiteX2424" fmla="*/ 12489276 w 21052572"/>
              <a:gd name="connsiteY2424" fmla="*/ 3730208 h 8402012"/>
              <a:gd name="connsiteX2425" fmla="*/ 20472400 w 21052572"/>
              <a:gd name="connsiteY2425" fmla="*/ 3726129 h 8402012"/>
              <a:gd name="connsiteX2426" fmla="*/ 20488540 w 21052572"/>
              <a:gd name="connsiteY2426" fmla="*/ 3757544 h 8402012"/>
              <a:gd name="connsiteX2427" fmla="*/ 20451648 w 21052572"/>
              <a:gd name="connsiteY2427" fmla="*/ 3744311 h 8402012"/>
              <a:gd name="connsiteX2428" fmla="*/ 20472400 w 21052572"/>
              <a:gd name="connsiteY2428" fmla="*/ 3726129 h 8402012"/>
              <a:gd name="connsiteX2429" fmla="*/ 17167872 w 21052572"/>
              <a:gd name="connsiteY2429" fmla="*/ 3720734 h 8402012"/>
              <a:gd name="connsiteX2430" fmla="*/ 17237892 w 21052572"/>
              <a:gd name="connsiteY2430" fmla="*/ 3752638 h 8402012"/>
              <a:gd name="connsiteX2431" fmla="*/ 17263744 w 21052572"/>
              <a:gd name="connsiteY2431" fmla="*/ 3808997 h 8402012"/>
              <a:gd name="connsiteX2432" fmla="*/ 17283132 w 21052572"/>
              <a:gd name="connsiteY2432" fmla="*/ 3759018 h 8402012"/>
              <a:gd name="connsiteX2433" fmla="*/ 17309792 w 21052572"/>
              <a:gd name="connsiteY2433" fmla="*/ 3821890 h 8402012"/>
              <a:gd name="connsiteX2434" fmla="*/ 17335576 w 21052572"/>
              <a:gd name="connsiteY2434" fmla="*/ 3873991 h 8402012"/>
              <a:gd name="connsiteX2435" fmla="*/ 17340136 w 21052572"/>
              <a:gd name="connsiteY2435" fmla="*/ 3858185 h 8402012"/>
              <a:gd name="connsiteX2436" fmla="*/ 17346124 w 21052572"/>
              <a:gd name="connsiteY2436" fmla="*/ 3876632 h 8402012"/>
              <a:gd name="connsiteX2437" fmla="*/ 17339648 w 21052572"/>
              <a:gd name="connsiteY2437" fmla="*/ 3882224 h 8402012"/>
              <a:gd name="connsiteX2438" fmla="*/ 17341300 w 21052572"/>
              <a:gd name="connsiteY2438" fmla="*/ 3885561 h 8402012"/>
              <a:gd name="connsiteX2439" fmla="*/ 17129092 w 21052572"/>
              <a:gd name="connsiteY2439" fmla="*/ 3828133 h 8402012"/>
              <a:gd name="connsiteX2440" fmla="*/ 17167872 w 21052572"/>
              <a:gd name="connsiteY2440" fmla="*/ 3808997 h 8402012"/>
              <a:gd name="connsiteX2441" fmla="*/ 17167872 w 21052572"/>
              <a:gd name="connsiteY2441" fmla="*/ 3720734 h 8402012"/>
              <a:gd name="connsiteX2442" fmla="*/ 19412648 w 21052572"/>
              <a:gd name="connsiteY2442" fmla="*/ 3720728 h 8402012"/>
              <a:gd name="connsiteX2443" fmla="*/ 19394688 w 21052572"/>
              <a:gd name="connsiteY2443" fmla="*/ 3752839 h 8402012"/>
              <a:gd name="connsiteX2444" fmla="*/ 19412648 w 21052572"/>
              <a:gd name="connsiteY2444" fmla="*/ 3720728 h 8402012"/>
              <a:gd name="connsiteX2445" fmla="*/ 17304464 w 21052572"/>
              <a:gd name="connsiteY2445" fmla="*/ 3720728 h 8402012"/>
              <a:gd name="connsiteX2446" fmla="*/ 17317592 w 21052572"/>
              <a:gd name="connsiteY2446" fmla="*/ 3752840 h 8402012"/>
              <a:gd name="connsiteX2447" fmla="*/ 17304464 w 21052572"/>
              <a:gd name="connsiteY2447" fmla="*/ 3720728 h 8402012"/>
              <a:gd name="connsiteX2448" fmla="*/ 12715339 w 21052572"/>
              <a:gd name="connsiteY2448" fmla="*/ 3720728 h 8402012"/>
              <a:gd name="connsiteX2449" fmla="*/ 12715339 w 21052572"/>
              <a:gd name="connsiteY2449" fmla="*/ 3752840 h 8402012"/>
              <a:gd name="connsiteX2450" fmla="*/ 12640557 w 21052572"/>
              <a:gd name="connsiteY2450" fmla="*/ 3752840 h 8402012"/>
              <a:gd name="connsiteX2451" fmla="*/ 12715339 w 21052572"/>
              <a:gd name="connsiteY2451" fmla="*/ 3720728 h 8402012"/>
              <a:gd name="connsiteX2452" fmla="*/ 11511512 w 21052572"/>
              <a:gd name="connsiteY2452" fmla="*/ 3720728 h 8402012"/>
              <a:gd name="connsiteX2453" fmla="*/ 11531353 w 21052572"/>
              <a:gd name="connsiteY2453" fmla="*/ 3809713 h 8402012"/>
              <a:gd name="connsiteX2454" fmla="*/ 11511512 w 21052572"/>
              <a:gd name="connsiteY2454" fmla="*/ 3720728 h 8402012"/>
              <a:gd name="connsiteX2455" fmla="*/ 19110300 w 21052572"/>
              <a:gd name="connsiteY2455" fmla="*/ 3720727 h 8402012"/>
              <a:gd name="connsiteX2456" fmla="*/ 19265624 w 21052572"/>
              <a:gd name="connsiteY2456" fmla="*/ 3797848 h 8402012"/>
              <a:gd name="connsiteX2457" fmla="*/ 19201540 w 21052572"/>
              <a:gd name="connsiteY2457" fmla="*/ 3804364 h 8402012"/>
              <a:gd name="connsiteX2458" fmla="*/ 19110300 w 21052572"/>
              <a:gd name="connsiteY2458" fmla="*/ 3784814 h 8402012"/>
              <a:gd name="connsiteX2459" fmla="*/ 19110300 w 21052572"/>
              <a:gd name="connsiteY2459" fmla="*/ 3720727 h 8402012"/>
              <a:gd name="connsiteX2460" fmla="*/ 14456004 w 21052572"/>
              <a:gd name="connsiteY2460" fmla="*/ 3720727 h 8402012"/>
              <a:gd name="connsiteX2461" fmla="*/ 14525898 w 21052572"/>
              <a:gd name="connsiteY2461" fmla="*/ 3752794 h 8402012"/>
              <a:gd name="connsiteX2462" fmla="*/ 14404391 w 21052572"/>
              <a:gd name="connsiteY2462" fmla="*/ 3783788 h 8402012"/>
              <a:gd name="connsiteX2463" fmla="*/ 14276432 w 21052572"/>
              <a:gd name="connsiteY2463" fmla="*/ 3765618 h 8402012"/>
              <a:gd name="connsiteX2464" fmla="*/ 14166753 w 21052572"/>
              <a:gd name="connsiteY2464" fmla="*/ 3733553 h 8402012"/>
              <a:gd name="connsiteX2465" fmla="*/ 14456004 w 21052572"/>
              <a:gd name="connsiteY2465" fmla="*/ 3720727 h 8402012"/>
              <a:gd name="connsiteX2466" fmla="*/ 10937934 w 21052572"/>
              <a:gd name="connsiteY2466" fmla="*/ 3720725 h 8402012"/>
              <a:gd name="connsiteX2467" fmla="*/ 10937934 w 21052572"/>
              <a:gd name="connsiteY2467" fmla="*/ 3752649 h 8402012"/>
              <a:gd name="connsiteX2468" fmla="*/ 10867899 w 21052572"/>
              <a:gd name="connsiteY2468" fmla="*/ 3739877 h 8402012"/>
              <a:gd name="connsiteX2469" fmla="*/ 10937934 w 21052572"/>
              <a:gd name="connsiteY2469" fmla="*/ 3720725 h 8402012"/>
              <a:gd name="connsiteX2470" fmla="*/ 11603274 w 21052572"/>
              <a:gd name="connsiteY2470" fmla="*/ 3718975 h 8402012"/>
              <a:gd name="connsiteX2471" fmla="*/ 11611039 w 21052572"/>
              <a:gd name="connsiteY2471" fmla="*/ 3724092 h 8402012"/>
              <a:gd name="connsiteX2472" fmla="*/ 11605052 w 21052572"/>
              <a:gd name="connsiteY2472" fmla="*/ 3728908 h 8402012"/>
              <a:gd name="connsiteX2473" fmla="*/ 11600859 w 21052572"/>
              <a:gd name="connsiteY2473" fmla="*/ 3739025 h 8402012"/>
              <a:gd name="connsiteX2474" fmla="*/ 11600964 w 21052572"/>
              <a:gd name="connsiteY2474" fmla="*/ 3739320 h 8402012"/>
              <a:gd name="connsiteX2475" fmla="*/ 11588335 w 21052572"/>
              <a:gd name="connsiteY2475" fmla="*/ 3785980 h 8402012"/>
              <a:gd name="connsiteX2476" fmla="*/ 11594322 w 21052572"/>
              <a:gd name="connsiteY2476" fmla="*/ 3720727 h 8402012"/>
              <a:gd name="connsiteX2477" fmla="*/ 11598706 w 21052572"/>
              <a:gd name="connsiteY2477" fmla="*/ 3733000 h 8402012"/>
              <a:gd name="connsiteX2478" fmla="*/ 11598316 w 21052572"/>
              <a:gd name="connsiteY2478" fmla="*/ 3721684 h 8402012"/>
              <a:gd name="connsiteX2479" fmla="*/ 11603274 w 21052572"/>
              <a:gd name="connsiteY2479" fmla="*/ 3718975 h 8402012"/>
              <a:gd name="connsiteX2480" fmla="*/ 20432176 w 21052572"/>
              <a:gd name="connsiteY2480" fmla="*/ 3697181 h 8402012"/>
              <a:gd name="connsiteX2481" fmla="*/ 20450620 w 21052572"/>
              <a:gd name="connsiteY2481" fmla="*/ 3706811 h 8402012"/>
              <a:gd name="connsiteX2482" fmla="*/ 20444472 w 21052572"/>
              <a:gd name="connsiteY2482" fmla="*/ 3719654 h 8402012"/>
              <a:gd name="connsiteX2483" fmla="*/ 20413728 w 21052572"/>
              <a:gd name="connsiteY2483" fmla="*/ 3706811 h 8402012"/>
              <a:gd name="connsiteX2484" fmla="*/ 20432176 w 21052572"/>
              <a:gd name="connsiteY2484" fmla="*/ 3697181 h 8402012"/>
              <a:gd name="connsiteX2485" fmla="*/ 19753880 w 21052572"/>
              <a:gd name="connsiteY2485" fmla="*/ 3689422 h 8402012"/>
              <a:gd name="connsiteX2486" fmla="*/ 19716988 w 21052572"/>
              <a:gd name="connsiteY2486" fmla="*/ 3722488 h 8402012"/>
              <a:gd name="connsiteX2487" fmla="*/ 19753880 w 21052572"/>
              <a:gd name="connsiteY2487" fmla="*/ 3689422 h 8402012"/>
              <a:gd name="connsiteX2488" fmla="*/ 19265724 w 21052572"/>
              <a:gd name="connsiteY2488" fmla="*/ 3687553 h 8402012"/>
              <a:gd name="connsiteX2489" fmla="*/ 19243016 w 21052572"/>
              <a:gd name="connsiteY2489" fmla="*/ 3719655 h 8402012"/>
              <a:gd name="connsiteX2490" fmla="*/ 19265724 w 21052572"/>
              <a:gd name="connsiteY2490" fmla="*/ 3687553 h 8402012"/>
              <a:gd name="connsiteX2491" fmla="*/ 17076872 w 21052572"/>
              <a:gd name="connsiteY2491" fmla="*/ 3687553 h 8402012"/>
              <a:gd name="connsiteX2492" fmla="*/ 17076872 w 21052572"/>
              <a:gd name="connsiteY2492" fmla="*/ 3777274 h 8402012"/>
              <a:gd name="connsiteX2493" fmla="*/ 17102368 w 21052572"/>
              <a:gd name="connsiteY2493" fmla="*/ 3694039 h 8402012"/>
              <a:gd name="connsiteX2494" fmla="*/ 17146988 w 21052572"/>
              <a:gd name="connsiteY2494" fmla="*/ 3732953 h 8402012"/>
              <a:gd name="connsiteX2495" fmla="*/ 17127864 w 21052572"/>
              <a:gd name="connsiteY2495" fmla="*/ 3771870 h 8402012"/>
              <a:gd name="connsiteX2496" fmla="*/ 17121492 w 21052572"/>
              <a:gd name="connsiteY2496" fmla="*/ 3809704 h 8402012"/>
              <a:gd name="connsiteX2497" fmla="*/ 16963200 w 21052572"/>
              <a:gd name="connsiteY2497" fmla="*/ 3765385 h 8402012"/>
              <a:gd name="connsiteX2498" fmla="*/ 17038628 w 21052572"/>
              <a:gd name="connsiteY2498" fmla="*/ 3758899 h 8402012"/>
              <a:gd name="connsiteX2499" fmla="*/ 17076872 w 21052572"/>
              <a:gd name="connsiteY2499" fmla="*/ 3687553 h 8402012"/>
              <a:gd name="connsiteX2500" fmla="*/ 10161226 w 21052572"/>
              <a:gd name="connsiteY2500" fmla="*/ 3683566 h 8402012"/>
              <a:gd name="connsiteX2501" fmla="*/ 10051604 w 21052572"/>
              <a:gd name="connsiteY2501" fmla="*/ 3709359 h 8402012"/>
              <a:gd name="connsiteX2502" fmla="*/ 10148330 w 21052572"/>
              <a:gd name="connsiteY2502" fmla="*/ 3754495 h 8402012"/>
              <a:gd name="connsiteX2503" fmla="*/ 10161226 w 21052572"/>
              <a:gd name="connsiteY2503" fmla="*/ 3683566 h 8402012"/>
              <a:gd name="connsiteX2504" fmla="*/ 20091428 w 21052572"/>
              <a:gd name="connsiteY2504" fmla="*/ 3678070 h 8402012"/>
              <a:gd name="connsiteX2505" fmla="*/ 20135996 w 21052572"/>
              <a:gd name="connsiteY2505" fmla="*/ 3724364 h 8402012"/>
              <a:gd name="connsiteX2506" fmla="*/ 20091428 w 21052572"/>
              <a:gd name="connsiteY2506" fmla="*/ 3678070 h 8402012"/>
              <a:gd name="connsiteX2507" fmla="*/ 20394256 w 21052572"/>
              <a:gd name="connsiteY2507" fmla="*/ 3668739 h 8402012"/>
              <a:gd name="connsiteX2508" fmla="*/ 20412704 w 21052572"/>
              <a:gd name="connsiteY2508" fmla="*/ 3678371 h 8402012"/>
              <a:gd name="connsiteX2509" fmla="*/ 20400408 w 21052572"/>
              <a:gd name="connsiteY2509" fmla="*/ 3691213 h 8402012"/>
              <a:gd name="connsiteX2510" fmla="*/ 20375812 w 21052572"/>
              <a:gd name="connsiteY2510" fmla="*/ 3678371 h 8402012"/>
              <a:gd name="connsiteX2511" fmla="*/ 20394256 w 21052572"/>
              <a:gd name="connsiteY2511" fmla="*/ 3668739 h 8402012"/>
              <a:gd name="connsiteX2512" fmla="*/ 14038279 w 21052572"/>
              <a:gd name="connsiteY2512" fmla="*/ 3659114 h 8402012"/>
              <a:gd name="connsiteX2513" fmla="*/ 14146722 w 21052572"/>
              <a:gd name="connsiteY2513" fmla="*/ 3724339 h 8402012"/>
              <a:gd name="connsiteX2514" fmla="*/ 14133838 w 21052572"/>
              <a:gd name="connsiteY2514" fmla="*/ 3776516 h 8402012"/>
              <a:gd name="connsiteX2515" fmla="*/ 14102701 w 21052572"/>
              <a:gd name="connsiteY2515" fmla="*/ 3776516 h 8402012"/>
              <a:gd name="connsiteX2516" fmla="*/ 14038279 w 21052572"/>
              <a:gd name="connsiteY2516" fmla="*/ 3769997 h 8402012"/>
              <a:gd name="connsiteX2517" fmla="*/ 13904067 w 21052572"/>
              <a:gd name="connsiteY2517" fmla="*/ 3756951 h 8402012"/>
              <a:gd name="connsiteX2518" fmla="*/ 13621685 w 21052572"/>
              <a:gd name="connsiteY2518" fmla="*/ 3737382 h 8402012"/>
              <a:gd name="connsiteX2519" fmla="*/ 13878298 w 21052572"/>
              <a:gd name="connsiteY2519" fmla="*/ 3704770 h 8402012"/>
              <a:gd name="connsiteX2520" fmla="*/ 14018952 w 21052572"/>
              <a:gd name="connsiteY2520" fmla="*/ 3698248 h 8402012"/>
              <a:gd name="connsiteX2521" fmla="*/ 14064048 w 21052572"/>
              <a:gd name="connsiteY2521" fmla="*/ 3704770 h 8402012"/>
              <a:gd name="connsiteX2522" fmla="*/ 14038279 w 21052572"/>
              <a:gd name="connsiteY2522" fmla="*/ 3691726 h 8402012"/>
              <a:gd name="connsiteX2523" fmla="*/ 14038279 w 21052572"/>
              <a:gd name="connsiteY2523" fmla="*/ 3659114 h 8402012"/>
              <a:gd name="connsiteX2524" fmla="*/ 15905100 w 21052572"/>
              <a:gd name="connsiteY2524" fmla="*/ 3659108 h 8402012"/>
              <a:gd name="connsiteX2525" fmla="*/ 15905100 w 21052572"/>
              <a:gd name="connsiteY2525" fmla="*/ 3691214 h 8402012"/>
              <a:gd name="connsiteX2526" fmla="*/ 15905100 w 21052572"/>
              <a:gd name="connsiteY2526" fmla="*/ 3659108 h 8402012"/>
              <a:gd name="connsiteX2527" fmla="*/ 14165755 w 21052572"/>
              <a:gd name="connsiteY2527" fmla="*/ 3659108 h 8402012"/>
              <a:gd name="connsiteX2528" fmla="*/ 14147793 w 21052572"/>
              <a:gd name="connsiteY2528" fmla="*/ 3691214 h 8402012"/>
              <a:gd name="connsiteX2529" fmla="*/ 14165755 w 21052572"/>
              <a:gd name="connsiteY2529" fmla="*/ 3659108 h 8402012"/>
              <a:gd name="connsiteX2530" fmla="*/ 13602725 w 21052572"/>
              <a:gd name="connsiteY2530" fmla="*/ 3659108 h 8402012"/>
              <a:gd name="connsiteX2531" fmla="*/ 13620687 w 21052572"/>
              <a:gd name="connsiteY2531" fmla="*/ 3691214 h 8402012"/>
              <a:gd name="connsiteX2532" fmla="*/ 13602725 w 21052572"/>
              <a:gd name="connsiteY2532" fmla="*/ 3659108 h 8402012"/>
              <a:gd name="connsiteX2533" fmla="*/ 19995636 w 21052572"/>
              <a:gd name="connsiteY2533" fmla="*/ 3659107 h 8402012"/>
              <a:gd name="connsiteX2534" fmla="*/ 19977672 w 21052572"/>
              <a:gd name="connsiteY2534" fmla="*/ 3691213 h 8402012"/>
              <a:gd name="connsiteX2535" fmla="*/ 19995636 w 21052572"/>
              <a:gd name="connsiteY2535" fmla="*/ 3659107 h 8402012"/>
              <a:gd name="connsiteX2536" fmla="*/ 19227768 w 21052572"/>
              <a:gd name="connsiteY2536" fmla="*/ 3656244 h 8402012"/>
              <a:gd name="connsiteX2537" fmla="*/ 19190876 w 21052572"/>
              <a:gd name="connsiteY2537" fmla="*/ 3689312 h 8402012"/>
              <a:gd name="connsiteX2538" fmla="*/ 19227768 w 21052572"/>
              <a:gd name="connsiteY2538" fmla="*/ 3656244 h 8402012"/>
              <a:gd name="connsiteX2539" fmla="*/ 10199917 w 21052572"/>
              <a:gd name="connsiteY2539" fmla="*/ 3651326 h 8402012"/>
              <a:gd name="connsiteX2540" fmla="*/ 10187020 w 21052572"/>
              <a:gd name="connsiteY2540" fmla="*/ 3722252 h 8402012"/>
              <a:gd name="connsiteX2541" fmla="*/ 10237532 w 21052572"/>
              <a:gd name="connsiteY2541" fmla="*/ 3722252 h 8402012"/>
              <a:gd name="connsiteX2542" fmla="*/ 10256877 w 21052572"/>
              <a:gd name="connsiteY2542" fmla="*/ 3651326 h 8402012"/>
              <a:gd name="connsiteX2543" fmla="*/ 10199917 w 21052572"/>
              <a:gd name="connsiteY2543" fmla="*/ 3651326 h 8402012"/>
              <a:gd name="connsiteX2544" fmla="*/ 17125368 w 21052572"/>
              <a:gd name="connsiteY2544" fmla="*/ 3643141 h 8402012"/>
              <a:gd name="connsiteX2545" fmla="*/ 17132476 w 21052572"/>
              <a:gd name="connsiteY2545" fmla="*/ 3646135 h 8402012"/>
              <a:gd name="connsiteX2546" fmla="*/ 17124352 w 21052572"/>
              <a:gd name="connsiteY2546" fmla="*/ 3658110 h 8402012"/>
              <a:gd name="connsiteX2547" fmla="*/ 17125368 w 21052572"/>
              <a:gd name="connsiteY2547" fmla="*/ 3643141 h 8402012"/>
              <a:gd name="connsiteX2548" fmla="*/ 20055352 w 21052572"/>
              <a:gd name="connsiteY2548" fmla="*/ 3626594 h 8402012"/>
              <a:gd name="connsiteX2549" fmla="*/ 20071412 w 21052572"/>
              <a:gd name="connsiteY2549" fmla="*/ 3658008 h 8402012"/>
              <a:gd name="connsiteX2550" fmla="*/ 20034548 w 21052572"/>
              <a:gd name="connsiteY2550" fmla="*/ 3644781 h 8402012"/>
              <a:gd name="connsiteX2551" fmla="*/ 20055352 w 21052572"/>
              <a:gd name="connsiteY2551" fmla="*/ 3626594 h 8402012"/>
              <a:gd name="connsiteX2552" fmla="*/ 11255487 w 21052572"/>
              <a:gd name="connsiteY2552" fmla="*/ 3625935 h 8402012"/>
              <a:gd name="connsiteX2553" fmla="*/ 11160382 w 21052572"/>
              <a:gd name="connsiteY2553" fmla="*/ 3690730 h 8402012"/>
              <a:gd name="connsiteX2554" fmla="*/ 10962691 w 21052572"/>
              <a:gd name="connsiteY2554" fmla="*/ 3710169 h 8402012"/>
              <a:gd name="connsiteX2555" fmla="*/ 11255487 w 21052572"/>
              <a:gd name="connsiteY2555" fmla="*/ 3625935 h 8402012"/>
              <a:gd name="connsiteX2556" fmla="*/ 20337892 w 21052572"/>
              <a:gd name="connsiteY2556" fmla="*/ 3625930 h 8402012"/>
              <a:gd name="connsiteX2557" fmla="*/ 20374784 w 21052572"/>
              <a:gd name="connsiteY2557" fmla="*/ 3644376 h 8402012"/>
              <a:gd name="connsiteX2558" fmla="*/ 20337892 w 21052572"/>
              <a:gd name="connsiteY2558" fmla="*/ 3625930 h 8402012"/>
              <a:gd name="connsiteX2559" fmla="*/ 19266712 w 21052572"/>
              <a:gd name="connsiteY2559" fmla="*/ 3625930 h 8402012"/>
              <a:gd name="connsiteX2560" fmla="*/ 19298820 w 21052572"/>
              <a:gd name="connsiteY2560" fmla="*/ 3644376 h 8402012"/>
              <a:gd name="connsiteX2561" fmla="*/ 19266712 w 21052572"/>
              <a:gd name="connsiteY2561" fmla="*/ 3625930 h 8402012"/>
              <a:gd name="connsiteX2562" fmla="*/ 20015080 w 21052572"/>
              <a:gd name="connsiteY2562" fmla="*/ 3603459 h 8402012"/>
              <a:gd name="connsiteX2563" fmla="*/ 20033524 w 21052572"/>
              <a:gd name="connsiteY2563" fmla="*/ 3611141 h 8402012"/>
              <a:gd name="connsiteX2564" fmla="*/ 20027376 w 21052572"/>
              <a:gd name="connsiteY2564" fmla="*/ 3624791 h 8402012"/>
              <a:gd name="connsiteX2565" fmla="*/ 19996632 w 21052572"/>
              <a:gd name="connsiteY2565" fmla="*/ 3611141 h 8402012"/>
              <a:gd name="connsiteX2566" fmla="*/ 20015080 w 21052572"/>
              <a:gd name="connsiteY2566" fmla="*/ 3603459 h 8402012"/>
              <a:gd name="connsiteX2567" fmla="*/ 10429908 w 21052572"/>
              <a:gd name="connsiteY2567" fmla="*/ 3599741 h 8402012"/>
              <a:gd name="connsiteX2568" fmla="*/ 10449253 w 21052572"/>
              <a:gd name="connsiteY2568" fmla="*/ 3625537 h 8402012"/>
              <a:gd name="connsiteX2569" fmla="*/ 10429908 w 21052572"/>
              <a:gd name="connsiteY2569" fmla="*/ 3599741 h 8402012"/>
              <a:gd name="connsiteX2570" fmla="*/ 10295567 w 21052572"/>
              <a:gd name="connsiteY2570" fmla="*/ 3599741 h 8402012"/>
              <a:gd name="connsiteX2571" fmla="*/ 10334257 w 21052572"/>
              <a:gd name="connsiteY2571" fmla="*/ 3625537 h 8402012"/>
              <a:gd name="connsiteX2572" fmla="*/ 10295567 w 21052572"/>
              <a:gd name="connsiteY2572" fmla="*/ 3599741 h 8402012"/>
              <a:gd name="connsiteX2573" fmla="*/ 682360 w 21052572"/>
              <a:gd name="connsiteY2573" fmla="*/ 3597489 h 8402012"/>
              <a:gd name="connsiteX2574" fmla="*/ 738187 w 21052572"/>
              <a:gd name="connsiteY2574" fmla="*/ 3610716 h 8402012"/>
              <a:gd name="connsiteX2575" fmla="*/ 682360 w 21052572"/>
              <a:gd name="connsiteY2575" fmla="*/ 3597489 h 8402012"/>
              <a:gd name="connsiteX2576" fmla="*/ 15696664 w 21052572"/>
              <a:gd name="connsiteY2576" fmla="*/ 3597488 h 8402012"/>
              <a:gd name="connsiteX2577" fmla="*/ 15678218 w 21052572"/>
              <a:gd name="connsiteY2577" fmla="*/ 3653332 h 8402012"/>
              <a:gd name="connsiteX2578" fmla="*/ 15659770 w 21052572"/>
              <a:gd name="connsiteY2578" fmla="*/ 3616107 h 8402012"/>
              <a:gd name="connsiteX2579" fmla="*/ 15696664 w 21052572"/>
              <a:gd name="connsiteY2579" fmla="*/ 3597488 h 8402012"/>
              <a:gd name="connsiteX2580" fmla="*/ 19958664 w 21052572"/>
              <a:gd name="connsiteY2580" fmla="*/ 3582900 h 8402012"/>
              <a:gd name="connsiteX2581" fmla="*/ 19957744 w 21052572"/>
              <a:gd name="connsiteY2581" fmla="*/ 3586488 h 8402012"/>
              <a:gd name="connsiteX2582" fmla="*/ 19956464 w 21052572"/>
              <a:gd name="connsiteY2582" fmla="*/ 3591463 h 8402012"/>
              <a:gd name="connsiteX2583" fmla="*/ 19959512 w 21052572"/>
              <a:gd name="connsiteY2583" fmla="*/ 3579607 h 8402012"/>
              <a:gd name="connsiteX2584" fmla="*/ 19958896 w 21052572"/>
              <a:gd name="connsiteY2584" fmla="*/ 3582000 h 8402012"/>
              <a:gd name="connsiteX2585" fmla="*/ 19958664 w 21052572"/>
              <a:gd name="connsiteY2585" fmla="*/ 3582900 h 8402012"/>
              <a:gd name="connsiteX2586" fmla="*/ 19972936 w 21052572"/>
              <a:gd name="connsiteY2586" fmla="*/ 3574315 h 8402012"/>
              <a:gd name="connsiteX2587" fmla="*/ 20000236 w 21052572"/>
              <a:gd name="connsiteY2587" fmla="*/ 3580635 h 8402012"/>
              <a:gd name="connsiteX2588" fmla="*/ 19972936 w 21052572"/>
              <a:gd name="connsiteY2588" fmla="*/ 3574315 h 8402012"/>
              <a:gd name="connsiteX2589" fmla="*/ 20260964 w 21052572"/>
              <a:gd name="connsiteY2589" fmla="*/ 3569051 h 8402012"/>
              <a:gd name="connsiteX2590" fmla="*/ 20247840 w 21052572"/>
              <a:gd name="connsiteY2590" fmla="*/ 3601124 h 8402012"/>
              <a:gd name="connsiteX2591" fmla="*/ 20260964 w 21052572"/>
              <a:gd name="connsiteY2591" fmla="*/ 3569051 h 8402012"/>
              <a:gd name="connsiteX2592" fmla="*/ 11334144 w 21052572"/>
              <a:gd name="connsiteY2592" fmla="*/ 3569049 h 8402012"/>
              <a:gd name="connsiteX2593" fmla="*/ 11340766 w 21052572"/>
              <a:gd name="connsiteY2593" fmla="*/ 3624876 h 8402012"/>
              <a:gd name="connsiteX2594" fmla="*/ 11261297 w 21052572"/>
              <a:gd name="connsiteY2594" fmla="*/ 3624876 h 8402012"/>
              <a:gd name="connsiteX2595" fmla="*/ 11294409 w 21052572"/>
              <a:gd name="connsiteY2595" fmla="*/ 3599594 h 8402012"/>
              <a:gd name="connsiteX2596" fmla="*/ 11334144 w 21052572"/>
              <a:gd name="connsiteY2596" fmla="*/ 3569049 h 8402012"/>
              <a:gd name="connsiteX2597" fmla="*/ 12290792 w 21052572"/>
              <a:gd name="connsiteY2597" fmla="*/ 3566250 h 8402012"/>
              <a:gd name="connsiteX2598" fmla="*/ 12329787 w 21052572"/>
              <a:gd name="connsiteY2598" fmla="*/ 3569645 h 8402012"/>
              <a:gd name="connsiteX2599" fmla="*/ 12336154 w 21052572"/>
              <a:gd name="connsiteY2599" fmla="*/ 3581593 h 8402012"/>
              <a:gd name="connsiteX2600" fmla="*/ 12266122 w 21052572"/>
              <a:gd name="connsiteY2600" fmla="*/ 3601144 h 8402012"/>
              <a:gd name="connsiteX2601" fmla="*/ 12290792 w 21052572"/>
              <a:gd name="connsiteY2601" fmla="*/ 3566250 h 8402012"/>
              <a:gd name="connsiteX2602" fmla="*/ 16472248 w 21052572"/>
              <a:gd name="connsiteY2602" fmla="*/ 3566116 h 8402012"/>
              <a:gd name="connsiteX2603" fmla="*/ 16507150 w 21052572"/>
              <a:gd name="connsiteY2603" fmla="*/ 3569482 h 8402012"/>
              <a:gd name="connsiteX2604" fmla="*/ 16451306 w 21052572"/>
              <a:gd name="connsiteY2604" fmla="*/ 3600720 h 8402012"/>
              <a:gd name="connsiteX2605" fmla="*/ 16472248 w 21052572"/>
              <a:gd name="connsiteY2605" fmla="*/ 3566116 h 8402012"/>
              <a:gd name="connsiteX2606" fmla="*/ 11415205 w 21052572"/>
              <a:gd name="connsiteY2606" fmla="*/ 3566116 h 8402012"/>
              <a:gd name="connsiteX2607" fmla="*/ 11449832 w 21052572"/>
              <a:gd name="connsiteY2607" fmla="*/ 3569483 h 8402012"/>
              <a:gd name="connsiteX2608" fmla="*/ 11394007 w 21052572"/>
              <a:gd name="connsiteY2608" fmla="*/ 3600721 h 8402012"/>
              <a:gd name="connsiteX2609" fmla="*/ 11415205 w 21052572"/>
              <a:gd name="connsiteY2609" fmla="*/ 3566116 h 8402012"/>
              <a:gd name="connsiteX2610" fmla="*/ 10389337 w 21052572"/>
              <a:gd name="connsiteY2610" fmla="*/ 3565219 h 8402012"/>
              <a:gd name="connsiteX2611" fmla="*/ 10353603 w 21052572"/>
              <a:gd name="connsiteY2611" fmla="*/ 3568578 h 8402012"/>
              <a:gd name="connsiteX2612" fmla="*/ 10410563 w 21052572"/>
              <a:gd name="connsiteY2612" fmla="*/ 3599741 h 8402012"/>
              <a:gd name="connsiteX2613" fmla="*/ 10389337 w 21052572"/>
              <a:gd name="connsiteY2613" fmla="*/ 3565219 h 8402012"/>
              <a:gd name="connsiteX2614" fmla="*/ 12158264 w 21052572"/>
              <a:gd name="connsiteY2614" fmla="*/ 3564306 h 8402012"/>
              <a:gd name="connsiteX2615" fmla="*/ 12241343 w 21052572"/>
              <a:gd name="connsiteY2615" fmla="*/ 3613971 h 8402012"/>
              <a:gd name="connsiteX2616" fmla="*/ 12022670 w 21052572"/>
              <a:gd name="connsiteY2616" fmla="*/ 3659432 h 8402012"/>
              <a:gd name="connsiteX2617" fmla="*/ 11886942 w 21052572"/>
              <a:gd name="connsiteY2617" fmla="*/ 3652937 h 8402012"/>
              <a:gd name="connsiteX2618" fmla="*/ 12086225 w 21052572"/>
              <a:gd name="connsiteY2618" fmla="*/ 3569581 h 8402012"/>
              <a:gd name="connsiteX2619" fmla="*/ 12126822 w 21052572"/>
              <a:gd name="connsiteY2619" fmla="*/ 3564794 h 8402012"/>
              <a:gd name="connsiteX2620" fmla="*/ 12158264 w 21052572"/>
              <a:gd name="connsiteY2620" fmla="*/ 3564306 h 8402012"/>
              <a:gd name="connsiteX2621" fmla="*/ 12341457 w 21052572"/>
              <a:gd name="connsiteY2621" fmla="*/ 3557009 h 8402012"/>
              <a:gd name="connsiteX2622" fmla="*/ 12347116 w 21052572"/>
              <a:gd name="connsiteY2622" fmla="*/ 3564273 h 8402012"/>
              <a:gd name="connsiteX2623" fmla="*/ 12350438 w 21052572"/>
              <a:gd name="connsiteY2623" fmla="*/ 3568538 h 8402012"/>
              <a:gd name="connsiteX2624" fmla="*/ 12332476 w 21052572"/>
              <a:gd name="connsiteY2624" fmla="*/ 3568538 h 8402012"/>
              <a:gd name="connsiteX2625" fmla="*/ 12338650 w 21052572"/>
              <a:gd name="connsiteY2625" fmla="*/ 3559027 h 8402012"/>
              <a:gd name="connsiteX2626" fmla="*/ 12340249 w 21052572"/>
              <a:gd name="connsiteY2626" fmla="*/ 3557877 h 8402012"/>
              <a:gd name="connsiteX2627" fmla="*/ 10468598 w 21052572"/>
              <a:gd name="connsiteY2627" fmla="*/ 3536339 h 8402012"/>
              <a:gd name="connsiteX2628" fmla="*/ 10429908 w 21052572"/>
              <a:gd name="connsiteY2628" fmla="*/ 3568578 h 8402012"/>
              <a:gd name="connsiteX2629" fmla="*/ 10468598 w 21052572"/>
              <a:gd name="connsiteY2629" fmla="*/ 3536339 h 8402012"/>
              <a:gd name="connsiteX2630" fmla="*/ 15464444 w 21052572"/>
              <a:gd name="connsiteY2630" fmla="*/ 3535873 h 8402012"/>
              <a:gd name="connsiteX2631" fmla="*/ 15446482 w 21052572"/>
              <a:gd name="connsiteY2631" fmla="*/ 3567978 h 8402012"/>
              <a:gd name="connsiteX2632" fmla="*/ 15464444 w 21052572"/>
              <a:gd name="connsiteY2632" fmla="*/ 3535873 h 8402012"/>
              <a:gd name="connsiteX2633" fmla="*/ 12497286 w 21052572"/>
              <a:gd name="connsiteY2633" fmla="*/ 3535873 h 8402012"/>
              <a:gd name="connsiteX2634" fmla="*/ 12375135 w 21052572"/>
              <a:gd name="connsiteY2634" fmla="*/ 3567978 h 8402012"/>
              <a:gd name="connsiteX2635" fmla="*/ 12497286 w 21052572"/>
              <a:gd name="connsiteY2635" fmla="*/ 3535873 h 8402012"/>
              <a:gd name="connsiteX2636" fmla="*/ 18583192 w 21052572"/>
              <a:gd name="connsiteY2636" fmla="*/ 3535872 h 8402012"/>
              <a:gd name="connsiteX2637" fmla="*/ 18565232 w 21052572"/>
              <a:gd name="connsiteY2637" fmla="*/ 3567978 h 8402012"/>
              <a:gd name="connsiteX2638" fmla="*/ 18583192 w 21052572"/>
              <a:gd name="connsiteY2638" fmla="*/ 3535872 h 8402012"/>
              <a:gd name="connsiteX2639" fmla="*/ 16827728 w 21052572"/>
              <a:gd name="connsiteY2639" fmla="*/ 3532831 h 8402012"/>
              <a:gd name="connsiteX2640" fmla="*/ 16862632 w 21052572"/>
              <a:gd name="connsiteY2640" fmla="*/ 3536015 h 8402012"/>
              <a:gd name="connsiteX2641" fmla="*/ 16806788 w 21052572"/>
              <a:gd name="connsiteY2641" fmla="*/ 3567848 h 8402012"/>
              <a:gd name="connsiteX2642" fmla="*/ 16827728 w 21052572"/>
              <a:gd name="connsiteY2642" fmla="*/ 3532831 h 8402012"/>
              <a:gd name="connsiteX2643" fmla="*/ 20171004 w 21052572"/>
              <a:gd name="connsiteY2643" fmla="*/ 3512172 h 8402012"/>
              <a:gd name="connsiteX2644" fmla="*/ 20153044 w 21052572"/>
              <a:gd name="connsiteY2644" fmla="*/ 3539472 h 8402012"/>
              <a:gd name="connsiteX2645" fmla="*/ 20171004 w 21052572"/>
              <a:gd name="connsiteY2645" fmla="*/ 3512172 h 8402012"/>
              <a:gd name="connsiteX2646" fmla="*/ 16767872 w 21052572"/>
              <a:gd name="connsiteY2646" fmla="*/ 3512172 h 8402012"/>
              <a:gd name="connsiteX2647" fmla="*/ 16749910 w 21052572"/>
              <a:gd name="connsiteY2647" fmla="*/ 3539472 h 8402012"/>
              <a:gd name="connsiteX2648" fmla="*/ 16767872 w 21052572"/>
              <a:gd name="connsiteY2648" fmla="*/ 3512172 h 8402012"/>
              <a:gd name="connsiteX2649" fmla="*/ 15320598 w 21052572"/>
              <a:gd name="connsiteY2649" fmla="*/ 3512171 h 8402012"/>
              <a:gd name="connsiteX2650" fmla="*/ 15341072 w 21052572"/>
              <a:gd name="connsiteY2650" fmla="*/ 3568014 h 8402012"/>
              <a:gd name="connsiteX2651" fmla="*/ 15320598 w 21052572"/>
              <a:gd name="connsiteY2651" fmla="*/ 3512171 h 8402012"/>
              <a:gd name="connsiteX2652" fmla="*/ 11315420 w 21052572"/>
              <a:gd name="connsiteY2652" fmla="*/ 3478996 h 8402012"/>
              <a:gd name="connsiteX2653" fmla="*/ 11308998 w 21052572"/>
              <a:gd name="connsiteY2653" fmla="*/ 3567989 h 8402012"/>
              <a:gd name="connsiteX2654" fmla="*/ 11315420 w 21052572"/>
              <a:gd name="connsiteY2654" fmla="*/ 3478996 h 8402012"/>
              <a:gd name="connsiteX2655" fmla="*/ 12773269 w 21052572"/>
              <a:gd name="connsiteY2655" fmla="*/ 3478995 h 8402012"/>
              <a:gd name="connsiteX2656" fmla="*/ 12791231 w 21052572"/>
              <a:gd name="connsiteY2656" fmla="*/ 3511099 h 8402012"/>
              <a:gd name="connsiteX2657" fmla="*/ 12773269 w 21052572"/>
              <a:gd name="connsiteY2657" fmla="*/ 3478995 h 8402012"/>
              <a:gd name="connsiteX2658" fmla="*/ 18265632 w 21052572"/>
              <a:gd name="connsiteY2658" fmla="*/ 3478994 h 8402012"/>
              <a:gd name="connsiteX2659" fmla="*/ 18247672 w 21052572"/>
              <a:gd name="connsiteY2659" fmla="*/ 3511099 h 8402012"/>
              <a:gd name="connsiteX2660" fmla="*/ 18265632 w 21052572"/>
              <a:gd name="connsiteY2660" fmla="*/ 3478994 h 8402012"/>
              <a:gd name="connsiteX2661" fmla="*/ 16489224 w 21052572"/>
              <a:gd name="connsiteY2661" fmla="*/ 3478994 h 8402012"/>
              <a:gd name="connsiteX2662" fmla="*/ 16507186 w 21052572"/>
              <a:gd name="connsiteY2662" fmla="*/ 3511099 h 8402012"/>
              <a:gd name="connsiteX2663" fmla="*/ 16489224 w 21052572"/>
              <a:gd name="connsiteY2663" fmla="*/ 3478994 h 8402012"/>
              <a:gd name="connsiteX2664" fmla="*/ 16444646 w 21052572"/>
              <a:gd name="connsiteY2664" fmla="*/ 3478994 h 8402012"/>
              <a:gd name="connsiteX2665" fmla="*/ 16469242 w 21052572"/>
              <a:gd name="connsiteY2665" fmla="*/ 3511099 h 8402012"/>
              <a:gd name="connsiteX2666" fmla="*/ 16432350 w 21052572"/>
              <a:gd name="connsiteY2666" fmla="*/ 3491837 h 8402012"/>
              <a:gd name="connsiteX2667" fmla="*/ 16444646 w 21052572"/>
              <a:gd name="connsiteY2667" fmla="*/ 3478994 h 8402012"/>
              <a:gd name="connsiteX2668" fmla="*/ 10781176 w 21052572"/>
              <a:gd name="connsiteY2668" fmla="*/ 3471639 h 8402012"/>
              <a:gd name="connsiteX2669" fmla="*/ 10785145 w 21052572"/>
              <a:gd name="connsiteY2669" fmla="*/ 3475012 h 8402012"/>
              <a:gd name="connsiteX2670" fmla="*/ 10786650 w 21052572"/>
              <a:gd name="connsiteY2670" fmla="*/ 3476291 h 8402012"/>
              <a:gd name="connsiteX2671" fmla="*/ 15057826 w 21052572"/>
              <a:gd name="connsiteY2671" fmla="*/ 3464774 h 8402012"/>
              <a:gd name="connsiteX2672" fmla="*/ 15104120 w 21052572"/>
              <a:gd name="connsiteY2672" fmla="*/ 3471390 h 8402012"/>
              <a:gd name="connsiteX2673" fmla="*/ 15077666 w 21052572"/>
              <a:gd name="connsiteY2673" fmla="*/ 3511070 h 8402012"/>
              <a:gd name="connsiteX2674" fmla="*/ 15057826 w 21052572"/>
              <a:gd name="connsiteY2674" fmla="*/ 3464774 h 8402012"/>
              <a:gd name="connsiteX2675" fmla="*/ 10780211 w 21052572"/>
              <a:gd name="connsiteY2675" fmla="*/ 3455674 h 8402012"/>
              <a:gd name="connsiteX2676" fmla="*/ 10781100 w 21052572"/>
              <a:gd name="connsiteY2676" fmla="*/ 3462286 h 8402012"/>
              <a:gd name="connsiteX2677" fmla="*/ 10781176 w 21052572"/>
              <a:gd name="connsiteY2677" fmla="*/ 3471639 h 8402012"/>
              <a:gd name="connsiteX2678" fmla="*/ 10781227 w 21052572"/>
              <a:gd name="connsiteY2678" fmla="*/ 3477854 h 8402012"/>
              <a:gd name="connsiteX2679" fmla="*/ 10777164 w 21052572"/>
              <a:gd name="connsiteY2679" fmla="*/ 3468470 h 8402012"/>
              <a:gd name="connsiteX2680" fmla="*/ 10775940 w 21052572"/>
              <a:gd name="connsiteY2680" fmla="*/ 3467185 h 8402012"/>
              <a:gd name="connsiteX2681" fmla="*/ 10773101 w 21052572"/>
              <a:gd name="connsiteY2681" fmla="*/ 3464205 h 8402012"/>
              <a:gd name="connsiteX2682" fmla="*/ 10780211 w 21052572"/>
              <a:gd name="connsiteY2682" fmla="*/ 3455674 h 8402012"/>
              <a:gd name="connsiteX2683" fmla="*/ 16678674 w 21052572"/>
              <a:gd name="connsiteY2683" fmla="*/ 3448507 h 8402012"/>
              <a:gd name="connsiteX2684" fmla="*/ 16719550 w 21052572"/>
              <a:gd name="connsiteY2684" fmla="*/ 3463798 h 8402012"/>
              <a:gd name="connsiteX2685" fmla="*/ 16706726 w 21052572"/>
              <a:gd name="connsiteY2685" fmla="*/ 3508869 h 8402012"/>
              <a:gd name="connsiteX2686" fmla="*/ 16668256 w 21052572"/>
              <a:gd name="connsiteY2686" fmla="*/ 3534628 h 8402012"/>
              <a:gd name="connsiteX2687" fmla="*/ 16789012 w 21052572"/>
              <a:gd name="connsiteY2687" fmla="*/ 3586137 h 8402012"/>
              <a:gd name="connsiteX2688" fmla="*/ 16917248 w 21052572"/>
              <a:gd name="connsiteY2688" fmla="*/ 3636575 h 8402012"/>
              <a:gd name="connsiteX2689" fmla="*/ 16962132 w 21052572"/>
              <a:gd name="connsiteY2689" fmla="*/ 3739595 h 8402012"/>
              <a:gd name="connsiteX2690" fmla="*/ 16821072 w 21052572"/>
              <a:gd name="connsiteY2690" fmla="*/ 3726719 h 8402012"/>
              <a:gd name="connsiteX2691" fmla="*/ 16642608 w 21052572"/>
              <a:gd name="connsiteY2691" fmla="*/ 3720280 h 8402012"/>
              <a:gd name="connsiteX2692" fmla="*/ 16642608 w 21052572"/>
              <a:gd name="connsiteY2692" fmla="*/ 3655891 h 8402012"/>
              <a:gd name="connsiteX2693" fmla="*/ 16566734 w 21052572"/>
              <a:gd name="connsiteY2693" fmla="*/ 3688091 h 8402012"/>
              <a:gd name="connsiteX2694" fmla="*/ 16597726 w 21052572"/>
              <a:gd name="connsiteY2694" fmla="*/ 3578624 h 8402012"/>
              <a:gd name="connsiteX2695" fmla="*/ 16642608 w 21052572"/>
              <a:gd name="connsiteY2695" fmla="*/ 3476676 h 8402012"/>
              <a:gd name="connsiteX2696" fmla="*/ 16678674 w 21052572"/>
              <a:gd name="connsiteY2696" fmla="*/ 3448507 h 8402012"/>
              <a:gd name="connsiteX2697" fmla="*/ 13075589 w 21052572"/>
              <a:gd name="connsiteY2697" fmla="*/ 3447224 h 8402012"/>
              <a:gd name="connsiteX2698" fmla="*/ 13038697 w 21052572"/>
              <a:gd name="connsiteY2698" fmla="*/ 3477967 h 8402012"/>
              <a:gd name="connsiteX2699" fmla="*/ 13075589 w 21052572"/>
              <a:gd name="connsiteY2699" fmla="*/ 3447224 h 8402012"/>
              <a:gd name="connsiteX2700" fmla="*/ 18583192 w 21052572"/>
              <a:gd name="connsiteY2700" fmla="*/ 3445817 h 8402012"/>
              <a:gd name="connsiteX2701" fmla="*/ 18565232 w 21052572"/>
              <a:gd name="connsiteY2701" fmla="*/ 3477925 h 8402012"/>
              <a:gd name="connsiteX2702" fmla="*/ 18583192 w 21052572"/>
              <a:gd name="connsiteY2702" fmla="*/ 3445817 h 8402012"/>
              <a:gd name="connsiteX2703" fmla="*/ 19033468 w 21052572"/>
              <a:gd name="connsiteY2703" fmla="*/ 3445816 h 8402012"/>
              <a:gd name="connsiteX2704" fmla="*/ 19015508 w 21052572"/>
              <a:gd name="connsiteY2704" fmla="*/ 3477925 h 8402012"/>
              <a:gd name="connsiteX2705" fmla="*/ 19033468 w 21052572"/>
              <a:gd name="connsiteY2705" fmla="*/ 3445816 h 8402012"/>
              <a:gd name="connsiteX2706" fmla="*/ 12959638 w 21052572"/>
              <a:gd name="connsiteY2706" fmla="*/ 3445815 h 8402012"/>
              <a:gd name="connsiteX2707" fmla="*/ 12939163 w 21052572"/>
              <a:gd name="connsiteY2707" fmla="*/ 3511085 h 8402012"/>
              <a:gd name="connsiteX2708" fmla="*/ 12959638 w 21052572"/>
              <a:gd name="connsiteY2708" fmla="*/ 3445815 h 8402012"/>
              <a:gd name="connsiteX2709" fmla="*/ 11394007 w 21052572"/>
              <a:gd name="connsiteY2709" fmla="*/ 3445815 h 8402012"/>
              <a:gd name="connsiteX2710" fmla="*/ 11430899 w 21052572"/>
              <a:gd name="connsiteY2710" fmla="*/ 3445815 h 8402012"/>
              <a:gd name="connsiteX2711" fmla="*/ 11430899 w 21052572"/>
              <a:gd name="connsiteY2711" fmla="*/ 3511085 h 8402012"/>
              <a:gd name="connsiteX2712" fmla="*/ 11394007 w 21052572"/>
              <a:gd name="connsiteY2712" fmla="*/ 3511085 h 8402012"/>
              <a:gd name="connsiteX2713" fmla="*/ 11394007 w 21052572"/>
              <a:gd name="connsiteY2713" fmla="*/ 3445815 h 8402012"/>
              <a:gd name="connsiteX2714" fmla="*/ 20037644 w 21052572"/>
              <a:gd name="connsiteY2714" fmla="*/ 3437353 h 8402012"/>
              <a:gd name="connsiteX2715" fmla="*/ 20128292 w 21052572"/>
              <a:gd name="connsiteY2715" fmla="*/ 3487412 h 8402012"/>
              <a:gd name="connsiteX2716" fmla="*/ 20015588 w 21052572"/>
              <a:gd name="connsiteY2716" fmla="*/ 3461985 h 8402012"/>
              <a:gd name="connsiteX2717" fmla="*/ 20037644 w 21052572"/>
              <a:gd name="connsiteY2717" fmla="*/ 3437353 h 8402012"/>
              <a:gd name="connsiteX2718" fmla="*/ 18401800 w 21052572"/>
              <a:gd name="connsiteY2718" fmla="*/ 3429847 h 8402012"/>
              <a:gd name="connsiteX2719" fmla="*/ 18412464 w 21052572"/>
              <a:gd name="connsiteY2719" fmla="*/ 3432839 h 8402012"/>
              <a:gd name="connsiteX2720" fmla="*/ 18405900 w 21052572"/>
              <a:gd name="connsiteY2720" fmla="*/ 3444815 h 8402012"/>
              <a:gd name="connsiteX2721" fmla="*/ 18401800 w 21052572"/>
              <a:gd name="connsiteY2721" fmla="*/ 3429847 h 8402012"/>
              <a:gd name="connsiteX2722" fmla="*/ 19004928 w 21052572"/>
              <a:gd name="connsiteY2722" fmla="*/ 3414509 h 8402012"/>
              <a:gd name="connsiteX2723" fmla="*/ 18958632 w 21052572"/>
              <a:gd name="connsiteY2723" fmla="*/ 3447576 h 8402012"/>
              <a:gd name="connsiteX2724" fmla="*/ 19004928 w 21052572"/>
              <a:gd name="connsiteY2724" fmla="*/ 3414509 h 8402012"/>
              <a:gd name="connsiteX2725" fmla="*/ 14862471 w 21052572"/>
              <a:gd name="connsiteY2725" fmla="*/ 3414509 h 8402012"/>
              <a:gd name="connsiteX2726" fmla="*/ 14825579 w 21052572"/>
              <a:gd name="connsiteY2726" fmla="*/ 3447576 h 8402012"/>
              <a:gd name="connsiteX2727" fmla="*/ 14862471 w 21052572"/>
              <a:gd name="connsiteY2727" fmla="*/ 3414509 h 8402012"/>
              <a:gd name="connsiteX2728" fmla="*/ 10487943 w 21052572"/>
              <a:gd name="connsiteY2728" fmla="*/ 3413830 h 8402012"/>
              <a:gd name="connsiteX2729" fmla="*/ 10526634 w 21052572"/>
              <a:gd name="connsiteY2729" fmla="*/ 3446069 h 8402012"/>
              <a:gd name="connsiteX2730" fmla="*/ 10487943 w 21052572"/>
              <a:gd name="connsiteY2730" fmla="*/ 3413830 h 8402012"/>
              <a:gd name="connsiteX2731" fmla="*/ 16268100 w 21052572"/>
              <a:gd name="connsiteY2731" fmla="*/ 3412639 h 8402012"/>
              <a:gd name="connsiteX2732" fmla="*/ 16426546 w 21052572"/>
              <a:gd name="connsiteY2732" fmla="*/ 3464475 h 8402012"/>
              <a:gd name="connsiteX2733" fmla="*/ 16357426 w 21052572"/>
              <a:gd name="connsiteY2733" fmla="*/ 3457996 h 8402012"/>
              <a:gd name="connsiteX2734" fmla="*/ 16261718 w 21052572"/>
              <a:gd name="connsiteY2734" fmla="*/ 3432076 h 8402012"/>
              <a:gd name="connsiteX2735" fmla="*/ 16268100 w 21052572"/>
              <a:gd name="connsiteY2735" fmla="*/ 3412639 h 8402012"/>
              <a:gd name="connsiteX2736" fmla="*/ 14906153 w 21052572"/>
              <a:gd name="connsiteY2736" fmla="*/ 3412639 h 8402012"/>
              <a:gd name="connsiteX2737" fmla="*/ 14980935 w 21052572"/>
              <a:gd name="connsiteY2737" fmla="*/ 3432218 h 8402012"/>
              <a:gd name="connsiteX2738" fmla="*/ 14936698 w 21052572"/>
              <a:gd name="connsiteY2738" fmla="*/ 3477909 h 8402012"/>
              <a:gd name="connsiteX2739" fmla="*/ 14906153 w 21052572"/>
              <a:gd name="connsiteY2739" fmla="*/ 3477909 h 8402012"/>
              <a:gd name="connsiteX2740" fmla="*/ 14906153 w 21052572"/>
              <a:gd name="connsiteY2740" fmla="*/ 3412639 h 8402012"/>
              <a:gd name="connsiteX2741" fmla="*/ 10944622 w 21052572"/>
              <a:gd name="connsiteY2741" fmla="*/ 3405079 h 8402012"/>
              <a:gd name="connsiteX2742" fmla="*/ 10949219 w 21052572"/>
              <a:gd name="connsiteY2742" fmla="*/ 3412066 h 8402012"/>
              <a:gd name="connsiteX2743" fmla="*/ 10945985 w 21052572"/>
              <a:gd name="connsiteY2743" fmla="*/ 3418713 h 8402012"/>
              <a:gd name="connsiteX2744" fmla="*/ 10984719 w 21052572"/>
              <a:gd name="connsiteY2744" fmla="*/ 3433376 h 8402012"/>
              <a:gd name="connsiteX2745" fmla="*/ 11012410 w 21052572"/>
              <a:gd name="connsiteY2745" fmla="*/ 3446069 h 8402012"/>
              <a:gd name="connsiteX2746" fmla="*/ 10956189 w 21052572"/>
              <a:gd name="connsiteY2746" fmla="*/ 3410707 h 8402012"/>
              <a:gd name="connsiteX2747" fmla="*/ 11899418 w 21052572"/>
              <a:gd name="connsiteY2747" fmla="*/ 3388176 h 8402012"/>
              <a:gd name="connsiteX2748" fmla="*/ 11880087 w 21052572"/>
              <a:gd name="connsiteY2748" fmla="*/ 3445969 h 8402012"/>
              <a:gd name="connsiteX2749" fmla="*/ 11938080 w 21052572"/>
              <a:gd name="connsiteY2749" fmla="*/ 3445969 h 8402012"/>
              <a:gd name="connsiteX2750" fmla="*/ 11899418 w 21052572"/>
              <a:gd name="connsiteY2750" fmla="*/ 3388176 h 8402012"/>
              <a:gd name="connsiteX2751" fmla="*/ 14697606 w 21052572"/>
              <a:gd name="connsiteY2751" fmla="*/ 3384202 h 8402012"/>
              <a:gd name="connsiteX2752" fmla="*/ 14786590 w 21052572"/>
              <a:gd name="connsiteY2752" fmla="*/ 3436181 h 8402012"/>
              <a:gd name="connsiteX2753" fmla="*/ 14697606 w 21052572"/>
              <a:gd name="connsiteY2753" fmla="*/ 3449453 h 8402012"/>
              <a:gd name="connsiteX2754" fmla="*/ 14697606 w 21052572"/>
              <a:gd name="connsiteY2754" fmla="*/ 3384202 h 8402012"/>
              <a:gd name="connsiteX2755" fmla="*/ 13416739 w 21052572"/>
              <a:gd name="connsiteY2755" fmla="*/ 3384202 h 8402012"/>
              <a:gd name="connsiteX2756" fmla="*/ 13396264 w 21052572"/>
              <a:gd name="connsiteY2756" fmla="*/ 3449453 h 8402012"/>
              <a:gd name="connsiteX2757" fmla="*/ 13416739 w 21052572"/>
              <a:gd name="connsiteY2757" fmla="*/ 3384202 h 8402012"/>
              <a:gd name="connsiteX2758" fmla="*/ 16185882 w 21052572"/>
              <a:gd name="connsiteY2758" fmla="*/ 3384201 h 8402012"/>
              <a:gd name="connsiteX2759" fmla="*/ 16265354 w 21052572"/>
              <a:gd name="connsiteY2759" fmla="*/ 3403001 h 8402012"/>
              <a:gd name="connsiteX2760" fmla="*/ 16185882 w 21052572"/>
              <a:gd name="connsiteY2760" fmla="*/ 3384201 h 8402012"/>
              <a:gd name="connsiteX2761" fmla="*/ 13185628 w 21052572"/>
              <a:gd name="connsiteY2761" fmla="*/ 3384200 h 8402012"/>
              <a:gd name="connsiteX2762" fmla="*/ 13287713 w 21052572"/>
              <a:gd name="connsiteY2762" fmla="*/ 3384200 h 8402012"/>
              <a:gd name="connsiteX2763" fmla="*/ 13337692 w 21052572"/>
              <a:gd name="connsiteY2763" fmla="*/ 3408973 h 8402012"/>
              <a:gd name="connsiteX2764" fmla="*/ 13223910 w 21052572"/>
              <a:gd name="connsiteY2764" fmla="*/ 3447749 h 8402012"/>
              <a:gd name="connsiteX2765" fmla="*/ 13185628 w 21052572"/>
              <a:gd name="connsiteY2765" fmla="*/ 3384200 h 8402012"/>
              <a:gd name="connsiteX2766" fmla="*/ 18925452 w 21052572"/>
              <a:gd name="connsiteY2766" fmla="*/ 3384199 h 8402012"/>
              <a:gd name="connsiteX2767" fmla="*/ 18943412 w 21052572"/>
              <a:gd name="connsiteY2767" fmla="*/ 3416266 h 8402012"/>
              <a:gd name="connsiteX2768" fmla="*/ 18925452 w 21052572"/>
              <a:gd name="connsiteY2768" fmla="*/ 3384199 h 8402012"/>
              <a:gd name="connsiteX2769" fmla="*/ 15723070 w 21052572"/>
              <a:gd name="connsiteY2769" fmla="*/ 3384199 h 8402012"/>
              <a:gd name="connsiteX2770" fmla="*/ 15748754 w 21052572"/>
              <a:gd name="connsiteY2770" fmla="*/ 3416266 h 8402012"/>
              <a:gd name="connsiteX2771" fmla="*/ 15716648 w 21052572"/>
              <a:gd name="connsiteY2771" fmla="*/ 3402996 h 8402012"/>
              <a:gd name="connsiteX2772" fmla="*/ 15723070 w 21052572"/>
              <a:gd name="connsiteY2772" fmla="*/ 3384199 h 8402012"/>
              <a:gd name="connsiteX2773" fmla="*/ 13540111 w 21052572"/>
              <a:gd name="connsiteY2773" fmla="*/ 3384199 h 8402012"/>
              <a:gd name="connsiteX2774" fmla="*/ 13522149 w 21052572"/>
              <a:gd name="connsiteY2774" fmla="*/ 3416266 h 8402012"/>
              <a:gd name="connsiteX2775" fmla="*/ 13540111 w 21052572"/>
              <a:gd name="connsiteY2775" fmla="*/ 3384199 h 8402012"/>
              <a:gd name="connsiteX2776" fmla="*/ 14638347 w 21052572"/>
              <a:gd name="connsiteY2776" fmla="*/ 3382625 h 8402012"/>
              <a:gd name="connsiteX2777" fmla="*/ 14677612 w 21052572"/>
              <a:gd name="connsiteY2777" fmla="*/ 3415667 h 8402012"/>
              <a:gd name="connsiteX2778" fmla="*/ 14621768 w 21052572"/>
              <a:gd name="connsiteY2778" fmla="*/ 3384122 h 8402012"/>
              <a:gd name="connsiteX2779" fmla="*/ 14638347 w 21052572"/>
              <a:gd name="connsiteY2779" fmla="*/ 3382625 h 8402012"/>
              <a:gd name="connsiteX2780" fmla="*/ 17205932 w 21052572"/>
              <a:gd name="connsiteY2780" fmla="*/ 3381122 h 8402012"/>
              <a:gd name="connsiteX2781" fmla="*/ 17224200 w 21052572"/>
              <a:gd name="connsiteY2781" fmla="*/ 3412286 h 8402012"/>
              <a:gd name="connsiteX2782" fmla="*/ 17205932 w 21052572"/>
              <a:gd name="connsiteY2782" fmla="*/ 3381122 h 8402012"/>
              <a:gd name="connsiteX2783" fmla="*/ 13616195 w 21052572"/>
              <a:gd name="connsiteY2783" fmla="*/ 3380910 h 8402012"/>
              <a:gd name="connsiteX2784" fmla="*/ 13668083 w 21052572"/>
              <a:gd name="connsiteY2784" fmla="*/ 3384200 h 8402012"/>
              <a:gd name="connsiteX2785" fmla="*/ 13829151 w 21052572"/>
              <a:gd name="connsiteY2785" fmla="*/ 3384200 h 8402012"/>
              <a:gd name="connsiteX2786" fmla="*/ 13751319 w 21052572"/>
              <a:gd name="connsiteY2786" fmla="*/ 3421061 h 8402012"/>
              <a:gd name="connsiteX2787" fmla="*/ 13583765 w 21052572"/>
              <a:gd name="connsiteY2787" fmla="*/ 3414742 h 8402012"/>
              <a:gd name="connsiteX2788" fmla="*/ 13616195 w 21052572"/>
              <a:gd name="connsiteY2788" fmla="*/ 3380910 h 8402012"/>
              <a:gd name="connsiteX2789" fmla="*/ 11707587 w 21052572"/>
              <a:gd name="connsiteY2789" fmla="*/ 3376606 h 8402012"/>
              <a:gd name="connsiteX2790" fmla="*/ 11810040 w 21052572"/>
              <a:gd name="connsiteY2790" fmla="*/ 3403092 h 8402012"/>
              <a:gd name="connsiteX2791" fmla="*/ 11803636 w 21052572"/>
              <a:gd name="connsiteY2791" fmla="*/ 3423788 h 8402012"/>
              <a:gd name="connsiteX2792" fmla="*/ 11799155 w 21052572"/>
              <a:gd name="connsiteY2792" fmla="*/ 3441749 h 8402012"/>
              <a:gd name="connsiteX2793" fmla="*/ 11800533 w 21052572"/>
              <a:gd name="connsiteY2793" fmla="*/ 3445300 h 8402012"/>
              <a:gd name="connsiteX2794" fmla="*/ 11793969 w 21052572"/>
              <a:gd name="connsiteY2794" fmla="*/ 3463746 h 8402012"/>
              <a:gd name="connsiteX2795" fmla="*/ 11791508 w 21052572"/>
              <a:gd name="connsiteY2795" fmla="*/ 3443763 h 8402012"/>
              <a:gd name="connsiteX2796" fmla="*/ 11791459 w 21052572"/>
              <a:gd name="connsiteY2796" fmla="*/ 3442265 h 8402012"/>
              <a:gd name="connsiteX2797" fmla="*/ 11781988 w 21052572"/>
              <a:gd name="connsiteY2797" fmla="*/ 3430482 h 8402012"/>
              <a:gd name="connsiteX2798" fmla="*/ 11656360 w 21052572"/>
              <a:gd name="connsiteY2798" fmla="*/ 3449452 h 8402012"/>
              <a:gd name="connsiteX2799" fmla="*/ 11662764 w 21052572"/>
              <a:gd name="connsiteY2799" fmla="*/ 3389847 h 8402012"/>
              <a:gd name="connsiteX2800" fmla="*/ 11707587 w 21052572"/>
              <a:gd name="connsiteY2800" fmla="*/ 3376606 h 8402012"/>
              <a:gd name="connsiteX2801" fmla="*/ 14076568 w 21052572"/>
              <a:gd name="connsiteY2801" fmla="*/ 3375332 h 8402012"/>
              <a:gd name="connsiteX2802" fmla="*/ 14132524 w 21052572"/>
              <a:gd name="connsiteY2802" fmla="*/ 3383606 h 8402012"/>
              <a:gd name="connsiteX2803" fmla="*/ 14038782 w 21052572"/>
              <a:gd name="connsiteY2803" fmla="*/ 3415104 h 8402012"/>
              <a:gd name="connsiteX2804" fmla="*/ 14076568 w 21052572"/>
              <a:gd name="connsiteY2804" fmla="*/ 3375332 h 8402012"/>
              <a:gd name="connsiteX2805" fmla="*/ 12091787 w 21052572"/>
              <a:gd name="connsiteY2805" fmla="*/ 3374676 h 8402012"/>
              <a:gd name="connsiteX2806" fmla="*/ 12034734 w 21052572"/>
              <a:gd name="connsiteY2806" fmla="*/ 3382825 h 8402012"/>
              <a:gd name="connsiteX2807" fmla="*/ 12130314 w 21052572"/>
              <a:gd name="connsiteY2807" fmla="*/ 3413862 h 8402012"/>
              <a:gd name="connsiteX2808" fmla="*/ 12091787 w 21052572"/>
              <a:gd name="connsiteY2808" fmla="*/ 3374676 h 8402012"/>
              <a:gd name="connsiteX2809" fmla="*/ 11808108 w 21052572"/>
              <a:gd name="connsiteY2809" fmla="*/ 3373457 h 8402012"/>
              <a:gd name="connsiteX2810" fmla="*/ 11814844 w 21052572"/>
              <a:gd name="connsiteY2810" fmla="*/ 3383891 h 8402012"/>
              <a:gd name="connsiteX2811" fmla="*/ 11796882 w 21052572"/>
              <a:gd name="connsiteY2811" fmla="*/ 3383891 h 8402012"/>
              <a:gd name="connsiteX2812" fmla="*/ 11808108 w 21052572"/>
              <a:gd name="connsiteY2812" fmla="*/ 3373457 h 8402012"/>
              <a:gd name="connsiteX2813" fmla="*/ 15708808 w 21052572"/>
              <a:gd name="connsiteY2813" fmla="*/ 3368091 h 8402012"/>
              <a:gd name="connsiteX2814" fmla="*/ 15720294 w 21052572"/>
              <a:gd name="connsiteY2814" fmla="*/ 3370213 h 8402012"/>
              <a:gd name="connsiteX2815" fmla="*/ 15707168 w 21052572"/>
              <a:gd name="connsiteY2815" fmla="*/ 3383199 h 8402012"/>
              <a:gd name="connsiteX2816" fmla="*/ 15708808 w 21052572"/>
              <a:gd name="connsiteY2816" fmla="*/ 3368091 h 8402012"/>
              <a:gd name="connsiteX2817" fmla="*/ 14583850 w 21052572"/>
              <a:gd name="connsiteY2817" fmla="*/ 3351018 h 8402012"/>
              <a:gd name="connsiteX2818" fmla="*/ 14601812 w 21052572"/>
              <a:gd name="connsiteY2818" fmla="*/ 3383130 h 8402012"/>
              <a:gd name="connsiteX2819" fmla="*/ 14583850 w 21052572"/>
              <a:gd name="connsiteY2819" fmla="*/ 3351018 h 8402012"/>
              <a:gd name="connsiteX2820" fmla="*/ 14242588 w 21052572"/>
              <a:gd name="connsiteY2820" fmla="*/ 3351018 h 8402012"/>
              <a:gd name="connsiteX2821" fmla="*/ 14260550 w 21052572"/>
              <a:gd name="connsiteY2821" fmla="*/ 3383130 h 8402012"/>
              <a:gd name="connsiteX2822" fmla="*/ 14242588 w 21052572"/>
              <a:gd name="connsiteY2822" fmla="*/ 3351018 h 8402012"/>
              <a:gd name="connsiteX2823" fmla="*/ 12394092 w 21052572"/>
              <a:gd name="connsiteY2823" fmla="*/ 3351018 h 8402012"/>
              <a:gd name="connsiteX2824" fmla="*/ 12430984 w 21052572"/>
              <a:gd name="connsiteY2824" fmla="*/ 3351018 h 8402012"/>
              <a:gd name="connsiteX2825" fmla="*/ 12430984 w 21052572"/>
              <a:gd name="connsiteY2825" fmla="*/ 3383130 h 8402012"/>
              <a:gd name="connsiteX2826" fmla="*/ 12394092 w 21052572"/>
              <a:gd name="connsiteY2826" fmla="*/ 3383130 h 8402012"/>
              <a:gd name="connsiteX2827" fmla="*/ 12394092 w 21052572"/>
              <a:gd name="connsiteY2827" fmla="*/ 3351018 h 8402012"/>
              <a:gd name="connsiteX2828" fmla="*/ 18905496 w 21052572"/>
              <a:gd name="connsiteY2828" fmla="*/ 3351017 h 8402012"/>
              <a:gd name="connsiteX2829" fmla="*/ 18887532 w 21052572"/>
              <a:gd name="connsiteY2829" fmla="*/ 3383128 h 8402012"/>
              <a:gd name="connsiteX2830" fmla="*/ 18905496 w 21052572"/>
              <a:gd name="connsiteY2830" fmla="*/ 3351017 h 8402012"/>
              <a:gd name="connsiteX2831" fmla="*/ 16323334 w 21052572"/>
              <a:gd name="connsiteY2831" fmla="*/ 3351017 h 8402012"/>
              <a:gd name="connsiteX2832" fmla="*/ 16341298 w 21052572"/>
              <a:gd name="connsiteY2832" fmla="*/ 3383128 h 8402012"/>
              <a:gd name="connsiteX2833" fmla="*/ 16323334 w 21052572"/>
              <a:gd name="connsiteY2833" fmla="*/ 3351017 h 8402012"/>
              <a:gd name="connsiteX2834" fmla="*/ 14503274 w 21052572"/>
              <a:gd name="connsiteY2834" fmla="*/ 3351016 h 8402012"/>
              <a:gd name="connsiteX2835" fmla="*/ 14521236 w 21052572"/>
              <a:gd name="connsiteY2835" fmla="*/ 3351016 h 8402012"/>
              <a:gd name="connsiteX2836" fmla="*/ 14521236 w 21052572"/>
              <a:gd name="connsiteY2836" fmla="*/ 3416268 h 8402012"/>
              <a:gd name="connsiteX2837" fmla="*/ 14503274 w 21052572"/>
              <a:gd name="connsiteY2837" fmla="*/ 3416268 h 8402012"/>
              <a:gd name="connsiteX2838" fmla="*/ 14503274 w 21052572"/>
              <a:gd name="connsiteY2838" fmla="*/ 3351016 h 8402012"/>
              <a:gd name="connsiteX2839" fmla="*/ 14394263 w 21052572"/>
              <a:gd name="connsiteY2839" fmla="*/ 3351015 h 8402012"/>
              <a:gd name="connsiteX2840" fmla="*/ 14426372 w 21052572"/>
              <a:gd name="connsiteY2840" fmla="*/ 3351015 h 8402012"/>
              <a:gd name="connsiteX2841" fmla="*/ 14394263 w 21052572"/>
              <a:gd name="connsiteY2841" fmla="*/ 3351015 h 8402012"/>
              <a:gd name="connsiteX2842" fmla="*/ 12480769 w 21052572"/>
              <a:gd name="connsiteY2842" fmla="*/ 3342679 h 8402012"/>
              <a:gd name="connsiteX2843" fmla="*/ 12530439 w 21052572"/>
              <a:gd name="connsiteY2843" fmla="*/ 3348307 h 8402012"/>
              <a:gd name="connsiteX2844" fmla="*/ 12450967 w 21052572"/>
              <a:gd name="connsiteY2844" fmla="*/ 3380474 h 8402012"/>
              <a:gd name="connsiteX2845" fmla="*/ 12480769 w 21052572"/>
              <a:gd name="connsiteY2845" fmla="*/ 3342679 h 8402012"/>
              <a:gd name="connsiteX2846" fmla="*/ 16095256 w 21052572"/>
              <a:gd name="connsiteY2846" fmla="*/ 3342278 h 8402012"/>
              <a:gd name="connsiteX2847" fmla="*/ 16146904 w 21052572"/>
              <a:gd name="connsiteY2847" fmla="*/ 3350424 h 8402012"/>
              <a:gd name="connsiteX2848" fmla="*/ 16057910 w 21052572"/>
              <a:gd name="connsiteY2848" fmla="*/ 3383014 h 8402012"/>
              <a:gd name="connsiteX2849" fmla="*/ 16095256 w 21052572"/>
              <a:gd name="connsiteY2849" fmla="*/ 3342278 h 8402012"/>
              <a:gd name="connsiteX2850" fmla="*/ 17132036 w 21052572"/>
              <a:gd name="connsiteY2850" fmla="*/ 3340947 h 8402012"/>
              <a:gd name="connsiteX2851" fmla="*/ 17137072 w 21052572"/>
              <a:gd name="connsiteY2851" fmla="*/ 3353244 h 8402012"/>
              <a:gd name="connsiteX2852" fmla="*/ 17132672 w 21052572"/>
              <a:gd name="connsiteY2852" fmla="*/ 3363445 h 8402012"/>
              <a:gd name="connsiteX2853" fmla="*/ 17147892 w 21052572"/>
              <a:gd name="connsiteY2853" fmla="*/ 3373613 h 8402012"/>
              <a:gd name="connsiteX2854" fmla="*/ 17186584 w 21052572"/>
              <a:gd name="connsiteY2854" fmla="*/ 3381122 h 8402012"/>
              <a:gd name="connsiteX2855" fmla="*/ 17147892 w 21052572"/>
              <a:gd name="connsiteY2855" fmla="*/ 3348874 h 8402012"/>
              <a:gd name="connsiteX2856" fmla="*/ 15902792 w 21052572"/>
              <a:gd name="connsiteY2856" fmla="*/ 3325880 h 8402012"/>
              <a:gd name="connsiteX2857" fmla="*/ 15864012 w 21052572"/>
              <a:gd name="connsiteY2857" fmla="*/ 3383949 h 8402012"/>
              <a:gd name="connsiteX2858" fmla="*/ 15941572 w 21052572"/>
              <a:gd name="connsiteY2858" fmla="*/ 3383949 h 8402012"/>
              <a:gd name="connsiteX2859" fmla="*/ 15902792 w 21052572"/>
              <a:gd name="connsiteY2859" fmla="*/ 3325880 h 8402012"/>
              <a:gd name="connsiteX2860" fmla="*/ 14190455 w 21052572"/>
              <a:gd name="connsiteY2860" fmla="*/ 3323987 h 8402012"/>
              <a:gd name="connsiteX2861" fmla="*/ 14222561 w 21052572"/>
              <a:gd name="connsiteY2861" fmla="*/ 3348580 h 8402012"/>
              <a:gd name="connsiteX2862" fmla="*/ 14190455 w 21052572"/>
              <a:gd name="connsiteY2862" fmla="*/ 3323987 h 8402012"/>
              <a:gd name="connsiteX2863" fmla="*/ 17076960 w 21052572"/>
              <a:gd name="connsiteY2863" fmla="*/ 3323082 h 8402012"/>
              <a:gd name="connsiteX2864" fmla="*/ 17115652 w 21052572"/>
              <a:gd name="connsiteY2864" fmla="*/ 3348874 h 8402012"/>
              <a:gd name="connsiteX2865" fmla="*/ 17127324 w 21052572"/>
              <a:gd name="connsiteY2865" fmla="*/ 3359402 h 8402012"/>
              <a:gd name="connsiteX2866" fmla="*/ 17124348 w 21052572"/>
              <a:gd name="connsiteY2866" fmla="*/ 3350065 h 8402012"/>
              <a:gd name="connsiteX2867" fmla="*/ 17127344 w 21052572"/>
              <a:gd name="connsiteY2867" fmla="*/ 3343431 h 8402012"/>
              <a:gd name="connsiteX2868" fmla="*/ 17129120 w 21052572"/>
              <a:gd name="connsiteY2868" fmla="*/ 3339489 h 8402012"/>
              <a:gd name="connsiteX2869" fmla="*/ 17128548 w 21052572"/>
              <a:gd name="connsiteY2869" fmla="*/ 3339202 h 8402012"/>
              <a:gd name="connsiteX2870" fmla="*/ 17109200 w 21052572"/>
              <a:gd name="connsiteY2870" fmla="*/ 3329530 h 8402012"/>
              <a:gd name="connsiteX2871" fmla="*/ 17076960 w 21052572"/>
              <a:gd name="connsiteY2871" fmla="*/ 3323082 h 8402012"/>
              <a:gd name="connsiteX2872" fmla="*/ 16767872 w 21052572"/>
              <a:gd name="connsiteY2872" fmla="*/ 3322576 h 8402012"/>
              <a:gd name="connsiteX2873" fmla="*/ 16749910 w 21052572"/>
              <a:gd name="connsiteY2873" fmla="*/ 3349875 h 8402012"/>
              <a:gd name="connsiteX2874" fmla="*/ 16767872 w 21052572"/>
              <a:gd name="connsiteY2874" fmla="*/ 3322576 h 8402012"/>
              <a:gd name="connsiteX2875" fmla="*/ 16037952 w 21052572"/>
              <a:gd name="connsiteY2875" fmla="*/ 3322576 h 8402012"/>
              <a:gd name="connsiteX2876" fmla="*/ 16019990 w 21052572"/>
              <a:gd name="connsiteY2876" fmla="*/ 3349875 h 8402012"/>
              <a:gd name="connsiteX2877" fmla="*/ 16037952 w 21052572"/>
              <a:gd name="connsiteY2877" fmla="*/ 3322576 h 8402012"/>
              <a:gd name="connsiteX2878" fmla="*/ 885577 w 21052572"/>
              <a:gd name="connsiteY2878" fmla="*/ 3305285 h 8402012"/>
              <a:gd name="connsiteX2879" fmla="*/ 885577 w 21052572"/>
              <a:gd name="connsiteY2879" fmla="*/ 3337527 h 8402012"/>
              <a:gd name="connsiteX2880" fmla="*/ 955422 w 21052572"/>
              <a:gd name="connsiteY2880" fmla="*/ 3350421 h 8402012"/>
              <a:gd name="connsiteX2881" fmla="*/ 885577 w 21052572"/>
              <a:gd name="connsiteY2881" fmla="*/ 3305285 h 8402012"/>
              <a:gd name="connsiteX2882" fmla="*/ 16211220 w 21052572"/>
              <a:gd name="connsiteY2882" fmla="*/ 3303146 h 8402012"/>
              <a:gd name="connsiteX2883" fmla="*/ 16222706 w 21052572"/>
              <a:gd name="connsiteY2883" fmla="*/ 3305706 h 8402012"/>
              <a:gd name="connsiteX2884" fmla="*/ 16209580 w 21052572"/>
              <a:gd name="connsiteY2884" fmla="*/ 3326180 h 8402012"/>
              <a:gd name="connsiteX2885" fmla="*/ 16211220 w 21052572"/>
              <a:gd name="connsiteY2885" fmla="*/ 3303146 h 8402012"/>
              <a:gd name="connsiteX2886" fmla="*/ 18424056 w 21052572"/>
              <a:gd name="connsiteY2886" fmla="*/ 3303145 h 8402012"/>
              <a:gd name="connsiteX2887" fmla="*/ 18431164 w 21052572"/>
              <a:gd name="connsiteY2887" fmla="*/ 3305706 h 8402012"/>
              <a:gd name="connsiteX2888" fmla="*/ 18423040 w 21052572"/>
              <a:gd name="connsiteY2888" fmla="*/ 3326179 h 8402012"/>
              <a:gd name="connsiteX2889" fmla="*/ 18424056 w 21052572"/>
              <a:gd name="connsiteY2889" fmla="*/ 3303145 h 8402012"/>
              <a:gd name="connsiteX2890" fmla="*/ 16129004 w 21052572"/>
              <a:gd name="connsiteY2890" fmla="*/ 3294139 h 8402012"/>
              <a:gd name="connsiteX2891" fmla="*/ 16146966 w 21052572"/>
              <a:gd name="connsiteY2891" fmla="*/ 3326247 h 8402012"/>
              <a:gd name="connsiteX2892" fmla="*/ 16129004 w 21052572"/>
              <a:gd name="connsiteY2892" fmla="*/ 3294139 h 8402012"/>
              <a:gd name="connsiteX2893" fmla="*/ 13185628 w 21052572"/>
              <a:gd name="connsiteY2893" fmla="*/ 3294139 h 8402012"/>
              <a:gd name="connsiteX2894" fmla="*/ 13203590 w 21052572"/>
              <a:gd name="connsiteY2894" fmla="*/ 3326248 h 8402012"/>
              <a:gd name="connsiteX2895" fmla="*/ 13185628 w 21052572"/>
              <a:gd name="connsiteY2895" fmla="*/ 3294139 h 8402012"/>
              <a:gd name="connsiteX2896" fmla="*/ 14132588 w 21052572"/>
              <a:gd name="connsiteY2896" fmla="*/ 3294136 h 8402012"/>
              <a:gd name="connsiteX2897" fmla="*/ 14114813 w 21052572"/>
              <a:gd name="connsiteY2897" fmla="*/ 3349980 h 8402012"/>
              <a:gd name="connsiteX2898" fmla="*/ 14132588 w 21052572"/>
              <a:gd name="connsiteY2898" fmla="*/ 3294136 h 8402012"/>
              <a:gd name="connsiteX2899" fmla="*/ 13298330 w 21052572"/>
              <a:gd name="connsiteY2899" fmla="*/ 3290807 h 8402012"/>
              <a:gd name="connsiteX2900" fmla="*/ 13261466 w 21052572"/>
              <a:gd name="connsiteY2900" fmla="*/ 3321551 h 8402012"/>
              <a:gd name="connsiteX2901" fmla="*/ 13298330 w 21052572"/>
              <a:gd name="connsiteY2901" fmla="*/ 3290807 h 8402012"/>
              <a:gd name="connsiteX2902" fmla="*/ 15466530 w 21052572"/>
              <a:gd name="connsiteY2902" fmla="*/ 3262042 h 8402012"/>
              <a:gd name="connsiteX2903" fmla="*/ 15485820 w 21052572"/>
              <a:gd name="connsiteY2903" fmla="*/ 3294499 h 8402012"/>
              <a:gd name="connsiteX2904" fmla="*/ 15466530 w 21052572"/>
              <a:gd name="connsiteY2904" fmla="*/ 3262042 h 8402012"/>
              <a:gd name="connsiteX2905" fmla="*/ 13602725 w 21052572"/>
              <a:gd name="connsiteY2905" fmla="*/ 3260959 h 8402012"/>
              <a:gd name="connsiteX2906" fmla="*/ 13620687 w 21052572"/>
              <a:gd name="connsiteY2906" fmla="*/ 3293065 h 8402012"/>
              <a:gd name="connsiteX2907" fmla="*/ 13602725 w 21052572"/>
              <a:gd name="connsiteY2907" fmla="*/ 3260959 h 8402012"/>
              <a:gd name="connsiteX2908" fmla="*/ 13454796 w 21052572"/>
              <a:gd name="connsiteY2908" fmla="*/ 3260959 h 8402012"/>
              <a:gd name="connsiteX2909" fmla="*/ 13436834 w 21052572"/>
              <a:gd name="connsiteY2909" fmla="*/ 3293065 h 8402012"/>
              <a:gd name="connsiteX2910" fmla="*/ 13454796 w 21052572"/>
              <a:gd name="connsiteY2910" fmla="*/ 3260959 h 8402012"/>
              <a:gd name="connsiteX2911" fmla="*/ 16767872 w 21052572"/>
              <a:gd name="connsiteY2911" fmla="*/ 3260958 h 8402012"/>
              <a:gd name="connsiteX2912" fmla="*/ 16749910 w 21052572"/>
              <a:gd name="connsiteY2912" fmla="*/ 3293064 h 8402012"/>
              <a:gd name="connsiteX2913" fmla="*/ 16767872 w 21052572"/>
              <a:gd name="connsiteY2913" fmla="*/ 3260958 h 8402012"/>
              <a:gd name="connsiteX2914" fmla="*/ 13659603 w 21052572"/>
              <a:gd name="connsiteY2914" fmla="*/ 3260958 h 8402012"/>
              <a:gd name="connsiteX2915" fmla="*/ 13677565 w 21052572"/>
              <a:gd name="connsiteY2915" fmla="*/ 3293065 h 8402012"/>
              <a:gd name="connsiteX2916" fmla="*/ 13659603 w 21052572"/>
              <a:gd name="connsiteY2916" fmla="*/ 3260958 h 8402012"/>
              <a:gd name="connsiteX2917" fmla="*/ 15800996 w 21052572"/>
              <a:gd name="connsiteY2917" fmla="*/ 3257333 h 8402012"/>
              <a:gd name="connsiteX2918" fmla="*/ 15838158 w 21052572"/>
              <a:gd name="connsiteY2918" fmla="*/ 3267815 h 8402012"/>
              <a:gd name="connsiteX2919" fmla="*/ 15959884 w 21052572"/>
              <a:gd name="connsiteY2919" fmla="*/ 3293621 h 8402012"/>
              <a:gd name="connsiteX2920" fmla="*/ 16011590 w 21052572"/>
              <a:gd name="connsiteY2920" fmla="*/ 3428033 h 8402012"/>
              <a:gd name="connsiteX2921" fmla="*/ 16191486 w 21052572"/>
              <a:gd name="connsiteY2921" fmla="*/ 3473196 h 8402012"/>
              <a:gd name="connsiteX2922" fmla="*/ 16359532 w 21052572"/>
              <a:gd name="connsiteY2922" fmla="*/ 3518357 h 8402012"/>
              <a:gd name="connsiteX2923" fmla="*/ 16416624 w 21052572"/>
              <a:gd name="connsiteY2923" fmla="*/ 3531260 h 8402012"/>
              <a:gd name="connsiteX2924" fmla="*/ 16429550 w 21052572"/>
              <a:gd name="connsiteY2924" fmla="*/ 3601152 h 8402012"/>
              <a:gd name="connsiteX2925" fmla="*/ 15779990 w 21052572"/>
              <a:gd name="connsiteY2925" fmla="*/ 3434486 h 8402012"/>
              <a:gd name="connsiteX2926" fmla="*/ 15805842 w 21052572"/>
              <a:gd name="connsiteY2926" fmla="*/ 3293621 h 8402012"/>
              <a:gd name="connsiteX2927" fmla="*/ 15773526 w 21052572"/>
              <a:gd name="connsiteY2927" fmla="*/ 3280718 h 8402012"/>
              <a:gd name="connsiteX2928" fmla="*/ 15800996 w 21052572"/>
              <a:gd name="connsiteY2928" fmla="*/ 3257333 h 8402012"/>
              <a:gd name="connsiteX2929" fmla="*/ 18247672 w 21052572"/>
              <a:gd name="connsiteY2929" fmla="*/ 3246739 h 8402012"/>
              <a:gd name="connsiteX2930" fmla="*/ 18326424 w 21052572"/>
              <a:gd name="connsiteY2930" fmla="*/ 3253360 h 8402012"/>
              <a:gd name="connsiteX2931" fmla="*/ 18339548 w 21052572"/>
              <a:gd name="connsiteY2931" fmla="*/ 3326211 h 8402012"/>
              <a:gd name="connsiteX2932" fmla="*/ 18247672 w 21052572"/>
              <a:gd name="connsiteY2932" fmla="*/ 3246739 h 8402012"/>
              <a:gd name="connsiteX2933" fmla="*/ 12501896 w 21052572"/>
              <a:gd name="connsiteY2933" fmla="*/ 3235127 h 8402012"/>
              <a:gd name="connsiteX2934" fmla="*/ 12527670 w 21052572"/>
              <a:gd name="connsiteY2934" fmla="*/ 3260813 h 8402012"/>
              <a:gd name="connsiteX2935" fmla="*/ 12501896 w 21052572"/>
              <a:gd name="connsiteY2935" fmla="*/ 3235127 h 8402012"/>
              <a:gd name="connsiteX2936" fmla="*/ 20109360 w 21052572"/>
              <a:gd name="connsiteY2936" fmla="*/ 3233928 h 8402012"/>
              <a:gd name="connsiteX2937" fmla="*/ 20072468 w 21052572"/>
              <a:gd name="connsiteY2937" fmla="*/ 3258524 h 8402012"/>
              <a:gd name="connsiteX2938" fmla="*/ 20109360 w 21052572"/>
              <a:gd name="connsiteY2938" fmla="*/ 3233928 h 8402012"/>
              <a:gd name="connsiteX2939" fmla="*/ 12586468 w 21052572"/>
              <a:gd name="connsiteY2939" fmla="*/ 3233522 h 8402012"/>
              <a:gd name="connsiteX2940" fmla="*/ 12559888 w 21052572"/>
              <a:gd name="connsiteY2940" fmla="*/ 3235127 h 8402012"/>
              <a:gd name="connsiteX2941" fmla="*/ 12598550 w 21052572"/>
              <a:gd name="connsiteY2941" fmla="*/ 3260813 h 8402012"/>
              <a:gd name="connsiteX2942" fmla="*/ 12586468 w 21052572"/>
              <a:gd name="connsiteY2942" fmla="*/ 3233522 h 8402012"/>
              <a:gd name="connsiteX2943" fmla="*/ 18090192 w 21052572"/>
              <a:gd name="connsiteY2943" fmla="*/ 3213562 h 8402012"/>
              <a:gd name="connsiteX2944" fmla="*/ 18039120 w 21052572"/>
              <a:gd name="connsiteY2944" fmla="*/ 3259856 h 8402012"/>
              <a:gd name="connsiteX2945" fmla="*/ 18090192 w 21052572"/>
              <a:gd name="connsiteY2945" fmla="*/ 3213562 h 8402012"/>
              <a:gd name="connsiteX2946" fmla="*/ 15644776 w 21052572"/>
              <a:gd name="connsiteY2946" fmla="*/ 3205553 h 8402012"/>
              <a:gd name="connsiteX2947" fmla="*/ 15658736 w 21052572"/>
              <a:gd name="connsiteY2947" fmla="*/ 3213048 h 8402012"/>
              <a:gd name="connsiteX2948" fmla="*/ 15602894 w 21052572"/>
              <a:gd name="connsiteY2948" fmla="*/ 3231492 h 8402012"/>
              <a:gd name="connsiteX2949" fmla="*/ 15644776 w 21052572"/>
              <a:gd name="connsiteY2949" fmla="*/ 3205553 h 8402012"/>
              <a:gd name="connsiteX2950" fmla="*/ 12830147 w 21052572"/>
              <a:gd name="connsiteY2950" fmla="*/ 3204081 h 8402012"/>
              <a:gd name="connsiteX2951" fmla="*/ 12843275 w 21052572"/>
              <a:gd name="connsiteY2951" fmla="*/ 3236186 h 8402012"/>
              <a:gd name="connsiteX2952" fmla="*/ 12830147 w 21052572"/>
              <a:gd name="connsiteY2952" fmla="*/ 3204081 h 8402012"/>
              <a:gd name="connsiteX2953" fmla="*/ 15963116 w 21052572"/>
              <a:gd name="connsiteY2953" fmla="*/ 3204080 h 8402012"/>
              <a:gd name="connsiteX2954" fmla="*/ 16000008 w 21052572"/>
              <a:gd name="connsiteY2954" fmla="*/ 3204080 h 8402012"/>
              <a:gd name="connsiteX2955" fmla="*/ 16000008 w 21052572"/>
              <a:gd name="connsiteY2955" fmla="*/ 3236186 h 8402012"/>
              <a:gd name="connsiteX2956" fmla="*/ 15963116 w 21052572"/>
              <a:gd name="connsiteY2956" fmla="*/ 3236186 h 8402012"/>
              <a:gd name="connsiteX2957" fmla="*/ 15963116 w 21052572"/>
              <a:gd name="connsiteY2957" fmla="*/ 3204080 h 8402012"/>
              <a:gd name="connsiteX2958" fmla="*/ 12996038 w 21052572"/>
              <a:gd name="connsiteY2958" fmla="*/ 3204080 h 8402012"/>
              <a:gd name="connsiteX2959" fmla="*/ 13014000 w 21052572"/>
              <a:gd name="connsiteY2959" fmla="*/ 3236186 h 8402012"/>
              <a:gd name="connsiteX2960" fmla="*/ 12996038 w 21052572"/>
              <a:gd name="connsiteY2960" fmla="*/ 3204080 h 8402012"/>
              <a:gd name="connsiteX2961" fmla="*/ 12957122 w 21052572"/>
              <a:gd name="connsiteY2961" fmla="*/ 3204080 h 8402012"/>
              <a:gd name="connsiteX2962" fmla="*/ 12939160 w 21052572"/>
              <a:gd name="connsiteY2962" fmla="*/ 3236186 h 8402012"/>
              <a:gd name="connsiteX2963" fmla="*/ 12957122 w 21052572"/>
              <a:gd name="connsiteY2963" fmla="*/ 3204080 h 8402012"/>
              <a:gd name="connsiteX2964" fmla="*/ 16056886 w 21052572"/>
              <a:gd name="connsiteY2964" fmla="*/ 3201217 h 8402012"/>
              <a:gd name="connsiteX2965" fmla="*/ 16019994 w 21052572"/>
              <a:gd name="connsiteY2965" fmla="*/ 3234284 h 8402012"/>
              <a:gd name="connsiteX2966" fmla="*/ 16056886 w 21052572"/>
              <a:gd name="connsiteY2966" fmla="*/ 3201217 h 8402012"/>
              <a:gd name="connsiteX2967" fmla="*/ 17167240 w 21052572"/>
              <a:gd name="connsiteY2967" fmla="*/ 3200567 h 8402012"/>
              <a:gd name="connsiteX2968" fmla="*/ 17167240 w 21052572"/>
              <a:gd name="connsiteY2968" fmla="*/ 3258601 h 8402012"/>
              <a:gd name="connsiteX2969" fmla="*/ 17191960 w 21052572"/>
              <a:gd name="connsiteY2969" fmla="*/ 3258601 h 8402012"/>
              <a:gd name="connsiteX2970" fmla="*/ 17243548 w 21052572"/>
              <a:gd name="connsiteY2970" fmla="*/ 3258601 h 8402012"/>
              <a:gd name="connsiteX2971" fmla="*/ 17411212 w 21052572"/>
              <a:gd name="connsiteY2971" fmla="*/ 3303739 h 8402012"/>
              <a:gd name="connsiteX2972" fmla="*/ 17308032 w 21052572"/>
              <a:gd name="connsiteY2972" fmla="*/ 3245706 h 8402012"/>
              <a:gd name="connsiteX2973" fmla="*/ 17167240 w 21052572"/>
              <a:gd name="connsiteY2973" fmla="*/ 3200567 h 8402012"/>
              <a:gd name="connsiteX2974" fmla="*/ 12898229 w 21052572"/>
              <a:gd name="connsiteY2974" fmla="*/ 3196698 h 8402012"/>
              <a:gd name="connsiteX2975" fmla="*/ 12919170 w 21052572"/>
              <a:gd name="connsiteY2975" fmla="*/ 3232598 h 8402012"/>
              <a:gd name="connsiteX2976" fmla="*/ 12863326 w 21052572"/>
              <a:gd name="connsiteY2976" fmla="*/ 3199963 h 8402012"/>
              <a:gd name="connsiteX2977" fmla="*/ 12898229 w 21052572"/>
              <a:gd name="connsiteY2977" fmla="*/ 3196698 h 8402012"/>
              <a:gd name="connsiteX2978" fmla="*/ 18188292 w 21052572"/>
              <a:gd name="connsiteY2978" fmla="*/ 3196697 h 8402012"/>
              <a:gd name="connsiteX2979" fmla="*/ 18222916 w 21052572"/>
              <a:gd name="connsiteY2979" fmla="*/ 3199962 h 8402012"/>
              <a:gd name="connsiteX2980" fmla="*/ 18167092 w 21052572"/>
              <a:gd name="connsiteY2980" fmla="*/ 3232596 h 8402012"/>
              <a:gd name="connsiteX2981" fmla="*/ 18188292 w 21052572"/>
              <a:gd name="connsiteY2981" fmla="*/ 3196697 h 8402012"/>
              <a:gd name="connsiteX2982" fmla="*/ 11401461 w 21052572"/>
              <a:gd name="connsiteY2982" fmla="*/ 3194061 h 8402012"/>
              <a:gd name="connsiteX2983" fmla="*/ 11353099 w 21052572"/>
              <a:gd name="connsiteY2983" fmla="*/ 3202121 h 8402012"/>
              <a:gd name="connsiteX2984" fmla="*/ 11430479 w 21052572"/>
              <a:gd name="connsiteY2984" fmla="*/ 3234361 h 8402012"/>
              <a:gd name="connsiteX2985" fmla="*/ 11401461 w 21052572"/>
              <a:gd name="connsiteY2985" fmla="*/ 3194061 h 8402012"/>
              <a:gd name="connsiteX2986" fmla="*/ 15654530 w 21052572"/>
              <a:gd name="connsiteY2986" fmla="*/ 3192852 h 8402012"/>
              <a:gd name="connsiteX2987" fmla="*/ 15663512 w 21052572"/>
              <a:gd name="connsiteY2987" fmla="*/ 3201833 h 8402012"/>
              <a:gd name="connsiteX2988" fmla="*/ 15645550 w 21052572"/>
              <a:gd name="connsiteY2988" fmla="*/ 3201833 h 8402012"/>
              <a:gd name="connsiteX2989" fmla="*/ 15654530 w 21052572"/>
              <a:gd name="connsiteY2989" fmla="*/ 3192852 h 8402012"/>
              <a:gd name="connsiteX2990" fmla="*/ 12674799 w 21052572"/>
              <a:gd name="connsiteY2990" fmla="*/ 3170912 h 8402012"/>
              <a:gd name="connsiteX2991" fmla="*/ 12674799 w 21052572"/>
              <a:gd name="connsiteY2991" fmla="*/ 3235127 h 8402012"/>
              <a:gd name="connsiteX2992" fmla="*/ 12700574 w 21052572"/>
              <a:gd name="connsiteY2992" fmla="*/ 3235127 h 8402012"/>
              <a:gd name="connsiteX2993" fmla="*/ 12765010 w 21052572"/>
              <a:gd name="connsiteY2993" fmla="*/ 3235127 h 8402012"/>
              <a:gd name="connsiteX2994" fmla="*/ 12803672 w 21052572"/>
              <a:gd name="connsiteY2994" fmla="*/ 3254393 h 8402012"/>
              <a:gd name="connsiteX2995" fmla="*/ 12719904 w 21052572"/>
              <a:gd name="connsiteY2995" fmla="*/ 3280078 h 8402012"/>
              <a:gd name="connsiteX2996" fmla="*/ 12604994 w 21052572"/>
              <a:gd name="connsiteY2996" fmla="*/ 3286500 h 8402012"/>
              <a:gd name="connsiteX2997" fmla="*/ 12335436 w 21052572"/>
              <a:gd name="connsiteY2997" fmla="*/ 3325029 h 8402012"/>
              <a:gd name="connsiteX2998" fmla="*/ 12239856 w 21052572"/>
              <a:gd name="connsiteY2998" fmla="*/ 3337872 h 8402012"/>
              <a:gd name="connsiteX2999" fmla="*/ 12175419 w 21052572"/>
              <a:gd name="connsiteY2999" fmla="*/ 3350714 h 8402012"/>
              <a:gd name="connsiteX3000" fmla="*/ 12188307 w 21052572"/>
              <a:gd name="connsiteY3000" fmla="*/ 3388176 h 8402012"/>
              <a:gd name="connsiteX3001" fmla="*/ 12239856 w 21052572"/>
              <a:gd name="connsiteY3001" fmla="*/ 3375345 h 8402012"/>
              <a:gd name="connsiteX3002" fmla="*/ 12309661 w 21052572"/>
              <a:gd name="connsiteY3002" fmla="*/ 3382825 h 8402012"/>
              <a:gd name="connsiteX3003" fmla="*/ 12283887 w 21052572"/>
              <a:gd name="connsiteY3003" fmla="*/ 3426704 h 8402012"/>
              <a:gd name="connsiteX3004" fmla="*/ 12028290 w 21052572"/>
              <a:gd name="connsiteY3004" fmla="*/ 3471657 h 8402012"/>
              <a:gd name="connsiteX3005" fmla="*/ 11489175 w 21052572"/>
              <a:gd name="connsiteY3005" fmla="*/ 3567978 h 8402012"/>
              <a:gd name="connsiteX3006" fmla="*/ 11540724 w 21052572"/>
              <a:gd name="connsiteY3006" fmla="*/ 3529449 h 8402012"/>
              <a:gd name="connsiteX3007" fmla="*/ 11469844 w 21052572"/>
              <a:gd name="connsiteY3007" fmla="*/ 3478076 h 8402012"/>
              <a:gd name="connsiteX3008" fmla="*/ 11489175 w 21052572"/>
              <a:gd name="connsiteY3008" fmla="*/ 3413862 h 8402012"/>
              <a:gd name="connsiteX3009" fmla="*/ 11527836 w 21052572"/>
              <a:gd name="connsiteY3009" fmla="*/ 3407441 h 8402012"/>
              <a:gd name="connsiteX3010" fmla="*/ 11618047 w 21052572"/>
              <a:gd name="connsiteY3010" fmla="*/ 3401019 h 8402012"/>
              <a:gd name="connsiteX3011" fmla="*/ 11585829 w 21052572"/>
              <a:gd name="connsiteY3011" fmla="*/ 3490920 h 8402012"/>
              <a:gd name="connsiteX3012" fmla="*/ 11745845 w 21052572"/>
              <a:gd name="connsiteY3012" fmla="*/ 3452390 h 8402012"/>
              <a:gd name="connsiteX3013" fmla="*/ 11790951 w 21052572"/>
              <a:gd name="connsiteY3013" fmla="*/ 3465234 h 8402012"/>
              <a:gd name="connsiteX3014" fmla="*/ 11854313 w 21052572"/>
              <a:gd name="connsiteY3014" fmla="*/ 3445969 h 8402012"/>
              <a:gd name="connsiteX3015" fmla="*/ 11810281 w 21052572"/>
              <a:gd name="connsiteY3015" fmla="*/ 3368897 h 8402012"/>
              <a:gd name="connsiteX3016" fmla="*/ 12008959 w 21052572"/>
              <a:gd name="connsiteY3016" fmla="*/ 3305765 h 8402012"/>
              <a:gd name="connsiteX3017" fmla="*/ 12233412 w 21052572"/>
              <a:gd name="connsiteY3017" fmla="*/ 3260813 h 8402012"/>
              <a:gd name="connsiteX3018" fmla="*/ 12674799 w 21052572"/>
              <a:gd name="connsiteY3018" fmla="*/ 3170912 h 8402012"/>
              <a:gd name="connsiteX3019" fmla="*/ 14980989 w 21052572"/>
              <a:gd name="connsiteY3019" fmla="*/ 3170904 h 8402012"/>
              <a:gd name="connsiteX3020" fmla="*/ 14963027 w 21052572"/>
              <a:gd name="connsiteY3020" fmla="*/ 3203012 h 8402012"/>
              <a:gd name="connsiteX3021" fmla="*/ 14980989 w 21052572"/>
              <a:gd name="connsiteY3021" fmla="*/ 3170904 h 8402012"/>
              <a:gd name="connsiteX3022" fmla="*/ 12810191 w 21052572"/>
              <a:gd name="connsiteY3022" fmla="*/ 3170904 h 8402012"/>
              <a:gd name="connsiteX3023" fmla="*/ 12792229 w 21052572"/>
              <a:gd name="connsiteY3023" fmla="*/ 3203013 h 8402012"/>
              <a:gd name="connsiteX3024" fmla="*/ 12810191 w 21052572"/>
              <a:gd name="connsiteY3024" fmla="*/ 3170904 h 8402012"/>
              <a:gd name="connsiteX3025" fmla="*/ 20014596 w 21052572"/>
              <a:gd name="connsiteY3025" fmla="*/ 3170903 h 8402012"/>
              <a:gd name="connsiteX3026" fmla="*/ 19996632 w 21052572"/>
              <a:gd name="connsiteY3026" fmla="*/ 3203011 h 8402012"/>
              <a:gd name="connsiteX3027" fmla="*/ 20014596 w 21052572"/>
              <a:gd name="connsiteY3027" fmla="*/ 3170903 h 8402012"/>
              <a:gd name="connsiteX3028" fmla="*/ 15943158 w 21052572"/>
              <a:gd name="connsiteY3028" fmla="*/ 3170903 h 8402012"/>
              <a:gd name="connsiteX3029" fmla="*/ 15925194 w 21052572"/>
              <a:gd name="connsiteY3029" fmla="*/ 3203012 h 8402012"/>
              <a:gd name="connsiteX3030" fmla="*/ 15943158 w 21052572"/>
              <a:gd name="connsiteY3030" fmla="*/ 3170903 h 8402012"/>
              <a:gd name="connsiteX3031" fmla="*/ 19185112 w 21052572"/>
              <a:gd name="connsiteY3031" fmla="*/ 3167569 h 8402012"/>
              <a:gd name="connsiteX3032" fmla="*/ 19148220 w 21052572"/>
              <a:gd name="connsiteY3032" fmla="*/ 3198313 h 8402012"/>
              <a:gd name="connsiteX3033" fmla="*/ 19185112 w 21052572"/>
              <a:gd name="connsiteY3033" fmla="*/ 3167569 h 8402012"/>
              <a:gd name="connsiteX3034" fmla="*/ 11504367 w 21052572"/>
              <a:gd name="connsiteY3034" fmla="*/ 3167062 h 8402012"/>
              <a:gd name="connsiteX3035" fmla="*/ 11468095 w 21052572"/>
              <a:gd name="connsiteY3035" fmla="*/ 3169883 h 8402012"/>
              <a:gd name="connsiteX3036" fmla="*/ 11526130 w 21052572"/>
              <a:gd name="connsiteY3036" fmla="*/ 3202121 h 8402012"/>
              <a:gd name="connsiteX3037" fmla="*/ 11504367 w 21052572"/>
              <a:gd name="connsiteY3037" fmla="*/ 3167062 h 8402012"/>
              <a:gd name="connsiteX3038" fmla="*/ 13156298 w 21052572"/>
              <a:gd name="connsiteY3038" fmla="*/ 3161176 h 8402012"/>
              <a:gd name="connsiteX3039" fmla="*/ 13203484 w 21052572"/>
              <a:gd name="connsiteY3039" fmla="*/ 3168815 h 8402012"/>
              <a:gd name="connsiteX3040" fmla="*/ 13124012 w 21052572"/>
              <a:gd name="connsiteY3040" fmla="*/ 3200975 h 8402012"/>
              <a:gd name="connsiteX3041" fmla="*/ 13156298 w 21052572"/>
              <a:gd name="connsiteY3041" fmla="*/ 3161176 h 8402012"/>
              <a:gd name="connsiteX3042" fmla="*/ 14881790 w 21052572"/>
              <a:gd name="connsiteY3042" fmla="*/ 3159429 h 8402012"/>
              <a:gd name="connsiteX3043" fmla="*/ 14924008 w 21052572"/>
              <a:gd name="connsiteY3043" fmla="*/ 3169798 h 8402012"/>
              <a:gd name="connsiteX3044" fmla="*/ 14924008 w 21052572"/>
              <a:gd name="connsiteY3044" fmla="*/ 3202976 h 8402012"/>
              <a:gd name="connsiteX3045" fmla="*/ 14844539 w 21052572"/>
              <a:gd name="connsiteY3045" fmla="*/ 3183070 h 8402012"/>
              <a:gd name="connsiteX3046" fmla="*/ 14881790 w 21052572"/>
              <a:gd name="connsiteY3046" fmla="*/ 3159429 h 8402012"/>
              <a:gd name="connsiteX3047" fmla="*/ 17943300 w 21052572"/>
              <a:gd name="connsiteY3047" fmla="*/ 3139596 h 8402012"/>
              <a:gd name="connsiteX3048" fmla="*/ 17906408 w 21052572"/>
              <a:gd name="connsiteY3048" fmla="*/ 3171561 h 8402012"/>
              <a:gd name="connsiteX3049" fmla="*/ 17943300 w 21052572"/>
              <a:gd name="connsiteY3049" fmla="*/ 3139596 h 8402012"/>
              <a:gd name="connsiteX3050" fmla="*/ 19673720 w 21052572"/>
              <a:gd name="connsiteY3050" fmla="*/ 3139159 h 8402012"/>
              <a:gd name="connsiteX3051" fmla="*/ 19715936 w 21052572"/>
              <a:gd name="connsiteY3051" fmla="*/ 3150585 h 8402012"/>
              <a:gd name="connsiteX3052" fmla="*/ 19709616 w 21052572"/>
              <a:gd name="connsiteY3052" fmla="*/ 3169770 h 8402012"/>
              <a:gd name="connsiteX3053" fmla="*/ 19660112 w 21052572"/>
              <a:gd name="connsiteY3053" fmla="*/ 3150585 h 8402012"/>
              <a:gd name="connsiteX3054" fmla="*/ 19673720 w 21052572"/>
              <a:gd name="connsiteY3054" fmla="*/ 3139159 h 8402012"/>
              <a:gd name="connsiteX3055" fmla="*/ 11616407 w 21052572"/>
              <a:gd name="connsiteY3055" fmla="*/ 3138718 h 8402012"/>
              <a:gd name="connsiteX3056" fmla="*/ 11654023 w 21052572"/>
              <a:gd name="connsiteY3056" fmla="*/ 3169883 h 8402012"/>
              <a:gd name="connsiteX3057" fmla="*/ 11616407 w 21052572"/>
              <a:gd name="connsiteY3057" fmla="*/ 3138718 h 8402012"/>
              <a:gd name="connsiteX3058" fmla="*/ 11314409 w 21052572"/>
              <a:gd name="connsiteY3058" fmla="*/ 3138718 h 8402012"/>
              <a:gd name="connsiteX3059" fmla="*/ 11089791 w 21052572"/>
              <a:gd name="connsiteY3059" fmla="*/ 3182777 h 8402012"/>
              <a:gd name="connsiteX3060" fmla="*/ 11044652 w 21052572"/>
              <a:gd name="connsiteY3060" fmla="*/ 3195674 h 8402012"/>
              <a:gd name="connsiteX3061" fmla="*/ 11007037 w 21052572"/>
              <a:gd name="connsiteY3061" fmla="*/ 3234361 h 8402012"/>
              <a:gd name="connsiteX3062" fmla="*/ 10916760 w 21052572"/>
              <a:gd name="connsiteY3062" fmla="*/ 3253706 h 8402012"/>
              <a:gd name="connsiteX3063" fmla="*/ 10705038 w 21052572"/>
              <a:gd name="connsiteY3063" fmla="*/ 3337527 h 8402012"/>
              <a:gd name="connsiteX3064" fmla="*/ 10601865 w 21052572"/>
              <a:gd name="connsiteY3064" fmla="*/ 3382670 h 8402012"/>
              <a:gd name="connsiteX3065" fmla="*/ 10564249 w 21052572"/>
              <a:gd name="connsiteY3065" fmla="*/ 3413830 h 8402012"/>
              <a:gd name="connsiteX3066" fmla="*/ 10788867 w 21052572"/>
              <a:gd name="connsiteY3066" fmla="*/ 3350421 h 8402012"/>
              <a:gd name="connsiteX3067" fmla="*/ 10743729 w 21052572"/>
              <a:gd name="connsiteY3067" fmla="*/ 3407382 h 8402012"/>
              <a:gd name="connsiteX3068" fmla="*/ 10679245 w 21052572"/>
              <a:gd name="connsiteY3068" fmla="*/ 3452516 h 8402012"/>
              <a:gd name="connsiteX3069" fmla="*/ 10596491 w 21052572"/>
              <a:gd name="connsiteY3069" fmla="*/ 3478308 h 8402012"/>
              <a:gd name="connsiteX3070" fmla="*/ 10551352 w 21052572"/>
              <a:gd name="connsiteY3070" fmla="*/ 3510547 h 8402012"/>
              <a:gd name="connsiteX3071" fmla="*/ 10487943 w 21052572"/>
              <a:gd name="connsiteY3071" fmla="*/ 3510547 h 8402012"/>
              <a:gd name="connsiteX3072" fmla="*/ 10601865 w 21052572"/>
              <a:gd name="connsiteY3072" fmla="*/ 3510547 h 8402012"/>
              <a:gd name="connsiteX3073" fmla="*/ 10705038 w 21052572"/>
              <a:gd name="connsiteY3073" fmla="*/ 3478308 h 8402012"/>
              <a:gd name="connsiteX3074" fmla="*/ 10763074 w 21052572"/>
              <a:gd name="connsiteY3074" fmla="*/ 3478308 h 8402012"/>
              <a:gd name="connsiteX3075" fmla="*/ 10807138 w 21052572"/>
              <a:gd name="connsiteY3075" fmla="*/ 3510547 h 8402012"/>
              <a:gd name="connsiteX3076" fmla="*/ 10807138 w 21052572"/>
              <a:gd name="connsiteY3076" fmla="*/ 3446069 h 8402012"/>
              <a:gd name="connsiteX3077" fmla="*/ 10916760 w 21052572"/>
              <a:gd name="connsiteY3077" fmla="*/ 3478308 h 8402012"/>
              <a:gd name="connsiteX3078" fmla="*/ 10884518 w 21052572"/>
              <a:gd name="connsiteY3078" fmla="*/ 3446069 h 8402012"/>
              <a:gd name="connsiteX3079" fmla="*/ 10920167 w 21052572"/>
              <a:gd name="connsiteY3079" fmla="*/ 3413206 h 8402012"/>
              <a:gd name="connsiteX3080" fmla="*/ 10936750 w 21052572"/>
              <a:gd name="connsiteY3080" fmla="*/ 3416184 h 8402012"/>
              <a:gd name="connsiteX3081" fmla="*/ 10935748 w 21052572"/>
              <a:gd name="connsiteY3081" fmla="*/ 3412066 h 8402012"/>
              <a:gd name="connsiteX3082" fmla="*/ 10938954 w 21052572"/>
              <a:gd name="connsiteY3082" fmla="*/ 3402320 h 8402012"/>
              <a:gd name="connsiteX3083" fmla="*/ 10936105 w 21052572"/>
              <a:gd name="connsiteY3083" fmla="*/ 3400935 h 8402012"/>
              <a:gd name="connsiteX3084" fmla="*/ 10939921 w 21052572"/>
              <a:gd name="connsiteY3084" fmla="*/ 3399383 h 8402012"/>
              <a:gd name="connsiteX3085" fmla="*/ 10940238 w 21052572"/>
              <a:gd name="connsiteY3085" fmla="*/ 3398418 h 8402012"/>
              <a:gd name="connsiteX3086" fmla="*/ 10940672 w 21052572"/>
              <a:gd name="connsiteY3086" fmla="*/ 3399077 h 8402012"/>
              <a:gd name="connsiteX3087" fmla="*/ 11066550 w 21052572"/>
              <a:gd name="connsiteY3087" fmla="*/ 3347869 h 8402012"/>
              <a:gd name="connsiteX3088" fmla="*/ 11192965 w 21052572"/>
              <a:gd name="connsiteY3088" fmla="*/ 3298846 h 8402012"/>
              <a:gd name="connsiteX3089" fmla="*/ 11269270 w 21052572"/>
              <a:gd name="connsiteY3089" fmla="*/ 3266602 h 8402012"/>
              <a:gd name="connsiteX3090" fmla="*/ 11314409 w 21052572"/>
              <a:gd name="connsiteY3090" fmla="*/ 3138718 h 8402012"/>
              <a:gd name="connsiteX3091" fmla="*/ 15828898 w 21052572"/>
              <a:gd name="connsiteY3091" fmla="*/ 3138563 h 8402012"/>
              <a:gd name="connsiteX3092" fmla="*/ 15852278 w 21052572"/>
              <a:gd name="connsiteY3092" fmla="*/ 3149757 h 8402012"/>
              <a:gd name="connsiteX3093" fmla="*/ 15852278 w 21052572"/>
              <a:gd name="connsiteY3093" fmla="*/ 3194601 h 8402012"/>
              <a:gd name="connsiteX3094" fmla="*/ 15773526 w 21052572"/>
              <a:gd name="connsiteY3094" fmla="*/ 3201164 h 8402012"/>
              <a:gd name="connsiteX3095" fmla="*/ 15828898 w 21052572"/>
              <a:gd name="connsiteY3095" fmla="*/ 3138563 h 8402012"/>
              <a:gd name="connsiteX3096" fmla="*/ 20128348 w 21052572"/>
              <a:gd name="connsiteY3096" fmla="*/ 3137724 h 8402012"/>
              <a:gd name="connsiteX3097" fmla="*/ 20110384 w 21052572"/>
              <a:gd name="connsiteY3097" fmla="*/ 3169793 h 8402012"/>
              <a:gd name="connsiteX3098" fmla="*/ 20128348 w 21052572"/>
              <a:gd name="connsiteY3098" fmla="*/ 3137724 h 8402012"/>
              <a:gd name="connsiteX3099" fmla="*/ 19848704 w 21052572"/>
              <a:gd name="connsiteY3099" fmla="*/ 3137724 h 8402012"/>
              <a:gd name="connsiteX3100" fmla="*/ 19830740 w 21052572"/>
              <a:gd name="connsiteY3100" fmla="*/ 3169793 h 8402012"/>
              <a:gd name="connsiteX3101" fmla="*/ 19848704 w 21052572"/>
              <a:gd name="connsiteY3101" fmla="*/ 3137724 h 8402012"/>
              <a:gd name="connsiteX3102" fmla="*/ 14754483 w 21052572"/>
              <a:gd name="connsiteY3102" fmla="*/ 3137724 h 8402012"/>
              <a:gd name="connsiteX3103" fmla="*/ 14843480 w 21052572"/>
              <a:gd name="connsiteY3103" fmla="*/ 3150995 h 8402012"/>
              <a:gd name="connsiteX3104" fmla="*/ 14754483 w 21052572"/>
              <a:gd name="connsiteY3104" fmla="*/ 3137724 h 8402012"/>
              <a:gd name="connsiteX3105" fmla="*/ 14038779 w 21052572"/>
              <a:gd name="connsiteY3105" fmla="*/ 3137724 h 8402012"/>
              <a:gd name="connsiteX3106" fmla="*/ 14056741 w 21052572"/>
              <a:gd name="connsiteY3106" fmla="*/ 3169794 h 8402012"/>
              <a:gd name="connsiteX3107" fmla="*/ 14038779 w 21052572"/>
              <a:gd name="connsiteY3107" fmla="*/ 3137724 h 8402012"/>
              <a:gd name="connsiteX3108" fmla="*/ 13393180 w 21052572"/>
              <a:gd name="connsiteY3108" fmla="*/ 3137724 h 8402012"/>
              <a:gd name="connsiteX3109" fmla="*/ 13375218 w 21052572"/>
              <a:gd name="connsiteY3109" fmla="*/ 3169794 h 8402012"/>
              <a:gd name="connsiteX3110" fmla="*/ 13393180 w 21052572"/>
              <a:gd name="connsiteY3110" fmla="*/ 3137724 h 8402012"/>
              <a:gd name="connsiteX3111" fmla="*/ 19615152 w 21052572"/>
              <a:gd name="connsiteY3111" fmla="*/ 3127169 h 8402012"/>
              <a:gd name="connsiteX3112" fmla="*/ 19614560 w 21052572"/>
              <a:gd name="connsiteY3112" fmla="*/ 3129476 h 8402012"/>
              <a:gd name="connsiteX3113" fmla="*/ 19612712 w 21052572"/>
              <a:gd name="connsiteY3113" fmla="*/ 3136659 h 8402012"/>
              <a:gd name="connsiteX3114" fmla="*/ 19617112 w 21052572"/>
              <a:gd name="connsiteY3114" fmla="*/ 3119540 h 8402012"/>
              <a:gd name="connsiteX3115" fmla="*/ 19615152 w 21052572"/>
              <a:gd name="connsiteY3115" fmla="*/ 3127169 h 8402012"/>
              <a:gd name="connsiteX3116" fmla="*/ 19616480 w 21052572"/>
              <a:gd name="connsiteY3116" fmla="*/ 3121992 h 8402012"/>
              <a:gd name="connsiteX3117" fmla="*/ 18432520 w 21052572"/>
              <a:gd name="connsiteY3117" fmla="*/ 3118767 h 8402012"/>
              <a:gd name="connsiteX3118" fmla="*/ 18587852 w 21052572"/>
              <a:gd name="connsiteY3118" fmla="*/ 3151581 h 8402012"/>
              <a:gd name="connsiteX3119" fmla="*/ 18529604 w 21052572"/>
              <a:gd name="connsiteY3119" fmla="*/ 3202988 h 8402012"/>
              <a:gd name="connsiteX3120" fmla="*/ 18432520 w 21052572"/>
              <a:gd name="connsiteY3120" fmla="*/ 3118767 h 8402012"/>
              <a:gd name="connsiteX3121" fmla="*/ 16711994 w 21052572"/>
              <a:gd name="connsiteY3121" fmla="*/ 3118764 h 8402012"/>
              <a:gd name="connsiteX3122" fmla="*/ 16867320 w 21052572"/>
              <a:gd name="connsiteY3122" fmla="*/ 3137724 h 8402012"/>
              <a:gd name="connsiteX3123" fmla="*/ 16711994 w 21052572"/>
              <a:gd name="connsiteY3123" fmla="*/ 3118764 h 8402012"/>
              <a:gd name="connsiteX3124" fmla="*/ 19618252 w 21052572"/>
              <a:gd name="connsiteY3124" fmla="*/ 3115111 h 8402012"/>
              <a:gd name="connsiteX3125" fmla="*/ 19617636 w 21052572"/>
              <a:gd name="connsiteY3125" fmla="*/ 3117506 h 8402012"/>
              <a:gd name="connsiteX3126" fmla="*/ 19617112 w 21052572"/>
              <a:gd name="connsiteY3126" fmla="*/ 3119540 h 8402012"/>
              <a:gd name="connsiteX3127" fmla="*/ 19635128 w 21052572"/>
              <a:gd name="connsiteY3127" fmla="*/ 3114978 h 8402012"/>
              <a:gd name="connsiteX3128" fmla="*/ 19654344 w 21052572"/>
              <a:gd name="connsiteY3128" fmla="*/ 3117386 h 8402012"/>
              <a:gd name="connsiteX3129" fmla="*/ 19629748 w 21052572"/>
              <a:gd name="connsiteY3129" fmla="*/ 3136652 h 8402012"/>
              <a:gd name="connsiteX3130" fmla="*/ 19635128 w 21052572"/>
              <a:gd name="connsiteY3130" fmla="*/ 3114978 h 8402012"/>
              <a:gd name="connsiteX3131" fmla="*/ 11994711 w 21052572"/>
              <a:gd name="connsiteY3131" fmla="*/ 3106481 h 8402012"/>
              <a:gd name="connsiteX3132" fmla="*/ 12014056 w 21052572"/>
              <a:gd name="connsiteY3132" fmla="*/ 3169883 h 8402012"/>
              <a:gd name="connsiteX3133" fmla="*/ 11994711 w 21052572"/>
              <a:gd name="connsiteY3133" fmla="*/ 3106481 h 8402012"/>
              <a:gd name="connsiteX3134" fmla="*/ 19967092 w 21052572"/>
              <a:gd name="connsiteY3134" fmla="*/ 3106419 h 8402012"/>
              <a:gd name="connsiteX3135" fmla="*/ 19920796 w 21052572"/>
              <a:gd name="connsiteY3135" fmla="*/ 3139486 h 8402012"/>
              <a:gd name="connsiteX3136" fmla="*/ 19967092 w 21052572"/>
              <a:gd name="connsiteY3136" fmla="*/ 3106419 h 8402012"/>
              <a:gd name="connsiteX3137" fmla="*/ 19338524 w 21052572"/>
              <a:gd name="connsiteY3137" fmla="*/ 3105569 h 8402012"/>
              <a:gd name="connsiteX3138" fmla="*/ 19357880 w 21052572"/>
              <a:gd name="connsiteY3138" fmla="*/ 3137801 h 8402012"/>
              <a:gd name="connsiteX3139" fmla="*/ 19338524 w 21052572"/>
              <a:gd name="connsiteY3139" fmla="*/ 3105569 h 8402012"/>
              <a:gd name="connsiteX3140" fmla="*/ 12958120 w 21052572"/>
              <a:gd name="connsiteY3140" fmla="*/ 3104543 h 8402012"/>
              <a:gd name="connsiteX3141" fmla="*/ 12976082 w 21052572"/>
              <a:gd name="connsiteY3141" fmla="*/ 3136652 h 8402012"/>
              <a:gd name="connsiteX3142" fmla="*/ 12958120 w 21052572"/>
              <a:gd name="connsiteY3142" fmla="*/ 3104543 h 8402012"/>
              <a:gd name="connsiteX3143" fmla="*/ 18039120 w 21052572"/>
              <a:gd name="connsiteY3143" fmla="*/ 3104542 h 8402012"/>
              <a:gd name="connsiteX3144" fmla="*/ 18052244 w 21052572"/>
              <a:gd name="connsiteY3144" fmla="*/ 3136652 h 8402012"/>
              <a:gd name="connsiteX3145" fmla="*/ 18039120 w 21052572"/>
              <a:gd name="connsiteY3145" fmla="*/ 3104542 h 8402012"/>
              <a:gd name="connsiteX3146" fmla="*/ 13849192 w 21052572"/>
              <a:gd name="connsiteY3146" fmla="*/ 3104542 h 8402012"/>
              <a:gd name="connsiteX3147" fmla="*/ 13862317 w 21052572"/>
              <a:gd name="connsiteY3147" fmla="*/ 3136652 h 8402012"/>
              <a:gd name="connsiteX3148" fmla="*/ 13849192 w 21052572"/>
              <a:gd name="connsiteY3148" fmla="*/ 3104542 h 8402012"/>
              <a:gd name="connsiteX3149" fmla="*/ 13203590 w 21052572"/>
              <a:gd name="connsiteY3149" fmla="*/ 3104542 h 8402012"/>
              <a:gd name="connsiteX3150" fmla="*/ 13185628 w 21052572"/>
              <a:gd name="connsiteY3150" fmla="*/ 3136652 h 8402012"/>
              <a:gd name="connsiteX3151" fmla="*/ 13203590 w 21052572"/>
              <a:gd name="connsiteY3151" fmla="*/ 3104542 h 8402012"/>
              <a:gd name="connsiteX3152" fmla="*/ 13124012 w 21052572"/>
              <a:gd name="connsiteY3152" fmla="*/ 3104542 h 8402012"/>
              <a:gd name="connsiteX3153" fmla="*/ 13170307 w 21052572"/>
              <a:gd name="connsiteY3153" fmla="*/ 3104542 h 8402012"/>
              <a:gd name="connsiteX3154" fmla="*/ 13170307 w 21052572"/>
              <a:gd name="connsiteY3154" fmla="*/ 3136652 h 8402012"/>
              <a:gd name="connsiteX3155" fmla="*/ 13124012 w 21052572"/>
              <a:gd name="connsiteY3155" fmla="*/ 3136652 h 8402012"/>
              <a:gd name="connsiteX3156" fmla="*/ 13124012 w 21052572"/>
              <a:gd name="connsiteY3156" fmla="*/ 3104542 h 8402012"/>
              <a:gd name="connsiteX3157" fmla="*/ 20431688 w 21052572"/>
              <a:gd name="connsiteY3157" fmla="*/ 3104541 h 8402012"/>
              <a:gd name="connsiteX3158" fmla="*/ 20413728 w 21052572"/>
              <a:gd name="connsiteY3158" fmla="*/ 3136650 h 8402012"/>
              <a:gd name="connsiteX3159" fmla="*/ 20431688 w 21052572"/>
              <a:gd name="connsiteY3159" fmla="*/ 3104541 h 8402012"/>
              <a:gd name="connsiteX3160" fmla="*/ 20090428 w 21052572"/>
              <a:gd name="connsiteY3160" fmla="*/ 3104541 h 8402012"/>
              <a:gd name="connsiteX3161" fmla="*/ 20072468 w 21052572"/>
              <a:gd name="connsiteY3161" fmla="*/ 3136652 h 8402012"/>
              <a:gd name="connsiteX3162" fmla="*/ 20090428 w 21052572"/>
              <a:gd name="connsiteY3162" fmla="*/ 3104541 h 8402012"/>
              <a:gd name="connsiteX3163" fmla="*/ 19810784 w 21052572"/>
              <a:gd name="connsiteY3163" fmla="*/ 3104541 h 8402012"/>
              <a:gd name="connsiteX3164" fmla="*/ 19792824 w 21052572"/>
              <a:gd name="connsiteY3164" fmla="*/ 3136652 h 8402012"/>
              <a:gd name="connsiteX3165" fmla="*/ 19810784 w 21052572"/>
              <a:gd name="connsiteY3165" fmla="*/ 3104541 h 8402012"/>
              <a:gd name="connsiteX3166" fmla="*/ 17749992 w 21052572"/>
              <a:gd name="connsiteY3166" fmla="*/ 3085585 h 8402012"/>
              <a:gd name="connsiteX3167" fmla="*/ 17862696 w 21052572"/>
              <a:gd name="connsiteY3167" fmla="*/ 3118398 h 8402012"/>
              <a:gd name="connsiteX3168" fmla="*/ 17768952 w 21052572"/>
              <a:gd name="connsiteY3168" fmla="*/ 3169805 h 8402012"/>
              <a:gd name="connsiteX3169" fmla="*/ 17781592 w 21052572"/>
              <a:gd name="connsiteY3169" fmla="*/ 3131523 h 8402012"/>
              <a:gd name="connsiteX3170" fmla="*/ 17749992 w 21052572"/>
              <a:gd name="connsiteY3170" fmla="*/ 3085585 h 8402012"/>
              <a:gd name="connsiteX3171" fmla="*/ 14427442 w 21052572"/>
              <a:gd name="connsiteY3171" fmla="*/ 3085584 h 8402012"/>
              <a:gd name="connsiteX3172" fmla="*/ 14715494 w 21052572"/>
              <a:gd name="connsiteY3172" fmla="*/ 3105268 h 8402012"/>
              <a:gd name="connsiteX3173" fmla="*/ 14619120 w 21052572"/>
              <a:gd name="connsiteY3173" fmla="*/ 3144648 h 8402012"/>
              <a:gd name="connsiteX3174" fmla="*/ 14522746 w 21052572"/>
              <a:gd name="connsiteY3174" fmla="*/ 3138085 h 8402012"/>
              <a:gd name="connsiteX3175" fmla="*/ 14427442 w 21052572"/>
              <a:gd name="connsiteY3175" fmla="*/ 3085584 h 8402012"/>
              <a:gd name="connsiteX3176" fmla="*/ 19759008 w 21052572"/>
              <a:gd name="connsiteY3176" fmla="*/ 3076766 h 8402012"/>
              <a:gd name="connsiteX3177" fmla="*/ 19772840 w 21052572"/>
              <a:gd name="connsiteY3177" fmla="*/ 3108181 h 8402012"/>
              <a:gd name="connsiteX3178" fmla="*/ 19735948 w 21052572"/>
              <a:gd name="connsiteY3178" fmla="*/ 3094954 h 8402012"/>
              <a:gd name="connsiteX3179" fmla="*/ 19759008 w 21052572"/>
              <a:gd name="connsiteY3179" fmla="*/ 3076766 h 8402012"/>
              <a:gd name="connsiteX3180" fmla="*/ 19905580 w 21052572"/>
              <a:gd name="connsiteY3180" fmla="*/ 3076105 h 8402012"/>
              <a:gd name="connsiteX3181" fmla="*/ 19887620 w 21052572"/>
              <a:gd name="connsiteY3181" fmla="*/ 3108214 h 8402012"/>
              <a:gd name="connsiteX3182" fmla="*/ 19905580 w 21052572"/>
              <a:gd name="connsiteY3182" fmla="*/ 3076105 h 8402012"/>
              <a:gd name="connsiteX3183" fmla="*/ 13260440 w 21052572"/>
              <a:gd name="connsiteY3183" fmla="*/ 3076102 h 8402012"/>
              <a:gd name="connsiteX3184" fmla="*/ 13223548 w 21052572"/>
              <a:gd name="connsiteY3184" fmla="*/ 3106847 h 8402012"/>
              <a:gd name="connsiteX3185" fmla="*/ 13260440 w 21052572"/>
              <a:gd name="connsiteY3185" fmla="*/ 3076102 h 8402012"/>
              <a:gd name="connsiteX3186" fmla="*/ 15044272 w 21052572"/>
              <a:gd name="connsiteY3186" fmla="*/ 3074878 h 8402012"/>
              <a:gd name="connsiteX3187" fmla="*/ 15127866 w 21052572"/>
              <a:gd name="connsiteY3187" fmla="*/ 3094351 h 8402012"/>
              <a:gd name="connsiteX3188" fmla="*/ 15389366 w 21052572"/>
              <a:gd name="connsiteY3188" fmla="*/ 3152773 h 8402012"/>
              <a:gd name="connsiteX3189" fmla="*/ 15203958 w 21052572"/>
              <a:gd name="connsiteY3189" fmla="*/ 3203621 h 8402012"/>
              <a:gd name="connsiteX3190" fmla="*/ 15485820 w 21052572"/>
              <a:gd name="connsiteY3190" fmla="*/ 3203621 h 8402012"/>
              <a:gd name="connsiteX3191" fmla="*/ 15434378 w 21052572"/>
              <a:gd name="connsiteY3191" fmla="*/ 3171165 h 8402012"/>
              <a:gd name="connsiteX3192" fmla="*/ 15524402 w 21052572"/>
              <a:gd name="connsiteY3192" fmla="*/ 3184146 h 8402012"/>
              <a:gd name="connsiteX3193" fmla="*/ 15581204 w 21052572"/>
              <a:gd name="connsiteY3193" fmla="*/ 3294499 h 8402012"/>
              <a:gd name="connsiteX3194" fmla="*/ 15543694 w 21052572"/>
              <a:gd name="connsiteY3194" fmla="*/ 3307482 h 8402012"/>
              <a:gd name="connsiteX3195" fmla="*/ 15574774 w 21052572"/>
              <a:gd name="connsiteY3195" fmla="*/ 3333448 h 8402012"/>
              <a:gd name="connsiteX3196" fmla="*/ 15677660 w 21052572"/>
              <a:gd name="connsiteY3196" fmla="*/ 3294499 h 8402012"/>
              <a:gd name="connsiteX3197" fmla="*/ 15658368 w 21052572"/>
              <a:gd name="connsiteY3197" fmla="*/ 3359411 h 8402012"/>
              <a:gd name="connsiteX3198" fmla="*/ 15613356 w 21052572"/>
              <a:gd name="connsiteY3198" fmla="*/ 3359411 h 8402012"/>
              <a:gd name="connsiteX3199" fmla="*/ 15524402 w 21052572"/>
              <a:gd name="connsiteY3199" fmla="*/ 3352919 h 8402012"/>
              <a:gd name="connsiteX3200" fmla="*/ 15357214 w 21052572"/>
              <a:gd name="connsiteY3200" fmla="*/ 3326957 h 8402012"/>
              <a:gd name="connsiteX3201" fmla="*/ 15018550 w 21052572"/>
              <a:gd name="connsiteY3201" fmla="*/ 3262042 h 8402012"/>
              <a:gd name="connsiteX3202" fmla="*/ 15063562 w 21052572"/>
              <a:gd name="connsiteY3202" fmla="*/ 3152773 h 8402012"/>
              <a:gd name="connsiteX3203" fmla="*/ 15165376 w 21052572"/>
              <a:gd name="connsiteY3203" fmla="*/ 3152773 h 8402012"/>
              <a:gd name="connsiteX3204" fmla="*/ 15095714 w 21052572"/>
              <a:gd name="connsiteY3204" fmla="*/ 3107335 h 8402012"/>
              <a:gd name="connsiteX3205" fmla="*/ 15076422 w 21052572"/>
              <a:gd name="connsiteY3205" fmla="*/ 3139790 h 8402012"/>
              <a:gd name="connsiteX3206" fmla="*/ 15050702 w 21052572"/>
              <a:gd name="connsiteY3206" fmla="*/ 3113825 h 8402012"/>
              <a:gd name="connsiteX3207" fmla="*/ 15024980 w 21052572"/>
              <a:gd name="connsiteY3207" fmla="*/ 3171165 h 8402012"/>
              <a:gd name="connsiteX3208" fmla="*/ 15044272 w 21052572"/>
              <a:gd name="connsiteY3208" fmla="*/ 3074878 h 8402012"/>
              <a:gd name="connsiteX3209" fmla="*/ 14143552 w 21052572"/>
              <a:gd name="connsiteY3209" fmla="*/ 3073450 h 8402012"/>
              <a:gd name="connsiteX3210" fmla="*/ 14156275 w 21052572"/>
              <a:gd name="connsiteY3210" fmla="*/ 3073450 h 8402012"/>
              <a:gd name="connsiteX3211" fmla="*/ 14145745 w 21052572"/>
              <a:gd name="connsiteY3211" fmla="*/ 3091452 h 8402012"/>
              <a:gd name="connsiteX3212" fmla="*/ 14146699 w 21052572"/>
              <a:gd name="connsiteY3212" fmla="*/ 3094064 h 8402012"/>
              <a:gd name="connsiteX3213" fmla="*/ 14133574 w 21052572"/>
              <a:gd name="connsiteY3213" fmla="*/ 3094064 h 8402012"/>
              <a:gd name="connsiteX3214" fmla="*/ 14140137 w 21052572"/>
              <a:gd name="connsiteY3214" fmla="*/ 3076102 h 8402012"/>
              <a:gd name="connsiteX3215" fmla="*/ 14144039 w 21052572"/>
              <a:gd name="connsiteY3215" fmla="*/ 3086783 h 8402012"/>
              <a:gd name="connsiteX3216" fmla="*/ 19491304 w 21052572"/>
              <a:gd name="connsiteY3216" fmla="*/ 3061880 h 8402012"/>
              <a:gd name="connsiteX3217" fmla="*/ 19491304 w 21052572"/>
              <a:gd name="connsiteY3217" fmla="*/ 3093988 h 8402012"/>
              <a:gd name="connsiteX3218" fmla="*/ 19491304 w 21052572"/>
              <a:gd name="connsiteY3218" fmla="*/ 3061880 h 8402012"/>
              <a:gd name="connsiteX3219" fmla="*/ 15613966 w 21052572"/>
              <a:gd name="connsiteY3219" fmla="*/ 3061376 h 8402012"/>
              <a:gd name="connsiteX3220" fmla="*/ 15748756 w 21052572"/>
              <a:gd name="connsiteY3220" fmla="*/ 3149818 h 8402012"/>
              <a:gd name="connsiteX3221" fmla="*/ 15665232 w 21052572"/>
              <a:gd name="connsiteY3221" fmla="*/ 3187000 h 8402012"/>
              <a:gd name="connsiteX3222" fmla="*/ 15633106 w 21052572"/>
              <a:gd name="connsiteY3222" fmla="*/ 3130693 h 8402012"/>
              <a:gd name="connsiteX3223" fmla="*/ 15549582 w 21052572"/>
              <a:gd name="connsiteY3223" fmla="*/ 3111573 h 8402012"/>
              <a:gd name="connsiteX3224" fmla="*/ 15460704 w 21052572"/>
              <a:gd name="connsiteY3224" fmla="*/ 3073328 h 8402012"/>
              <a:gd name="connsiteX3225" fmla="*/ 15613966 w 21052572"/>
              <a:gd name="connsiteY3225" fmla="*/ 3061376 h 8402012"/>
              <a:gd name="connsiteX3226" fmla="*/ 14137225 w 21052572"/>
              <a:gd name="connsiteY3226" fmla="*/ 3058554 h 8402012"/>
              <a:gd name="connsiteX3227" fmla="*/ 14000865 w 21052572"/>
              <a:gd name="connsiteY3227" fmla="*/ 3083149 h 8402012"/>
              <a:gd name="connsiteX3228" fmla="*/ 14137225 w 21052572"/>
              <a:gd name="connsiteY3228" fmla="*/ 3058554 h 8402012"/>
              <a:gd name="connsiteX3229" fmla="*/ 19725972 w 21052572"/>
              <a:gd name="connsiteY3229" fmla="*/ 3053635 h 8402012"/>
              <a:gd name="connsiteX3230" fmla="*/ 19734952 w 21052572"/>
              <a:gd name="connsiteY3230" fmla="*/ 3061312 h 8402012"/>
              <a:gd name="connsiteX3231" fmla="*/ 19722976 w 21052572"/>
              <a:gd name="connsiteY3231" fmla="*/ 3074963 h 8402012"/>
              <a:gd name="connsiteX3232" fmla="*/ 19716988 w 21052572"/>
              <a:gd name="connsiteY3232" fmla="*/ 3061312 h 8402012"/>
              <a:gd name="connsiteX3233" fmla="*/ 19725972 w 21052572"/>
              <a:gd name="connsiteY3233" fmla="*/ 3053635 h 8402012"/>
              <a:gd name="connsiteX3234" fmla="*/ 15374890 w 21052572"/>
              <a:gd name="connsiteY3234" fmla="*/ 3049345 h 8402012"/>
              <a:gd name="connsiteX3235" fmla="*/ 15388534 w 21052572"/>
              <a:gd name="connsiteY3235" fmla="*/ 3075031 h 8402012"/>
              <a:gd name="connsiteX3236" fmla="*/ 15356430 w 21052572"/>
              <a:gd name="connsiteY3236" fmla="*/ 3062187 h 8402012"/>
              <a:gd name="connsiteX3237" fmla="*/ 15374890 w 21052572"/>
              <a:gd name="connsiteY3237" fmla="*/ 3049345 h 8402012"/>
              <a:gd name="connsiteX3238" fmla="*/ 19867604 w 21052572"/>
              <a:gd name="connsiteY3238" fmla="*/ 3049072 h 8402012"/>
              <a:gd name="connsiteX3239" fmla="*/ 19830740 w 21052572"/>
              <a:gd name="connsiteY3239" fmla="*/ 3073668 h 8402012"/>
              <a:gd name="connsiteX3240" fmla="*/ 19867604 w 21052572"/>
              <a:gd name="connsiteY3240" fmla="*/ 3049072 h 8402012"/>
              <a:gd name="connsiteX3241" fmla="*/ 18958628 w 21052572"/>
              <a:gd name="connsiteY3241" fmla="*/ 3047664 h 8402012"/>
              <a:gd name="connsiteX3242" fmla="*/ 18976592 w 21052572"/>
              <a:gd name="connsiteY3242" fmla="*/ 3074964 h 8402012"/>
              <a:gd name="connsiteX3243" fmla="*/ 18958628 w 21052572"/>
              <a:gd name="connsiteY3243" fmla="*/ 3047664 h 8402012"/>
              <a:gd name="connsiteX3244" fmla="*/ 15436004 w 21052572"/>
              <a:gd name="connsiteY3244" fmla="*/ 3047664 h 8402012"/>
              <a:gd name="connsiteX3245" fmla="*/ 15418042 w 21052572"/>
              <a:gd name="connsiteY3245" fmla="*/ 3074964 h 8402012"/>
              <a:gd name="connsiteX3246" fmla="*/ 15436004 w 21052572"/>
              <a:gd name="connsiteY3246" fmla="*/ 3047664 h 8402012"/>
              <a:gd name="connsiteX3247" fmla="*/ 14981987 w 21052572"/>
              <a:gd name="connsiteY3247" fmla="*/ 3047664 h 8402012"/>
              <a:gd name="connsiteX3248" fmla="*/ 15018880 w 21052572"/>
              <a:gd name="connsiteY3248" fmla="*/ 3060507 h 8402012"/>
              <a:gd name="connsiteX3249" fmla="*/ 14981987 w 21052572"/>
              <a:gd name="connsiteY3249" fmla="*/ 3047664 h 8402012"/>
              <a:gd name="connsiteX3250" fmla="*/ 16471316 w 21052572"/>
              <a:gd name="connsiteY3250" fmla="*/ 3045891 h 8402012"/>
              <a:gd name="connsiteX3251" fmla="*/ 16490736 w 21052572"/>
              <a:gd name="connsiteY3251" fmla="*/ 3071485 h 8402012"/>
              <a:gd name="connsiteX3252" fmla="*/ 16471316 w 21052572"/>
              <a:gd name="connsiteY3252" fmla="*/ 3045891 h 8402012"/>
              <a:gd name="connsiteX3253" fmla="*/ 14333049 w 21052572"/>
              <a:gd name="connsiteY3253" fmla="*/ 3044416 h 8402012"/>
              <a:gd name="connsiteX3254" fmla="*/ 14296777 w 21052572"/>
              <a:gd name="connsiteY3254" fmla="*/ 3048447 h 8402012"/>
              <a:gd name="connsiteX3255" fmla="*/ 14354813 w 21052572"/>
              <a:gd name="connsiteY3255" fmla="*/ 3074240 h 8402012"/>
              <a:gd name="connsiteX3256" fmla="*/ 14333049 w 21052572"/>
              <a:gd name="connsiteY3256" fmla="*/ 3044416 h 8402012"/>
              <a:gd name="connsiteX3257" fmla="*/ 11750748 w 21052572"/>
              <a:gd name="connsiteY3257" fmla="*/ 3029103 h 8402012"/>
              <a:gd name="connsiteX3258" fmla="*/ 11333754 w 21052572"/>
              <a:gd name="connsiteY3258" fmla="*/ 3106481 h 8402012"/>
              <a:gd name="connsiteX3259" fmla="*/ 11404686 w 21052572"/>
              <a:gd name="connsiteY3259" fmla="*/ 3151613 h 8402012"/>
              <a:gd name="connsiteX3260" fmla="*/ 11532578 w 21052572"/>
              <a:gd name="connsiteY3260" fmla="*/ 3132271 h 8402012"/>
              <a:gd name="connsiteX3261" fmla="*/ 11660471 w 21052572"/>
              <a:gd name="connsiteY3261" fmla="*/ 3112926 h 8402012"/>
              <a:gd name="connsiteX3262" fmla="*/ 11687347 w 21052572"/>
              <a:gd name="connsiteY3262" fmla="*/ 3112926 h 8402012"/>
              <a:gd name="connsiteX3263" fmla="*/ 11683133 w 21052572"/>
              <a:gd name="connsiteY3263" fmla="*/ 3108712 h 8402012"/>
              <a:gd name="connsiteX3264" fmla="*/ 11692944 w 21052572"/>
              <a:gd name="connsiteY3264" fmla="*/ 3102206 h 8402012"/>
              <a:gd name="connsiteX3265" fmla="*/ 11695851 w 21052572"/>
              <a:gd name="connsiteY3265" fmla="*/ 3102420 h 8402012"/>
              <a:gd name="connsiteX3266" fmla="*/ 11692713 w 21052572"/>
              <a:gd name="connsiteY3266" fmla="*/ 3093583 h 8402012"/>
              <a:gd name="connsiteX3267" fmla="*/ 11750748 w 21052572"/>
              <a:gd name="connsiteY3267" fmla="*/ 3029103 h 8402012"/>
              <a:gd name="connsiteX3268" fmla="*/ 15348590 w 21052572"/>
              <a:gd name="connsiteY3268" fmla="*/ 3028233 h 8402012"/>
              <a:gd name="connsiteX3269" fmla="*/ 15360074 w 21052572"/>
              <a:gd name="connsiteY3269" fmla="*/ 3030792 h 8402012"/>
              <a:gd name="connsiteX3270" fmla="*/ 15346950 w 21052572"/>
              <a:gd name="connsiteY3270" fmla="*/ 3051267 h 8402012"/>
              <a:gd name="connsiteX3271" fmla="*/ 15348590 w 21052572"/>
              <a:gd name="connsiteY3271" fmla="*/ 3028233 h 8402012"/>
              <a:gd name="connsiteX3272" fmla="*/ 19687628 w 21052572"/>
              <a:gd name="connsiteY3272" fmla="*/ 3019060 h 8402012"/>
              <a:gd name="connsiteX3273" fmla="*/ 19715936 w 21052572"/>
              <a:gd name="connsiteY3273" fmla="*/ 3031460 h 8402012"/>
              <a:gd name="connsiteX3274" fmla="*/ 19709616 w 21052572"/>
              <a:gd name="connsiteY3274" fmla="*/ 3051301 h 8402012"/>
              <a:gd name="connsiteX3275" fmla="*/ 19660112 w 21052572"/>
              <a:gd name="connsiteY3275" fmla="*/ 3031460 h 8402012"/>
              <a:gd name="connsiteX3276" fmla="*/ 19687628 w 21052572"/>
              <a:gd name="connsiteY3276" fmla="*/ 3019060 h 8402012"/>
              <a:gd name="connsiteX3277" fmla="*/ 18886480 w 21052572"/>
              <a:gd name="connsiteY3277" fmla="*/ 3016359 h 8402012"/>
              <a:gd name="connsiteX3278" fmla="*/ 18849616 w 21052572"/>
              <a:gd name="connsiteY3278" fmla="*/ 3049425 h 8402012"/>
              <a:gd name="connsiteX3279" fmla="*/ 18886480 w 21052572"/>
              <a:gd name="connsiteY3279" fmla="*/ 3016359 h 8402012"/>
              <a:gd name="connsiteX3280" fmla="*/ 11770093 w 21052572"/>
              <a:gd name="connsiteY3280" fmla="*/ 3016207 h 8402012"/>
              <a:gd name="connsiteX3281" fmla="*/ 11789438 w 21052572"/>
              <a:gd name="connsiteY3281" fmla="*/ 3048447 h 8402012"/>
              <a:gd name="connsiteX3282" fmla="*/ 11770093 w 21052572"/>
              <a:gd name="connsiteY3282" fmla="*/ 3016207 h 8402012"/>
              <a:gd name="connsiteX3283" fmla="*/ 10653451 w 21052572"/>
              <a:gd name="connsiteY3283" fmla="*/ 3016207 h 8402012"/>
              <a:gd name="connsiteX3284" fmla="*/ 10672797 w 21052572"/>
              <a:gd name="connsiteY3284" fmla="*/ 3048447 h 8402012"/>
              <a:gd name="connsiteX3285" fmla="*/ 10653451 w 21052572"/>
              <a:gd name="connsiteY3285" fmla="*/ 3016207 h 8402012"/>
              <a:gd name="connsiteX3286" fmla="*/ 10634106 w 21052572"/>
              <a:gd name="connsiteY3286" fmla="*/ 3016207 h 8402012"/>
              <a:gd name="connsiteX3287" fmla="*/ 10621210 w 21052572"/>
              <a:gd name="connsiteY3287" fmla="*/ 3048447 h 8402012"/>
              <a:gd name="connsiteX3288" fmla="*/ 10634106 w 21052572"/>
              <a:gd name="connsiteY3288" fmla="*/ 3016207 h 8402012"/>
              <a:gd name="connsiteX3289" fmla="*/ 19976580 w 21052572"/>
              <a:gd name="connsiteY3289" fmla="*/ 3014484 h 8402012"/>
              <a:gd name="connsiteX3290" fmla="*/ 19963452 w 21052572"/>
              <a:gd name="connsiteY3290" fmla="*/ 3046589 h 8402012"/>
              <a:gd name="connsiteX3291" fmla="*/ 19976580 w 21052572"/>
              <a:gd name="connsiteY3291" fmla="*/ 3014484 h 8402012"/>
              <a:gd name="connsiteX3292" fmla="*/ 18564232 w 21052572"/>
              <a:gd name="connsiteY3292" fmla="*/ 3014484 h 8402012"/>
              <a:gd name="connsiteX3293" fmla="*/ 18546272 w 21052572"/>
              <a:gd name="connsiteY3293" fmla="*/ 3046590 h 8402012"/>
              <a:gd name="connsiteX3294" fmla="*/ 18564232 w 21052572"/>
              <a:gd name="connsiteY3294" fmla="*/ 3014484 h 8402012"/>
              <a:gd name="connsiteX3295" fmla="*/ 15640814 w 21052572"/>
              <a:gd name="connsiteY3295" fmla="*/ 3014484 h 8402012"/>
              <a:gd name="connsiteX3296" fmla="*/ 15658776 w 21052572"/>
              <a:gd name="connsiteY3296" fmla="*/ 3046590 h 8402012"/>
              <a:gd name="connsiteX3297" fmla="*/ 15640814 w 21052572"/>
              <a:gd name="connsiteY3297" fmla="*/ 3014484 h 8402012"/>
              <a:gd name="connsiteX3298" fmla="*/ 13993207 w 21052572"/>
              <a:gd name="connsiteY3298" fmla="*/ 3014484 h 8402012"/>
              <a:gd name="connsiteX3299" fmla="*/ 13999771 w 21052572"/>
              <a:gd name="connsiteY3299" fmla="*/ 3027609 h 8402012"/>
              <a:gd name="connsiteX3300" fmla="*/ 13993207 w 21052572"/>
              <a:gd name="connsiteY3300" fmla="*/ 3014484 h 8402012"/>
              <a:gd name="connsiteX3301" fmla="*/ 13883617 w 21052572"/>
              <a:gd name="connsiteY3301" fmla="*/ 3005006 h 8402012"/>
              <a:gd name="connsiteX3302" fmla="*/ 13877630 w 21052572"/>
              <a:gd name="connsiteY3302" fmla="*/ 3018656 h 8402012"/>
              <a:gd name="connsiteX3303" fmla="*/ 13883617 w 21052572"/>
              <a:gd name="connsiteY3303" fmla="*/ 3005006 h 8402012"/>
              <a:gd name="connsiteX3304" fmla="*/ 10730832 w 21052572"/>
              <a:gd name="connsiteY3304" fmla="*/ 2983968 h 8402012"/>
              <a:gd name="connsiteX3305" fmla="*/ 10769522 w 21052572"/>
              <a:gd name="connsiteY3305" fmla="*/ 2983968 h 8402012"/>
              <a:gd name="connsiteX3306" fmla="*/ 10730832 w 21052572"/>
              <a:gd name="connsiteY3306" fmla="*/ 2983968 h 8402012"/>
              <a:gd name="connsiteX3307" fmla="*/ 17905384 w 21052572"/>
              <a:gd name="connsiteY3307" fmla="*/ 2982714 h 8402012"/>
              <a:gd name="connsiteX3308" fmla="*/ 17868492 w 21052572"/>
              <a:gd name="connsiteY3308" fmla="*/ 3013458 h 8402012"/>
              <a:gd name="connsiteX3309" fmla="*/ 17905384 w 21052572"/>
              <a:gd name="connsiteY3309" fmla="*/ 2982714 h 8402012"/>
              <a:gd name="connsiteX3310" fmla="*/ 15489142 w 21052572"/>
              <a:gd name="connsiteY3310" fmla="*/ 2982714 h 8402012"/>
              <a:gd name="connsiteX3311" fmla="*/ 15526034 w 21052572"/>
              <a:gd name="connsiteY3311" fmla="*/ 3013459 h 8402012"/>
              <a:gd name="connsiteX3312" fmla="*/ 15489142 w 21052572"/>
              <a:gd name="connsiteY3312" fmla="*/ 2982714 h 8402012"/>
              <a:gd name="connsiteX3313" fmla="*/ 18266628 w 21052572"/>
              <a:gd name="connsiteY3313" fmla="*/ 2981307 h 8402012"/>
              <a:gd name="connsiteX3314" fmla="*/ 18279752 w 21052572"/>
              <a:gd name="connsiteY3314" fmla="*/ 3013415 h 8402012"/>
              <a:gd name="connsiteX3315" fmla="*/ 18266628 w 21052572"/>
              <a:gd name="connsiteY3315" fmla="*/ 2981307 h 8402012"/>
              <a:gd name="connsiteX3316" fmla="*/ 416894 w 21052572"/>
              <a:gd name="connsiteY3316" fmla="*/ 2981307 h 8402012"/>
              <a:gd name="connsiteX3317" fmla="*/ 472737 w 21052572"/>
              <a:gd name="connsiteY3317" fmla="*/ 3001148 h 8402012"/>
              <a:gd name="connsiteX3318" fmla="*/ 416894 w 21052572"/>
              <a:gd name="connsiteY3318" fmla="*/ 2981307 h 8402012"/>
              <a:gd name="connsiteX3319" fmla="*/ 955961 w 21052572"/>
              <a:gd name="connsiteY3319" fmla="*/ 2967983 h 8402012"/>
              <a:gd name="connsiteX3320" fmla="*/ 892023 w 21052572"/>
              <a:gd name="connsiteY3320" fmla="*/ 2972146 h 8402012"/>
              <a:gd name="connsiteX3321" fmla="*/ 1000565 w 21052572"/>
              <a:gd name="connsiteY3321" fmla="*/ 3016207 h 8402012"/>
              <a:gd name="connsiteX3322" fmla="*/ 955961 w 21052572"/>
              <a:gd name="connsiteY3322" fmla="*/ 2967983 h 8402012"/>
              <a:gd name="connsiteX3323" fmla="*/ 13060079 w 21052572"/>
              <a:gd name="connsiteY3323" fmla="*/ 2962897 h 8402012"/>
              <a:gd name="connsiteX3324" fmla="*/ 13058159 w 21052572"/>
              <a:gd name="connsiteY3324" fmla="*/ 2966150 h 8402012"/>
              <a:gd name="connsiteX3325" fmla="*/ 13057472 w 21052572"/>
              <a:gd name="connsiteY3325" fmla="*/ 2967312 h 8402012"/>
              <a:gd name="connsiteX3326" fmla="*/ 18448224 w 21052572"/>
              <a:gd name="connsiteY3326" fmla="*/ 2957672 h 8402012"/>
              <a:gd name="connsiteX3327" fmla="*/ 18497788 w 21052572"/>
              <a:gd name="connsiteY3327" fmla="*/ 2983181 h 8402012"/>
              <a:gd name="connsiteX3328" fmla="*/ 18432520 w 21052572"/>
              <a:gd name="connsiteY3328" fmla="*/ 2971232 h 8402012"/>
              <a:gd name="connsiteX3329" fmla="*/ 18448224 w 21052572"/>
              <a:gd name="connsiteY3329" fmla="*/ 2957672 h 8402012"/>
              <a:gd name="connsiteX3330" fmla="*/ 15436004 w 21052572"/>
              <a:gd name="connsiteY3330" fmla="*/ 2952867 h 8402012"/>
              <a:gd name="connsiteX3331" fmla="*/ 15418042 w 21052572"/>
              <a:gd name="connsiteY3331" fmla="*/ 2984939 h 8402012"/>
              <a:gd name="connsiteX3332" fmla="*/ 15436004 w 21052572"/>
              <a:gd name="connsiteY3332" fmla="*/ 2952867 h 8402012"/>
              <a:gd name="connsiteX3333" fmla="*/ 19886620 w 21052572"/>
              <a:gd name="connsiteY3333" fmla="*/ 2952866 h 8402012"/>
              <a:gd name="connsiteX3334" fmla="*/ 19868660 w 21052572"/>
              <a:gd name="connsiteY3334" fmla="*/ 2984939 h 8402012"/>
              <a:gd name="connsiteX3335" fmla="*/ 19886620 w 21052572"/>
              <a:gd name="connsiteY3335" fmla="*/ 2952866 h 8402012"/>
              <a:gd name="connsiteX3336" fmla="*/ 13065997 w 21052572"/>
              <a:gd name="connsiteY3336" fmla="*/ 2952866 h 8402012"/>
              <a:gd name="connsiteX3337" fmla="*/ 13060079 w 21052572"/>
              <a:gd name="connsiteY3337" fmla="*/ 2962897 h 8402012"/>
              <a:gd name="connsiteX3338" fmla="*/ 13062158 w 21052572"/>
              <a:gd name="connsiteY3338" fmla="*/ 2959372 h 8402012"/>
              <a:gd name="connsiteX3339" fmla="*/ 13065997 w 21052572"/>
              <a:gd name="connsiteY3339" fmla="*/ 2952866 h 8402012"/>
              <a:gd name="connsiteX3340" fmla="*/ 15351162 w 21052572"/>
              <a:gd name="connsiteY3340" fmla="*/ 2951202 h 8402012"/>
              <a:gd name="connsiteX3341" fmla="*/ 15374336 w 21052572"/>
              <a:gd name="connsiteY3341" fmla="*/ 2984916 h 8402012"/>
              <a:gd name="connsiteX3342" fmla="*/ 15318510 w 21052572"/>
              <a:gd name="connsiteY3342" fmla="*/ 2972502 h 8402012"/>
              <a:gd name="connsiteX3343" fmla="*/ 15351162 w 21052572"/>
              <a:gd name="connsiteY3343" fmla="*/ 2951202 h 8402012"/>
              <a:gd name="connsiteX3344" fmla="*/ 10882100 w 21052572"/>
              <a:gd name="connsiteY3344" fmla="*/ 2949445 h 8402012"/>
              <a:gd name="connsiteX3345" fmla="*/ 10845828 w 21052572"/>
              <a:gd name="connsiteY3345" fmla="*/ 2952806 h 8402012"/>
              <a:gd name="connsiteX3346" fmla="*/ 10903863 w 21052572"/>
              <a:gd name="connsiteY3346" fmla="*/ 2983968 h 8402012"/>
              <a:gd name="connsiteX3347" fmla="*/ 10882100 w 21052572"/>
              <a:gd name="connsiteY3347" fmla="*/ 2949445 h 8402012"/>
              <a:gd name="connsiteX3348" fmla="*/ 15301378 w 21052572"/>
              <a:gd name="connsiteY3348" fmla="*/ 2938647 h 8402012"/>
              <a:gd name="connsiteX3349" fmla="*/ 15299532 w 21052572"/>
              <a:gd name="connsiteY3349" fmla="*/ 2959415 h 8402012"/>
              <a:gd name="connsiteX3350" fmla="*/ 15298226 w 21052572"/>
              <a:gd name="connsiteY3350" fmla="*/ 2957220 h 8402012"/>
              <a:gd name="connsiteX3351" fmla="*/ 15303196 w 21052572"/>
              <a:gd name="connsiteY3351" fmla="*/ 2970825 h 8402012"/>
              <a:gd name="connsiteX3352" fmla="*/ 15292532 w 21052572"/>
              <a:gd name="connsiteY3352" fmla="*/ 2968580 h 8402012"/>
              <a:gd name="connsiteX3353" fmla="*/ 15296328 w 21052572"/>
              <a:gd name="connsiteY3353" fmla="*/ 2954034 h 8402012"/>
              <a:gd name="connsiteX3354" fmla="*/ 15294814 w 21052572"/>
              <a:gd name="connsiteY3354" fmla="*/ 2951488 h 8402012"/>
              <a:gd name="connsiteX3355" fmla="*/ 15301378 w 21052572"/>
              <a:gd name="connsiteY3355" fmla="*/ 2938647 h 8402012"/>
              <a:gd name="connsiteX3356" fmla="*/ 19834840 w 21052572"/>
              <a:gd name="connsiteY3356" fmla="*/ 2924938 h 8402012"/>
              <a:gd name="connsiteX3357" fmla="*/ 19848676 w 21052572"/>
              <a:gd name="connsiteY3357" fmla="*/ 2951840 h 8402012"/>
              <a:gd name="connsiteX3358" fmla="*/ 19811784 w 21052572"/>
              <a:gd name="connsiteY3358" fmla="*/ 2939541 h 8402012"/>
              <a:gd name="connsiteX3359" fmla="*/ 19834840 w 21052572"/>
              <a:gd name="connsiteY3359" fmla="*/ 2924938 h 8402012"/>
              <a:gd name="connsiteX3360" fmla="*/ 17397800 w 21052572"/>
              <a:gd name="connsiteY3360" fmla="*/ 2924426 h 8402012"/>
              <a:gd name="connsiteX3361" fmla="*/ 17443740 w 21052572"/>
              <a:gd name="connsiteY3361" fmla="*/ 2980249 h 8402012"/>
              <a:gd name="connsiteX3362" fmla="*/ 17445824 w 21052572"/>
              <a:gd name="connsiteY3362" fmla="*/ 2986272 h 8402012"/>
              <a:gd name="connsiteX3363" fmla="*/ 17447900 w 21052572"/>
              <a:gd name="connsiteY3363" fmla="*/ 2971826 h 8402012"/>
              <a:gd name="connsiteX3364" fmla="*/ 17451620 w 21052572"/>
              <a:gd name="connsiteY3364" fmla="*/ 2974059 h 8402012"/>
              <a:gd name="connsiteX3365" fmla="*/ 17485320 w 21052572"/>
              <a:gd name="connsiteY3365" fmla="*/ 2953747 h 8402012"/>
              <a:gd name="connsiteX3366" fmla="*/ 17519096 w 21052572"/>
              <a:gd name="connsiteY3366" fmla="*/ 2948875 h 8402012"/>
              <a:gd name="connsiteX3367" fmla="*/ 17715740 w 21052572"/>
              <a:gd name="connsiteY3367" fmla="*/ 3064347 h 8402012"/>
              <a:gd name="connsiteX3368" fmla="*/ 17587344 w 21052572"/>
              <a:gd name="connsiteY3368" fmla="*/ 3103452 h 8402012"/>
              <a:gd name="connsiteX3369" fmla="*/ 17516940 w 21052572"/>
              <a:gd name="connsiteY3369" fmla="*/ 3050637 h 8402012"/>
              <a:gd name="connsiteX3370" fmla="*/ 17459840 w 21052572"/>
              <a:gd name="connsiteY3370" fmla="*/ 2984049 h 8402012"/>
              <a:gd name="connsiteX3371" fmla="*/ 17447900 w 21052572"/>
              <a:gd name="connsiteY3371" fmla="*/ 3003900 h 8402012"/>
              <a:gd name="connsiteX3372" fmla="*/ 17447140 w 21052572"/>
              <a:gd name="connsiteY3372" fmla="*/ 2998318 h 8402012"/>
              <a:gd name="connsiteX3373" fmla="*/ 17408192 w 21052572"/>
              <a:gd name="connsiteY3373" fmla="*/ 2987359 h 8402012"/>
              <a:gd name="connsiteX3374" fmla="*/ 17366080 w 21052572"/>
              <a:gd name="connsiteY3374" fmla="*/ 2980249 h 8402012"/>
              <a:gd name="connsiteX3375" fmla="*/ 17397800 w 21052572"/>
              <a:gd name="connsiteY3375" fmla="*/ 2924426 h 8402012"/>
              <a:gd name="connsiteX3376" fmla="*/ 18394600 w 21052572"/>
              <a:gd name="connsiteY3376" fmla="*/ 2919691 h 8402012"/>
              <a:gd name="connsiteX3377" fmla="*/ 18431464 w 21052572"/>
              <a:gd name="connsiteY3377" fmla="*/ 2940002 h 8402012"/>
              <a:gd name="connsiteX3378" fmla="*/ 18394600 w 21052572"/>
              <a:gd name="connsiteY3378" fmla="*/ 2919691 h 8402012"/>
              <a:gd name="connsiteX3379" fmla="*/ 17242848 w 21052572"/>
              <a:gd name="connsiteY3379" fmla="*/ 2919691 h 8402012"/>
              <a:gd name="connsiteX3380" fmla="*/ 17312876 w 21052572"/>
              <a:gd name="connsiteY3380" fmla="*/ 2939596 h 8402012"/>
              <a:gd name="connsiteX3381" fmla="*/ 17242848 w 21052572"/>
              <a:gd name="connsiteY3381" fmla="*/ 2919691 h 8402012"/>
              <a:gd name="connsiteX3382" fmla="*/ 19711224 w 21052572"/>
              <a:gd name="connsiteY3382" fmla="*/ 2919688 h 8402012"/>
              <a:gd name="connsiteX3383" fmla="*/ 19674332 w 21052572"/>
              <a:gd name="connsiteY3383" fmla="*/ 2951282 h 8402012"/>
              <a:gd name="connsiteX3384" fmla="*/ 19711224 w 21052572"/>
              <a:gd name="connsiteY3384" fmla="*/ 2919688 h 8402012"/>
              <a:gd name="connsiteX3385" fmla="*/ 18693204 w 21052572"/>
              <a:gd name="connsiteY3385" fmla="*/ 2919688 h 8402012"/>
              <a:gd name="connsiteX3386" fmla="*/ 18730096 w 21052572"/>
              <a:gd name="connsiteY3386" fmla="*/ 2938645 h 8402012"/>
              <a:gd name="connsiteX3387" fmla="*/ 18693204 w 21052572"/>
              <a:gd name="connsiteY3387" fmla="*/ 2919688 h 8402012"/>
              <a:gd name="connsiteX3388" fmla="*/ 17767928 w 21052572"/>
              <a:gd name="connsiteY3388" fmla="*/ 2919688 h 8402012"/>
              <a:gd name="connsiteX3389" fmla="*/ 17731036 w 21052572"/>
              <a:gd name="connsiteY3389" fmla="*/ 2951284 h 8402012"/>
              <a:gd name="connsiteX3390" fmla="*/ 17767928 w 21052572"/>
              <a:gd name="connsiteY3390" fmla="*/ 2919688 h 8402012"/>
              <a:gd name="connsiteX3391" fmla="*/ 14564890 w 21052572"/>
              <a:gd name="connsiteY3391" fmla="*/ 2919688 h 8402012"/>
              <a:gd name="connsiteX3392" fmla="*/ 14601782 w 21052572"/>
              <a:gd name="connsiteY3392" fmla="*/ 2951284 h 8402012"/>
              <a:gd name="connsiteX3393" fmla="*/ 14564890 w 21052572"/>
              <a:gd name="connsiteY3393" fmla="*/ 2919688 h 8402012"/>
              <a:gd name="connsiteX3394" fmla="*/ 15973320 w 21052572"/>
              <a:gd name="connsiteY3394" fmla="*/ 2893469 h 8402012"/>
              <a:gd name="connsiteX3395" fmla="*/ 15999980 w 21052572"/>
              <a:gd name="connsiteY3395" fmla="*/ 2951785 h 8402012"/>
              <a:gd name="connsiteX3396" fmla="*/ 15962062 w 21052572"/>
              <a:gd name="connsiteY3396" fmla="*/ 2906428 h 8402012"/>
              <a:gd name="connsiteX3397" fmla="*/ 15973320 w 21052572"/>
              <a:gd name="connsiteY3397" fmla="*/ 2893469 h 8402012"/>
              <a:gd name="connsiteX3398" fmla="*/ 17529024 w 21052572"/>
              <a:gd name="connsiteY3398" fmla="*/ 2891759 h 8402012"/>
              <a:gd name="connsiteX3399" fmla="*/ 17545164 w 21052572"/>
              <a:gd name="connsiteY3399" fmla="*/ 2918658 h 8402012"/>
              <a:gd name="connsiteX3400" fmla="*/ 17508272 w 21052572"/>
              <a:gd name="connsiteY3400" fmla="*/ 2906362 h 8402012"/>
              <a:gd name="connsiteX3401" fmla="*/ 17529024 w 21052572"/>
              <a:gd name="connsiteY3401" fmla="*/ 2891759 h 8402012"/>
              <a:gd name="connsiteX3402" fmla="*/ 15059170 w 21052572"/>
              <a:gd name="connsiteY3402" fmla="*/ 2888758 h 8402012"/>
              <a:gd name="connsiteX3403" fmla="*/ 15075748 w 21052572"/>
              <a:gd name="connsiteY3403" fmla="*/ 2890082 h 8402012"/>
              <a:gd name="connsiteX3404" fmla="*/ 15019906 w 21052572"/>
              <a:gd name="connsiteY3404" fmla="*/ 2922718 h 8402012"/>
              <a:gd name="connsiteX3405" fmla="*/ 15059170 w 21052572"/>
              <a:gd name="connsiteY3405" fmla="*/ 2888758 h 8402012"/>
              <a:gd name="connsiteX3406" fmla="*/ 13732545 w 21052572"/>
              <a:gd name="connsiteY3406" fmla="*/ 2888327 h 8402012"/>
              <a:gd name="connsiteX3407" fmla="*/ 13732545 w 21052572"/>
              <a:gd name="connsiteY3407" fmla="*/ 2920566 h 8402012"/>
              <a:gd name="connsiteX3408" fmla="*/ 13732545 w 21052572"/>
              <a:gd name="connsiteY3408" fmla="*/ 2888327 h 8402012"/>
              <a:gd name="connsiteX3409" fmla="*/ 13675585 w 21052572"/>
              <a:gd name="connsiteY3409" fmla="*/ 2888327 h 8402012"/>
              <a:gd name="connsiteX3410" fmla="*/ 13680782 w 21052572"/>
              <a:gd name="connsiteY3410" fmla="*/ 2891501 h 8402012"/>
              <a:gd name="connsiteX3411" fmla="*/ 13676487 w 21052572"/>
              <a:gd name="connsiteY3411" fmla="*/ 2893083 h 8402012"/>
              <a:gd name="connsiteX3412" fmla="*/ 18905496 w 21052572"/>
              <a:gd name="connsiteY3412" fmla="*/ 2886509 h 8402012"/>
              <a:gd name="connsiteX3413" fmla="*/ 18887532 w 21052572"/>
              <a:gd name="connsiteY3413" fmla="*/ 2918616 h 8402012"/>
              <a:gd name="connsiteX3414" fmla="*/ 18905496 w 21052572"/>
              <a:gd name="connsiteY3414" fmla="*/ 2886509 h 8402012"/>
              <a:gd name="connsiteX3415" fmla="*/ 15824664 w 21052572"/>
              <a:gd name="connsiteY3415" fmla="*/ 2886509 h 8402012"/>
              <a:gd name="connsiteX3416" fmla="*/ 15806702 w 21052572"/>
              <a:gd name="connsiteY3416" fmla="*/ 2918617 h 8402012"/>
              <a:gd name="connsiteX3417" fmla="*/ 15824664 w 21052572"/>
              <a:gd name="connsiteY3417" fmla="*/ 2886509 h 8402012"/>
              <a:gd name="connsiteX3418" fmla="*/ 14787662 w 21052572"/>
              <a:gd name="connsiteY3418" fmla="*/ 2886509 h 8402012"/>
              <a:gd name="connsiteX3419" fmla="*/ 14814962 w 21052572"/>
              <a:gd name="connsiteY3419" fmla="*/ 2918618 h 8402012"/>
              <a:gd name="connsiteX3420" fmla="*/ 14787662 w 21052572"/>
              <a:gd name="connsiteY3420" fmla="*/ 2886509 h 8402012"/>
              <a:gd name="connsiteX3421" fmla="*/ 20540612 w 21052572"/>
              <a:gd name="connsiteY3421" fmla="*/ 2886508 h 8402012"/>
              <a:gd name="connsiteX3422" fmla="*/ 20527484 w 21052572"/>
              <a:gd name="connsiteY3422" fmla="*/ 2918616 h 8402012"/>
              <a:gd name="connsiteX3423" fmla="*/ 20540612 w 21052572"/>
              <a:gd name="connsiteY3423" fmla="*/ 2886508 h 8402012"/>
              <a:gd name="connsiteX3424" fmla="*/ 19773868 w 21052572"/>
              <a:gd name="connsiteY3424" fmla="*/ 2886508 h 8402012"/>
              <a:gd name="connsiteX3425" fmla="*/ 19810760 w 21052572"/>
              <a:gd name="connsiteY3425" fmla="*/ 2905773 h 8402012"/>
              <a:gd name="connsiteX3426" fmla="*/ 19798460 w 21052572"/>
              <a:gd name="connsiteY3426" fmla="*/ 2918616 h 8402012"/>
              <a:gd name="connsiteX3427" fmla="*/ 19773868 w 21052572"/>
              <a:gd name="connsiteY3427" fmla="*/ 2886508 h 8402012"/>
              <a:gd name="connsiteX3428" fmla="*/ 15322112 w 21052572"/>
              <a:gd name="connsiteY3428" fmla="*/ 2886507 h 8402012"/>
              <a:gd name="connsiteX3429" fmla="*/ 15322112 w 21052572"/>
              <a:gd name="connsiteY3429" fmla="*/ 2938724 h 8402012"/>
              <a:gd name="connsiteX3430" fmla="*/ 15308462 w 21052572"/>
              <a:gd name="connsiteY3430" fmla="*/ 2951777 h 8402012"/>
              <a:gd name="connsiteX3431" fmla="*/ 15322112 w 21052572"/>
              <a:gd name="connsiteY3431" fmla="*/ 2886507 h 8402012"/>
              <a:gd name="connsiteX3432" fmla="*/ 18636328 w 21052572"/>
              <a:gd name="connsiteY3432" fmla="*/ 2886505 h 8402012"/>
              <a:gd name="connsiteX3433" fmla="*/ 18673220 w 21052572"/>
              <a:gd name="connsiteY3433" fmla="*/ 2917249 h 8402012"/>
              <a:gd name="connsiteX3434" fmla="*/ 18636328 w 21052572"/>
              <a:gd name="connsiteY3434" fmla="*/ 2886505 h 8402012"/>
              <a:gd name="connsiteX3435" fmla="*/ 16195902 w 21052572"/>
              <a:gd name="connsiteY3435" fmla="*/ 2880282 h 8402012"/>
              <a:gd name="connsiteX3436" fmla="*/ 16355874 w 21052572"/>
              <a:gd name="connsiteY3436" fmla="*/ 2931780 h 8402012"/>
              <a:gd name="connsiteX3437" fmla="*/ 16625598 w 21052572"/>
              <a:gd name="connsiteY3437" fmla="*/ 3045891 h 8402012"/>
              <a:gd name="connsiteX3438" fmla="*/ 16599704 w 21052572"/>
              <a:gd name="connsiteY3438" fmla="*/ 3097079 h 8402012"/>
              <a:gd name="connsiteX3439" fmla="*/ 16542524 w 21052572"/>
              <a:gd name="connsiteY3439" fmla="*/ 3103477 h 8402012"/>
              <a:gd name="connsiteX3440" fmla="*/ 16426002 w 21052572"/>
              <a:gd name="connsiteY3440" fmla="*/ 3077884 h 8402012"/>
              <a:gd name="connsiteX3441" fmla="*/ 16380690 w 21052572"/>
              <a:gd name="connsiteY3441" fmla="*/ 3026695 h 8402012"/>
              <a:gd name="connsiteX3442" fmla="*/ 16317034 w 21052572"/>
              <a:gd name="connsiteY3442" fmla="*/ 3026695 h 8402012"/>
              <a:gd name="connsiteX3443" fmla="*/ 16187568 w 21052572"/>
              <a:gd name="connsiteY3443" fmla="*/ 3001100 h 8402012"/>
              <a:gd name="connsiteX3444" fmla="*/ 16200514 w 21052572"/>
              <a:gd name="connsiteY3444" fmla="*/ 2981904 h 8402012"/>
              <a:gd name="connsiteX3445" fmla="*/ 16130386 w 21052572"/>
              <a:gd name="connsiteY3445" fmla="*/ 2970173 h 8402012"/>
              <a:gd name="connsiteX3446" fmla="*/ 16072126 w 21052572"/>
              <a:gd name="connsiteY3446" fmla="*/ 2906187 h 8402012"/>
              <a:gd name="connsiteX3447" fmla="*/ 16141950 w 21052572"/>
              <a:gd name="connsiteY3447" fmla="*/ 2880492 h 8402012"/>
              <a:gd name="connsiteX3448" fmla="*/ 16195902 w 21052572"/>
              <a:gd name="connsiteY3448" fmla="*/ 2880282 h 8402012"/>
              <a:gd name="connsiteX3449" fmla="*/ 19605004 w 21052572"/>
              <a:gd name="connsiteY3449" fmla="*/ 2872561 h 8402012"/>
              <a:gd name="connsiteX3450" fmla="*/ 19649572 w 21052572"/>
              <a:gd name="connsiteY3450" fmla="*/ 2889788 h 8402012"/>
              <a:gd name="connsiteX3451" fmla="*/ 19595852 w 21052572"/>
              <a:gd name="connsiteY3451" fmla="*/ 2922088 h 8402012"/>
              <a:gd name="connsiteX3452" fmla="*/ 19592456 w 21052572"/>
              <a:gd name="connsiteY3452" fmla="*/ 2919462 h 8402012"/>
              <a:gd name="connsiteX3453" fmla="*/ 19583776 w 21052572"/>
              <a:gd name="connsiteY3453" fmla="*/ 2929354 h 8402012"/>
              <a:gd name="connsiteX3454" fmla="*/ 19574796 w 21052572"/>
              <a:gd name="connsiteY3454" fmla="*/ 2919115 h 8402012"/>
              <a:gd name="connsiteX3455" fmla="*/ 19579284 w 21052572"/>
              <a:gd name="connsiteY3455" fmla="*/ 2912398 h 8402012"/>
              <a:gd name="connsiteX3456" fmla="*/ 19582448 w 21052572"/>
              <a:gd name="connsiteY3456" fmla="*/ 2911723 h 8402012"/>
              <a:gd name="connsiteX3457" fmla="*/ 19579540 w 21052572"/>
              <a:gd name="connsiteY3457" fmla="*/ 2909476 h 8402012"/>
              <a:gd name="connsiteX3458" fmla="*/ 19605004 w 21052572"/>
              <a:gd name="connsiteY3458" fmla="*/ 2872561 h 8402012"/>
              <a:gd name="connsiteX3459" fmla="*/ 15218912 w 21052572"/>
              <a:gd name="connsiteY3459" fmla="*/ 2867551 h 8402012"/>
              <a:gd name="connsiteX3460" fmla="*/ 15265268 w 21052572"/>
              <a:gd name="connsiteY3460" fmla="*/ 2886990 h 8402012"/>
              <a:gd name="connsiteX3461" fmla="*/ 15252024 w 21052572"/>
              <a:gd name="connsiteY3461" fmla="*/ 2951785 h 8402012"/>
              <a:gd name="connsiteX3462" fmla="*/ 15185798 w 21052572"/>
              <a:gd name="connsiteY3462" fmla="*/ 2938827 h 8402012"/>
              <a:gd name="connsiteX3463" fmla="*/ 15218912 w 21052572"/>
              <a:gd name="connsiteY3463" fmla="*/ 2867551 h 8402012"/>
              <a:gd name="connsiteX3464" fmla="*/ 18602124 w 21052572"/>
              <a:gd name="connsiteY3464" fmla="*/ 2864682 h 8402012"/>
              <a:gd name="connsiteX3465" fmla="*/ 18565232 w 21052572"/>
              <a:gd name="connsiteY3465" fmla="*/ 2891134 h 8402012"/>
              <a:gd name="connsiteX3466" fmla="*/ 18602124 w 21052572"/>
              <a:gd name="connsiteY3466" fmla="*/ 2864682 h 8402012"/>
              <a:gd name="connsiteX3467" fmla="*/ 14076700 w 21052572"/>
              <a:gd name="connsiteY3467" fmla="*/ 2864216 h 8402012"/>
              <a:gd name="connsiteX3468" fmla="*/ 14113564 w 21052572"/>
              <a:gd name="connsiteY3468" fmla="*/ 2888811 h 8402012"/>
              <a:gd name="connsiteX3469" fmla="*/ 14076700 w 21052572"/>
              <a:gd name="connsiteY3469" fmla="*/ 2864216 h 8402012"/>
              <a:gd name="connsiteX3470" fmla="*/ 13578001 w 21052572"/>
              <a:gd name="connsiteY3470" fmla="*/ 2864216 h 8402012"/>
              <a:gd name="connsiteX3471" fmla="*/ 13541109 w 21052572"/>
              <a:gd name="connsiteY3471" fmla="*/ 2888811 h 8402012"/>
              <a:gd name="connsiteX3472" fmla="*/ 13578001 w 21052572"/>
              <a:gd name="connsiteY3472" fmla="*/ 2864216 h 8402012"/>
              <a:gd name="connsiteX3473" fmla="*/ 16056876 w 21052572"/>
              <a:gd name="connsiteY3473" fmla="*/ 2862810 h 8402012"/>
              <a:gd name="connsiteX3474" fmla="*/ 16044468 w 21052572"/>
              <a:gd name="connsiteY3474" fmla="*/ 2921552 h 8402012"/>
              <a:gd name="connsiteX3475" fmla="*/ 16001034 w 21052572"/>
              <a:gd name="connsiteY3475" fmla="*/ 2882392 h 8402012"/>
              <a:gd name="connsiteX3476" fmla="*/ 16056876 w 21052572"/>
              <a:gd name="connsiteY3476" fmla="*/ 2862810 h 8402012"/>
              <a:gd name="connsiteX3477" fmla="*/ 17451392 w 21052572"/>
              <a:gd name="connsiteY3477" fmla="*/ 2862808 h 8402012"/>
              <a:gd name="connsiteX3478" fmla="*/ 17507236 w 21052572"/>
              <a:gd name="connsiteY3478" fmla="*/ 2876034 h 8402012"/>
              <a:gd name="connsiteX3479" fmla="*/ 17451392 w 21052572"/>
              <a:gd name="connsiteY3479" fmla="*/ 2862808 h 8402012"/>
              <a:gd name="connsiteX3480" fmla="*/ 15697688 w 21052572"/>
              <a:gd name="connsiteY3480" fmla="*/ 2862808 h 8402012"/>
              <a:gd name="connsiteX3481" fmla="*/ 15715650 w 21052572"/>
              <a:gd name="connsiteY3481" fmla="*/ 2890107 h 8402012"/>
              <a:gd name="connsiteX3482" fmla="*/ 15697688 w 21052572"/>
              <a:gd name="connsiteY3482" fmla="*/ 2862808 h 8402012"/>
              <a:gd name="connsiteX3483" fmla="*/ 11828129 w 21052572"/>
              <a:gd name="connsiteY3483" fmla="*/ 2862535 h 8402012"/>
              <a:gd name="connsiteX3484" fmla="*/ 11846399 w 21052572"/>
              <a:gd name="connsiteY3484" fmla="*/ 2888327 h 8402012"/>
              <a:gd name="connsiteX3485" fmla="*/ 11828129 w 21052572"/>
              <a:gd name="connsiteY3485" fmla="*/ 2862535 h 8402012"/>
              <a:gd name="connsiteX3486" fmla="*/ 19230976 w 21052572"/>
              <a:gd name="connsiteY3486" fmla="*/ 2859636 h 8402012"/>
              <a:gd name="connsiteX3487" fmla="*/ 19298820 w 21052572"/>
              <a:gd name="connsiteY3487" fmla="*/ 2904400 h 8402012"/>
              <a:gd name="connsiteX3488" fmla="*/ 19209836 w 21052572"/>
              <a:gd name="connsiteY3488" fmla="*/ 2872568 h 8402012"/>
              <a:gd name="connsiteX3489" fmla="*/ 19230976 w 21052572"/>
              <a:gd name="connsiteY3489" fmla="*/ 2859636 h 8402012"/>
              <a:gd name="connsiteX3490" fmla="*/ 15155756 w 21052572"/>
              <a:gd name="connsiteY3490" fmla="*/ 2857099 h 8402012"/>
              <a:gd name="connsiteX3491" fmla="*/ 15185898 w 21052572"/>
              <a:gd name="connsiteY3491" fmla="*/ 2870343 h 8402012"/>
              <a:gd name="connsiteX3492" fmla="*/ 15166346 w 21052572"/>
              <a:gd name="connsiteY3492" fmla="*/ 2916699 h 8402012"/>
              <a:gd name="connsiteX3493" fmla="*/ 15095742 w 21052572"/>
              <a:gd name="connsiteY3493" fmla="*/ 2923322 h 8402012"/>
              <a:gd name="connsiteX3494" fmla="*/ 15120726 w 21052572"/>
              <a:gd name="connsiteY3494" fmla="*/ 2863721 h 8402012"/>
              <a:gd name="connsiteX3495" fmla="*/ 15155756 w 21052572"/>
              <a:gd name="connsiteY3495" fmla="*/ 2857099 h 8402012"/>
              <a:gd name="connsiteX3496" fmla="*/ 14905535 w 21052572"/>
              <a:gd name="connsiteY3496" fmla="*/ 2855416 h 8402012"/>
              <a:gd name="connsiteX3497" fmla="*/ 14933504 w 21052572"/>
              <a:gd name="connsiteY3497" fmla="*/ 2855416 h 8402012"/>
              <a:gd name="connsiteX3498" fmla="*/ 14882454 w 21052572"/>
              <a:gd name="connsiteY3498" fmla="*/ 2875890 h 8402012"/>
              <a:gd name="connsiteX3499" fmla="*/ 14905535 w 21052572"/>
              <a:gd name="connsiteY3499" fmla="*/ 2855416 h 8402012"/>
              <a:gd name="connsiteX3500" fmla="*/ 13028326 w 21052572"/>
              <a:gd name="connsiteY3500" fmla="*/ 2853810 h 8402012"/>
              <a:gd name="connsiteX3501" fmla="*/ 13075510 w 21052572"/>
              <a:gd name="connsiteY3501" fmla="*/ 2860290 h 8402012"/>
              <a:gd name="connsiteX3502" fmla="*/ 12996041 w 21052572"/>
              <a:gd name="connsiteY3502" fmla="*/ 2886208 h 8402012"/>
              <a:gd name="connsiteX3503" fmla="*/ 13028326 w 21052572"/>
              <a:gd name="connsiteY3503" fmla="*/ 2853810 h 8402012"/>
              <a:gd name="connsiteX3504" fmla="*/ 15960480 w 21052572"/>
              <a:gd name="connsiteY3504" fmla="*/ 2843852 h 8402012"/>
              <a:gd name="connsiteX3505" fmla="*/ 15966800 w 21052572"/>
              <a:gd name="connsiteY3505" fmla="*/ 2864325 h 8402012"/>
              <a:gd name="connsiteX3506" fmla="*/ 15960480 w 21052572"/>
              <a:gd name="connsiteY3506" fmla="*/ 2843852 h 8402012"/>
              <a:gd name="connsiteX3507" fmla="*/ 17972312 w 21052572"/>
              <a:gd name="connsiteY3507" fmla="*/ 2843851 h 8402012"/>
              <a:gd name="connsiteX3508" fmla="*/ 18075948 w 21052572"/>
              <a:gd name="connsiteY3508" fmla="*/ 2888087 h 8402012"/>
              <a:gd name="connsiteX3509" fmla="*/ 17965768 w 21052572"/>
              <a:gd name="connsiteY3509" fmla="*/ 2907045 h 8402012"/>
              <a:gd name="connsiteX3510" fmla="*/ 17972312 w 21052572"/>
              <a:gd name="connsiteY3510" fmla="*/ 2843851 h 8402012"/>
              <a:gd name="connsiteX3511" fmla="*/ 19208740 w 21052572"/>
              <a:gd name="connsiteY3511" fmla="*/ 2843848 h 8402012"/>
              <a:gd name="connsiteX3512" fmla="*/ 19195616 w 21052572"/>
              <a:gd name="connsiteY3512" fmla="*/ 2861809 h 8402012"/>
              <a:gd name="connsiteX3513" fmla="*/ 19208740 w 21052572"/>
              <a:gd name="connsiteY3513" fmla="*/ 2843848 h 8402012"/>
              <a:gd name="connsiteX3514" fmla="*/ 12033401 w 21052572"/>
              <a:gd name="connsiteY3514" fmla="*/ 2830301 h 8402012"/>
              <a:gd name="connsiteX3515" fmla="*/ 12051672 w 21052572"/>
              <a:gd name="connsiteY3515" fmla="*/ 2862535 h 8402012"/>
              <a:gd name="connsiteX3516" fmla="*/ 12033401 w 21052572"/>
              <a:gd name="connsiteY3516" fmla="*/ 2830301 h 8402012"/>
              <a:gd name="connsiteX3517" fmla="*/ 17110132 w 21052572"/>
              <a:gd name="connsiteY3517" fmla="*/ 2829636 h 8402012"/>
              <a:gd name="connsiteX3518" fmla="*/ 17193080 w 21052572"/>
              <a:gd name="connsiteY3518" fmla="*/ 2842347 h 8402012"/>
              <a:gd name="connsiteX3519" fmla="*/ 17148912 w 21052572"/>
              <a:gd name="connsiteY3519" fmla="*/ 2918627 h 8402012"/>
              <a:gd name="connsiteX3520" fmla="*/ 17110132 w 21052572"/>
              <a:gd name="connsiteY3520" fmla="*/ 2829636 h 8402012"/>
              <a:gd name="connsiteX3521" fmla="*/ 19711248 w 21052572"/>
              <a:gd name="connsiteY3521" fmla="*/ 2829631 h 8402012"/>
              <a:gd name="connsiteX3522" fmla="*/ 19693288 w 21052572"/>
              <a:gd name="connsiteY3522" fmla="*/ 2861738 h 8402012"/>
              <a:gd name="connsiteX3523" fmla="*/ 19711248 w 21052572"/>
              <a:gd name="connsiteY3523" fmla="*/ 2829631 h 8402012"/>
              <a:gd name="connsiteX3524" fmla="*/ 20488540 w 21052572"/>
              <a:gd name="connsiteY3524" fmla="*/ 2829626 h 8402012"/>
              <a:gd name="connsiteX3525" fmla="*/ 20451648 w 21052572"/>
              <a:gd name="connsiteY3525" fmla="*/ 2860369 h 8402012"/>
              <a:gd name="connsiteX3526" fmla="*/ 20488540 w 21052572"/>
              <a:gd name="connsiteY3526" fmla="*/ 2829626 h 8402012"/>
              <a:gd name="connsiteX3527" fmla="*/ 10620404 w 21052572"/>
              <a:gd name="connsiteY3527" fmla="*/ 2827080 h 8402012"/>
              <a:gd name="connsiteX3528" fmla="*/ 10601865 w 21052572"/>
              <a:gd name="connsiteY3528" fmla="*/ 2862535 h 8402012"/>
              <a:gd name="connsiteX3529" fmla="*/ 10653451 w 21052572"/>
              <a:gd name="connsiteY3529" fmla="*/ 2830301 h 8402012"/>
              <a:gd name="connsiteX3530" fmla="*/ 10620404 w 21052572"/>
              <a:gd name="connsiteY3530" fmla="*/ 2827080 h 8402012"/>
              <a:gd name="connsiteX3531" fmla="*/ 17386476 w 21052572"/>
              <a:gd name="connsiteY3531" fmla="*/ 2825331 h 8402012"/>
              <a:gd name="connsiteX3532" fmla="*/ 17412412 w 21052572"/>
              <a:gd name="connsiteY3532" fmla="*/ 2828639 h 8402012"/>
              <a:gd name="connsiteX3533" fmla="*/ 17412412 w 21052572"/>
              <a:gd name="connsiteY3533" fmla="*/ 2861705 h 8402012"/>
              <a:gd name="connsiteX3534" fmla="*/ 17361340 w 21052572"/>
              <a:gd name="connsiteY3534" fmla="*/ 2841864 h 8402012"/>
              <a:gd name="connsiteX3535" fmla="*/ 17386476 w 21052572"/>
              <a:gd name="connsiteY3535" fmla="*/ 2825331 h 8402012"/>
              <a:gd name="connsiteX3536" fmla="*/ 11956021 w 21052572"/>
              <a:gd name="connsiteY3536" fmla="*/ 2822248 h 8402012"/>
              <a:gd name="connsiteX3537" fmla="*/ 11897986 w 21052572"/>
              <a:gd name="connsiteY3537" fmla="*/ 2830301 h 8402012"/>
              <a:gd name="connsiteX3538" fmla="*/ 11994711 w 21052572"/>
              <a:gd name="connsiteY3538" fmla="*/ 2862535 h 8402012"/>
              <a:gd name="connsiteX3539" fmla="*/ 11956021 w 21052572"/>
              <a:gd name="connsiteY3539" fmla="*/ 2822248 h 8402012"/>
              <a:gd name="connsiteX3540" fmla="*/ 15870978 w 21052572"/>
              <a:gd name="connsiteY3540" fmla="*/ 2820033 h 8402012"/>
              <a:gd name="connsiteX3541" fmla="*/ 15962034 w 21052572"/>
              <a:gd name="connsiteY3541" fmla="*/ 2874477 h 8402012"/>
              <a:gd name="connsiteX3542" fmla="*/ 15915670 w 21052572"/>
              <a:gd name="connsiteY3542" fmla="*/ 2877247 h 8402012"/>
              <a:gd name="connsiteX3543" fmla="*/ 15917266 w 21052572"/>
              <a:gd name="connsiteY3543" fmla="*/ 2886254 h 8402012"/>
              <a:gd name="connsiteX3544" fmla="*/ 15922280 w 21052572"/>
              <a:gd name="connsiteY3544" fmla="*/ 2883449 h 8402012"/>
              <a:gd name="connsiteX3545" fmla="*/ 15923202 w 21052572"/>
              <a:gd name="connsiteY3545" fmla="*/ 2904219 h 8402012"/>
              <a:gd name="connsiteX3546" fmla="*/ 15923194 w 21052572"/>
              <a:gd name="connsiteY3546" fmla="*/ 2904270 h 8402012"/>
              <a:gd name="connsiteX3547" fmla="*/ 15924200 w 21052572"/>
              <a:gd name="connsiteY3547" fmla="*/ 2907288 h 8402012"/>
              <a:gd name="connsiteX3548" fmla="*/ 15922796 w 21052572"/>
              <a:gd name="connsiteY3548" fmla="*/ 2906383 h 8402012"/>
              <a:gd name="connsiteX3549" fmla="*/ 15922280 w 21052572"/>
              <a:gd name="connsiteY3549" fmla="*/ 2909137 h 8402012"/>
              <a:gd name="connsiteX3550" fmla="*/ 15920932 w 21052572"/>
              <a:gd name="connsiteY3550" fmla="*/ 2905181 h 8402012"/>
              <a:gd name="connsiteX3551" fmla="*/ 15877176 w 21052572"/>
              <a:gd name="connsiteY3551" fmla="*/ 2876938 h 8402012"/>
              <a:gd name="connsiteX3552" fmla="*/ 15839882 w 21052572"/>
              <a:gd name="connsiteY3552" fmla="*/ 2821983 h 8402012"/>
              <a:gd name="connsiteX3553" fmla="*/ 15870978 w 21052572"/>
              <a:gd name="connsiteY3553" fmla="*/ 2820033 h 8402012"/>
              <a:gd name="connsiteX3554" fmla="*/ 17348760 w 21052572"/>
              <a:gd name="connsiteY3554" fmla="*/ 2811050 h 8402012"/>
              <a:gd name="connsiteX3555" fmla="*/ 17360244 w 21052572"/>
              <a:gd name="connsiteY3555" fmla="*/ 2819586 h 8402012"/>
              <a:gd name="connsiteX3556" fmla="*/ 17347120 w 21052572"/>
              <a:gd name="connsiteY3556" fmla="*/ 2833234 h 8402012"/>
              <a:gd name="connsiteX3557" fmla="*/ 17348760 w 21052572"/>
              <a:gd name="connsiteY3557" fmla="*/ 2811050 h 8402012"/>
              <a:gd name="connsiteX3558" fmla="*/ 14763053 w 21052572"/>
              <a:gd name="connsiteY3558" fmla="*/ 2801454 h 8402012"/>
              <a:gd name="connsiteX3559" fmla="*/ 14843473 w 21052572"/>
              <a:gd name="connsiteY3559" fmla="*/ 2844944 h 8402012"/>
              <a:gd name="connsiteX3560" fmla="*/ 14754147 w 21052572"/>
              <a:gd name="connsiteY3560" fmla="*/ 2858068 h 8402012"/>
              <a:gd name="connsiteX3561" fmla="*/ 14678645 w 21052572"/>
              <a:gd name="connsiteY3561" fmla="*/ 2812121 h 8402012"/>
              <a:gd name="connsiteX3562" fmla="*/ 14763053 w 21052572"/>
              <a:gd name="connsiteY3562" fmla="*/ 2801454 h 8402012"/>
              <a:gd name="connsiteX3563" fmla="*/ 10692142 w 21052572"/>
              <a:gd name="connsiteY3563" fmla="*/ 2798035 h 8402012"/>
              <a:gd name="connsiteX3564" fmla="*/ 10672797 w 21052572"/>
              <a:gd name="connsiteY3564" fmla="*/ 2830301 h 8402012"/>
              <a:gd name="connsiteX3565" fmla="*/ 10692142 w 21052572"/>
              <a:gd name="connsiteY3565" fmla="*/ 2798035 h 8402012"/>
              <a:gd name="connsiteX3566" fmla="*/ 17052180 w 21052572"/>
              <a:gd name="connsiteY3566" fmla="*/ 2796444 h 8402012"/>
              <a:gd name="connsiteX3567" fmla="*/ 17052180 w 21052572"/>
              <a:gd name="connsiteY3567" fmla="*/ 2860116 h 8402012"/>
              <a:gd name="connsiteX3568" fmla="*/ 17001548 w 21052572"/>
              <a:gd name="connsiteY3568" fmla="*/ 2853749 h 8402012"/>
              <a:gd name="connsiteX3569" fmla="*/ 17052180 w 21052572"/>
              <a:gd name="connsiteY3569" fmla="*/ 2796444 h 8402012"/>
              <a:gd name="connsiteX3570" fmla="*/ 19654372 w 21052572"/>
              <a:gd name="connsiteY3570" fmla="*/ 2796442 h 8402012"/>
              <a:gd name="connsiteX3571" fmla="*/ 19636408 w 21052572"/>
              <a:gd name="connsiteY3571" fmla="*/ 2828557 h 8402012"/>
              <a:gd name="connsiteX3572" fmla="*/ 19654372 w 21052572"/>
              <a:gd name="connsiteY3572" fmla="*/ 2796442 h 8402012"/>
              <a:gd name="connsiteX3573" fmla="*/ 19228796 w 21052572"/>
              <a:gd name="connsiteY3573" fmla="*/ 2796442 h 8402012"/>
              <a:gd name="connsiteX3574" fmla="*/ 19241924 w 21052572"/>
              <a:gd name="connsiteY3574" fmla="*/ 2828557 h 8402012"/>
              <a:gd name="connsiteX3575" fmla="*/ 19228796 w 21052572"/>
              <a:gd name="connsiteY3575" fmla="*/ 2796442 h 8402012"/>
              <a:gd name="connsiteX3576" fmla="*/ 17317612 w 21052572"/>
              <a:gd name="connsiteY3576" fmla="*/ 2796442 h 8402012"/>
              <a:gd name="connsiteX3577" fmla="*/ 17285504 w 21052572"/>
              <a:gd name="connsiteY3577" fmla="*/ 2827196 h 8402012"/>
              <a:gd name="connsiteX3578" fmla="*/ 17317612 w 21052572"/>
              <a:gd name="connsiteY3578" fmla="*/ 2796442 h 8402012"/>
              <a:gd name="connsiteX3579" fmla="*/ 15356430 w 21052572"/>
              <a:gd name="connsiteY3579" fmla="*/ 2786970 h 8402012"/>
              <a:gd name="connsiteX3580" fmla="*/ 15580966 w 21052572"/>
              <a:gd name="connsiteY3580" fmla="*/ 2806825 h 8402012"/>
              <a:gd name="connsiteX3581" fmla="*/ 15677656 w 21052572"/>
              <a:gd name="connsiteY3581" fmla="*/ 2866442 h 8402012"/>
              <a:gd name="connsiteX3582" fmla="*/ 15561628 w 21052572"/>
              <a:gd name="connsiteY3582" fmla="*/ 2866442 h 8402012"/>
              <a:gd name="connsiteX3583" fmla="*/ 15356430 w 21052572"/>
              <a:gd name="connsiteY3583" fmla="*/ 2786970 h 8402012"/>
              <a:gd name="connsiteX3584" fmla="*/ 16981960 w 21052572"/>
              <a:gd name="connsiteY3584" fmla="*/ 2778778 h 8402012"/>
              <a:gd name="connsiteX3585" fmla="*/ 16994872 w 21052572"/>
              <a:gd name="connsiteY3585" fmla="*/ 2790923 h 8402012"/>
              <a:gd name="connsiteX3586" fmla="*/ 16944244 w 21052572"/>
              <a:gd name="connsiteY3586" fmla="*/ 2829808 h 8402012"/>
              <a:gd name="connsiteX3587" fmla="*/ 16981960 w 21052572"/>
              <a:gd name="connsiteY3587" fmla="*/ 2778778 h 8402012"/>
              <a:gd name="connsiteX3588" fmla="*/ 19129260 w 21052572"/>
              <a:gd name="connsiteY3588" fmla="*/ 2772745 h 8402012"/>
              <a:gd name="connsiteX3589" fmla="*/ 19147220 w 21052572"/>
              <a:gd name="connsiteY3589" fmla="*/ 2800041 h 8402012"/>
              <a:gd name="connsiteX3590" fmla="*/ 19129260 w 21052572"/>
              <a:gd name="connsiteY3590" fmla="*/ 2772745 h 8402012"/>
              <a:gd name="connsiteX3591" fmla="*/ 19090348 w 21052572"/>
              <a:gd name="connsiteY3591" fmla="*/ 2772744 h 8402012"/>
              <a:gd name="connsiteX3592" fmla="*/ 19072384 w 21052572"/>
              <a:gd name="connsiteY3592" fmla="*/ 2828593 h 8402012"/>
              <a:gd name="connsiteX3593" fmla="*/ 19090348 w 21052572"/>
              <a:gd name="connsiteY3593" fmla="*/ 2772744 h 8402012"/>
              <a:gd name="connsiteX3594" fmla="*/ 17260752 w 21052572"/>
              <a:gd name="connsiteY3594" fmla="*/ 2772744 h 8402012"/>
              <a:gd name="connsiteX3595" fmla="*/ 17260752 w 21052572"/>
              <a:gd name="connsiteY3595" fmla="*/ 2828593 h 8402012"/>
              <a:gd name="connsiteX3596" fmla="*/ 17222836 w 21052572"/>
              <a:gd name="connsiteY3596" fmla="*/ 2828593 h 8402012"/>
              <a:gd name="connsiteX3597" fmla="*/ 17204928 w 21052572"/>
              <a:gd name="connsiteY3597" fmla="*/ 2791359 h 8402012"/>
              <a:gd name="connsiteX3598" fmla="*/ 17260752 w 21052572"/>
              <a:gd name="connsiteY3598" fmla="*/ 2772744 h 8402012"/>
              <a:gd name="connsiteX3599" fmla="*/ 15730866 w 21052572"/>
              <a:gd name="connsiteY3599" fmla="*/ 2772744 h 8402012"/>
              <a:gd name="connsiteX3600" fmla="*/ 15819850 w 21052572"/>
              <a:gd name="connsiteY3600" fmla="*/ 2797558 h 8402012"/>
              <a:gd name="connsiteX3601" fmla="*/ 15730866 w 21052572"/>
              <a:gd name="connsiteY3601" fmla="*/ 2828593 h 8402012"/>
              <a:gd name="connsiteX3602" fmla="*/ 15730866 w 21052572"/>
              <a:gd name="connsiteY3602" fmla="*/ 2772744 h 8402012"/>
              <a:gd name="connsiteX3603" fmla="*/ 19595244 w 21052572"/>
              <a:gd name="connsiteY3603" fmla="*/ 2770102 h 8402012"/>
              <a:gd name="connsiteX3604" fmla="*/ 19625828 w 21052572"/>
              <a:gd name="connsiteY3604" fmla="*/ 2771753 h 8402012"/>
              <a:gd name="connsiteX3605" fmla="*/ 19579536 w 21052572"/>
              <a:gd name="connsiteY3605" fmla="*/ 2798205 h 8402012"/>
              <a:gd name="connsiteX3606" fmla="*/ 19595244 w 21052572"/>
              <a:gd name="connsiteY3606" fmla="*/ 2770102 h 8402012"/>
              <a:gd name="connsiteX3607" fmla="*/ 17184944 w 21052572"/>
              <a:gd name="connsiteY3607" fmla="*/ 2741601 h 8402012"/>
              <a:gd name="connsiteX3608" fmla="*/ 17148052 w 21052572"/>
              <a:gd name="connsiteY3608" fmla="*/ 2774327 h 8402012"/>
              <a:gd name="connsiteX3609" fmla="*/ 17184944 w 21052572"/>
              <a:gd name="connsiteY3609" fmla="*/ 2741601 h 8402012"/>
              <a:gd name="connsiteX3610" fmla="*/ 17730040 w 21052572"/>
              <a:gd name="connsiteY3610" fmla="*/ 2739568 h 8402012"/>
              <a:gd name="connsiteX3611" fmla="*/ 17712076 w 21052572"/>
              <a:gd name="connsiteY3611" fmla="*/ 2771638 h 8402012"/>
              <a:gd name="connsiteX3612" fmla="*/ 17730040 w 21052572"/>
              <a:gd name="connsiteY3612" fmla="*/ 2739568 h 8402012"/>
              <a:gd name="connsiteX3613" fmla="*/ 15184802 w 21052572"/>
              <a:gd name="connsiteY3613" fmla="*/ 2739568 h 8402012"/>
              <a:gd name="connsiteX3614" fmla="*/ 15166838 w 21052572"/>
              <a:gd name="connsiteY3614" fmla="*/ 2771638 h 8402012"/>
              <a:gd name="connsiteX3615" fmla="*/ 15184802 w 21052572"/>
              <a:gd name="connsiteY3615" fmla="*/ 2739568 h 8402012"/>
              <a:gd name="connsiteX3616" fmla="*/ 12595215 w 21052572"/>
              <a:gd name="connsiteY3616" fmla="*/ 2737736 h 8402012"/>
              <a:gd name="connsiteX3617" fmla="*/ 12558943 w 21052572"/>
              <a:gd name="connsiteY3617" fmla="*/ 2741094 h 8402012"/>
              <a:gd name="connsiteX3618" fmla="*/ 12616978 w 21052572"/>
              <a:gd name="connsiteY3618" fmla="*/ 2772256 h 8402012"/>
              <a:gd name="connsiteX3619" fmla="*/ 12595215 w 21052572"/>
              <a:gd name="connsiteY3619" fmla="*/ 2737736 h 8402012"/>
              <a:gd name="connsiteX3620" fmla="*/ 19019644 w 21052572"/>
              <a:gd name="connsiteY3620" fmla="*/ 2736633 h 8402012"/>
              <a:gd name="connsiteX3621" fmla="*/ 19052364 w 21052572"/>
              <a:gd name="connsiteY3621" fmla="*/ 2739999 h 8402012"/>
              <a:gd name="connsiteX3622" fmla="*/ 19001288 w 21052572"/>
              <a:gd name="connsiteY3622" fmla="*/ 2771235 h 8402012"/>
              <a:gd name="connsiteX3623" fmla="*/ 19019644 w 21052572"/>
              <a:gd name="connsiteY3623" fmla="*/ 2736633 h 8402012"/>
              <a:gd name="connsiteX3624" fmla="*/ 19515076 w 21052572"/>
              <a:gd name="connsiteY3624" fmla="*/ 2706584 h 8402012"/>
              <a:gd name="connsiteX3625" fmla="*/ 19545324 w 21052572"/>
              <a:gd name="connsiteY3625" fmla="*/ 2725737 h 8402012"/>
              <a:gd name="connsiteX3626" fmla="*/ 19532916 w 21052572"/>
              <a:gd name="connsiteY3626" fmla="*/ 2738505 h 8402012"/>
              <a:gd name="connsiteX3627" fmla="*/ 19489480 w 21052572"/>
              <a:gd name="connsiteY3627" fmla="*/ 2725737 h 8402012"/>
              <a:gd name="connsiteX3628" fmla="*/ 19515076 w 21052572"/>
              <a:gd name="connsiteY3628" fmla="*/ 2706584 h 8402012"/>
              <a:gd name="connsiteX3629" fmla="*/ 20317936 w 21052572"/>
              <a:gd name="connsiteY3629" fmla="*/ 2706391 h 8402012"/>
              <a:gd name="connsiteX3630" fmla="*/ 20299976 w 21052572"/>
              <a:gd name="connsiteY3630" fmla="*/ 2738499 h 8402012"/>
              <a:gd name="connsiteX3631" fmla="*/ 20317936 w 21052572"/>
              <a:gd name="connsiteY3631" fmla="*/ 2706391 h 8402012"/>
              <a:gd name="connsiteX3632" fmla="*/ 19938756 w 21052572"/>
              <a:gd name="connsiteY3632" fmla="*/ 2706391 h 8402012"/>
              <a:gd name="connsiteX3633" fmla="*/ 19920796 w 21052572"/>
              <a:gd name="connsiteY3633" fmla="*/ 2738499 h 8402012"/>
              <a:gd name="connsiteX3634" fmla="*/ 19938756 w 21052572"/>
              <a:gd name="connsiteY3634" fmla="*/ 2706391 h 8402012"/>
              <a:gd name="connsiteX3635" fmla="*/ 17654108 w 21052572"/>
              <a:gd name="connsiteY3635" fmla="*/ 2706391 h 8402012"/>
              <a:gd name="connsiteX3636" fmla="*/ 17640984 w 21052572"/>
              <a:gd name="connsiteY3636" fmla="*/ 2738499 h 8402012"/>
              <a:gd name="connsiteX3637" fmla="*/ 17654108 w 21052572"/>
              <a:gd name="connsiteY3637" fmla="*/ 2706391 h 8402012"/>
              <a:gd name="connsiteX3638" fmla="*/ 15557604 w 21052572"/>
              <a:gd name="connsiteY3638" fmla="*/ 2706390 h 8402012"/>
              <a:gd name="connsiteX3639" fmla="*/ 15639760 w 21052572"/>
              <a:gd name="connsiteY3639" fmla="*/ 2771641 h 8402012"/>
              <a:gd name="connsiteX3640" fmla="*/ 15527058 w 21052572"/>
              <a:gd name="connsiteY3640" fmla="*/ 2771641 h 8402012"/>
              <a:gd name="connsiteX3641" fmla="*/ 15557604 w 21052572"/>
              <a:gd name="connsiteY3641" fmla="*/ 2706390 h 8402012"/>
              <a:gd name="connsiteX3642" fmla="*/ 17071416 w 21052572"/>
              <a:gd name="connsiteY3642" fmla="*/ 2704216 h 8402012"/>
              <a:gd name="connsiteX3643" fmla="*/ 17109048 w 21052572"/>
              <a:gd name="connsiteY3643" fmla="*/ 2709548 h 8402012"/>
              <a:gd name="connsiteX3644" fmla="*/ 17050304 w 21052572"/>
              <a:gd name="connsiteY3644" fmla="*/ 2771691 h 8402012"/>
              <a:gd name="connsiteX3645" fmla="*/ 17056832 w 21052572"/>
              <a:gd name="connsiteY3645" fmla="*/ 2709548 h 8402012"/>
              <a:gd name="connsiteX3646" fmla="*/ 17071416 w 21052572"/>
              <a:gd name="connsiteY3646" fmla="*/ 2704216 h 8402012"/>
              <a:gd name="connsiteX3647" fmla="*/ 19477720 w 21052572"/>
              <a:gd name="connsiteY3647" fmla="*/ 2690421 h 8402012"/>
              <a:gd name="connsiteX3648" fmla="*/ 19488388 w 21052572"/>
              <a:gd name="connsiteY3648" fmla="*/ 2693415 h 8402012"/>
              <a:gd name="connsiteX3649" fmla="*/ 19481824 w 21052572"/>
              <a:gd name="connsiteY3649" fmla="*/ 2705389 h 8402012"/>
              <a:gd name="connsiteX3650" fmla="*/ 19477720 w 21052572"/>
              <a:gd name="connsiteY3650" fmla="*/ 2690421 h 8402012"/>
              <a:gd name="connsiteX3651" fmla="*/ 12790010 w 21052572"/>
              <a:gd name="connsiteY3651" fmla="*/ 2683064 h 8402012"/>
              <a:gd name="connsiteX3652" fmla="*/ 12636324 w 21052572"/>
              <a:gd name="connsiteY3652" fmla="*/ 2721752 h 8402012"/>
              <a:gd name="connsiteX3653" fmla="*/ 12673939 w 21052572"/>
              <a:gd name="connsiteY3653" fmla="*/ 2772256 h 8402012"/>
              <a:gd name="connsiteX3654" fmla="*/ 12719078 w 21052572"/>
              <a:gd name="connsiteY3654" fmla="*/ 2759362 h 8402012"/>
              <a:gd name="connsiteX3655" fmla="*/ 12809355 w 21052572"/>
              <a:gd name="connsiteY3655" fmla="*/ 2741094 h 8402012"/>
              <a:gd name="connsiteX3656" fmla="*/ 12790010 w 21052572"/>
              <a:gd name="connsiteY3656" fmla="*/ 2683064 h 8402012"/>
              <a:gd name="connsiteX3657" fmla="*/ 15389606 w 21052572"/>
              <a:gd name="connsiteY3657" fmla="*/ 2677952 h 8402012"/>
              <a:gd name="connsiteX3658" fmla="*/ 15421716 w 21052572"/>
              <a:gd name="connsiteY3658" fmla="*/ 2710586 h 8402012"/>
              <a:gd name="connsiteX3659" fmla="*/ 15389606 w 21052572"/>
              <a:gd name="connsiteY3659" fmla="*/ 2743221 h 8402012"/>
              <a:gd name="connsiteX3660" fmla="*/ 15389606 w 21052572"/>
              <a:gd name="connsiteY3660" fmla="*/ 2677952 h 8402012"/>
              <a:gd name="connsiteX3661" fmla="*/ 15358514 w 21052572"/>
              <a:gd name="connsiteY3661" fmla="*/ 2677952 h 8402012"/>
              <a:gd name="connsiteX3662" fmla="*/ 15378990 w 21052572"/>
              <a:gd name="connsiteY3662" fmla="*/ 2743221 h 8402012"/>
              <a:gd name="connsiteX3663" fmla="*/ 15358514 w 21052572"/>
              <a:gd name="connsiteY3663" fmla="*/ 2677952 h 8402012"/>
              <a:gd name="connsiteX3664" fmla="*/ 19090348 w 21052572"/>
              <a:gd name="connsiteY3664" fmla="*/ 2677951 h 8402012"/>
              <a:gd name="connsiteX3665" fmla="*/ 19072384 w 21052572"/>
              <a:gd name="connsiteY3665" fmla="*/ 2710058 h 8402012"/>
              <a:gd name="connsiteX3666" fmla="*/ 19090348 w 21052572"/>
              <a:gd name="connsiteY3666" fmla="*/ 2677951 h 8402012"/>
              <a:gd name="connsiteX3667" fmla="*/ 20279964 w 21052572"/>
              <a:gd name="connsiteY3667" fmla="*/ 2677950 h 8402012"/>
              <a:gd name="connsiteX3668" fmla="*/ 20262056 w 21052572"/>
              <a:gd name="connsiteY3668" fmla="*/ 2710058 h 8402012"/>
              <a:gd name="connsiteX3669" fmla="*/ 20279964 w 21052572"/>
              <a:gd name="connsiteY3669" fmla="*/ 2677950 h 8402012"/>
              <a:gd name="connsiteX3670" fmla="*/ 15317486 w 21052572"/>
              <a:gd name="connsiteY3670" fmla="*/ 2675084 h 8402012"/>
              <a:gd name="connsiteX3671" fmla="*/ 15280594 w 21052572"/>
              <a:gd name="connsiteY3671" fmla="*/ 2708152 h 8402012"/>
              <a:gd name="connsiteX3672" fmla="*/ 15317486 w 21052572"/>
              <a:gd name="connsiteY3672" fmla="*/ 2675084 h 8402012"/>
              <a:gd name="connsiteX3673" fmla="*/ 15066042 w 21052572"/>
              <a:gd name="connsiteY3673" fmla="*/ 2650925 h 8402012"/>
              <a:gd name="connsiteX3674" fmla="*/ 15151552 w 21052572"/>
              <a:gd name="connsiteY3674" fmla="*/ 2743630 h 8402012"/>
              <a:gd name="connsiteX3675" fmla="*/ 15062844 w 21052572"/>
              <a:gd name="connsiteY3675" fmla="*/ 2743630 h 8402012"/>
              <a:gd name="connsiteX3676" fmla="*/ 15056432 w 21052572"/>
              <a:gd name="connsiteY3676" fmla="*/ 2658542 h 8402012"/>
              <a:gd name="connsiteX3677" fmla="*/ 15066042 w 21052572"/>
              <a:gd name="connsiteY3677" fmla="*/ 2650925 h 8402012"/>
              <a:gd name="connsiteX3678" fmla="*/ 15203688 w 21052572"/>
              <a:gd name="connsiteY3678" fmla="*/ 2644775 h 8402012"/>
              <a:gd name="connsiteX3679" fmla="*/ 15184424 w 21052572"/>
              <a:gd name="connsiteY3679" fmla="*/ 2710044 h 8402012"/>
              <a:gd name="connsiteX3680" fmla="*/ 15171580 w 21052572"/>
              <a:gd name="connsiteY3680" fmla="*/ 2670883 h 8402012"/>
              <a:gd name="connsiteX3681" fmla="*/ 15203688 w 21052572"/>
              <a:gd name="connsiteY3681" fmla="*/ 2644775 h 8402012"/>
              <a:gd name="connsiteX3682" fmla="*/ 16426612 w 21052572"/>
              <a:gd name="connsiteY3682" fmla="*/ 2644774 h 8402012"/>
              <a:gd name="connsiteX3683" fmla="*/ 16408650 w 21052572"/>
              <a:gd name="connsiteY3683" fmla="*/ 2676880 h 8402012"/>
              <a:gd name="connsiteX3684" fmla="*/ 16426612 w 21052572"/>
              <a:gd name="connsiteY3684" fmla="*/ 2644774 h 8402012"/>
              <a:gd name="connsiteX3685" fmla="*/ 14223628 w 21052572"/>
              <a:gd name="connsiteY3685" fmla="*/ 2644774 h 8402012"/>
              <a:gd name="connsiteX3686" fmla="*/ 14241590 w 21052572"/>
              <a:gd name="connsiteY3686" fmla="*/ 2676880 h 8402012"/>
              <a:gd name="connsiteX3687" fmla="*/ 14223628 w 21052572"/>
              <a:gd name="connsiteY3687" fmla="*/ 2644774 h 8402012"/>
              <a:gd name="connsiteX3688" fmla="*/ 20246840 w 21052572"/>
              <a:gd name="connsiteY3688" fmla="*/ 2644773 h 8402012"/>
              <a:gd name="connsiteX3689" fmla="*/ 20228880 w 21052572"/>
              <a:gd name="connsiteY3689" fmla="*/ 2676879 h 8402012"/>
              <a:gd name="connsiteX3690" fmla="*/ 20246840 w 21052572"/>
              <a:gd name="connsiteY3690" fmla="*/ 2644773 h 8402012"/>
              <a:gd name="connsiteX3691" fmla="*/ 19867608 w 21052572"/>
              <a:gd name="connsiteY3691" fmla="*/ 2644773 h 8402012"/>
              <a:gd name="connsiteX3692" fmla="*/ 19849700 w 21052572"/>
              <a:gd name="connsiteY3692" fmla="*/ 2676879 h 8402012"/>
              <a:gd name="connsiteX3693" fmla="*/ 19867608 w 21052572"/>
              <a:gd name="connsiteY3693" fmla="*/ 2644773 h 8402012"/>
              <a:gd name="connsiteX3694" fmla="*/ 18110216 w 21052572"/>
              <a:gd name="connsiteY3694" fmla="*/ 2644773 h 8402012"/>
              <a:gd name="connsiteX3695" fmla="*/ 18128180 w 21052572"/>
              <a:gd name="connsiteY3695" fmla="*/ 2676880 h 8402012"/>
              <a:gd name="connsiteX3696" fmla="*/ 18110216 w 21052572"/>
              <a:gd name="connsiteY3696" fmla="*/ 2644773 h 8402012"/>
              <a:gd name="connsiteX3697" fmla="*/ 18064292 w 21052572"/>
              <a:gd name="connsiteY3697" fmla="*/ 2644517 h 8402012"/>
              <a:gd name="connsiteX3698" fmla="*/ 18090232 w 21052572"/>
              <a:gd name="connsiteY3698" fmla="*/ 2672186 h 8402012"/>
              <a:gd name="connsiteX3699" fmla="*/ 18053340 w 21052572"/>
              <a:gd name="connsiteY3699" fmla="*/ 2653740 h 8402012"/>
              <a:gd name="connsiteX3700" fmla="*/ 18064292 w 21052572"/>
              <a:gd name="connsiteY3700" fmla="*/ 2644517 h 8402012"/>
              <a:gd name="connsiteX3701" fmla="*/ 13694930 w 21052572"/>
              <a:gd name="connsiteY3701" fmla="*/ 2644376 h 8402012"/>
              <a:gd name="connsiteX3702" fmla="*/ 13713200 w 21052572"/>
              <a:gd name="connsiteY3702" fmla="*/ 2676615 h 8402012"/>
              <a:gd name="connsiteX3703" fmla="*/ 13694930 w 21052572"/>
              <a:gd name="connsiteY3703" fmla="*/ 2644376 h 8402012"/>
              <a:gd name="connsiteX3704" fmla="*/ 12956592 w 21052572"/>
              <a:gd name="connsiteY3704" fmla="*/ 2644376 h 8402012"/>
              <a:gd name="connsiteX3705" fmla="*/ 12969489 w 21052572"/>
              <a:gd name="connsiteY3705" fmla="*/ 2708855 h 8402012"/>
              <a:gd name="connsiteX3706" fmla="*/ 13040421 w 21052572"/>
              <a:gd name="connsiteY3706" fmla="*/ 2708855 h 8402012"/>
              <a:gd name="connsiteX3707" fmla="*/ 13174762 w 21052572"/>
              <a:gd name="connsiteY3707" fmla="*/ 2715302 h 8402012"/>
              <a:gd name="connsiteX3708" fmla="*/ 13373586 w 21052572"/>
              <a:gd name="connsiteY3708" fmla="*/ 2657271 h 8402012"/>
              <a:gd name="connsiteX3709" fmla="*/ 12956592 w 21052572"/>
              <a:gd name="connsiteY3709" fmla="*/ 2644376 h 8402012"/>
              <a:gd name="connsiteX3710" fmla="*/ 12148397 w 21052572"/>
              <a:gd name="connsiteY3710" fmla="*/ 2644376 h 8402012"/>
              <a:gd name="connsiteX3711" fmla="*/ 12167742 w 21052572"/>
              <a:gd name="connsiteY3711" fmla="*/ 2676615 h 8402012"/>
              <a:gd name="connsiteX3712" fmla="*/ 12148397 w 21052572"/>
              <a:gd name="connsiteY3712" fmla="*/ 2644376 h 8402012"/>
              <a:gd name="connsiteX3713" fmla="*/ 18793296 w 21052572"/>
              <a:gd name="connsiteY3713" fmla="*/ 2643603 h 8402012"/>
              <a:gd name="connsiteX3714" fmla="*/ 18812652 w 21052572"/>
              <a:gd name="connsiteY3714" fmla="*/ 2675834 h 8402012"/>
              <a:gd name="connsiteX3715" fmla="*/ 18793296 w 21052572"/>
              <a:gd name="connsiteY3715" fmla="*/ 2643603 h 8402012"/>
              <a:gd name="connsiteX3716" fmla="*/ 19036300 w 21052572"/>
              <a:gd name="connsiteY3716" fmla="*/ 2642281 h 8402012"/>
              <a:gd name="connsiteX3717" fmla="*/ 19052364 w 21052572"/>
              <a:gd name="connsiteY3717" fmla="*/ 2643606 h 8402012"/>
              <a:gd name="connsiteX3718" fmla="*/ 19001288 w 21052572"/>
              <a:gd name="connsiteY3718" fmla="*/ 2676241 h 8402012"/>
              <a:gd name="connsiteX3719" fmla="*/ 19036300 w 21052572"/>
              <a:gd name="connsiteY3719" fmla="*/ 2642281 h 8402012"/>
              <a:gd name="connsiteX3720" fmla="*/ 16888708 w 21052572"/>
              <a:gd name="connsiteY3720" fmla="*/ 2642281 h 8402012"/>
              <a:gd name="connsiteX3721" fmla="*/ 16905288 w 21052572"/>
              <a:gd name="connsiteY3721" fmla="*/ 2643608 h 8402012"/>
              <a:gd name="connsiteX3722" fmla="*/ 16849444 w 21052572"/>
              <a:gd name="connsiteY3722" fmla="*/ 2676242 h 8402012"/>
              <a:gd name="connsiteX3723" fmla="*/ 16888708 w 21052572"/>
              <a:gd name="connsiteY3723" fmla="*/ 2642281 h 8402012"/>
              <a:gd name="connsiteX3724" fmla="*/ 15084454 w 21052572"/>
              <a:gd name="connsiteY3724" fmla="*/ 2637070 h 8402012"/>
              <a:gd name="connsiteX3725" fmla="*/ 15090332 w 21052572"/>
              <a:gd name="connsiteY3725" fmla="*/ 2642069 h 8402012"/>
              <a:gd name="connsiteX3726" fmla="*/ 15088826 w 21052572"/>
              <a:gd name="connsiteY3726" fmla="*/ 2640789 h 8402012"/>
              <a:gd name="connsiteX3727" fmla="*/ 12238943 w 21052572"/>
              <a:gd name="connsiteY3727" fmla="*/ 2636316 h 8402012"/>
              <a:gd name="connsiteX3728" fmla="*/ 12187087 w 21052572"/>
              <a:gd name="connsiteY3728" fmla="*/ 2644376 h 8402012"/>
              <a:gd name="connsiteX3729" fmla="*/ 12276290 w 21052572"/>
              <a:gd name="connsiteY3729" fmla="*/ 2676615 h 8402012"/>
              <a:gd name="connsiteX3730" fmla="*/ 12238943 w 21052572"/>
              <a:gd name="connsiteY3730" fmla="*/ 2636316 h 8402012"/>
              <a:gd name="connsiteX3731" fmla="*/ 15083892 w 21052572"/>
              <a:gd name="connsiteY3731" fmla="*/ 2628806 h 8402012"/>
              <a:gd name="connsiteX3732" fmla="*/ 15084454 w 21052572"/>
              <a:gd name="connsiteY3732" fmla="*/ 2637070 h 8402012"/>
              <a:gd name="connsiteX3733" fmla="*/ 15084908 w 21052572"/>
              <a:gd name="connsiteY3733" fmla="*/ 2643775 h 8402012"/>
              <a:gd name="connsiteX3734" fmla="*/ 15076782 w 21052572"/>
              <a:gd name="connsiteY3734" fmla="*/ 2631800 h 8402012"/>
              <a:gd name="connsiteX3735" fmla="*/ 15083892 w 21052572"/>
              <a:gd name="connsiteY3735" fmla="*/ 2628806 h 8402012"/>
              <a:gd name="connsiteX3736" fmla="*/ 18245872 w 21052572"/>
              <a:gd name="connsiteY3736" fmla="*/ 2616338 h 8402012"/>
              <a:gd name="connsiteX3737" fmla="*/ 18362736 w 21052572"/>
              <a:gd name="connsiteY3737" fmla="*/ 2751760 h 8402012"/>
              <a:gd name="connsiteX3738" fmla="*/ 18549932 w 21052572"/>
              <a:gd name="connsiteY3738" fmla="*/ 2842765 h 8402012"/>
              <a:gd name="connsiteX3739" fmla="*/ 18336764 w 21052572"/>
              <a:gd name="connsiteY3739" fmla="*/ 2816767 h 8402012"/>
              <a:gd name="connsiteX3740" fmla="*/ 18349748 w 21052572"/>
              <a:gd name="connsiteY3740" fmla="*/ 2797259 h 8402012"/>
              <a:gd name="connsiteX3741" fmla="*/ 18297812 w 21052572"/>
              <a:gd name="connsiteY3741" fmla="*/ 2790759 h 8402012"/>
              <a:gd name="connsiteX3742" fmla="*/ 18278332 w 21052572"/>
              <a:gd name="connsiteY3742" fmla="*/ 2720342 h 8402012"/>
              <a:gd name="connsiteX3743" fmla="*/ 18258856 w 21052572"/>
              <a:gd name="connsiteY3743" fmla="*/ 2765843 h 8402012"/>
              <a:gd name="connsiteX3744" fmla="*/ 18226392 w 21052572"/>
              <a:gd name="connsiteY3744" fmla="*/ 2733341 h 8402012"/>
              <a:gd name="connsiteX3745" fmla="*/ 18219900 w 21052572"/>
              <a:gd name="connsiteY3745" fmla="*/ 2655340 h 8402012"/>
              <a:gd name="connsiteX3746" fmla="*/ 18245872 w 21052572"/>
              <a:gd name="connsiteY3746" fmla="*/ 2616338 h 8402012"/>
              <a:gd name="connsiteX3747" fmla="*/ 18020336 w 21052572"/>
              <a:gd name="connsiteY3747" fmla="*/ 2613509 h 8402012"/>
              <a:gd name="connsiteX3748" fmla="*/ 18052284 w 21052572"/>
              <a:gd name="connsiteY3748" fmla="*/ 2628397 h 8402012"/>
              <a:gd name="connsiteX3749" fmla="*/ 17996460 w 21052572"/>
              <a:gd name="connsiteY3749" fmla="*/ 2628397 h 8402012"/>
              <a:gd name="connsiteX3750" fmla="*/ 18008740 w 21052572"/>
              <a:gd name="connsiteY3750" fmla="*/ 2614436 h 8402012"/>
              <a:gd name="connsiteX3751" fmla="*/ 18020336 w 21052572"/>
              <a:gd name="connsiteY3751" fmla="*/ 2613509 h 8402012"/>
              <a:gd name="connsiteX3752" fmla="*/ 17683308 w 21052572"/>
              <a:gd name="connsiteY3752" fmla="*/ 2612256 h 8402012"/>
              <a:gd name="connsiteX3753" fmla="*/ 17701496 w 21052572"/>
              <a:gd name="connsiteY3753" fmla="*/ 2643671 h 8402012"/>
              <a:gd name="connsiteX3754" fmla="*/ 17655200 w 21052572"/>
              <a:gd name="connsiteY3754" fmla="*/ 2630443 h 8402012"/>
              <a:gd name="connsiteX3755" fmla="*/ 17683308 w 21052572"/>
              <a:gd name="connsiteY3755" fmla="*/ 2612256 h 8402012"/>
              <a:gd name="connsiteX3756" fmla="*/ 12488011 w 21052572"/>
              <a:gd name="connsiteY3756" fmla="*/ 2612137 h 8402012"/>
              <a:gd name="connsiteX3757" fmla="*/ 12500908 w 21052572"/>
              <a:gd name="connsiteY3757" fmla="*/ 2644376 h 8402012"/>
              <a:gd name="connsiteX3758" fmla="*/ 12488011 w 21052572"/>
              <a:gd name="connsiteY3758" fmla="*/ 2612137 h 8402012"/>
              <a:gd name="connsiteX3759" fmla="*/ 12411705 w 21052572"/>
              <a:gd name="connsiteY3759" fmla="*/ 2612137 h 8402012"/>
              <a:gd name="connsiteX3760" fmla="*/ 12449321 w 21052572"/>
              <a:gd name="connsiteY3760" fmla="*/ 2644376 h 8402012"/>
              <a:gd name="connsiteX3761" fmla="*/ 12411705 w 21052572"/>
              <a:gd name="connsiteY3761" fmla="*/ 2612137 h 8402012"/>
              <a:gd name="connsiteX3762" fmla="*/ 11975366 w 21052572"/>
              <a:gd name="connsiteY3762" fmla="*/ 2612137 h 8402012"/>
              <a:gd name="connsiteX3763" fmla="*/ 11411134 w 21052572"/>
              <a:gd name="connsiteY3763" fmla="*/ 2759362 h 8402012"/>
              <a:gd name="connsiteX3764" fmla="*/ 11282167 w 21052572"/>
              <a:gd name="connsiteY3764" fmla="*/ 2778702 h 8402012"/>
              <a:gd name="connsiteX3765" fmla="*/ 11173620 w 21052572"/>
              <a:gd name="connsiteY3765" fmla="*/ 2843195 h 8402012"/>
              <a:gd name="connsiteX3766" fmla="*/ 10916760 w 21052572"/>
              <a:gd name="connsiteY3766" fmla="*/ 2920566 h 8402012"/>
              <a:gd name="connsiteX3767" fmla="*/ 10916760 w 21052572"/>
              <a:gd name="connsiteY3767" fmla="*/ 2952806 h 8402012"/>
              <a:gd name="connsiteX3768" fmla="*/ 11539027 w 21052572"/>
              <a:gd name="connsiteY3768" fmla="*/ 2804473 h 8402012"/>
              <a:gd name="connsiteX3769" fmla="*/ 11692713 w 21052572"/>
              <a:gd name="connsiteY3769" fmla="*/ 2778702 h 8402012"/>
              <a:gd name="connsiteX3770" fmla="*/ 11744300 w 21052572"/>
              <a:gd name="connsiteY3770" fmla="*/ 2734643 h 8402012"/>
              <a:gd name="connsiteX3771" fmla="*/ 11821680 w 21052572"/>
              <a:gd name="connsiteY3771" fmla="*/ 2721752 h 8402012"/>
              <a:gd name="connsiteX3772" fmla="*/ 12129052 w 21052572"/>
              <a:gd name="connsiteY3772" fmla="*/ 2676615 h 8402012"/>
              <a:gd name="connsiteX3773" fmla="*/ 11975366 w 21052572"/>
              <a:gd name="connsiteY3773" fmla="*/ 2676615 h 8402012"/>
              <a:gd name="connsiteX3774" fmla="*/ 11975366 w 21052572"/>
              <a:gd name="connsiteY3774" fmla="*/ 2612137 h 8402012"/>
              <a:gd name="connsiteX3775" fmla="*/ 15279596 w 21052572"/>
              <a:gd name="connsiteY3775" fmla="*/ 2611594 h 8402012"/>
              <a:gd name="connsiteX3776" fmla="*/ 15261634 w 21052572"/>
              <a:gd name="connsiteY3776" fmla="*/ 2643702 h 8402012"/>
              <a:gd name="connsiteX3777" fmla="*/ 15279596 w 21052572"/>
              <a:gd name="connsiteY3777" fmla="*/ 2611594 h 8402012"/>
              <a:gd name="connsiteX3778" fmla="*/ 18154280 w 21052572"/>
              <a:gd name="connsiteY3778" fmla="*/ 2611593 h 8402012"/>
              <a:gd name="connsiteX3779" fmla="*/ 18185024 w 21052572"/>
              <a:gd name="connsiteY3779" fmla="*/ 2643702 h 8402012"/>
              <a:gd name="connsiteX3780" fmla="*/ 18148132 w 21052572"/>
              <a:gd name="connsiteY3780" fmla="*/ 2630858 h 8402012"/>
              <a:gd name="connsiteX3781" fmla="*/ 18154280 w 21052572"/>
              <a:gd name="connsiteY3781" fmla="*/ 2611593 h 8402012"/>
              <a:gd name="connsiteX3782" fmla="*/ 15019906 w 21052572"/>
              <a:gd name="connsiteY3782" fmla="*/ 2611591 h 8402012"/>
              <a:gd name="connsiteX3783" fmla="*/ 15038352 w 21052572"/>
              <a:gd name="connsiteY3783" fmla="*/ 2611591 h 8402012"/>
              <a:gd name="connsiteX3784" fmla="*/ 15056798 w 21052572"/>
              <a:gd name="connsiteY3784" fmla="*/ 2630037 h 8402012"/>
              <a:gd name="connsiteX3785" fmla="*/ 15019906 w 21052572"/>
              <a:gd name="connsiteY3785" fmla="*/ 2611591 h 8402012"/>
              <a:gd name="connsiteX3786" fmla="*/ 19375704 w 21052572"/>
              <a:gd name="connsiteY3786" fmla="*/ 2610389 h 8402012"/>
              <a:gd name="connsiteX3787" fmla="*/ 19436240 w 21052572"/>
              <a:gd name="connsiteY3787" fmla="*/ 2657884 h 8402012"/>
              <a:gd name="connsiteX3788" fmla="*/ 19356768 w 21052572"/>
              <a:gd name="connsiteY3788" fmla="*/ 2631394 h 8402012"/>
              <a:gd name="connsiteX3789" fmla="*/ 19375704 w 21052572"/>
              <a:gd name="connsiteY3789" fmla="*/ 2610389 h 8402012"/>
              <a:gd name="connsiteX3790" fmla="*/ 14057213 w 21052572"/>
              <a:gd name="connsiteY3790" fmla="*/ 2602603 h 8402012"/>
              <a:gd name="connsiteX3791" fmla="*/ 14094604 w 21052572"/>
              <a:gd name="connsiteY3791" fmla="*/ 2642914 h 8402012"/>
              <a:gd name="connsiteX3792" fmla="*/ 14000862 w 21052572"/>
              <a:gd name="connsiteY3792" fmla="*/ 2610665 h 8402012"/>
              <a:gd name="connsiteX3793" fmla="*/ 14057213 w 21052572"/>
              <a:gd name="connsiteY3793" fmla="*/ 2602603 h 8402012"/>
              <a:gd name="connsiteX3794" fmla="*/ 18522576 w 21052572"/>
              <a:gd name="connsiteY3794" fmla="*/ 2597378 h 8402012"/>
              <a:gd name="connsiteX3795" fmla="*/ 18529136 w 21052572"/>
              <a:gd name="connsiteY3795" fmla="*/ 2629481 h 8402012"/>
              <a:gd name="connsiteX3796" fmla="*/ 18522576 w 21052572"/>
              <a:gd name="connsiteY3796" fmla="*/ 2610217 h 8402012"/>
              <a:gd name="connsiteX3797" fmla="*/ 18522576 w 21052572"/>
              <a:gd name="connsiteY3797" fmla="*/ 2597378 h 8402012"/>
              <a:gd name="connsiteX3798" fmla="*/ 19318852 w 21052572"/>
              <a:gd name="connsiteY3798" fmla="*/ 2587894 h 8402012"/>
              <a:gd name="connsiteX3799" fmla="*/ 19355744 w 21052572"/>
              <a:gd name="connsiteY3799" fmla="*/ 2601543 h 8402012"/>
              <a:gd name="connsiteX3800" fmla="*/ 19349596 w 21052572"/>
              <a:gd name="connsiteY3800" fmla="*/ 2615194 h 8402012"/>
              <a:gd name="connsiteX3801" fmla="*/ 19318852 w 21052572"/>
              <a:gd name="connsiteY3801" fmla="*/ 2587894 h 8402012"/>
              <a:gd name="connsiteX3802" fmla="*/ 18091256 w 21052572"/>
              <a:gd name="connsiteY3802" fmla="*/ 2587894 h 8402012"/>
              <a:gd name="connsiteX3803" fmla="*/ 18147100 w 21052572"/>
              <a:gd name="connsiteY3803" fmla="*/ 2601122 h 8402012"/>
              <a:gd name="connsiteX3804" fmla="*/ 18091256 w 21052572"/>
              <a:gd name="connsiteY3804" fmla="*/ 2587894 h 8402012"/>
              <a:gd name="connsiteX3805" fmla="*/ 17622024 w 21052572"/>
              <a:gd name="connsiteY3805" fmla="*/ 2587894 h 8402012"/>
              <a:gd name="connsiteX3806" fmla="*/ 17654132 w 21052572"/>
              <a:gd name="connsiteY3806" fmla="*/ 2600737 h 8402012"/>
              <a:gd name="connsiteX3807" fmla="*/ 17622024 w 21052572"/>
              <a:gd name="connsiteY3807" fmla="*/ 2587894 h 8402012"/>
              <a:gd name="connsiteX3808" fmla="*/ 10773452 w 21052572"/>
              <a:gd name="connsiteY3808" fmla="*/ 2587654 h 8402012"/>
              <a:gd name="connsiteX3809" fmla="*/ 10672797 w 21052572"/>
              <a:gd name="connsiteY3809" fmla="*/ 2612137 h 8402012"/>
              <a:gd name="connsiteX3810" fmla="*/ 10564249 w 21052572"/>
              <a:gd name="connsiteY3810" fmla="*/ 2657271 h 8402012"/>
              <a:gd name="connsiteX3811" fmla="*/ 10692142 w 21052572"/>
              <a:gd name="connsiteY3811" fmla="*/ 2644376 h 8402012"/>
              <a:gd name="connsiteX3812" fmla="*/ 10737280 w 21052572"/>
              <a:gd name="connsiteY3812" fmla="*/ 2612137 h 8402012"/>
              <a:gd name="connsiteX3813" fmla="*/ 10788867 w 21052572"/>
              <a:gd name="connsiteY3813" fmla="*/ 2612137 h 8402012"/>
              <a:gd name="connsiteX3814" fmla="*/ 10773452 w 21052572"/>
              <a:gd name="connsiteY3814" fmla="*/ 2587654 h 8402012"/>
              <a:gd name="connsiteX3815" fmla="*/ 1340057 w 21052572"/>
              <a:gd name="connsiteY3815" fmla="*/ 2585027 h 8402012"/>
              <a:gd name="connsiteX3816" fmla="*/ 1303190 w 21052572"/>
              <a:gd name="connsiteY3816" fmla="*/ 2611482 h 8402012"/>
              <a:gd name="connsiteX3817" fmla="*/ 1340057 w 21052572"/>
              <a:gd name="connsiteY3817" fmla="*/ 2585027 h 8402012"/>
              <a:gd name="connsiteX3818" fmla="*/ 14844536 w 21052572"/>
              <a:gd name="connsiteY3818" fmla="*/ 2584562 h 8402012"/>
              <a:gd name="connsiteX3819" fmla="*/ 14881428 w 21052572"/>
              <a:gd name="connsiteY3819" fmla="*/ 2609157 h 8402012"/>
              <a:gd name="connsiteX3820" fmla="*/ 14844536 w 21052572"/>
              <a:gd name="connsiteY3820" fmla="*/ 2584562 h 8402012"/>
              <a:gd name="connsiteX3821" fmla="*/ 17995896 w 21052572"/>
              <a:gd name="connsiteY3821" fmla="*/ 2568937 h 8402012"/>
              <a:gd name="connsiteX3822" fmla="*/ 18009544 w 21052572"/>
              <a:gd name="connsiteY3822" fmla="*/ 2589410 h 8402012"/>
              <a:gd name="connsiteX3823" fmla="*/ 17995896 w 21052572"/>
              <a:gd name="connsiteY3823" fmla="*/ 2568937 h 8402012"/>
              <a:gd name="connsiteX3824" fmla="*/ 10564249 w 21052572"/>
              <a:gd name="connsiteY3824" fmla="*/ 2554106 h 8402012"/>
              <a:gd name="connsiteX3825" fmla="*/ 10577146 w 21052572"/>
              <a:gd name="connsiteY3825" fmla="*/ 2586345 h 8402012"/>
              <a:gd name="connsiteX3826" fmla="*/ 10564249 w 21052572"/>
              <a:gd name="connsiteY3826" fmla="*/ 2554106 h 8402012"/>
              <a:gd name="connsiteX3827" fmla="*/ 18878460 w 21052572"/>
              <a:gd name="connsiteY3827" fmla="*/ 2546713 h 8402012"/>
              <a:gd name="connsiteX3828" fmla="*/ 18875656 w 21052572"/>
              <a:gd name="connsiteY3828" fmla="*/ 2550499 h 8402012"/>
              <a:gd name="connsiteX3829" fmla="*/ 18873316 w 21052572"/>
              <a:gd name="connsiteY3829" fmla="*/ 2553657 h 8402012"/>
              <a:gd name="connsiteX3830" fmla="*/ 18829076 w 21052572"/>
              <a:gd name="connsiteY3830" fmla="*/ 2540496 h 8402012"/>
              <a:gd name="connsiteX3831" fmla="*/ 18834344 w 21052572"/>
              <a:gd name="connsiteY3831" fmla="*/ 2551357 h 8402012"/>
              <a:gd name="connsiteX3832" fmla="*/ 18831112 w 21052572"/>
              <a:gd name="connsiteY3832" fmla="*/ 2554711 h 8402012"/>
              <a:gd name="connsiteX3833" fmla="*/ 18825784 w 21052572"/>
              <a:gd name="connsiteY3833" fmla="*/ 2560242 h 8402012"/>
              <a:gd name="connsiteX3834" fmla="*/ 18816436 w 21052572"/>
              <a:gd name="connsiteY3834" fmla="*/ 2551357 h 8402012"/>
              <a:gd name="connsiteX3835" fmla="*/ 18829076 w 21052572"/>
              <a:gd name="connsiteY3835" fmla="*/ 2540496 h 8402012"/>
              <a:gd name="connsiteX3836" fmla="*/ 18883140 w 21052572"/>
              <a:gd name="connsiteY3836" fmla="*/ 2540395 h 8402012"/>
              <a:gd name="connsiteX3837" fmla="*/ 18880516 w 21052572"/>
              <a:gd name="connsiteY3837" fmla="*/ 2543938 h 8402012"/>
              <a:gd name="connsiteX3838" fmla="*/ 18878460 w 21052572"/>
              <a:gd name="connsiteY3838" fmla="*/ 2546713 h 8402012"/>
              <a:gd name="connsiteX3839" fmla="*/ 18884836 w 21052572"/>
              <a:gd name="connsiteY3839" fmla="*/ 2538105 h 8402012"/>
              <a:gd name="connsiteX3840" fmla="*/ 18884656 w 21052572"/>
              <a:gd name="connsiteY3840" fmla="*/ 2538349 h 8402012"/>
              <a:gd name="connsiteX3841" fmla="*/ 18883140 w 21052572"/>
              <a:gd name="connsiteY3841" fmla="*/ 2540395 h 8402012"/>
              <a:gd name="connsiteX3842" fmla="*/ 12449321 w 21052572"/>
              <a:gd name="connsiteY3842" fmla="*/ 2522941 h 8402012"/>
              <a:gd name="connsiteX3843" fmla="*/ 12488011 w 21052572"/>
              <a:gd name="connsiteY3843" fmla="*/ 2554106 h 8402012"/>
              <a:gd name="connsiteX3844" fmla="*/ 12449321 w 21052572"/>
              <a:gd name="connsiteY3844" fmla="*/ 2522941 h 8402012"/>
              <a:gd name="connsiteX3845" fmla="*/ 10601865 w 21052572"/>
              <a:gd name="connsiteY3845" fmla="*/ 2522941 h 8402012"/>
              <a:gd name="connsiteX3846" fmla="*/ 10601865 w 21052572"/>
              <a:gd name="connsiteY3846" fmla="*/ 2586345 h 8402012"/>
              <a:gd name="connsiteX3847" fmla="*/ 10672797 w 21052572"/>
              <a:gd name="connsiteY3847" fmla="*/ 2522941 h 8402012"/>
              <a:gd name="connsiteX3848" fmla="*/ 10601865 w 21052572"/>
              <a:gd name="connsiteY3848" fmla="*/ 2522941 h 8402012"/>
              <a:gd name="connsiteX3849" fmla="*/ 9789371 w 21052572"/>
              <a:gd name="connsiteY3849" fmla="*/ 2522941 h 8402012"/>
              <a:gd name="connsiteX3850" fmla="*/ 9826986 w 21052572"/>
              <a:gd name="connsiteY3850" fmla="*/ 2554106 h 8402012"/>
              <a:gd name="connsiteX3851" fmla="*/ 9789371 w 21052572"/>
              <a:gd name="connsiteY3851" fmla="*/ 2522941 h 8402012"/>
              <a:gd name="connsiteX3852" fmla="*/ 17848536 w 21052572"/>
              <a:gd name="connsiteY3852" fmla="*/ 2521536 h 8402012"/>
              <a:gd name="connsiteX3853" fmla="*/ 17830572 w 21052572"/>
              <a:gd name="connsiteY3853" fmla="*/ 2553605 h 8402012"/>
              <a:gd name="connsiteX3854" fmla="*/ 17848536 w 21052572"/>
              <a:gd name="connsiteY3854" fmla="*/ 2521536 h 8402012"/>
              <a:gd name="connsiteX3855" fmla="*/ 14695029 w 21052572"/>
              <a:gd name="connsiteY3855" fmla="*/ 2510960 h 8402012"/>
              <a:gd name="connsiteX3856" fmla="*/ 14757289 w 21052572"/>
              <a:gd name="connsiteY3856" fmla="*/ 2522405 h 8402012"/>
              <a:gd name="connsiteX3857" fmla="*/ 14776611 w 21052572"/>
              <a:gd name="connsiteY3857" fmla="*/ 2637665 h 8402012"/>
              <a:gd name="connsiteX3858" fmla="*/ 14815256 w 21052572"/>
              <a:gd name="connsiteY3858" fmla="*/ 2553644 h 8402012"/>
              <a:gd name="connsiteX3859" fmla="*/ 14815256 w 21052572"/>
              <a:gd name="connsiteY3859" fmla="*/ 2644129 h 8402012"/>
              <a:gd name="connsiteX3860" fmla="*/ 14853900 w 21052572"/>
              <a:gd name="connsiteY3860" fmla="*/ 2657055 h 8402012"/>
              <a:gd name="connsiteX3861" fmla="*/ 14942997 w 21052572"/>
              <a:gd name="connsiteY3861" fmla="*/ 2695834 h 8402012"/>
              <a:gd name="connsiteX3862" fmla="*/ 14681074 w 21052572"/>
              <a:gd name="connsiteY3862" fmla="*/ 2657055 h 8402012"/>
              <a:gd name="connsiteX3863" fmla="*/ 14642430 w 21052572"/>
              <a:gd name="connsiteY3863" fmla="*/ 2547181 h 8402012"/>
              <a:gd name="connsiteX3864" fmla="*/ 14695029 w 21052572"/>
              <a:gd name="connsiteY3864" fmla="*/ 2510960 h 8402012"/>
              <a:gd name="connsiteX3865" fmla="*/ 19171920 w 21052572"/>
              <a:gd name="connsiteY3865" fmla="*/ 2497837 h 8402012"/>
              <a:gd name="connsiteX3866" fmla="*/ 19237188 w 21052572"/>
              <a:gd name="connsiteY3866" fmla="*/ 2522431 h 8402012"/>
              <a:gd name="connsiteX3867" fmla="*/ 19171920 w 21052572"/>
              <a:gd name="connsiteY3867" fmla="*/ 2497837 h 8402012"/>
              <a:gd name="connsiteX3868" fmla="*/ 9860840 w 21052572"/>
              <a:gd name="connsiteY3868" fmla="*/ 2495538 h 8402012"/>
              <a:gd name="connsiteX3869" fmla="*/ 9846331 w 21052572"/>
              <a:gd name="connsiteY3869" fmla="*/ 2522941 h 8402012"/>
              <a:gd name="connsiteX3870" fmla="*/ 9885021 w 21052572"/>
              <a:gd name="connsiteY3870" fmla="*/ 2497149 h 8402012"/>
              <a:gd name="connsiteX3871" fmla="*/ 9860840 w 21052572"/>
              <a:gd name="connsiteY3871" fmla="*/ 2495538 h 8402012"/>
              <a:gd name="connsiteX3872" fmla="*/ 18479444 w 21052572"/>
              <a:gd name="connsiteY3872" fmla="*/ 2483534 h 8402012"/>
              <a:gd name="connsiteX3873" fmla="*/ 18477704 w 21052572"/>
              <a:gd name="connsiteY3873" fmla="*/ 2488949 h 8402012"/>
              <a:gd name="connsiteX3874" fmla="*/ 18475336 w 21052572"/>
              <a:gd name="connsiteY3874" fmla="*/ 2496308 h 8402012"/>
              <a:gd name="connsiteX3875" fmla="*/ 18425672 w 21052572"/>
              <a:gd name="connsiteY3875" fmla="*/ 2478984 h 8402012"/>
              <a:gd name="connsiteX3876" fmla="*/ 18451184 w 21052572"/>
              <a:gd name="connsiteY3876" fmla="*/ 2484158 h 8402012"/>
              <a:gd name="connsiteX3877" fmla="*/ 18475336 w 21052572"/>
              <a:gd name="connsiteY3877" fmla="*/ 2496308 h 8402012"/>
              <a:gd name="connsiteX3878" fmla="*/ 18475704 w 21052572"/>
              <a:gd name="connsiteY3878" fmla="*/ 2496493 h 8402012"/>
              <a:gd name="connsiteX3879" fmla="*/ 18488344 w 21052572"/>
              <a:gd name="connsiteY3879" fmla="*/ 2509226 h 8402012"/>
              <a:gd name="connsiteX3880" fmla="*/ 18375640 w 21052572"/>
              <a:gd name="connsiteY3880" fmla="*/ 2509226 h 8402012"/>
              <a:gd name="connsiteX3881" fmla="*/ 18425672 w 21052572"/>
              <a:gd name="connsiteY3881" fmla="*/ 2478984 h 8402012"/>
              <a:gd name="connsiteX3882" fmla="*/ 18481900 w 21052572"/>
              <a:gd name="connsiteY3882" fmla="*/ 2475899 h 8402012"/>
              <a:gd name="connsiteX3883" fmla="*/ 18480336 w 21052572"/>
              <a:gd name="connsiteY3883" fmla="*/ 2480767 h 8402012"/>
              <a:gd name="connsiteX3884" fmla="*/ 18479444 w 21052572"/>
              <a:gd name="connsiteY3884" fmla="*/ 2483534 h 8402012"/>
              <a:gd name="connsiteX3885" fmla="*/ 18482756 w 21052572"/>
              <a:gd name="connsiteY3885" fmla="*/ 2473243 h 8402012"/>
              <a:gd name="connsiteX3886" fmla="*/ 18481900 w 21052572"/>
              <a:gd name="connsiteY3886" fmla="*/ 2475899 h 8402012"/>
              <a:gd name="connsiteX3887" fmla="*/ 18481912 w 21052572"/>
              <a:gd name="connsiteY3887" fmla="*/ 2475861 h 8402012"/>
              <a:gd name="connsiteX3888" fmla="*/ 18482756 w 21052572"/>
              <a:gd name="connsiteY3888" fmla="*/ 2473243 h 8402012"/>
              <a:gd name="connsiteX3889" fmla="*/ 10826483 w 21052572"/>
              <a:gd name="connsiteY3889" fmla="*/ 2464911 h 8402012"/>
              <a:gd name="connsiteX3890" fmla="*/ 10826483 w 21052572"/>
              <a:gd name="connsiteY3890" fmla="*/ 2497149 h 8402012"/>
              <a:gd name="connsiteX3891" fmla="*/ 10826483 w 21052572"/>
              <a:gd name="connsiteY3891" fmla="*/ 2464911 h 8402012"/>
              <a:gd name="connsiteX3892" fmla="*/ 19170824 w 21052572"/>
              <a:gd name="connsiteY3892" fmla="*/ 2464657 h 8402012"/>
              <a:gd name="connsiteX3893" fmla="*/ 19170824 w 21052572"/>
              <a:gd name="connsiteY3893" fmla="*/ 2496762 h 8402012"/>
              <a:gd name="connsiteX3894" fmla="*/ 19170824 w 21052572"/>
              <a:gd name="connsiteY3894" fmla="*/ 2464657 h 8402012"/>
              <a:gd name="connsiteX3895" fmla="*/ 17001116 w 21052572"/>
              <a:gd name="connsiteY3895" fmla="*/ 2464657 h 8402012"/>
              <a:gd name="connsiteX3896" fmla="*/ 17019024 w 21052572"/>
              <a:gd name="connsiteY3896" fmla="*/ 2496762 h 8402012"/>
              <a:gd name="connsiteX3897" fmla="*/ 17001116 w 21052572"/>
              <a:gd name="connsiteY3897" fmla="*/ 2464657 h 8402012"/>
              <a:gd name="connsiteX3898" fmla="*/ 19625796 w 21052572"/>
              <a:gd name="connsiteY3898" fmla="*/ 2464656 h 8402012"/>
              <a:gd name="connsiteX3899" fmla="*/ 19598496 w 21052572"/>
              <a:gd name="connsiteY3899" fmla="*/ 2496762 h 8402012"/>
              <a:gd name="connsiteX3900" fmla="*/ 19625796 w 21052572"/>
              <a:gd name="connsiteY3900" fmla="*/ 2464656 h 8402012"/>
              <a:gd name="connsiteX3901" fmla="*/ 17704408 w 21052572"/>
              <a:gd name="connsiteY3901" fmla="*/ 2460359 h 8402012"/>
              <a:gd name="connsiteX3902" fmla="*/ 17730000 w 21052572"/>
              <a:gd name="connsiteY3902" fmla="*/ 2476892 h 8402012"/>
              <a:gd name="connsiteX3903" fmla="*/ 17674160 w 21052572"/>
              <a:gd name="connsiteY3903" fmla="*/ 2496733 h 8402012"/>
              <a:gd name="connsiteX3904" fmla="*/ 17674160 w 21052572"/>
              <a:gd name="connsiteY3904" fmla="*/ 2463666 h 8402012"/>
              <a:gd name="connsiteX3905" fmla="*/ 17704408 w 21052572"/>
              <a:gd name="connsiteY3905" fmla="*/ 2460359 h 8402012"/>
              <a:gd name="connsiteX3906" fmla="*/ 13332893 w 21052572"/>
              <a:gd name="connsiteY3906" fmla="*/ 2457583 h 8402012"/>
              <a:gd name="connsiteX3907" fmla="*/ 13336732 w 21052572"/>
              <a:gd name="connsiteY3907" fmla="*/ 2477737 h 8402012"/>
              <a:gd name="connsiteX3908" fmla="*/ 13323082 w 21052572"/>
              <a:gd name="connsiteY3908" fmla="*/ 2464088 h 8402012"/>
              <a:gd name="connsiteX3909" fmla="*/ 13332893 w 21052572"/>
              <a:gd name="connsiteY3909" fmla="*/ 2457583 h 8402012"/>
              <a:gd name="connsiteX3910" fmla="*/ 17730568 w 21052572"/>
              <a:gd name="connsiteY3910" fmla="*/ 2450355 h 8402012"/>
              <a:gd name="connsiteX3911" fmla="*/ 17726300 w 21052572"/>
              <a:gd name="connsiteY3911" fmla="*/ 2463623 h 8402012"/>
              <a:gd name="connsiteX3912" fmla="*/ 17728824 w 21052572"/>
              <a:gd name="connsiteY3912" fmla="*/ 2455770 h 8402012"/>
              <a:gd name="connsiteX3913" fmla="*/ 17731036 w 21052572"/>
              <a:gd name="connsiteY3913" fmla="*/ 2445698 h 8402012"/>
              <a:gd name="connsiteX3914" fmla="*/ 17732004 w 21052572"/>
              <a:gd name="connsiteY3914" fmla="*/ 2445888 h 8402012"/>
              <a:gd name="connsiteX3915" fmla="*/ 17742520 w 21052572"/>
              <a:gd name="connsiteY3915" fmla="*/ 2447943 h 8402012"/>
              <a:gd name="connsiteX3916" fmla="*/ 17744164 w 21052572"/>
              <a:gd name="connsiteY3916" fmla="*/ 2463660 h 8402012"/>
              <a:gd name="connsiteX3917" fmla="*/ 17731752 w 21052572"/>
              <a:gd name="connsiteY3917" fmla="*/ 2446677 h 8402012"/>
              <a:gd name="connsiteX3918" fmla="*/ 17731456 w 21052572"/>
              <a:gd name="connsiteY3918" fmla="*/ 2447589 h 8402012"/>
              <a:gd name="connsiteX3919" fmla="*/ 17730568 w 21052572"/>
              <a:gd name="connsiteY3919" fmla="*/ 2450355 h 8402012"/>
              <a:gd name="connsiteX3920" fmla="*/ 17731748 w 21052572"/>
              <a:gd name="connsiteY3920" fmla="*/ 2446677 h 8402012"/>
              <a:gd name="connsiteX3921" fmla="*/ 17733876 w 21052572"/>
              <a:gd name="connsiteY3921" fmla="*/ 2440064 h 8402012"/>
              <a:gd name="connsiteX3922" fmla="*/ 17733036 w 21052572"/>
              <a:gd name="connsiteY3922" fmla="*/ 2442682 h 8402012"/>
              <a:gd name="connsiteX3923" fmla="*/ 17732004 w 21052572"/>
              <a:gd name="connsiteY3923" fmla="*/ 2445888 h 8402012"/>
              <a:gd name="connsiteX3924" fmla="*/ 10916760 w 21052572"/>
              <a:gd name="connsiteY3924" fmla="*/ 2432672 h 8402012"/>
              <a:gd name="connsiteX3925" fmla="*/ 10936105 w 21052572"/>
              <a:gd name="connsiteY3925" fmla="*/ 2464911 h 8402012"/>
              <a:gd name="connsiteX3926" fmla="*/ 10916760 w 21052572"/>
              <a:gd name="connsiteY3926" fmla="*/ 2432672 h 8402012"/>
              <a:gd name="connsiteX3927" fmla="*/ 10429908 w 21052572"/>
              <a:gd name="connsiteY3927" fmla="*/ 2432672 h 8402012"/>
              <a:gd name="connsiteX3928" fmla="*/ 10174123 w 21052572"/>
              <a:gd name="connsiteY3928" fmla="*/ 2547657 h 8402012"/>
              <a:gd name="connsiteX3929" fmla="*/ 10109639 w 21052572"/>
              <a:gd name="connsiteY3929" fmla="*/ 2599243 h 8402012"/>
              <a:gd name="connsiteX3930" fmla="*/ 10167675 w 21052572"/>
              <a:gd name="connsiteY3930" fmla="*/ 2566999 h 8402012"/>
              <a:gd name="connsiteX3931" fmla="*/ 10224635 w 21052572"/>
              <a:gd name="connsiteY3931" fmla="*/ 2554106 h 8402012"/>
              <a:gd name="connsiteX3932" fmla="*/ 10308464 w 21052572"/>
              <a:gd name="connsiteY3932" fmla="*/ 2535836 h 8402012"/>
              <a:gd name="connsiteX3933" fmla="*/ 10385844 w 21052572"/>
              <a:gd name="connsiteY3933" fmla="*/ 2510046 h 8402012"/>
              <a:gd name="connsiteX3934" fmla="*/ 10429908 w 21052572"/>
              <a:gd name="connsiteY3934" fmla="*/ 2497149 h 8402012"/>
              <a:gd name="connsiteX3935" fmla="*/ 10429908 w 21052572"/>
              <a:gd name="connsiteY3935" fmla="*/ 2432672 h 8402012"/>
              <a:gd name="connsiteX3936" fmla="*/ 10032259 w 21052572"/>
              <a:gd name="connsiteY3936" fmla="*/ 2432672 h 8402012"/>
              <a:gd name="connsiteX3937" fmla="*/ 10051604 w 21052572"/>
              <a:gd name="connsiteY3937" fmla="*/ 2464911 h 8402012"/>
              <a:gd name="connsiteX3938" fmla="*/ 10032259 w 21052572"/>
              <a:gd name="connsiteY3938" fmla="*/ 2432672 h 8402012"/>
              <a:gd name="connsiteX3939" fmla="*/ 17843544 w 21052572"/>
              <a:gd name="connsiteY3939" fmla="*/ 2431480 h 8402012"/>
              <a:gd name="connsiteX3940" fmla="*/ 17888948 w 21052572"/>
              <a:gd name="connsiteY3940" fmla="*/ 2457549 h 8402012"/>
              <a:gd name="connsiteX3941" fmla="*/ 17960292 w 21052572"/>
              <a:gd name="connsiteY3941" fmla="*/ 2490135 h 8402012"/>
              <a:gd name="connsiteX3942" fmla="*/ 18031640 w 21052572"/>
              <a:gd name="connsiteY3942" fmla="*/ 2529239 h 8402012"/>
              <a:gd name="connsiteX3943" fmla="*/ 18075960 w 21052572"/>
              <a:gd name="connsiteY3943" fmla="*/ 2554221 h 8402012"/>
              <a:gd name="connsiteX3944" fmla="*/ 18075960 w 21052572"/>
              <a:gd name="connsiteY3944" fmla="*/ 2586807 h 8402012"/>
              <a:gd name="connsiteX3945" fmla="*/ 18012180 w 21052572"/>
              <a:gd name="connsiteY3945" fmla="*/ 2586807 h 8402012"/>
              <a:gd name="connsiteX3946" fmla="*/ 17960292 w 21052572"/>
              <a:gd name="connsiteY3946" fmla="*/ 2547704 h 8402012"/>
              <a:gd name="connsiteX3947" fmla="*/ 17830572 w 21052572"/>
              <a:gd name="connsiteY3947" fmla="*/ 2496652 h 8402012"/>
              <a:gd name="connsiteX3948" fmla="*/ 17843544 w 21052572"/>
              <a:gd name="connsiteY3948" fmla="*/ 2431480 h 8402012"/>
              <a:gd name="connsiteX3949" fmla="*/ 17147052 w 21052572"/>
              <a:gd name="connsiteY3949" fmla="*/ 2431480 h 8402012"/>
              <a:gd name="connsiteX3950" fmla="*/ 17129092 w 21052572"/>
              <a:gd name="connsiteY3950" fmla="*/ 2463588 h 8402012"/>
              <a:gd name="connsiteX3951" fmla="*/ 17147052 w 21052572"/>
              <a:gd name="connsiteY3951" fmla="*/ 2431480 h 8402012"/>
              <a:gd name="connsiteX3952" fmla="*/ 16322338 w 21052572"/>
              <a:gd name="connsiteY3952" fmla="*/ 2431480 h 8402012"/>
              <a:gd name="connsiteX3953" fmla="*/ 16304374 w 21052572"/>
              <a:gd name="connsiteY3953" fmla="*/ 2463588 h 8402012"/>
              <a:gd name="connsiteX3954" fmla="*/ 16322338 w 21052572"/>
              <a:gd name="connsiteY3954" fmla="*/ 2431480 h 8402012"/>
              <a:gd name="connsiteX3955" fmla="*/ 13824427 w 21052572"/>
              <a:gd name="connsiteY3955" fmla="*/ 2431480 h 8402012"/>
              <a:gd name="connsiteX3956" fmla="*/ 13773355 w 21052572"/>
              <a:gd name="connsiteY3956" fmla="*/ 2464547 h 8402012"/>
              <a:gd name="connsiteX3957" fmla="*/ 13824427 w 21052572"/>
              <a:gd name="connsiteY3957" fmla="*/ 2431480 h 8402012"/>
              <a:gd name="connsiteX3958" fmla="*/ 845495 w 21052572"/>
              <a:gd name="connsiteY3958" fmla="*/ 2427183 h 8402012"/>
              <a:gd name="connsiteX3959" fmla="*/ 1032486 w 21052572"/>
              <a:gd name="connsiteY3959" fmla="*/ 2491407 h 8402012"/>
              <a:gd name="connsiteX3960" fmla="*/ 1283154 w 21052572"/>
              <a:gd name="connsiteY3960" fmla="*/ 2586821 h 8402012"/>
              <a:gd name="connsiteX3961" fmla="*/ 1122855 w 21052572"/>
              <a:gd name="connsiteY3961" fmla="*/ 2554659 h 8402012"/>
              <a:gd name="connsiteX3962" fmla="*/ 781817 w 21052572"/>
              <a:gd name="connsiteY3962" fmla="*/ 2433515 h 8402012"/>
              <a:gd name="connsiteX3963" fmla="*/ 845495 w 21052572"/>
              <a:gd name="connsiteY3963" fmla="*/ 2427183 h 8402012"/>
              <a:gd name="connsiteX3964" fmla="*/ 11472595 w 21052572"/>
              <a:gd name="connsiteY3964" fmla="*/ 2422901 h 8402012"/>
              <a:gd name="connsiteX3965" fmla="*/ 11398238 w 21052572"/>
              <a:gd name="connsiteY3965" fmla="*/ 2445566 h 8402012"/>
              <a:gd name="connsiteX3966" fmla="*/ 11301512 w 21052572"/>
              <a:gd name="connsiteY3966" fmla="*/ 2484256 h 8402012"/>
              <a:gd name="connsiteX3967" fmla="*/ 11192965 w 21052572"/>
              <a:gd name="connsiteY3967" fmla="*/ 2522941 h 8402012"/>
              <a:gd name="connsiteX3968" fmla="*/ 11115584 w 21052572"/>
              <a:gd name="connsiteY3968" fmla="*/ 2554106 h 8402012"/>
              <a:gd name="connsiteX3969" fmla="*/ 10916760 w 21052572"/>
              <a:gd name="connsiteY3969" fmla="*/ 2599243 h 8402012"/>
              <a:gd name="connsiteX3970" fmla="*/ 11076894 w 21052572"/>
              <a:gd name="connsiteY3970" fmla="*/ 2586345 h 8402012"/>
              <a:gd name="connsiteX3971" fmla="*/ 11217683 w 21052572"/>
              <a:gd name="connsiteY3971" fmla="*/ 2542284 h 8402012"/>
              <a:gd name="connsiteX3972" fmla="*/ 11493888 w 21052572"/>
              <a:gd name="connsiteY3972" fmla="*/ 2432672 h 8402012"/>
              <a:gd name="connsiteX3973" fmla="*/ 11472595 w 21052572"/>
              <a:gd name="connsiteY3973" fmla="*/ 2422901 h 8402012"/>
              <a:gd name="connsiteX3974" fmla="*/ 13900203 w 21052572"/>
              <a:gd name="connsiteY3974" fmla="*/ 2400427 h 8402012"/>
              <a:gd name="connsiteX3975" fmla="*/ 13900203 w 21052572"/>
              <a:gd name="connsiteY3975" fmla="*/ 2464911 h 8402012"/>
              <a:gd name="connsiteX3976" fmla="*/ 13861513 w 21052572"/>
              <a:gd name="connsiteY3976" fmla="*/ 2471358 h 8402012"/>
              <a:gd name="connsiteX3977" fmla="*/ 13893755 w 21052572"/>
              <a:gd name="connsiteY3977" fmla="*/ 2503598 h 8402012"/>
              <a:gd name="connsiteX3978" fmla="*/ 13995854 w 21052572"/>
              <a:gd name="connsiteY3978" fmla="*/ 2477804 h 8402012"/>
              <a:gd name="connsiteX3979" fmla="*/ 13963612 w 21052572"/>
              <a:gd name="connsiteY3979" fmla="*/ 2452014 h 8402012"/>
              <a:gd name="connsiteX3980" fmla="*/ 13963612 w 21052572"/>
              <a:gd name="connsiteY3980" fmla="*/ 2419778 h 8402012"/>
              <a:gd name="connsiteX3981" fmla="*/ 13937818 w 21052572"/>
              <a:gd name="connsiteY3981" fmla="*/ 2419778 h 8402012"/>
              <a:gd name="connsiteX3982" fmla="*/ 13900203 w 21052572"/>
              <a:gd name="connsiteY3982" fmla="*/ 2400427 h 8402012"/>
              <a:gd name="connsiteX3983" fmla="*/ 19041560 w 21052572"/>
              <a:gd name="connsiteY3983" fmla="*/ 2393591 h 8402012"/>
              <a:gd name="connsiteX3984" fmla="*/ 19128208 w 21052572"/>
              <a:gd name="connsiteY3984" fmla="*/ 2444618 h 8402012"/>
              <a:gd name="connsiteX3985" fmla="*/ 19015508 w 21052572"/>
              <a:gd name="connsiteY3985" fmla="*/ 2412219 h 8402012"/>
              <a:gd name="connsiteX3986" fmla="*/ 19041560 w 21052572"/>
              <a:gd name="connsiteY3986" fmla="*/ 2393591 h 8402012"/>
              <a:gd name="connsiteX3987" fmla="*/ 11128481 w 21052572"/>
              <a:gd name="connsiteY3987" fmla="*/ 2381086 h 8402012"/>
              <a:gd name="connsiteX3988" fmla="*/ 10961898 w 21052572"/>
              <a:gd name="connsiteY3988" fmla="*/ 2432672 h 8402012"/>
              <a:gd name="connsiteX3989" fmla="*/ 11128481 w 21052572"/>
              <a:gd name="connsiteY3989" fmla="*/ 2381086 h 8402012"/>
              <a:gd name="connsiteX3990" fmla="*/ 16987428 w 21052572"/>
              <a:gd name="connsiteY3990" fmla="*/ 2369862 h 8402012"/>
              <a:gd name="connsiteX3991" fmla="*/ 17019024 w 21052572"/>
              <a:gd name="connsiteY3991" fmla="*/ 2401967 h 8402012"/>
              <a:gd name="connsiteX3992" fmla="*/ 16982160 w 21052572"/>
              <a:gd name="connsiteY3992" fmla="*/ 2382704 h 8402012"/>
              <a:gd name="connsiteX3993" fmla="*/ 16987428 w 21052572"/>
              <a:gd name="connsiteY3993" fmla="*/ 2369862 h 8402012"/>
              <a:gd name="connsiteX3994" fmla="*/ 18534660 w 21052572"/>
              <a:gd name="connsiteY3994" fmla="*/ 2366944 h 8402012"/>
              <a:gd name="connsiteX3995" fmla="*/ 18549180 w 21052572"/>
              <a:gd name="connsiteY3995" fmla="*/ 2419067 h 8402012"/>
              <a:gd name="connsiteX3996" fmla="*/ 18620156 w 21052572"/>
              <a:gd name="connsiteY3996" fmla="*/ 2496418 h 8402012"/>
              <a:gd name="connsiteX3997" fmla="*/ 18587892 w 21052572"/>
              <a:gd name="connsiteY3997" fmla="*/ 2522203 h 8402012"/>
              <a:gd name="connsiteX3998" fmla="*/ 18620156 w 21052572"/>
              <a:gd name="connsiteY3998" fmla="*/ 2541541 h 8402012"/>
              <a:gd name="connsiteX3999" fmla="*/ 18631984 w 21052572"/>
              <a:gd name="connsiteY3999" fmla="*/ 2546914 h 8402012"/>
              <a:gd name="connsiteX4000" fmla="*/ 18748128 w 21052572"/>
              <a:gd name="connsiteY4000" fmla="*/ 2522203 h 8402012"/>
              <a:gd name="connsiteX4001" fmla="*/ 18765596 w 21052572"/>
              <a:gd name="connsiteY4001" fmla="*/ 2529864 h 8402012"/>
              <a:gd name="connsiteX4002" fmla="*/ 18759564 w 21052572"/>
              <a:gd name="connsiteY4002" fmla="*/ 2520160 h 8402012"/>
              <a:gd name="connsiteX4003" fmla="*/ 18771536 w 21052572"/>
              <a:gd name="connsiteY4003" fmla="*/ 2507316 h 8402012"/>
              <a:gd name="connsiteX4004" fmla="*/ 18776028 w 21052572"/>
              <a:gd name="connsiteY4004" fmla="*/ 2523370 h 8402012"/>
              <a:gd name="connsiteX4005" fmla="*/ 18773268 w 21052572"/>
              <a:gd name="connsiteY4005" fmla="*/ 2533230 h 8402012"/>
              <a:gd name="connsiteX4006" fmla="*/ 18781196 w 21052572"/>
              <a:gd name="connsiteY4006" fmla="*/ 2536706 h 8402012"/>
              <a:gd name="connsiteX4007" fmla="*/ 18819104 w 21052572"/>
              <a:gd name="connsiteY4007" fmla="*/ 2560878 h 8402012"/>
              <a:gd name="connsiteX4008" fmla="*/ 18863196 w 21052572"/>
              <a:gd name="connsiteY4008" fmla="*/ 2572696 h 8402012"/>
              <a:gd name="connsiteX4009" fmla="*/ 18979340 w 21052572"/>
              <a:gd name="connsiteY4009" fmla="*/ 2624266 h 8402012"/>
              <a:gd name="connsiteX4010" fmla="*/ 18876100 w 21052572"/>
              <a:gd name="connsiteY4010" fmla="*/ 2708063 h 8402012"/>
              <a:gd name="connsiteX4011" fmla="*/ 19107312 w 21052572"/>
              <a:gd name="connsiteY4011" fmla="*/ 2906818 h 8402012"/>
              <a:gd name="connsiteX4012" fmla="*/ 19229908 w 21052572"/>
              <a:gd name="connsiteY4012" fmla="*/ 3008879 h 8402012"/>
              <a:gd name="connsiteX4013" fmla="*/ 19319168 w 21052572"/>
              <a:gd name="connsiteY4013" fmla="*/ 3060446 h 8402012"/>
              <a:gd name="connsiteX4014" fmla="*/ 19286904 w 21052572"/>
              <a:gd name="connsiteY4014" fmla="*/ 2951942 h 8402012"/>
              <a:gd name="connsiteX4015" fmla="*/ 19357880 w 21052572"/>
              <a:gd name="connsiteY4015" fmla="*/ 2919712 h 8402012"/>
              <a:gd name="connsiteX4016" fmla="*/ 19357880 w 21052572"/>
              <a:gd name="connsiteY4016" fmla="*/ 3015325 h 8402012"/>
              <a:gd name="connsiteX4017" fmla="*/ 19409500 w 21052572"/>
              <a:gd name="connsiteY4017" fmla="*/ 2976653 h 8402012"/>
              <a:gd name="connsiteX4018" fmla="*/ 19492308 w 21052572"/>
              <a:gd name="connsiteY4018" fmla="*/ 3028218 h 8402012"/>
              <a:gd name="connsiteX4019" fmla="*/ 19550380 w 21052572"/>
              <a:gd name="connsiteY4019" fmla="*/ 3073341 h 8402012"/>
              <a:gd name="connsiteX4020" fmla="*/ 19492308 w 21052572"/>
              <a:gd name="connsiteY4020" fmla="*/ 3060446 h 8402012"/>
              <a:gd name="connsiteX4021" fmla="*/ 19627808 w 21052572"/>
              <a:gd name="connsiteY4021" fmla="*/ 3092678 h 8402012"/>
              <a:gd name="connsiteX4022" fmla="*/ 19582640 w 21052572"/>
              <a:gd name="connsiteY4022" fmla="*/ 3137801 h 8402012"/>
              <a:gd name="connsiteX4023" fmla="*/ 19660068 w 21052572"/>
              <a:gd name="connsiteY4023" fmla="*/ 3226970 h 8402012"/>
              <a:gd name="connsiteX4024" fmla="*/ 19755780 w 21052572"/>
              <a:gd name="connsiteY4024" fmla="*/ 3310769 h 8402012"/>
              <a:gd name="connsiteX4025" fmla="*/ 20019256 w 21052572"/>
              <a:gd name="connsiteY4025" fmla="*/ 3432170 h 8402012"/>
              <a:gd name="connsiteX4026" fmla="*/ 19999896 w 21052572"/>
              <a:gd name="connsiteY4026" fmla="*/ 3503076 h 8402012"/>
              <a:gd name="connsiteX4027" fmla="*/ 19954732 w 21052572"/>
              <a:gd name="connsiteY4027" fmla="*/ 3528860 h 8402012"/>
              <a:gd name="connsiteX4028" fmla="*/ 19967636 w 21052572"/>
              <a:gd name="connsiteY4028" fmla="*/ 3554644 h 8402012"/>
              <a:gd name="connsiteX4029" fmla="*/ 19954732 w 21052572"/>
              <a:gd name="connsiteY4029" fmla="*/ 3567536 h 8402012"/>
              <a:gd name="connsiteX4030" fmla="*/ 19956224 w 21052572"/>
              <a:gd name="connsiteY4030" fmla="*/ 3592397 h 8402012"/>
              <a:gd name="connsiteX4031" fmla="*/ 19956344 w 21052572"/>
              <a:gd name="connsiteY4031" fmla="*/ 3594395 h 8402012"/>
              <a:gd name="connsiteX4032" fmla="*/ 19967636 w 21052572"/>
              <a:gd name="connsiteY4032" fmla="*/ 3611589 h 8402012"/>
              <a:gd name="connsiteX4033" fmla="*/ 19922468 w 21052572"/>
              <a:gd name="connsiteY4033" fmla="*/ 3643813 h 8402012"/>
              <a:gd name="connsiteX4034" fmla="*/ 19909564 w 21052572"/>
              <a:gd name="connsiteY4034" fmla="*/ 3579354 h 8402012"/>
              <a:gd name="connsiteX4035" fmla="*/ 19916016 w 21052572"/>
              <a:gd name="connsiteY4035" fmla="*/ 3561091 h 8402012"/>
              <a:gd name="connsiteX4036" fmla="*/ 19903112 w 21052572"/>
              <a:gd name="connsiteY4036" fmla="*/ 3554644 h 8402012"/>
              <a:gd name="connsiteX4037" fmla="*/ 19833208 w 21052572"/>
              <a:gd name="connsiteY4037" fmla="*/ 3535307 h 8402012"/>
              <a:gd name="connsiteX4038" fmla="*/ 19608452 w 21052572"/>
              <a:gd name="connsiteY4038" fmla="*/ 3367695 h 8402012"/>
              <a:gd name="connsiteX4039" fmla="*/ 19370788 w 21052572"/>
              <a:gd name="connsiteY4039" fmla="*/ 3194740 h 8402012"/>
              <a:gd name="connsiteX4040" fmla="*/ 19262172 w 21052572"/>
              <a:gd name="connsiteY4040" fmla="*/ 3118462 h 8402012"/>
              <a:gd name="connsiteX4041" fmla="*/ 19204100 w 21052572"/>
              <a:gd name="connsiteY4041" fmla="*/ 3086232 h 8402012"/>
              <a:gd name="connsiteX4042" fmla="*/ 19191196 w 21052572"/>
              <a:gd name="connsiteY4042" fmla="*/ 3028218 h 8402012"/>
              <a:gd name="connsiteX4043" fmla="*/ 19100860 w 21052572"/>
              <a:gd name="connsiteY4043" fmla="*/ 2957311 h 8402012"/>
              <a:gd name="connsiteX4044" fmla="*/ 18998696 w 21052572"/>
              <a:gd name="connsiteY4044" fmla="*/ 2900372 h 8402012"/>
              <a:gd name="connsiteX4045" fmla="*/ 18754580 w 21052572"/>
              <a:gd name="connsiteY4045" fmla="*/ 2752111 h 8402012"/>
              <a:gd name="connsiteX4046" fmla="*/ 18536272 w 21052572"/>
              <a:gd name="connsiteY4046" fmla="*/ 2604927 h 8402012"/>
              <a:gd name="connsiteX4047" fmla="*/ 18491108 w 21052572"/>
              <a:gd name="connsiteY4047" fmla="*/ 2535095 h 8402012"/>
              <a:gd name="connsiteX4048" fmla="*/ 18529820 w 21052572"/>
              <a:gd name="connsiteY4048" fmla="*/ 2496418 h 8402012"/>
              <a:gd name="connsiteX4049" fmla="*/ 18491108 w 21052572"/>
              <a:gd name="connsiteY4049" fmla="*/ 2477081 h 8402012"/>
              <a:gd name="connsiteX4050" fmla="*/ 18529820 w 21052572"/>
              <a:gd name="connsiteY4050" fmla="*/ 2464188 h 8402012"/>
              <a:gd name="connsiteX4051" fmla="*/ 18523368 w 21052572"/>
              <a:gd name="connsiteY4051" fmla="*/ 2367497 h 8402012"/>
              <a:gd name="connsiteX4052" fmla="*/ 18534660 w 21052572"/>
              <a:gd name="connsiteY4052" fmla="*/ 2366944 h 8402012"/>
              <a:gd name="connsiteX4053" fmla="*/ 14178042 w 21052572"/>
              <a:gd name="connsiteY4053" fmla="*/ 2365763 h 8402012"/>
              <a:gd name="connsiteX4054" fmla="*/ 14203637 w 21052572"/>
              <a:gd name="connsiteY4054" fmla="*/ 2378829 h 8402012"/>
              <a:gd name="connsiteX4055" fmla="*/ 14147793 w 21052572"/>
              <a:gd name="connsiteY4055" fmla="*/ 2397274 h 8402012"/>
              <a:gd name="connsiteX4056" fmla="*/ 14147793 w 21052572"/>
              <a:gd name="connsiteY4056" fmla="*/ 2366531 h 8402012"/>
              <a:gd name="connsiteX4057" fmla="*/ 14178042 w 21052572"/>
              <a:gd name="connsiteY4057" fmla="*/ 2365763 h 8402012"/>
              <a:gd name="connsiteX4058" fmla="*/ 15749418 w 21052572"/>
              <a:gd name="connsiteY4058" fmla="*/ 2360442 h 8402012"/>
              <a:gd name="connsiteX4059" fmla="*/ 15786672 w 21052572"/>
              <a:gd name="connsiteY4059" fmla="*/ 2400767 h 8402012"/>
              <a:gd name="connsiteX4060" fmla="*/ 15697690 w 21052572"/>
              <a:gd name="connsiteY4060" fmla="*/ 2368181 h 8402012"/>
              <a:gd name="connsiteX4061" fmla="*/ 15749418 w 21052572"/>
              <a:gd name="connsiteY4061" fmla="*/ 2360442 h 8402012"/>
              <a:gd name="connsiteX4062" fmla="*/ 18389036 w 21052572"/>
              <a:gd name="connsiteY4062" fmla="*/ 2358528 h 8402012"/>
              <a:gd name="connsiteX4063" fmla="*/ 18493048 w 21052572"/>
              <a:gd name="connsiteY4063" fmla="*/ 2411447 h 8402012"/>
              <a:gd name="connsiteX4064" fmla="*/ 18356684 w 21052572"/>
              <a:gd name="connsiteY4064" fmla="*/ 2379282 h 8402012"/>
              <a:gd name="connsiteX4065" fmla="*/ 18389036 w 21052572"/>
              <a:gd name="connsiteY4065" fmla="*/ 2358528 h 8402012"/>
              <a:gd name="connsiteX4066" fmla="*/ 18495776 w 21052572"/>
              <a:gd name="connsiteY4066" fmla="*/ 2349279 h 8402012"/>
              <a:gd name="connsiteX4067" fmla="*/ 18507260 w 21052572"/>
              <a:gd name="connsiteY4067" fmla="*/ 2353146 h 8402012"/>
              <a:gd name="connsiteX4068" fmla="*/ 18494136 w 21052572"/>
              <a:gd name="connsiteY4068" fmla="*/ 2364123 h 8402012"/>
              <a:gd name="connsiteX4069" fmla="*/ 18495776 w 21052572"/>
              <a:gd name="connsiteY4069" fmla="*/ 2349279 h 8402012"/>
              <a:gd name="connsiteX4070" fmla="*/ 16969580 w 21052572"/>
              <a:gd name="connsiteY4070" fmla="*/ 2349279 h 8402012"/>
              <a:gd name="connsiteX4071" fmla="*/ 16981068 w 21052572"/>
              <a:gd name="connsiteY4071" fmla="*/ 2353146 h 8402012"/>
              <a:gd name="connsiteX4072" fmla="*/ 16967940 w 21052572"/>
              <a:gd name="connsiteY4072" fmla="*/ 2364123 h 8402012"/>
              <a:gd name="connsiteX4073" fmla="*/ 16969580 w 21052572"/>
              <a:gd name="connsiteY4073" fmla="*/ 2349279 h 8402012"/>
              <a:gd name="connsiteX4074" fmla="*/ 11692713 w 21052572"/>
              <a:gd name="connsiteY4074" fmla="*/ 2348847 h 8402012"/>
              <a:gd name="connsiteX4075" fmla="*/ 11597062 w 21052572"/>
              <a:gd name="connsiteY4075" fmla="*/ 2400427 h 8402012"/>
              <a:gd name="connsiteX4076" fmla="*/ 11692713 w 21052572"/>
              <a:gd name="connsiteY4076" fmla="*/ 2348847 h 8402012"/>
              <a:gd name="connsiteX4077" fmla="*/ 13918473 w 21052572"/>
              <a:gd name="connsiteY4077" fmla="*/ 2337027 h 8402012"/>
              <a:gd name="connsiteX4078" fmla="*/ 13937818 w 21052572"/>
              <a:gd name="connsiteY4078" fmla="*/ 2368190 h 8402012"/>
              <a:gd name="connsiteX4079" fmla="*/ 13918473 w 21052572"/>
              <a:gd name="connsiteY4079" fmla="*/ 2337027 h 8402012"/>
              <a:gd name="connsiteX4080" fmla="*/ 15583936 w 21052572"/>
              <a:gd name="connsiteY4080" fmla="*/ 2336684 h 8402012"/>
              <a:gd name="connsiteX4081" fmla="*/ 15601898 w 21052572"/>
              <a:gd name="connsiteY4081" fmla="*/ 2368757 h 8402012"/>
              <a:gd name="connsiteX4082" fmla="*/ 15583936 w 21052572"/>
              <a:gd name="connsiteY4082" fmla="*/ 2336684 h 8402012"/>
              <a:gd name="connsiteX4083" fmla="*/ 18265900 w 21052572"/>
              <a:gd name="connsiteY4083" fmla="*/ 2322616 h 8402012"/>
              <a:gd name="connsiteX4084" fmla="*/ 18303468 w 21052572"/>
              <a:gd name="connsiteY4084" fmla="*/ 2325826 h 8402012"/>
              <a:gd name="connsiteX4085" fmla="*/ 18251764 w 21052572"/>
              <a:gd name="connsiteY4085" fmla="*/ 2338669 h 8402012"/>
              <a:gd name="connsiteX4086" fmla="*/ 18265900 w 21052572"/>
              <a:gd name="connsiteY4086" fmla="*/ 2322616 h 8402012"/>
              <a:gd name="connsiteX4087" fmla="*/ 14337383 w 21052572"/>
              <a:gd name="connsiteY4087" fmla="*/ 2322530 h 8402012"/>
              <a:gd name="connsiteX4088" fmla="*/ 15095092 w 21052572"/>
              <a:gd name="connsiteY4088" fmla="*/ 2431077 h 8402012"/>
              <a:gd name="connsiteX4089" fmla="*/ 15447614 w 21052572"/>
              <a:gd name="connsiteY4089" fmla="*/ 2502007 h 8402012"/>
              <a:gd name="connsiteX4090" fmla="*/ 15800138 w 21052572"/>
              <a:gd name="connsiteY4090" fmla="*/ 2578310 h 8402012"/>
              <a:gd name="connsiteX4091" fmla="*/ 16178454 w 21052572"/>
              <a:gd name="connsiteY4091" fmla="*/ 2694378 h 8402012"/>
              <a:gd name="connsiteX4092" fmla="*/ 16506258 w 21052572"/>
              <a:gd name="connsiteY4092" fmla="*/ 2802908 h 8402012"/>
              <a:gd name="connsiteX4093" fmla="*/ 16653500 w 21052572"/>
              <a:gd name="connsiteY4093" fmla="*/ 2854514 h 8402012"/>
              <a:gd name="connsiteX4094" fmla="*/ 16826540 w 21052572"/>
              <a:gd name="connsiteY4094" fmla="*/ 2918995 h 8402012"/>
              <a:gd name="connsiteX4095" fmla="*/ 17000652 w 21052572"/>
              <a:gd name="connsiteY4095" fmla="*/ 2988849 h 8402012"/>
              <a:gd name="connsiteX4096" fmla="*/ 17237100 w 21052572"/>
              <a:gd name="connsiteY4096" fmla="*/ 3066234 h 8402012"/>
              <a:gd name="connsiteX4097" fmla="*/ 17295136 w 21052572"/>
              <a:gd name="connsiteY4097" fmla="*/ 3079125 h 8402012"/>
              <a:gd name="connsiteX4098" fmla="*/ 17558452 w 21052572"/>
              <a:gd name="connsiteY4098" fmla="*/ 3175848 h 8402012"/>
              <a:gd name="connsiteX4099" fmla="*/ 17628312 w 21052572"/>
              <a:gd name="connsiteY4099" fmla="*/ 3226360 h 8402012"/>
              <a:gd name="connsiteX4100" fmla="*/ 17930320 w 21052572"/>
              <a:gd name="connsiteY4100" fmla="*/ 3348874 h 8402012"/>
              <a:gd name="connsiteX4101" fmla="*/ 17994808 w 21052572"/>
              <a:gd name="connsiteY4101" fmla="*/ 3373613 h 8402012"/>
              <a:gd name="connsiteX4102" fmla="*/ 18122704 w 21052572"/>
              <a:gd name="connsiteY4102" fmla="*/ 3476768 h 8402012"/>
              <a:gd name="connsiteX4103" fmla="*/ 18494572 w 21052572"/>
              <a:gd name="connsiteY4103" fmla="*/ 3669140 h 8402012"/>
              <a:gd name="connsiteX4104" fmla="*/ 18770788 w 21052572"/>
              <a:gd name="connsiteY4104" fmla="*/ 3822821 h 8402012"/>
              <a:gd name="connsiteX4105" fmla="*/ 19058824 w 21052572"/>
              <a:gd name="connsiteY4105" fmla="*/ 3989399 h 8402012"/>
              <a:gd name="connsiteX4106" fmla="*/ 19194244 w 21052572"/>
              <a:gd name="connsiteY4106" fmla="*/ 4060333 h 8402012"/>
              <a:gd name="connsiteX4107" fmla="*/ 19469384 w 21052572"/>
              <a:gd name="connsiteY4107" fmla="*/ 4163505 h 8402012"/>
              <a:gd name="connsiteX4108" fmla="*/ 19566112 w 21052572"/>
              <a:gd name="connsiteY4108" fmla="*/ 4232189 h 8402012"/>
              <a:gd name="connsiteX4109" fmla="*/ 19611252 w 21052572"/>
              <a:gd name="connsiteY4109" fmla="*/ 4335361 h 8402012"/>
              <a:gd name="connsiteX4110" fmla="*/ 19027656 w 21052572"/>
              <a:gd name="connsiteY4110" fmla="*/ 4099024 h 8402012"/>
              <a:gd name="connsiteX4111" fmla="*/ 18777236 w 21052572"/>
              <a:gd name="connsiteY4111" fmla="*/ 3977580 h 8402012"/>
              <a:gd name="connsiteX4112" fmla="*/ 18664116 w 21052572"/>
              <a:gd name="connsiteY4112" fmla="*/ 3895366 h 8402012"/>
              <a:gd name="connsiteX4113" fmla="*/ 18615336 w 21052572"/>
              <a:gd name="connsiteY4113" fmla="*/ 3873366 h 8402012"/>
              <a:gd name="connsiteX4114" fmla="*/ 18546164 w 21052572"/>
              <a:gd name="connsiteY4114" fmla="*/ 3842168 h 8402012"/>
              <a:gd name="connsiteX4115" fmla="*/ 18604200 w 21052572"/>
              <a:gd name="connsiteY4115" fmla="*/ 3893754 h 8402012"/>
              <a:gd name="connsiteX4116" fmla="*/ 18712752 w 21052572"/>
              <a:gd name="connsiteY4116" fmla="*/ 3971132 h 8402012"/>
              <a:gd name="connsiteX4117" fmla="*/ 18774348 w 21052572"/>
              <a:gd name="connsiteY4117" fmla="*/ 4005068 h 8402012"/>
              <a:gd name="connsiteX4118" fmla="*/ 18788216 w 21052572"/>
              <a:gd name="connsiteY4118" fmla="*/ 4015151 h 8402012"/>
              <a:gd name="connsiteX4119" fmla="*/ 18783260 w 21052572"/>
              <a:gd name="connsiteY4119" fmla="*/ 4000079 h 8402012"/>
              <a:gd name="connsiteX4120" fmla="*/ 18801220 w 21052572"/>
              <a:gd name="connsiteY4120" fmla="*/ 4000079 h 8402012"/>
              <a:gd name="connsiteX4121" fmla="*/ 18792988 w 21052572"/>
              <a:gd name="connsiteY4121" fmla="*/ 4006367 h 8402012"/>
              <a:gd name="connsiteX4122" fmla="*/ 18789852 w 21052572"/>
              <a:gd name="connsiteY4122" fmla="*/ 4016339 h 8402012"/>
              <a:gd name="connsiteX4123" fmla="*/ 18833932 w 21052572"/>
              <a:gd name="connsiteY4123" fmla="*/ 4048377 h 8402012"/>
              <a:gd name="connsiteX4124" fmla="*/ 18950272 w 21052572"/>
              <a:gd name="connsiteY4124" fmla="*/ 4150608 h 8402012"/>
              <a:gd name="connsiteX4125" fmla="*/ 18898684 w 21052572"/>
              <a:gd name="connsiteY4125" fmla="*/ 4194574 h 8402012"/>
              <a:gd name="connsiteX4126" fmla="*/ 18879340 w 21052572"/>
              <a:gd name="connsiteY4126" fmla="*/ 4219292 h 8402012"/>
              <a:gd name="connsiteX4127" fmla="*/ 18809480 w 21052572"/>
              <a:gd name="connsiteY4127" fmla="*/ 4182849 h 8402012"/>
              <a:gd name="connsiteX4128" fmla="*/ 18823584 w 21052572"/>
              <a:gd name="connsiteY4128" fmla="*/ 4208277 h 8402012"/>
              <a:gd name="connsiteX4129" fmla="*/ 18835700 w 21052572"/>
              <a:gd name="connsiteY4129" fmla="*/ 4214809 h 8402012"/>
              <a:gd name="connsiteX4130" fmla="*/ 18847372 w 21052572"/>
              <a:gd name="connsiteY4130" fmla="*/ 4208674 h 8402012"/>
              <a:gd name="connsiteX4131" fmla="*/ 18853360 w 21052572"/>
              <a:gd name="connsiteY4131" fmla="*/ 4214969 h 8402012"/>
              <a:gd name="connsiteX4132" fmla="*/ 18847372 w 21052572"/>
              <a:gd name="connsiteY4132" fmla="*/ 4221635 h 8402012"/>
              <a:gd name="connsiteX4133" fmla="*/ 18837244 w 21052572"/>
              <a:gd name="connsiteY4133" fmla="*/ 4215997 h 8402012"/>
              <a:gd name="connsiteX4134" fmla="*/ 18848172 w 21052572"/>
              <a:gd name="connsiteY4134" fmla="*/ 4225741 h 8402012"/>
              <a:gd name="connsiteX4135" fmla="*/ 18777236 w 21052572"/>
              <a:gd name="connsiteY4135" fmla="*/ 4212844 h 8402012"/>
              <a:gd name="connsiteX4136" fmla="*/ 18680508 w 21052572"/>
              <a:gd name="connsiteY4136" fmla="*/ 4163505 h 8402012"/>
              <a:gd name="connsiteX4137" fmla="*/ 18468780 w 21052572"/>
              <a:gd name="connsiteY4137" fmla="*/ 4047437 h 8402012"/>
              <a:gd name="connsiteX4138" fmla="*/ 18038872 w 21052572"/>
              <a:gd name="connsiteY4138" fmla="*/ 3822821 h 8402012"/>
              <a:gd name="connsiteX4139" fmla="*/ 17602520 w 21052572"/>
              <a:gd name="connsiteY4139" fmla="*/ 3630451 h 8402012"/>
              <a:gd name="connsiteX4140" fmla="*/ 17500416 w 21052572"/>
              <a:gd name="connsiteY4140" fmla="*/ 3598206 h 8402012"/>
              <a:gd name="connsiteX4141" fmla="*/ 17448828 w 21052572"/>
              <a:gd name="connsiteY4141" fmla="*/ 3528353 h 8402012"/>
              <a:gd name="connsiteX4142" fmla="*/ 17397240 w 21052572"/>
              <a:gd name="connsiteY4142" fmla="*/ 3554146 h 8402012"/>
              <a:gd name="connsiteX4143" fmla="*/ 17031820 w 21052572"/>
              <a:gd name="connsiteY4143" fmla="*/ 3392942 h 8402012"/>
              <a:gd name="connsiteX4144" fmla="*/ 16961960 w 21052572"/>
              <a:gd name="connsiteY4144" fmla="*/ 3329530 h 8402012"/>
              <a:gd name="connsiteX4145" fmla="*/ 16923268 w 21052572"/>
              <a:gd name="connsiteY4145" fmla="*/ 3290841 h 8402012"/>
              <a:gd name="connsiteX4146" fmla="*/ 16989636 w 21052572"/>
              <a:gd name="connsiteY4146" fmla="*/ 3299710 h 8402012"/>
              <a:gd name="connsiteX4147" fmla="*/ 16998876 w 21052572"/>
              <a:gd name="connsiteY4147" fmla="*/ 3303219 h 8402012"/>
              <a:gd name="connsiteX4148" fmla="*/ 16995632 w 21052572"/>
              <a:gd name="connsiteY4148" fmla="*/ 3290157 h 8402012"/>
              <a:gd name="connsiteX4149" fmla="*/ 17004860 w 21052572"/>
              <a:gd name="connsiteY4149" fmla="*/ 3293569 h 8402012"/>
              <a:gd name="connsiteX4150" fmla="*/ 17000496 w 21052572"/>
              <a:gd name="connsiteY4150" fmla="*/ 3300395 h 8402012"/>
              <a:gd name="connsiteX4151" fmla="*/ 17000192 w 21052572"/>
              <a:gd name="connsiteY4151" fmla="*/ 3303718 h 8402012"/>
              <a:gd name="connsiteX4152" fmla="*/ 17051164 w 21052572"/>
              <a:gd name="connsiteY4152" fmla="*/ 3323082 h 8402012"/>
              <a:gd name="connsiteX4153" fmla="*/ 17018920 w 21052572"/>
              <a:gd name="connsiteY4153" fmla="*/ 3290841 h 8402012"/>
              <a:gd name="connsiteX4154" fmla="*/ 16961960 w 21052572"/>
              <a:gd name="connsiteY4154" fmla="*/ 3258601 h 8402012"/>
              <a:gd name="connsiteX4155" fmla="*/ 16897472 w 21052572"/>
              <a:gd name="connsiteY4155" fmla="*/ 3239254 h 8402012"/>
              <a:gd name="connsiteX4156" fmla="*/ 16884576 w 21052572"/>
              <a:gd name="connsiteY4156" fmla="*/ 3168325 h 8402012"/>
              <a:gd name="connsiteX4157" fmla="*/ 17141444 w 21052572"/>
              <a:gd name="connsiteY4157" fmla="*/ 3194117 h 8402012"/>
              <a:gd name="connsiteX4158" fmla="*/ 17012472 w 21052572"/>
              <a:gd name="connsiteY4158" fmla="*/ 3161879 h 8402012"/>
              <a:gd name="connsiteX4159" fmla="*/ 16936164 w 21052572"/>
              <a:gd name="connsiteY4159" fmla="*/ 3143608 h 8402012"/>
              <a:gd name="connsiteX4160" fmla="*/ 16916820 w 21052572"/>
              <a:gd name="connsiteY4160" fmla="*/ 3085574 h 8402012"/>
              <a:gd name="connsiteX4161" fmla="*/ 16884576 w 21052572"/>
              <a:gd name="connsiteY4161" fmla="*/ 3053332 h 8402012"/>
              <a:gd name="connsiteX4162" fmla="*/ 16787848 w 21052572"/>
              <a:gd name="connsiteY4162" fmla="*/ 3033986 h 8402012"/>
              <a:gd name="connsiteX4163" fmla="*/ 16441772 w 21052572"/>
              <a:gd name="connsiteY4163" fmla="*/ 2931889 h 8402012"/>
              <a:gd name="connsiteX4164" fmla="*/ 15877520 w 21052572"/>
              <a:gd name="connsiteY4164" fmla="*/ 2757784 h 8402012"/>
              <a:gd name="connsiteX4165" fmla="*/ 15806586 w 21052572"/>
              <a:gd name="connsiteY4165" fmla="*/ 2745966 h 8402012"/>
              <a:gd name="connsiteX4166" fmla="*/ 15787240 w 21052572"/>
              <a:gd name="connsiteY4166" fmla="*/ 2687931 h 8402012"/>
              <a:gd name="connsiteX4167" fmla="*/ 15710932 w 21052572"/>
              <a:gd name="connsiteY4167" fmla="*/ 2662135 h 8402012"/>
              <a:gd name="connsiteX4168" fmla="*/ 15620652 w 21052572"/>
              <a:gd name="connsiteY4168" fmla="*/ 2642793 h 8402012"/>
              <a:gd name="connsiteX4169" fmla="*/ 15434718 w 21052572"/>
              <a:gd name="connsiteY4169" fmla="*/ 2604104 h 8402012"/>
              <a:gd name="connsiteX4170" fmla="*/ 15056400 w 21052572"/>
              <a:gd name="connsiteY4170" fmla="*/ 2527799 h 8402012"/>
              <a:gd name="connsiteX4171" fmla="*/ 14985466 w 21052572"/>
              <a:gd name="connsiteY4171" fmla="*/ 2482665 h 8402012"/>
              <a:gd name="connsiteX4172" fmla="*/ 14902709 w 21052572"/>
              <a:gd name="connsiteY4172" fmla="*/ 2456869 h 8402012"/>
              <a:gd name="connsiteX4173" fmla="*/ 14716775 w 21052572"/>
              <a:gd name="connsiteY4173" fmla="*/ 2418183 h 8402012"/>
              <a:gd name="connsiteX4174" fmla="*/ 14337383 w 21052572"/>
              <a:gd name="connsiteY4174" fmla="*/ 2322530 h 8402012"/>
              <a:gd name="connsiteX4175" fmla="*/ 11757197 w 21052572"/>
              <a:gd name="connsiteY4175" fmla="*/ 2317683 h 8402012"/>
              <a:gd name="connsiteX4176" fmla="*/ 11712058 w 21052572"/>
              <a:gd name="connsiteY4176" fmla="*/ 2368190 h 8402012"/>
              <a:gd name="connsiteX4177" fmla="*/ 11770093 w 21052572"/>
              <a:gd name="connsiteY4177" fmla="*/ 2368190 h 8402012"/>
              <a:gd name="connsiteX4178" fmla="*/ 11757197 w 21052572"/>
              <a:gd name="connsiteY4178" fmla="*/ 2317683 h 8402012"/>
              <a:gd name="connsiteX4179" fmla="*/ 19052428 w 21052572"/>
              <a:gd name="connsiteY4179" fmla="*/ 2312984 h 8402012"/>
              <a:gd name="connsiteX4180" fmla="*/ 19034468 w 21052572"/>
              <a:gd name="connsiteY4180" fmla="*/ 2340284 h 8402012"/>
              <a:gd name="connsiteX4181" fmla="*/ 19052428 w 21052572"/>
              <a:gd name="connsiteY4181" fmla="*/ 2312984 h 8402012"/>
              <a:gd name="connsiteX4182" fmla="*/ 14280505 w 21052572"/>
              <a:gd name="connsiteY4182" fmla="*/ 2309654 h 8402012"/>
              <a:gd name="connsiteX4183" fmla="*/ 14317369 w 21052572"/>
              <a:gd name="connsiteY4183" fmla="*/ 2334248 h 8402012"/>
              <a:gd name="connsiteX4184" fmla="*/ 14280505 w 21052572"/>
              <a:gd name="connsiteY4184" fmla="*/ 2309654 h 8402012"/>
              <a:gd name="connsiteX4185" fmla="*/ 10449253 w 21052572"/>
              <a:gd name="connsiteY4185" fmla="*/ 2291889 h 8402012"/>
              <a:gd name="connsiteX4186" fmla="*/ 10167675 w 21052572"/>
              <a:gd name="connsiteY4186" fmla="*/ 2400427 h 8402012"/>
              <a:gd name="connsiteX4187" fmla="*/ 10449253 w 21052572"/>
              <a:gd name="connsiteY4187" fmla="*/ 2291889 h 8402012"/>
              <a:gd name="connsiteX4188" fmla="*/ 15292532 w 21052572"/>
              <a:gd name="connsiteY4188" fmla="*/ 2288812 h 8402012"/>
              <a:gd name="connsiteX4189" fmla="*/ 15303196 w 21052572"/>
              <a:gd name="connsiteY4189" fmla="*/ 2291371 h 8402012"/>
              <a:gd name="connsiteX4190" fmla="*/ 15296634 w 21052572"/>
              <a:gd name="connsiteY4190" fmla="*/ 2311846 h 8402012"/>
              <a:gd name="connsiteX4191" fmla="*/ 15292532 w 21052572"/>
              <a:gd name="connsiteY4191" fmla="*/ 2288812 h 8402012"/>
              <a:gd name="connsiteX4192" fmla="*/ 15242674 w 21052572"/>
              <a:gd name="connsiteY4192" fmla="*/ 2279804 h 8402012"/>
              <a:gd name="connsiteX4193" fmla="*/ 15260636 w 21052572"/>
              <a:gd name="connsiteY4193" fmla="*/ 2311914 h 8402012"/>
              <a:gd name="connsiteX4194" fmla="*/ 15242674 w 21052572"/>
              <a:gd name="connsiteY4194" fmla="*/ 2279804 h 8402012"/>
              <a:gd name="connsiteX4195" fmla="*/ 15152620 w 21052572"/>
              <a:gd name="connsiteY4195" fmla="*/ 2279804 h 8402012"/>
              <a:gd name="connsiteX4196" fmla="*/ 15165748 w 21052572"/>
              <a:gd name="connsiteY4196" fmla="*/ 2311914 h 8402012"/>
              <a:gd name="connsiteX4197" fmla="*/ 15152620 w 21052572"/>
              <a:gd name="connsiteY4197" fmla="*/ 2279804 h 8402012"/>
              <a:gd name="connsiteX4198" fmla="*/ 11828129 w 21052572"/>
              <a:gd name="connsiteY4198" fmla="*/ 2278994 h 8402012"/>
              <a:gd name="connsiteX4199" fmla="*/ 11865744 w 21052572"/>
              <a:gd name="connsiteY4199" fmla="*/ 2311236 h 8402012"/>
              <a:gd name="connsiteX4200" fmla="*/ 11828129 w 21052572"/>
              <a:gd name="connsiteY4200" fmla="*/ 2278994 h 8402012"/>
              <a:gd name="connsiteX4201" fmla="*/ 11789438 w 21052572"/>
              <a:gd name="connsiteY4201" fmla="*/ 2278994 h 8402012"/>
              <a:gd name="connsiteX4202" fmla="*/ 11808783 w 21052572"/>
              <a:gd name="connsiteY4202" fmla="*/ 2337027 h 8402012"/>
              <a:gd name="connsiteX4203" fmla="*/ 11789438 w 21052572"/>
              <a:gd name="connsiteY4203" fmla="*/ 2278994 h 8402012"/>
              <a:gd name="connsiteX4204" fmla="*/ 19014480 w 21052572"/>
              <a:gd name="connsiteY4204" fmla="*/ 2276473 h 8402012"/>
              <a:gd name="connsiteX4205" fmla="*/ 18977588 w 21052572"/>
              <a:gd name="connsiteY4205" fmla="*/ 2307217 h 8402012"/>
              <a:gd name="connsiteX4206" fmla="*/ 19014480 w 21052572"/>
              <a:gd name="connsiteY4206" fmla="*/ 2276473 h 8402012"/>
              <a:gd name="connsiteX4207" fmla="*/ 12830150 w 21052572"/>
              <a:gd name="connsiteY4207" fmla="*/ 2246625 h 8402012"/>
              <a:gd name="connsiteX4208" fmla="*/ 12862223 w 21052572"/>
              <a:gd name="connsiteY4208" fmla="*/ 2259680 h 8402012"/>
              <a:gd name="connsiteX4209" fmla="*/ 12830150 w 21052572"/>
              <a:gd name="connsiteY4209" fmla="*/ 2311896 h 8402012"/>
              <a:gd name="connsiteX4210" fmla="*/ 12830150 w 21052572"/>
              <a:gd name="connsiteY4210" fmla="*/ 2246625 h 8402012"/>
              <a:gd name="connsiteX4211" fmla="*/ 15057822 w 21052572"/>
              <a:gd name="connsiteY4211" fmla="*/ 2246624 h 8402012"/>
              <a:gd name="connsiteX4212" fmla="*/ 15075784 w 21052572"/>
              <a:gd name="connsiteY4212" fmla="*/ 2278730 h 8402012"/>
              <a:gd name="connsiteX4213" fmla="*/ 15057822 w 21052572"/>
              <a:gd name="connsiteY4213" fmla="*/ 2246624 h 8402012"/>
              <a:gd name="connsiteX4214" fmla="*/ 15000946 w 21052572"/>
              <a:gd name="connsiteY4214" fmla="*/ 2246624 h 8402012"/>
              <a:gd name="connsiteX4215" fmla="*/ 15018908 w 21052572"/>
              <a:gd name="connsiteY4215" fmla="*/ 2278730 h 8402012"/>
              <a:gd name="connsiteX4216" fmla="*/ 15000946 w 21052572"/>
              <a:gd name="connsiteY4216" fmla="*/ 2246624 h 8402012"/>
              <a:gd name="connsiteX4217" fmla="*/ 12939160 w 21052572"/>
              <a:gd name="connsiteY4217" fmla="*/ 2246624 h 8402012"/>
              <a:gd name="connsiteX4218" fmla="*/ 12957122 w 21052572"/>
              <a:gd name="connsiteY4218" fmla="*/ 2278730 h 8402012"/>
              <a:gd name="connsiteX4219" fmla="*/ 12939160 w 21052572"/>
              <a:gd name="connsiteY4219" fmla="*/ 2246624 h 8402012"/>
              <a:gd name="connsiteX4220" fmla="*/ 12887024 w 21052572"/>
              <a:gd name="connsiteY4220" fmla="*/ 2246624 h 8402012"/>
              <a:gd name="connsiteX4221" fmla="*/ 12900152 w 21052572"/>
              <a:gd name="connsiteY4221" fmla="*/ 2278730 h 8402012"/>
              <a:gd name="connsiteX4222" fmla="*/ 12887024 w 21052572"/>
              <a:gd name="connsiteY4222" fmla="*/ 2246624 h 8402012"/>
              <a:gd name="connsiteX4223" fmla="*/ 17244828 w 21052572"/>
              <a:gd name="connsiteY4223" fmla="*/ 2243584 h 8402012"/>
              <a:gd name="connsiteX4224" fmla="*/ 17279728 w 21052572"/>
              <a:gd name="connsiteY4224" fmla="*/ 2246766 h 8402012"/>
              <a:gd name="connsiteX4225" fmla="*/ 17223884 w 21052572"/>
              <a:gd name="connsiteY4225" fmla="*/ 2278600 h 8402012"/>
              <a:gd name="connsiteX4226" fmla="*/ 17244828 w 21052572"/>
              <a:gd name="connsiteY4226" fmla="*/ 2243584 h 8402012"/>
              <a:gd name="connsiteX4227" fmla="*/ 10504870 w 21052572"/>
              <a:gd name="connsiteY4227" fmla="*/ 2243531 h 8402012"/>
              <a:gd name="connsiteX4228" fmla="*/ 10468598 w 21052572"/>
              <a:gd name="connsiteY4228" fmla="*/ 2246753 h 8402012"/>
              <a:gd name="connsiteX4229" fmla="*/ 10526634 w 21052572"/>
              <a:gd name="connsiteY4229" fmla="*/ 2278994 h 8402012"/>
              <a:gd name="connsiteX4230" fmla="*/ 10504870 w 21052572"/>
              <a:gd name="connsiteY4230" fmla="*/ 2243531 h 8402012"/>
              <a:gd name="connsiteX4231" fmla="*/ 18934424 w 21052572"/>
              <a:gd name="connsiteY4231" fmla="*/ 2241230 h 8402012"/>
              <a:gd name="connsiteX4232" fmla="*/ 18957568 w 21052572"/>
              <a:gd name="connsiteY4232" fmla="*/ 2278736 h 8402012"/>
              <a:gd name="connsiteX4233" fmla="*/ 18906492 w 21052572"/>
              <a:gd name="connsiteY4233" fmla="*/ 2265969 h 8402012"/>
              <a:gd name="connsiteX4234" fmla="*/ 18934424 w 21052572"/>
              <a:gd name="connsiteY4234" fmla="*/ 2241230 h 8402012"/>
              <a:gd name="connsiteX4235" fmla="*/ 18874764 w 21052572"/>
              <a:gd name="connsiteY4235" fmla="*/ 2221773 h 8402012"/>
              <a:gd name="connsiteX4236" fmla="*/ 18905440 w 21052572"/>
              <a:gd name="connsiteY4236" fmla="*/ 2233302 h 8402012"/>
              <a:gd name="connsiteX4237" fmla="*/ 18892800 w 21052572"/>
              <a:gd name="connsiteY4237" fmla="*/ 2245599 h 8402012"/>
              <a:gd name="connsiteX4238" fmla="*/ 18849616 w 21052572"/>
              <a:gd name="connsiteY4238" fmla="*/ 2233302 h 8402012"/>
              <a:gd name="connsiteX4239" fmla="*/ 18874764 w 21052572"/>
              <a:gd name="connsiteY4239" fmla="*/ 2221773 h 8402012"/>
              <a:gd name="connsiteX4240" fmla="*/ 11641126 w 21052572"/>
              <a:gd name="connsiteY4240" fmla="*/ 2220961 h 8402012"/>
              <a:gd name="connsiteX4241" fmla="*/ 11564820 w 21052572"/>
              <a:gd name="connsiteY4241" fmla="*/ 2298334 h 8402012"/>
              <a:gd name="connsiteX4242" fmla="*/ 11654023 w 21052572"/>
              <a:gd name="connsiteY4242" fmla="*/ 2311236 h 8402012"/>
              <a:gd name="connsiteX4243" fmla="*/ 11641126 w 21052572"/>
              <a:gd name="connsiteY4243" fmla="*/ 2220961 h 8402012"/>
              <a:gd name="connsiteX4244" fmla="*/ 17184972 w 21052572"/>
              <a:gd name="connsiteY4244" fmla="*/ 2213445 h 8402012"/>
              <a:gd name="connsiteX4245" fmla="*/ 17167008 w 21052572"/>
              <a:gd name="connsiteY4245" fmla="*/ 2245554 h 8402012"/>
              <a:gd name="connsiteX4246" fmla="*/ 17184972 w 21052572"/>
              <a:gd name="connsiteY4246" fmla="*/ 2213445 h 8402012"/>
              <a:gd name="connsiteX4247" fmla="*/ 14957293 w 21052572"/>
              <a:gd name="connsiteY4247" fmla="*/ 2213445 h 8402012"/>
              <a:gd name="connsiteX4248" fmla="*/ 14939331 w 21052572"/>
              <a:gd name="connsiteY4248" fmla="*/ 2245554 h 8402012"/>
              <a:gd name="connsiteX4249" fmla="*/ 14957293 w 21052572"/>
              <a:gd name="connsiteY4249" fmla="*/ 2213445 h 8402012"/>
              <a:gd name="connsiteX4250" fmla="*/ 14906153 w 21052572"/>
              <a:gd name="connsiteY4250" fmla="*/ 2213445 h 8402012"/>
              <a:gd name="connsiteX4251" fmla="*/ 14924115 w 21052572"/>
              <a:gd name="connsiteY4251" fmla="*/ 2245554 h 8402012"/>
              <a:gd name="connsiteX4252" fmla="*/ 14906153 w 21052572"/>
              <a:gd name="connsiteY4252" fmla="*/ 2213445 h 8402012"/>
              <a:gd name="connsiteX4253" fmla="*/ 17242848 w 21052572"/>
              <a:gd name="connsiteY4253" fmla="*/ 2199234 h 8402012"/>
              <a:gd name="connsiteX4254" fmla="*/ 17673088 w 21052572"/>
              <a:gd name="connsiteY4254" fmla="*/ 2377508 h 8402012"/>
              <a:gd name="connsiteX4255" fmla="*/ 17616080 w 21052572"/>
              <a:gd name="connsiteY4255" fmla="*/ 2409533 h 8402012"/>
              <a:gd name="connsiteX4256" fmla="*/ 17532184 w 21052572"/>
              <a:gd name="connsiteY4256" fmla="*/ 2390317 h 8402012"/>
              <a:gd name="connsiteX4257" fmla="*/ 17487008 w 21052572"/>
              <a:gd name="connsiteY4257" fmla="*/ 2345482 h 8402012"/>
              <a:gd name="connsiteX4258" fmla="*/ 17428924 w 21052572"/>
              <a:gd name="connsiteY4258" fmla="*/ 2352955 h 8402012"/>
              <a:gd name="connsiteX4259" fmla="*/ 17448284 w 21052572"/>
              <a:gd name="connsiteY4259" fmla="*/ 2308120 h 8402012"/>
              <a:gd name="connsiteX4260" fmla="*/ 17422472 w 21052572"/>
              <a:gd name="connsiteY4260" fmla="*/ 2333740 h 8402012"/>
              <a:gd name="connsiteX4261" fmla="*/ 17352556 w 21052572"/>
              <a:gd name="connsiteY4261" fmla="*/ 2244070 h 8402012"/>
              <a:gd name="connsiteX4262" fmla="*/ 17242848 w 21052572"/>
              <a:gd name="connsiteY4262" fmla="*/ 2199234 h 8402012"/>
              <a:gd name="connsiteX4263" fmla="*/ 12282738 w 21052572"/>
              <a:gd name="connsiteY4263" fmla="*/ 2188728 h 8402012"/>
              <a:gd name="connsiteX4264" fmla="*/ 12238674 w 21052572"/>
              <a:gd name="connsiteY4264" fmla="*/ 2246753 h 8402012"/>
              <a:gd name="connsiteX4265" fmla="*/ 12295635 w 21052572"/>
              <a:gd name="connsiteY4265" fmla="*/ 2246753 h 8402012"/>
              <a:gd name="connsiteX4266" fmla="*/ 12282738 w 21052572"/>
              <a:gd name="connsiteY4266" fmla="*/ 2188728 h 8402012"/>
              <a:gd name="connsiteX4267" fmla="*/ 15280434 w 21052572"/>
              <a:gd name="connsiteY4267" fmla="*/ 2183365 h 8402012"/>
              <a:gd name="connsiteX4268" fmla="*/ 15286416 w 21052572"/>
              <a:gd name="connsiteY4268" fmla="*/ 2187014 h 8402012"/>
              <a:gd name="connsiteX4269" fmla="*/ 15280844 w 21052572"/>
              <a:gd name="connsiteY4269" fmla="*/ 2185551 h 8402012"/>
              <a:gd name="connsiteX4270" fmla="*/ 12468666 w 21052572"/>
              <a:gd name="connsiteY4270" fmla="*/ 2182276 h 8402012"/>
              <a:gd name="connsiteX4271" fmla="*/ 12488011 w 21052572"/>
              <a:gd name="connsiteY4271" fmla="*/ 2214516 h 8402012"/>
              <a:gd name="connsiteX4272" fmla="*/ 12468666 w 21052572"/>
              <a:gd name="connsiteY4272" fmla="*/ 2182276 h 8402012"/>
              <a:gd name="connsiteX4273" fmla="*/ 11846399 w 21052572"/>
              <a:gd name="connsiteY4273" fmla="*/ 2182276 h 8402012"/>
              <a:gd name="connsiteX4274" fmla="*/ 11865744 w 21052572"/>
              <a:gd name="connsiteY4274" fmla="*/ 2214516 h 8402012"/>
              <a:gd name="connsiteX4275" fmla="*/ 11846399 w 21052572"/>
              <a:gd name="connsiteY4275" fmla="*/ 2182276 h 8402012"/>
              <a:gd name="connsiteX4276" fmla="*/ 18661904 w 21052572"/>
              <a:gd name="connsiteY4276" fmla="*/ 2180635 h 8402012"/>
              <a:gd name="connsiteX4277" fmla="*/ 18706440 w 21052572"/>
              <a:gd name="connsiteY4277" fmla="*/ 2199959 h 8402012"/>
              <a:gd name="connsiteX4278" fmla="*/ 18809464 w 21052572"/>
              <a:gd name="connsiteY4278" fmla="*/ 2245047 h 8402012"/>
              <a:gd name="connsiteX4279" fmla="*/ 19014432 w 21052572"/>
              <a:gd name="connsiteY4279" fmla="*/ 2379238 h 8402012"/>
              <a:gd name="connsiteX4280" fmla="*/ 18950044 w 21052572"/>
              <a:gd name="connsiteY4280" fmla="*/ 2372798 h 8402012"/>
              <a:gd name="connsiteX4281" fmla="*/ 18848096 w 21052572"/>
              <a:gd name="connsiteY4281" fmla="*/ 2322341 h 8402012"/>
              <a:gd name="connsiteX4282" fmla="*/ 18751512 w 21052572"/>
              <a:gd name="connsiteY4282" fmla="*/ 2270812 h 8402012"/>
              <a:gd name="connsiteX4283" fmla="*/ 18674244 w 21052572"/>
              <a:gd name="connsiteY4283" fmla="*/ 2212842 h 8402012"/>
              <a:gd name="connsiteX4284" fmla="*/ 18617368 w 21052572"/>
              <a:gd name="connsiteY4284" fmla="*/ 2199959 h 8402012"/>
              <a:gd name="connsiteX4285" fmla="*/ 18661904 w 21052572"/>
              <a:gd name="connsiteY4285" fmla="*/ 2180635 h 8402012"/>
              <a:gd name="connsiteX4286" fmla="*/ 11247076 w 21052572"/>
              <a:gd name="connsiteY4286" fmla="*/ 2180269 h 8402012"/>
              <a:gd name="connsiteX4287" fmla="*/ 11260204 w 21052572"/>
              <a:gd name="connsiteY4287" fmla="*/ 2212375 h 8402012"/>
              <a:gd name="connsiteX4288" fmla="*/ 11247076 w 21052572"/>
              <a:gd name="connsiteY4288" fmla="*/ 2180269 h 8402012"/>
              <a:gd name="connsiteX4289" fmla="*/ 18811700 w 21052572"/>
              <a:gd name="connsiteY4289" fmla="*/ 2180268 h 8402012"/>
              <a:gd name="connsiteX4290" fmla="*/ 18848592 w 21052572"/>
              <a:gd name="connsiteY4290" fmla="*/ 2198714 h 8402012"/>
              <a:gd name="connsiteX4291" fmla="*/ 18811700 w 21052572"/>
              <a:gd name="connsiteY4291" fmla="*/ 2180268 h 8402012"/>
              <a:gd name="connsiteX4292" fmla="*/ 14754483 w 21052572"/>
              <a:gd name="connsiteY4292" fmla="*/ 2180268 h 8402012"/>
              <a:gd name="connsiteX4293" fmla="*/ 14786592 w 21052572"/>
              <a:gd name="connsiteY4293" fmla="*/ 2211011 h 8402012"/>
              <a:gd name="connsiteX4294" fmla="*/ 14754483 w 21052572"/>
              <a:gd name="connsiteY4294" fmla="*/ 2180268 h 8402012"/>
              <a:gd name="connsiteX4295" fmla="*/ 14697603 w 21052572"/>
              <a:gd name="connsiteY4295" fmla="*/ 2180268 h 8402012"/>
              <a:gd name="connsiteX4296" fmla="*/ 14715565 w 21052572"/>
              <a:gd name="connsiteY4296" fmla="*/ 2212374 h 8402012"/>
              <a:gd name="connsiteX4297" fmla="*/ 14697603 w 21052572"/>
              <a:gd name="connsiteY4297" fmla="*/ 2180268 h 8402012"/>
              <a:gd name="connsiteX4298" fmla="*/ 10695937 w 21052572"/>
              <a:gd name="connsiteY4298" fmla="*/ 2175627 h 8402012"/>
              <a:gd name="connsiteX4299" fmla="*/ 10577146 w 21052572"/>
              <a:gd name="connsiteY4299" fmla="*/ 2278994 h 8402012"/>
              <a:gd name="connsiteX4300" fmla="*/ 10743729 w 21052572"/>
              <a:gd name="connsiteY4300" fmla="*/ 2182276 h 8402012"/>
              <a:gd name="connsiteX4301" fmla="*/ 10695937 w 21052572"/>
              <a:gd name="connsiteY4301" fmla="*/ 2175627 h 8402012"/>
              <a:gd name="connsiteX4302" fmla="*/ 16337056 w 21052572"/>
              <a:gd name="connsiteY4302" fmla="*/ 2173999 h 8402012"/>
              <a:gd name="connsiteX4303" fmla="*/ 16346036 w 21052572"/>
              <a:gd name="connsiteY4303" fmla="*/ 2183630 h 8402012"/>
              <a:gd name="connsiteX4304" fmla="*/ 16339536 w 21052572"/>
              <a:gd name="connsiteY4304" fmla="*/ 2197569 h 8402012"/>
              <a:gd name="connsiteX4305" fmla="*/ 16341268 w 21052572"/>
              <a:gd name="connsiteY4305" fmla="*/ 2198879 h 8402012"/>
              <a:gd name="connsiteX4306" fmla="*/ 16304374 w 21052572"/>
              <a:gd name="connsiteY4306" fmla="*/ 2180265 h 8402012"/>
              <a:gd name="connsiteX4307" fmla="*/ 16322820 w 21052572"/>
              <a:gd name="connsiteY4307" fmla="*/ 2184919 h 8402012"/>
              <a:gd name="connsiteX4308" fmla="*/ 16338004 w 21052572"/>
              <a:gd name="connsiteY4308" fmla="*/ 2196409 h 8402012"/>
              <a:gd name="connsiteX4309" fmla="*/ 16328074 w 21052572"/>
              <a:gd name="connsiteY4309" fmla="*/ 2183630 h 8402012"/>
              <a:gd name="connsiteX4310" fmla="*/ 16337056 w 21052572"/>
              <a:gd name="connsiteY4310" fmla="*/ 2173999 h 8402012"/>
              <a:gd name="connsiteX4311" fmla="*/ 16457660 w 21052572"/>
              <a:gd name="connsiteY4311" fmla="*/ 2170178 h 8402012"/>
              <a:gd name="connsiteX4312" fmla="*/ 16473190 w 21052572"/>
              <a:gd name="connsiteY4312" fmla="*/ 2174357 h 8402012"/>
              <a:gd name="connsiteX4313" fmla="*/ 16575380 w 21052572"/>
              <a:gd name="connsiteY4313" fmla="*/ 2206970 h 8402012"/>
              <a:gd name="connsiteX4314" fmla="*/ 16685100 w 21052572"/>
              <a:gd name="connsiteY4314" fmla="*/ 2233059 h 8402012"/>
              <a:gd name="connsiteX4315" fmla="*/ 16710916 w 21052572"/>
              <a:gd name="connsiteY4315" fmla="*/ 2278716 h 8402012"/>
              <a:gd name="connsiteX4316" fmla="*/ 16408650 w 21052572"/>
              <a:gd name="connsiteY4316" fmla="*/ 2200446 h 8402012"/>
              <a:gd name="connsiteX4317" fmla="*/ 16457660 w 21052572"/>
              <a:gd name="connsiteY4317" fmla="*/ 2170178 h 8402012"/>
              <a:gd name="connsiteX4318" fmla="*/ 18613644 w 21052572"/>
              <a:gd name="connsiteY4318" fmla="*/ 2164301 h 8402012"/>
              <a:gd name="connsiteX4319" fmla="*/ 18620752 w 21052572"/>
              <a:gd name="connsiteY4319" fmla="*/ 2167294 h 8402012"/>
              <a:gd name="connsiteX4320" fmla="*/ 18612628 w 21052572"/>
              <a:gd name="connsiteY4320" fmla="*/ 2179269 h 8402012"/>
              <a:gd name="connsiteX4321" fmla="*/ 18613644 w 21052572"/>
              <a:gd name="connsiteY4321" fmla="*/ 2164301 h 8402012"/>
              <a:gd name="connsiteX4322" fmla="*/ 14522234 w 21052572"/>
              <a:gd name="connsiteY4322" fmla="*/ 2151829 h 8402012"/>
              <a:gd name="connsiteX4323" fmla="*/ 14559126 w 21052572"/>
              <a:gd name="connsiteY4323" fmla="*/ 2170631 h 8402012"/>
              <a:gd name="connsiteX4324" fmla="*/ 14522234 w 21052572"/>
              <a:gd name="connsiteY4324" fmla="*/ 2217080 h 8402012"/>
              <a:gd name="connsiteX4325" fmla="*/ 14522234 w 21052572"/>
              <a:gd name="connsiteY4325" fmla="*/ 2151829 h 8402012"/>
              <a:gd name="connsiteX4326" fmla="*/ 16147962 w 21052572"/>
              <a:gd name="connsiteY4326" fmla="*/ 2151828 h 8402012"/>
              <a:gd name="connsiteX4327" fmla="*/ 16165868 w 21052572"/>
              <a:gd name="connsiteY4327" fmla="*/ 2183897 h 8402012"/>
              <a:gd name="connsiteX4328" fmla="*/ 16147962 w 21052572"/>
              <a:gd name="connsiteY4328" fmla="*/ 2151828 h 8402012"/>
              <a:gd name="connsiteX4329" fmla="*/ 13697520 w 21052572"/>
              <a:gd name="connsiteY4329" fmla="*/ 2151828 h 8402012"/>
              <a:gd name="connsiteX4330" fmla="*/ 13715427 w 21052572"/>
              <a:gd name="connsiteY4330" fmla="*/ 2183898 h 8402012"/>
              <a:gd name="connsiteX4331" fmla="*/ 13697520 w 21052572"/>
              <a:gd name="connsiteY4331" fmla="*/ 2151828 h 8402012"/>
              <a:gd name="connsiteX4332" fmla="*/ 11318172 w 21052572"/>
              <a:gd name="connsiteY4332" fmla="*/ 2151828 h 8402012"/>
              <a:gd name="connsiteX4333" fmla="*/ 11336134 w 21052572"/>
              <a:gd name="connsiteY4333" fmla="*/ 2183898 h 8402012"/>
              <a:gd name="connsiteX4334" fmla="*/ 11318172 w 21052572"/>
              <a:gd name="connsiteY4334" fmla="*/ 2151828 h 8402012"/>
              <a:gd name="connsiteX4335" fmla="*/ 12500908 w 21052572"/>
              <a:gd name="connsiteY4335" fmla="*/ 2151111 h 8402012"/>
              <a:gd name="connsiteX4336" fmla="*/ 12546046 w 21052572"/>
              <a:gd name="connsiteY4336" fmla="*/ 2182276 h 8402012"/>
              <a:gd name="connsiteX4337" fmla="*/ 12500908 w 21052572"/>
              <a:gd name="connsiteY4337" fmla="*/ 2151111 h 8402012"/>
              <a:gd name="connsiteX4338" fmla="*/ 12014056 w 21052572"/>
              <a:gd name="connsiteY4338" fmla="*/ 2151111 h 8402012"/>
              <a:gd name="connsiteX4339" fmla="*/ 12014056 w 21052572"/>
              <a:gd name="connsiteY4339" fmla="*/ 2246753 h 8402012"/>
              <a:gd name="connsiteX4340" fmla="*/ 11956021 w 21052572"/>
              <a:gd name="connsiteY4340" fmla="*/ 2246753 h 8402012"/>
              <a:gd name="connsiteX4341" fmla="*/ 12014056 w 21052572"/>
              <a:gd name="connsiteY4341" fmla="*/ 2278994 h 8402012"/>
              <a:gd name="connsiteX4342" fmla="*/ 12122604 w 21052572"/>
              <a:gd name="connsiteY4342" fmla="*/ 2278994 h 8402012"/>
              <a:gd name="connsiteX4343" fmla="*/ 12116155 w 21052572"/>
              <a:gd name="connsiteY4343" fmla="*/ 2240307 h 8402012"/>
              <a:gd name="connsiteX4344" fmla="*/ 12077465 w 21052572"/>
              <a:gd name="connsiteY4344" fmla="*/ 2233859 h 8402012"/>
              <a:gd name="connsiteX4345" fmla="*/ 12014056 w 21052572"/>
              <a:gd name="connsiteY4345" fmla="*/ 2151111 h 8402012"/>
              <a:gd name="connsiteX4346" fmla="*/ 14635094 w 21052572"/>
              <a:gd name="connsiteY4346" fmla="*/ 2143357 h 8402012"/>
              <a:gd name="connsiteX4347" fmla="*/ 14682280 w 21052572"/>
              <a:gd name="connsiteY4347" fmla="*/ 2149120 h 8402012"/>
              <a:gd name="connsiteX4348" fmla="*/ 14602808 w 21052572"/>
              <a:gd name="connsiteY4348" fmla="*/ 2180210 h 8402012"/>
              <a:gd name="connsiteX4349" fmla="*/ 14635094 w 21052572"/>
              <a:gd name="connsiteY4349" fmla="*/ 2143357 h 8402012"/>
              <a:gd name="connsiteX4350" fmla="*/ 15190046 w 21052572"/>
              <a:gd name="connsiteY4350" fmla="*/ 2132885 h 8402012"/>
              <a:gd name="connsiteX4351" fmla="*/ 15233206 w 21052572"/>
              <a:gd name="connsiteY4351" fmla="*/ 2173044 h 8402012"/>
              <a:gd name="connsiteX4352" fmla="*/ 15280844 w 21052572"/>
              <a:gd name="connsiteY4352" fmla="*/ 2185551 h 8402012"/>
              <a:gd name="connsiteX4353" fmla="*/ 15285276 w 21052572"/>
              <a:gd name="connsiteY4353" fmla="*/ 2209141 h 8402012"/>
              <a:gd name="connsiteX4354" fmla="*/ 15299802 w 21052572"/>
              <a:gd name="connsiteY4354" fmla="*/ 2215586 h 8402012"/>
              <a:gd name="connsiteX4355" fmla="*/ 15294960 w 21052572"/>
              <a:gd name="connsiteY4355" fmla="*/ 2192225 h 8402012"/>
              <a:gd name="connsiteX4356" fmla="*/ 15286416 w 21052572"/>
              <a:gd name="connsiteY4356" fmla="*/ 2187014 h 8402012"/>
              <a:gd name="connsiteX4357" fmla="*/ 15288370 w 21052572"/>
              <a:gd name="connsiteY4357" fmla="*/ 2187525 h 8402012"/>
              <a:gd name="connsiteX4358" fmla="*/ 15395570 w 21052572"/>
              <a:gd name="connsiteY4358" fmla="*/ 2189810 h 8402012"/>
              <a:gd name="connsiteX4359" fmla="*/ 15652742 w 21052572"/>
              <a:gd name="connsiteY4359" fmla="*/ 2247805 h 8402012"/>
              <a:gd name="connsiteX4360" fmla="*/ 15906954 w 21052572"/>
              <a:gd name="connsiteY4360" fmla="*/ 2327420 h 8402012"/>
              <a:gd name="connsiteX4361" fmla="*/ 16083400 w 21052572"/>
              <a:gd name="connsiteY4361" fmla="*/ 2390971 h 8402012"/>
              <a:gd name="connsiteX4362" fmla="*/ 16078862 w 21052572"/>
              <a:gd name="connsiteY4362" fmla="*/ 2383508 h 8402012"/>
              <a:gd name="connsiteX4363" fmla="*/ 16090088 w 21052572"/>
              <a:gd name="connsiteY4363" fmla="*/ 2369862 h 8402012"/>
              <a:gd name="connsiteX4364" fmla="*/ 16090088 w 21052572"/>
              <a:gd name="connsiteY4364" fmla="*/ 2385915 h 8402012"/>
              <a:gd name="connsiteX4365" fmla="*/ 16090088 w 21052572"/>
              <a:gd name="connsiteY4365" fmla="*/ 2393380 h 8402012"/>
              <a:gd name="connsiteX4366" fmla="*/ 16166010 w 21052572"/>
              <a:gd name="connsiteY4366" fmla="*/ 2420726 h 8402012"/>
              <a:gd name="connsiteX4367" fmla="*/ 16416724 w 21052572"/>
              <a:gd name="connsiteY4367" fmla="*/ 2517388 h 8402012"/>
              <a:gd name="connsiteX4368" fmla="*/ 16539392 w 21052572"/>
              <a:gd name="connsiteY4368" fmla="*/ 2548535 h 8402012"/>
              <a:gd name="connsiteX4369" fmla="*/ 16571674 w 21052572"/>
              <a:gd name="connsiteY4369" fmla="*/ 2600090 h 8402012"/>
              <a:gd name="connsiteX4370" fmla="*/ 16641616 w 21052572"/>
              <a:gd name="connsiteY4370" fmla="*/ 2651642 h 8402012"/>
              <a:gd name="connsiteX4371" fmla="*/ 16751372 w 21052572"/>
              <a:gd name="connsiteY4371" fmla="*/ 2683863 h 8402012"/>
              <a:gd name="connsiteX4372" fmla="*/ 16814860 w 21052572"/>
              <a:gd name="connsiteY4372" fmla="*/ 2735416 h 8402012"/>
              <a:gd name="connsiteX4373" fmla="*/ 16905244 w 21052572"/>
              <a:gd name="connsiteY4373" fmla="*/ 2785893 h 8402012"/>
              <a:gd name="connsiteX4374" fmla="*/ 16449006 w 21052572"/>
              <a:gd name="connsiteY4374" fmla="*/ 2632309 h 8402012"/>
              <a:gd name="connsiteX4375" fmla="*/ 16507112 w 21052572"/>
              <a:gd name="connsiteY4375" fmla="*/ 2587200 h 8402012"/>
              <a:gd name="connsiteX4376" fmla="*/ 16410268 w 21052572"/>
              <a:gd name="connsiteY4376" fmla="*/ 2600090 h 8402012"/>
              <a:gd name="connsiteX4377" fmla="*/ 16429638 w 21052572"/>
              <a:gd name="connsiteY4377" fmla="*/ 2567868 h 8402012"/>
              <a:gd name="connsiteX4378" fmla="*/ 15614004 w 21052572"/>
              <a:gd name="connsiteY4378" fmla="*/ 2280027 h 8402012"/>
              <a:gd name="connsiteX4379" fmla="*/ 15421394 w 21052572"/>
              <a:gd name="connsiteY4379" fmla="*/ 2228474 h 8402012"/>
              <a:gd name="connsiteX4380" fmla="*/ 15356832 w 21052572"/>
              <a:gd name="connsiteY4380" fmla="*/ 2215586 h 8402012"/>
              <a:gd name="connsiteX4381" fmla="*/ 15324550 w 21052572"/>
              <a:gd name="connsiteY4381" fmla="*/ 2267140 h 8402012"/>
              <a:gd name="connsiteX4382" fmla="*/ 15138398 w 21052572"/>
              <a:gd name="connsiteY4382" fmla="*/ 2202698 h 8402012"/>
              <a:gd name="connsiteX4383" fmla="*/ 14939331 w 21052572"/>
              <a:gd name="connsiteY4383" fmla="*/ 2139329 h 8402012"/>
              <a:gd name="connsiteX4384" fmla="*/ 15190046 w 21052572"/>
              <a:gd name="connsiteY4384" fmla="*/ 2132885 h 8402012"/>
              <a:gd name="connsiteX4385" fmla="*/ 18508352 w 21052572"/>
              <a:gd name="connsiteY4385" fmla="*/ 2125419 h 8402012"/>
              <a:gd name="connsiteX4386" fmla="*/ 18545244 w 21052572"/>
              <a:gd name="connsiteY4386" fmla="*/ 2152502 h 8402012"/>
              <a:gd name="connsiteX4387" fmla="*/ 18508352 w 21052572"/>
              <a:gd name="connsiteY4387" fmla="*/ 2125419 h 8402012"/>
              <a:gd name="connsiteX4388" fmla="*/ 14919346 w 21052572"/>
              <a:gd name="connsiteY4388" fmla="*/ 2125419 h 8402012"/>
              <a:gd name="connsiteX4389" fmla="*/ 14882454 w 21052572"/>
              <a:gd name="connsiteY4389" fmla="*/ 2152503 h 8402012"/>
              <a:gd name="connsiteX4390" fmla="*/ 14919346 w 21052572"/>
              <a:gd name="connsiteY4390" fmla="*/ 2125419 h 8402012"/>
              <a:gd name="connsiteX4391" fmla="*/ 16261716 w 21052572"/>
              <a:gd name="connsiteY4391" fmla="*/ 2123390 h 8402012"/>
              <a:gd name="connsiteX4392" fmla="*/ 16279678 w 21052572"/>
              <a:gd name="connsiteY4392" fmla="*/ 2150689 h 8402012"/>
              <a:gd name="connsiteX4393" fmla="*/ 16261716 w 21052572"/>
              <a:gd name="connsiteY4393" fmla="*/ 2123390 h 8402012"/>
              <a:gd name="connsiteX4394" fmla="*/ 18693204 w 21052572"/>
              <a:gd name="connsiteY4394" fmla="*/ 2123389 h 8402012"/>
              <a:gd name="connsiteX4395" fmla="*/ 18711168 w 21052572"/>
              <a:gd name="connsiteY4395" fmla="*/ 2150689 h 8402012"/>
              <a:gd name="connsiteX4396" fmla="*/ 18693204 w 21052572"/>
              <a:gd name="connsiteY4396" fmla="*/ 2123389 h 8402012"/>
              <a:gd name="connsiteX4397" fmla="*/ 16123246 w 21052572"/>
              <a:gd name="connsiteY4397" fmla="*/ 2118775 h 8402012"/>
              <a:gd name="connsiteX4398" fmla="*/ 16125026 w 21052572"/>
              <a:gd name="connsiteY4398" fmla="*/ 2121793 h 8402012"/>
              <a:gd name="connsiteX4399" fmla="*/ 16126884 w 21052572"/>
              <a:gd name="connsiteY4399" fmla="*/ 2124947 h 8402012"/>
              <a:gd name="connsiteX4400" fmla="*/ 16122316 w 21052572"/>
              <a:gd name="connsiteY4400" fmla="*/ 2117209 h 8402012"/>
              <a:gd name="connsiteX4401" fmla="*/ 16122626 w 21052572"/>
              <a:gd name="connsiteY4401" fmla="*/ 2117724 h 8402012"/>
              <a:gd name="connsiteX4402" fmla="*/ 16123246 w 21052572"/>
              <a:gd name="connsiteY4402" fmla="*/ 2118775 h 8402012"/>
              <a:gd name="connsiteX4403" fmla="*/ 12411705 w 21052572"/>
              <a:gd name="connsiteY4403" fmla="*/ 2105976 h 8402012"/>
              <a:gd name="connsiteX4404" fmla="*/ 12314980 w 21052572"/>
              <a:gd name="connsiteY4404" fmla="*/ 2169380 h 8402012"/>
              <a:gd name="connsiteX4405" fmla="*/ 12373015 w 21052572"/>
              <a:gd name="connsiteY4405" fmla="*/ 2220961 h 8402012"/>
              <a:gd name="connsiteX4406" fmla="*/ 12449321 w 21052572"/>
              <a:gd name="connsiteY4406" fmla="*/ 2201616 h 8402012"/>
              <a:gd name="connsiteX4407" fmla="*/ 12392360 w 21052572"/>
              <a:gd name="connsiteY4407" fmla="*/ 2138215 h 8402012"/>
              <a:gd name="connsiteX4408" fmla="*/ 12411705 w 21052572"/>
              <a:gd name="connsiteY4408" fmla="*/ 2105976 h 8402012"/>
              <a:gd name="connsiteX4409" fmla="*/ 16114788 w 21052572"/>
              <a:gd name="connsiteY4409" fmla="*/ 2104432 h 8402012"/>
              <a:gd name="connsiteX4410" fmla="*/ 16118628 w 21052572"/>
              <a:gd name="connsiteY4410" fmla="*/ 2110942 h 8402012"/>
              <a:gd name="connsiteX4411" fmla="*/ 16120838 w 21052572"/>
              <a:gd name="connsiteY4411" fmla="*/ 2114693 h 8402012"/>
              <a:gd name="connsiteX4412" fmla="*/ 17981248 w 21052572"/>
              <a:gd name="connsiteY4412" fmla="*/ 2101373 h 8402012"/>
              <a:gd name="connsiteX4413" fmla="*/ 17963284 w 21052572"/>
              <a:gd name="connsiteY4413" fmla="*/ 2127057 h 8402012"/>
              <a:gd name="connsiteX4414" fmla="*/ 17981248 w 21052572"/>
              <a:gd name="connsiteY4414" fmla="*/ 2101373 h 8402012"/>
              <a:gd name="connsiteX4415" fmla="*/ 17104208 w 21052572"/>
              <a:gd name="connsiteY4415" fmla="*/ 2099691 h 8402012"/>
              <a:gd name="connsiteX4416" fmla="*/ 17136792 w 21052572"/>
              <a:gd name="connsiteY4416" fmla="*/ 2112489 h 8402012"/>
              <a:gd name="connsiteX4417" fmla="*/ 17194360 w 21052572"/>
              <a:gd name="connsiteY4417" fmla="*/ 2131685 h 8402012"/>
              <a:gd name="connsiteX4418" fmla="*/ 17220428 w 21052572"/>
              <a:gd name="connsiteY4418" fmla="*/ 2194605 h 8402012"/>
              <a:gd name="connsiteX4419" fmla="*/ 17091172 w 21052572"/>
              <a:gd name="connsiteY4419" fmla="*/ 2150880 h 8402012"/>
              <a:gd name="connsiteX4420" fmla="*/ 17104208 w 21052572"/>
              <a:gd name="connsiteY4420" fmla="*/ 2099691 h 8402012"/>
              <a:gd name="connsiteX4421" fmla="*/ 14260920 w 21052572"/>
              <a:gd name="connsiteY4421" fmla="*/ 2099689 h 8402012"/>
              <a:gd name="connsiteX4422" fmla="*/ 14292950 w 21052572"/>
              <a:gd name="connsiteY4422" fmla="*/ 2151828 h 8402012"/>
              <a:gd name="connsiteX4423" fmla="*/ 14362347 w 21052572"/>
              <a:gd name="connsiteY4423" fmla="*/ 2144225 h 8402012"/>
              <a:gd name="connsiteX4424" fmla="*/ 14502209 w 21052572"/>
              <a:gd name="connsiteY4424" fmla="*/ 2170292 h 8402012"/>
              <a:gd name="connsiteX4425" fmla="*/ 14190455 w 21052572"/>
              <a:gd name="connsiteY4425" fmla="*/ 2170292 h 8402012"/>
              <a:gd name="connsiteX4426" fmla="*/ 14260920 w 21052572"/>
              <a:gd name="connsiteY4426" fmla="*/ 2099689 h 8402012"/>
              <a:gd name="connsiteX4427" fmla="*/ 14190452 w 21052572"/>
              <a:gd name="connsiteY4427" fmla="*/ 2094952 h 8402012"/>
              <a:gd name="connsiteX4428" fmla="*/ 14203577 w 21052572"/>
              <a:gd name="connsiteY4428" fmla="*/ 2127058 h 8402012"/>
              <a:gd name="connsiteX4429" fmla="*/ 14190452 w 21052572"/>
              <a:gd name="connsiteY4429" fmla="*/ 2094952 h 8402012"/>
              <a:gd name="connsiteX4430" fmla="*/ 14133574 w 21052572"/>
              <a:gd name="connsiteY4430" fmla="*/ 2094952 h 8402012"/>
              <a:gd name="connsiteX4431" fmla="*/ 14146699 w 21052572"/>
              <a:gd name="connsiteY4431" fmla="*/ 2127058 h 8402012"/>
              <a:gd name="connsiteX4432" fmla="*/ 14133574 w 21052572"/>
              <a:gd name="connsiteY4432" fmla="*/ 2094952 h 8402012"/>
              <a:gd name="connsiteX4433" fmla="*/ 12431051 w 21052572"/>
              <a:gd name="connsiteY4433" fmla="*/ 2093081 h 8402012"/>
              <a:gd name="connsiteX4434" fmla="*/ 12449321 w 21052572"/>
              <a:gd name="connsiteY4434" fmla="*/ 2125320 h 8402012"/>
              <a:gd name="connsiteX4435" fmla="*/ 12431051 w 21052572"/>
              <a:gd name="connsiteY4435" fmla="*/ 2093081 h 8402012"/>
              <a:gd name="connsiteX4436" fmla="*/ 14837330 w 21052572"/>
              <a:gd name="connsiteY4436" fmla="*/ 2086762 h 8402012"/>
              <a:gd name="connsiteX4437" fmla="*/ 14867131 w 21052572"/>
              <a:gd name="connsiteY4437" fmla="*/ 2124830 h 8402012"/>
              <a:gd name="connsiteX4438" fmla="*/ 14787662 w 21052572"/>
              <a:gd name="connsiteY4438" fmla="*/ 2092433 h 8402012"/>
              <a:gd name="connsiteX4439" fmla="*/ 14837330 w 21052572"/>
              <a:gd name="connsiteY4439" fmla="*/ 2086762 h 8402012"/>
              <a:gd name="connsiteX4440" fmla="*/ 16905460 w 21052572"/>
              <a:gd name="connsiteY4440" fmla="*/ 2068083 h 8402012"/>
              <a:gd name="connsiteX4441" fmla="*/ 16935248 w 21052572"/>
              <a:gd name="connsiteY4441" fmla="*/ 2068393 h 8402012"/>
              <a:gd name="connsiteX4442" fmla="*/ 16969904 w 21052572"/>
              <a:gd name="connsiteY4442" fmla="*/ 2068083 h 8402012"/>
              <a:gd name="connsiteX4443" fmla="*/ 17075880 w 21052572"/>
              <a:gd name="connsiteY4443" fmla="*/ 2108129 h 8402012"/>
              <a:gd name="connsiteX4444" fmla="*/ 16922364 w 21052572"/>
              <a:gd name="connsiteY4444" fmla="*/ 2141243 h 8402012"/>
              <a:gd name="connsiteX4445" fmla="*/ 16961012 w 21052572"/>
              <a:gd name="connsiteY4445" fmla="*/ 2094884 h 8402012"/>
              <a:gd name="connsiteX4446" fmla="*/ 16909484 w 21052572"/>
              <a:gd name="connsiteY4446" fmla="*/ 2127997 h 8402012"/>
              <a:gd name="connsiteX4447" fmla="*/ 16825748 w 21052572"/>
              <a:gd name="connsiteY4447" fmla="*/ 2108129 h 8402012"/>
              <a:gd name="connsiteX4448" fmla="*/ 16905460 w 21052572"/>
              <a:gd name="connsiteY4448" fmla="*/ 2068083 h 8402012"/>
              <a:gd name="connsiteX4449" fmla="*/ 14640725 w 21052572"/>
              <a:gd name="connsiteY4449" fmla="*/ 2061772 h 8402012"/>
              <a:gd name="connsiteX4450" fmla="*/ 14658687 w 21052572"/>
              <a:gd name="connsiteY4450" fmla="*/ 2093880 h 8402012"/>
              <a:gd name="connsiteX4451" fmla="*/ 14640725 w 21052572"/>
              <a:gd name="connsiteY4451" fmla="*/ 2061772 h 8402012"/>
              <a:gd name="connsiteX4452" fmla="*/ 14602808 w 21052572"/>
              <a:gd name="connsiteY4452" fmla="*/ 2061772 h 8402012"/>
              <a:gd name="connsiteX4453" fmla="*/ 14620770 w 21052572"/>
              <a:gd name="connsiteY4453" fmla="*/ 2093881 h 8402012"/>
              <a:gd name="connsiteX4454" fmla="*/ 14602808 w 21052572"/>
              <a:gd name="connsiteY4454" fmla="*/ 2061772 h 8402012"/>
              <a:gd name="connsiteX4455" fmla="*/ 13882368 w 21052572"/>
              <a:gd name="connsiteY4455" fmla="*/ 2061772 h 8402012"/>
              <a:gd name="connsiteX4456" fmla="*/ 13900330 w 21052572"/>
              <a:gd name="connsiteY4456" fmla="*/ 2093881 h 8402012"/>
              <a:gd name="connsiteX4457" fmla="*/ 13882368 w 21052572"/>
              <a:gd name="connsiteY4457" fmla="*/ 2061772 h 8402012"/>
              <a:gd name="connsiteX4458" fmla="*/ 18584188 w 21052572"/>
              <a:gd name="connsiteY4458" fmla="*/ 2061771 h 8402012"/>
              <a:gd name="connsiteX4459" fmla="*/ 18602152 w 21052572"/>
              <a:gd name="connsiteY4459" fmla="*/ 2093880 h 8402012"/>
              <a:gd name="connsiteX4460" fmla="*/ 18584188 w 21052572"/>
              <a:gd name="connsiteY4460" fmla="*/ 2061771 h 8402012"/>
              <a:gd name="connsiteX4461" fmla="*/ 15787742 w 21052572"/>
              <a:gd name="connsiteY4461" fmla="*/ 2061771 h 8402012"/>
              <a:gd name="connsiteX4462" fmla="*/ 15805704 w 21052572"/>
              <a:gd name="connsiteY4462" fmla="*/ 2093880 h 8402012"/>
              <a:gd name="connsiteX4463" fmla="*/ 15787742 w 21052572"/>
              <a:gd name="connsiteY4463" fmla="*/ 2061771 h 8402012"/>
              <a:gd name="connsiteX4464" fmla="*/ 14076700 w 21052572"/>
              <a:gd name="connsiteY4464" fmla="*/ 2061769 h 8402012"/>
              <a:gd name="connsiteX4465" fmla="*/ 14113564 w 21052572"/>
              <a:gd name="connsiteY4465" fmla="*/ 2092513 h 8402012"/>
              <a:gd name="connsiteX4466" fmla="*/ 14076700 w 21052572"/>
              <a:gd name="connsiteY4466" fmla="*/ 2061769 h 8402012"/>
              <a:gd name="connsiteX4467" fmla="*/ 12597633 w 21052572"/>
              <a:gd name="connsiteY4467" fmla="*/ 2060841 h 8402012"/>
              <a:gd name="connsiteX4468" fmla="*/ 12616978 w 21052572"/>
              <a:gd name="connsiteY4468" fmla="*/ 2093081 h 8402012"/>
              <a:gd name="connsiteX4469" fmla="*/ 12597633 w 21052572"/>
              <a:gd name="connsiteY4469" fmla="*/ 2060841 h 8402012"/>
              <a:gd name="connsiteX4470" fmla="*/ 11089791 w 21052572"/>
              <a:gd name="connsiteY4470" fmla="*/ 2060841 h 8402012"/>
              <a:gd name="connsiteX4471" fmla="*/ 10994140 w 21052572"/>
              <a:gd name="connsiteY4471" fmla="*/ 2080184 h 8402012"/>
              <a:gd name="connsiteX4472" fmla="*/ 10910311 w 21052572"/>
              <a:gd name="connsiteY4472" fmla="*/ 2118874 h 8402012"/>
              <a:gd name="connsiteX4473" fmla="*/ 11000588 w 21052572"/>
              <a:gd name="connsiteY4473" fmla="*/ 2099528 h 8402012"/>
              <a:gd name="connsiteX4474" fmla="*/ 11089791 w 21052572"/>
              <a:gd name="connsiteY4474" fmla="*/ 2093081 h 8402012"/>
              <a:gd name="connsiteX4475" fmla="*/ 11089791 w 21052572"/>
              <a:gd name="connsiteY4475" fmla="*/ 2060841 h 8402012"/>
              <a:gd name="connsiteX4476" fmla="*/ 14582825 w 21052572"/>
              <a:gd name="connsiteY4476" fmla="*/ 2058905 h 8402012"/>
              <a:gd name="connsiteX4477" fmla="*/ 14545933 w 21052572"/>
              <a:gd name="connsiteY4477" fmla="*/ 2091973 h 8402012"/>
              <a:gd name="connsiteX4478" fmla="*/ 14582825 w 21052572"/>
              <a:gd name="connsiteY4478" fmla="*/ 2058905 h 8402012"/>
              <a:gd name="connsiteX4479" fmla="*/ 16127910 w 21052572"/>
              <a:gd name="connsiteY4479" fmla="*/ 2047554 h 8402012"/>
              <a:gd name="connsiteX4480" fmla="*/ 16122178 w 21052572"/>
              <a:gd name="connsiteY4480" fmla="*/ 2116971 h 8402012"/>
              <a:gd name="connsiteX4481" fmla="*/ 16121348 w 21052572"/>
              <a:gd name="connsiteY4481" fmla="*/ 2127023 h 8402012"/>
              <a:gd name="connsiteX4482" fmla="*/ 16120838 w 21052572"/>
              <a:gd name="connsiteY4482" fmla="*/ 2114693 h 8402012"/>
              <a:gd name="connsiteX4483" fmla="*/ 16119708 w 21052572"/>
              <a:gd name="connsiteY4483" fmla="*/ 2087288 h 8402012"/>
              <a:gd name="connsiteX4484" fmla="*/ 16127910 w 21052572"/>
              <a:gd name="connsiteY4484" fmla="*/ 2047554 h 8402012"/>
              <a:gd name="connsiteX4485" fmla="*/ 12841596 w 21052572"/>
              <a:gd name="connsiteY4485" fmla="*/ 2035049 h 8402012"/>
              <a:gd name="connsiteX4486" fmla="*/ 12859867 w 21052572"/>
              <a:gd name="connsiteY4486" fmla="*/ 2060841 h 8402012"/>
              <a:gd name="connsiteX4487" fmla="*/ 12841596 w 21052572"/>
              <a:gd name="connsiteY4487" fmla="*/ 2035049 h 8402012"/>
              <a:gd name="connsiteX4488" fmla="*/ 11109136 w 21052572"/>
              <a:gd name="connsiteY4488" fmla="*/ 2035049 h 8402012"/>
              <a:gd name="connsiteX4489" fmla="*/ 11128481 w 21052572"/>
              <a:gd name="connsiteY4489" fmla="*/ 2060841 h 8402012"/>
              <a:gd name="connsiteX4490" fmla="*/ 11109136 w 21052572"/>
              <a:gd name="connsiteY4490" fmla="*/ 2035049 h 8402012"/>
              <a:gd name="connsiteX4491" fmla="*/ 14394263 w 21052572"/>
              <a:gd name="connsiteY4491" fmla="*/ 2033332 h 8402012"/>
              <a:gd name="connsiteX4492" fmla="*/ 14426372 w 21052572"/>
              <a:gd name="connsiteY4492" fmla="*/ 2033332 h 8402012"/>
              <a:gd name="connsiteX4493" fmla="*/ 14426372 w 21052572"/>
              <a:gd name="connsiteY4493" fmla="*/ 2089176 h 8402012"/>
              <a:gd name="connsiteX4494" fmla="*/ 14394263 w 21052572"/>
              <a:gd name="connsiteY4494" fmla="*/ 2089176 h 8402012"/>
              <a:gd name="connsiteX4495" fmla="*/ 14394263 w 21052572"/>
              <a:gd name="connsiteY4495" fmla="*/ 2033332 h 8402012"/>
              <a:gd name="connsiteX4496" fmla="*/ 19829744 w 21052572"/>
              <a:gd name="connsiteY4496" fmla="*/ 2033331 h 8402012"/>
              <a:gd name="connsiteX4497" fmla="*/ 19811784 w 21052572"/>
              <a:gd name="connsiteY4497" fmla="*/ 2060630 h 8402012"/>
              <a:gd name="connsiteX4498" fmla="*/ 19829744 w 21052572"/>
              <a:gd name="connsiteY4498" fmla="*/ 2033331 h 8402012"/>
              <a:gd name="connsiteX4499" fmla="*/ 11178456 w 21052572"/>
              <a:gd name="connsiteY4499" fmla="*/ 2031019 h 8402012"/>
              <a:gd name="connsiteX4500" fmla="*/ 11147826 w 21052572"/>
              <a:gd name="connsiteY4500" fmla="*/ 2035049 h 8402012"/>
              <a:gd name="connsiteX4501" fmla="*/ 11199413 w 21052572"/>
              <a:gd name="connsiteY4501" fmla="*/ 2060841 h 8402012"/>
              <a:gd name="connsiteX4502" fmla="*/ 11178456 w 21052572"/>
              <a:gd name="connsiteY4502" fmla="*/ 2031019 h 8402012"/>
              <a:gd name="connsiteX4503" fmla="*/ 16039142 w 21052572"/>
              <a:gd name="connsiteY4503" fmla="*/ 2016016 h 8402012"/>
              <a:gd name="connsiteX4504" fmla="*/ 16071062 w 21052572"/>
              <a:gd name="connsiteY4504" fmla="*/ 2060704 h 8402012"/>
              <a:gd name="connsiteX4505" fmla="*/ 16019990 w 21052572"/>
              <a:gd name="connsiteY4505" fmla="*/ 2060704 h 8402012"/>
              <a:gd name="connsiteX4506" fmla="*/ 16039142 w 21052572"/>
              <a:gd name="connsiteY4506" fmla="*/ 2016016 h 8402012"/>
              <a:gd name="connsiteX4507" fmla="*/ 16166922 w 21052572"/>
              <a:gd name="connsiteY4507" fmla="*/ 2000155 h 8402012"/>
              <a:gd name="connsiteX4508" fmla="*/ 16184884 w 21052572"/>
              <a:gd name="connsiteY4508" fmla="*/ 2032260 h 8402012"/>
              <a:gd name="connsiteX4509" fmla="*/ 16166922 w 21052572"/>
              <a:gd name="connsiteY4509" fmla="*/ 2000155 h 8402012"/>
              <a:gd name="connsiteX4510" fmla="*/ 14299466 w 21052572"/>
              <a:gd name="connsiteY4510" fmla="*/ 2000155 h 8402012"/>
              <a:gd name="connsiteX4511" fmla="*/ 14317428 w 21052572"/>
              <a:gd name="connsiteY4511" fmla="*/ 2032260 h 8402012"/>
              <a:gd name="connsiteX4512" fmla="*/ 14299466 w 21052572"/>
              <a:gd name="connsiteY4512" fmla="*/ 2000155 h 8402012"/>
              <a:gd name="connsiteX4513" fmla="*/ 12188884 w 21052572"/>
              <a:gd name="connsiteY4513" fmla="*/ 2000155 h 8402012"/>
              <a:gd name="connsiteX4514" fmla="*/ 12208172 w 21052572"/>
              <a:gd name="connsiteY4514" fmla="*/ 2045305 h 8402012"/>
              <a:gd name="connsiteX4515" fmla="*/ 12092441 w 21052572"/>
              <a:gd name="connsiteY4515" fmla="*/ 2038855 h 8402012"/>
              <a:gd name="connsiteX4516" fmla="*/ 12188884 w 21052572"/>
              <a:gd name="connsiteY4516" fmla="*/ 2000155 h 8402012"/>
              <a:gd name="connsiteX4517" fmla="*/ 18451476 w 21052572"/>
              <a:gd name="connsiteY4517" fmla="*/ 2000154 h 8402012"/>
              <a:gd name="connsiteX4518" fmla="*/ 18469436 w 21052572"/>
              <a:gd name="connsiteY4518" fmla="*/ 2032260 h 8402012"/>
              <a:gd name="connsiteX4519" fmla="*/ 18451476 w 21052572"/>
              <a:gd name="connsiteY4519" fmla="*/ 2000154 h 8402012"/>
              <a:gd name="connsiteX4520" fmla="*/ 13031555 w 21052572"/>
              <a:gd name="connsiteY4520" fmla="*/ 1999585 h 8402012"/>
              <a:gd name="connsiteX4521" fmla="*/ 12995282 w 21052572"/>
              <a:gd name="connsiteY4521" fmla="*/ 2002809 h 8402012"/>
              <a:gd name="connsiteX4522" fmla="*/ 13053318 w 21052572"/>
              <a:gd name="connsiteY4522" fmla="*/ 2035049 h 8402012"/>
              <a:gd name="connsiteX4523" fmla="*/ 13031555 w 21052572"/>
              <a:gd name="connsiteY4523" fmla="*/ 1999585 h 8402012"/>
              <a:gd name="connsiteX4524" fmla="*/ 11286197 w 21052572"/>
              <a:gd name="connsiteY4524" fmla="*/ 1997167 h 8402012"/>
              <a:gd name="connsiteX4525" fmla="*/ 11243477 w 21052572"/>
              <a:gd name="connsiteY4525" fmla="*/ 2002809 h 8402012"/>
              <a:gd name="connsiteX4526" fmla="*/ 11314409 w 21052572"/>
              <a:gd name="connsiteY4526" fmla="*/ 2035049 h 8402012"/>
              <a:gd name="connsiteX4527" fmla="*/ 11286197 w 21052572"/>
              <a:gd name="connsiteY4527" fmla="*/ 1997167 h 8402012"/>
              <a:gd name="connsiteX4528" fmla="*/ 14236957 w 21052572"/>
              <a:gd name="connsiteY4528" fmla="*/ 1995551 h 8402012"/>
              <a:gd name="connsiteX4529" fmla="*/ 14284143 w 21052572"/>
              <a:gd name="connsiteY4529" fmla="*/ 2003497 h 8402012"/>
              <a:gd name="connsiteX4530" fmla="*/ 14204671 w 21052572"/>
              <a:gd name="connsiteY4530" fmla="*/ 2035280 h 8402012"/>
              <a:gd name="connsiteX4531" fmla="*/ 14236957 w 21052572"/>
              <a:gd name="connsiteY4531" fmla="*/ 1995551 h 8402012"/>
              <a:gd name="connsiteX4532" fmla="*/ 13735437 w 21052572"/>
              <a:gd name="connsiteY4532" fmla="*/ 1971717 h 8402012"/>
              <a:gd name="connsiteX4533" fmla="*/ 13979312 w 21052572"/>
              <a:gd name="connsiteY4533" fmla="*/ 1971717 h 8402012"/>
              <a:gd name="connsiteX4534" fmla="*/ 13947082 w 21052572"/>
              <a:gd name="connsiteY4534" fmla="*/ 2056220 h 8402012"/>
              <a:gd name="connsiteX4535" fmla="*/ 14056665 w 21052572"/>
              <a:gd name="connsiteY4535" fmla="*/ 2062720 h 8402012"/>
              <a:gd name="connsiteX4536" fmla="*/ 14056665 w 21052572"/>
              <a:gd name="connsiteY4536" fmla="*/ 2127722 h 8402012"/>
              <a:gd name="connsiteX4537" fmla="*/ 13979312 w 21052572"/>
              <a:gd name="connsiteY4537" fmla="*/ 2108222 h 8402012"/>
              <a:gd name="connsiteX4538" fmla="*/ 14056665 w 21052572"/>
              <a:gd name="connsiteY4538" fmla="*/ 2185141 h 8402012"/>
              <a:gd name="connsiteX4539" fmla="*/ 13927744 w 21052572"/>
              <a:gd name="connsiteY4539" fmla="*/ 2185141 h 8402012"/>
              <a:gd name="connsiteX4540" fmla="*/ 13864358 w 21052572"/>
              <a:gd name="connsiteY4540" fmla="*/ 2191641 h 8402012"/>
              <a:gd name="connsiteX4541" fmla="*/ 13877250 w 21052572"/>
              <a:gd name="connsiteY4541" fmla="*/ 2153723 h 8402012"/>
              <a:gd name="connsiteX4542" fmla="*/ 13927744 w 21052572"/>
              <a:gd name="connsiteY4542" fmla="*/ 2114722 h 8402012"/>
              <a:gd name="connsiteX4543" fmla="*/ 13914852 w 21052572"/>
              <a:gd name="connsiteY4543" fmla="*/ 2010719 h 8402012"/>
              <a:gd name="connsiteX4544" fmla="*/ 13838574 w 21052572"/>
              <a:gd name="connsiteY4544" fmla="*/ 2004218 h 8402012"/>
              <a:gd name="connsiteX4545" fmla="*/ 13735437 w 21052572"/>
              <a:gd name="connsiteY4545" fmla="*/ 1971717 h 8402012"/>
              <a:gd name="connsiteX4546" fmla="*/ 14019822 w 21052572"/>
              <a:gd name="connsiteY4546" fmla="*/ 1971714 h 8402012"/>
              <a:gd name="connsiteX4547" fmla="*/ 14056714 w 21052572"/>
              <a:gd name="connsiteY4547" fmla="*/ 1971714 h 8402012"/>
              <a:gd name="connsiteX4548" fmla="*/ 14056714 w 21052572"/>
              <a:gd name="connsiteY4548" fmla="*/ 2036984 h 8402012"/>
              <a:gd name="connsiteX4549" fmla="*/ 14019822 w 21052572"/>
              <a:gd name="connsiteY4549" fmla="*/ 2036984 h 8402012"/>
              <a:gd name="connsiteX4550" fmla="*/ 14019822 w 21052572"/>
              <a:gd name="connsiteY4550" fmla="*/ 1971714 h 8402012"/>
              <a:gd name="connsiteX4551" fmla="*/ 16619262 w 21052572"/>
              <a:gd name="connsiteY4551" fmla="*/ 1970570 h 8402012"/>
              <a:gd name="connsiteX4552" fmla="*/ 16657954 w 21052572"/>
              <a:gd name="connsiteY4552" fmla="*/ 2002809 h 8402012"/>
              <a:gd name="connsiteX4553" fmla="*/ 16619262 w 21052572"/>
              <a:gd name="connsiteY4553" fmla="*/ 1970570 h 8402012"/>
              <a:gd name="connsiteX4554" fmla="*/ 11333754 w 21052572"/>
              <a:gd name="connsiteY4554" fmla="*/ 1970570 h 8402012"/>
              <a:gd name="connsiteX4555" fmla="*/ 11333754 w 21052572"/>
              <a:gd name="connsiteY4555" fmla="*/ 2035049 h 8402012"/>
              <a:gd name="connsiteX4556" fmla="*/ 11391789 w 21052572"/>
              <a:gd name="connsiteY4556" fmla="*/ 1970570 h 8402012"/>
              <a:gd name="connsiteX4557" fmla="*/ 11333754 w 21052572"/>
              <a:gd name="connsiteY4557" fmla="*/ 1970570 h 8402012"/>
              <a:gd name="connsiteX4558" fmla="*/ 18202116 w 21052572"/>
              <a:gd name="connsiteY4558" fmla="*/ 1969073 h 8402012"/>
              <a:gd name="connsiteX4559" fmla="*/ 18222916 w 21052572"/>
              <a:gd name="connsiteY4559" fmla="*/ 2004972 h 8402012"/>
              <a:gd name="connsiteX4560" fmla="*/ 18167092 w 21052572"/>
              <a:gd name="connsiteY4560" fmla="*/ 1972337 h 8402012"/>
              <a:gd name="connsiteX4561" fmla="*/ 18202116 w 21052572"/>
              <a:gd name="connsiteY4561" fmla="*/ 1969073 h 8402012"/>
              <a:gd name="connsiteX4562" fmla="*/ 11696783 w 21052572"/>
              <a:gd name="connsiteY4562" fmla="*/ 1960705 h 8402012"/>
              <a:gd name="connsiteX4563" fmla="*/ 11710433 w 21052572"/>
              <a:gd name="connsiteY4563" fmla="*/ 1970338 h 8402012"/>
              <a:gd name="connsiteX4564" fmla="*/ 11696783 w 21052572"/>
              <a:gd name="connsiteY4564" fmla="*/ 1989603 h 8402012"/>
              <a:gd name="connsiteX4565" fmla="*/ 11683133 w 21052572"/>
              <a:gd name="connsiteY4565" fmla="*/ 1970338 h 8402012"/>
              <a:gd name="connsiteX4566" fmla="*/ 11696783 w 21052572"/>
              <a:gd name="connsiteY4566" fmla="*/ 1960705 h 8402012"/>
              <a:gd name="connsiteX4567" fmla="*/ 12365153 w 21052572"/>
              <a:gd name="connsiteY4567" fmla="*/ 1943012 h 8402012"/>
              <a:gd name="connsiteX4568" fmla="*/ 12374134 w 21052572"/>
              <a:gd name="connsiteY4568" fmla="*/ 1951702 h 8402012"/>
              <a:gd name="connsiteX4569" fmla="*/ 12356172 w 21052572"/>
              <a:gd name="connsiteY4569" fmla="*/ 1951702 h 8402012"/>
              <a:gd name="connsiteX4570" fmla="*/ 12365153 w 21052572"/>
              <a:gd name="connsiteY4570" fmla="*/ 1943012 h 8402012"/>
              <a:gd name="connsiteX4571" fmla="*/ 13318343 w 21052572"/>
              <a:gd name="connsiteY4571" fmla="*/ 1938535 h 8402012"/>
              <a:gd name="connsiteX4572" fmla="*/ 13364638 w 21052572"/>
              <a:gd name="connsiteY4572" fmla="*/ 1971170 h 8402012"/>
              <a:gd name="connsiteX4573" fmla="*/ 13318343 w 21052572"/>
              <a:gd name="connsiteY4573" fmla="*/ 2003805 h 8402012"/>
              <a:gd name="connsiteX4574" fmla="*/ 13318343 w 21052572"/>
              <a:gd name="connsiteY4574" fmla="*/ 1938535 h 8402012"/>
              <a:gd name="connsiteX4575" fmla="*/ 12421964 w 21052572"/>
              <a:gd name="connsiteY4575" fmla="*/ 1938535 h 8402012"/>
              <a:gd name="connsiteX4576" fmla="*/ 12435614 w 21052572"/>
              <a:gd name="connsiteY4576" fmla="*/ 2003805 h 8402012"/>
              <a:gd name="connsiteX4577" fmla="*/ 12421964 w 21052572"/>
              <a:gd name="connsiteY4577" fmla="*/ 1938535 h 8402012"/>
              <a:gd name="connsiteX4578" fmla="*/ 18110216 w 21052572"/>
              <a:gd name="connsiteY4578" fmla="*/ 1938534 h 8402012"/>
              <a:gd name="connsiteX4579" fmla="*/ 18128180 w 21052572"/>
              <a:gd name="connsiteY4579" fmla="*/ 1970643 h 8402012"/>
              <a:gd name="connsiteX4580" fmla="*/ 18110216 w 21052572"/>
              <a:gd name="connsiteY4580" fmla="*/ 1938534 h 8402012"/>
              <a:gd name="connsiteX4581" fmla="*/ 12383475 w 21052572"/>
              <a:gd name="connsiteY4581" fmla="*/ 1938533 h 8402012"/>
              <a:gd name="connsiteX4582" fmla="*/ 12383475 w 21052572"/>
              <a:gd name="connsiteY4582" fmla="*/ 1938533 h 8402012"/>
              <a:gd name="connsiteX4583" fmla="*/ 16540538 w 21052572"/>
              <a:gd name="connsiteY4583" fmla="*/ 1935509 h 8402012"/>
              <a:gd name="connsiteX4584" fmla="*/ 16504266 w 21052572"/>
              <a:gd name="connsiteY4584" fmla="*/ 1938330 h 8402012"/>
              <a:gd name="connsiteX4585" fmla="*/ 16562302 w 21052572"/>
              <a:gd name="connsiteY4585" fmla="*/ 1970570 h 8402012"/>
              <a:gd name="connsiteX4586" fmla="*/ 16540538 w 21052572"/>
              <a:gd name="connsiteY4586" fmla="*/ 1935509 h 8402012"/>
              <a:gd name="connsiteX4587" fmla="*/ 13512141 w 21052572"/>
              <a:gd name="connsiteY4587" fmla="*/ 1934663 h 8402012"/>
              <a:gd name="connsiteX4588" fmla="*/ 13540053 w 21052572"/>
              <a:gd name="connsiteY4588" fmla="*/ 1972809 h 8402012"/>
              <a:gd name="connsiteX4589" fmla="*/ 13465271 w 21052572"/>
              <a:gd name="connsiteY4589" fmla="*/ 1939995 h 8402012"/>
              <a:gd name="connsiteX4590" fmla="*/ 13512141 w 21052572"/>
              <a:gd name="connsiteY4590" fmla="*/ 1934663 h 8402012"/>
              <a:gd name="connsiteX4591" fmla="*/ 17463408 w 21052572"/>
              <a:gd name="connsiteY4591" fmla="*/ 1927584 h 8402012"/>
              <a:gd name="connsiteX4592" fmla="*/ 17462720 w 21052572"/>
              <a:gd name="connsiteY4592" fmla="*/ 1930268 h 8402012"/>
              <a:gd name="connsiteX4593" fmla="*/ 17460872 w 21052572"/>
              <a:gd name="connsiteY4593" fmla="*/ 1937447 h 8402012"/>
              <a:gd name="connsiteX4594" fmla="*/ 11635483 w 21052572"/>
              <a:gd name="connsiteY4594" fmla="*/ 1919987 h 8402012"/>
              <a:gd name="connsiteX4595" fmla="*/ 11632840 w 21052572"/>
              <a:gd name="connsiteY4595" fmla="*/ 1930269 h 8402012"/>
              <a:gd name="connsiteX4596" fmla="*/ 11630994 w 21052572"/>
              <a:gd name="connsiteY4596" fmla="*/ 1937447 h 8402012"/>
              <a:gd name="connsiteX4597" fmla="*/ 11634762 w 21052572"/>
              <a:gd name="connsiteY4597" fmla="*/ 1922791 h 8402012"/>
              <a:gd name="connsiteX4598" fmla="*/ 12375132 w 21052572"/>
              <a:gd name="connsiteY4598" fmla="*/ 1919572 h 8402012"/>
              <a:gd name="connsiteX4599" fmla="*/ 12412024 w 21052572"/>
              <a:gd name="connsiteY4599" fmla="*/ 1919572 h 8402012"/>
              <a:gd name="connsiteX4600" fmla="*/ 12405876 w 21052572"/>
              <a:gd name="connsiteY4600" fmla="*/ 1937479 h 8402012"/>
              <a:gd name="connsiteX4601" fmla="*/ 12375132 w 21052572"/>
              <a:gd name="connsiteY4601" fmla="*/ 1919572 h 8402012"/>
              <a:gd name="connsiteX4602" fmla="*/ 11526130 w 21052572"/>
              <a:gd name="connsiteY4602" fmla="*/ 1913613 h 8402012"/>
              <a:gd name="connsiteX4603" fmla="*/ 11448750 w 21052572"/>
              <a:gd name="connsiteY4603" fmla="*/ 1989913 h 8402012"/>
              <a:gd name="connsiteX4604" fmla="*/ 11526130 w 21052572"/>
              <a:gd name="connsiteY4604" fmla="*/ 1970570 h 8402012"/>
              <a:gd name="connsiteX4605" fmla="*/ 11526130 w 21052572"/>
              <a:gd name="connsiteY4605" fmla="*/ 1913613 h 8402012"/>
              <a:gd name="connsiteX4606" fmla="*/ 17427460 w 21052572"/>
              <a:gd name="connsiteY4606" fmla="*/ 1907166 h 8402012"/>
              <a:gd name="connsiteX4607" fmla="*/ 17466152 w 21052572"/>
              <a:gd name="connsiteY4607" fmla="*/ 1951226 h 8402012"/>
              <a:gd name="connsiteX4608" fmla="*/ 17472800 w 21052572"/>
              <a:gd name="connsiteY4608" fmla="*/ 1932101 h 8402012"/>
              <a:gd name="connsiteX4609" fmla="*/ 17464508 w 21052572"/>
              <a:gd name="connsiteY4609" fmla="*/ 1923313 h 8402012"/>
              <a:gd name="connsiteX4610" fmla="*/ 17461312 w 21052572"/>
              <a:gd name="connsiteY4610" fmla="*/ 1919928 h 8402012"/>
              <a:gd name="connsiteX4611" fmla="*/ 17427460 w 21052572"/>
              <a:gd name="connsiteY4611" fmla="*/ 1907166 h 8402012"/>
              <a:gd name="connsiteX4612" fmla="*/ 13639647 w 21052572"/>
              <a:gd name="connsiteY4612" fmla="*/ 1905357 h 8402012"/>
              <a:gd name="connsiteX4613" fmla="*/ 13621685 w 21052572"/>
              <a:gd name="connsiteY4613" fmla="*/ 1937427 h 8402012"/>
              <a:gd name="connsiteX4614" fmla="*/ 13639647 w 21052572"/>
              <a:gd name="connsiteY4614" fmla="*/ 1905357 h 8402012"/>
              <a:gd name="connsiteX4615" fmla="*/ 12468929 w 21052572"/>
              <a:gd name="connsiteY4615" fmla="*/ 1905357 h 8402012"/>
              <a:gd name="connsiteX4616" fmla="*/ 12450967 w 21052572"/>
              <a:gd name="connsiteY4616" fmla="*/ 1937427 h 8402012"/>
              <a:gd name="connsiteX4617" fmla="*/ 12468929 w 21052572"/>
              <a:gd name="connsiteY4617" fmla="*/ 1905357 h 8402012"/>
              <a:gd name="connsiteX4618" fmla="*/ 16455904 w 21052572"/>
              <a:gd name="connsiteY4618" fmla="*/ 1901389 h 8402012"/>
              <a:gd name="connsiteX4619" fmla="*/ 16407542 w 21052572"/>
              <a:gd name="connsiteY4619" fmla="*/ 1907166 h 8402012"/>
              <a:gd name="connsiteX4620" fmla="*/ 16484922 w 21052572"/>
              <a:gd name="connsiteY4620" fmla="*/ 1938330 h 8402012"/>
              <a:gd name="connsiteX4621" fmla="*/ 16455904 w 21052572"/>
              <a:gd name="connsiteY4621" fmla="*/ 1901389 h 8402012"/>
              <a:gd name="connsiteX4622" fmla="*/ 11958362 w 21052572"/>
              <a:gd name="connsiteY4622" fmla="*/ 1872181 h 8402012"/>
              <a:gd name="connsiteX4623" fmla="*/ 11939124 w 21052572"/>
              <a:gd name="connsiteY4623" fmla="*/ 1943277 h 8402012"/>
              <a:gd name="connsiteX4624" fmla="*/ 11926299 w 21052572"/>
              <a:gd name="connsiteY4624" fmla="*/ 2000369 h 8402012"/>
              <a:gd name="connsiteX4625" fmla="*/ 11844005 w 21052572"/>
              <a:gd name="connsiteY4625" fmla="*/ 1980979 h 8402012"/>
              <a:gd name="connsiteX4626" fmla="*/ 11773467 w 21052572"/>
              <a:gd name="connsiteY4626" fmla="*/ 2013295 h 8402012"/>
              <a:gd name="connsiteX4627" fmla="*/ 11792704 w 21052572"/>
              <a:gd name="connsiteY4627" fmla="*/ 1980979 h 8402012"/>
              <a:gd name="connsiteX4628" fmla="*/ 11754229 w 21052572"/>
              <a:gd name="connsiteY4628" fmla="*/ 1968052 h 8402012"/>
              <a:gd name="connsiteX4629" fmla="*/ 11824767 w 21052572"/>
              <a:gd name="connsiteY4629" fmla="*/ 1898034 h 8402012"/>
              <a:gd name="connsiteX4630" fmla="*/ 11958362 w 21052572"/>
              <a:gd name="connsiteY4630" fmla="*/ 1872181 h 8402012"/>
              <a:gd name="connsiteX4631" fmla="*/ 16363748 w 21052572"/>
              <a:gd name="connsiteY4631" fmla="*/ 1869283 h 8402012"/>
              <a:gd name="connsiteX4632" fmla="*/ 16318338 w 21052572"/>
              <a:gd name="connsiteY4632" fmla="*/ 1874926 h 8402012"/>
              <a:gd name="connsiteX4633" fmla="*/ 16394646 w 21052572"/>
              <a:gd name="connsiteY4633" fmla="*/ 1907166 h 8402012"/>
              <a:gd name="connsiteX4634" fmla="*/ 16363748 w 21052572"/>
              <a:gd name="connsiteY4634" fmla="*/ 1869283 h 8402012"/>
              <a:gd name="connsiteX4635" fmla="*/ 19033468 w 21052572"/>
              <a:gd name="connsiteY4635" fmla="*/ 1848478 h 8402012"/>
              <a:gd name="connsiteX4636" fmla="*/ 19015508 w 21052572"/>
              <a:gd name="connsiteY4636" fmla="*/ 1875778 h 8402012"/>
              <a:gd name="connsiteX4637" fmla="*/ 19033468 w 21052572"/>
              <a:gd name="connsiteY4637" fmla="*/ 1848478 h 8402012"/>
              <a:gd name="connsiteX4638" fmla="*/ 12029867 w 21052572"/>
              <a:gd name="connsiteY4638" fmla="*/ 1846457 h 8402012"/>
              <a:gd name="connsiteX4639" fmla="*/ 12113368 w 21052572"/>
              <a:gd name="connsiteY4639" fmla="*/ 1890055 h 8402012"/>
              <a:gd name="connsiteX4640" fmla="*/ 11991217 w 21052572"/>
              <a:gd name="connsiteY4640" fmla="*/ 1877096 h 8402012"/>
              <a:gd name="connsiteX4641" fmla="*/ 12029867 w 21052572"/>
              <a:gd name="connsiteY4641" fmla="*/ 1846457 h 8402012"/>
              <a:gd name="connsiteX4642" fmla="*/ 16267558 w 21052572"/>
              <a:gd name="connsiteY4642" fmla="*/ 1842686 h 8402012"/>
              <a:gd name="connsiteX4643" fmla="*/ 16221614 w 21052572"/>
              <a:gd name="connsiteY4643" fmla="*/ 1849134 h 8402012"/>
              <a:gd name="connsiteX4644" fmla="*/ 16298994 w 21052572"/>
              <a:gd name="connsiteY4644" fmla="*/ 1874926 h 8402012"/>
              <a:gd name="connsiteX4645" fmla="*/ 16267558 w 21052572"/>
              <a:gd name="connsiteY4645" fmla="*/ 1842686 h 8402012"/>
              <a:gd name="connsiteX4646" fmla="*/ 12897459 w 21052572"/>
              <a:gd name="connsiteY4646" fmla="*/ 1819784 h 8402012"/>
              <a:gd name="connsiteX4647" fmla="*/ 12919133 w 21052572"/>
              <a:gd name="connsiteY4647" fmla="*/ 1847453 h 8402012"/>
              <a:gd name="connsiteX4648" fmla="*/ 12887024 w 21052572"/>
              <a:gd name="connsiteY4648" fmla="*/ 1829007 h 8402012"/>
              <a:gd name="connsiteX4649" fmla="*/ 12897459 w 21052572"/>
              <a:gd name="connsiteY4649" fmla="*/ 1819784 h 8402012"/>
              <a:gd name="connsiteX4650" fmla="*/ 16163578 w 21052572"/>
              <a:gd name="connsiteY4650" fmla="*/ 1816895 h 8402012"/>
              <a:gd name="connsiteX4651" fmla="*/ 16202270 w 21052572"/>
              <a:gd name="connsiteY4651" fmla="*/ 1849134 h 8402012"/>
              <a:gd name="connsiteX4652" fmla="*/ 16163578 w 21052572"/>
              <a:gd name="connsiteY4652" fmla="*/ 1816895 h 8402012"/>
              <a:gd name="connsiteX4653" fmla="*/ 16125962 w 21052572"/>
              <a:gd name="connsiteY4653" fmla="*/ 1816895 h 8402012"/>
              <a:gd name="connsiteX4654" fmla="*/ 16145308 w 21052572"/>
              <a:gd name="connsiteY4654" fmla="*/ 1849134 h 8402012"/>
              <a:gd name="connsiteX4655" fmla="*/ 16125962 w 21052572"/>
              <a:gd name="connsiteY4655" fmla="*/ 1816895 h 8402012"/>
              <a:gd name="connsiteX4656" fmla="*/ 18976520 w 21052572"/>
              <a:gd name="connsiteY4656" fmla="*/ 1816710 h 8402012"/>
              <a:gd name="connsiteX4657" fmla="*/ 18944412 w 21052572"/>
              <a:gd name="connsiteY4657" fmla="*/ 1847453 h 8402012"/>
              <a:gd name="connsiteX4658" fmla="*/ 18976520 w 21052572"/>
              <a:gd name="connsiteY4658" fmla="*/ 1816710 h 8402012"/>
              <a:gd name="connsiteX4659" fmla="*/ 18039120 w 21052572"/>
              <a:gd name="connsiteY4659" fmla="*/ 1815299 h 8402012"/>
              <a:gd name="connsiteX4660" fmla="*/ 18052244 w 21052572"/>
              <a:gd name="connsiteY4660" fmla="*/ 1847407 h 8402012"/>
              <a:gd name="connsiteX4661" fmla="*/ 18039120 w 21052572"/>
              <a:gd name="connsiteY4661" fmla="*/ 1815299 h 8402012"/>
              <a:gd name="connsiteX4662" fmla="*/ 17792656 w 21052572"/>
              <a:gd name="connsiteY4662" fmla="*/ 1815299 h 8402012"/>
              <a:gd name="connsiteX4663" fmla="*/ 17810560 w 21052572"/>
              <a:gd name="connsiteY4663" fmla="*/ 1847408 h 8402012"/>
              <a:gd name="connsiteX4664" fmla="*/ 17792656 w 21052572"/>
              <a:gd name="connsiteY4664" fmla="*/ 1815299 h 8402012"/>
              <a:gd name="connsiteX4665" fmla="*/ 12468929 w 21052572"/>
              <a:gd name="connsiteY4665" fmla="*/ 1815299 h 8402012"/>
              <a:gd name="connsiteX4666" fmla="*/ 12450967 w 21052572"/>
              <a:gd name="connsiteY4666" fmla="*/ 1847408 h 8402012"/>
              <a:gd name="connsiteX4667" fmla="*/ 12468929 w 21052572"/>
              <a:gd name="connsiteY4667" fmla="*/ 1815299 h 8402012"/>
              <a:gd name="connsiteX4668" fmla="*/ 12866517 w 21052572"/>
              <a:gd name="connsiteY4668" fmla="*/ 1813923 h 8402012"/>
              <a:gd name="connsiteX4669" fmla="*/ 12863851 w 21052572"/>
              <a:gd name="connsiteY4669" fmla="*/ 1833118 h 8402012"/>
              <a:gd name="connsiteX4670" fmla="*/ 12863193 w 21052572"/>
              <a:gd name="connsiteY4670" fmla="*/ 1826293 h 8402012"/>
              <a:gd name="connsiteX4671" fmla="*/ 12861645 w 21052572"/>
              <a:gd name="connsiteY4671" fmla="*/ 1824001 h 8402012"/>
              <a:gd name="connsiteX4672" fmla="*/ 12862144 w 21052572"/>
              <a:gd name="connsiteY4672" fmla="*/ 1828427 h 8402012"/>
              <a:gd name="connsiteX4673" fmla="*/ 12856218 w 21052572"/>
              <a:gd name="connsiteY4673" fmla="*/ 1815299 h 8402012"/>
              <a:gd name="connsiteX4674" fmla="*/ 12859182 w 21052572"/>
              <a:gd name="connsiteY4674" fmla="*/ 1819051 h 8402012"/>
              <a:gd name="connsiteX4675" fmla="*/ 18908284 w 21052572"/>
              <a:gd name="connsiteY4675" fmla="*/ 1787523 h 8402012"/>
              <a:gd name="connsiteX4676" fmla="*/ 18924424 w 21052572"/>
              <a:gd name="connsiteY4676" fmla="*/ 1818937 h 8402012"/>
              <a:gd name="connsiteX4677" fmla="*/ 18887532 w 21052572"/>
              <a:gd name="connsiteY4677" fmla="*/ 1805710 h 8402012"/>
              <a:gd name="connsiteX4678" fmla="*/ 18908284 w 21052572"/>
              <a:gd name="connsiteY4678" fmla="*/ 1787523 h 8402012"/>
              <a:gd name="connsiteX4679" fmla="*/ 16055030 w 21052572"/>
              <a:gd name="connsiteY4679" fmla="*/ 1784655 h 8402012"/>
              <a:gd name="connsiteX4680" fmla="*/ 16087274 w 21052572"/>
              <a:gd name="connsiteY4680" fmla="*/ 1816895 h 8402012"/>
              <a:gd name="connsiteX4681" fmla="*/ 16055030 w 21052572"/>
              <a:gd name="connsiteY4681" fmla="*/ 1784655 h 8402012"/>
              <a:gd name="connsiteX4682" fmla="*/ 19450568 w 21052572"/>
              <a:gd name="connsiteY4682" fmla="*/ 1782119 h 8402012"/>
              <a:gd name="connsiteX4683" fmla="*/ 19432604 w 21052572"/>
              <a:gd name="connsiteY4683" fmla="*/ 1814225 h 8402012"/>
              <a:gd name="connsiteX4684" fmla="*/ 19450568 w 21052572"/>
              <a:gd name="connsiteY4684" fmla="*/ 1782119 h 8402012"/>
              <a:gd name="connsiteX4685" fmla="*/ 13695273 w 21052572"/>
              <a:gd name="connsiteY4685" fmla="*/ 1778260 h 8402012"/>
              <a:gd name="connsiteX4686" fmla="*/ 13701260 w 21052572"/>
              <a:gd name="connsiteY4686" fmla="*/ 1785484 h 8402012"/>
              <a:gd name="connsiteX4687" fmla="*/ 13696271 w 21052572"/>
              <a:gd name="connsiteY4687" fmla="*/ 1804748 h 8402012"/>
              <a:gd name="connsiteX4688" fmla="*/ 13683298 w 21052572"/>
              <a:gd name="connsiteY4688" fmla="*/ 1785484 h 8402012"/>
              <a:gd name="connsiteX4689" fmla="*/ 13695273 w 21052572"/>
              <a:gd name="connsiteY4689" fmla="*/ 1778260 h 8402012"/>
              <a:gd name="connsiteX4690" fmla="*/ 15920690 w 21052572"/>
              <a:gd name="connsiteY4690" fmla="*/ 1758863 h 8402012"/>
              <a:gd name="connsiteX4691" fmla="*/ 15940034 w 21052572"/>
              <a:gd name="connsiteY4691" fmla="*/ 1784655 h 8402012"/>
              <a:gd name="connsiteX4692" fmla="*/ 15920690 w 21052572"/>
              <a:gd name="connsiteY4692" fmla="*/ 1758863 h 8402012"/>
              <a:gd name="connsiteX4693" fmla="*/ 17674160 w 21052572"/>
              <a:gd name="connsiteY4693" fmla="*/ 1758421 h 8402012"/>
              <a:gd name="connsiteX4694" fmla="*/ 17701460 w 21052572"/>
              <a:gd name="connsiteY4694" fmla="*/ 1785720 h 8402012"/>
              <a:gd name="connsiteX4695" fmla="*/ 17674160 w 21052572"/>
              <a:gd name="connsiteY4695" fmla="*/ 1758421 h 8402012"/>
              <a:gd name="connsiteX4696" fmla="*/ 18855804 w 21052572"/>
              <a:gd name="connsiteY4696" fmla="*/ 1757267 h 8402012"/>
              <a:gd name="connsiteX4697" fmla="*/ 18886480 w 21052572"/>
              <a:gd name="connsiteY4697" fmla="*/ 1768796 h 8402012"/>
              <a:gd name="connsiteX4698" fmla="*/ 18873840 w 21052572"/>
              <a:gd name="connsiteY4698" fmla="*/ 1781094 h 8402012"/>
              <a:gd name="connsiteX4699" fmla="*/ 18830656 w 21052572"/>
              <a:gd name="connsiteY4699" fmla="*/ 1768796 h 8402012"/>
              <a:gd name="connsiteX4700" fmla="*/ 18855804 w 21052572"/>
              <a:gd name="connsiteY4700" fmla="*/ 1757267 h 8402012"/>
              <a:gd name="connsiteX4701" fmla="*/ 13497861 w 21052572"/>
              <a:gd name="connsiteY4701" fmla="*/ 1747265 h 8402012"/>
              <a:gd name="connsiteX4702" fmla="*/ 13630100 w 21052572"/>
              <a:gd name="connsiteY4702" fmla="*/ 1786368 h 8402012"/>
              <a:gd name="connsiteX4703" fmla="*/ 13375221 w 21052572"/>
              <a:gd name="connsiteY4703" fmla="*/ 1818954 h 8402012"/>
              <a:gd name="connsiteX4704" fmla="*/ 13497861 w 21052572"/>
              <a:gd name="connsiteY4704" fmla="*/ 1747265 h 8402012"/>
              <a:gd name="connsiteX4705" fmla="*/ 18801700 w 21052572"/>
              <a:gd name="connsiteY4705" fmla="*/ 1728798 h 8402012"/>
              <a:gd name="connsiteX4706" fmla="*/ 18829620 w 21052572"/>
              <a:gd name="connsiteY4706" fmla="*/ 1741042 h 8402012"/>
              <a:gd name="connsiteX4707" fmla="*/ 18773780 w 21052572"/>
              <a:gd name="connsiteY4707" fmla="*/ 1741042 h 8402012"/>
              <a:gd name="connsiteX4708" fmla="*/ 18801700 w 21052572"/>
              <a:gd name="connsiteY4708" fmla="*/ 1728798 h 8402012"/>
              <a:gd name="connsiteX4709" fmla="*/ 14094163 w 21052572"/>
              <a:gd name="connsiteY4709" fmla="*/ 1728691 h 8402012"/>
              <a:gd name="connsiteX4710" fmla="*/ 14113540 w 21052572"/>
              <a:gd name="connsiteY4710" fmla="*/ 1785780 h 8402012"/>
              <a:gd name="connsiteX4711" fmla="*/ 13773355 w 21052572"/>
              <a:gd name="connsiteY4711" fmla="*/ 1785780 h 8402012"/>
              <a:gd name="connsiteX4712" fmla="*/ 13883162 w 21052572"/>
              <a:gd name="connsiteY4712" fmla="*/ 1741617 h 8402012"/>
              <a:gd name="connsiteX4713" fmla="*/ 14094163 w 21052572"/>
              <a:gd name="connsiteY4713" fmla="*/ 1728691 h 8402012"/>
              <a:gd name="connsiteX4714" fmla="*/ 13095574 w 21052572"/>
              <a:gd name="connsiteY4714" fmla="*/ 1726822 h 8402012"/>
              <a:gd name="connsiteX4715" fmla="*/ 13127683 w 21052572"/>
              <a:gd name="connsiteY4715" fmla="*/ 1757366 h 8402012"/>
              <a:gd name="connsiteX4716" fmla="*/ 13095574 w 21052572"/>
              <a:gd name="connsiteY4716" fmla="*/ 1726822 h 8402012"/>
              <a:gd name="connsiteX4717" fmla="*/ 17849532 w 21052572"/>
              <a:gd name="connsiteY4717" fmla="*/ 1725244 h 8402012"/>
              <a:gd name="connsiteX4718" fmla="*/ 17905372 w 21052572"/>
              <a:gd name="connsiteY4718" fmla="*/ 1737883 h 8402012"/>
              <a:gd name="connsiteX4719" fmla="*/ 17849532 w 21052572"/>
              <a:gd name="connsiteY4719" fmla="*/ 1755788 h 8402012"/>
              <a:gd name="connsiteX4720" fmla="*/ 17849532 w 21052572"/>
              <a:gd name="connsiteY4720" fmla="*/ 1725244 h 8402012"/>
              <a:gd name="connsiteX4721" fmla="*/ 12799195 w 21052572"/>
              <a:gd name="connsiteY4721" fmla="*/ 1725244 h 8402012"/>
              <a:gd name="connsiteX4722" fmla="*/ 13061326 w 21052572"/>
              <a:gd name="connsiteY4722" fmla="*/ 1749732 h 8402012"/>
              <a:gd name="connsiteX4723" fmla="*/ 12900838 w 21052572"/>
              <a:gd name="connsiteY4723" fmla="*/ 1794450 h 8402012"/>
              <a:gd name="connsiteX4724" fmla="*/ 12773517 w 21052572"/>
              <a:gd name="connsiteY4724" fmla="*/ 1794450 h 8402012"/>
              <a:gd name="connsiteX4725" fmla="*/ 12709322 w 21052572"/>
              <a:gd name="connsiteY4725" fmla="*/ 1839168 h 8402012"/>
              <a:gd name="connsiteX4726" fmla="*/ 12652616 w 21052572"/>
              <a:gd name="connsiteY4726" fmla="*/ 1864722 h 8402012"/>
              <a:gd name="connsiteX4727" fmla="*/ 12588421 w 21052572"/>
              <a:gd name="connsiteY4727" fmla="*/ 1807227 h 8402012"/>
              <a:gd name="connsiteX4728" fmla="*/ 12696483 w 21052572"/>
              <a:gd name="connsiteY4728" fmla="*/ 1749732 h 8402012"/>
              <a:gd name="connsiteX4729" fmla="*/ 12760678 w 21052572"/>
              <a:gd name="connsiteY4729" fmla="*/ 1738020 h 8402012"/>
              <a:gd name="connsiteX4730" fmla="*/ 12799195 w 21052572"/>
              <a:gd name="connsiteY4730" fmla="*/ 1725244 h 8402012"/>
              <a:gd name="connsiteX4731" fmla="*/ 13704364 w 21052572"/>
              <a:gd name="connsiteY4731" fmla="*/ 1725242 h 8402012"/>
              <a:gd name="connsiteX4732" fmla="*/ 13729642 w 21052572"/>
              <a:gd name="connsiteY4732" fmla="*/ 1755787 h 8402012"/>
              <a:gd name="connsiteX4733" fmla="*/ 13704364 w 21052572"/>
              <a:gd name="connsiteY4733" fmla="*/ 1781066 h 8402012"/>
              <a:gd name="connsiteX4734" fmla="*/ 13704364 w 21052572"/>
              <a:gd name="connsiteY4734" fmla="*/ 1725242 h 8402012"/>
              <a:gd name="connsiteX4735" fmla="*/ 19272752 w 21052572"/>
              <a:gd name="connsiteY4735" fmla="*/ 1696806 h 8402012"/>
              <a:gd name="connsiteX4736" fmla="*/ 19324212 w 21052572"/>
              <a:gd name="connsiteY4736" fmla="*/ 1715970 h 8402012"/>
              <a:gd name="connsiteX4737" fmla="*/ 19407832 w 21052572"/>
              <a:gd name="connsiteY4737" fmla="*/ 1797954 h 8402012"/>
              <a:gd name="connsiteX4738" fmla="*/ 19382104 w 21052572"/>
              <a:gd name="connsiteY4738" fmla="*/ 1842672 h 8402012"/>
              <a:gd name="connsiteX4739" fmla="*/ 19228796 w 21052572"/>
              <a:gd name="connsiteY4739" fmla="*/ 1741524 h 8402012"/>
              <a:gd name="connsiteX4740" fmla="*/ 19272752 w 21052572"/>
              <a:gd name="connsiteY4740" fmla="*/ 1696806 h 8402012"/>
              <a:gd name="connsiteX4741" fmla="*/ 13541106 w 21052572"/>
              <a:gd name="connsiteY4741" fmla="*/ 1696804 h 8402012"/>
              <a:gd name="connsiteX4742" fmla="*/ 13559068 w 21052572"/>
              <a:gd name="connsiteY4742" fmla="*/ 1728909 h 8402012"/>
              <a:gd name="connsiteX4743" fmla="*/ 13541106 w 21052572"/>
              <a:gd name="connsiteY4743" fmla="*/ 1696804 h 8402012"/>
              <a:gd name="connsiteX4744" fmla="*/ 13413135 w 21052572"/>
              <a:gd name="connsiteY4744" fmla="*/ 1696804 h 8402012"/>
              <a:gd name="connsiteX4745" fmla="*/ 13431097 w 21052572"/>
              <a:gd name="connsiteY4745" fmla="*/ 1728910 h 8402012"/>
              <a:gd name="connsiteX4746" fmla="*/ 13413135 w 21052572"/>
              <a:gd name="connsiteY4746" fmla="*/ 1696804 h 8402012"/>
              <a:gd name="connsiteX4747" fmla="*/ 18724572 w 21052572"/>
              <a:gd name="connsiteY4747" fmla="*/ 1696803 h 8402012"/>
              <a:gd name="connsiteX4748" fmla="*/ 18768008 w 21052572"/>
              <a:gd name="connsiteY4748" fmla="*/ 1709646 h 8402012"/>
              <a:gd name="connsiteX4749" fmla="*/ 18712164 w 21052572"/>
              <a:gd name="connsiteY4749" fmla="*/ 1709646 h 8402012"/>
              <a:gd name="connsiteX4750" fmla="*/ 18724572 w 21052572"/>
              <a:gd name="connsiteY4750" fmla="*/ 1696803 h 8402012"/>
              <a:gd name="connsiteX4751" fmla="*/ 17799912 w 21052572"/>
              <a:gd name="connsiteY4751" fmla="*/ 1693674 h 8402012"/>
              <a:gd name="connsiteX4752" fmla="*/ 17810560 w 21052572"/>
              <a:gd name="connsiteY4752" fmla="*/ 1694097 h 8402012"/>
              <a:gd name="connsiteX4753" fmla="*/ 17773696 w 21052572"/>
              <a:gd name="connsiteY4753" fmla="*/ 1727953 h 8402012"/>
              <a:gd name="connsiteX4754" fmla="*/ 17799912 w 21052572"/>
              <a:gd name="connsiteY4754" fmla="*/ 1693674 h 8402012"/>
              <a:gd name="connsiteX4755" fmla="*/ 14430369 w 21052572"/>
              <a:gd name="connsiteY4755" fmla="*/ 1677843 h 8402012"/>
              <a:gd name="connsiteX4756" fmla="*/ 14473803 w 21052572"/>
              <a:gd name="connsiteY4756" fmla="*/ 1728915 h 8402012"/>
              <a:gd name="connsiteX4757" fmla="*/ 14417959 w 21052572"/>
              <a:gd name="connsiteY4757" fmla="*/ 1728915 h 8402012"/>
              <a:gd name="connsiteX4758" fmla="*/ 14430369 w 21052572"/>
              <a:gd name="connsiteY4758" fmla="*/ 1677843 h 8402012"/>
              <a:gd name="connsiteX4759" fmla="*/ 19265620 w 21052572"/>
              <a:gd name="connsiteY4759" fmla="*/ 1677842 h 8402012"/>
              <a:gd name="connsiteX4760" fmla="*/ 19252496 w 21052572"/>
              <a:gd name="connsiteY4760" fmla="*/ 1695804 h 8402012"/>
              <a:gd name="connsiteX4761" fmla="*/ 19265620 w 21052572"/>
              <a:gd name="connsiteY4761" fmla="*/ 1677842 h 8402012"/>
              <a:gd name="connsiteX4762" fmla="*/ 14361488 w 21052572"/>
              <a:gd name="connsiteY4762" fmla="*/ 1671350 h 8402012"/>
              <a:gd name="connsiteX4763" fmla="*/ 14362330 w 21052572"/>
              <a:gd name="connsiteY4763" fmla="*/ 1695733 h 8402012"/>
              <a:gd name="connsiteX4764" fmla="*/ 14356343 w 21052572"/>
              <a:gd name="connsiteY4764" fmla="*/ 1676468 h 8402012"/>
              <a:gd name="connsiteX4765" fmla="*/ 14361488 w 21052572"/>
              <a:gd name="connsiteY4765" fmla="*/ 1671350 h 8402012"/>
              <a:gd name="connsiteX4766" fmla="*/ 18664768 w 21052572"/>
              <a:gd name="connsiteY4766" fmla="*/ 1663624 h 8402012"/>
              <a:gd name="connsiteX4767" fmla="*/ 18715840 w 21052572"/>
              <a:gd name="connsiteY4767" fmla="*/ 1676393 h 8402012"/>
              <a:gd name="connsiteX4768" fmla="*/ 18664768 w 21052572"/>
              <a:gd name="connsiteY4768" fmla="*/ 1663624 h 8402012"/>
              <a:gd name="connsiteX4769" fmla="*/ 18635276 w 21052572"/>
              <a:gd name="connsiteY4769" fmla="*/ 1630447 h 8402012"/>
              <a:gd name="connsiteX4770" fmla="*/ 18617368 w 21052572"/>
              <a:gd name="connsiteY4770" fmla="*/ 1662553 h 8402012"/>
              <a:gd name="connsiteX4771" fmla="*/ 18635276 w 21052572"/>
              <a:gd name="connsiteY4771" fmla="*/ 1630447 h 8402012"/>
              <a:gd name="connsiteX4772" fmla="*/ 17361340 w 21052572"/>
              <a:gd name="connsiteY4772" fmla="*/ 1630447 h 8402012"/>
              <a:gd name="connsiteX4773" fmla="*/ 17374468 w 21052572"/>
              <a:gd name="connsiteY4773" fmla="*/ 1662553 h 8402012"/>
              <a:gd name="connsiteX4774" fmla="*/ 17361340 w 21052572"/>
              <a:gd name="connsiteY4774" fmla="*/ 1630447 h 8402012"/>
              <a:gd name="connsiteX4775" fmla="*/ 14316122 w 21052572"/>
              <a:gd name="connsiteY4775" fmla="*/ 1598740 h 8402012"/>
              <a:gd name="connsiteX4776" fmla="*/ 14335467 w 21052572"/>
              <a:gd name="connsiteY4776" fmla="*/ 1630979 h 8402012"/>
              <a:gd name="connsiteX4777" fmla="*/ 14316122 w 21052572"/>
              <a:gd name="connsiteY4777" fmla="*/ 1598740 h 8402012"/>
              <a:gd name="connsiteX4778" fmla="*/ 13299383 w 21052572"/>
              <a:gd name="connsiteY4778" fmla="*/ 1597266 h 8402012"/>
              <a:gd name="connsiteX4779" fmla="*/ 13620611 w 21052572"/>
              <a:gd name="connsiteY4779" fmla="*/ 1630080 h 8402012"/>
              <a:gd name="connsiteX4780" fmla="*/ 13466980 w 21052572"/>
              <a:gd name="connsiteY4780" fmla="*/ 1662894 h 8402012"/>
              <a:gd name="connsiteX4781" fmla="*/ 13363843 w 21052572"/>
              <a:gd name="connsiteY4781" fmla="*/ 1662894 h 8402012"/>
              <a:gd name="connsiteX4782" fmla="*/ 13299383 w 21052572"/>
              <a:gd name="connsiteY4782" fmla="*/ 1662894 h 8402012"/>
              <a:gd name="connsiteX4783" fmla="*/ 13299383 w 21052572"/>
              <a:gd name="connsiteY4783" fmla="*/ 1597266 h 8402012"/>
              <a:gd name="connsiteX4784" fmla="*/ 17529708 w 21052572"/>
              <a:gd name="connsiteY4784" fmla="*/ 1596145 h 8402012"/>
              <a:gd name="connsiteX4785" fmla="*/ 17579796 w 21052572"/>
              <a:gd name="connsiteY4785" fmla="*/ 1612270 h 8402012"/>
              <a:gd name="connsiteX4786" fmla="*/ 17701520 w 21052572"/>
              <a:gd name="connsiteY4786" fmla="*/ 1676770 h 8402012"/>
              <a:gd name="connsiteX4787" fmla="*/ 17489312 w 21052572"/>
              <a:gd name="connsiteY4787" fmla="*/ 1618720 h 8402012"/>
              <a:gd name="connsiteX4788" fmla="*/ 17529708 w 21052572"/>
              <a:gd name="connsiteY4788" fmla="*/ 1596145 h 8402012"/>
              <a:gd name="connsiteX4789" fmla="*/ 16853976 w 21052572"/>
              <a:gd name="connsiteY4789" fmla="*/ 1593818 h 8402012"/>
              <a:gd name="connsiteX4790" fmla="*/ 16886260 w 21052572"/>
              <a:gd name="connsiteY4790" fmla="*/ 1631886 h 8402012"/>
              <a:gd name="connsiteX4791" fmla="*/ 16806792 w 21052572"/>
              <a:gd name="connsiteY4791" fmla="*/ 1599488 h 8402012"/>
              <a:gd name="connsiteX4792" fmla="*/ 16853976 w 21052572"/>
              <a:gd name="connsiteY4792" fmla="*/ 1593818 h 8402012"/>
              <a:gd name="connsiteX4793" fmla="*/ 9923617 w 21052572"/>
              <a:gd name="connsiteY4793" fmla="*/ 1577913 h 8402012"/>
              <a:gd name="connsiteX4794" fmla="*/ 9885021 w 21052572"/>
              <a:gd name="connsiteY4794" fmla="*/ 1598740 h 8402012"/>
              <a:gd name="connsiteX4795" fmla="*/ 9826986 w 21052572"/>
              <a:gd name="connsiteY4795" fmla="*/ 1630979 h 8402012"/>
              <a:gd name="connsiteX4796" fmla="*/ 9904367 w 21052572"/>
              <a:gd name="connsiteY4796" fmla="*/ 1618084 h 8402012"/>
              <a:gd name="connsiteX4797" fmla="*/ 9943057 w 21052572"/>
              <a:gd name="connsiteY4797" fmla="*/ 1598740 h 8402012"/>
              <a:gd name="connsiteX4798" fmla="*/ 9935803 w 21052572"/>
              <a:gd name="connsiteY4798" fmla="*/ 1578791 h 8402012"/>
              <a:gd name="connsiteX4799" fmla="*/ 9923617 w 21052572"/>
              <a:gd name="connsiteY4799" fmla="*/ 1577913 h 8402012"/>
              <a:gd name="connsiteX4800" fmla="*/ 17451392 w 21052572"/>
              <a:gd name="connsiteY4800" fmla="*/ 1573569 h 8402012"/>
              <a:gd name="connsiteX4801" fmla="*/ 17488284 w 21052572"/>
              <a:gd name="connsiteY4801" fmla="*/ 1587219 h 8402012"/>
              <a:gd name="connsiteX4802" fmla="*/ 17482136 w 21052572"/>
              <a:gd name="connsiteY4802" fmla="*/ 1600868 h 8402012"/>
              <a:gd name="connsiteX4803" fmla="*/ 17451392 w 21052572"/>
              <a:gd name="connsiteY4803" fmla="*/ 1573569 h 8402012"/>
              <a:gd name="connsiteX4804" fmla="*/ 13185628 w 21052572"/>
              <a:gd name="connsiteY4804" fmla="*/ 1573569 h 8402012"/>
              <a:gd name="connsiteX4805" fmla="*/ 13203590 w 21052572"/>
              <a:gd name="connsiteY4805" fmla="*/ 1600868 h 8402012"/>
              <a:gd name="connsiteX4806" fmla="*/ 13185628 w 21052572"/>
              <a:gd name="connsiteY4806" fmla="*/ 1573569 h 8402012"/>
              <a:gd name="connsiteX4807" fmla="*/ 13113024 w 21052572"/>
              <a:gd name="connsiteY4807" fmla="*/ 1542860 h 8402012"/>
              <a:gd name="connsiteX4808" fmla="*/ 13151469 w 21052572"/>
              <a:gd name="connsiteY4808" fmla="*/ 1575445 h 8402012"/>
              <a:gd name="connsiteX4809" fmla="*/ 13113024 w 21052572"/>
              <a:gd name="connsiteY4809" fmla="*/ 1542860 h 8402012"/>
              <a:gd name="connsiteX4810" fmla="*/ 14842739 w 21052572"/>
              <a:gd name="connsiteY4810" fmla="*/ 1540708 h 8402012"/>
              <a:gd name="connsiteX4811" fmla="*/ 14842739 w 21052572"/>
              <a:gd name="connsiteY4811" fmla="*/ 1572949 h 8402012"/>
              <a:gd name="connsiteX4812" fmla="*/ 14842739 w 21052572"/>
              <a:gd name="connsiteY4812" fmla="*/ 1540708 h 8402012"/>
              <a:gd name="connsiteX4813" fmla="*/ 10012914 w 21052572"/>
              <a:gd name="connsiteY4813" fmla="*/ 1540708 h 8402012"/>
              <a:gd name="connsiteX4814" fmla="*/ 10032259 w 21052572"/>
              <a:gd name="connsiteY4814" fmla="*/ 1572949 h 8402012"/>
              <a:gd name="connsiteX4815" fmla="*/ 10012914 w 21052572"/>
              <a:gd name="connsiteY4815" fmla="*/ 1540708 h 8402012"/>
              <a:gd name="connsiteX4816" fmla="*/ 18977592 w 21052572"/>
              <a:gd name="connsiteY4816" fmla="*/ 1540388 h 8402012"/>
              <a:gd name="connsiteX4817" fmla="*/ 19057060 w 21052572"/>
              <a:gd name="connsiteY4817" fmla="*/ 1540388 h 8402012"/>
              <a:gd name="connsiteX4818" fmla="*/ 19037192 w 21052572"/>
              <a:gd name="connsiteY4818" fmla="*/ 1596231 h 8402012"/>
              <a:gd name="connsiteX4819" fmla="*/ 18977592 w 21052572"/>
              <a:gd name="connsiteY4819" fmla="*/ 1540388 h 8402012"/>
              <a:gd name="connsiteX4820" fmla="*/ 16678428 w 21052572"/>
              <a:gd name="connsiteY4820" fmla="*/ 1521110 h 8402012"/>
              <a:gd name="connsiteX4821" fmla="*/ 16711168 w 21052572"/>
              <a:gd name="connsiteY4821" fmla="*/ 1551811 h 8402012"/>
              <a:gd name="connsiteX4822" fmla="*/ 16786768 w 21052572"/>
              <a:gd name="connsiteY4822" fmla="*/ 1571200 h 8402012"/>
              <a:gd name="connsiteX4823" fmla="*/ 16743110 w 21052572"/>
              <a:gd name="connsiteY4823" fmla="*/ 1616443 h 8402012"/>
              <a:gd name="connsiteX4824" fmla="*/ 16640896 w 21052572"/>
              <a:gd name="connsiteY4824" fmla="*/ 1551811 h 8402012"/>
              <a:gd name="connsiteX4825" fmla="*/ 16678428 w 21052572"/>
              <a:gd name="connsiteY4825" fmla="*/ 1521110 h 8402012"/>
              <a:gd name="connsiteX4826" fmla="*/ 12450967 w 21052572"/>
              <a:gd name="connsiteY4826" fmla="*/ 1507211 h 8402012"/>
              <a:gd name="connsiteX4827" fmla="*/ 12468929 w 21052572"/>
              <a:gd name="connsiteY4827" fmla="*/ 1539281 h 8402012"/>
              <a:gd name="connsiteX4828" fmla="*/ 12450967 w 21052572"/>
              <a:gd name="connsiteY4828" fmla="*/ 1507211 h 8402012"/>
              <a:gd name="connsiteX4829" fmla="*/ 14462017 w 21052572"/>
              <a:gd name="connsiteY4829" fmla="*/ 1506186 h 8402012"/>
              <a:gd name="connsiteX4830" fmla="*/ 14425745 w 21052572"/>
              <a:gd name="connsiteY4830" fmla="*/ 1509543 h 8402012"/>
              <a:gd name="connsiteX4831" fmla="*/ 14483780 w 21052572"/>
              <a:gd name="connsiteY4831" fmla="*/ 1540708 h 8402012"/>
              <a:gd name="connsiteX4832" fmla="*/ 14462017 w 21052572"/>
              <a:gd name="connsiteY4832" fmla="*/ 1506186 h 8402012"/>
              <a:gd name="connsiteX4833" fmla="*/ 16585860 w 21052572"/>
              <a:gd name="connsiteY4833" fmla="*/ 1504277 h 8402012"/>
              <a:gd name="connsiteX4834" fmla="*/ 16620882 w 21052572"/>
              <a:gd name="connsiteY4834" fmla="*/ 1507643 h 8402012"/>
              <a:gd name="connsiteX4835" fmla="*/ 16565058 w 21052572"/>
              <a:gd name="connsiteY4835" fmla="*/ 1538881 h 8402012"/>
              <a:gd name="connsiteX4836" fmla="*/ 16585860 w 21052572"/>
              <a:gd name="connsiteY4836" fmla="*/ 1504277 h 8402012"/>
              <a:gd name="connsiteX4837" fmla="*/ 12443410 w 21052572"/>
              <a:gd name="connsiteY4837" fmla="*/ 1503902 h 8402012"/>
              <a:gd name="connsiteX4838" fmla="*/ 12334325 w 21052572"/>
              <a:gd name="connsiteY4838" fmla="*/ 1522439 h 8402012"/>
              <a:gd name="connsiteX4839" fmla="*/ 12353670 w 21052572"/>
              <a:gd name="connsiteY4839" fmla="*/ 1553604 h 8402012"/>
              <a:gd name="connsiteX4840" fmla="*/ 12289187 w 21052572"/>
              <a:gd name="connsiteY4840" fmla="*/ 1592292 h 8402012"/>
              <a:gd name="connsiteX4841" fmla="*/ 12321428 w 21052572"/>
              <a:gd name="connsiteY4841" fmla="*/ 1643876 h 8402012"/>
              <a:gd name="connsiteX4842" fmla="*/ 12385912 w 21052572"/>
              <a:gd name="connsiteY4842" fmla="*/ 1663219 h 8402012"/>
              <a:gd name="connsiteX4843" fmla="*/ 12475114 w 21052572"/>
              <a:gd name="connsiteY4843" fmla="*/ 1676115 h 8402012"/>
              <a:gd name="connsiteX4844" fmla="*/ 12558943 w 21052572"/>
              <a:gd name="connsiteY4844" fmla="*/ 1598740 h 8402012"/>
              <a:gd name="connsiteX4845" fmla="*/ 12449321 w 21052572"/>
              <a:gd name="connsiteY4845" fmla="*/ 1598740 h 8402012"/>
              <a:gd name="connsiteX4846" fmla="*/ 12552495 w 21052572"/>
              <a:gd name="connsiteY4846" fmla="*/ 1509543 h 8402012"/>
              <a:gd name="connsiteX4847" fmla="*/ 12443410 w 21052572"/>
              <a:gd name="connsiteY4847" fmla="*/ 1503902 h 8402012"/>
              <a:gd name="connsiteX4848" fmla="*/ 14306988 w 21052572"/>
              <a:gd name="connsiteY4848" fmla="*/ 1503096 h 8402012"/>
              <a:gd name="connsiteX4849" fmla="*/ 14201127 w 21052572"/>
              <a:gd name="connsiteY4849" fmla="*/ 1522439 h 8402012"/>
              <a:gd name="connsiteX4850" fmla="*/ 14310749 w 21052572"/>
              <a:gd name="connsiteY4850" fmla="*/ 1566500 h 8402012"/>
              <a:gd name="connsiteX4851" fmla="*/ 14412848 w 21052572"/>
              <a:gd name="connsiteY4851" fmla="*/ 1522439 h 8402012"/>
              <a:gd name="connsiteX4852" fmla="*/ 14306988 w 21052572"/>
              <a:gd name="connsiteY4852" fmla="*/ 1503096 h 8402012"/>
              <a:gd name="connsiteX4853" fmla="*/ 14147122 w 21052572"/>
              <a:gd name="connsiteY4853" fmla="*/ 1501350 h 8402012"/>
              <a:gd name="connsiteX4854" fmla="*/ 14091504 w 21052572"/>
              <a:gd name="connsiteY4854" fmla="*/ 1509543 h 8402012"/>
              <a:gd name="connsiteX4855" fmla="*/ 14188230 w 21052572"/>
              <a:gd name="connsiteY4855" fmla="*/ 1540708 h 8402012"/>
              <a:gd name="connsiteX4856" fmla="*/ 14147122 w 21052572"/>
              <a:gd name="connsiteY4856" fmla="*/ 1501350 h 8402012"/>
              <a:gd name="connsiteX4857" fmla="*/ 13906114 w 21052572"/>
              <a:gd name="connsiteY4857" fmla="*/ 1492618 h 8402012"/>
              <a:gd name="connsiteX4858" fmla="*/ 13874409 w 21052572"/>
              <a:gd name="connsiteY4858" fmla="*/ 1509543 h 8402012"/>
              <a:gd name="connsiteX4859" fmla="*/ 13937818 w 21052572"/>
              <a:gd name="connsiteY4859" fmla="*/ 1509543 h 8402012"/>
              <a:gd name="connsiteX4860" fmla="*/ 13906114 w 21052572"/>
              <a:gd name="connsiteY4860" fmla="*/ 1492618 h 8402012"/>
              <a:gd name="connsiteX4861" fmla="*/ 14521395 w 21052572"/>
              <a:gd name="connsiteY4861" fmla="*/ 1483753 h 8402012"/>
              <a:gd name="connsiteX4862" fmla="*/ 14502050 w 21052572"/>
              <a:gd name="connsiteY4862" fmla="*/ 1540708 h 8402012"/>
              <a:gd name="connsiteX4863" fmla="*/ 14656811 w 21052572"/>
              <a:gd name="connsiteY4863" fmla="*/ 1540708 h 8402012"/>
              <a:gd name="connsiteX4864" fmla="*/ 14721295 w 21052572"/>
              <a:gd name="connsiteY4864" fmla="*/ 1515992 h 8402012"/>
              <a:gd name="connsiteX4865" fmla="*/ 14521395 w 21052572"/>
              <a:gd name="connsiteY4865" fmla="*/ 1483753 h 8402012"/>
              <a:gd name="connsiteX4866" fmla="*/ 13260395 w 21052572"/>
              <a:gd name="connsiteY4866" fmla="*/ 1478775 h 8402012"/>
              <a:gd name="connsiteX4867" fmla="*/ 13241173 w 21052572"/>
              <a:gd name="connsiteY4867" fmla="*/ 1562411 h 8402012"/>
              <a:gd name="connsiteX4868" fmla="*/ 13189913 w 21052572"/>
              <a:gd name="connsiteY4868" fmla="*/ 1542860 h 8402012"/>
              <a:gd name="connsiteX4869" fmla="*/ 13151469 w 21052572"/>
              <a:gd name="connsiteY4869" fmla="*/ 1601514 h 8402012"/>
              <a:gd name="connsiteX4870" fmla="*/ 13137853 w 21052572"/>
              <a:gd name="connsiteY4870" fmla="*/ 1622694 h 8402012"/>
              <a:gd name="connsiteX4871" fmla="*/ 13131159 w 21052572"/>
              <a:gd name="connsiteY4871" fmla="*/ 1624684 h 8402012"/>
              <a:gd name="connsiteX4872" fmla="*/ 13137235 w 21052572"/>
              <a:gd name="connsiteY4872" fmla="*/ 1629878 h 8402012"/>
              <a:gd name="connsiteX4873" fmla="*/ 13123763 w 21052572"/>
              <a:gd name="connsiteY4873" fmla="*/ 1636596 h 8402012"/>
              <a:gd name="connsiteX4874" fmla="*/ 13121080 w 21052572"/>
              <a:gd name="connsiteY4874" fmla="*/ 1632582 h 8402012"/>
              <a:gd name="connsiteX4875" fmla="*/ 13119432 w 21052572"/>
              <a:gd name="connsiteY4875" fmla="*/ 1634099 h 8402012"/>
              <a:gd name="connsiteX4876" fmla="*/ 13125839 w 21052572"/>
              <a:gd name="connsiteY4876" fmla="*/ 1647133 h 8402012"/>
              <a:gd name="connsiteX4877" fmla="*/ 13011573 w 21052572"/>
              <a:gd name="connsiteY4877" fmla="*/ 1679719 h 8402012"/>
              <a:gd name="connsiteX4878" fmla="*/ 12960314 w 21052572"/>
              <a:gd name="connsiteY4878" fmla="*/ 1640616 h 8402012"/>
              <a:gd name="connsiteX4879" fmla="*/ 13082055 w 21052572"/>
              <a:gd name="connsiteY4879" fmla="*/ 1601514 h 8402012"/>
              <a:gd name="connsiteX4880" fmla="*/ 12921869 w 21052572"/>
              <a:gd name="connsiteY4880" fmla="*/ 1575445 h 8402012"/>
              <a:gd name="connsiteX4881" fmla="*/ 12941092 w 21052572"/>
              <a:gd name="connsiteY4881" fmla="*/ 1511361 h 8402012"/>
              <a:gd name="connsiteX4882" fmla="*/ 13050018 w 21052572"/>
              <a:gd name="connsiteY4882" fmla="*/ 1498326 h 8402012"/>
              <a:gd name="connsiteX4883" fmla="*/ 13260395 w 21052572"/>
              <a:gd name="connsiteY4883" fmla="*/ 1478775 h 8402012"/>
              <a:gd name="connsiteX4884" fmla="*/ 18304544 w 21052572"/>
              <a:gd name="connsiteY4884" fmla="*/ 1478773 h 8402012"/>
              <a:gd name="connsiteX4885" fmla="*/ 18322508 w 21052572"/>
              <a:gd name="connsiteY4885" fmla="*/ 1510879 h 8402012"/>
              <a:gd name="connsiteX4886" fmla="*/ 18304544 w 21052572"/>
              <a:gd name="connsiteY4886" fmla="*/ 1478773 h 8402012"/>
              <a:gd name="connsiteX4887" fmla="*/ 13957163 w 21052572"/>
              <a:gd name="connsiteY4887" fmla="*/ 1477304 h 8402012"/>
              <a:gd name="connsiteX4888" fmla="*/ 13957163 w 21052572"/>
              <a:gd name="connsiteY4888" fmla="*/ 1540708 h 8402012"/>
              <a:gd name="connsiteX4889" fmla="*/ 14002302 w 21052572"/>
              <a:gd name="connsiteY4889" fmla="*/ 1540708 h 8402012"/>
              <a:gd name="connsiteX4890" fmla="*/ 14073234 w 21052572"/>
              <a:gd name="connsiteY4890" fmla="*/ 1540708 h 8402012"/>
              <a:gd name="connsiteX4891" fmla="*/ 13957163 w 21052572"/>
              <a:gd name="connsiteY4891" fmla="*/ 1477304 h 8402012"/>
              <a:gd name="connsiteX4892" fmla="*/ 18830660 w 21052572"/>
              <a:gd name="connsiteY4892" fmla="*/ 1445595 h 8402012"/>
              <a:gd name="connsiteX4893" fmla="*/ 18957564 w 21052572"/>
              <a:gd name="connsiteY4893" fmla="*/ 1509164 h 8402012"/>
              <a:gd name="connsiteX4894" fmla="*/ 18830660 w 21052572"/>
              <a:gd name="connsiteY4894" fmla="*/ 1445595 h 8402012"/>
              <a:gd name="connsiteX4895" fmla="*/ 18247672 w 21052572"/>
              <a:gd name="connsiteY4895" fmla="*/ 1445595 h 8402012"/>
              <a:gd name="connsiteX4896" fmla="*/ 18265632 w 21052572"/>
              <a:gd name="connsiteY4896" fmla="*/ 1477703 h 8402012"/>
              <a:gd name="connsiteX4897" fmla="*/ 18247672 w 21052572"/>
              <a:gd name="connsiteY4897" fmla="*/ 1445595 h 8402012"/>
              <a:gd name="connsiteX4898" fmla="*/ 16584018 w 21052572"/>
              <a:gd name="connsiteY4898" fmla="*/ 1445595 h 8402012"/>
              <a:gd name="connsiteX4899" fmla="*/ 16601982 w 21052572"/>
              <a:gd name="connsiteY4899" fmla="*/ 1477704 h 8402012"/>
              <a:gd name="connsiteX4900" fmla="*/ 16584018 w 21052572"/>
              <a:gd name="connsiteY4900" fmla="*/ 1445595 h 8402012"/>
              <a:gd name="connsiteX4901" fmla="*/ 9737784 w 21052572"/>
              <a:gd name="connsiteY4901" fmla="*/ 1406377 h 8402012"/>
              <a:gd name="connsiteX4902" fmla="*/ 9621713 w 21052572"/>
              <a:gd name="connsiteY4902" fmla="*/ 1503096 h 8402012"/>
              <a:gd name="connsiteX4903" fmla="*/ 9500269 w 21052572"/>
              <a:gd name="connsiteY4903" fmla="*/ 1527813 h 8402012"/>
              <a:gd name="connsiteX4904" fmla="*/ 9435785 w 21052572"/>
              <a:gd name="connsiteY4904" fmla="*/ 1579396 h 8402012"/>
              <a:gd name="connsiteX4905" fmla="*/ 9371302 w 21052572"/>
              <a:gd name="connsiteY4905" fmla="*/ 1598740 h 8402012"/>
              <a:gd name="connsiteX4906" fmla="*/ 9282099 w 21052572"/>
              <a:gd name="connsiteY4906" fmla="*/ 1643876 h 8402012"/>
              <a:gd name="connsiteX4907" fmla="*/ 9333686 w 21052572"/>
              <a:gd name="connsiteY4907" fmla="*/ 1669667 h 8402012"/>
              <a:gd name="connsiteX4908" fmla="*/ 9378825 w 21052572"/>
              <a:gd name="connsiteY4908" fmla="*/ 1637427 h 8402012"/>
              <a:gd name="connsiteX4909" fmla="*/ 9435785 w 21052572"/>
              <a:gd name="connsiteY4909" fmla="*/ 1618084 h 8402012"/>
              <a:gd name="connsiteX4910" fmla="*/ 9737784 w 21052572"/>
              <a:gd name="connsiteY4910" fmla="*/ 1483753 h 8402012"/>
              <a:gd name="connsiteX4911" fmla="*/ 9737784 w 21052572"/>
              <a:gd name="connsiteY4911" fmla="*/ 1406377 h 8402012"/>
              <a:gd name="connsiteX4912" fmla="*/ 16351776 w 21052572"/>
              <a:gd name="connsiteY4912" fmla="*/ 1388716 h 8402012"/>
              <a:gd name="connsiteX4913" fmla="*/ 16374484 w 21052572"/>
              <a:gd name="connsiteY4913" fmla="*/ 1416016 h 8402012"/>
              <a:gd name="connsiteX4914" fmla="*/ 16351776 w 21052572"/>
              <a:gd name="connsiteY4914" fmla="*/ 1388716 h 8402012"/>
              <a:gd name="connsiteX4915" fmla="*/ 9904367 w 21052572"/>
              <a:gd name="connsiteY4915" fmla="*/ 1387034 h 8402012"/>
              <a:gd name="connsiteX4916" fmla="*/ 9807641 w 21052572"/>
              <a:gd name="connsiteY4916" fmla="*/ 1406377 h 8402012"/>
              <a:gd name="connsiteX4917" fmla="*/ 9878573 w 21052572"/>
              <a:gd name="connsiteY4917" fmla="*/ 1445064 h 8402012"/>
              <a:gd name="connsiteX4918" fmla="*/ 9904367 w 21052572"/>
              <a:gd name="connsiteY4918" fmla="*/ 1387034 h 8402012"/>
              <a:gd name="connsiteX4919" fmla="*/ 16242756 w 21052572"/>
              <a:gd name="connsiteY4919" fmla="*/ 1355540 h 8402012"/>
              <a:gd name="connsiteX4920" fmla="*/ 16260718 w 21052572"/>
              <a:gd name="connsiteY4920" fmla="*/ 1387645 h 8402012"/>
              <a:gd name="connsiteX4921" fmla="*/ 16242756 w 21052572"/>
              <a:gd name="connsiteY4921" fmla="*/ 1355540 h 8402012"/>
              <a:gd name="connsiteX4922" fmla="*/ 16000036 w 21052572"/>
              <a:gd name="connsiteY4922" fmla="*/ 1355540 h 8402012"/>
              <a:gd name="connsiteX4923" fmla="*/ 15982074 w 21052572"/>
              <a:gd name="connsiteY4923" fmla="*/ 1387646 h 8402012"/>
              <a:gd name="connsiteX4924" fmla="*/ 16000036 w 21052572"/>
              <a:gd name="connsiteY4924" fmla="*/ 1355540 h 8402012"/>
              <a:gd name="connsiteX4925" fmla="*/ 17261808 w 21052572"/>
              <a:gd name="connsiteY4925" fmla="*/ 1355537 h 8402012"/>
              <a:gd name="connsiteX4926" fmla="*/ 17341276 w 21052572"/>
              <a:gd name="connsiteY4926" fmla="*/ 1398971 h 8402012"/>
              <a:gd name="connsiteX4927" fmla="*/ 17261808 w 21052572"/>
              <a:gd name="connsiteY4927" fmla="*/ 1355537 h 8402012"/>
              <a:gd name="connsiteX4928" fmla="*/ 18042940 w 21052572"/>
              <a:gd name="connsiteY4928" fmla="*/ 1347424 h 8402012"/>
              <a:gd name="connsiteX4929" fmla="*/ 18132828 w 21052572"/>
              <a:gd name="connsiteY4929" fmla="*/ 1386083 h 8402012"/>
              <a:gd name="connsiteX4930" fmla="*/ 18132828 w 21052572"/>
              <a:gd name="connsiteY4930" fmla="*/ 1411362 h 8402012"/>
              <a:gd name="connsiteX4931" fmla="*/ 18015420 w 21052572"/>
              <a:gd name="connsiteY4931" fmla="*/ 1367124 h 8402012"/>
              <a:gd name="connsiteX4932" fmla="*/ 18042940 w 21052572"/>
              <a:gd name="connsiteY4932" fmla="*/ 1347424 h 8402012"/>
              <a:gd name="connsiteX4933" fmla="*/ 17167012 w 21052572"/>
              <a:gd name="connsiteY4933" fmla="*/ 1332460 h 8402012"/>
              <a:gd name="connsiteX4934" fmla="*/ 17241792 w 21052572"/>
              <a:gd name="connsiteY4934" fmla="*/ 1383919 h 8402012"/>
              <a:gd name="connsiteX4935" fmla="*/ 17167012 w 21052572"/>
              <a:gd name="connsiteY4935" fmla="*/ 1332460 h 8402012"/>
              <a:gd name="connsiteX4936" fmla="*/ 17076956 w 21052572"/>
              <a:gd name="connsiteY4936" fmla="*/ 1322361 h 8402012"/>
              <a:gd name="connsiteX4937" fmla="*/ 17090084 w 21052572"/>
              <a:gd name="connsiteY4937" fmla="*/ 1354469 h 8402012"/>
              <a:gd name="connsiteX4938" fmla="*/ 17076956 w 21052572"/>
              <a:gd name="connsiteY4938" fmla="*/ 1322361 h 8402012"/>
              <a:gd name="connsiteX4939" fmla="*/ 17508272 w 21052572"/>
              <a:gd name="connsiteY4939" fmla="*/ 1322360 h 8402012"/>
              <a:gd name="connsiteX4940" fmla="*/ 17526232 w 21052572"/>
              <a:gd name="connsiteY4940" fmla="*/ 1354469 h 8402012"/>
              <a:gd name="connsiteX4941" fmla="*/ 17508272 w 21052572"/>
              <a:gd name="connsiteY4941" fmla="*/ 1322360 h 8402012"/>
              <a:gd name="connsiteX4942" fmla="*/ 17982244 w 21052572"/>
              <a:gd name="connsiteY4942" fmla="*/ 1322357 h 8402012"/>
              <a:gd name="connsiteX4943" fmla="*/ 18014316 w 21052572"/>
              <a:gd name="connsiteY4943" fmla="*/ 1340803 h 8402012"/>
              <a:gd name="connsiteX4944" fmla="*/ 17982244 w 21052572"/>
              <a:gd name="connsiteY4944" fmla="*/ 1322357 h 8402012"/>
              <a:gd name="connsiteX4945" fmla="*/ 14316122 w 21052572"/>
              <a:gd name="connsiteY4945" fmla="*/ 1297837 h 8402012"/>
              <a:gd name="connsiteX4946" fmla="*/ 14354813 w 21052572"/>
              <a:gd name="connsiteY4946" fmla="*/ 1322555 h 8402012"/>
              <a:gd name="connsiteX4947" fmla="*/ 14316122 w 21052572"/>
              <a:gd name="connsiteY4947" fmla="*/ 1297837 h 8402012"/>
              <a:gd name="connsiteX4948" fmla="*/ 17148052 w 21052572"/>
              <a:gd name="connsiteY4948" fmla="*/ 1265483 h 8402012"/>
              <a:gd name="connsiteX4949" fmla="*/ 17184944 w 21052572"/>
              <a:gd name="connsiteY4949" fmla="*/ 1265483 h 8402012"/>
              <a:gd name="connsiteX4950" fmla="*/ 17184944 w 21052572"/>
              <a:gd name="connsiteY4950" fmla="*/ 1297591 h 8402012"/>
              <a:gd name="connsiteX4951" fmla="*/ 17148052 w 21052572"/>
              <a:gd name="connsiteY4951" fmla="*/ 1297591 h 8402012"/>
              <a:gd name="connsiteX4952" fmla="*/ 17148052 w 21052572"/>
              <a:gd name="connsiteY4952" fmla="*/ 1265483 h 8402012"/>
              <a:gd name="connsiteX4953" fmla="*/ 16166922 w 21052572"/>
              <a:gd name="connsiteY4953" fmla="*/ 1265483 h 8402012"/>
              <a:gd name="connsiteX4954" fmla="*/ 16184884 w 21052572"/>
              <a:gd name="connsiteY4954" fmla="*/ 1297591 h 8402012"/>
              <a:gd name="connsiteX4955" fmla="*/ 16166922 w 21052572"/>
              <a:gd name="connsiteY4955" fmla="*/ 1265483 h 8402012"/>
              <a:gd name="connsiteX4956" fmla="*/ 16000036 w 21052572"/>
              <a:gd name="connsiteY4956" fmla="*/ 1265483 h 8402012"/>
              <a:gd name="connsiteX4957" fmla="*/ 15982074 w 21052572"/>
              <a:gd name="connsiteY4957" fmla="*/ 1297592 h 8402012"/>
              <a:gd name="connsiteX4958" fmla="*/ 16000036 w 21052572"/>
              <a:gd name="connsiteY4958" fmla="*/ 1265483 h 8402012"/>
              <a:gd name="connsiteX4959" fmla="*/ 15944156 w 21052572"/>
              <a:gd name="connsiteY4959" fmla="*/ 1265483 h 8402012"/>
              <a:gd name="connsiteX4960" fmla="*/ 15962062 w 21052572"/>
              <a:gd name="connsiteY4960" fmla="*/ 1297592 h 8402012"/>
              <a:gd name="connsiteX4961" fmla="*/ 15944156 w 21052572"/>
              <a:gd name="connsiteY4961" fmla="*/ 1265483 h 8402012"/>
              <a:gd name="connsiteX4962" fmla="*/ 15773526 w 21052572"/>
              <a:gd name="connsiteY4962" fmla="*/ 1246523 h 8402012"/>
              <a:gd name="connsiteX4963" fmla="*/ 15924108 w 21052572"/>
              <a:gd name="connsiteY4963" fmla="*/ 1278921 h 8402012"/>
              <a:gd name="connsiteX4964" fmla="*/ 15858638 w 21052572"/>
              <a:gd name="connsiteY4964" fmla="*/ 1317799 h 8402012"/>
              <a:gd name="connsiteX4965" fmla="*/ 15806262 w 21052572"/>
              <a:gd name="connsiteY4965" fmla="*/ 1311320 h 8402012"/>
              <a:gd name="connsiteX4966" fmla="*/ 15825902 w 21052572"/>
              <a:gd name="connsiteY4966" fmla="*/ 1278921 h 8402012"/>
              <a:gd name="connsiteX4967" fmla="*/ 15773526 w 21052572"/>
              <a:gd name="connsiteY4967" fmla="*/ 1246523 h 8402012"/>
              <a:gd name="connsiteX4968" fmla="*/ 17810560 w 21052572"/>
              <a:gd name="connsiteY4968" fmla="*/ 1200999 h 8402012"/>
              <a:gd name="connsiteX4969" fmla="*/ 17773696 w 21052572"/>
              <a:gd name="connsiteY4969" fmla="*/ 1234067 h 8402012"/>
              <a:gd name="connsiteX4970" fmla="*/ 17810560 w 21052572"/>
              <a:gd name="connsiteY4970" fmla="*/ 1200999 h 8402012"/>
              <a:gd name="connsiteX4971" fmla="*/ 16824752 w 21052572"/>
              <a:gd name="connsiteY4971" fmla="*/ 1199127 h 8402012"/>
              <a:gd name="connsiteX4972" fmla="*/ 16806788 w 21052572"/>
              <a:gd name="connsiteY4972" fmla="*/ 1231236 h 8402012"/>
              <a:gd name="connsiteX4973" fmla="*/ 16824752 w 21052572"/>
              <a:gd name="connsiteY4973" fmla="*/ 1199127 h 8402012"/>
              <a:gd name="connsiteX4974" fmla="*/ 15678730 w 21052572"/>
              <a:gd name="connsiteY4974" fmla="*/ 1199127 h 8402012"/>
              <a:gd name="connsiteX4975" fmla="*/ 15696694 w 21052572"/>
              <a:gd name="connsiteY4975" fmla="*/ 1231236 h 8402012"/>
              <a:gd name="connsiteX4976" fmla="*/ 15678730 w 21052572"/>
              <a:gd name="connsiteY4976" fmla="*/ 1199127 h 8402012"/>
              <a:gd name="connsiteX4977" fmla="*/ 15526532 w 21052572"/>
              <a:gd name="connsiteY4977" fmla="*/ 1161698 h 8402012"/>
              <a:gd name="connsiteX4978" fmla="*/ 15582882 w 21052572"/>
              <a:gd name="connsiteY4978" fmla="*/ 1169761 h 8402012"/>
              <a:gd name="connsiteX4979" fmla="*/ 15489142 w 21052572"/>
              <a:gd name="connsiteY4979" fmla="*/ 1202011 h 8402012"/>
              <a:gd name="connsiteX4980" fmla="*/ 15526532 w 21052572"/>
              <a:gd name="connsiteY4980" fmla="*/ 1161698 h 8402012"/>
              <a:gd name="connsiteX4981" fmla="*/ 16824752 w 21052572"/>
              <a:gd name="connsiteY4981" fmla="*/ 1137507 h 8402012"/>
              <a:gd name="connsiteX4982" fmla="*/ 16806788 w 21052572"/>
              <a:gd name="connsiteY4982" fmla="*/ 1169613 h 8402012"/>
              <a:gd name="connsiteX4983" fmla="*/ 16824752 w 21052572"/>
              <a:gd name="connsiteY4983" fmla="*/ 1137507 h 8402012"/>
              <a:gd name="connsiteX4984" fmla="*/ 15342210 w 21052572"/>
              <a:gd name="connsiteY4984" fmla="*/ 1137507 h 8402012"/>
              <a:gd name="connsiteX4985" fmla="*/ 15405268 w 21052572"/>
              <a:gd name="connsiteY4985" fmla="*/ 1137507 h 8402012"/>
              <a:gd name="connsiteX4986" fmla="*/ 15450158 w 21052572"/>
              <a:gd name="connsiteY4986" fmla="*/ 1137507 h 8402012"/>
              <a:gd name="connsiteX4987" fmla="*/ 15450158 w 21052572"/>
              <a:gd name="connsiteY4987" fmla="*/ 1169613 h 8402012"/>
              <a:gd name="connsiteX4988" fmla="*/ 15379618 w 21052572"/>
              <a:gd name="connsiteY4988" fmla="*/ 1169613 h 8402012"/>
              <a:gd name="connsiteX4989" fmla="*/ 15342210 w 21052572"/>
              <a:gd name="connsiteY4989" fmla="*/ 1169613 h 8402012"/>
              <a:gd name="connsiteX4990" fmla="*/ 15342210 w 21052572"/>
              <a:gd name="connsiteY4990" fmla="*/ 1137507 h 8402012"/>
              <a:gd name="connsiteX4991" fmla="*/ 10314912 w 21052572"/>
              <a:gd name="connsiteY4991" fmla="*/ 1136639 h 8402012"/>
              <a:gd name="connsiteX4992" fmla="*/ 10334257 w 21052572"/>
              <a:gd name="connsiteY4992" fmla="*/ 1168880 h 8402012"/>
              <a:gd name="connsiteX4993" fmla="*/ 10314912 w 21052572"/>
              <a:gd name="connsiteY4993" fmla="*/ 1136639 h 8402012"/>
              <a:gd name="connsiteX4994" fmla="*/ 10372948 w 21052572"/>
              <a:gd name="connsiteY4994" fmla="*/ 1111922 h 8402012"/>
              <a:gd name="connsiteX4995" fmla="*/ 10392293 w 21052572"/>
              <a:gd name="connsiteY4995" fmla="*/ 1136639 h 8402012"/>
              <a:gd name="connsiteX4996" fmla="*/ 10372948 w 21052572"/>
              <a:gd name="connsiteY4996" fmla="*/ 1111922 h 8402012"/>
              <a:gd name="connsiteX4997" fmla="*/ 15848742 w 21052572"/>
              <a:gd name="connsiteY4997" fmla="*/ 1111643 h 8402012"/>
              <a:gd name="connsiteX4998" fmla="*/ 15868094 w 21052572"/>
              <a:gd name="connsiteY4998" fmla="*/ 1136372 h 8402012"/>
              <a:gd name="connsiteX4999" fmla="*/ 15848742 w 21052572"/>
              <a:gd name="connsiteY4999" fmla="*/ 1111643 h 8402012"/>
              <a:gd name="connsiteX5000" fmla="*/ 17584748 w 21052572"/>
              <a:gd name="connsiteY5000" fmla="*/ 1108531 h 8402012"/>
              <a:gd name="connsiteX5001" fmla="*/ 17606196 w 21052572"/>
              <a:gd name="connsiteY5001" fmla="*/ 1137320 h 8402012"/>
              <a:gd name="connsiteX5002" fmla="*/ 17568308 w 21052572"/>
              <a:gd name="connsiteY5002" fmla="*/ 1170048 h 8402012"/>
              <a:gd name="connsiteX5003" fmla="*/ 17619456 w 21052572"/>
              <a:gd name="connsiteY5003" fmla="*/ 1178332 h 8402012"/>
              <a:gd name="connsiteX5004" fmla="*/ 17624884 w 21052572"/>
              <a:gd name="connsiteY5004" fmla="*/ 1199651 h 8402012"/>
              <a:gd name="connsiteX5005" fmla="*/ 17642892 w 21052572"/>
              <a:gd name="connsiteY5005" fmla="*/ 1202967 h 8402012"/>
              <a:gd name="connsiteX5006" fmla="*/ 17654132 w 21052572"/>
              <a:gd name="connsiteY5006" fmla="*/ 1229868 h 8402012"/>
              <a:gd name="connsiteX5007" fmla="*/ 17625236 w 21052572"/>
              <a:gd name="connsiteY5007" fmla="*/ 1219492 h 8402012"/>
              <a:gd name="connsiteX5008" fmla="*/ 17622540 w 21052572"/>
              <a:gd name="connsiteY5008" fmla="*/ 1202380 h 8402012"/>
              <a:gd name="connsiteX5009" fmla="*/ 17582464 w 21052572"/>
              <a:gd name="connsiteY5009" fmla="*/ 1197354 h 8402012"/>
              <a:gd name="connsiteX5010" fmla="*/ 17451396 w 21052572"/>
              <a:gd name="connsiteY5010" fmla="*/ 1150411 h 8402012"/>
              <a:gd name="connsiteX5011" fmla="*/ 17584748 w 21052572"/>
              <a:gd name="connsiteY5011" fmla="*/ 1108531 h 8402012"/>
              <a:gd name="connsiteX5012" fmla="*/ 15265552 w 21052572"/>
              <a:gd name="connsiteY5012" fmla="*/ 1103815 h 8402012"/>
              <a:gd name="connsiteX5013" fmla="*/ 15322156 w 21052572"/>
              <a:gd name="connsiteY5013" fmla="*/ 1112794 h 8402012"/>
              <a:gd name="connsiteX5014" fmla="*/ 15223716 w 21052572"/>
              <a:gd name="connsiteY5014" fmla="*/ 1137451 h 8402012"/>
              <a:gd name="connsiteX5015" fmla="*/ 15265552 w 21052572"/>
              <a:gd name="connsiteY5015" fmla="*/ 1103815 h 8402012"/>
              <a:gd name="connsiteX5016" fmla="*/ 17304464 w 21052572"/>
              <a:gd name="connsiteY5016" fmla="*/ 1080632 h 8402012"/>
              <a:gd name="connsiteX5017" fmla="*/ 17317592 w 21052572"/>
              <a:gd name="connsiteY5017" fmla="*/ 1112737 h 8402012"/>
              <a:gd name="connsiteX5018" fmla="*/ 17304464 w 21052572"/>
              <a:gd name="connsiteY5018" fmla="*/ 1080632 h 8402012"/>
              <a:gd name="connsiteX5019" fmla="*/ 16408650 w 21052572"/>
              <a:gd name="connsiteY5019" fmla="*/ 1080632 h 8402012"/>
              <a:gd name="connsiteX5020" fmla="*/ 16426612 w 21052572"/>
              <a:gd name="connsiteY5020" fmla="*/ 1112737 h 8402012"/>
              <a:gd name="connsiteX5021" fmla="*/ 16408650 w 21052572"/>
              <a:gd name="connsiteY5021" fmla="*/ 1080632 h 8402012"/>
              <a:gd name="connsiteX5022" fmla="*/ 15073768 w 21052572"/>
              <a:gd name="connsiteY5022" fmla="*/ 1077829 h 8402012"/>
              <a:gd name="connsiteX5023" fmla="*/ 15094708 w 21052572"/>
              <a:gd name="connsiteY5023" fmla="*/ 1113376 h 8402012"/>
              <a:gd name="connsiteX5024" fmla="*/ 15038866 w 21052572"/>
              <a:gd name="connsiteY5024" fmla="*/ 1081061 h 8402012"/>
              <a:gd name="connsiteX5025" fmla="*/ 15073768 w 21052572"/>
              <a:gd name="connsiteY5025" fmla="*/ 1077829 h 8402012"/>
              <a:gd name="connsiteX5026" fmla="*/ 15472422 w 21052572"/>
              <a:gd name="connsiteY5026" fmla="*/ 1077500 h 8402012"/>
              <a:gd name="connsiteX5027" fmla="*/ 15483374 w 21052572"/>
              <a:gd name="connsiteY5027" fmla="*/ 1077923 h 8402012"/>
              <a:gd name="connsiteX5028" fmla="*/ 15446482 w 21052572"/>
              <a:gd name="connsiteY5028" fmla="*/ 1111778 h 8402012"/>
              <a:gd name="connsiteX5029" fmla="*/ 15472422 w 21052572"/>
              <a:gd name="connsiteY5029" fmla="*/ 1077500 h 8402012"/>
              <a:gd name="connsiteX5030" fmla="*/ 17496292 w 21052572"/>
              <a:gd name="connsiteY5030" fmla="*/ 1077499 h 8402012"/>
              <a:gd name="connsiteX5031" fmla="*/ 17507244 w 21052572"/>
              <a:gd name="connsiteY5031" fmla="*/ 1077922 h 8402012"/>
              <a:gd name="connsiteX5032" fmla="*/ 17470352 w 21052572"/>
              <a:gd name="connsiteY5032" fmla="*/ 1111778 h 8402012"/>
              <a:gd name="connsiteX5033" fmla="*/ 17496292 w 21052572"/>
              <a:gd name="connsiteY5033" fmla="*/ 1077499 h 8402012"/>
              <a:gd name="connsiteX5034" fmla="*/ 17033204 w 21052572"/>
              <a:gd name="connsiteY5034" fmla="*/ 1047453 h 8402012"/>
              <a:gd name="connsiteX5035" fmla="*/ 17020076 w 21052572"/>
              <a:gd name="connsiteY5035" fmla="*/ 1079562 h 8402012"/>
              <a:gd name="connsiteX5036" fmla="*/ 17033204 w 21052572"/>
              <a:gd name="connsiteY5036" fmla="*/ 1047453 h 8402012"/>
              <a:gd name="connsiteX5037" fmla="*/ 16280676 w 21052572"/>
              <a:gd name="connsiteY5037" fmla="*/ 1047453 h 8402012"/>
              <a:gd name="connsiteX5038" fmla="*/ 16298638 w 21052572"/>
              <a:gd name="connsiteY5038" fmla="*/ 1079562 h 8402012"/>
              <a:gd name="connsiteX5039" fmla="*/ 16280676 w 21052572"/>
              <a:gd name="connsiteY5039" fmla="*/ 1047453 h 8402012"/>
              <a:gd name="connsiteX5040" fmla="*/ 16223798 w 21052572"/>
              <a:gd name="connsiteY5040" fmla="*/ 1044121 h 8402012"/>
              <a:gd name="connsiteX5041" fmla="*/ 16260692 w 21052572"/>
              <a:gd name="connsiteY5041" fmla="*/ 1074864 h 8402012"/>
              <a:gd name="connsiteX5042" fmla="*/ 16223798 w 21052572"/>
              <a:gd name="connsiteY5042" fmla="*/ 1044121 h 8402012"/>
              <a:gd name="connsiteX5043" fmla="*/ 17431380 w 21052572"/>
              <a:gd name="connsiteY5043" fmla="*/ 1044120 h 8402012"/>
              <a:gd name="connsiteX5044" fmla="*/ 17394520 w 21052572"/>
              <a:gd name="connsiteY5044" fmla="*/ 1074864 h 8402012"/>
              <a:gd name="connsiteX5045" fmla="*/ 17431380 w 21052572"/>
              <a:gd name="connsiteY5045" fmla="*/ 1044120 h 8402012"/>
              <a:gd name="connsiteX5046" fmla="*/ 11093277 w 21052572"/>
              <a:gd name="connsiteY5046" fmla="*/ 1043667 h 8402012"/>
              <a:gd name="connsiteX5047" fmla="*/ 11109384 w 21052572"/>
              <a:gd name="connsiteY5047" fmla="*/ 1046077 h 8402012"/>
              <a:gd name="connsiteX5048" fmla="*/ 11090615 w 21052572"/>
              <a:gd name="connsiteY5048" fmla="*/ 1044067 h 8402012"/>
              <a:gd name="connsiteX5049" fmla="*/ 16165868 w 21052572"/>
              <a:gd name="connsiteY5049" fmla="*/ 1022268 h 8402012"/>
              <a:gd name="connsiteX5050" fmla="*/ 16165868 w 21052572"/>
              <a:gd name="connsiteY5050" fmla="*/ 1079570 h 8402012"/>
              <a:gd name="connsiteX5051" fmla="*/ 16072126 w 21052572"/>
              <a:gd name="connsiteY5051" fmla="*/ 1066836 h 8402012"/>
              <a:gd name="connsiteX5052" fmla="*/ 16165868 w 21052572"/>
              <a:gd name="connsiteY5052" fmla="*/ 1022268 h 8402012"/>
              <a:gd name="connsiteX5053" fmla="*/ 15263666 w 21052572"/>
              <a:gd name="connsiteY5053" fmla="*/ 1016154 h 8402012"/>
              <a:gd name="connsiteX5054" fmla="*/ 15321558 w 21052572"/>
              <a:gd name="connsiteY5054" fmla="*/ 1022776 h 8402012"/>
              <a:gd name="connsiteX5055" fmla="*/ 15302260 w 21052572"/>
              <a:gd name="connsiteY5055" fmla="*/ 1082382 h 8402012"/>
              <a:gd name="connsiteX5056" fmla="*/ 15244368 w 21052572"/>
              <a:gd name="connsiteY5056" fmla="*/ 1082382 h 8402012"/>
              <a:gd name="connsiteX5057" fmla="*/ 15263666 w 21052572"/>
              <a:gd name="connsiteY5057" fmla="*/ 1016154 h 8402012"/>
              <a:gd name="connsiteX5058" fmla="*/ 10865077 w 21052572"/>
              <a:gd name="connsiteY5058" fmla="*/ 986522 h 8402012"/>
              <a:gd name="connsiteX5059" fmla="*/ 10885828 w 21052572"/>
              <a:gd name="connsiteY5059" fmla="*/ 987298 h 8402012"/>
              <a:gd name="connsiteX5060" fmla="*/ 10848936 w 21052572"/>
              <a:gd name="connsiteY5060" fmla="*/ 999708 h 8402012"/>
              <a:gd name="connsiteX5061" fmla="*/ 10865077 w 21052572"/>
              <a:gd name="connsiteY5061" fmla="*/ 986522 h 8402012"/>
              <a:gd name="connsiteX5062" fmla="*/ 17138572 w 21052572"/>
              <a:gd name="connsiteY5062" fmla="*/ 977964 h 8402012"/>
              <a:gd name="connsiteX5063" fmla="*/ 17346032 w 21052572"/>
              <a:gd name="connsiteY5063" fmla="*/ 1035119 h 8402012"/>
              <a:gd name="connsiteX5064" fmla="*/ 17267828 w 21052572"/>
              <a:gd name="connsiteY5064" fmla="*/ 1079573 h 8402012"/>
              <a:gd name="connsiteX5065" fmla="*/ 17267828 w 21052572"/>
              <a:gd name="connsiteY5065" fmla="*/ 1022418 h 8402012"/>
              <a:gd name="connsiteX5066" fmla="*/ 17184192 w 21052572"/>
              <a:gd name="connsiteY5066" fmla="*/ 1035119 h 8402012"/>
              <a:gd name="connsiteX5067" fmla="*/ 17138572 w 21052572"/>
              <a:gd name="connsiteY5067" fmla="*/ 977964 h 8402012"/>
              <a:gd name="connsiteX5068" fmla="*/ 16740434 w 21052572"/>
              <a:gd name="connsiteY5068" fmla="*/ 957394 h 8402012"/>
              <a:gd name="connsiteX5069" fmla="*/ 16753558 w 21052572"/>
              <a:gd name="connsiteY5069" fmla="*/ 989500 h 8402012"/>
              <a:gd name="connsiteX5070" fmla="*/ 16740434 w 21052572"/>
              <a:gd name="connsiteY5070" fmla="*/ 957394 h 8402012"/>
              <a:gd name="connsiteX5071" fmla="*/ 16129004 w 21052572"/>
              <a:gd name="connsiteY5071" fmla="*/ 957394 h 8402012"/>
              <a:gd name="connsiteX5072" fmla="*/ 16146966 w 21052572"/>
              <a:gd name="connsiteY5072" fmla="*/ 989500 h 8402012"/>
              <a:gd name="connsiteX5073" fmla="*/ 16129004 w 21052572"/>
              <a:gd name="connsiteY5073" fmla="*/ 957394 h 8402012"/>
              <a:gd name="connsiteX5074" fmla="*/ 15863578 w 21052572"/>
              <a:gd name="connsiteY5074" fmla="*/ 957394 h 8402012"/>
              <a:gd name="connsiteX5075" fmla="*/ 15881542 w 21052572"/>
              <a:gd name="connsiteY5075" fmla="*/ 989500 h 8402012"/>
              <a:gd name="connsiteX5076" fmla="*/ 15863578 w 21052572"/>
              <a:gd name="connsiteY5076" fmla="*/ 957394 h 8402012"/>
              <a:gd name="connsiteX5077" fmla="*/ 17033192 w 21052572"/>
              <a:gd name="connsiteY5077" fmla="*/ 925119 h 8402012"/>
              <a:gd name="connsiteX5078" fmla="*/ 17001120 w 21052572"/>
              <a:gd name="connsiteY5078" fmla="*/ 958974 h 8402012"/>
              <a:gd name="connsiteX5079" fmla="*/ 17033192 w 21052572"/>
              <a:gd name="connsiteY5079" fmla="*/ 925119 h 8402012"/>
              <a:gd name="connsiteX5080" fmla="*/ 11341645 w 21052572"/>
              <a:gd name="connsiteY5080" fmla="*/ 915543 h 8402012"/>
              <a:gd name="connsiteX5081" fmla="*/ 11506688 w 21052572"/>
              <a:gd name="connsiteY5081" fmla="*/ 1046077 h 8402012"/>
              <a:gd name="connsiteX5082" fmla="*/ 11398235 w 21052572"/>
              <a:gd name="connsiteY5082" fmla="*/ 1046077 h 8402012"/>
              <a:gd name="connsiteX5083" fmla="*/ 11391792 w 21052572"/>
              <a:gd name="connsiteY5083" fmla="*/ 969016 h 8402012"/>
              <a:gd name="connsiteX5084" fmla="*/ 11333807 w 21052572"/>
              <a:gd name="connsiteY5084" fmla="*/ 956173 h 8402012"/>
              <a:gd name="connsiteX5085" fmla="*/ 11346692 w 21052572"/>
              <a:gd name="connsiteY5085" fmla="*/ 1052499 h 8402012"/>
              <a:gd name="connsiteX5086" fmla="*/ 10770064 w 21052572"/>
              <a:gd name="connsiteY5086" fmla="*/ 1231233 h 8402012"/>
              <a:gd name="connsiteX5087" fmla="*/ 10795835 w 21052572"/>
              <a:gd name="connsiteY5087" fmla="*/ 1115644 h 8402012"/>
              <a:gd name="connsiteX5088" fmla="*/ 10897846 w 21052572"/>
              <a:gd name="connsiteY5088" fmla="*/ 1078185 h 8402012"/>
              <a:gd name="connsiteX5089" fmla="*/ 11000930 w 21052572"/>
              <a:gd name="connsiteY5089" fmla="*/ 1046077 h 8402012"/>
              <a:gd name="connsiteX5090" fmla="*/ 11020258 w 21052572"/>
              <a:gd name="connsiteY5090" fmla="*/ 1071764 h 8402012"/>
              <a:gd name="connsiteX5091" fmla="*/ 11051398 w 21052572"/>
              <a:gd name="connsiteY5091" fmla="*/ 1078185 h 8402012"/>
              <a:gd name="connsiteX5092" fmla="*/ 11020258 w 21052572"/>
              <a:gd name="connsiteY5092" fmla="*/ 1046077 h 8402012"/>
              <a:gd name="connsiteX5093" fmla="*/ 11064418 w 21052572"/>
              <a:gd name="connsiteY5093" fmla="*/ 1041259 h 8402012"/>
              <a:gd name="connsiteX5094" fmla="*/ 11090615 w 21052572"/>
              <a:gd name="connsiteY5094" fmla="*/ 1044067 h 8402012"/>
              <a:gd name="connsiteX5095" fmla="*/ 11077170 w 21052572"/>
              <a:gd name="connsiteY5095" fmla="*/ 1046077 h 8402012"/>
              <a:gd name="connsiteX5096" fmla="*/ 11077170 w 21052572"/>
              <a:gd name="connsiteY5096" fmla="*/ 1078185 h 8402012"/>
              <a:gd name="connsiteX5097" fmla="*/ 11122269 w 21052572"/>
              <a:gd name="connsiteY5097" fmla="*/ 1046077 h 8402012"/>
              <a:gd name="connsiteX5098" fmla="*/ 11206025 w 21052572"/>
              <a:gd name="connsiteY5098" fmla="*/ 1039654 h 8402012"/>
              <a:gd name="connsiteX5099" fmla="*/ 11225354 w 21052572"/>
              <a:gd name="connsiteY5099" fmla="*/ 924065 h 8402012"/>
              <a:gd name="connsiteX5100" fmla="*/ 11341645 w 21052572"/>
              <a:gd name="connsiteY5100" fmla="*/ 915543 h 8402012"/>
              <a:gd name="connsiteX5101" fmla="*/ 11568284 w 21052572"/>
              <a:gd name="connsiteY5101" fmla="*/ 905254 h 8402012"/>
              <a:gd name="connsiteX5102" fmla="*/ 11555159 w 21052572"/>
              <a:gd name="connsiteY5102" fmla="*/ 923161 h 8402012"/>
              <a:gd name="connsiteX5103" fmla="*/ 11568284 w 21052572"/>
              <a:gd name="connsiteY5103" fmla="*/ 905254 h 8402012"/>
              <a:gd name="connsiteX5104" fmla="*/ 15678730 w 21052572"/>
              <a:gd name="connsiteY5104" fmla="*/ 891038 h 8402012"/>
              <a:gd name="connsiteX5105" fmla="*/ 15696694 w 21052572"/>
              <a:gd name="connsiteY5105" fmla="*/ 923108 h 8402012"/>
              <a:gd name="connsiteX5106" fmla="*/ 15678730 w 21052572"/>
              <a:gd name="connsiteY5106" fmla="*/ 891038 h 8402012"/>
              <a:gd name="connsiteX5107" fmla="*/ 11506728 w 21052572"/>
              <a:gd name="connsiteY5107" fmla="*/ 891038 h 8402012"/>
              <a:gd name="connsiteX5108" fmla="*/ 11506728 w 21052572"/>
              <a:gd name="connsiteY5108" fmla="*/ 921583 h 8402012"/>
              <a:gd name="connsiteX5109" fmla="*/ 11462227 w 21052572"/>
              <a:gd name="connsiteY5109" fmla="*/ 916695 h 8402012"/>
              <a:gd name="connsiteX5110" fmla="*/ 11452907 w 21052572"/>
              <a:gd name="connsiteY5110" fmla="*/ 905999 h 8402012"/>
              <a:gd name="connsiteX5111" fmla="*/ 11457633 w 21052572"/>
              <a:gd name="connsiteY5111" fmla="*/ 923783 h 8402012"/>
              <a:gd name="connsiteX5112" fmla="*/ 11452710 w 21052572"/>
              <a:gd name="connsiteY5112" fmla="*/ 937331 h 8402012"/>
              <a:gd name="connsiteX5113" fmla="*/ 11447787 w 21052572"/>
              <a:gd name="connsiteY5113" fmla="*/ 923783 h 8402012"/>
              <a:gd name="connsiteX5114" fmla="*/ 11452605 w 21052572"/>
              <a:gd name="connsiteY5114" fmla="*/ 905652 h 8402012"/>
              <a:gd name="connsiteX5115" fmla="*/ 11450884 w 21052572"/>
              <a:gd name="connsiteY5115" fmla="*/ 903677 h 8402012"/>
              <a:gd name="connsiteX5116" fmla="*/ 11506728 w 21052572"/>
              <a:gd name="connsiteY5116" fmla="*/ 891038 h 8402012"/>
              <a:gd name="connsiteX5117" fmla="*/ 15469696 w 21052572"/>
              <a:gd name="connsiteY5117" fmla="*/ 886905 h 8402012"/>
              <a:gd name="connsiteX5118" fmla="*/ 15507042 w 21052572"/>
              <a:gd name="connsiteY5118" fmla="*/ 926687 h 8402012"/>
              <a:gd name="connsiteX5119" fmla="*/ 15418046 w 21052572"/>
              <a:gd name="connsiteY5119" fmla="*/ 895187 h 8402012"/>
              <a:gd name="connsiteX5120" fmla="*/ 15469696 w 21052572"/>
              <a:gd name="connsiteY5120" fmla="*/ 886905 h 8402012"/>
              <a:gd name="connsiteX5121" fmla="*/ 16787832 w 21052572"/>
              <a:gd name="connsiteY5121" fmla="*/ 862601 h 8402012"/>
              <a:gd name="connsiteX5122" fmla="*/ 16962124 w 21052572"/>
              <a:gd name="connsiteY5122" fmla="*/ 908896 h 8402012"/>
              <a:gd name="connsiteX5123" fmla="*/ 16787832 w 21052572"/>
              <a:gd name="connsiteY5123" fmla="*/ 862601 h 8402012"/>
              <a:gd name="connsiteX5124" fmla="*/ 11623835 w 21052572"/>
              <a:gd name="connsiteY5124" fmla="*/ 857110 h 8402012"/>
              <a:gd name="connsiteX5125" fmla="*/ 11654776 w 21052572"/>
              <a:gd name="connsiteY5125" fmla="*/ 859503 h 8402012"/>
              <a:gd name="connsiteX5126" fmla="*/ 11617594 w 21052572"/>
              <a:gd name="connsiteY5126" fmla="*/ 922242 h 8402012"/>
              <a:gd name="connsiteX5127" fmla="*/ 11661150 w 21052572"/>
              <a:gd name="connsiteY5127" fmla="*/ 973284 h 8402012"/>
              <a:gd name="connsiteX5128" fmla="*/ 11528355 w 21052572"/>
              <a:gd name="connsiteY5128" fmla="*/ 1017947 h 8402012"/>
              <a:gd name="connsiteX5129" fmla="*/ 11534729 w 21052572"/>
              <a:gd name="connsiteY5129" fmla="*/ 947763 h 8402012"/>
              <a:gd name="connsiteX5130" fmla="*/ 11572974 w 21052572"/>
              <a:gd name="connsiteY5130" fmla="*/ 916925 h 8402012"/>
              <a:gd name="connsiteX5131" fmla="*/ 11592097 w 21052572"/>
              <a:gd name="connsiteY5131" fmla="*/ 859503 h 8402012"/>
              <a:gd name="connsiteX5132" fmla="*/ 11623835 w 21052572"/>
              <a:gd name="connsiteY5132" fmla="*/ 857110 h 8402012"/>
              <a:gd name="connsiteX5133" fmla="*/ 11225206 w 21052572"/>
              <a:gd name="connsiteY5133" fmla="*/ 835722 h 8402012"/>
              <a:gd name="connsiteX5134" fmla="*/ 11256374 w 21052572"/>
              <a:gd name="connsiteY5134" fmla="*/ 861514 h 8402012"/>
              <a:gd name="connsiteX5135" fmla="*/ 11225206 w 21052572"/>
              <a:gd name="connsiteY5135" fmla="*/ 835722 h 8402012"/>
              <a:gd name="connsiteX5136" fmla="*/ 16736772 w 21052572"/>
              <a:gd name="connsiteY5136" fmla="*/ 835129 h 8402012"/>
              <a:gd name="connsiteX5137" fmla="*/ 16770790 w 21052572"/>
              <a:gd name="connsiteY5137" fmla="*/ 848999 h 8402012"/>
              <a:gd name="connsiteX5138" fmla="*/ 16693034 w 21052572"/>
              <a:gd name="connsiteY5138" fmla="*/ 835945 h 8402012"/>
              <a:gd name="connsiteX5139" fmla="*/ 16736772 w 21052572"/>
              <a:gd name="connsiteY5139" fmla="*/ 835129 h 8402012"/>
              <a:gd name="connsiteX5140" fmla="*/ 15582938 w 21052572"/>
              <a:gd name="connsiteY5140" fmla="*/ 834163 h 8402012"/>
              <a:gd name="connsiteX5141" fmla="*/ 15564976 w 21052572"/>
              <a:gd name="connsiteY5141" fmla="*/ 861463 h 8402012"/>
              <a:gd name="connsiteX5142" fmla="*/ 15582938 w 21052572"/>
              <a:gd name="connsiteY5142" fmla="*/ 834163 h 8402012"/>
              <a:gd name="connsiteX5143" fmla="*/ 17568160 w 21052572"/>
              <a:gd name="connsiteY5143" fmla="*/ 831207 h 8402012"/>
              <a:gd name="connsiteX5144" fmla="*/ 17641460 w 21052572"/>
              <a:gd name="connsiteY5144" fmla="*/ 852116 h 8402012"/>
              <a:gd name="connsiteX5145" fmla="*/ 17706016 w 21052572"/>
              <a:gd name="connsiteY5145" fmla="*/ 903585 h 8402012"/>
              <a:gd name="connsiteX5146" fmla="*/ 17796400 w 21052572"/>
              <a:gd name="connsiteY5146" fmla="*/ 934681 h 8402012"/>
              <a:gd name="connsiteX5147" fmla="*/ 18136404 w 21052572"/>
              <a:gd name="connsiteY5147" fmla="*/ 1076222 h 8402012"/>
              <a:gd name="connsiteX5148" fmla="*/ 18482864 w 21052572"/>
              <a:gd name="connsiteY5148" fmla="*/ 1235990 h 8402012"/>
              <a:gd name="connsiteX5149" fmla="*/ 18656092 w 21052572"/>
              <a:gd name="connsiteY5149" fmla="*/ 1318555 h 8402012"/>
              <a:gd name="connsiteX5150" fmla="*/ 18746476 w 21052572"/>
              <a:gd name="connsiteY5150" fmla="*/ 1363591 h 8402012"/>
              <a:gd name="connsiteX5151" fmla="*/ 18791664 w 21052572"/>
              <a:gd name="connsiteY5151" fmla="*/ 1382891 h 8402012"/>
              <a:gd name="connsiteX5152" fmla="*/ 18791664 w 21052572"/>
              <a:gd name="connsiteY5152" fmla="*/ 1427927 h 8402012"/>
              <a:gd name="connsiteX5153" fmla="*/ 18681916 w 21052572"/>
              <a:gd name="connsiteY5153" fmla="*/ 1402192 h 8402012"/>
              <a:gd name="connsiteX5154" fmla="*/ 18528052 w 21052572"/>
              <a:gd name="connsiteY5154" fmla="*/ 1326061 h 8402012"/>
              <a:gd name="connsiteX5155" fmla="*/ 18181592 w 21052572"/>
              <a:gd name="connsiteY5155" fmla="*/ 1171654 h 8402012"/>
              <a:gd name="connsiteX5156" fmla="*/ 17494052 w 21052572"/>
              <a:gd name="connsiteY5156" fmla="*/ 858550 h 8402012"/>
              <a:gd name="connsiteX5157" fmla="*/ 17568160 w 21052572"/>
              <a:gd name="connsiteY5157" fmla="*/ 831207 h 8402012"/>
              <a:gd name="connsiteX5158" fmla="*/ 12382469 w 21052572"/>
              <a:gd name="connsiteY5158" fmla="*/ 827846 h 8402012"/>
              <a:gd name="connsiteX5159" fmla="*/ 12416704 w 21052572"/>
              <a:gd name="connsiteY5159" fmla="*/ 863443 h 8402012"/>
              <a:gd name="connsiteX5160" fmla="*/ 12273245 w 21052572"/>
              <a:gd name="connsiteY5160" fmla="*/ 889934 h 8402012"/>
              <a:gd name="connsiteX5161" fmla="*/ 12338453 w 21052572"/>
              <a:gd name="connsiteY5161" fmla="*/ 836953 h 8402012"/>
              <a:gd name="connsiteX5162" fmla="*/ 12382469 w 21052572"/>
              <a:gd name="connsiteY5162" fmla="*/ 827846 h 8402012"/>
              <a:gd name="connsiteX5163" fmla="*/ 12084950 w 21052572"/>
              <a:gd name="connsiteY5163" fmla="*/ 822623 h 8402012"/>
              <a:gd name="connsiteX5164" fmla="*/ 12083793 w 21052572"/>
              <a:gd name="connsiteY5164" fmla="*/ 825913 h 8402012"/>
              <a:gd name="connsiteX5165" fmla="*/ 12081267 w 21052572"/>
              <a:gd name="connsiteY5165" fmla="*/ 833096 h 8402012"/>
              <a:gd name="connsiteX5166" fmla="*/ 17391356 w 21052572"/>
              <a:gd name="connsiteY5166" fmla="*/ 815200 h 8402012"/>
              <a:gd name="connsiteX5167" fmla="*/ 17402940 w 21052572"/>
              <a:gd name="connsiteY5167" fmla="*/ 834463 h 8402012"/>
              <a:gd name="connsiteX5168" fmla="*/ 17391356 w 21052572"/>
              <a:gd name="connsiteY5168" fmla="*/ 847305 h 8402012"/>
              <a:gd name="connsiteX5169" fmla="*/ 17390976 w 21052572"/>
              <a:gd name="connsiteY5169" fmla="*/ 846016 h 8402012"/>
              <a:gd name="connsiteX5170" fmla="*/ 17380088 w 21052572"/>
              <a:gd name="connsiteY5170" fmla="*/ 851544 h 8402012"/>
              <a:gd name="connsiteX5171" fmla="*/ 17342380 w 21052572"/>
              <a:gd name="connsiteY5171" fmla="*/ 832348 h 8402012"/>
              <a:gd name="connsiteX5172" fmla="*/ 17367916 w 21052572"/>
              <a:gd name="connsiteY5172" fmla="*/ 829245 h 8402012"/>
              <a:gd name="connsiteX5173" fmla="*/ 17381884 w 21052572"/>
              <a:gd name="connsiteY5173" fmla="*/ 832348 h 8402012"/>
              <a:gd name="connsiteX5174" fmla="*/ 17389280 w 21052572"/>
              <a:gd name="connsiteY5174" fmla="*/ 840284 h 8402012"/>
              <a:gd name="connsiteX5175" fmla="*/ 17386616 w 21052572"/>
              <a:gd name="connsiteY5175" fmla="*/ 831253 h 8402012"/>
              <a:gd name="connsiteX5176" fmla="*/ 17391356 w 21052572"/>
              <a:gd name="connsiteY5176" fmla="*/ 815200 h 8402012"/>
              <a:gd name="connsiteX5177" fmla="*/ 13682197 w 21052572"/>
              <a:gd name="connsiteY5177" fmla="*/ 813388 h 8402012"/>
              <a:gd name="connsiteX5178" fmla="*/ 13602728 w 21052572"/>
              <a:gd name="connsiteY5178" fmla="*/ 856822 h 8402012"/>
              <a:gd name="connsiteX5179" fmla="*/ 13682197 w 21052572"/>
              <a:gd name="connsiteY5179" fmla="*/ 813388 h 8402012"/>
              <a:gd name="connsiteX5180" fmla="*/ 17431380 w 21052572"/>
              <a:gd name="connsiteY5180" fmla="*/ 800980 h 8402012"/>
              <a:gd name="connsiteX5181" fmla="*/ 17394520 w 21052572"/>
              <a:gd name="connsiteY5181" fmla="*/ 813824 h 8402012"/>
              <a:gd name="connsiteX5182" fmla="*/ 17431380 w 21052572"/>
              <a:gd name="connsiteY5182" fmla="*/ 800980 h 8402012"/>
              <a:gd name="connsiteX5183" fmla="*/ 11450884 w 21052572"/>
              <a:gd name="connsiteY5183" fmla="*/ 800980 h 8402012"/>
              <a:gd name="connsiteX5184" fmla="*/ 11468846 w 21052572"/>
              <a:gd name="connsiteY5184" fmla="*/ 833089 h 8402012"/>
              <a:gd name="connsiteX5185" fmla="*/ 11450884 w 21052572"/>
              <a:gd name="connsiteY5185" fmla="*/ 800980 h 8402012"/>
              <a:gd name="connsiteX5186" fmla="*/ 16628722 w 21052572"/>
              <a:gd name="connsiteY5186" fmla="*/ 793569 h 8402012"/>
              <a:gd name="connsiteX5187" fmla="*/ 16663492 w 21052572"/>
              <a:gd name="connsiteY5187" fmla="*/ 833125 h 8402012"/>
              <a:gd name="connsiteX5188" fmla="*/ 16584018 w 21052572"/>
              <a:gd name="connsiteY5188" fmla="*/ 814510 h 8402012"/>
              <a:gd name="connsiteX5189" fmla="*/ 16628722 w 21052572"/>
              <a:gd name="connsiteY5189" fmla="*/ 793569 h 8402012"/>
              <a:gd name="connsiteX5190" fmla="*/ 12113375 w 21052572"/>
              <a:gd name="connsiteY5190" fmla="*/ 772545 h 8402012"/>
              <a:gd name="connsiteX5191" fmla="*/ 12100485 w 21052572"/>
              <a:gd name="connsiteY5191" fmla="*/ 837178 h 8402012"/>
              <a:gd name="connsiteX5192" fmla="*/ 12089727 w 21052572"/>
              <a:gd name="connsiteY5192" fmla="*/ 819808 h 8402012"/>
              <a:gd name="connsiteX5193" fmla="*/ 12085398 w 21052572"/>
              <a:gd name="connsiteY5193" fmla="*/ 821350 h 8402012"/>
              <a:gd name="connsiteX5194" fmla="*/ 12077256 w 21052572"/>
              <a:gd name="connsiteY5194" fmla="*/ 824251 h 8402012"/>
              <a:gd name="connsiteX5195" fmla="*/ 12049999 w 21052572"/>
              <a:gd name="connsiteY5195" fmla="*/ 830715 h 8402012"/>
              <a:gd name="connsiteX5196" fmla="*/ 12037109 w 21052572"/>
              <a:gd name="connsiteY5196" fmla="*/ 850104 h 8402012"/>
              <a:gd name="connsiteX5197" fmla="*/ 11735269 w 21052572"/>
              <a:gd name="connsiteY5197" fmla="*/ 901810 h 8402012"/>
              <a:gd name="connsiteX5198" fmla="*/ 11888874 w 21052572"/>
              <a:gd name="connsiteY5198" fmla="*/ 791935 h 8402012"/>
              <a:gd name="connsiteX5199" fmla="*/ 12113375 w 21052572"/>
              <a:gd name="connsiteY5199" fmla="*/ 772545 h 8402012"/>
              <a:gd name="connsiteX5200" fmla="*/ 15318510 w 21052572"/>
              <a:gd name="connsiteY5200" fmla="*/ 772543 h 8402012"/>
              <a:gd name="connsiteX5201" fmla="*/ 15336474 w 21052572"/>
              <a:gd name="connsiteY5201" fmla="*/ 804652 h 8402012"/>
              <a:gd name="connsiteX5202" fmla="*/ 15318510 w 21052572"/>
              <a:gd name="connsiteY5202" fmla="*/ 772543 h 8402012"/>
              <a:gd name="connsiteX5203" fmla="*/ 16489224 w 21052572"/>
              <a:gd name="connsiteY5203" fmla="*/ 772540 h 8402012"/>
              <a:gd name="connsiteX5204" fmla="*/ 16582966 w 21052572"/>
              <a:gd name="connsiteY5204" fmla="*/ 791154 h 8402012"/>
              <a:gd name="connsiteX5205" fmla="*/ 16489224 w 21052572"/>
              <a:gd name="connsiteY5205" fmla="*/ 772540 h 8402012"/>
              <a:gd name="connsiteX5206" fmla="*/ 14811358 w 21052572"/>
              <a:gd name="connsiteY5206" fmla="*/ 772540 h 8402012"/>
              <a:gd name="connsiteX5207" fmla="*/ 14843467 w 21052572"/>
              <a:gd name="connsiteY5207" fmla="*/ 790986 h 8402012"/>
              <a:gd name="connsiteX5208" fmla="*/ 14811358 w 21052572"/>
              <a:gd name="connsiteY5208" fmla="*/ 772540 h 8402012"/>
              <a:gd name="connsiteX5209" fmla="*/ 13019098 w 21052572"/>
              <a:gd name="connsiteY5209" fmla="*/ 745785 h 8402012"/>
              <a:gd name="connsiteX5210" fmla="*/ 13032933 w 21052572"/>
              <a:gd name="connsiteY5210" fmla="*/ 771469 h 8402012"/>
              <a:gd name="connsiteX5211" fmla="*/ 12996041 w 21052572"/>
              <a:gd name="connsiteY5211" fmla="*/ 758627 h 8402012"/>
              <a:gd name="connsiteX5212" fmla="*/ 13019098 w 21052572"/>
              <a:gd name="connsiteY5212" fmla="*/ 745785 h 8402012"/>
              <a:gd name="connsiteX5213" fmla="*/ 13493756 w 21052572"/>
              <a:gd name="connsiteY5213" fmla="*/ 739366 h 8402012"/>
              <a:gd name="connsiteX5214" fmla="*/ 13524975 w 21052572"/>
              <a:gd name="connsiteY5214" fmla="*/ 828888 h 8402012"/>
              <a:gd name="connsiteX5215" fmla="*/ 13563730 w 21052572"/>
              <a:gd name="connsiteY5215" fmla="*/ 860860 h 8402012"/>
              <a:gd name="connsiteX5216" fmla="*/ 13223545 w 21052572"/>
              <a:gd name="connsiteY5216" fmla="*/ 835282 h 8402012"/>
              <a:gd name="connsiteX5217" fmla="*/ 13262300 w 21052572"/>
              <a:gd name="connsiteY5217" fmla="*/ 835282 h 8402012"/>
              <a:gd name="connsiteX5218" fmla="*/ 13262300 w 21052572"/>
              <a:gd name="connsiteY5218" fmla="*/ 771338 h 8402012"/>
              <a:gd name="connsiteX5219" fmla="*/ 13319357 w 21052572"/>
              <a:gd name="connsiteY5219" fmla="*/ 784127 h 8402012"/>
              <a:gd name="connsiteX5220" fmla="*/ 13299979 w 21052572"/>
              <a:gd name="connsiteY5220" fmla="*/ 816099 h 8402012"/>
              <a:gd name="connsiteX5221" fmla="*/ 13435623 w 21052572"/>
              <a:gd name="connsiteY5221" fmla="*/ 816099 h 8402012"/>
              <a:gd name="connsiteX5222" fmla="*/ 13416245 w 21052572"/>
              <a:gd name="connsiteY5222" fmla="*/ 784127 h 8402012"/>
              <a:gd name="connsiteX5223" fmla="*/ 13493756 w 21052572"/>
              <a:gd name="connsiteY5223" fmla="*/ 739366 h 8402012"/>
              <a:gd name="connsiteX5224" fmla="*/ 15075758 w 21052572"/>
              <a:gd name="connsiteY5224" fmla="*/ 736500 h 8402012"/>
              <a:gd name="connsiteX5225" fmla="*/ 15038866 w 21052572"/>
              <a:gd name="connsiteY5225" fmla="*/ 769567 h 8402012"/>
              <a:gd name="connsiteX5226" fmla="*/ 15075758 w 21052572"/>
              <a:gd name="connsiteY5226" fmla="*/ 736500 h 8402012"/>
              <a:gd name="connsiteX5227" fmla="*/ 11568850 w 21052572"/>
              <a:gd name="connsiteY5227" fmla="*/ 733767 h 8402012"/>
              <a:gd name="connsiteX5228" fmla="*/ 11526130 w 21052572"/>
              <a:gd name="connsiteY5228" fmla="*/ 739005 h 8402012"/>
              <a:gd name="connsiteX5229" fmla="*/ 11597062 w 21052572"/>
              <a:gd name="connsiteY5229" fmla="*/ 771244 h 8402012"/>
              <a:gd name="connsiteX5230" fmla="*/ 11568850 w 21052572"/>
              <a:gd name="connsiteY5230" fmla="*/ 733767 h 8402012"/>
              <a:gd name="connsiteX5231" fmla="*/ 11744314 w 21052572"/>
              <a:gd name="connsiteY5231" fmla="*/ 726040 h 8402012"/>
              <a:gd name="connsiteX5232" fmla="*/ 11742534 w 21052572"/>
              <a:gd name="connsiteY5232" fmla="*/ 731101 h 8402012"/>
              <a:gd name="connsiteX5233" fmla="*/ 11740008 w 21052572"/>
              <a:gd name="connsiteY5233" fmla="*/ 738280 h 8402012"/>
              <a:gd name="connsiteX5234" fmla="*/ 13443216 w 21052572"/>
              <a:gd name="connsiteY5234" fmla="*/ 723397 h 8402012"/>
              <a:gd name="connsiteX5235" fmla="*/ 13454700 w 21052572"/>
              <a:gd name="connsiteY5235" fmla="*/ 726390 h 8402012"/>
              <a:gd name="connsiteX5236" fmla="*/ 13441575 w 21052572"/>
              <a:gd name="connsiteY5236" fmla="*/ 738365 h 8402012"/>
              <a:gd name="connsiteX5237" fmla="*/ 13443216 w 21052572"/>
              <a:gd name="connsiteY5237" fmla="*/ 723397 h 8402012"/>
              <a:gd name="connsiteX5238" fmla="*/ 11745513 w 21052572"/>
              <a:gd name="connsiteY5238" fmla="*/ 722634 h 8402012"/>
              <a:gd name="connsiteX5239" fmla="*/ 11744314 w 21052572"/>
              <a:gd name="connsiteY5239" fmla="*/ 726040 h 8402012"/>
              <a:gd name="connsiteX5240" fmla="*/ 11745165 w 21052572"/>
              <a:gd name="connsiteY5240" fmla="*/ 723622 h 8402012"/>
              <a:gd name="connsiteX5241" fmla="*/ 13946986 w 21052572"/>
              <a:gd name="connsiteY5241" fmla="*/ 715666 h 8402012"/>
              <a:gd name="connsiteX5242" fmla="*/ 13959889 w 21052572"/>
              <a:gd name="connsiteY5242" fmla="*/ 804040 h 8402012"/>
              <a:gd name="connsiteX5243" fmla="*/ 14005051 w 21052572"/>
              <a:gd name="connsiteY5243" fmla="*/ 804040 h 8402012"/>
              <a:gd name="connsiteX5244" fmla="*/ 14056665 w 21052572"/>
              <a:gd name="connsiteY5244" fmla="*/ 804040 h 8402012"/>
              <a:gd name="connsiteX5245" fmla="*/ 14056665 w 21052572"/>
              <a:gd name="connsiteY5245" fmla="*/ 861535 h 8402012"/>
              <a:gd name="connsiteX5246" fmla="*/ 13902899 w 21052572"/>
              <a:gd name="connsiteY5246" fmla="*/ 835982 h 8402012"/>
              <a:gd name="connsiteX5247" fmla="*/ 13697520 w 21052572"/>
              <a:gd name="connsiteY5247" fmla="*/ 861535 h 8402012"/>
              <a:gd name="connsiteX5248" fmla="*/ 13799672 w 21052572"/>
              <a:gd name="connsiteY5248" fmla="*/ 797651 h 8402012"/>
              <a:gd name="connsiteX5249" fmla="*/ 13946986 w 21052572"/>
              <a:gd name="connsiteY5249" fmla="*/ 715666 h 8402012"/>
              <a:gd name="connsiteX5250" fmla="*/ 12397752 w 21052572"/>
              <a:gd name="connsiteY5250" fmla="*/ 706185 h 8402012"/>
              <a:gd name="connsiteX5251" fmla="*/ 12320067 w 21052572"/>
              <a:gd name="connsiteY5251" fmla="*/ 738921 h 8402012"/>
              <a:gd name="connsiteX5252" fmla="*/ 12300645 w 21052572"/>
              <a:gd name="connsiteY5252" fmla="*/ 810938 h 8402012"/>
              <a:gd name="connsiteX5253" fmla="*/ 12236986 w 21052572"/>
              <a:gd name="connsiteY5253" fmla="*/ 837126 h 8402012"/>
              <a:gd name="connsiteX5254" fmla="*/ 12152827 w 21052572"/>
              <a:gd name="connsiteY5254" fmla="*/ 810938 h 8402012"/>
              <a:gd name="connsiteX5255" fmla="*/ 12224039 w 21052572"/>
              <a:gd name="connsiteY5255" fmla="*/ 725827 h 8402012"/>
              <a:gd name="connsiteX5256" fmla="*/ 12397752 w 21052572"/>
              <a:gd name="connsiteY5256" fmla="*/ 706185 h 8402012"/>
              <a:gd name="connsiteX5257" fmla="*/ 14768702 w 21052572"/>
              <a:gd name="connsiteY5257" fmla="*/ 706184 h 8402012"/>
              <a:gd name="connsiteX5258" fmla="*/ 14789177 w 21052572"/>
              <a:gd name="connsiteY5258" fmla="*/ 771455 h 8402012"/>
              <a:gd name="connsiteX5259" fmla="*/ 14768702 w 21052572"/>
              <a:gd name="connsiteY5259" fmla="*/ 706184 h 8402012"/>
              <a:gd name="connsiteX5260" fmla="*/ 14056741 w 21052572"/>
              <a:gd name="connsiteY5260" fmla="*/ 706184 h 8402012"/>
              <a:gd name="connsiteX5261" fmla="*/ 14038779 w 21052572"/>
              <a:gd name="connsiteY5261" fmla="*/ 738292 h 8402012"/>
              <a:gd name="connsiteX5262" fmla="*/ 14056741 w 21052572"/>
              <a:gd name="connsiteY5262" fmla="*/ 706184 h 8402012"/>
              <a:gd name="connsiteX5263" fmla="*/ 13849192 w 21052572"/>
              <a:gd name="connsiteY5263" fmla="*/ 706184 h 8402012"/>
              <a:gd name="connsiteX5264" fmla="*/ 13862317 w 21052572"/>
              <a:gd name="connsiteY5264" fmla="*/ 738292 h 8402012"/>
              <a:gd name="connsiteX5265" fmla="*/ 13849192 w 21052572"/>
              <a:gd name="connsiteY5265" fmla="*/ 706184 h 8402012"/>
              <a:gd name="connsiteX5266" fmla="*/ 14882454 w 21052572"/>
              <a:gd name="connsiteY5266" fmla="*/ 706183 h 8402012"/>
              <a:gd name="connsiteX5267" fmla="*/ 14900416 w 21052572"/>
              <a:gd name="connsiteY5267" fmla="*/ 738292 h 8402012"/>
              <a:gd name="connsiteX5268" fmla="*/ 14882454 w 21052572"/>
              <a:gd name="connsiteY5268" fmla="*/ 706183 h 8402012"/>
              <a:gd name="connsiteX5269" fmla="*/ 14602811 w 21052572"/>
              <a:gd name="connsiteY5269" fmla="*/ 673007 h 8402012"/>
              <a:gd name="connsiteX5270" fmla="*/ 14674560 w 21052572"/>
              <a:gd name="connsiteY5270" fmla="*/ 673007 h 8402012"/>
              <a:gd name="connsiteX5271" fmla="*/ 14720218 w 21052572"/>
              <a:gd name="connsiteY5271" fmla="*/ 673007 h 8402012"/>
              <a:gd name="connsiteX5272" fmla="*/ 14720218 w 21052572"/>
              <a:gd name="connsiteY5272" fmla="*/ 705077 h 8402012"/>
              <a:gd name="connsiteX5273" fmla="*/ 14648469 w 21052572"/>
              <a:gd name="connsiteY5273" fmla="*/ 705077 h 8402012"/>
              <a:gd name="connsiteX5274" fmla="*/ 14602811 w 21052572"/>
              <a:gd name="connsiteY5274" fmla="*/ 705077 h 8402012"/>
              <a:gd name="connsiteX5275" fmla="*/ 14602811 w 21052572"/>
              <a:gd name="connsiteY5275" fmla="*/ 673007 h 8402012"/>
              <a:gd name="connsiteX5276" fmla="*/ 13223548 w 21052572"/>
              <a:gd name="connsiteY5276" fmla="*/ 673006 h 8402012"/>
              <a:gd name="connsiteX5277" fmla="*/ 13260440 w 21052572"/>
              <a:gd name="connsiteY5277" fmla="*/ 673006 h 8402012"/>
              <a:gd name="connsiteX5278" fmla="*/ 13223548 w 21052572"/>
              <a:gd name="connsiteY5278" fmla="*/ 766747 h 8402012"/>
              <a:gd name="connsiteX5279" fmla="*/ 13223548 w 21052572"/>
              <a:gd name="connsiteY5279" fmla="*/ 673006 h 8402012"/>
              <a:gd name="connsiteX5280" fmla="*/ 14414802 w 21052572"/>
              <a:gd name="connsiteY5280" fmla="*/ 673004 h 8402012"/>
              <a:gd name="connsiteX5281" fmla="*/ 14502224 w 21052572"/>
              <a:gd name="connsiteY5281" fmla="*/ 673004 h 8402012"/>
              <a:gd name="connsiteX5282" fmla="*/ 14465359 w 21052572"/>
              <a:gd name="connsiteY5282" fmla="*/ 716959 h 8402012"/>
              <a:gd name="connsiteX5283" fmla="*/ 14421121 w 21052572"/>
              <a:gd name="connsiteY5283" fmla="*/ 736256 h 8402012"/>
              <a:gd name="connsiteX5284" fmla="*/ 14414802 w 21052572"/>
              <a:gd name="connsiteY5284" fmla="*/ 673004 h 8402012"/>
              <a:gd name="connsiteX5285" fmla="*/ 16178126 w 21052572"/>
              <a:gd name="connsiteY5285" fmla="*/ 671295 h 8402012"/>
              <a:gd name="connsiteX5286" fmla="*/ 16450238 w 21052572"/>
              <a:gd name="connsiteY5286" fmla="*/ 758286 h 8402012"/>
              <a:gd name="connsiteX5287" fmla="*/ 16252242 w 21052572"/>
              <a:gd name="connsiteY5287" fmla="*/ 771062 h 8402012"/>
              <a:gd name="connsiteX5288" fmla="*/ 16086350 w 21052572"/>
              <a:gd name="connsiteY5288" fmla="*/ 676302 h 8402012"/>
              <a:gd name="connsiteX5289" fmla="*/ 16178126 w 21052572"/>
              <a:gd name="connsiteY5289" fmla="*/ 671295 h 8402012"/>
              <a:gd name="connsiteX5290" fmla="*/ 13732922 w 21052572"/>
              <a:gd name="connsiteY5290" fmla="*/ 660993 h 8402012"/>
              <a:gd name="connsiteX5291" fmla="*/ 13805450 w 21052572"/>
              <a:gd name="connsiteY5291" fmla="*/ 739400 h 8402012"/>
              <a:gd name="connsiteX5292" fmla="*/ 13708024 w 21052572"/>
              <a:gd name="connsiteY5292" fmla="*/ 739400 h 8402012"/>
              <a:gd name="connsiteX5293" fmla="*/ 13631165 w 21052572"/>
              <a:gd name="connsiteY5293" fmla="*/ 675038 h 8402012"/>
              <a:gd name="connsiteX5294" fmla="*/ 13732922 w 21052572"/>
              <a:gd name="connsiteY5294" fmla="*/ 660993 h 8402012"/>
              <a:gd name="connsiteX5295" fmla="*/ 14270365 w 21052572"/>
              <a:gd name="connsiteY5295" fmla="*/ 655771 h 8402012"/>
              <a:gd name="connsiteX5296" fmla="*/ 14289718 w 21052572"/>
              <a:gd name="connsiteY5296" fmla="*/ 668673 h 8402012"/>
              <a:gd name="connsiteX5297" fmla="*/ 14251011 w 21052572"/>
              <a:gd name="connsiteY5297" fmla="*/ 681575 h 8402012"/>
              <a:gd name="connsiteX5298" fmla="*/ 14289718 w 21052572"/>
              <a:gd name="connsiteY5298" fmla="*/ 713830 h 8402012"/>
              <a:gd name="connsiteX5299" fmla="*/ 14340252 w 21052572"/>
              <a:gd name="connsiteY5299" fmla="*/ 725657 h 8402012"/>
              <a:gd name="connsiteX5300" fmla="*/ 14309071 w 21052572"/>
              <a:gd name="connsiteY5300" fmla="*/ 738559 h 8402012"/>
              <a:gd name="connsiteX5301" fmla="*/ 14263913 w 21052572"/>
              <a:gd name="connsiteY5301" fmla="*/ 738559 h 8402012"/>
              <a:gd name="connsiteX5302" fmla="*/ 14251011 w 21052572"/>
              <a:gd name="connsiteY5302" fmla="*/ 809520 h 8402012"/>
              <a:gd name="connsiteX5303" fmla="*/ 14320898 w 21052572"/>
              <a:gd name="connsiteY5303" fmla="*/ 835324 h 8402012"/>
              <a:gd name="connsiteX5304" fmla="*/ 14327350 w 21052572"/>
              <a:gd name="connsiteY5304" fmla="*/ 770814 h 8402012"/>
              <a:gd name="connsiteX5305" fmla="*/ 14359605 w 21052572"/>
              <a:gd name="connsiteY5305" fmla="*/ 770814 h 8402012"/>
              <a:gd name="connsiteX5306" fmla="*/ 14359605 w 21052572"/>
              <a:gd name="connsiteY5306" fmla="*/ 828873 h 8402012"/>
              <a:gd name="connsiteX5307" fmla="*/ 14398312 w 21052572"/>
              <a:gd name="connsiteY5307" fmla="*/ 835324 h 8402012"/>
              <a:gd name="connsiteX5308" fmla="*/ 14456372 w 21052572"/>
              <a:gd name="connsiteY5308" fmla="*/ 751461 h 8402012"/>
              <a:gd name="connsiteX5309" fmla="*/ 14506906 w 21052572"/>
              <a:gd name="connsiteY5309" fmla="*/ 783716 h 8402012"/>
              <a:gd name="connsiteX5310" fmla="*/ 14488628 w 21052572"/>
              <a:gd name="connsiteY5310" fmla="*/ 815971 h 8402012"/>
              <a:gd name="connsiteX5311" fmla="*/ 14545613 w 21052572"/>
              <a:gd name="connsiteY5311" fmla="*/ 835324 h 8402012"/>
              <a:gd name="connsiteX5312" fmla="*/ 14571417 w 21052572"/>
              <a:gd name="connsiteY5312" fmla="*/ 764363 h 8402012"/>
              <a:gd name="connsiteX5313" fmla="*/ 14635929 w 21052572"/>
              <a:gd name="connsiteY5313" fmla="*/ 757912 h 8402012"/>
              <a:gd name="connsiteX5314" fmla="*/ 14712267 w 21052572"/>
              <a:gd name="connsiteY5314" fmla="*/ 764363 h 8402012"/>
              <a:gd name="connsiteX5315" fmla="*/ 14681087 w 21052572"/>
              <a:gd name="connsiteY5315" fmla="*/ 777265 h 8402012"/>
              <a:gd name="connsiteX5316" fmla="*/ 14661733 w 21052572"/>
              <a:gd name="connsiteY5316" fmla="*/ 841775 h 8402012"/>
              <a:gd name="connsiteX5317" fmla="*/ 14847741 w 21052572"/>
              <a:gd name="connsiteY5317" fmla="*/ 861128 h 8402012"/>
              <a:gd name="connsiteX5318" fmla="*/ 14860643 w 21052572"/>
              <a:gd name="connsiteY5318" fmla="*/ 803069 h 8402012"/>
              <a:gd name="connsiteX5319" fmla="*/ 14925154 w 21052572"/>
              <a:gd name="connsiteY5319" fmla="*/ 815971 h 8402012"/>
              <a:gd name="connsiteX5320" fmla="*/ 14912252 w 21052572"/>
              <a:gd name="connsiteY5320" fmla="*/ 861128 h 8402012"/>
              <a:gd name="connsiteX5321" fmla="*/ 14988590 w 21052572"/>
              <a:gd name="connsiteY5321" fmla="*/ 893383 h 8402012"/>
              <a:gd name="connsiteX5322" fmla="*/ 15026692 w 21052572"/>
              <a:gd name="connsiteY5322" fmla="*/ 867982 h 8402012"/>
              <a:gd name="connsiteX5323" fmla="*/ 15031764 w 21052572"/>
              <a:gd name="connsiteY5323" fmla="*/ 872674 h 8402012"/>
              <a:gd name="connsiteX5324" fmla="*/ 15024646 w 21052572"/>
              <a:gd name="connsiteY5324" fmla="*/ 861223 h 8402012"/>
              <a:gd name="connsiteX5325" fmla="*/ 15042608 w 21052572"/>
              <a:gd name="connsiteY5325" fmla="*/ 861223 h 8402012"/>
              <a:gd name="connsiteX5326" fmla="*/ 15037422 w 21052572"/>
              <a:gd name="connsiteY5326" fmla="*/ 877910 h 8402012"/>
              <a:gd name="connsiteX5327" fmla="*/ 15040200 w 21052572"/>
              <a:gd name="connsiteY5327" fmla="*/ 880481 h 8402012"/>
              <a:gd name="connsiteX5328" fmla="*/ 15040200 w 21052572"/>
              <a:gd name="connsiteY5328" fmla="*/ 848226 h 8402012"/>
              <a:gd name="connsiteX5329" fmla="*/ 15091808 w 21052572"/>
              <a:gd name="connsiteY5329" fmla="*/ 848226 h 8402012"/>
              <a:gd name="connsiteX5330" fmla="*/ 15122990 w 21052572"/>
              <a:gd name="connsiteY5330" fmla="*/ 886932 h 8402012"/>
              <a:gd name="connsiteX5331" fmla="*/ 15277816 w 21052572"/>
              <a:gd name="connsiteY5331" fmla="*/ 899834 h 8402012"/>
              <a:gd name="connsiteX5332" fmla="*/ 15277816 w 21052572"/>
              <a:gd name="connsiteY5332" fmla="*/ 841775 h 8402012"/>
              <a:gd name="connsiteX5333" fmla="*/ 15328350 w 21052572"/>
              <a:gd name="connsiteY5333" fmla="*/ 854677 h 8402012"/>
              <a:gd name="connsiteX5334" fmla="*/ 15335876 w 21052572"/>
              <a:gd name="connsiteY5334" fmla="*/ 937465 h 8402012"/>
              <a:gd name="connsiteX5335" fmla="*/ 15476726 w 21052572"/>
              <a:gd name="connsiteY5335" fmla="*/ 969720 h 8402012"/>
              <a:gd name="connsiteX5336" fmla="*/ 15578870 w 21052572"/>
              <a:gd name="connsiteY5336" fmla="*/ 982622 h 8402012"/>
              <a:gd name="connsiteX5337" fmla="*/ 15636930 w 21052572"/>
              <a:gd name="connsiteY5337" fmla="*/ 1014876 h 8402012"/>
              <a:gd name="connsiteX5338" fmla="*/ 15764876 w 21052572"/>
              <a:gd name="connsiteY5338" fmla="*/ 989073 h 8402012"/>
              <a:gd name="connsiteX5339" fmla="*/ 15803584 w 21052572"/>
              <a:gd name="connsiteY5339" fmla="*/ 1040681 h 8402012"/>
              <a:gd name="connsiteX5340" fmla="*/ 15880998 w 21052572"/>
              <a:gd name="connsiteY5340" fmla="*/ 1014876 h 8402012"/>
              <a:gd name="connsiteX5341" fmla="*/ 15958410 w 21052572"/>
              <a:gd name="connsiteY5341" fmla="*/ 1014876 h 8402012"/>
              <a:gd name="connsiteX5342" fmla="*/ 16015396 w 21052572"/>
              <a:gd name="connsiteY5342" fmla="*/ 1085839 h 8402012"/>
              <a:gd name="connsiteX5343" fmla="*/ 16343328 w 21052572"/>
              <a:gd name="connsiteY5343" fmla="*/ 1168627 h 8402012"/>
              <a:gd name="connsiteX5344" fmla="*/ 16356230 w 21052572"/>
              <a:gd name="connsiteY5344" fmla="*/ 1111643 h 8402012"/>
              <a:gd name="connsiteX5345" fmla="*/ 16356230 w 21052572"/>
              <a:gd name="connsiteY5345" fmla="*/ 1168627 h 8402012"/>
              <a:gd name="connsiteX5346" fmla="*/ 16400314 w 21052572"/>
              <a:gd name="connsiteY5346" fmla="*/ 1168627 h 8402012"/>
              <a:gd name="connsiteX5347" fmla="*/ 16432568 w 21052572"/>
              <a:gd name="connsiteY5347" fmla="*/ 1200882 h 8402012"/>
              <a:gd name="connsiteX5348" fmla="*/ 16484178 w 21052572"/>
              <a:gd name="connsiteY5348" fmla="*/ 1175078 h 8402012"/>
              <a:gd name="connsiteX5349" fmla="*/ 16490630 w 21052572"/>
              <a:gd name="connsiteY5349" fmla="*/ 1124546 h 8402012"/>
              <a:gd name="connsiteX5350" fmla="*/ 16509982 w 21052572"/>
              <a:gd name="connsiteY5350" fmla="*/ 1200882 h 8402012"/>
              <a:gd name="connsiteX5351" fmla="*/ 16555140 w 21052572"/>
              <a:gd name="connsiteY5351" fmla="*/ 1213784 h 8402012"/>
              <a:gd name="connsiteX5352" fmla="*/ 16605674 w 21052572"/>
              <a:gd name="connsiteY5352" fmla="*/ 1233137 h 8402012"/>
              <a:gd name="connsiteX5353" fmla="*/ 16612126 w 21052572"/>
              <a:gd name="connsiteY5353" fmla="*/ 1168627 h 8402012"/>
              <a:gd name="connsiteX5354" fmla="*/ 16644382 w 21052572"/>
              <a:gd name="connsiteY5354" fmla="*/ 1258942 h 8402012"/>
              <a:gd name="connsiteX5355" fmla="*/ 16741148 w 21052572"/>
              <a:gd name="connsiteY5355" fmla="*/ 1200882 h 8402012"/>
              <a:gd name="connsiteX5356" fmla="*/ 16734696 w 21052572"/>
              <a:gd name="connsiteY5356" fmla="*/ 1265392 h 8402012"/>
              <a:gd name="connsiteX5357" fmla="*/ 16811036 w 21052572"/>
              <a:gd name="connsiteY5357" fmla="*/ 1291197 h 8402012"/>
              <a:gd name="connsiteX5358" fmla="*/ 16907804 w 21052572"/>
              <a:gd name="connsiteY5358" fmla="*/ 1317000 h 8402012"/>
              <a:gd name="connsiteX5359" fmla="*/ 16990592 w 21052572"/>
              <a:gd name="connsiteY5359" fmla="*/ 1322376 h 8402012"/>
              <a:gd name="connsiteX5360" fmla="*/ 17048652 w 21052572"/>
              <a:gd name="connsiteY5360" fmla="*/ 1393337 h 8402012"/>
              <a:gd name="connsiteX5361" fmla="*/ 17158324 w 21052572"/>
              <a:gd name="connsiteY5361" fmla="*/ 1425592 h 8402012"/>
              <a:gd name="connsiteX5362" fmla="*/ 17350780 w 21052572"/>
              <a:gd name="connsiteY5362" fmla="*/ 1509455 h 8402012"/>
              <a:gd name="connsiteX5363" fmla="*/ 17331428 w 21052572"/>
              <a:gd name="connsiteY5363" fmla="*/ 1553537 h 8402012"/>
              <a:gd name="connsiteX5364" fmla="*/ 17286268 w 21052572"/>
              <a:gd name="connsiteY5364" fmla="*/ 1540635 h 8402012"/>
              <a:gd name="connsiteX5365" fmla="*/ 17195952 w 21052572"/>
              <a:gd name="connsiteY5365" fmla="*/ 1515907 h 8402012"/>
              <a:gd name="connsiteX5366" fmla="*/ 17022848 w 21052572"/>
              <a:gd name="connsiteY5366" fmla="*/ 1464298 h 8402012"/>
              <a:gd name="connsiteX5367" fmla="*/ 16676636 w 21052572"/>
              <a:gd name="connsiteY5367" fmla="*/ 1367533 h 8402012"/>
              <a:gd name="connsiteX5368" fmla="*/ 16317524 w 21052572"/>
              <a:gd name="connsiteY5368" fmla="*/ 1278294 h 8402012"/>
              <a:gd name="connsiteX5369" fmla="*/ 16137968 w 21052572"/>
              <a:gd name="connsiteY5369" fmla="*/ 1239589 h 8402012"/>
              <a:gd name="connsiteX5370" fmla="*/ 16079906 w 21052572"/>
              <a:gd name="connsiteY5370" fmla="*/ 1200882 h 8402012"/>
              <a:gd name="connsiteX5371" fmla="*/ 16021846 w 21052572"/>
              <a:gd name="connsiteY5371" fmla="*/ 1181529 h 8402012"/>
              <a:gd name="connsiteX5372" fmla="*/ 16041200 w 21052572"/>
              <a:gd name="connsiteY5372" fmla="*/ 1149274 h 8402012"/>
              <a:gd name="connsiteX5373" fmla="*/ 15822936 w 21052572"/>
              <a:gd name="connsiteY5373" fmla="*/ 1136372 h 8402012"/>
              <a:gd name="connsiteX5374" fmla="*/ 15829388 w 21052572"/>
              <a:gd name="connsiteY5374" fmla="*/ 1092290 h 8402012"/>
              <a:gd name="connsiteX5375" fmla="*/ 15682088 w 21052572"/>
              <a:gd name="connsiteY5375" fmla="*/ 1092290 h 8402012"/>
              <a:gd name="connsiteX5376" fmla="*/ 15701440 w 21052572"/>
              <a:gd name="connsiteY5376" fmla="*/ 1124546 h 8402012"/>
              <a:gd name="connsiteX5377" fmla="*/ 15604674 w 21052572"/>
              <a:gd name="connsiteY5377" fmla="*/ 1136372 h 8402012"/>
              <a:gd name="connsiteX5378" fmla="*/ 15604674 w 21052572"/>
              <a:gd name="connsiteY5378" fmla="*/ 1079389 h 8402012"/>
              <a:gd name="connsiteX5379" fmla="*/ 15643380 w 21052572"/>
              <a:gd name="connsiteY5379" fmla="*/ 1105192 h 8402012"/>
              <a:gd name="connsiteX5380" fmla="*/ 15662734 w 21052572"/>
              <a:gd name="connsiteY5380" fmla="*/ 1047134 h 8402012"/>
              <a:gd name="connsiteX5381" fmla="*/ 15547688 w 21052572"/>
              <a:gd name="connsiteY5381" fmla="*/ 1047134 h 8402012"/>
              <a:gd name="connsiteX5382" fmla="*/ 15585320 w 21052572"/>
              <a:gd name="connsiteY5382" fmla="*/ 1079389 h 8402012"/>
              <a:gd name="connsiteX5383" fmla="*/ 15547688 w 21052572"/>
              <a:gd name="connsiteY5383" fmla="*/ 1111643 h 8402012"/>
              <a:gd name="connsiteX5384" fmla="*/ 15515432 w 21052572"/>
              <a:gd name="connsiteY5384" fmla="*/ 1047134 h 8402012"/>
              <a:gd name="connsiteX5385" fmla="*/ 14828387 w 21052572"/>
              <a:gd name="connsiteY5385" fmla="*/ 931014 h 8402012"/>
              <a:gd name="connsiteX5386" fmla="*/ 14775770 w 21052572"/>
              <a:gd name="connsiteY5386" fmla="*/ 910149 h 8402012"/>
              <a:gd name="connsiteX5387" fmla="*/ 14770946 w 21052572"/>
              <a:gd name="connsiteY5387" fmla="*/ 909133 h 8402012"/>
              <a:gd name="connsiteX5388" fmla="*/ 14781783 w 21052572"/>
              <a:gd name="connsiteY5388" fmla="*/ 924059 h 8402012"/>
              <a:gd name="connsiteX5389" fmla="*/ 14767280 w 21052572"/>
              <a:gd name="connsiteY5389" fmla="*/ 926686 h 8402012"/>
              <a:gd name="connsiteX5390" fmla="*/ 14768003 w 21052572"/>
              <a:gd name="connsiteY5390" fmla="*/ 908513 h 8402012"/>
              <a:gd name="connsiteX5391" fmla="*/ 14757425 w 21052572"/>
              <a:gd name="connsiteY5391" fmla="*/ 906285 h 8402012"/>
              <a:gd name="connsiteX5392" fmla="*/ 14668184 w 21052572"/>
              <a:gd name="connsiteY5392" fmla="*/ 899834 h 8402012"/>
              <a:gd name="connsiteX5393" fmla="*/ 14501530 w 21052572"/>
              <a:gd name="connsiteY5393" fmla="*/ 886932 h 8402012"/>
              <a:gd name="connsiteX5394" fmla="*/ 14147793 w 21052572"/>
              <a:gd name="connsiteY5394" fmla="*/ 861128 h 8402012"/>
              <a:gd name="connsiteX5395" fmla="*/ 14192951 w 21052572"/>
              <a:gd name="connsiteY5395" fmla="*/ 783716 h 8402012"/>
              <a:gd name="connsiteX5396" fmla="*/ 14225207 w 21052572"/>
              <a:gd name="connsiteY5396" fmla="*/ 738559 h 8402012"/>
              <a:gd name="connsiteX5397" fmla="*/ 14167146 w 21052572"/>
              <a:gd name="connsiteY5397" fmla="*/ 738559 h 8402012"/>
              <a:gd name="connsiteX5398" fmla="*/ 14251011 w 21052572"/>
              <a:gd name="connsiteY5398" fmla="*/ 662222 h 8402012"/>
              <a:gd name="connsiteX5399" fmla="*/ 14270365 w 21052572"/>
              <a:gd name="connsiteY5399" fmla="*/ 655771 h 8402012"/>
              <a:gd name="connsiteX5400" fmla="*/ 12014056 w 21052572"/>
              <a:gd name="connsiteY5400" fmla="*/ 649811 h 8402012"/>
              <a:gd name="connsiteX5401" fmla="*/ 12033401 w 21052572"/>
              <a:gd name="connsiteY5401" fmla="*/ 675602 h 8402012"/>
              <a:gd name="connsiteX5402" fmla="*/ 12014056 w 21052572"/>
              <a:gd name="connsiteY5402" fmla="*/ 649811 h 8402012"/>
              <a:gd name="connsiteX5403" fmla="*/ 11897986 w 21052572"/>
              <a:gd name="connsiteY5403" fmla="*/ 649811 h 8402012"/>
              <a:gd name="connsiteX5404" fmla="*/ 11923779 w 21052572"/>
              <a:gd name="connsiteY5404" fmla="*/ 675602 h 8402012"/>
              <a:gd name="connsiteX5405" fmla="*/ 11897986 w 21052572"/>
              <a:gd name="connsiteY5405" fmla="*/ 649811 h 8402012"/>
              <a:gd name="connsiteX5406" fmla="*/ 14113619 w 21052572"/>
              <a:gd name="connsiteY5406" fmla="*/ 649309 h 8402012"/>
              <a:gd name="connsiteX5407" fmla="*/ 14095657 w 21052572"/>
              <a:gd name="connsiteY5407" fmla="*/ 676608 h 8402012"/>
              <a:gd name="connsiteX5408" fmla="*/ 14113619 w 21052572"/>
              <a:gd name="connsiteY5408" fmla="*/ 649309 h 8402012"/>
              <a:gd name="connsiteX5409" fmla="*/ 13988245 w 21052572"/>
              <a:gd name="connsiteY5409" fmla="*/ 638642 h 8402012"/>
              <a:gd name="connsiteX5410" fmla="*/ 14075621 w 21052572"/>
              <a:gd name="connsiteY5410" fmla="*/ 649865 h 8402012"/>
              <a:gd name="connsiteX5411" fmla="*/ 13920286 w 21052572"/>
              <a:gd name="connsiteY5411" fmla="*/ 675516 h 8402012"/>
              <a:gd name="connsiteX5412" fmla="*/ 13988245 w 21052572"/>
              <a:gd name="connsiteY5412" fmla="*/ 638642 h 8402012"/>
              <a:gd name="connsiteX5413" fmla="*/ 14966848 w 21052572"/>
              <a:gd name="connsiteY5413" fmla="*/ 632600 h 8402012"/>
              <a:gd name="connsiteX5414" fmla="*/ 15018854 w 21052572"/>
              <a:gd name="connsiteY5414" fmla="*/ 676658 h 8402012"/>
              <a:gd name="connsiteX5415" fmla="*/ 14906153 w 21052572"/>
              <a:gd name="connsiteY5415" fmla="*/ 676658 h 8402012"/>
              <a:gd name="connsiteX5416" fmla="*/ 14966848 w 21052572"/>
              <a:gd name="connsiteY5416" fmla="*/ 632600 h 8402012"/>
              <a:gd name="connsiteX5417" fmla="*/ 13454765 w 21052572"/>
              <a:gd name="connsiteY5417" fmla="*/ 625642 h 8402012"/>
              <a:gd name="connsiteX5418" fmla="*/ 13521084 w 21052572"/>
              <a:gd name="connsiteY5418" fmla="*/ 673754 h 8402012"/>
              <a:gd name="connsiteX5419" fmla="*/ 13349640 w 21052572"/>
              <a:gd name="connsiteY5419" fmla="*/ 705102 h 8402012"/>
              <a:gd name="connsiteX5420" fmla="*/ 13280423 w 21052572"/>
              <a:gd name="connsiteY5420" fmla="*/ 647810 h 8402012"/>
              <a:gd name="connsiteX5421" fmla="*/ 13454765 w 21052572"/>
              <a:gd name="connsiteY5421" fmla="*/ 625642 h 8402012"/>
              <a:gd name="connsiteX5422" fmla="*/ 12167742 w 21052572"/>
              <a:gd name="connsiteY5422" fmla="*/ 617572 h 8402012"/>
              <a:gd name="connsiteX5423" fmla="*/ 12187087 w 21052572"/>
              <a:gd name="connsiteY5423" fmla="*/ 649811 h 8402012"/>
              <a:gd name="connsiteX5424" fmla="*/ 12167742 w 21052572"/>
              <a:gd name="connsiteY5424" fmla="*/ 617572 h 8402012"/>
              <a:gd name="connsiteX5425" fmla="*/ 15944156 w 21052572"/>
              <a:gd name="connsiteY5425" fmla="*/ 616130 h 8402012"/>
              <a:gd name="connsiteX5426" fmla="*/ 16037898 w 21052572"/>
              <a:gd name="connsiteY5426" fmla="*/ 648292 h 8402012"/>
              <a:gd name="connsiteX5427" fmla="*/ 15981020 w 21052572"/>
              <a:gd name="connsiteY5427" fmla="*/ 705111 h 8402012"/>
              <a:gd name="connsiteX5428" fmla="*/ 15944156 w 21052572"/>
              <a:gd name="connsiteY5428" fmla="*/ 674021 h 8402012"/>
              <a:gd name="connsiteX5429" fmla="*/ 15944156 w 21052572"/>
              <a:gd name="connsiteY5429" fmla="*/ 616130 h 8402012"/>
              <a:gd name="connsiteX5430" fmla="*/ 14844536 w 21052572"/>
              <a:gd name="connsiteY5430" fmla="*/ 616129 h 8402012"/>
              <a:gd name="connsiteX5431" fmla="*/ 14862498 w 21052572"/>
              <a:gd name="connsiteY5431" fmla="*/ 648235 h 8402012"/>
              <a:gd name="connsiteX5432" fmla="*/ 14844536 w 21052572"/>
              <a:gd name="connsiteY5432" fmla="*/ 616129 h 8402012"/>
              <a:gd name="connsiteX5433" fmla="*/ 14474837 w 21052572"/>
              <a:gd name="connsiteY5433" fmla="*/ 582950 h 8402012"/>
              <a:gd name="connsiteX5434" fmla="*/ 14487962 w 21052572"/>
              <a:gd name="connsiteY5434" fmla="*/ 615059 h 8402012"/>
              <a:gd name="connsiteX5435" fmla="*/ 14474837 w 21052572"/>
              <a:gd name="connsiteY5435" fmla="*/ 582950 h 8402012"/>
              <a:gd name="connsiteX5436" fmla="*/ 12242167 w 21052572"/>
              <a:gd name="connsiteY5436" fmla="*/ 582109 h 8402012"/>
              <a:gd name="connsiteX5437" fmla="*/ 12206433 w 21052572"/>
              <a:gd name="connsiteY5437" fmla="*/ 585333 h 8402012"/>
              <a:gd name="connsiteX5438" fmla="*/ 12263393 w 21052572"/>
              <a:gd name="connsiteY5438" fmla="*/ 617572 h 8402012"/>
              <a:gd name="connsiteX5439" fmla="*/ 12242167 w 21052572"/>
              <a:gd name="connsiteY5439" fmla="*/ 582109 h 8402012"/>
              <a:gd name="connsiteX5440" fmla="*/ 14199329 w 21052572"/>
              <a:gd name="connsiteY5440" fmla="*/ 577557 h 8402012"/>
              <a:gd name="connsiteX5441" fmla="*/ 14222597 w 21052572"/>
              <a:gd name="connsiteY5441" fmla="*/ 615065 h 8402012"/>
              <a:gd name="connsiteX5442" fmla="*/ 14166753 w 21052572"/>
              <a:gd name="connsiteY5442" fmla="*/ 602296 h 8402012"/>
              <a:gd name="connsiteX5443" fmla="*/ 14199329 w 21052572"/>
              <a:gd name="connsiteY5443" fmla="*/ 577557 h 8402012"/>
              <a:gd name="connsiteX5444" fmla="*/ 13668243 w 21052572"/>
              <a:gd name="connsiteY5444" fmla="*/ 571593 h 8402012"/>
              <a:gd name="connsiteX5445" fmla="*/ 13688143 w 21052572"/>
              <a:gd name="connsiteY5445" fmla="*/ 572052 h 8402012"/>
              <a:gd name="connsiteX5446" fmla="*/ 13711239 w 21052572"/>
              <a:gd name="connsiteY5446" fmla="*/ 574091 h 8402012"/>
              <a:gd name="connsiteX5447" fmla="*/ 13886031 w 21052572"/>
              <a:gd name="connsiteY5447" fmla="*/ 574091 h 8402012"/>
              <a:gd name="connsiteX5448" fmla="*/ 13621685 w 21052572"/>
              <a:gd name="connsiteY5448" fmla="*/ 619780 h 8402012"/>
              <a:gd name="connsiteX5449" fmla="*/ 13668243 w 21052572"/>
              <a:gd name="connsiteY5449" fmla="*/ 571593 h 8402012"/>
              <a:gd name="connsiteX5450" fmla="*/ 14158289 w 21052572"/>
              <a:gd name="connsiteY5450" fmla="*/ 566983 h 8402012"/>
              <a:gd name="connsiteX5451" fmla="*/ 14165399 w 21052572"/>
              <a:gd name="connsiteY5451" fmla="*/ 569977 h 8402012"/>
              <a:gd name="connsiteX5452" fmla="*/ 14157273 w 21052572"/>
              <a:gd name="connsiteY5452" fmla="*/ 581951 h 8402012"/>
              <a:gd name="connsiteX5453" fmla="*/ 14158289 w 21052572"/>
              <a:gd name="connsiteY5453" fmla="*/ 566983 h 8402012"/>
              <a:gd name="connsiteX5454" fmla="*/ 11506785 w 21052572"/>
              <a:gd name="connsiteY5454" fmla="*/ 559541 h 8402012"/>
              <a:gd name="connsiteX5455" fmla="*/ 11526130 w 21052572"/>
              <a:gd name="connsiteY5455" fmla="*/ 585333 h 8402012"/>
              <a:gd name="connsiteX5456" fmla="*/ 11506785 w 21052572"/>
              <a:gd name="connsiteY5456" fmla="*/ 559541 h 8402012"/>
              <a:gd name="connsiteX5457" fmla="*/ 13920286 w 21052572"/>
              <a:gd name="connsiteY5457" fmla="*/ 559254 h 8402012"/>
              <a:gd name="connsiteX5458" fmla="*/ 13938248 w 21052572"/>
              <a:gd name="connsiteY5458" fmla="*/ 586553 h 8402012"/>
              <a:gd name="connsiteX5459" fmla="*/ 13920286 w 21052572"/>
              <a:gd name="connsiteY5459" fmla="*/ 559254 h 8402012"/>
              <a:gd name="connsiteX5460" fmla="*/ 15604568 w 21052572"/>
              <a:gd name="connsiteY5460" fmla="*/ 559251 h 8402012"/>
              <a:gd name="connsiteX5461" fmla="*/ 15924130 w 21052572"/>
              <a:gd name="connsiteY5461" fmla="*/ 616362 h 8402012"/>
              <a:gd name="connsiteX5462" fmla="*/ 15802290 w 21052572"/>
              <a:gd name="connsiteY5462" fmla="*/ 648091 h 8402012"/>
              <a:gd name="connsiteX5463" fmla="*/ 15662282 w 21052572"/>
              <a:gd name="connsiteY5463" fmla="*/ 622708 h 8402012"/>
              <a:gd name="connsiteX5464" fmla="*/ 15610980 w 21052572"/>
              <a:gd name="connsiteY5464" fmla="*/ 622708 h 8402012"/>
              <a:gd name="connsiteX5465" fmla="*/ 15604568 w 21052572"/>
              <a:gd name="connsiteY5465" fmla="*/ 559251 h 8402012"/>
              <a:gd name="connsiteX5466" fmla="*/ 14308592 w 21052572"/>
              <a:gd name="connsiteY5466" fmla="*/ 558611 h 8402012"/>
              <a:gd name="connsiteX5467" fmla="*/ 14402667 w 21052572"/>
              <a:gd name="connsiteY5467" fmla="*/ 581883 h 8402012"/>
              <a:gd name="connsiteX5468" fmla="*/ 14242591 w 21052572"/>
              <a:gd name="connsiteY5468" fmla="*/ 581883 h 8402012"/>
              <a:gd name="connsiteX5469" fmla="*/ 14275761 w 21052572"/>
              <a:gd name="connsiteY5469" fmla="*/ 559439 h 8402012"/>
              <a:gd name="connsiteX5470" fmla="*/ 14308592 w 21052572"/>
              <a:gd name="connsiteY5470" fmla="*/ 558611 h 8402012"/>
              <a:gd name="connsiteX5471" fmla="*/ 14038648 w 21052572"/>
              <a:gd name="connsiteY5471" fmla="*/ 548746 h 8402012"/>
              <a:gd name="connsiteX5472" fmla="*/ 14094604 w 21052572"/>
              <a:gd name="connsiteY5472" fmla="*/ 560033 h 8402012"/>
              <a:gd name="connsiteX5473" fmla="*/ 14000862 w 21052572"/>
              <a:gd name="connsiteY5473" fmla="*/ 585833 h 8402012"/>
              <a:gd name="connsiteX5474" fmla="*/ 14038648 w 21052572"/>
              <a:gd name="connsiteY5474" fmla="*/ 548746 h 8402012"/>
              <a:gd name="connsiteX5475" fmla="*/ 13957208 w 21052572"/>
              <a:gd name="connsiteY5475" fmla="*/ 497634 h 8402012"/>
              <a:gd name="connsiteX5476" fmla="*/ 13939246 w 21052572"/>
              <a:gd name="connsiteY5476" fmla="*/ 529707 h 8402012"/>
              <a:gd name="connsiteX5477" fmla="*/ 13957208 w 21052572"/>
              <a:gd name="connsiteY5477" fmla="*/ 497634 h 8402012"/>
              <a:gd name="connsiteX5478" fmla="*/ 13563987 w 21052572"/>
              <a:gd name="connsiteY5478" fmla="*/ 483352 h 8402012"/>
              <a:gd name="connsiteX5479" fmla="*/ 13620591 w 21052572"/>
              <a:gd name="connsiteY5479" fmla="*/ 494078 h 8402012"/>
              <a:gd name="connsiteX5480" fmla="*/ 13522149 w 21052572"/>
              <a:gd name="connsiteY5480" fmla="*/ 525578 h 8402012"/>
              <a:gd name="connsiteX5481" fmla="*/ 13563987 w 21052572"/>
              <a:gd name="connsiteY5481" fmla="*/ 483352 h 8402012"/>
              <a:gd name="connsiteX5482" fmla="*/ 13394797 w 21052572"/>
              <a:gd name="connsiteY5482" fmla="*/ 464807 h 8402012"/>
              <a:gd name="connsiteX5483" fmla="*/ 13427727 w 21052572"/>
              <a:gd name="connsiteY5483" fmla="*/ 467969 h 8402012"/>
              <a:gd name="connsiteX5484" fmla="*/ 13503531 w 21052572"/>
              <a:gd name="connsiteY5484" fmla="*/ 493950 h 8402012"/>
              <a:gd name="connsiteX5485" fmla="*/ 13503531 w 21052572"/>
              <a:gd name="connsiteY5485" fmla="*/ 557819 h 8402012"/>
              <a:gd name="connsiteX5486" fmla="*/ 13382886 w 21052572"/>
              <a:gd name="connsiteY5486" fmla="*/ 603284 h 8402012"/>
              <a:gd name="connsiteX5487" fmla="*/ 13204588 w 21052572"/>
              <a:gd name="connsiteY5487" fmla="*/ 616274 h 8402012"/>
              <a:gd name="connsiteX5488" fmla="*/ 13338044 w 21052572"/>
              <a:gd name="connsiteY5488" fmla="*/ 557819 h 8402012"/>
              <a:gd name="connsiteX5489" fmla="*/ 13394797 w 21052572"/>
              <a:gd name="connsiteY5489" fmla="*/ 464807 h 8402012"/>
              <a:gd name="connsiteX5490" fmla="*/ 15519158 w 21052572"/>
              <a:gd name="connsiteY5490" fmla="*/ 464455 h 8402012"/>
              <a:gd name="connsiteX5491" fmla="*/ 15525636 w 21052572"/>
              <a:gd name="connsiteY5491" fmla="*/ 527512 h 8402012"/>
              <a:gd name="connsiteX5492" fmla="*/ 15582856 w 21052572"/>
              <a:gd name="connsiteY5492" fmla="*/ 527512 h 8402012"/>
              <a:gd name="connsiteX5493" fmla="*/ 15556944 w 21052572"/>
              <a:gd name="connsiteY5493" fmla="*/ 572400 h 8402012"/>
              <a:gd name="connsiteX5494" fmla="*/ 15506202 w 21052572"/>
              <a:gd name="connsiteY5494" fmla="*/ 565988 h 8402012"/>
              <a:gd name="connsiteX5495" fmla="*/ 15389604 w 21052572"/>
              <a:gd name="connsiteY5495" fmla="*/ 509343 h 8402012"/>
              <a:gd name="connsiteX5496" fmla="*/ 15467336 w 21052572"/>
              <a:gd name="connsiteY5496" fmla="*/ 509343 h 8402012"/>
              <a:gd name="connsiteX5497" fmla="*/ 15519158 w 21052572"/>
              <a:gd name="connsiteY5497" fmla="*/ 464455 h 8402012"/>
              <a:gd name="connsiteX5498" fmla="*/ 13765350 w 21052572"/>
              <a:gd name="connsiteY5498" fmla="*/ 461326 h 8402012"/>
              <a:gd name="connsiteX5499" fmla="*/ 13791290 w 21052572"/>
              <a:gd name="connsiteY5499" fmla="*/ 495604 h 8402012"/>
              <a:gd name="connsiteX5500" fmla="*/ 13754398 w 21052572"/>
              <a:gd name="connsiteY5500" fmla="*/ 461749 h 8402012"/>
              <a:gd name="connsiteX5501" fmla="*/ 13765350 w 21052572"/>
              <a:gd name="connsiteY5501" fmla="*/ 461326 h 8402012"/>
              <a:gd name="connsiteX5502" fmla="*/ 15318510 w 21052572"/>
              <a:gd name="connsiteY5502" fmla="*/ 398101 h 8402012"/>
              <a:gd name="connsiteX5503" fmla="*/ 15336474 w 21052572"/>
              <a:gd name="connsiteY5503" fmla="*/ 430207 h 8402012"/>
              <a:gd name="connsiteX5504" fmla="*/ 15318510 w 21052572"/>
              <a:gd name="connsiteY5504" fmla="*/ 398101 h 8402012"/>
              <a:gd name="connsiteX5505" fmla="*/ 12650983 w 21052572"/>
              <a:gd name="connsiteY5505" fmla="*/ 396298 h 8402012"/>
              <a:gd name="connsiteX5506" fmla="*/ 12558943 w 21052572"/>
              <a:gd name="connsiteY5506" fmla="*/ 431660 h 8402012"/>
              <a:gd name="connsiteX5507" fmla="*/ 12699732 w 21052572"/>
              <a:gd name="connsiteY5507" fmla="*/ 399421 h 8402012"/>
              <a:gd name="connsiteX5508" fmla="*/ 12650983 w 21052572"/>
              <a:gd name="connsiteY5508" fmla="*/ 396298 h 8402012"/>
              <a:gd name="connsiteX5509" fmla="*/ 12437499 w 21052572"/>
              <a:gd name="connsiteY5509" fmla="*/ 386525 h 8402012"/>
              <a:gd name="connsiteX5510" fmla="*/ 12398809 w 21052572"/>
              <a:gd name="connsiteY5510" fmla="*/ 438108 h 8402012"/>
              <a:gd name="connsiteX5511" fmla="*/ 12295635 w 21052572"/>
              <a:gd name="connsiteY5511" fmla="*/ 431660 h 8402012"/>
              <a:gd name="connsiteX5512" fmla="*/ 12295635 w 21052572"/>
              <a:gd name="connsiteY5512" fmla="*/ 463899 h 8402012"/>
              <a:gd name="connsiteX5513" fmla="*/ 12500908 w 21052572"/>
              <a:gd name="connsiteY5513" fmla="*/ 412316 h 8402012"/>
              <a:gd name="connsiteX5514" fmla="*/ 12437499 w 21052572"/>
              <a:gd name="connsiteY5514" fmla="*/ 386525 h 8402012"/>
              <a:gd name="connsiteX5515" fmla="*/ 12353670 w 21052572"/>
              <a:gd name="connsiteY5515" fmla="*/ 373629 h 8402012"/>
              <a:gd name="connsiteX5516" fmla="*/ 12392360 w 21052572"/>
              <a:gd name="connsiteY5516" fmla="*/ 399421 h 8402012"/>
              <a:gd name="connsiteX5517" fmla="*/ 12353670 w 21052572"/>
              <a:gd name="connsiteY5517" fmla="*/ 373629 h 8402012"/>
              <a:gd name="connsiteX5518" fmla="*/ 12558943 w 21052572"/>
              <a:gd name="connsiteY5518" fmla="*/ 341390 h 8402012"/>
              <a:gd name="connsiteX5519" fmla="*/ 12578288 w 21052572"/>
              <a:gd name="connsiteY5519" fmla="*/ 373629 h 8402012"/>
              <a:gd name="connsiteX5520" fmla="*/ 12558943 w 21052572"/>
              <a:gd name="connsiteY5520" fmla="*/ 341390 h 8402012"/>
              <a:gd name="connsiteX5521" fmla="*/ 14713667 w 21052572"/>
              <a:gd name="connsiteY5521" fmla="*/ 304568 h 8402012"/>
              <a:gd name="connsiteX5522" fmla="*/ 14734470 w 21052572"/>
              <a:gd name="connsiteY5522" fmla="*/ 339712 h 8402012"/>
              <a:gd name="connsiteX5523" fmla="*/ 14678645 w 21052572"/>
              <a:gd name="connsiteY5523" fmla="*/ 307396 h 8402012"/>
              <a:gd name="connsiteX5524" fmla="*/ 14713667 w 21052572"/>
              <a:gd name="connsiteY5524" fmla="*/ 304568 h 8402012"/>
              <a:gd name="connsiteX5525" fmla="*/ 14337383 w 21052572"/>
              <a:gd name="connsiteY5525" fmla="*/ 284347 h 8402012"/>
              <a:gd name="connsiteX5526" fmla="*/ 14409132 w 21052572"/>
              <a:gd name="connsiteY5526" fmla="*/ 284347 h 8402012"/>
              <a:gd name="connsiteX5527" fmla="*/ 14454790 w 21052572"/>
              <a:gd name="connsiteY5527" fmla="*/ 284347 h 8402012"/>
              <a:gd name="connsiteX5528" fmla="*/ 14454790 w 21052572"/>
              <a:gd name="connsiteY5528" fmla="*/ 307056 h 8402012"/>
              <a:gd name="connsiteX5529" fmla="*/ 14383041 w 21052572"/>
              <a:gd name="connsiteY5529" fmla="*/ 307056 h 8402012"/>
              <a:gd name="connsiteX5530" fmla="*/ 14337383 w 21052572"/>
              <a:gd name="connsiteY5530" fmla="*/ 307056 h 8402012"/>
              <a:gd name="connsiteX5531" fmla="*/ 14337383 w 21052572"/>
              <a:gd name="connsiteY5531" fmla="*/ 284347 h 8402012"/>
              <a:gd name="connsiteX5532" fmla="*/ 13436834 w 21052572"/>
              <a:gd name="connsiteY5532" fmla="*/ 284347 h 8402012"/>
              <a:gd name="connsiteX5533" fmla="*/ 13454796 w 21052572"/>
              <a:gd name="connsiteY5533" fmla="*/ 307056 h 8402012"/>
              <a:gd name="connsiteX5534" fmla="*/ 13436834 w 21052572"/>
              <a:gd name="connsiteY5534" fmla="*/ 284347 h 8402012"/>
              <a:gd name="connsiteX5535" fmla="*/ 13691975 w 21052572"/>
              <a:gd name="connsiteY5535" fmla="*/ 240912 h 8402012"/>
              <a:gd name="connsiteX5536" fmla="*/ 13687810 w 21052572"/>
              <a:gd name="connsiteY5536" fmla="*/ 245748 h 8402012"/>
              <a:gd name="connsiteX5537" fmla="*/ 13688089 w 21052572"/>
              <a:gd name="connsiteY5537" fmla="*/ 246505 h 8402012"/>
              <a:gd name="connsiteX5538" fmla="*/ 13694072 w 21052572"/>
              <a:gd name="connsiteY5538" fmla="*/ 241390 h 8402012"/>
              <a:gd name="connsiteX5539" fmla="*/ 13855064 w 21052572"/>
              <a:gd name="connsiteY5539" fmla="*/ 1806 h 8402012"/>
              <a:gd name="connsiteX5540" fmla="*/ 13880858 w 21052572"/>
              <a:gd name="connsiteY5540" fmla="*/ 34045 h 8402012"/>
              <a:gd name="connsiteX5541" fmla="*/ 13931370 w 21052572"/>
              <a:gd name="connsiteY5541" fmla="*/ 34045 h 8402012"/>
              <a:gd name="connsiteX5542" fmla="*/ 14021647 w 21052572"/>
              <a:gd name="connsiteY5542" fmla="*/ 34045 h 8402012"/>
              <a:gd name="connsiteX5543" fmla="*/ 14393503 w 21052572"/>
              <a:gd name="connsiteY5543" fmla="*/ 98523 h 8402012"/>
              <a:gd name="connsiteX5544" fmla="*/ 14393503 w 21052572"/>
              <a:gd name="connsiteY5544" fmla="*/ 34045 h 8402012"/>
              <a:gd name="connsiteX5545" fmla="*/ 14451538 w 21052572"/>
              <a:gd name="connsiteY5545" fmla="*/ 40493 h 8402012"/>
              <a:gd name="connsiteX5546" fmla="*/ 14836290 w 21052572"/>
              <a:gd name="connsiteY5546" fmla="*/ 72732 h 8402012"/>
              <a:gd name="connsiteX5547" fmla="*/ 15022218 w 21052572"/>
              <a:gd name="connsiteY5547" fmla="*/ 116792 h 8402012"/>
              <a:gd name="connsiteX5548" fmla="*/ 15188802 w 21052572"/>
              <a:gd name="connsiteY5548" fmla="*/ 187718 h 8402012"/>
              <a:gd name="connsiteX5549" fmla="*/ 15567106 w 21052572"/>
              <a:gd name="connsiteY5549" fmla="*/ 252196 h 8402012"/>
              <a:gd name="connsiteX5550" fmla="*/ 15946484 w 21052572"/>
              <a:gd name="connsiteY5550" fmla="*/ 334943 h 8402012"/>
              <a:gd name="connsiteX5551" fmla="*/ 16331236 w 21052572"/>
              <a:gd name="connsiteY5551" fmla="*/ 425212 h 8402012"/>
              <a:gd name="connsiteX5552" fmla="*/ 16703092 w 21052572"/>
              <a:gd name="connsiteY5552" fmla="*/ 520854 h 8402012"/>
              <a:gd name="connsiteX5553" fmla="*/ 17074948 w 21052572"/>
              <a:gd name="connsiteY5553" fmla="*/ 675602 h 8402012"/>
              <a:gd name="connsiteX5554" fmla="*/ 17260876 w 21052572"/>
              <a:gd name="connsiteY5554" fmla="*/ 751901 h 8402012"/>
              <a:gd name="connsiteX5555" fmla="*/ 17338256 w 21052572"/>
              <a:gd name="connsiteY5555" fmla="*/ 835722 h 8402012"/>
              <a:gd name="connsiteX5556" fmla="*/ 17139432 w 21052572"/>
              <a:gd name="connsiteY5556" fmla="*/ 777692 h 8402012"/>
              <a:gd name="connsiteX5557" fmla="*/ 15605794 w 21052572"/>
              <a:gd name="connsiteY5557" fmla="*/ 392973 h 8402012"/>
              <a:gd name="connsiteX5558" fmla="*/ 14053889 w 21052572"/>
              <a:gd name="connsiteY5558" fmla="*/ 219957 h 8402012"/>
              <a:gd name="connsiteX5559" fmla="*/ 14040992 w 21052572"/>
              <a:gd name="connsiteY5559" fmla="*/ 284435 h 8402012"/>
              <a:gd name="connsiteX5560" fmla="*/ 14021647 w 21052572"/>
              <a:gd name="connsiteY5560" fmla="*/ 219957 h 8402012"/>
              <a:gd name="connsiteX5561" fmla="*/ 13809926 w 21052572"/>
              <a:gd name="connsiteY5561" fmla="*/ 219957 h 8402012"/>
              <a:gd name="connsiteX5562" fmla="*/ 13713200 w 21052572"/>
              <a:gd name="connsiteY5562" fmla="*/ 245748 h 8402012"/>
              <a:gd name="connsiteX5563" fmla="*/ 13696151 w 21052572"/>
              <a:gd name="connsiteY5563" fmla="*/ 241864 h 8402012"/>
              <a:gd name="connsiteX5564" fmla="*/ 13701260 w 21052572"/>
              <a:gd name="connsiteY5564" fmla="*/ 250600 h 8402012"/>
              <a:gd name="connsiteX5565" fmla="*/ 13695273 w 21052572"/>
              <a:gd name="connsiteY5565" fmla="*/ 258278 h 8402012"/>
              <a:gd name="connsiteX5566" fmla="*/ 13692173 w 21052572"/>
              <a:gd name="connsiteY5566" fmla="*/ 257601 h 8402012"/>
              <a:gd name="connsiteX5567" fmla="*/ 13694930 w 21052572"/>
              <a:gd name="connsiteY5567" fmla="*/ 265091 h 8402012"/>
              <a:gd name="connsiteX5568" fmla="*/ 13412277 w 21052572"/>
              <a:gd name="connsiteY5568" fmla="*/ 252196 h 8402012"/>
              <a:gd name="connsiteX5569" fmla="*/ 13412277 w 21052572"/>
              <a:gd name="connsiteY5569" fmla="*/ 303778 h 8402012"/>
              <a:gd name="connsiteX5570" fmla="*/ 13360690 w 21052572"/>
              <a:gd name="connsiteY5570" fmla="*/ 315599 h 8402012"/>
              <a:gd name="connsiteX5571" fmla="*/ 13322000 w 21052572"/>
              <a:gd name="connsiteY5571" fmla="*/ 258644 h 8402012"/>
              <a:gd name="connsiteX5572" fmla="*/ 13277936 w 21052572"/>
              <a:gd name="connsiteY5572" fmla="*/ 284435 h 8402012"/>
              <a:gd name="connsiteX5573" fmla="*/ 13315551 w 21052572"/>
              <a:gd name="connsiteY5573" fmla="*/ 284435 h 8402012"/>
              <a:gd name="connsiteX5574" fmla="*/ 13270413 w 21052572"/>
              <a:gd name="connsiteY5574" fmla="*/ 309151 h 8402012"/>
              <a:gd name="connsiteX5575" fmla="*/ 13258591 w 21052572"/>
              <a:gd name="connsiteY5575" fmla="*/ 252196 h 8402012"/>
              <a:gd name="connsiteX5576" fmla="*/ 13116727 w 21052572"/>
              <a:gd name="connsiteY5576" fmla="*/ 290883 h 8402012"/>
              <a:gd name="connsiteX5577" fmla="*/ 13079111 w 21052572"/>
              <a:gd name="connsiteY5577" fmla="*/ 303778 h 8402012"/>
              <a:gd name="connsiteX5578" fmla="*/ 13046869 w 21052572"/>
              <a:gd name="connsiteY5578" fmla="*/ 347838 h 8402012"/>
              <a:gd name="connsiteX5579" fmla="*/ 12924350 w 21052572"/>
              <a:gd name="connsiteY5579" fmla="*/ 360734 h 8402012"/>
              <a:gd name="connsiteX5580" fmla="*/ 12770664 w 21052572"/>
              <a:gd name="connsiteY5580" fmla="*/ 386525 h 8402012"/>
              <a:gd name="connsiteX5581" fmla="*/ 13148968 w 21052572"/>
              <a:gd name="connsiteY5581" fmla="*/ 373629 h 8402012"/>
              <a:gd name="connsiteX5582" fmla="*/ 13252142 w 21052572"/>
              <a:gd name="connsiteY5582" fmla="*/ 380077 h 8402012"/>
              <a:gd name="connsiteX5583" fmla="*/ 13322000 w 21052572"/>
              <a:gd name="connsiteY5583" fmla="*/ 347838 h 8402012"/>
              <a:gd name="connsiteX5584" fmla="*/ 13470312 w 21052572"/>
              <a:gd name="connsiteY5584" fmla="*/ 341390 h 8402012"/>
              <a:gd name="connsiteX5585" fmla="*/ 13855064 w 21052572"/>
              <a:gd name="connsiteY5585" fmla="*/ 347838 h 8402012"/>
              <a:gd name="connsiteX5586" fmla="*/ 14175333 w 21052572"/>
              <a:gd name="connsiteY5586" fmla="*/ 373629 h 8402012"/>
              <a:gd name="connsiteX5587" fmla="*/ 14226920 w 21052572"/>
              <a:gd name="connsiteY5587" fmla="*/ 360734 h 8402012"/>
              <a:gd name="connsiteX5588" fmla="*/ 14252713 w 21052572"/>
              <a:gd name="connsiteY5588" fmla="*/ 322047 h 8402012"/>
              <a:gd name="connsiteX5589" fmla="*/ 14361261 w 21052572"/>
              <a:gd name="connsiteY5589" fmla="*/ 373629 h 8402012"/>
              <a:gd name="connsiteX5590" fmla="*/ 14540740 w 21052572"/>
              <a:gd name="connsiteY5590" fmla="*/ 392973 h 8402012"/>
              <a:gd name="connsiteX5591" fmla="*/ 14726668 w 21052572"/>
              <a:gd name="connsiteY5591" fmla="*/ 412316 h 8402012"/>
              <a:gd name="connsiteX5592" fmla="*/ 15117870 w 21052572"/>
              <a:gd name="connsiteY5592" fmla="*/ 463899 h 8402012"/>
              <a:gd name="connsiteX5593" fmla="*/ 15266182 w 21052572"/>
              <a:gd name="connsiteY5593" fmla="*/ 476794 h 8402012"/>
              <a:gd name="connsiteX5594" fmla="*/ 15337114 w 21052572"/>
              <a:gd name="connsiteY5594" fmla="*/ 527302 h 8402012"/>
              <a:gd name="connsiteX5595" fmla="*/ 14977080 w 21052572"/>
              <a:gd name="connsiteY5595" fmla="*/ 509033 h 8402012"/>
              <a:gd name="connsiteX5596" fmla="*/ 14926568 w 21052572"/>
              <a:gd name="connsiteY5596" fmla="*/ 496138 h 8402012"/>
              <a:gd name="connsiteX5597" fmla="*/ 14874981 w 21052572"/>
              <a:gd name="connsiteY5597" fmla="*/ 470347 h 8402012"/>
              <a:gd name="connsiteX5598" fmla="*/ 14701950 w 21052572"/>
              <a:gd name="connsiteY5598" fmla="*/ 476794 h 8402012"/>
              <a:gd name="connsiteX5599" fmla="*/ 13931370 w 21052572"/>
              <a:gd name="connsiteY5599" fmla="*/ 438108 h 8402012"/>
              <a:gd name="connsiteX5600" fmla="*/ 13540169 w 21052572"/>
              <a:gd name="connsiteY5600" fmla="*/ 438108 h 8402012"/>
              <a:gd name="connsiteX5601" fmla="*/ 13380035 w 21052572"/>
              <a:gd name="connsiteY5601" fmla="*/ 438108 h 8402012"/>
              <a:gd name="connsiteX5602" fmla="*/ 13334896 w 21052572"/>
              <a:gd name="connsiteY5602" fmla="*/ 463899 h 8402012"/>
              <a:gd name="connsiteX5603" fmla="*/ 13289758 w 21052572"/>
              <a:gd name="connsiteY5603" fmla="*/ 457451 h 8402012"/>
              <a:gd name="connsiteX5604" fmla="*/ 12956592 w 21052572"/>
              <a:gd name="connsiteY5604" fmla="*/ 501511 h 8402012"/>
              <a:gd name="connsiteX5605" fmla="*/ 12571840 w 21052572"/>
              <a:gd name="connsiteY5605" fmla="*/ 546646 h 8402012"/>
              <a:gd name="connsiteX5606" fmla="*/ 12373015 w 21052572"/>
              <a:gd name="connsiteY5606" fmla="*/ 572437 h 8402012"/>
              <a:gd name="connsiteX5607" fmla="*/ 12302083 w 21052572"/>
              <a:gd name="connsiteY5607" fmla="*/ 585333 h 8402012"/>
              <a:gd name="connsiteX5608" fmla="*/ 12295635 w 21052572"/>
              <a:gd name="connsiteY5608" fmla="*/ 636915 h 8402012"/>
              <a:gd name="connsiteX5609" fmla="*/ 12148397 w 21052572"/>
              <a:gd name="connsiteY5609" fmla="*/ 675602 h 8402012"/>
              <a:gd name="connsiteX5610" fmla="*/ 12129052 w 21052572"/>
              <a:gd name="connsiteY5610" fmla="*/ 617572 h 8402012"/>
              <a:gd name="connsiteX5611" fmla="*/ 12071017 w 21052572"/>
              <a:gd name="connsiteY5611" fmla="*/ 617572 h 8402012"/>
              <a:gd name="connsiteX5612" fmla="*/ 12109707 w 21052572"/>
              <a:gd name="connsiteY5612" fmla="*/ 675602 h 8402012"/>
              <a:gd name="connsiteX5613" fmla="*/ 11994711 w 21052572"/>
              <a:gd name="connsiteY5613" fmla="*/ 706766 h 8402012"/>
              <a:gd name="connsiteX5614" fmla="*/ 11994711 w 21052572"/>
              <a:gd name="connsiteY5614" fmla="*/ 649811 h 8402012"/>
              <a:gd name="connsiteX5615" fmla="*/ 11897986 w 21052572"/>
              <a:gd name="connsiteY5615" fmla="*/ 732557 h 8402012"/>
              <a:gd name="connsiteX5616" fmla="*/ 11782990 w 21052572"/>
              <a:gd name="connsiteY5616" fmla="*/ 675602 h 8402012"/>
              <a:gd name="connsiteX5617" fmla="*/ 11776542 w 21052572"/>
              <a:gd name="connsiteY5617" fmla="*/ 706766 h 8402012"/>
              <a:gd name="connsiteX5618" fmla="*/ 11841025 w 21052572"/>
              <a:gd name="connsiteY5618" fmla="*/ 706766 h 8402012"/>
              <a:gd name="connsiteX5619" fmla="*/ 11865744 w 21052572"/>
              <a:gd name="connsiteY5619" fmla="*/ 739005 h 8402012"/>
              <a:gd name="connsiteX5620" fmla="*/ 11795887 w 21052572"/>
              <a:gd name="connsiteY5620" fmla="*/ 739005 h 8402012"/>
              <a:gd name="connsiteX5621" fmla="*/ 11757197 w 21052572"/>
              <a:gd name="connsiteY5621" fmla="*/ 726244 h 8402012"/>
              <a:gd name="connsiteX5622" fmla="*/ 11745513 w 21052572"/>
              <a:gd name="connsiteY5622" fmla="*/ 722634 h 8402012"/>
              <a:gd name="connsiteX5623" fmla="*/ 11718506 w 21052572"/>
              <a:gd name="connsiteY5623" fmla="*/ 714289 h 8402012"/>
              <a:gd name="connsiteX5624" fmla="*/ 11635752 w 21052572"/>
              <a:gd name="connsiteY5624" fmla="*/ 706766 h 8402012"/>
              <a:gd name="connsiteX5625" fmla="*/ 11673368 w 21052572"/>
              <a:gd name="connsiteY5625" fmla="*/ 803483 h 8402012"/>
              <a:gd name="connsiteX5626" fmla="*/ 11603510 w 21052572"/>
              <a:gd name="connsiteY5626" fmla="*/ 809931 h 8402012"/>
              <a:gd name="connsiteX5627" fmla="*/ 11519682 w 21052572"/>
              <a:gd name="connsiteY5627" fmla="*/ 822827 h 8402012"/>
              <a:gd name="connsiteX5628" fmla="*/ 11468095 w 21052572"/>
              <a:gd name="connsiteY5628" fmla="*/ 771244 h 8402012"/>
              <a:gd name="connsiteX5629" fmla="*/ 11417583 w 21052572"/>
              <a:gd name="connsiteY5629" fmla="*/ 809931 h 8402012"/>
              <a:gd name="connsiteX5630" fmla="*/ 11327306 w 21052572"/>
              <a:gd name="connsiteY5630" fmla="*/ 848618 h 8402012"/>
              <a:gd name="connsiteX5631" fmla="*/ 11314409 w 21052572"/>
              <a:gd name="connsiteY5631" fmla="*/ 803483 h 8402012"/>
              <a:gd name="connsiteX5632" fmla="*/ 11275719 w 21052572"/>
              <a:gd name="connsiteY5632" fmla="*/ 816379 h 8402012"/>
              <a:gd name="connsiteX5633" fmla="*/ 11288615 w 21052572"/>
              <a:gd name="connsiteY5633" fmla="*/ 861514 h 8402012"/>
              <a:gd name="connsiteX5634" fmla="*/ 11051101 w 21052572"/>
              <a:gd name="connsiteY5634" fmla="*/ 937813 h 8402012"/>
              <a:gd name="connsiteX5635" fmla="*/ 11147826 w 21052572"/>
              <a:gd name="connsiteY5635" fmla="*/ 874409 h 8402012"/>
              <a:gd name="connsiteX5636" fmla="*/ 11012410 w 21052572"/>
              <a:gd name="connsiteY5636" fmla="*/ 900201 h 8402012"/>
              <a:gd name="connsiteX5637" fmla="*/ 10890966 w 21052572"/>
              <a:gd name="connsiteY5637" fmla="*/ 957156 h 8402012"/>
              <a:gd name="connsiteX5638" fmla="*/ 10756625 w 21052572"/>
              <a:gd name="connsiteY5638" fmla="*/ 1015186 h 8402012"/>
              <a:gd name="connsiteX5639" fmla="*/ 10653451 w 21052572"/>
              <a:gd name="connsiteY5639" fmla="*/ 1079682 h 8402012"/>
              <a:gd name="connsiteX5640" fmla="*/ 10640555 w 21052572"/>
              <a:gd name="connsiteY5640" fmla="*/ 1021634 h 8402012"/>
              <a:gd name="connsiteX5641" fmla="*/ 10544904 w 21052572"/>
              <a:gd name="connsiteY5641" fmla="*/ 1092579 h 8402012"/>
              <a:gd name="connsiteX5642" fmla="*/ 10475047 w 21052572"/>
              <a:gd name="connsiteY5642" fmla="*/ 1124818 h 8402012"/>
              <a:gd name="connsiteX5643" fmla="*/ 10327809 w 21052572"/>
              <a:gd name="connsiteY5643" fmla="*/ 1214014 h 8402012"/>
              <a:gd name="connsiteX5644" fmla="*/ 10231084 w 21052572"/>
              <a:gd name="connsiteY5644" fmla="*/ 1259150 h 8402012"/>
              <a:gd name="connsiteX5645" fmla="*/ 10135433 w 21052572"/>
              <a:gd name="connsiteY5645" fmla="*/ 1278493 h 8402012"/>
              <a:gd name="connsiteX5646" fmla="*/ 9943057 w 21052572"/>
              <a:gd name="connsiteY5646" fmla="*/ 1367690 h 8402012"/>
              <a:gd name="connsiteX5647" fmla="*/ 10174123 w 21052572"/>
              <a:gd name="connsiteY5647" fmla="*/ 1335450 h 8402012"/>
              <a:gd name="connsiteX5648" fmla="*/ 10237532 w 21052572"/>
              <a:gd name="connsiteY5648" fmla="*/ 1317181 h 8402012"/>
              <a:gd name="connsiteX5649" fmla="*/ 10263325 w 21052572"/>
              <a:gd name="connsiteY5649" fmla="*/ 1265598 h 8402012"/>
              <a:gd name="connsiteX5650" fmla="*/ 10372948 w 21052572"/>
              <a:gd name="connsiteY5650" fmla="*/ 1259150 h 8402012"/>
              <a:gd name="connsiteX5651" fmla="*/ 10475047 w 21052572"/>
              <a:gd name="connsiteY5651" fmla="*/ 1233358 h 8402012"/>
              <a:gd name="connsiteX5652" fmla="*/ 10583594 w 21052572"/>
              <a:gd name="connsiteY5652" fmla="*/ 1214014 h 8402012"/>
              <a:gd name="connsiteX5653" fmla="*/ 10621210 w 21052572"/>
              <a:gd name="connsiteY5653" fmla="*/ 1201118 h 8402012"/>
              <a:gd name="connsiteX5654" fmla="*/ 10596760 w 21052572"/>
              <a:gd name="connsiteY5654" fmla="*/ 1198700 h 8402012"/>
              <a:gd name="connsiteX5655" fmla="*/ 10582800 w 21052572"/>
              <a:gd name="connsiteY5655" fmla="*/ 1186653 h 8402012"/>
              <a:gd name="connsiteX5656" fmla="*/ 10591854 w 21052572"/>
              <a:gd name="connsiteY5656" fmla="*/ 1199432 h 8402012"/>
              <a:gd name="connsiteX5657" fmla="*/ 10577351 w 21052572"/>
              <a:gd name="connsiteY5657" fmla="*/ 1204248 h 8402012"/>
              <a:gd name="connsiteX5658" fmla="*/ 10578117 w 21052572"/>
              <a:gd name="connsiteY5658" fmla="*/ 1182613 h 8402012"/>
              <a:gd name="connsiteX5659" fmla="*/ 10577146 w 21052572"/>
              <a:gd name="connsiteY5659" fmla="*/ 1181774 h 8402012"/>
              <a:gd name="connsiteX5660" fmla="*/ 10578145 w 21052572"/>
              <a:gd name="connsiteY5660" fmla="*/ 1181822 h 8402012"/>
              <a:gd name="connsiteX5661" fmla="*/ 10578204 w 21052572"/>
              <a:gd name="connsiteY5661" fmla="*/ 1180167 h 8402012"/>
              <a:gd name="connsiteX5662" fmla="*/ 10579420 w 21052572"/>
              <a:gd name="connsiteY5662" fmla="*/ 1181883 h 8402012"/>
              <a:gd name="connsiteX5663" fmla="*/ 10610866 w 21052572"/>
              <a:gd name="connsiteY5663" fmla="*/ 1183386 h 8402012"/>
              <a:gd name="connsiteX5664" fmla="*/ 10640555 w 21052572"/>
              <a:gd name="connsiteY5664" fmla="*/ 1175327 h 8402012"/>
              <a:gd name="connsiteX5665" fmla="*/ 10653451 w 21052572"/>
              <a:gd name="connsiteY5665" fmla="*/ 1111922 h 8402012"/>
              <a:gd name="connsiteX5666" fmla="*/ 10692142 w 21052572"/>
              <a:gd name="connsiteY5666" fmla="*/ 1259150 h 8402012"/>
              <a:gd name="connsiteX5667" fmla="*/ 10526634 w 21052572"/>
              <a:gd name="connsiteY5667" fmla="*/ 1322555 h 8402012"/>
              <a:gd name="connsiteX5668" fmla="*/ 10507289 w 21052572"/>
              <a:gd name="connsiteY5668" fmla="*/ 1265598 h 8402012"/>
              <a:gd name="connsiteX5669" fmla="*/ 10507289 w 21052572"/>
              <a:gd name="connsiteY5669" fmla="*/ 1341898 h 8402012"/>
              <a:gd name="connsiteX5670" fmla="*/ 10442805 w 21052572"/>
              <a:gd name="connsiteY5670" fmla="*/ 1354794 h 8402012"/>
              <a:gd name="connsiteX5671" fmla="*/ 10353603 w 21052572"/>
              <a:gd name="connsiteY5671" fmla="*/ 1354794 h 8402012"/>
              <a:gd name="connsiteX5672" fmla="*/ 10314912 w 21052572"/>
              <a:gd name="connsiteY5672" fmla="*/ 1419273 h 8402012"/>
              <a:gd name="connsiteX5673" fmla="*/ 10250429 w 21052572"/>
              <a:gd name="connsiteY5673" fmla="*/ 1451512 h 8402012"/>
              <a:gd name="connsiteX5674" fmla="*/ 10174123 w 21052572"/>
              <a:gd name="connsiteY5674" fmla="*/ 1490200 h 8402012"/>
              <a:gd name="connsiteX5675" fmla="*/ 10090294 w 21052572"/>
              <a:gd name="connsiteY5675" fmla="*/ 1509543 h 8402012"/>
              <a:gd name="connsiteX5676" fmla="*/ 10051604 w 21052572"/>
              <a:gd name="connsiteY5676" fmla="*/ 1540708 h 8402012"/>
              <a:gd name="connsiteX5677" fmla="*/ 10379396 w 21052572"/>
              <a:gd name="connsiteY5677" fmla="*/ 1457960 h 8402012"/>
              <a:gd name="connsiteX5678" fmla="*/ 10717935 w 21052572"/>
              <a:gd name="connsiteY5678" fmla="*/ 1361242 h 8402012"/>
              <a:gd name="connsiteX5679" fmla="*/ 10795316 w 21052572"/>
              <a:gd name="connsiteY5679" fmla="*/ 1317181 h 8402012"/>
              <a:gd name="connsiteX5680" fmla="*/ 10878070 w 21052572"/>
              <a:gd name="connsiteY5680" fmla="*/ 1297837 h 8402012"/>
              <a:gd name="connsiteX5681" fmla="*/ 11044652 w 21052572"/>
              <a:gd name="connsiteY5681" fmla="*/ 1252702 h 8402012"/>
              <a:gd name="connsiteX5682" fmla="*/ 11378892 w 21052572"/>
              <a:gd name="connsiteY5682" fmla="*/ 1168880 h 8402012"/>
              <a:gd name="connsiteX5683" fmla="*/ 12790010 w 21052572"/>
              <a:gd name="connsiteY5683" fmla="*/ 893753 h 8402012"/>
              <a:gd name="connsiteX5684" fmla="*/ 12751319 w 21052572"/>
              <a:gd name="connsiteY5684" fmla="*/ 957156 h 8402012"/>
              <a:gd name="connsiteX5685" fmla="*/ 12809355 w 21052572"/>
              <a:gd name="connsiteY5685" fmla="*/ 957156 h 8402012"/>
              <a:gd name="connsiteX5686" fmla="*/ 12809355 w 21052572"/>
              <a:gd name="connsiteY5686" fmla="*/ 893753 h 8402012"/>
              <a:gd name="connsiteX5687" fmla="*/ 12885660 w 21052572"/>
              <a:gd name="connsiteY5687" fmla="*/ 919544 h 8402012"/>
              <a:gd name="connsiteX5688" fmla="*/ 12885660 w 21052572"/>
              <a:gd name="connsiteY5688" fmla="*/ 822827 h 8402012"/>
              <a:gd name="connsiteX5689" fmla="*/ 12917902 w 21052572"/>
              <a:gd name="connsiteY5689" fmla="*/ 784140 h 8402012"/>
              <a:gd name="connsiteX5690" fmla="*/ 12859867 w 21052572"/>
              <a:gd name="connsiteY5690" fmla="*/ 726110 h 8402012"/>
              <a:gd name="connsiteX5691" fmla="*/ 12917902 w 21052572"/>
              <a:gd name="connsiteY5691" fmla="*/ 675602 h 8402012"/>
              <a:gd name="connsiteX5692" fmla="*/ 12809355 w 21052572"/>
              <a:gd name="connsiteY5692" fmla="*/ 701393 h 8402012"/>
              <a:gd name="connsiteX5693" fmla="*/ 12719078 w 21052572"/>
              <a:gd name="connsiteY5693" fmla="*/ 784140 h 8402012"/>
              <a:gd name="connsiteX5694" fmla="*/ 12431051 w 21052572"/>
              <a:gd name="connsiteY5694" fmla="*/ 861514 h 8402012"/>
              <a:gd name="connsiteX5695" fmla="*/ 12437499 w 21052572"/>
              <a:gd name="connsiteY5695" fmla="*/ 719662 h 8402012"/>
              <a:gd name="connsiteX5696" fmla="*/ 12500908 w 21052572"/>
              <a:gd name="connsiteY5696" fmla="*/ 682050 h 8402012"/>
              <a:gd name="connsiteX5697" fmla="*/ 12578288 w 21052572"/>
              <a:gd name="connsiteY5697" fmla="*/ 662706 h 8402012"/>
              <a:gd name="connsiteX5698" fmla="*/ 12905005 w 21052572"/>
              <a:gd name="connsiteY5698" fmla="*/ 598228 h 8402012"/>
              <a:gd name="connsiteX5699" fmla="*/ 13065140 w 21052572"/>
              <a:gd name="connsiteY5699" fmla="*/ 611124 h 8402012"/>
              <a:gd name="connsiteX5700" fmla="*/ 13123175 w 21052572"/>
              <a:gd name="connsiteY5700" fmla="*/ 630467 h 8402012"/>
              <a:gd name="connsiteX5701" fmla="*/ 13097382 w 21052572"/>
              <a:gd name="connsiteY5701" fmla="*/ 656258 h 8402012"/>
              <a:gd name="connsiteX5702" fmla="*/ 12995282 w 21052572"/>
              <a:gd name="connsiteY5702" fmla="*/ 706766 h 8402012"/>
              <a:gd name="connsiteX5703" fmla="*/ 12956592 w 21052572"/>
              <a:gd name="connsiteY5703" fmla="*/ 739005 h 8402012"/>
              <a:gd name="connsiteX5704" fmla="*/ 12943696 w 21052572"/>
              <a:gd name="connsiteY5704" fmla="*/ 842170 h 8402012"/>
              <a:gd name="connsiteX5705" fmla="*/ 13027524 w 21052572"/>
              <a:gd name="connsiteY5705" fmla="*/ 848618 h 8402012"/>
              <a:gd name="connsiteX5706" fmla="*/ 13103830 w 21052572"/>
              <a:gd name="connsiteY5706" fmla="*/ 861514 h 8402012"/>
              <a:gd name="connsiteX5707" fmla="*/ 13079111 w 21052572"/>
              <a:gd name="connsiteY5707" fmla="*/ 900201 h 8402012"/>
              <a:gd name="connsiteX5708" fmla="*/ 13001731 w 21052572"/>
              <a:gd name="connsiteY5708" fmla="*/ 893753 h 8402012"/>
              <a:gd name="connsiteX5709" fmla="*/ 12937247 w 21052572"/>
              <a:gd name="connsiteY5709" fmla="*/ 906648 h 8402012"/>
              <a:gd name="connsiteX5710" fmla="*/ 12975937 w 21052572"/>
              <a:gd name="connsiteY5710" fmla="*/ 931365 h 8402012"/>
              <a:gd name="connsiteX5711" fmla="*/ 13142520 w 21052572"/>
              <a:gd name="connsiteY5711" fmla="*/ 924917 h 8402012"/>
              <a:gd name="connsiteX5712" fmla="*/ 13855064 w 21052572"/>
              <a:gd name="connsiteY5712" fmla="*/ 912021 h 8402012"/>
              <a:gd name="connsiteX5713" fmla="*/ 14585879 w 21052572"/>
              <a:gd name="connsiteY5713" fmla="*/ 919544 h 8402012"/>
              <a:gd name="connsiteX5714" fmla="*/ 14739565 w 21052572"/>
              <a:gd name="connsiteY5714" fmla="*/ 924917 h 8402012"/>
              <a:gd name="connsiteX5715" fmla="*/ 14810497 w 21052572"/>
              <a:gd name="connsiteY5715" fmla="*/ 950708 h 8402012"/>
              <a:gd name="connsiteX5716" fmla="*/ 14874981 w 21052572"/>
              <a:gd name="connsiteY5716" fmla="*/ 944261 h 8402012"/>
              <a:gd name="connsiteX5717" fmla="*/ 14944838 w 21052572"/>
              <a:gd name="connsiteY5717" fmla="*/ 982947 h 8402012"/>
              <a:gd name="connsiteX5718" fmla="*/ 15028666 w 21052572"/>
              <a:gd name="connsiteY5718" fmla="*/ 995843 h 8402012"/>
              <a:gd name="connsiteX5719" fmla="*/ 15150110 w 21052572"/>
              <a:gd name="connsiteY5719" fmla="*/ 1034530 h 8402012"/>
              <a:gd name="connsiteX5720" fmla="*/ 14220472 w 21052572"/>
              <a:gd name="connsiteY5720" fmla="*/ 1002291 h 8402012"/>
              <a:gd name="connsiteX5721" fmla="*/ 14669708 w 21052572"/>
              <a:gd name="connsiteY5721" fmla="*/ 1079682 h 8402012"/>
              <a:gd name="connsiteX5722" fmla="*/ 14887877 w 21052572"/>
              <a:gd name="connsiteY5722" fmla="*/ 1124818 h 8402012"/>
              <a:gd name="connsiteX5723" fmla="*/ 15080254 w 21052572"/>
              <a:gd name="connsiteY5723" fmla="*/ 1188223 h 8402012"/>
              <a:gd name="connsiteX5724" fmla="*/ 15528414 w 21052572"/>
              <a:gd name="connsiteY5724" fmla="*/ 1272046 h 8402012"/>
              <a:gd name="connsiteX5725" fmla="*/ 15747658 w 21052572"/>
              <a:gd name="connsiteY5725" fmla="*/ 1317181 h 8402012"/>
              <a:gd name="connsiteX5726" fmla="*/ 15849758 w 21052572"/>
              <a:gd name="connsiteY5726" fmla="*/ 1341898 h 8402012"/>
              <a:gd name="connsiteX5727" fmla="*/ 15882000 w 21052572"/>
              <a:gd name="connsiteY5727" fmla="*/ 1322555 h 8402012"/>
              <a:gd name="connsiteX5728" fmla="*/ 15920690 w 21052572"/>
              <a:gd name="connsiteY5728" fmla="*/ 1322555 h 8402012"/>
              <a:gd name="connsiteX5729" fmla="*/ 15882000 w 21052572"/>
              <a:gd name="connsiteY5729" fmla="*/ 1387034 h 8402012"/>
              <a:gd name="connsiteX5730" fmla="*/ 16439784 w 21052572"/>
              <a:gd name="connsiteY5730" fmla="*/ 1547156 h 8402012"/>
              <a:gd name="connsiteX5731" fmla="*/ 16709540 w 21052572"/>
              <a:gd name="connsiteY5731" fmla="*/ 1637427 h 8402012"/>
              <a:gd name="connsiteX5732" fmla="*/ 16830988 w 21052572"/>
              <a:gd name="connsiteY5732" fmla="*/ 1689010 h 8402012"/>
              <a:gd name="connsiteX5733" fmla="*/ 16863228 w 21052572"/>
              <a:gd name="connsiteY5733" fmla="*/ 1758863 h 8402012"/>
              <a:gd name="connsiteX5734" fmla="*/ 16882572 w 21052572"/>
              <a:gd name="connsiteY5734" fmla="*/ 1689010 h 8402012"/>
              <a:gd name="connsiteX5735" fmla="*/ 16901920 w 21052572"/>
              <a:gd name="connsiteY5735" fmla="*/ 1630979 h 8402012"/>
              <a:gd name="connsiteX5736" fmla="*/ 17254428 w 21052572"/>
              <a:gd name="connsiteY5736" fmla="*/ 1695459 h 8402012"/>
              <a:gd name="connsiteX5737" fmla="*/ 17409188 w 21052572"/>
              <a:gd name="connsiteY5737" fmla="*/ 1784655 h 8402012"/>
              <a:gd name="connsiteX5738" fmla="*/ 17562876 w 21052572"/>
              <a:gd name="connsiteY5738" fmla="*/ 1816895 h 8402012"/>
              <a:gd name="connsiteX5739" fmla="*/ 18248552 w 21052572"/>
              <a:gd name="connsiteY5739" fmla="*/ 2054393 h 8402012"/>
              <a:gd name="connsiteX5740" fmla="*/ 19576916 w 21052572"/>
              <a:gd name="connsiteY5740" fmla="*/ 2843195 h 8402012"/>
              <a:gd name="connsiteX5741" fmla="*/ 19551120 w 21052572"/>
              <a:gd name="connsiteY5741" fmla="*/ 2888327 h 8402012"/>
              <a:gd name="connsiteX5742" fmla="*/ 19550420 w 21052572"/>
              <a:gd name="connsiteY5742" fmla="*/ 2888216 h 8402012"/>
              <a:gd name="connsiteX5743" fmla="*/ 19551100 w 21052572"/>
              <a:gd name="connsiteY5743" fmla="*/ 2893081 h 8402012"/>
              <a:gd name="connsiteX5744" fmla="*/ 19548852 w 21052572"/>
              <a:gd name="connsiteY5744" fmla="*/ 2909137 h 8402012"/>
              <a:gd name="connsiteX5745" fmla="*/ 19542120 w 21052572"/>
              <a:gd name="connsiteY5745" fmla="*/ 2893081 h 8402012"/>
              <a:gd name="connsiteX5746" fmla="*/ 19544548 w 21052572"/>
              <a:gd name="connsiteY5746" fmla="*/ 2887289 h 8402012"/>
              <a:gd name="connsiteX5747" fmla="*/ 19535804 w 21052572"/>
              <a:gd name="connsiteY5747" fmla="*/ 2885909 h 8402012"/>
              <a:gd name="connsiteX5748" fmla="*/ 19525328 w 21052572"/>
              <a:gd name="connsiteY5748" fmla="*/ 2888327 h 8402012"/>
              <a:gd name="connsiteX5749" fmla="*/ 19583364 w 21052572"/>
              <a:gd name="connsiteY5749" fmla="*/ 2946355 h 8402012"/>
              <a:gd name="connsiteX5750" fmla="*/ 19654296 w 21052572"/>
              <a:gd name="connsiteY5750" fmla="*/ 3003312 h 8402012"/>
              <a:gd name="connsiteX5751" fmla="*/ 19564020 w 21052572"/>
              <a:gd name="connsiteY5751" fmla="*/ 2958175 h 8402012"/>
              <a:gd name="connsiteX5752" fmla="*/ 19436124 w 21052572"/>
              <a:gd name="connsiteY5752" fmla="*/ 2888327 h 8402012"/>
              <a:gd name="connsiteX5753" fmla="*/ 19423228 w 21052572"/>
              <a:gd name="connsiteY5753" fmla="*/ 2810946 h 8402012"/>
              <a:gd name="connsiteX5754" fmla="*/ 19384540 w 21052572"/>
              <a:gd name="connsiteY5754" fmla="*/ 2759362 h 8402012"/>
              <a:gd name="connsiteX5755" fmla="*/ 19243748 w 21052572"/>
              <a:gd name="connsiteY5755" fmla="*/ 2695958 h 8402012"/>
              <a:gd name="connsiteX5756" fmla="*/ 19088988 w 21052572"/>
              <a:gd name="connsiteY5756" fmla="*/ 2631480 h 8402012"/>
              <a:gd name="connsiteX5757" fmla="*/ 18961096 w 21052572"/>
              <a:gd name="connsiteY5757" fmla="*/ 2547657 h 8402012"/>
              <a:gd name="connsiteX5758" fmla="*/ 18883716 w 21052572"/>
              <a:gd name="connsiteY5758" fmla="*/ 2510046 h 8402012"/>
              <a:gd name="connsiteX5759" fmla="*/ 18775168 w 21052572"/>
              <a:gd name="connsiteY5759" fmla="*/ 2445566 h 8402012"/>
              <a:gd name="connsiteX5760" fmla="*/ 18127108 w 21052572"/>
              <a:gd name="connsiteY5760" fmla="*/ 2162932 h 8402012"/>
              <a:gd name="connsiteX5761" fmla="*/ 17978276 w 21052572"/>
              <a:gd name="connsiteY5761" fmla="*/ 2099225 h 8402012"/>
              <a:gd name="connsiteX5762" fmla="*/ 17977048 w 21052572"/>
              <a:gd name="connsiteY5762" fmla="*/ 2101046 h 8402012"/>
              <a:gd name="connsiteX5763" fmla="*/ 17968024 w 21052572"/>
              <a:gd name="connsiteY5763" fmla="*/ 2094952 h 8402012"/>
              <a:gd name="connsiteX5764" fmla="*/ 17968336 w 21052572"/>
              <a:gd name="connsiteY5764" fmla="*/ 2094952 h 8402012"/>
              <a:gd name="connsiteX5765" fmla="*/ 17805764 w 21052572"/>
              <a:gd name="connsiteY5765" fmla="*/ 2022153 h 8402012"/>
              <a:gd name="connsiteX5766" fmla="*/ 17658528 w 21052572"/>
              <a:gd name="connsiteY5766" fmla="*/ 1957674 h 8402012"/>
              <a:gd name="connsiteX5767" fmla="*/ 17511288 w 21052572"/>
              <a:gd name="connsiteY5767" fmla="*/ 1970570 h 8402012"/>
              <a:gd name="connsiteX5768" fmla="*/ 17934732 w 21052572"/>
              <a:gd name="connsiteY5768" fmla="*/ 2156485 h 8402012"/>
              <a:gd name="connsiteX5769" fmla="*/ 18127108 w 21052572"/>
              <a:gd name="connsiteY5769" fmla="*/ 2253207 h 8402012"/>
              <a:gd name="connsiteX5770" fmla="*/ 18165796 w 21052572"/>
              <a:gd name="connsiteY5770" fmla="*/ 2285443 h 8402012"/>
              <a:gd name="connsiteX5771" fmla="*/ 18127108 w 21052572"/>
              <a:gd name="connsiteY5771" fmla="*/ 2337027 h 8402012"/>
              <a:gd name="connsiteX5772" fmla="*/ 18185144 w 21052572"/>
              <a:gd name="connsiteY5772" fmla="*/ 2361740 h 8402012"/>
              <a:gd name="connsiteX5773" fmla="*/ 18191592 w 21052572"/>
              <a:gd name="connsiteY5773" fmla="*/ 2304791 h 8402012"/>
              <a:gd name="connsiteX5774" fmla="*/ 18242104 w 21052572"/>
              <a:gd name="connsiteY5774" fmla="*/ 2291889 h 8402012"/>
              <a:gd name="connsiteX5775" fmla="*/ 18238072 w 21052572"/>
              <a:gd name="connsiteY5775" fmla="*/ 2335818 h 8402012"/>
              <a:gd name="connsiteX5776" fmla="*/ 18239140 w 21052572"/>
              <a:gd name="connsiteY5776" fmla="*/ 2336553 h 8402012"/>
              <a:gd name="connsiteX5777" fmla="*/ 18245036 w 21052572"/>
              <a:gd name="connsiteY5777" fmla="*/ 2322465 h 8402012"/>
              <a:gd name="connsiteX5778" fmla="*/ 18247404 w 21052572"/>
              <a:gd name="connsiteY5778" fmla="*/ 2338518 h 8402012"/>
              <a:gd name="connsiteX5779" fmla="*/ 18246904 w 21052572"/>
              <a:gd name="connsiteY5779" fmla="*/ 2341904 h 8402012"/>
              <a:gd name="connsiteX5780" fmla="*/ 18267896 w 21052572"/>
              <a:gd name="connsiteY5780" fmla="*/ 2356369 h 8402012"/>
              <a:gd name="connsiteX5781" fmla="*/ 18306588 w 21052572"/>
              <a:gd name="connsiteY5781" fmla="*/ 2343474 h 8402012"/>
              <a:gd name="connsiteX5782" fmla="*/ 18351724 w 21052572"/>
              <a:gd name="connsiteY5782" fmla="*/ 2356369 h 8402012"/>
              <a:gd name="connsiteX5783" fmla="*/ 18300140 w 21052572"/>
              <a:gd name="connsiteY5783" fmla="*/ 2413338 h 8402012"/>
              <a:gd name="connsiteX5784" fmla="*/ 18371072 w 21052572"/>
              <a:gd name="connsiteY5784" fmla="*/ 2477804 h 8402012"/>
              <a:gd name="connsiteX5785" fmla="*/ 18293692 w 21052572"/>
              <a:gd name="connsiteY5785" fmla="*/ 2458463 h 8402012"/>
              <a:gd name="connsiteX5786" fmla="*/ 18204488 w 21052572"/>
              <a:gd name="connsiteY5786" fmla="*/ 2413338 h 8402012"/>
              <a:gd name="connsiteX5787" fmla="*/ 18005664 w 21052572"/>
              <a:gd name="connsiteY5787" fmla="*/ 2311236 h 8402012"/>
              <a:gd name="connsiteX5788" fmla="*/ 17838008 w 21052572"/>
              <a:gd name="connsiteY5788" fmla="*/ 2220961 h 8402012"/>
              <a:gd name="connsiteX5789" fmla="*/ 17652080 w 21052572"/>
              <a:gd name="connsiteY5789" fmla="*/ 2162932 h 8402012"/>
              <a:gd name="connsiteX5790" fmla="*/ 16811640 w 21052572"/>
              <a:gd name="connsiteY5790" fmla="*/ 1894269 h 8402012"/>
              <a:gd name="connsiteX5791" fmla="*/ 16055030 w 21052572"/>
              <a:gd name="connsiteY5791" fmla="*/ 1663219 h 8402012"/>
              <a:gd name="connsiteX5792" fmla="*/ 15683176 w 21052572"/>
              <a:gd name="connsiteY5792" fmla="*/ 1560052 h 8402012"/>
              <a:gd name="connsiteX5793" fmla="*/ 15503696 w 21052572"/>
              <a:gd name="connsiteY5793" fmla="*/ 1503096 h 8402012"/>
              <a:gd name="connsiteX5794" fmla="*/ 15355384 w 21052572"/>
              <a:gd name="connsiteY5794" fmla="*/ 1451512 h 8402012"/>
              <a:gd name="connsiteX5795" fmla="*/ 15201698 w 21052572"/>
              <a:gd name="connsiteY5795" fmla="*/ 1432169 h 8402012"/>
              <a:gd name="connsiteX5796" fmla="*/ 15035114 w 21052572"/>
              <a:gd name="connsiteY5796" fmla="*/ 1380585 h 8402012"/>
              <a:gd name="connsiteX5797" fmla="*/ 14682604 w 21052572"/>
              <a:gd name="connsiteY5797" fmla="*/ 1335450 h 8402012"/>
              <a:gd name="connsiteX5798" fmla="*/ 14393503 w 21052572"/>
              <a:gd name="connsiteY5798" fmla="*/ 1322555 h 8402012"/>
              <a:gd name="connsiteX5799" fmla="*/ 14553637 w 21052572"/>
              <a:gd name="connsiteY5799" fmla="*/ 1322555 h 8402012"/>
              <a:gd name="connsiteX5800" fmla="*/ 14578113 w 21052572"/>
              <a:gd name="connsiteY5800" fmla="*/ 1332752 h 8402012"/>
              <a:gd name="connsiteX5801" fmla="*/ 14574370 w 21052572"/>
              <a:gd name="connsiteY5801" fmla="*/ 1320307 h 8402012"/>
              <a:gd name="connsiteX5802" fmla="*/ 14592332 w 21052572"/>
              <a:gd name="connsiteY5802" fmla="*/ 1320307 h 8402012"/>
              <a:gd name="connsiteX5803" fmla="*/ 14583496 w 21052572"/>
              <a:gd name="connsiteY5803" fmla="*/ 1334995 h 8402012"/>
              <a:gd name="connsiteX5804" fmla="*/ 14621345 w 21052572"/>
              <a:gd name="connsiteY5804" fmla="*/ 1350764 h 8402012"/>
              <a:gd name="connsiteX5805" fmla="*/ 14689053 w 21052572"/>
              <a:gd name="connsiteY5805" fmla="*/ 1374138 h 8402012"/>
              <a:gd name="connsiteX5806" fmla="*/ 15009322 w 21052572"/>
              <a:gd name="connsiteY5806" fmla="*/ 1457960 h 8402012"/>
              <a:gd name="connsiteX5807" fmla="*/ 15644486 w 21052572"/>
              <a:gd name="connsiteY5807" fmla="*/ 1637427 h 8402012"/>
              <a:gd name="connsiteX5808" fmla="*/ 16273202 w 21052572"/>
              <a:gd name="connsiteY5808" fmla="*/ 1823342 h 8402012"/>
              <a:gd name="connsiteX5809" fmla="*/ 16599918 w 21052572"/>
              <a:gd name="connsiteY5809" fmla="*/ 1920063 h 8402012"/>
              <a:gd name="connsiteX5810" fmla="*/ 16741782 w 21052572"/>
              <a:gd name="connsiteY5810" fmla="*/ 1957674 h 8402012"/>
              <a:gd name="connsiteX5811" fmla="*/ 16767576 w 21052572"/>
              <a:gd name="connsiteY5811" fmla="*/ 2060841 h 8402012"/>
              <a:gd name="connsiteX5812" fmla="*/ 16811640 w 21052572"/>
              <a:gd name="connsiteY5812" fmla="*/ 2060841 h 8402012"/>
              <a:gd name="connsiteX5813" fmla="*/ 16818088 w 21052572"/>
              <a:gd name="connsiteY5813" fmla="*/ 2093081 h 8402012"/>
              <a:gd name="connsiteX5814" fmla="*/ 16696644 w 21052572"/>
              <a:gd name="connsiteY5814" fmla="*/ 2060841 h 8402012"/>
              <a:gd name="connsiteX5815" fmla="*/ 16350582 w 21052572"/>
              <a:gd name="connsiteY5815" fmla="*/ 1957674 h 8402012"/>
              <a:gd name="connsiteX5816" fmla="*/ 15657382 w 21052572"/>
              <a:gd name="connsiteY5816" fmla="*/ 1816895 h 8402012"/>
              <a:gd name="connsiteX5817" fmla="*/ 15644486 w 21052572"/>
              <a:gd name="connsiteY5817" fmla="*/ 1874926 h 8402012"/>
              <a:gd name="connsiteX5818" fmla="*/ 15599346 w 21052572"/>
              <a:gd name="connsiteY5818" fmla="*/ 1797550 h 8402012"/>
              <a:gd name="connsiteX5819" fmla="*/ 15542386 w 21052572"/>
              <a:gd name="connsiteY5819" fmla="*/ 1784655 h 8402012"/>
              <a:gd name="connsiteX5820" fmla="*/ 15368280 w 21052572"/>
              <a:gd name="connsiteY5820" fmla="*/ 1771759 h 8402012"/>
              <a:gd name="connsiteX5821" fmla="*/ 15035114 w 21052572"/>
              <a:gd name="connsiteY5821" fmla="*/ 1727698 h 8402012"/>
              <a:gd name="connsiteX5822" fmla="*/ 14354813 w 21052572"/>
              <a:gd name="connsiteY5822" fmla="*/ 1598740 h 8402012"/>
              <a:gd name="connsiteX5823" fmla="*/ 14259162 w 21052572"/>
              <a:gd name="connsiteY5823" fmla="*/ 1708354 h 8402012"/>
              <a:gd name="connsiteX5824" fmla="*/ 14445090 w 21052572"/>
              <a:gd name="connsiteY5824" fmla="*/ 1752415 h 8402012"/>
              <a:gd name="connsiteX5825" fmla="*/ 14509573 w 21052572"/>
              <a:gd name="connsiteY5825" fmla="*/ 1758863 h 8402012"/>
              <a:gd name="connsiteX5826" fmla="*/ 14534292 w 21052572"/>
              <a:gd name="connsiteY5826" fmla="*/ 1701906 h 8402012"/>
              <a:gd name="connsiteX5827" fmla="*/ 14689053 w 21052572"/>
              <a:gd name="connsiteY5827" fmla="*/ 1740594 h 8402012"/>
              <a:gd name="connsiteX5828" fmla="*/ 14778255 w 21052572"/>
              <a:gd name="connsiteY5828" fmla="*/ 1778207 h 8402012"/>
              <a:gd name="connsiteX5829" fmla="*/ 14804049 w 21052572"/>
              <a:gd name="connsiteY5829" fmla="*/ 1727698 h 8402012"/>
              <a:gd name="connsiteX5830" fmla="*/ 15240388 w 21052572"/>
              <a:gd name="connsiteY5830" fmla="*/ 1862030 h 8402012"/>
              <a:gd name="connsiteX5831" fmla="*/ 15374730 w 21052572"/>
              <a:gd name="connsiteY5831" fmla="*/ 1855581 h 8402012"/>
              <a:gd name="connsiteX5832" fmla="*/ 15432764 w 21052572"/>
              <a:gd name="connsiteY5832" fmla="*/ 1849134 h 8402012"/>
              <a:gd name="connsiteX5833" fmla="*/ 15471454 w 21052572"/>
              <a:gd name="connsiteY5833" fmla="*/ 1881373 h 8402012"/>
              <a:gd name="connsiteX5834" fmla="*/ 15586450 w 21052572"/>
              <a:gd name="connsiteY5834" fmla="*/ 1887821 h 8402012"/>
              <a:gd name="connsiteX5835" fmla="*/ 15663830 w 21052572"/>
              <a:gd name="connsiteY5835" fmla="*/ 1874926 h 8402012"/>
              <a:gd name="connsiteX5836" fmla="*/ 15676726 w 21052572"/>
              <a:gd name="connsiteY5836" fmla="*/ 1938330 h 8402012"/>
              <a:gd name="connsiteX5837" fmla="*/ 15702522 w 21052572"/>
              <a:gd name="connsiteY5837" fmla="*/ 1945853 h 8402012"/>
              <a:gd name="connsiteX5838" fmla="*/ 15778826 w 21052572"/>
              <a:gd name="connsiteY5838" fmla="*/ 1964122 h 8402012"/>
              <a:gd name="connsiteX5839" fmla="*/ 15901346 w 21052572"/>
              <a:gd name="connsiteY5839" fmla="*/ 2015705 h 8402012"/>
              <a:gd name="connsiteX5840" fmla="*/ 15573554 w 21052572"/>
              <a:gd name="connsiteY5840" fmla="*/ 1977018 h 8402012"/>
              <a:gd name="connsiteX5841" fmla="*/ 15439212 w 21052572"/>
              <a:gd name="connsiteY5841" fmla="*/ 1964122 h 8402012"/>
              <a:gd name="connsiteX5842" fmla="*/ 15435056 w 21052572"/>
              <a:gd name="connsiteY5842" fmla="*/ 1958224 h 8402012"/>
              <a:gd name="connsiteX5843" fmla="*/ 15436004 w 21052572"/>
              <a:gd name="connsiteY5843" fmla="*/ 1965833 h 8402012"/>
              <a:gd name="connsiteX5844" fmla="*/ 15432090 w 21052572"/>
              <a:gd name="connsiteY5844" fmla="*/ 1964842 h 8402012"/>
              <a:gd name="connsiteX5845" fmla="*/ 15436004 w 21052572"/>
              <a:gd name="connsiteY5845" fmla="*/ 1970714 h 8402012"/>
              <a:gd name="connsiteX5846" fmla="*/ 15418042 w 21052572"/>
              <a:gd name="connsiteY5846" fmla="*/ 1970714 h 8402012"/>
              <a:gd name="connsiteX5847" fmla="*/ 15423422 w 21052572"/>
              <a:gd name="connsiteY5847" fmla="*/ 1962646 h 8402012"/>
              <a:gd name="connsiteX5848" fmla="*/ 15422532 w 21052572"/>
              <a:gd name="connsiteY5848" fmla="*/ 1962421 h 8402012"/>
              <a:gd name="connsiteX5849" fmla="*/ 15419164 w 21052572"/>
              <a:gd name="connsiteY5849" fmla="*/ 1954316 h 8402012"/>
              <a:gd name="connsiteX5850" fmla="*/ 15418200 w 21052572"/>
              <a:gd name="connsiteY5850" fmla="*/ 1940768 h 8402012"/>
              <a:gd name="connsiteX5851" fmla="*/ 15413418 w 21052572"/>
              <a:gd name="connsiteY5851" fmla="*/ 1945853 h 8402012"/>
              <a:gd name="connsiteX5852" fmla="*/ 15374730 w 21052572"/>
              <a:gd name="connsiteY5852" fmla="*/ 1957674 h 8402012"/>
              <a:gd name="connsiteX5853" fmla="*/ 15285526 w 21052572"/>
              <a:gd name="connsiteY5853" fmla="*/ 1951226 h 8402012"/>
              <a:gd name="connsiteX5854" fmla="*/ 15259734 w 21052572"/>
              <a:gd name="connsiteY5854" fmla="*/ 1894269 h 8402012"/>
              <a:gd name="connsiteX5855" fmla="*/ 15221042 w 21052572"/>
              <a:gd name="connsiteY5855" fmla="*/ 1868478 h 8402012"/>
              <a:gd name="connsiteX5856" fmla="*/ 15163008 w 21052572"/>
              <a:gd name="connsiteY5856" fmla="*/ 1907166 h 8402012"/>
              <a:gd name="connsiteX5857" fmla="*/ 15221042 w 21052572"/>
              <a:gd name="connsiteY5857" fmla="*/ 1938330 h 8402012"/>
              <a:gd name="connsiteX5858" fmla="*/ 14194678 w 21052572"/>
              <a:gd name="connsiteY5858" fmla="*/ 1791103 h 8402012"/>
              <a:gd name="connsiteX5859" fmla="*/ 14233368 w 21052572"/>
              <a:gd name="connsiteY5859" fmla="*/ 1714803 h 8402012"/>
              <a:gd name="connsiteX5860" fmla="*/ 13803477 w 21052572"/>
              <a:gd name="connsiteY5860" fmla="*/ 1663219 h 8402012"/>
              <a:gd name="connsiteX5861" fmla="*/ 13848616 w 21052572"/>
              <a:gd name="connsiteY5861" fmla="*/ 1598740 h 8402012"/>
              <a:gd name="connsiteX5862" fmla="*/ 13738994 w 21052572"/>
              <a:gd name="connsiteY5862" fmla="*/ 1598740 h 8402012"/>
              <a:gd name="connsiteX5863" fmla="*/ 13719649 w 21052572"/>
              <a:gd name="connsiteY5863" fmla="*/ 1535335 h 8402012"/>
              <a:gd name="connsiteX5864" fmla="*/ 13643343 w 21052572"/>
              <a:gd name="connsiteY5864" fmla="*/ 1496648 h 8402012"/>
              <a:gd name="connsiteX5865" fmla="*/ 13603847 w 21052572"/>
              <a:gd name="connsiteY5865" fmla="*/ 1470856 h 8402012"/>
              <a:gd name="connsiteX5866" fmla="*/ 13600816 w 21052572"/>
              <a:gd name="connsiteY5866" fmla="*/ 1469093 h 8402012"/>
              <a:gd name="connsiteX5867" fmla="*/ 13603909 w 21052572"/>
              <a:gd name="connsiteY5867" fmla="*/ 1483018 h 8402012"/>
              <a:gd name="connsiteX5868" fmla="*/ 13593245 w 21052572"/>
              <a:gd name="connsiteY5868" fmla="*/ 1477398 h 8402012"/>
              <a:gd name="connsiteX5869" fmla="*/ 13596527 w 21052572"/>
              <a:gd name="connsiteY5869" fmla="*/ 1468569 h 8402012"/>
              <a:gd name="connsiteX5870" fmla="*/ 13597619 w 21052572"/>
              <a:gd name="connsiteY5870" fmla="*/ 1467233 h 8402012"/>
              <a:gd name="connsiteX5871" fmla="*/ 13559514 w 21052572"/>
              <a:gd name="connsiteY5871" fmla="*/ 1445064 h 8402012"/>
              <a:gd name="connsiteX5872" fmla="*/ 13572411 w 21052572"/>
              <a:gd name="connsiteY5872" fmla="*/ 1477304 h 8402012"/>
              <a:gd name="connsiteX5873" fmla="*/ 13598205 w 21052572"/>
              <a:gd name="connsiteY5873" fmla="*/ 1483753 h 8402012"/>
              <a:gd name="connsiteX5874" fmla="*/ 13598205 w 21052572"/>
              <a:gd name="connsiteY5874" fmla="*/ 1540708 h 8402012"/>
              <a:gd name="connsiteX5875" fmla="*/ 13302654 w 21052572"/>
              <a:gd name="connsiteY5875" fmla="*/ 1509543 h 8402012"/>
              <a:gd name="connsiteX5876" fmla="*/ 13520824 w 21052572"/>
              <a:gd name="connsiteY5876" fmla="*/ 1477304 h 8402012"/>
              <a:gd name="connsiteX5877" fmla="*/ 13540169 w 21052572"/>
              <a:gd name="connsiteY5877" fmla="*/ 1412826 h 8402012"/>
              <a:gd name="connsiteX5878" fmla="*/ 13591756 w 21052572"/>
              <a:gd name="connsiteY5878" fmla="*/ 1419273 h 8402012"/>
              <a:gd name="connsiteX5879" fmla="*/ 13656240 w 21052572"/>
              <a:gd name="connsiteY5879" fmla="*/ 1387034 h 8402012"/>
              <a:gd name="connsiteX5880" fmla="*/ 13200555 w 21052572"/>
              <a:gd name="connsiteY5880" fmla="*/ 1374138 h 8402012"/>
              <a:gd name="connsiteX5881" fmla="*/ 12777113 w 21052572"/>
              <a:gd name="connsiteY5881" fmla="*/ 1477304 h 8402012"/>
              <a:gd name="connsiteX5882" fmla="*/ 12898557 w 21052572"/>
              <a:gd name="connsiteY5882" fmla="*/ 1509543 h 8402012"/>
              <a:gd name="connsiteX5883" fmla="*/ 12892109 w 21052572"/>
              <a:gd name="connsiteY5883" fmla="*/ 1572949 h 8402012"/>
              <a:gd name="connsiteX5884" fmla="*/ 12848045 w 21052572"/>
              <a:gd name="connsiteY5884" fmla="*/ 1579396 h 8402012"/>
              <a:gd name="connsiteX5885" fmla="*/ 12898557 w 21052572"/>
              <a:gd name="connsiteY5885" fmla="*/ 1669667 h 8402012"/>
              <a:gd name="connsiteX5886" fmla="*/ 12822251 w 21052572"/>
              <a:gd name="connsiteY5886" fmla="*/ 1689010 h 8402012"/>
              <a:gd name="connsiteX5887" fmla="*/ 12744871 w 21052572"/>
              <a:gd name="connsiteY5887" fmla="*/ 1727698 h 8402012"/>
              <a:gd name="connsiteX5888" fmla="*/ 12629875 w 21052572"/>
              <a:gd name="connsiteY5888" fmla="*/ 1740594 h 8402012"/>
              <a:gd name="connsiteX5889" fmla="*/ 12526701 w 21052572"/>
              <a:gd name="connsiteY5889" fmla="*/ 1745967 h 8402012"/>
              <a:gd name="connsiteX5890" fmla="*/ 12302083 w 21052572"/>
              <a:gd name="connsiteY5890" fmla="*/ 1778207 h 8402012"/>
              <a:gd name="connsiteX5891" fmla="*/ 12077465 w 21052572"/>
              <a:gd name="connsiteY5891" fmla="*/ 1816895 h 8402012"/>
              <a:gd name="connsiteX5892" fmla="*/ 11988263 w 21052572"/>
              <a:gd name="connsiteY5892" fmla="*/ 1849134 h 8402012"/>
              <a:gd name="connsiteX5893" fmla="*/ 11897986 w 21052572"/>
              <a:gd name="connsiteY5893" fmla="*/ 1862030 h 8402012"/>
              <a:gd name="connsiteX5894" fmla="*/ 11699161 w 21052572"/>
              <a:gd name="connsiteY5894" fmla="*/ 1920063 h 8402012"/>
              <a:gd name="connsiteX5895" fmla="*/ 11635752 w 21052572"/>
              <a:gd name="connsiteY5895" fmla="*/ 1920063 h 8402012"/>
              <a:gd name="connsiteX5896" fmla="*/ 11635483 w 21052572"/>
              <a:gd name="connsiteY5896" fmla="*/ 1919987 h 8402012"/>
              <a:gd name="connsiteX5897" fmla="*/ 11616508 w 21052572"/>
              <a:gd name="connsiteY5897" fmla="*/ 1914622 h 8402012"/>
              <a:gd name="connsiteX5898" fmla="*/ 11564820 w 21052572"/>
              <a:gd name="connsiteY5898" fmla="*/ 1920063 h 8402012"/>
              <a:gd name="connsiteX5899" fmla="*/ 11692713 w 21052572"/>
              <a:gd name="connsiteY5899" fmla="*/ 1989913 h 8402012"/>
              <a:gd name="connsiteX5900" fmla="*/ 11019934 w 21052572"/>
              <a:gd name="connsiteY5900" fmla="*/ 2195172 h 8402012"/>
              <a:gd name="connsiteX5901" fmla="*/ 10692142 w 21052572"/>
              <a:gd name="connsiteY5901" fmla="*/ 2311236 h 8402012"/>
              <a:gd name="connsiteX5902" fmla="*/ 10538456 w 21052572"/>
              <a:gd name="connsiteY5902" fmla="*/ 2393980 h 8402012"/>
              <a:gd name="connsiteX5903" fmla="*/ 10468598 w 21052572"/>
              <a:gd name="connsiteY5903" fmla="*/ 2406870 h 8402012"/>
              <a:gd name="connsiteX5904" fmla="*/ 10449253 w 21052572"/>
              <a:gd name="connsiteY5904" fmla="*/ 2464911 h 8402012"/>
              <a:gd name="connsiteX5905" fmla="*/ 11070446 w 21052572"/>
              <a:gd name="connsiteY5905" fmla="*/ 2246753 h 8402012"/>
              <a:gd name="connsiteX5906" fmla="*/ 11070446 w 21052572"/>
              <a:gd name="connsiteY5906" fmla="*/ 2311236 h 8402012"/>
              <a:gd name="connsiteX5907" fmla="*/ 11545475 w 21052572"/>
              <a:gd name="connsiteY5907" fmla="*/ 2169380 h 8402012"/>
              <a:gd name="connsiteX5908" fmla="*/ 11763645 w 21052572"/>
              <a:gd name="connsiteY5908" fmla="*/ 2156485 h 8402012"/>
              <a:gd name="connsiteX5909" fmla="*/ 11815232 w 21052572"/>
              <a:gd name="connsiteY5909" fmla="*/ 2125320 h 8402012"/>
              <a:gd name="connsiteX5910" fmla="*/ 11846399 w 21052572"/>
              <a:gd name="connsiteY5910" fmla="*/ 2080184 h 8402012"/>
              <a:gd name="connsiteX5911" fmla="*/ 11943124 w 21052572"/>
              <a:gd name="connsiteY5911" fmla="*/ 2099528 h 8402012"/>
              <a:gd name="connsiteX5912" fmla="*/ 11968918 w 21052572"/>
              <a:gd name="connsiteY5912" fmla="*/ 2125320 h 8402012"/>
              <a:gd name="connsiteX5913" fmla="*/ 12026953 w 21052572"/>
              <a:gd name="connsiteY5913" fmla="*/ 2125320 h 8402012"/>
              <a:gd name="connsiteX5914" fmla="*/ 12033401 w 21052572"/>
              <a:gd name="connsiteY5914" fmla="*/ 2099528 h 8402012"/>
              <a:gd name="connsiteX5915" fmla="*/ 12058120 w 21052572"/>
              <a:gd name="connsiteY5915" fmla="*/ 2086632 h 8402012"/>
              <a:gd name="connsiteX5916" fmla="*/ 12116155 w 21052572"/>
              <a:gd name="connsiteY5916" fmla="*/ 2086632 h 8402012"/>
              <a:gd name="connsiteX5917" fmla="*/ 12212881 w 21052572"/>
              <a:gd name="connsiteY5917" fmla="*/ 2035049 h 8402012"/>
              <a:gd name="connsiteX5918" fmla="*/ 12135501 w 21052572"/>
              <a:gd name="connsiteY5918" fmla="*/ 1907166 h 8402012"/>
              <a:gd name="connsiteX5919" fmla="*/ 12129052 w 21052572"/>
              <a:gd name="connsiteY5919" fmla="*/ 1849134 h 8402012"/>
              <a:gd name="connsiteX5920" fmla="*/ 12431051 w 21052572"/>
              <a:gd name="connsiteY5920" fmla="*/ 1829790 h 8402012"/>
              <a:gd name="connsiteX5921" fmla="*/ 12276290 w 21052572"/>
              <a:gd name="connsiteY5921" fmla="*/ 1868478 h 8402012"/>
              <a:gd name="connsiteX5922" fmla="*/ 12353670 w 21052572"/>
              <a:gd name="connsiteY5922" fmla="*/ 1920063 h 8402012"/>
              <a:gd name="connsiteX5923" fmla="*/ 12276290 w 21052572"/>
              <a:gd name="connsiteY5923" fmla="*/ 1983465 h 8402012"/>
              <a:gd name="connsiteX5924" fmla="*/ 12327877 w 21052572"/>
              <a:gd name="connsiteY5924" fmla="*/ 2041497 h 8402012"/>
              <a:gd name="connsiteX5925" fmla="*/ 12623427 w 21052572"/>
              <a:gd name="connsiteY5925" fmla="*/ 2002809 h 8402012"/>
              <a:gd name="connsiteX5926" fmla="*/ 12802906 w 21052572"/>
              <a:gd name="connsiteY5926" fmla="*/ 1989913 h 8402012"/>
              <a:gd name="connsiteX5927" fmla="*/ 13001731 w 21052572"/>
              <a:gd name="connsiteY5927" fmla="*/ 1977018 h 8402012"/>
              <a:gd name="connsiteX5928" fmla="*/ 13103830 w 21052572"/>
              <a:gd name="connsiteY5928" fmla="*/ 1977018 h 8402012"/>
              <a:gd name="connsiteX5929" fmla="*/ 13168314 w 21052572"/>
              <a:gd name="connsiteY5929" fmla="*/ 1970570 h 8402012"/>
              <a:gd name="connsiteX5930" fmla="*/ 13174762 w 21052572"/>
              <a:gd name="connsiteY5930" fmla="*/ 2002809 h 8402012"/>
              <a:gd name="connsiteX5931" fmla="*/ 13123175 w 21052572"/>
              <a:gd name="connsiteY5931" fmla="*/ 2002809 h 8402012"/>
              <a:gd name="connsiteX5932" fmla="*/ 13213452 w 21052572"/>
              <a:gd name="connsiteY5932" fmla="*/ 2054393 h 8402012"/>
              <a:gd name="connsiteX5933" fmla="*/ 13252142 w 21052572"/>
              <a:gd name="connsiteY5933" fmla="*/ 2073737 h 8402012"/>
              <a:gd name="connsiteX5934" fmla="*/ 13309103 w 21052572"/>
              <a:gd name="connsiteY5934" fmla="*/ 2086632 h 8402012"/>
              <a:gd name="connsiteX5935" fmla="*/ 13399380 w 21052572"/>
              <a:gd name="connsiteY5935" fmla="*/ 2067288 h 8402012"/>
              <a:gd name="connsiteX5936" fmla="*/ 13470312 w 21052572"/>
              <a:gd name="connsiteY5936" fmla="*/ 2054393 h 8402012"/>
              <a:gd name="connsiteX5937" fmla="*/ 13617550 w 21052572"/>
              <a:gd name="connsiteY5937" fmla="*/ 2035049 h 8402012"/>
              <a:gd name="connsiteX5938" fmla="*/ 13572411 w 21052572"/>
              <a:gd name="connsiteY5938" fmla="*/ 1970570 h 8402012"/>
              <a:gd name="connsiteX5939" fmla="*/ 13675585 w 21052572"/>
              <a:gd name="connsiteY5939" fmla="*/ 1983465 h 8402012"/>
              <a:gd name="connsiteX5940" fmla="*/ 13636895 w 21052572"/>
              <a:gd name="connsiteY5940" fmla="*/ 2015705 h 8402012"/>
              <a:gd name="connsiteX5941" fmla="*/ 13675585 w 21052572"/>
              <a:gd name="connsiteY5941" fmla="*/ 2060841 h 8402012"/>
              <a:gd name="connsiteX5942" fmla="*/ 13713200 w 21052572"/>
              <a:gd name="connsiteY5942" fmla="*/ 2035049 h 8402012"/>
              <a:gd name="connsiteX5943" fmla="*/ 13751891 w 21052572"/>
              <a:gd name="connsiteY5943" fmla="*/ 2060841 h 8402012"/>
              <a:gd name="connsiteX5944" fmla="*/ 13797029 w 21052572"/>
              <a:gd name="connsiteY5944" fmla="*/ 2067288 h 8402012"/>
              <a:gd name="connsiteX5945" fmla="*/ 13777684 w 21052572"/>
              <a:gd name="connsiteY5945" fmla="*/ 2093081 h 8402012"/>
              <a:gd name="connsiteX5946" fmla="*/ 13680959 w 21052572"/>
              <a:gd name="connsiteY5946" fmla="*/ 2099528 h 8402012"/>
              <a:gd name="connsiteX5947" fmla="*/ 13444518 w 21052572"/>
              <a:gd name="connsiteY5947" fmla="*/ 2112430 h 8402012"/>
              <a:gd name="connsiteX5948" fmla="*/ 13328448 w 21052572"/>
              <a:gd name="connsiteY5948" fmla="*/ 2118874 h 8402012"/>
              <a:gd name="connsiteX5949" fmla="*/ 13239246 w 21052572"/>
              <a:gd name="connsiteY5949" fmla="*/ 2151111 h 8402012"/>
              <a:gd name="connsiteX5950" fmla="*/ 13322000 w 21052572"/>
              <a:gd name="connsiteY5950" fmla="*/ 2195172 h 8402012"/>
              <a:gd name="connsiteX5951" fmla="*/ 13284384 w 21052572"/>
              <a:gd name="connsiteY5951" fmla="*/ 2220961 h 8402012"/>
              <a:gd name="connsiteX5952" fmla="*/ 13207004 w 21052572"/>
              <a:gd name="connsiteY5952" fmla="*/ 2220961 h 8402012"/>
              <a:gd name="connsiteX5953" fmla="*/ 13181210 w 21052572"/>
              <a:gd name="connsiteY5953" fmla="*/ 2151111 h 8402012"/>
              <a:gd name="connsiteX5954" fmla="*/ 12859867 w 21052572"/>
              <a:gd name="connsiteY5954" fmla="*/ 2188728 h 8402012"/>
              <a:gd name="connsiteX5955" fmla="*/ 12693284 w 21052572"/>
              <a:gd name="connsiteY5955" fmla="*/ 2208069 h 8402012"/>
              <a:gd name="connsiteX5956" fmla="*/ 12597633 w 21052572"/>
              <a:gd name="connsiteY5956" fmla="*/ 2240307 h 8402012"/>
              <a:gd name="connsiteX5957" fmla="*/ 12591185 w 21052572"/>
              <a:gd name="connsiteY5957" fmla="*/ 2311236 h 8402012"/>
              <a:gd name="connsiteX5958" fmla="*/ 12546046 w 21052572"/>
              <a:gd name="connsiteY5958" fmla="*/ 2324131 h 8402012"/>
              <a:gd name="connsiteX5959" fmla="*/ 12385912 w 21052572"/>
              <a:gd name="connsiteY5959" fmla="*/ 2343474 h 8402012"/>
              <a:gd name="connsiteX5960" fmla="*/ 12071017 w 21052572"/>
              <a:gd name="connsiteY5960" fmla="*/ 2406870 h 8402012"/>
              <a:gd name="connsiteX5961" fmla="*/ 11430479 w 21052572"/>
              <a:gd name="connsiteY5961" fmla="*/ 2561628 h 8402012"/>
              <a:gd name="connsiteX5962" fmla="*/ 11141378 w 21052572"/>
              <a:gd name="connsiteY5962" fmla="*/ 2618587 h 8402012"/>
              <a:gd name="connsiteX5963" fmla="*/ 11089791 w 21052572"/>
              <a:gd name="connsiteY5963" fmla="*/ 2631480 h 8402012"/>
              <a:gd name="connsiteX5964" fmla="*/ 11070446 w 21052572"/>
              <a:gd name="connsiteY5964" fmla="*/ 2689511 h 8402012"/>
              <a:gd name="connsiteX5965" fmla="*/ 10961898 w 21052572"/>
              <a:gd name="connsiteY5965" fmla="*/ 2676615 h 8402012"/>
              <a:gd name="connsiteX5966" fmla="*/ 10961898 w 21052572"/>
              <a:gd name="connsiteY5966" fmla="*/ 2741094 h 8402012"/>
              <a:gd name="connsiteX5967" fmla="*/ 10750177 w 21052572"/>
              <a:gd name="connsiteY5967" fmla="*/ 2785149 h 8402012"/>
              <a:gd name="connsiteX5968" fmla="*/ 10916760 w 21052572"/>
              <a:gd name="connsiteY5968" fmla="*/ 2752914 h 8402012"/>
              <a:gd name="connsiteX5969" fmla="*/ 11070446 w 21052572"/>
              <a:gd name="connsiteY5969" fmla="*/ 2715302 h 8402012"/>
              <a:gd name="connsiteX5970" fmla="*/ 11398238 w 21052572"/>
              <a:gd name="connsiteY5970" fmla="*/ 2650824 h 8402012"/>
              <a:gd name="connsiteX5971" fmla="*/ 12071017 w 21052572"/>
              <a:gd name="connsiteY5971" fmla="*/ 2497149 h 8402012"/>
              <a:gd name="connsiteX5972" fmla="*/ 12090362 w 21052572"/>
              <a:gd name="connsiteY5972" fmla="*/ 2554106 h 8402012"/>
              <a:gd name="connsiteX5973" fmla="*/ 12090362 w 21052572"/>
              <a:gd name="connsiteY5973" fmla="*/ 2497149 h 8402012"/>
              <a:gd name="connsiteX5974" fmla="*/ 12135501 w 21052572"/>
              <a:gd name="connsiteY5974" fmla="*/ 2484256 h 8402012"/>
              <a:gd name="connsiteX5975" fmla="*/ 12206433 w 21052572"/>
              <a:gd name="connsiteY5975" fmla="*/ 2477804 h 8402012"/>
              <a:gd name="connsiteX5976" fmla="*/ 12187087 w 21052572"/>
              <a:gd name="connsiteY5976" fmla="*/ 2510046 h 8402012"/>
              <a:gd name="connsiteX5977" fmla="*/ 12219329 w 21052572"/>
              <a:gd name="connsiteY5977" fmla="*/ 2522941 h 8402012"/>
              <a:gd name="connsiteX5978" fmla="*/ 12340773 w 21052572"/>
              <a:gd name="connsiteY5978" fmla="*/ 2432672 h 8402012"/>
              <a:gd name="connsiteX5979" fmla="*/ 12565391 w 21052572"/>
              <a:gd name="connsiteY5979" fmla="*/ 2387533 h 8402012"/>
              <a:gd name="connsiteX5980" fmla="*/ 12654594 w 21052572"/>
              <a:gd name="connsiteY5980" fmla="*/ 2374638 h 8402012"/>
              <a:gd name="connsiteX5981" fmla="*/ 12719078 w 21052572"/>
              <a:gd name="connsiteY5981" fmla="*/ 2400427 h 8402012"/>
              <a:gd name="connsiteX5982" fmla="*/ 12950144 w 21052572"/>
              <a:gd name="connsiteY5982" fmla="*/ 2374638 h 8402012"/>
              <a:gd name="connsiteX5983" fmla="*/ 13880858 w 21052572"/>
              <a:gd name="connsiteY5983" fmla="*/ 2337027 h 8402012"/>
              <a:gd name="connsiteX5984" fmla="*/ 13803477 w 21052572"/>
              <a:gd name="connsiteY5984" fmla="*/ 2348847 h 8402012"/>
              <a:gd name="connsiteX5985" fmla="*/ 13822823 w 21052572"/>
              <a:gd name="connsiteY5985" fmla="*/ 2381086 h 8402012"/>
              <a:gd name="connsiteX5986" fmla="*/ 13732545 w 21052572"/>
              <a:gd name="connsiteY5986" fmla="*/ 2445566 h 8402012"/>
              <a:gd name="connsiteX5987" fmla="*/ 13694930 w 21052572"/>
              <a:gd name="connsiteY5987" fmla="*/ 2497149 h 8402012"/>
              <a:gd name="connsiteX5988" fmla="*/ 13738994 w 21052572"/>
              <a:gd name="connsiteY5988" fmla="*/ 2471358 h 8402012"/>
              <a:gd name="connsiteX5989" fmla="*/ 13784132 w 21052572"/>
              <a:gd name="connsiteY5989" fmla="*/ 2497149 h 8402012"/>
              <a:gd name="connsiteX5990" fmla="*/ 13848616 w 21052572"/>
              <a:gd name="connsiteY5990" fmla="*/ 2471358 h 8402012"/>
              <a:gd name="connsiteX5991" fmla="*/ 13867961 w 21052572"/>
              <a:gd name="connsiteY5991" fmla="*/ 2381086 h 8402012"/>
              <a:gd name="connsiteX5992" fmla="*/ 13893755 w 21052572"/>
              <a:gd name="connsiteY5992" fmla="*/ 2361740 h 8402012"/>
              <a:gd name="connsiteX5993" fmla="*/ 13905577 w 21052572"/>
              <a:gd name="connsiteY5993" fmla="*/ 2317683 h 8402012"/>
              <a:gd name="connsiteX5994" fmla="*/ 13976509 w 21052572"/>
              <a:gd name="connsiteY5994" fmla="*/ 2304791 h 8402012"/>
              <a:gd name="connsiteX5995" fmla="*/ 14099027 w 21052572"/>
              <a:gd name="connsiteY5995" fmla="*/ 2291889 h 8402012"/>
              <a:gd name="connsiteX5996" fmla="*/ 14201127 w 21052572"/>
              <a:gd name="connsiteY5996" fmla="*/ 2285443 h 8402012"/>
              <a:gd name="connsiteX5997" fmla="*/ 14212411 w 21052572"/>
              <a:gd name="connsiteY5997" fmla="*/ 2324803 h 8402012"/>
              <a:gd name="connsiteX5998" fmla="*/ 14213855 w 21052572"/>
              <a:gd name="connsiteY5998" fmla="*/ 2363672 h 8402012"/>
              <a:gd name="connsiteX5999" fmla="*/ 14217894 w 21052572"/>
              <a:gd name="connsiteY5999" fmla="*/ 2366503 h 8402012"/>
              <a:gd name="connsiteX6000" fmla="*/ 14199932 w 21052572"/>
              <a:gd name="connsiteY6000" fmla="*/ 2366503 h 8402012"/>
              <a:gd name="connsiteX6001" fmla="*/ 14204446 w 21052572"/>
              <a:gd name="connsiteY6001" fmla="*/ 2363340 h 8402012"/>
              <a:gd name="connsiteX6002" fmla="*/ 14169506 w 21052572"/>
              <a:gd name="connsiteY6002" fmla="*/ 2345640 h 8402012"/>
              <a:gd name="connsiteX6003" fmla="*/ 14034544 w 21052572"/>
              <a:gd name="connsiteY6003" fmla="*/ 2337027 h 8402012"/>
              <a:gd name="connsiteX6004" fmla="*/ 14110849 w 21052572"/>
              <a:gd name="connsiteY6004" fmla="*/ 2368190 h 8402012"/>
              <a:gd name="connsiteX6005" fmla="*/ 14073234 w 21052572"/>
              <a:gd name="connsiteY6005" fmla="*/ 2419778 h 8402012"/>
              <a:gd name="connsiteX6006" fmla="*/ 14015199 w 21052572"/>
              <a:gd name="connsiteY6006" fmla="*/ 2497149 h 8402012"/>
              <a:gd name="connsiteX6007" fmla="*/ 14073234 w 21052572"/>
              <a:gd name="connsiteY6007" fmla="*/ 2522941 h 8402012"/>
              <a:gd name="connsiteX6008" fmla="*/ 14091504 w 21052572"/>
              <a:gd name="connsiteY6008" fmla="*/ 2464911 h 8402012"/>
              <a:gd name="connsiteX6009" fmla="*/ 14130195 w 21052572"/>
              <a:gd name="connsiteY6009" fmla="*/ 2529389 h 8402012"/>
              <a:gd name="connsiteX6010" fmla="*/ 14188230 w 21052572"/>
              <a:gd name="connsiteY6010" fmla="*/ 2497149 h 8402012"/>
              <a:gd name="connsiteX6011" fmla="*/ 14143091 w 21052572"/>
              <a:gd name="connsiteY6011" fmla="*/ 2497149 h 8402012"/>
              <a:gd name="connsiteX6012" fmla="*/ 14143091 w 21052572"/>
              <a:gd name="connsiteY6012" fmla="*/ 2432672 h 8402012"/>
              <a:gd name="connsiteX6013" fmla="*/ 14259162 w 21052572"/>
              <a:gd name="connsiteY6013" fmla="*/ 2477804 h 8402012"/>
              <a:gd name="connsiteX6014" fmla="*/ 14233368 w 21052572"/>
              <a:gd name="connsiteY6014" fmla="*/ 2522941 h 8402012"/>
              <a:gd name="connsiteX6015" fmla="*/ 14278507 w 21052572"/>
              <a:gd name="connsiteY6015" fmla="*/ 2542284 h 8402012"/>
              <a:gd name="connsiteX6016" fmla="*/ 14284955 w 21052572"/>
              <a:gd name="connsiteY6016" fmla="*/ 2464911 h 8402012"/>
              <a:gd name="connsiteX6017" fmla="*/ 14348364 w 21052572"/>
              <a:gd name="connsiteY6017" fmla="*/ 2458463 h 8402012"/>
              <a:gd name="connsiteX6018" fmla="*/ 14374158 w 21052572"/>
              <a:gd name="connsiteY6018" fmla="*/ 2484256 h 8402012"/>
              <a:gd name="connsiteX6019" fmla="*/ 14316122 w 21052572"/>
              <a:gd name="connsiteY6019" fmla="*/ 2497149 h 8402012"/>
              <a:gd name="connsiteX6020" fmla="*/ 14322571 w 21052572"/>
              <a:gd name="connsiteY6020" fmla="*/ 2554106 h 8402012"/>
              <a:gd name="connsiteX6021" fmla="*/ 14534292 w 21052572"/>
              <a:gd name="connsiteY6021" fmla="*/ 2547657 h 8402012"/>
              <a:gd name="connsiteX6022" fmla="*/ 14393503 w 21052572"/>
              <a:gd name="connsiteY6022" fmla="*/ 2510046 h 8402012"/>
              <a:gd name="connsiteX6023" fmla="*/ 14637466 w 21052572"/>
              <a:gd name="connsiteY6023" fmla="*/ 2510046 h 8402012"/>
              <a:gd name="connsiteX6024" fmla="*/ 14579431 w 21052572"/>
              <a:gd name="connsiteY6024" fmla="*/ 2605690 h 8402012"/>
              <a:gd name="connsiteX6025" fmla="*/ 14637466 w 21052572"/>
              <a:gd name="connsiteY6025" fmla="*/ 2644376 h 8402012"/>
              <a:gd name="connsiteX6026" fmla="*/ 14079682 w 21052572"/>
              <a:gd name="connsiteY6026" fmla="*/ 2561628 h 8402012"/>
              <a:gd name="connsiteX6027" fmla="*/ 13809926 w 21052572"/>
              <a:gd name="connsiteY6027" fmla="*/ 2535836 h 8402012"/>
              <a:gd name="connsiteX6028" fmla="*/ 13700304 w 21052572"/>
              <a:gd name="connsiteY6028" fmla="*/ 2535836 h 8402012"/>
              <a:gd name="connsiteX6029" fmla="*/ 13688482 w 21052572"/>
              <a:gd name="connsiteY6029" fmla="*/ 2419778 h 8402012"/>
              <a:gd name="connsiteX6030" fmla="*/ 13438070 w 21052572"/>
              <a:gd name="connsiteY6030" fmla="*/ 2432672 h 8402012"/>
              <a:gd name="connsiteX6031" fmla="*/ 13499431 w 21052572"/>
              <a:gd name="connsiteY6031" fmla="*/ 2462859 h 8402012"/>
              <a:gd name="connsiteX6032" fmla="*/ 13505185 w 21052572"/>
              <a:gd name="connsiteY6032" fmla="*/ 2450516 h 8402012"/>
              <a:gd name="connsiteX6033" fmla="*/ 13516412 w 21052572"/>
              <a:gd name="connsiteY6033" fmla="*/ 2464962 h 8402012"/>
              <a:gd name="connsiteX6034" fmla="*/ 13512292 w 21052572"/>
              <a:gd name="connsiteY6034" fmla="*/ 2468496 h 8402012"/>
              <a:gd name="connsiteX6035" fmla="*/ 13538725 w 21052572"/>
              <a:gd name="connsiteY6035" fmla="*/ 2478915 h 8402012"/>
              <a:gd name="connsiteX6036" fmla="*/ 13572411 w 21052572"/>
              <a:gd name="connsiteY6036" fmla="*/ 2484256 h 8402012"/>
              <a:gd name="connsiteX6037" fmla="*/ 13636895 w 21052572"/>
              <a:gd name="connsiteY6037" fmla="*/ 2522941 h 8402012"/>
              <a:gd name="connsiteX6038" fmla="*/ 13392932 w 21052572"/>
              <a:gd name="connsiteY6038" fmla="*/ 2522941 h 8402012"/>
              <a:gd name="connsiteX6039" fmla="*/ 13399380 w 21052572"/>
              <a:gd name="connsiteY6039" fmla="*/ 2464911 h 8402012"/>
              <a:gd name="connsiteX6040" fmla="*/ 13403724 w 21052572"/>
              <a:gd name="connsiteY6040" fmla="*/ 2467517 h 8402012"/>
              <a:gd name="connsiteX6041" fmla="*/ 13403655 w 21052572"/>
              <a:gd name="connsiteY6041" fmla="*/ 2467412 h 8402012"/>
              <a:gd name="connsiteX6042" fmla="*/ 13412636 w 21052572"/>
              <a:gd name="connsiteY6042" fmla="*/ 2452532 h 8402012"/>
              <a:gd name="connsiteX6043" fmla="*/ 13413461 w 21052572"/>
              <a:gd name="connsiteY6043" fmla="*/ 2453899 h 8402012"/>
              <a:gd name="connsiteX6044" fmla="*/ 13409959 w 21052572"/>
              <a:gd name="connsiteY6044" fmla="*/ 2446573 h 8402012"/>
              <a:gd name="connsiteX6045" fmla="*/ 13380035 w 21052572"/>
              <a:gd name="connsiteY6045" fmla="*/ 2393980 h 8402012"/>
              <a:gd name="connsiteX6046" fmla="*/ 13302654 w 21052572"/>
              <a:gd name="connsiteY6046" fmla="*/ 2400427 h 8402012"/>
              <a:gd name="connsiteX6047" fmla="*/ 13252142 w 21052572"/>
              <a:gd name="connsiteY6047" fmla="*/ 2400427 h 8402012"/>
              <a:gd name="connsiteX6048" fmla="*/ 13239246 w 21052572"/>
              <a:gd name="connsiteY6048" fmla="*/ 2497149 h 8402012"/>
              <a:gd name="connsiteX6049" fmla="*/ 13284384 w 21052572"/>
              <a:gd name="connsiteY6049" fmla="*/ 2464911 h 8402012"/>
              <a:gd name="connsiteX6050" fmla="*/ 13296206 w 21052572"/>
              <a:gd name="connsiteY6050" fmla="*/ 2522941 h 8402012"/>
              <a:gd name="connsiteX6051" fmla="*/ 13200555 w 21052572"/>
              <a:gd name="connsiteY6051" fmla="*/ 2510046 h 8402012"/>
              <a:gd name="connsiteX6052" fmla="*/ 13213452 w 21052572"/>
              <a:gd name="connsiteY6052" fmla="*/ 2452014 h 8402012"/>
              <a:gd name="connsiteX6053" fmla="*/ 13174762 w 21052572"/>
              <a:gd name="connsiteY6053" fmla="*/ 2406870 h 8402012"/>
              <a:gd name="connsiteX6054" fmla="*/ 13090933 w 21052572"/>
              <a:gd name="connsiteY6054" fmla="*/ 2426225 h 8402012"/>
              <a:gd name="connsiteX6055" fmla="*/ 12892109 w 21052572"/>
              <a:gd name="connsiteY6055" fmla="*/ 2464911 h 8402012"/>
              <a:gd name="connsiteX6056" fmla="*/ 12680387 w 21052572"/>
              <a:gd name="connsiteY6056" fmla="*/ 2484256 h 8402012"/>
              <a:gd name="connsiteX6057" fmla="*/ 12500908 w 21052572"/>
              <a:gd name="connsiteY6057" fmla="*/ 2535836 h 8402012"/>
              <a:gd name="connsiteX6058" fmla="*/ 12546046 w 21052572"/>
              <a:gd name="connsiteY6058" fmla="*/ 2566999 h 8402012"/>
              <a:gd name="connsiteX6059" fmla="*/ 12526701 w 21052572"/>
              <a:gd name="connsiteY6059" fmla="*/ 2599243 h 8402012"/>
              <a:gd name="connsiteX6060" fmla="*/ 13675585 w 21052572"/>
              <a:gd name="connsiteY6060" fmla="*/ 2612137 h 8402012"/>
              <a:gd name="connsiteX6061" fmla="*/ 13483209 w 21052572"/>
              <a:gd name="connsiteY6061" fmla="*/ 2631480 h 8402012"/>
              <a:gd name="connsiteX6062" fmla="*/ 13405828 w 21052572"/>
              <a:gd name="connsiteY6062" fmla="*/ 2644376 h 8402012"/>
              <a:gd name="connsiteX6063" fmla="*/ 13392932 w 21052572"/>
              <a:gd name="connsiteY6063" fmla="*/ 2708855 h 8402012"/>
              <a:gd name="connsiteX6064" fmla="*/ 13598205 w 21052572"/>
              <a:gd name="connsiteY6064" fmla="*/ 2689511 h 8402012"/>
              <a:gd name="connsiteX6065" fmla="*/ 13675585 w 21052572"/>
              <a:gd name="connsiteY6065" fmla="*/ 2657271 h 8402012"/>
              <a:gd name="connsiteX6066" fmla="*/ 13764787 w 21052572"/>
              <a:gd name="connsiteY6066" fmla="*/ 2612137 h 8402012"/>
              <a:gd name="connsiteX6067" fmla="*/ 13867961 w 21052572"/>
              <a:gd name="connsiteY6067" fmla="*/ 2605690 h 8402012"/>
              <a:gd name="connsiteX6068" fmla="*/ 13950715 w 21052572"/>
              <a:gd name="connsiteY6068" fmla="*/ 2618587 h 8402012"/>
              <a:gd name="connsiteX6069" fmla="*/ 13893755 w 21052572"/>
              <a:gd name="connsiteY6069" fmla="*/ 2644376 h 8402012"/>
              <a:gd name="connsiteX6070" fmla="*/ 13829271 w 21052572"/>
              <a:gd name="connsiteY6070" fmla="*/ 2644376 h 8402012"/>
              <a:gd name="connsiteX6071" fmla="*/ 13732545 w 21052572"/>
              <a:gd name="connsiteY6071" fmla="*/ 2670168 h 8402012"/>
              <a:gd name="connsiteX6072" fmla="*/ 13764787 w 21052572"/>
              <a:gd name="connsiteY6072" fmla="*/ 2702408 h 8402012"/>
              <a:gd name="connsiteX6073" fmla="*/ 13874409 w 21052572"/>
              <a:gd name="connsiteY6073" fmla="*/ 2695958 h 8402012"/>
              <a:gd name="connsiteX6074" fmla="*/ 14110849 w 21052572"/>
              <a:gd name="connsiteY6074" fmla="*/ 2676615 h 8402012"/>
              <a:gd name="connsiteX6075" fmla="*/ 14110849 w 21052572"/>
              <a:gd name="connsiteY6075" fmla="*/ 2741094 h 8402012"/>
              <a:gd name="connsiteX6076" fmla="*/ 14155988 w 21052572"/>
              <a:gd name="connsiteY6076" fmla="*/ 2741094 h 8402012"/>
              <a:gd name="connsiteX6077" fmla="*/ 14246265 w 21052572"/>
              <a:gd name="connsiteY6077" fmla="*/ 2747539 h 8402012"/>
              <a:gd name="connsiteX6078" fmla="*/ 14425745 w 21052572"/>
              <a:gd name="connsiteY6078" fmla="*/ 2752914 h 8402012"/>
              <a:gd name="connsiteX6079" fmla="*/ 14592327 w 21052572"/>
              <a:gd name="connsiteY6079" fmla="*/ 2766883 h 8402012"/>
              <a:gd name="connsiteX6080" fmla="*/ 14637466 w 21052572"/>
              <a:gd name="connsiteY6080" fmla="*/ 2830301 h 8402012"/>
              <a:gd name="connsiteX6081" fmla="*/ 14326333 w 21052572"/>
              <a:gd name="connsiteY6081" fmla="*/ 2801257 h 8402012"/>
              <a:gd name="connsiteX6082" fmla="*/ 14262063 w 21052572"/>
              <a:gd name="connsiteY6082" fmla="*/ 2796778 h 8402012"/>
              <a:gd name="connsiteX6083" fmla="*/ 14275019 w 21052572"/>
              <a:gd name="connsiteY6083" fmla="*/ 2805263 h 8402012"/>
              <a:gd name="connsiteX6084" fmla="*/ 14279510 w 21052572"/>
              <a:gd name="connsiteY6084" fmla="*/ 2828558 h 8402012"/>
              <a:gd name="connsiteX6085" fmla="*/ 14266038 w 21052572"/>
              <a:gd name="connsiteY6085" fmla="*/ 2819735 h 8402012"/>
              <a:gd name="connsiteX6086" fmla="*/ 14261607 w 21052572"/>
              <a:gd name="connsiteY6086" fmla="*/ 2796747 h 8402012"/>
              <a:gd name="connsiteX6087" fmla="*/ 14170161 w 21052572"/>
              <a:gd name="connsiteY6087" fmla="*/ 2790378 h 8402012"/>
              <a:gd name="connsiteX6088" fmla="*/ 14015199 w 21052572"/>
              <a:gd name="connsiteY6088" fmla="*/ 2772256 h 8402012"/>
              <a:gd name="connsiteX6089" fmla="*/ 13758339 w 21052572"/>
              <a:gd name="connsiteY6089" fmla="*/ 2785149 h 8402012"/>
              <a:gd name="connsiteX6090" fmla="*/ 13713200 w 21052572"/>
              <a:gd name="connsiteY6090" fmla="*/ 2766883 h 8402012"/>
              <a:gd name="connsiteX6091" fmla="*/ 13662688 w 21052572"/>
              <a:gd name="connsiteY6091" fmla="*/ 2752914 h 8402012"/>
              <a:gd name="connsiteX6092" fmla="*/ 13598205 w 21052572"/>
              <a:gd name="connsiteY6092" fmla="*/ 2798035 h 8402012"/>
              <a:gd name="connsiteX6093" fmla="*/ 13572411 w 21052572"/>
              <a:gd name="connsiteY6093" fmla="*/ 2741094 h 8402012"/>
              <a:gd name="connsiteX6094" fmla="*/ 13431622 w 21052572"/>
              <a:gd name="connsiteY6094" fmla="*/ 2798035 h 8402012"/>
              <a:gd name="connsiteX6095" fmla="*/ 13239246 w 21052572"/>
              <a:gd name="connsiteY6095" fmla="*/ 2785149 h 8402012"/>
              <a:gd name="connsiteX6096" fmla="*/ 13252142 w 21052572"/>
              <a:gd name="connsiteY6096" fmla="*/ 2772256 h 8402012"/>
              <a:gd name="connsiteX6097" fmla="*/ 13194107 w 21052572"/>
              <a:gd name="connsiteY6097" fmla="*/ 2766883 h 8402012"/>
              <a:gd name="connsiteX6098" fmla="*/ 13103830 w 21052572"/>
              <a:gd name="connsiteY6098" fmla="*/ 2772256 h 8402012"/>
              <a:gd name="connsiteX6099" fmla="*/ 12982386 w 21052572"/>
              <a:gd name="connsiteY6099" fmla="*/ 2830301 h 8402012"/>
              <a:gd name="connsiteX6100" fmla="*/ 12790010 w 21052572"/>
              <a:gd name="connsiteY6100" fmla="*/ 2791595 h 8402012"/>
              <a:gd name="connsiteX6101" fmla="*/ 12654594 w 21052572"/>
              <a:gd name="connsiteY6101" fmla="*/ 2862535 h 8402012"/>
              <a:gd name="connsiteX6102" fmla="*/ 12546046 w 21052572"/>
              <a:gd name="connsiteY6102" fmla="*/ 2836748 h 8402012"/>
              <a:gd name="connsiteX6103" fmla="*/ 12456844 w 21052572"/>
              <a:gd name="connsiteY6103" fmla="*/ 2894774 h 8402012"/>
              <a:gd name="connsiteX6104" fmla="*/ 12340773 w 21052572"/>
              <a:gd name="connsiteY6104" fmla="*/ 2901221 h 8402012"/>
              <a:gd name="connsiteX6105" fmla="*/ 12219329 w 21052572"/>
              <a:gd name="connsiteY6105" fmla="*/ 2907666 h 8402012"/>
              <a:gd name="connsiteX6106" fmla="*/ 12232226 w 21052572"/>
              <a:gd name="connsiteY6106" fmla="*/ 2888327 h 8402012"/>
              <a:gd name="connsiteX6107" fmla="*/ 12090362 w 21052572"/>
              <a:gd name="connsiteY6107" fmla="*/ 2888327 h 8402012"/>
              <a:gd name="connsiteX6108" fmla="*/ 12058120 w 21052572"/>
              <a:gd name="connsiteY6108" fmla="*/ 2958175 h 8402012"/>
              <a:gd name="connsiteX6109" fmla="*/ 11981815 w 21052572"/>
              <a:gd name="connsiteY6109" fmla="*/ 2964624 h 8402012"/>
              <a:gd name="connsiteX6110" fmla="*/ 11808783 w 21052572"/>
              <a:gd name="connsiteY6110" fmla="*/ 3029103 h 8402012"/>
              <a:gd name="connsiteX6111" fmla="*/ 12167742 w 21052572"/>
              <a:gd name="connsiteY6111" fmla="*/ 3048447 h 8402012"/>
              <a:gd name="connsiteX6112" fmla="*/ 12174191 w 21052572"/>
              <a:gd name="connsiteY6112" fmla="*/ 2983968 h 8402012"/>
              <a:gd name="connsiteX6113" fmla="*/ 12238674 w 21052572"/>
              <a:gd name="connsiteY6113" fmla="*/ 2983968 h 8402012"/>
              <a:gd name="connsiteX6114" fmla="*/ 12219329 w 21052572"/>
              <a:gd name="connsiteY6114" fmla="*/ 3067798 h 8402012"/>
              <a:gd name="connsiteX6115" fmla="*/ 12295635 w 21052572"/>
              <a:gd name="connsiteY6115" fmla="*/ 3061340 h 8402012"/>
              <a:gd name="connsiteX6116" fmla="*/ 12539598 w 21052572"/>
              <a:gd name="connsiteY6116" fmla="*/ 2983968 h 8402012"/>
              <a:gd name="connsiteX6117" fmla="*/ 12662117 w 21052572"/>
              <a:gd name="connsiteY6117" fmla="*/ 2977523 h 8402012"/>
              <a:gd name="connsiteX6118" fmla="*/ 12764216 w 21052572"/>
              <a:gd name="connsiteY6118" fmla="*/ 3022655 h 8402012"/>
              <a:gd name="connsiteX6119" fmla="*/ 12769727 w 21052572"/>
              <a:gd name="connsiteY6119" fmla="*/ 3023950 h 8402012"/>
              <a:gd name="connsiteX6120" fmla="*/ 12759050 w 21052572"/>
              <a:gd name="connsiteY6120" fmla="*/ 3014790 h 8402012"/>
              <a:gd name="connsiteX6121" fmla="*/ 12777012 w 21052572"/>
              <a:gd name="connsiteY6121" fmla="*/ 3014790 h 8402012"/>
              <a:gd name="connsiteX6122" fmla="*/ 12770482 w 21052572"/>
              <a:gd name="connsiteY6122" fmla="*/ 3024128 h 8402012"/>
              <a:gd name="connsiteX6123" fmla="*/ 12794225 w 21052572"/>
              <a:gd name="connsiteY6123" fmla="*/ 3029707 h 8402012"/>
              <a:gd name="connsiteX6124" fmla="*/ 12885660 w 21052572"/>
              <a:gd name="connsiteY6124" fmla="*/ 3009759 h 8402012"/>
              <a:gd name="connsiteX6125" fmla="*/ 12956592 w 21052572"/>
              <a:gd name="connsiteY6125" fmla="*/ 2983968 h 8402012"/>
              <a:gd name="connsiteX6126" fmla="*/ 13001731 w 21052572"/>
              <a:gd name="connsiteY6126" fmla="*/ 2977523 h 8402012"/>
              <a:gd name="connsiteX6127" fmla="*/ 13021076 w 21052572"/>
              <a:gd name="connsiteY6127" fmla="*/ 2946355 h 8402012"/>
              <a:gd name="connsiteX6128" fmla="*/ 13052814 w 21052572"/>
              <a:gd name="connsiteY6128" fmla="*/ 2962222 h 8402012"/>
              <a:gd name="connsiteX6129" fmla="*/ 13056973 w 21052572"/>
              <a:gd name="connsiteY6129" fmla="*/ 2968159 h 8402012"/>
              <a:gd name="connsiteX6130" fmla="*/ 13059766 w 21052572"/>
              <a:gd name="connsiteY6130" fmla="*/ 2972146 h 8402012"/>
              <a:gd name="connsiteX6131" fmla="*/ 13110278 w 21052572"/>
              <a:gd name="connsiteY6131" fmla="*/ 2972146 h 8402012"/>
              <a:gd name="connsiteX6132" fmla="*/ 13373586 w 21052572"/>
              <a:gd name="connsiteY6132" fmla="*/ 2914116 h 8402012"/>
              <a:gd name="connsiteX6133" fmla="*/ 13636895 w 21052572"/>
              <a:gd name="connsiteY6133" fmla="*/ 2907666 h 8402012"/>
              <a:gd name="connsiteX6134" fmla="*/ 13676487 w 21052572"/>
              <a:gd name="connsiteY6134" fmla="*/ 2893083 h 8402012"/>
              <a:gd name="connsiteX6135" fmla="*/ 13680018 w 21052572"/>
              <a:gd name="connsiteY6135" fmla="*/ 2911699 h 8402012"/>
              <a:gd name="connsiteX6136" fmla="*/ 13694930 w 21052572"/>
              <a:gd name="connsiteY6136" fmla="*/ 2920566 h 8402012"/>
              <a:gd name="connsiteX6137" fmla="*/ 13690094 w 21052572"/>
              <a:gd name="connsiteY6137" fmla="*/ 2897191 h 8402012"/>
              <a:gd name="connsiteX6138" fmla="*/ 13680782 w 21052572"/>
              <a:gd name="connsiteY6138" fmla="*/ 2891501 h 8402012"/>
              <a:gd name="connsiteX6139" fmla="*/ 13695417 w 21052572"/>
              <a:gd name="connsiteY6139" fmla="*/ 2886110 h 8402012"/>
              <a:gd name="connsiteX6140" fmla="*/ 13880858 w 21052572"/>
              <a:gd name="connsiteY6140" fmla="*/ 2862535 h 8402012"/>
              <a:gd name="connsiteX6141" fmla="*/ 13880858 w 21052572"/>
              <a:gd name="connsiteY6141" fmla="*/ 2920566 h 8402012"/>
              <a:gd name="connsiteX6142" fmla="*/ 14393503 w 21052572"/>
              <a:gd name="connsiteY6142" fmla="*/ 2952806 h 8402012"/>
              <a:gd name="connsiteX6143" fmla="*/ 14335467 w 21052572"/>
              <a:gd name="connsiteY6143" fmla="*/ 2888327 h 8402012"/>
              <a:gd name="connsiteX6144" fmla="*/ 14432193 w 21052572"/>
              <a:gd name="connsiteY6144" fmla="*/ 2888327 h 8402012"/>
              <a:gd name="connsiteX6145" fmla="*/ 14470883 w 21052572"/>
              <a:gd name="connsiteY6145" fmla="*/ 2952806 h 8402012"/>
              <a:gd name="connsiteX6146" fmla="*/ 14553637 w 21052572"/>
              <a:gd name="connsiteY6146" fmla="*/ 2972146 h 8402012"/>
              <a:gd name="connsiteX6147" fmla="*/ 14701950 w 21052572"/>
              <a:gd name="connsiteY6147" fmla="*/ 2983968 h 8402012"/>
              <a:gd name="connsiteX6148" fmla="*/ 14938390 w 21052572"/>
              <a:gd name="connsiteY6148" fmla="*/ 3061340 h 8402012"/>
              <a:gd name="connsiteX6149" fmla="*/ 14374158 w 21052572"/>
              <a:gd name="connsiteY6149" fmla="*/ 3029103 h 8402012"/>
              <a:gd name="connsiteX6150" fmla="*/ 14399951 w 21052572"/>
              <a:gd name="connsiteY6150" fmla="*/ 3074240 h 8402012"/>
              <a:gd name="connsiteX6151" fmla="*/ 14220472 w 21052572"/>
              <a:gd name="connsiteY6151" fmla="*/ 3106481 h 8402012"/>
              <a:gd name="connsiteX6152" fmla="*/ 14278507 w 21052572"/>
              <a:gd name="connsiteY6152" fmla="*/ 3074240 h 8402012"/>
              <a:gd name="connsiteX6153" fmla="*/ 14259162 w 21052572"/>
              <a:gd name="connsiteY6153" fmla="*/ 3009759 h 8402012"/>
              <a:gd name="connsiteX6154" fmla="*/ 14194678 w 21052572"/>
              <a:gd name="connsiteY6154" fmla="*/ 3009759 h 8402012"/>
              <a:gd name="connsiteX6155" fmla="*/ 14040992 w 21052572"/>
              <a:gd name="connsiteY6155" fmla="*/ 3003312 h 8402012"/>
              <a:gd name="connsiteX6156" fmla="*/ 13993733 w 21052572"/>
              <a:gd name="connsiteY6156" fmla="*/ 3009219 h 8402012"/>
              <a:gd name="connsiteX6157" fmla="*/ 13976509 w 21052572"/>
              <a:gd name="connsiteY6157" fmla="*/ 3011371 h 8402012"/>
              <a:gd name="connsiteX6158" fmla="*/ 13912025 w 21052572"/>
              <a:gd name="connsiteY6158" fmla="*/ 3009759 h 8402012"/>
              <a:gd name="connsiteX6159" fmla="*/ 13880858 w 21052572"/>
              <a:gd name="connsiteY6159" fmla="*/ 3029103 h 8402012"/>
              <a:gd name="connsiteX6160" fmla="*/ 13816374 w 21052572"/>
              <a:gd name="connsiteY6160" fmla="*/ 3074240 h 8402012"/>
              <a:gd name="connsiteX6161" fmla="*/ 13784132 w 21052572"/>
              <a:gd name="connsiteY6161" fmla="*/ 3048447 h 8402012"/>
              <a:gd name="connsiteX6162" fmla="*/ 13758339 w 21052572"/>
              <a:gd name="connsiteY6162" fmla="*/ 3048447 h 8402012"/>
              <a:gd name="connsiteX6163" fmla="*/ 13662688 w 21052572"/>
              <a:gd name="connsiteY6163" fmla="*/ 3048447 h 8402012"/>
              <a:gd name="connsiteX6164" fmla="*/ 13656240 w 21052572"/>
              <a:gd name="connsiteY6164" fmla="*/ 2983968 h 8402012"/>
              <a:gd name="connsiteX6165" fmla="*/ 13598205 w 21052572"/>
              <a:gd name="connsiteY6165" fmla="*/ 3048447 h 8402012"/>
              <a:gd name="connsiteX6166" fmla="*/ 13598205 w 21052572"/>
              <a:gd name="connsiteY6166" fmla="*/ 2983968 h 8402012"/>
              <a:gd name="connsiteX6167" fmla="*/ 13252142 w 21052572"/>
              <a:gd name="connsiteY6167" fmla="*/ 3042000 h 8402012"/>
              <a:gd name="connsiteX6168" fmla="*/ 12905005 w 21052572"/>
              <a:gd name="connsiteY6168" fmla="*/ 3087134 h 8402012"/>
              <a:gd name="connsiteX6169" fmla="*/ 12263393 w 21052572"/>
              <a:gd name="connsiteY6169" fmla="*/ 3169883 h 8402012"/>
              <a:gd name="connsiteX6170" fmla="*/ 11750748 w 21052572"/>
              <a:gd name="connsiteY6170" fmla="*/ 3234361 h 8402012"/>
              <a:gd name="connsiteX6171" fmla="*/ 11770093 w 21052572"/>
              <a:gd name="connsiteY6171" fmla="*/ 3215019 h 8402012"/>
              <a:gd name="connsiteX6172" fmla="*/ 11737851 w 21052572"/>
              <a:gd name="connsiteY6172" fmla="*/ 3195674 h 8402012"/>
              <a:gd name="connsiteX6173" fmla="*/ 11686264 w 21052572"/>
              <a:gd name="connsiteY6173" fmla="*/ 3273049 h 8402012"/>
              <a:gd name="connsiteX6174" fmla="*/ 11597062 w 21052572"/>
              <a:gd name="connsiteY6174" fmla="*/ 3279496 h 8402012"/>
              <a:gd name="connsiteX6175" fmla="*/ 11564820 w 21052572"/>
              <a:gd name="connsiteY6175" fmla="*/ 3350421 h 8402012"/>
              <a:gd name="connsiteX6176" fmla="*/ 11564820 w 21052572"/>
              <a:gd name="connsiteY6176" fmla="*/ 3260153 h 8402012"/>
              <a:gd name="connsiteX6177" fmla="*/ 11295064 w 21052572"/>
              <a:gd name="connsiteY6177" fmla="*/ 3382670 h 8402012"/>
              <a:gd name="connsiteX6178" fmla="*/ 11199413 w 21052572"/>
              <a:gd name="connsiteY6178" fmla="*/ 3413830 h 8402012"/>
              <a:gd name="connsiteX6179" fmla="*/ 11160723 w 21052572"/>
              <a:gd name="connsiteY6179" fmla="*/ 3388041 h 8402012"/>
              <a:gd name="connsiteX6180" fmla="*/ 11147826 w 21052572"/>
              <a:gd name="connsiteY6180" fmla="*/ 3446069 h 8402012"/>
              <a:gd name="connsiteX6181" fmla="*/ 11083342 w 21052572"/>
              <a:gd name="connsiteY6181" fmla="*/ 3458965 h 8402012"/>
              <a:gd name="connsiteX6182" fmla="*/ 10942553 w 21052572"/>
              <a:gd name="connsiteY6182" fmla="*/ 3510547 h 8402012"/>
              <a:gd name="connsiteX6183" fmla="*/ 10659900 w 21052572"/>
              <a:gd name="connsiteY6183" fmla="*/ 3625537 h 8402012"/>
              <a:gd name="connsiteX6184" fmla="*/ 10058053 w 21052572"/>
              <a:gd name="connsiteY6184" fmla="*/ 3908169 h 8402012"/>
              <a:gd name="connsiteX6185" fmla="*/ 9448682 w 21052572"/>
              <a:gd name="connsiteY6185" fmla="*/ 4196035 h 8402012"/>
              <a:gd name="connsiteX6186" fmla="*/ 9147758 w 21052572"/>
              <a:gd name="connsiteY6186" fmla="*/ 4336814 h 8402012"/>
              <a:gd name="connsiteX6187" fmla="*/ 9025240 w 21052572"/>
              <a:gd name="connsiteY6187" fmla="*/ 4393771 h 8402012"/>
              <a:gd name="connsiteX6188" fmla="*/ 8968279 w 21052572"/>
              <a:gd name="connsiteY6188" fmla="*/ 4426011 h 8402012"/>
              <a:gd name="connsiteX6189" fmla="*/ 8941411 w 21052572"/>
              <a:gd name="connsiteY6189" fmla="*/ 4458250 h 8402012"/>
              <a:gd name="connsiteX6190" fmla="*/ 9243409 w 21052572"/>
              <a:gd name="connsiteY6190" fmla="*/ 4426011 h 8402012"/>
              <a:gd name="connsiteX6191" fmla="*/ 9185374 w 21052572"/>
              <a:gd name="connsiteY6191" fmla="*/ 4381950 h 8402012"/>
              <a:gd name="connsiteX6192" fmla="*/ 9307893 w 21052572"/>
              <a:gd name="connsiteY6192" fmla="*/ 4317471 h 8402012"/>
              <a:gd name="connsiteX6193" fmla="*/ 9435785 w 21052572"/>
              <a:gd name="connsiteY6193" fmla="*/ 4291679 h 8402012"/>
              <a:gd name="connsiteX6194" fmla="*/ 9422889 w 21052572"/>
              <a:gd name="connsiteY6194" fmla="*/ 4304575 h 8402012"/>
              <a:gd name="connsiteX6195" fmla="*/ 9487372 w 21052572"/>
              <a:gd name="connsiteY6195" fmla="*/ 4291679 h 8402012"/>
              <a:gd name="connsiteX6196" fmla="*/ 9584098 w 21052572"/>
              <a:gd name="connsiteY6196" fmla="*/ 4272335 h 8402012"/>
              <a:gd name="connsiteX6197" fmla="*/ 9564753 w 21052572"/>
              <a:gd name="connsiteY6197" fmla="*/ 4214304 h 8402012"/>
              <a:gd name="connsiteX6198" fmla="*/ 9526062 w 21052572"/>
              <a:gd name="connsiteY6198" fmla="*/ 4246544 h 8402012"/>
              <a:gd name="connsiteX6199" fmla="*/ 9551856 w 21052572"/>
              <a:gd name="connsiteY6199" fmla="*/ 4184354 h 8402012"/>
              <a:gd name="connsiteX6200" fmla="*/ 9628162 w 21052572"/>
              <a:gd name="connsiteY6200" fmla="*/ 4177906 h 8402012"/>
              <a:gd name="connsiteX6201" fmla="*/ 9686197 w 21052572"/>
              <a:gd name="connsiteY6201" fmla="*/ 4152114 h 8402012"/>
              <a:gd name="connsiteX6202" fmla="*/ 9705542 w 21052572"/>
              <a:gd name="connsiteY6202" fmla="*/ 4189587 h 8402012"/>
              <a:gd name="connsiteX6203" fmla="*/ 9776474 w 21052572"/>
              <a:gd name="connsiteY6203" fmla="*/ 4177906 h 8402012"/>
              <a:gd name="connsiteX6204" fmla="*/ 9865676 w 21052572"/>
              <a:gd name="connsiteY6204" fmla="*/ 4132769 h 8402012"/>
              <a:gd name="connsiteX6205" fmla="*/ 9904367 w 21052572"/>
              <a:gd name="connsiteY6205" fmla="*/ 4036052 h 8402012"/>
              <a:gd name="connsiteX6206" fmla="*/ 9930340 w 21052572"/>
              <a:gd name="connsiteY6206" fmla="*/ 4033882 h 8402012"/>
              <a:gd name="connsiteX6207" fmla="*/ 9952595 w 21052572"/>
              <a:gd name="connsiteY6207" fmla="*/ 4032023 h 8402012"/>
              <a:gd name="connsiteX6208" fmla="*/ 10000017 w 21052572"/>
              <a:gd name="connsiteY6208" fmla="*/ 4003812 h 8402012"/>
              <a:gd name="connsiteX6209" fmla="*/ 10103191 w 21052572"/>
              <a:gd name="connsiteY6209" fmla="*/ 3990915 h 8402012"/>
              <a:gd name="connsiteX6210" fmla="*/ 10174123 w 21052572"/>
              <a:gd name="connsiteY6210" fmla="*/ 4003812 h 8402012"/>
              <a:gd name="connsiteX6211" fmla="*/ 10462150 w 21052572"/>
              <a:gd name="connsiteY6211" fmla="*/ 3895275 h 8402012"/>
              <a:gd name="connsiteX6212" fmla="*/ 10289119 w 21052572"/>
              <a:gd name="connsiteY6212" fmla="*/ 3998439 h 8402012"/>
              <a:gd name="connsiteX6213" fmla="*/ 10224635 w 21052572"/>
              <a:gd name="connsiteY6213" fmla="*/ 4068293 h 8402012"/>
              <a:gd name="connsiteX6214" fmla="*/ 10148330 w 21052572"/>
              <a:gd name="connsiteY6214" fmla="*/ 4074739 h 8402012"/>
              <a:gd name="connsiteX6215" fmla="*/ 10077398 w 21052572"/>
              <a:gd name="connsiteY6215" fmla="*/ 4145668 h 8402012"/>
              <a:gd name="connsiteX6216" fmla="*/ 9975299 w 21052572"/>
              <a:gd name="connsiteY6216" fmla="*/ 4165011 h 8402012"/>
              <a:gd name="connsiteX6217" fmla="*/ 9904367 w 21052572"/>
              <a:gd name="connsiteY6217" fmla="*/ 4207856 h 8402012"/>
              <a:gd name="connsiteX6218" fmla="*/ 9876156 w 21052572"/>
              <a:gd name="connsiteY6218" fmla="*/ 4212020 h 8402012"/>
              <a:gd name="connsiteX6219" fmla="*/ 9865805 w 21052572"/>
              <a:gd name="connsiteY6219" fmla="*/ 4207797 h 8402012"/>
              <a:gd name="connsiteX6220" fmla="*/ 9866316 w 21052572"/>
              <a:gd name="connsiteY6220" fmla="*/ 4208037 h 8402012"/>
              <a:gd name="connsiteX6221" fmla="*/ 9865567 w 21052572"/>
              <a:gd name="connsiteY6221" fmla="*/ 4226700 h 8402012"/>
              <a:gd name="connsiteX6222" fmla="*/ 9864944 w 21052572"/>
              <a:gd name="connsiteY6222" fmla="*/ 4225750 h 8402012"/>
              <a:gd name="connsiteX6223" fmla="*/ 9865676 w 21052572"/>
              <a:gd name="connsiteY6223" fmla="*/ 4227200 h 8402012"/>
              <a:gd name="connsiteX6224" fmla="*/ 9794744 w 21052572"/>
              <a:gd name="connsiteY6224" fmla="*/ 4246544 h 8402012"/>
              <a:gd name="connsiteX6225" fmla="*/ 9781848 w 21052572"/>
              <a:gd name="connsiteY6225" fmla="*/ 4278783 h 8402012"/>
              <a:gd name="connsiteX6226" fmla="*/ 9653955 w 21052572"/>
              <a:gd name="connsiteY6226" fmla="*/ 4330366 h 8402012"/>
              <a:gd name="connsiteX6227" fmla="*/ 9397095 w 21052572"/>
              <a:gd name="connsiteY6227" fmla="*/ 4413115 h 8402012"/>
              <a:gd name="connsiteX6228" fmla="*/ 9416440 w 21052572"/>
              <a:gd name="connsiteY6228" fmla="*/ 4445354 h 8402012"/>
              <a:gd name="connsiteX6229" fmla="*/ 9353031 w 21052572"/>
              <a:gd name="connsiteY6229" fmla="*/ 4445354 h 8402012"/>
              <a:gd name="connsiteX6230" fmla="*/ 9294996 w 21052572"/>
              <a:gd name="connsiteY6230" fmla="*/ 4496938 h 8402012"/>
              <a:gd name="connsiteX6231" fmla="*/ 9173552 w 21052572"/>
              <a:gd name="connsiteY6231" fmla="*/ 4561417 h 8402012"/>
              <a:gd name="connsiteX6232" fmla="*/ 8916692 w 21052572"/>
              <a:gd name="connsiteY6232" fmla="*/ 4708644 h 8402012"/>
              <a:gd name="connsiteX6233" fmla="*/ 8390076 w 21052572"/>
              <a:gd name="connsiteY6233" fmla="*/ 4990203 h 8402012"/>
              <a:gd name="connsiteX6234" fmla="*/ 8133216 w 21052572"/>
              <a:gd name="connsiteY6234" fmla="*/ 5132057 h 8402012"/>
              <a:gd name="connsiteX6235" fmla="*/ 8011772 w 21052572"/>
              <a:gd name="connsiteY6235" fmla="*/ 5195462 h 8402012"/>
              <a:gd name="connsiteX6236" fmla="*/ 7909672 w 21052572"/>
              <a:gd name="connsiteY6236" fmla="*/ 5259941 h 8402012"/>
              <a:gd name="connsiteX6237" fmla="*/ 7966633 w 21052572"/>
              <a:gd name="connsiteY6237" fmla="*/ 5292180 h 8402012"/>
              <a:gd name="connsiteX6238" fmla="*/ 7979530 w 21052572"/>
              <a:gd name="connsiteY6238" fmla="*/ 5337316 h 8402012"/>
              <a:gd name="connsiteX6239" fmla="*/ 7992426 w 21052572"/>
              <a:gd name="connsiteY6239" fmla="*/ 5388899 h 8402012"/>
              <a:gd name="connsiteX6240" fmla="*/ 7934391 w 21052572"/>
              <a:gd name="connsiteY6240" fmla="*/ 5478095 h 8402012"/>
              <a:gd name="connsiteX6241" fmla="*/ 7864534 w 21052572"/>
              <a:gd name="connsiteY6241" fmla="*/ 5542574 h 8402012"/>
              <a:gd name="connsiteX6242" fmla="*/ 7909672 w 21052572"/>
              <a:gd name="connsiteY6242" fmla="*/ 5516783 h 8402012"/>
              <a:gd name="connsiteX6243" fmla="*/ 7973082 w 21052572"/>
              <a:gd name="connsiteY6243" fmla="*/ 5490991 h 8402012"/>
              <a:gd name="connsiteX6244" fmla="*/ 8031116 w 21052572"/>
              <a:gd name="connsiteY6244" fmla="*/ 5452304 h 8402012"/>
              <a:gd name="connsiteX6245" fmla="*/ 8069807 w 21052572"/>
              <a:gd name="connsiteY6245" fmla="*/ 5414691 h 8402012"/>
              <a:gd name="connsiteX6246" fmla="*/ 8089152 w 21052572"/>
              <a:gd name="connsiteY6246" fmla="*/ 5420064 h 8402012"/>
              <a:gd name="connsiteX6247" fmla="*/ 8121394 w 21052572"/>
              <a:gd name="connsiteY6247" fmla="*/ 5388899 h 8402012"/>
              <a:gd name="connsiteX6248" fmla="*/ 8184802 w 21052572"/>
              <a:gd name="connsiteY6248" fmla="*/ 5382451 h 8402012"/>
              <a:gd name="connsiteX6249" fmla="*/ 8281528 w 21052572"/>
              <a:gd name="connsiteY6249" fmla="*/ 5285733 h 8402012"/>
              <a:gd name="connsiteX6250" fmla="*/ 8182700 w 21052572"/>
              <a:gd name="connsiteY6250" fmla="*/ 5319320 h 8402012"/>
              <a:gd name="connsiteX6251" fmla="*/ 8173922 w 21052572"/>
              <a:gd name="connsiteY6251" fmla="*/ 5307736 h 8402012"/>
              <a:gd name="connsiteX6252" fmla="*/ 8174231 w 21052572"/>
              <a:gd name="connsiteY6252" fmla="*/ 5310551 h 8402012"/>
              <a:gd name="connsiteX6253" fmla="*/ 8179469 w 21052572"/>
              <a:gd name="connsiteY6253" fmla="*/ 5317376 h 8402012"/>
              <a:gd name="connsiteX6254" fmla="*/ 8167495 w 21052572"/>
              <a:gd name="connsiteY6254" fmla="*/ 5320789 h 8402012"/>
              <a:gd name="connsiteX6255" fmla="*/ 8172660 w 21052572"/>
              <a:gd name="connsiteY6255" fmla="*/ 5306070 h 8402012"/>
              <a:gd name="connsiteX6256" fmla="*/ 8171906 w 21052572"/>
              <a:gd name="connsiteY6256" fmla="*/ 5305076 h 8402012"/>
              <a:gd name="connsiteX6257" fmla="*/ 8320218 w 21052572"/>
              <a:gd name="connsiteY6257" fmla="*/ 5157849 h 8402012"/>
              <a:gd name="connsiteX6258" fmla="*/ 8396524 w 21052572"/>
              <a:gd name="connsiteY6258" fmla="*/ 5119161 h 8402012"/>
              <a:gd name="connsiteX6259" fmla="*/ 8398315 w 21052572"/>
              <a:gd name="connsiteY6259" fmla="*/ 5105641 h 8402012"/>
              <a:gd name="connsiteX6260" fmla="*/ 8397856 w 21052572"/>
              <a:gd name="connsiteY6260" fmla="*/ 5102556 h 8402012"/>
              <a:gd name="connsiteX6261" fmla="*/ 8397548 w 21052572"/>
              <a:gd name="connsiteY6261" fmla="*/ 5093425 h 8402012"/>
              <a:gd name="connsiteX6262" fmla="*/ 8398918 w 21052572"/>
              <a:gd name="connsiteY6262" fmla="*/ 5092780 h 8402012"/>
              <a:gd name="connsiteX6263" fmla="*/ 8409421 w 21052572"/>
              <a:gd name="connsiteY6263" fmla="*/ 5074026 h 8402012"/>
              <a:gd name="connsiteX6264" fmla="*/ 8441663 w 21052572"/>
              <a:gd name="connsiteY6264" fmla="*/ 5041786 h 8402012"/>
              <a:gd name="connsiteX6265" fmla="*/ 8530865 w 21052572"/>
              <a:gd name="connsiteY6265" fmla="*/ 4984830 h 8402012"/>
              <a:gd name="connsiteX6266" fmla="*/ 8530865 w 21052572"/>
              <a:gd name="connsiteY6266" fmla="*/ 5041786 h 8402012"/>
              <a:gd name="connsiteX6267" fmla="*/ 8486801 w 21052572"/>
              <a:gd name="connsiteY6267" fmla="*/ 5074026 h 8402012"/>
              <a:gd name="connsiteX6268" fmla="*/ 8543762 w 21052572"/>
              <a:gd name="connsiteY6268" fmla="*/ 5074026 h 8402012"/>
              <a:gd name="connsiteX6269" fmla="*/ 8563107 w 21052572"/>
              <a:gd name="connsiteY6269" fmla="*/ 4997726 h 8402012"/>
              <a:gd name="connsiteX6270" fmla="*/ 8595349 w 21052572"/>
              <a:gd name="connsiteY6270" fmla="*/ 5041786 h 8402012"/>
              <a:gd name="connsiteX6271" fmla="*/ 8679177 w 21052572"/>
              <a:gd name="connsiteY6271" fmla="*/ 4952590 h 8402012"/>
              <a:gd name="connsiteX6272" fmla="*/ 8685626 w 21052572"/>
              <a:gd name="connsiteY6272" fmla="*/ 5041786 h 8402012"/>
              <a:gd name="connsiteX6273" fmla="*/ 8698522 w 21052572"/>
              <a:gd name="connsiteY6273" fmla="*/ 5028891 h 8402012"/>
              <a:gd name="connsiteX6274" fmla="*/ 8698522 w 21052572"/>
              <a:gd name="connsiteY6274" fmla="*/ 4965486 h 8402012"/>
              <a:gd name="connsiteX6275" fmla="*/ 8749035 w 21052572"/>
              <a:gd name="connsiteY6275" fmla="*/ 4868767 h 8402012"/>
              <a:gd name="connsiteX6276" fmla="*/ 8871553 w 21052572"/>
              <a:gd name="connsiteY6276" fmla="*/ 4868767 h 8402012"/>
              <a:gd name="connsiteX6277" fmla="*/ 8813518 w 21052572"/>
              <a:gd name="connsiteY6277" fmla="*/ 4907455 h 8402012"/>
              <a:gd name="connsiteX6278" fmla="*/ 8960756 w 21052572"/>
              <a:gd name="connsiteY6278" fmla="*/ 4888111 h 8402012"/>
              <a:gd name="connsiteX6279" fmla="*/ 8960756 w 21052572"/>
              <a:gd name="connsiteY6279" fmla="*/ 4798915 h 8402012"/>
              <a:gd name="connsiteX6280" fmla="*/ 8929589 w 21052572"/>
              <a:gd name="connsiteY6280" fmla="*/ 4792467 h 8402012"/>
              <a:gd name="connsiteX6281" fmla="*/ 8948934 w 21052572"/>
              <a:gd name="connsiteY6281" fmla="*/ 4747332 h 8402012"/>
              <a:gd name="connsiteX6282" fmla="*/ 9063930 w 21052572"/>
              <a:gd name="connsiteY6282" fmla="*/ 4734436 h 8402012"/>
              <a:gd name="connsiteX6283" fmla="*/ 9076826 w 21052572"/>
              <a:gd name="connsiteY6283" fmla="*/ 4888111 h 8402012"/>
              <a:gd name="connsiteX6284" fmla="*/ 8903795 w 21052572"/>
              <a:gd name="connsiteY6284" fmla="*/ 4959038 h 8402012"/>
              <a:gd name="connsiteX6285" fmla="*/ 8832863 w 21052572"/>
              <a:gd name="connsiteY6285" fmla="*/ 5004174 h 8402012"/>
              <a:gd name="connsiteX6286" fmla="*/ 8781276 w 21052572"/>
              <a:gd name="connsiteY6286" fmla="*/ 5035338 h 8402012"/>
              <a:gd name="connsiteX6287" fmla="*/ 8773438 w 21052572"/>
              <a:gd name="connsiteY6287" fmla="*/ 5035965 h 8402012"/>
              <a:gd name="connsiteX6288" fmla="*/ 8781360 w 21052572"/>
              <a:gd name="connsiteY6288" fmla="*/ 5042472 h 8402012"/>
              <a:gd name="connsiteX6289" fmla="*/ 8772012 w 21052572"/>
              <a:gd name="connsiteY6289" fmla="*/ 5050150 h 8402012"/>
              <a:gd name="connsiteX6290" fmla="*/ 8767963 w 21052572"/>
              <a:gd name="connsiteY6290" fmla="*/ 5049272 h 8402012"/>
              <a:gd name="connsiteX6291" fmla="*/ 8770472 w 21052572"/>
              <a:gd name="connsiteY6291" fmla="*/ 5059093 h 8402012"/>
              <a:gd name="connsiteX6292" fmla="*/ 8766370 w 21052572"/>
              <a:gd name="connsiteY6292" fmla="*/ 5075146 h 8402012"/>
              <a:gd name="connsiteX6293" fmla="*/ 8758714 w 21052572"/>
              <a:gd name="connsiteY6293" fmla="*/ 5055883 h 8402012"/>
              <a:gd name="connsiteX6294" fmla="*/ 8762542 w 21052572"/>
              <a:gd name="connsiteY6294" fmla="*/ 5051869 h 8402012"/>
              <a:gd name="connsiteX6295" fmla="*/ 8765308 w 21052572"/>
              <a:gd name="connsiteY6295" fmla="*/ 5045489 h 8402012"/>
              <a:gd name="connsiteX6296" fmla="*/ 8763453 w 21052572"/>
              <a:gd name="connsiteY6296" fmla="*/ 5042472 h 8402012"/>
              <a:gd name="connsiteX6297" fmla="*/ 8767145 w 21052572"/>
              <a:gd name="connsiteY6297" fmla="*/ 5036469 h 8402012"/>
              <a:gd name="connsiteX6298" fmla="*/ 8761126 w 21052572"/>
              <a:gd name="connsiteY6298" fmla="*/ 5036950 h 8402012"/>
              <a:gd name="connsiteX6299" fmla="*/ 8736138 w 21052572"/>
              <a:gd name="connsiteY6299" fmla="*/ 5048234 h 8402012"/>
              <a:gd name="connsiteX6300" fmla="*/ 8736138 w 21052572"/>
              <a:gd name="connsiteY6300" fmla="*/ 5093370 h 8402012"/>
              <a:gd name="connsiteX6301" fmla="*/ 8794173 w 21052572"/>
              <a:gd name="connsiteY6301" fmla="*/ 5074026 h 8402012"/>
              <a:gd name="connsiteX6302" fmla="*/ 8852208 w 21052572"/>
              <a:gd name="connsiteY6302" fmla="*/ 5054682 h 8402012"/>
              <a:gd name="connsiteX6303" fmla="*/ 8923140 w 21052572"/>
              <a:gd name="connsiteY6303" fmla="*/ 5028891 h 8402012"/>
              <a:gd name="connsiteX6304" fmla="*/ 8980101 w 21052572"/>
              <a:gd name="connsiteY6304" fmla="*/ 4990203 h 8402012"/>
              <a:gd name="connsiteX6305" fmla="*/ 9089723 w 21052572"/>
              <a:gd name="connsiteY6305" fmla="*/ 4933247 h 8402012"/>
              <a:gd name="connsiteX6306" fmla="*/ 9134862 w 21052572"/>
              <a:gd name="connsiteY6306" fmla="*/ 4894559 h 8402012"/>
              <a:gd name="connsiteX6307" fmla="*/ 9128413 w 21052572"/>
              <a:gd name="connsiteY6307" fmla="*/ 4823632 h 8402012"/>
              <a:gd name="connsiteX6308" fmla="*/ 9166029 w 21052572"/>
              <a:gd name="connsiteY6308" fmla="*/ 4792467 h 8402012"/>
              <a:gd name="connsiteX6309" fmla="*/ 9178926 w 21052572"/>
              <a:gd name="connsiteY6309" fmla="*/ 4734436 h 8402012"/>
              <a:gd name="connsiteX6310" fmla="*/ 9198271 w 21052572"/>
              <a:gd name="connsiteY6310" fmla="*/ 4855872 h 8402012"/>
              <a:gd name="connsiteX6311" fmla="*/ 9288548 w 21052572"/>
              <a:gd name="connsiteY6311" fmla="*/ 4823632 h 8402012"/>
              <a:gd name="connsiteX6312" fmla="*/ 9448682 w 21052572"/>
              <a:gd name="connsiteY6312" fmla="*/ 4753780 h 8402012"/>
              <a:gd name="connsiteX6313" fmla="*/ 9589471 w 21052572"/>
              <a:gd name="connsiteY6313" fmla="*/ 4650613 h 8402012"/>
              <a:gd name="connsiteX6314" fmla="*/ 9718439 w 21052572"/>
              <a:gd name="connsiteY6314" fmla="*/ 4605477 h 8402012"/>
              <a:gd name="connsiteX6315" fmla="*/ 9852780 w 21052572"/>
              <a:gd name="connsiteY6315" fmla="*/ 4548521 h 8402012"/>
              <a:gd name="connsiteX6316" fmla="*/ 9833435 w 21052572"/>
              <a:gd name="connsiteY6316" fmla="*/ 4484042 h 8402012"/>
              <a:gd name="connsiteX6317" fmla="*/ 9826986 w 21052572"/>
              <a:gd name="connsiteY6317" fmla="*/ 4400219 h 8402012"/>
              <a:gd name="connsiteX6318" fmla="*/ 9846331 w 21052572"/>
              <a:gd name="connsiteY6318" fmla="*/ 4330366 h 8402012"/>
              <a:gd name="connsiteX6319" fmla="*/ 9910815 w 21052572"/>
              <a:gd name="connsiteY6319" fmla="*/ 4330366 h 8402012"/>
              <a:gd name="connsiteX6320" fmla="*/ 10038707 w 21052572"/>
              <a:gd name="connsiteY6320" fmla="*/ 4246544 h 8402012"/>
              <a:gd name="connsiteX6321" fmla="*/ 10025811 w 21052572"/>
              <a:gd name="connsiteY6321" fmla="*/ 4381950 h 8402012"/>
              <a:gd name="connsiteX6322" fmla="*/ 9962402 w 21052572"/>
              <a:gd name="connsiteY6322" fmla="*/ 4393771 h 8402012"/>
              <a:gd name="connsiteX6323" fmla="*/ 9943057 w 21052572"/>
              <a:gd name="connsiteY6323" fmla="*/ 4438906 h 8402012"/>
              <a:gd name="connsiteX6324" fmla="*/ 9917263 w 21052572"/>
              <a:gd name="connsiteY6324" fmla="*/ 4451802 h 8402012"/>
              <a:gd name="connsiteX6325" fmla="*/ 9904367 w 21052572"/>
              <a:gd name="connsiteY6325" fmla="*/ 4548521 h 8402012"/>
              <a:gd name="connsiteX6326" fmla="*/ 10487943 w 21052572"/>
              <a:gd name="connsiteY6326" fmla="*/ 4298127 h 8402012"/>
              <a:gd name="connsiteX6327" fmla="*/ 10775970 w 21052572"/>
              <a:gd name="connsiteY6327" fmla="*/ 4189587 h 8402012"/>
              <a:gd name="connsiteX6328" fmla="*/ 10903863 w 21052572"/>
              <a:gd name="connsiteY6328" fmla="*/ 4139219 h 8402012"/>
              <a:gd name="connsiteX6329" fmla="*/ 11031756 w 21052572"/>
              <a:gd name="connsiteY6329" fmla="*/ 4100532 h 8402012"/>
              <a:gd name="connsiteX6330" fmla="*/ 10730832 w 21052572"/>
              <a:gd name="connsiteY6330" fmla="*/ 4265887 h 8402012"/>
              <a:gd name="connsiteX6331" fmla="*/ 10436357 w 21052572"/>
              <a:gd name="connsiteY6331" fmla="*/ 4381950 h 8402012"/>
              <a:gd name="connsiteX6332" fmla="*/ 10282671 w 21052572"/>
              <a:gd name="connsiteY6332" fmla="*/ 4458250 h 8402012"/>
              <a:gd name="connsiteX6333" fmla="*/ 10148330 w 21052572"/>
              <a:gd name="connsiteY6333" fmla="*/ 4490490 h 8402012"/>
              <a:gd name="connsiteX6334" fmla="*/ 9852780 w 21052572"/>
              <a:gd name="connsiteY6334" fmla="*/ 4618373 h 8402012"/>
              <a:gd name="connsiteX6335" fmla="*/ 9705542 w 21052572"/>
              <a:gd name="connsiteY6335" fmla="*/ 4715092 h 8402012"/>
              <a:gd name="connsiteX6336" fmla="*/ 9571201 w 21052572"/>
              <a:gd name="connsiteY6336" fmla="*/ 4798915 h 8402012"/>
              <a:gd name="connsiteX6337" fmla="*/ 9429337 w 21052572"/>
              <a:gd name="connsiteY6337" fmla="*/ 4830080 h 8402012"/>
              <a:gd name="connsiteX6338" fmla="*/ 9288548 w 21052572"/>
              <a:gd name="connsiteY6338" fmla="*/ 4888111 h 8402012"/>
              <a:gd name="connsiteX6339" fmla="*/ 8992998 w 21052572"/>
              <a:gd name="connsiteY6339" fmla="*/ 5061130 h 8402012"/>
              <a:gd name="connsiteX6340" fmla="*/ 8832863 w 21052572"/>
              <a:gd name="connsiteY6340" fmla="*/ 5144953 h 8402012"/>
              <a:gd name="connsiteX6341" fmla="*/ 8698522 w 21052572"/>
              <a:gd name="connsiteY6341" fmla="*/ 5195462 h 8402012"/>
              <a:gd name="connsiteX6342" fmla="*/ 8711419 w 21052572"/>
              <a:gd name="connsiteY6342" fmla="*/ 5324420 h 8402012"/>
              <a:gd name="connsiteX6343" fmla="*/ 8653384 w 21052572"/>
              <a:gd name="connsiteY6343" fmla="*/ 5343764 h 8402012"/>
              <a:gd name="connsiteX6344" fmla="*/ 8569555 w 21052572"/>
              <a:gd name="connsiteY6344" fmla="*/ 5388899 h 8402012"/>
              <a:gd name="connsiteX6345" fmla="*/ 8506146 w 21052572"/>
              <a:gd name="connsiteY6345" fmla="*/ 5445856 h 8402012"/>
              <a:gd name="connsiteX6346" fmla="*/ 8313770 w 21052572"/>
              <a:gd name="connsiteY6346" fmla="*/ 5549022 h 8402012"/>
              <a:gd name="connsiteX6347" fmla="*/ 8139664 w 21052572"/>
              <a:gd name="connsiteY6347" fmla="*/ 5683354 h 8402012"/>
              <a:gd name="connsiteX6348" fmla="*/ 8396524 w 21052572"/>
              <a:gd name="connsiteY6348" fmla="*/ 5605979 h 8402012"/>
              <a:gd name="connsiteX6349" fmla="*/ 8467456 w 21052572"/>
              <a:gd name="connsiteY6349" fmla="*/ 5549022 h 8402012"/>
              <a:gd name="connsiteX6350" fmla="*/ 8506146 w 21052572"/>
              <a:gd name="connsiteY6350" fmla="*/ 5484543 h 8402012"/>
              <a:gd name="connsiteX6351" fmla="*/ 8486801 w 21052572"/>
              <a:gd name="connsiteY6351" fmla="*/ 5516783 h 8402012"/>
              <a:gd name="connsiteX6352" fmla="*/ 8538388 w 21052572"/>
              <a:gd name="connsiteY6352" fmla="*/ 5510335 h 8402012"/>
              <a:gd name="connsiteX6353" fmla="*/ 8582452 w 21052572"/>
              <a:gd name="connsiteY6353" fmla="*/ 5458752 h 8402012"/>
              <a:gd name="connsiteX6354" fmla="*/ 8576003 w 21052572"/>
              <a:gd name="connsiteY6354" fmla="*/ 5471647 h 8402012"/>
              <a:gd name="connsiteX6355" fmla="*/ 8582452 w 21052572"/>
              <a:gd name="connsiteY6355" fmla="*/ 5490991 h 8402012"/>
              <a:gd name="connsiteX6356" fmla="*/ 8692074 w 21052572"/>
              <a:gd name="connsiteY6356" fmla="*/ 5426512 h 8402012"/>
              <a:gd name="connsiteX6357" fmla="*/ 8865105 w 21052572"/>
              <a:gd name="connsiteY6357" fmla="*/ 5343764 h 8402012"/>
              <a:gd name="connsiteX6358" fmla="*/ 9191822 w 21052572"/>
              <a:gd name="connsiteY6358" fmla="*/ 5170745 h 8402012"/>
              <a:gd name="connsiteX6359" fmla="*/ 9538959 w 21052572"/>
              <a:gd name="connsiteY6359" fmla="*/ 4990203 h 8402012"/>
              <a:gd name="connsiteX6360" fmla="*/ 9686197 w 21052572"/>
              <a:gd name="connsiteY6360" fmla="*/ 4894559 h 8402012"/>
              <a:gd name="connsiteX6361" fmla="*/ 9744232 w 21052572"/>
              <a:gd name="connsiteY6361" fmla="*/ 4894559 h 8402012"/>
              <a:gd name="connsiteX6362" fmla="*/ 9750680 w 21052572"/>
              <a:gd name="connsiteY6362" fmla="*/ 4823632 h 8402012"/>
              <a:gd name="connsiteX6363" fmla="*/ 9500269 w 21052572"/>
              <a:gd name="connsiteY6363" fmla="*/ 4946142 h 8402012"/>
              <a:gd name="connsiteX6364" fmla="*/ 9390647 w 21052572"/>
              <a:gd name="connsiteY6364" fmla="*/ 4997726 h 8402012"/>
              <a:gd name="connsiteX6365" fmla="*/ 9346583 w 21052572"/>
              <a:gd name="connsiteY6365" fmla="*/ 5067578 h 8402012"/>
              <a:gd name="connsiteX6366" fmla="*/ 9275651 w 21052572"/>
              <a:gd name="connsiteY6366" fmla="*/ 5080474 h 8402012"/>
              <a:gd name="connsiteX6367" fmla="*/ 9147758 w 21052572"/>
              <a:gd name="connsiteY6367" fmla="*/ 5125609 h 8402012"/>
              <a:gd name="connsiteX6368" fmla="*/ 8916692 w 21052572"/>
              <a:gd name="connsiteY6368" fmla="*/ 5195462 h 8402012"/>
              <a:gd name="connsiteX6369" fmla="*/ 9005894 w 21052572"/>
              <a:gd name="connsiteY6369" fmla="*/ 5119161 h 8402012"/>
              <a:gd name="connsiteX6370" fmla="*/ 9134862 w 21052572"/>
              <a:gd name="connsiteY6370" fmla="*/ 5041786 h 8402012"/>
              <a:gd name="connsiteX6371" fmla="*/ 9468027 w 21052572"/>
              <a:gd name="connsiteY6371" fmla="*/ 4875215 h 8402012"/>
              <a:gd name="connsiteX6372" fmla="*/ 9807641 w 21052572"/>
              <a:gd name="connsiteY6372" fmla="*/ 4721540 h 8402012"/>
              <a:gd name="connsiteX6373" fmla="*/ 10128985 w 21052572"/>
              <a:gd name="connsiteY6373" fmla="*/ 4580760 h 8402012"/>
              <a:gd name="connsiteX6374" fmla="*/ 10058053 w 21052572"/>
              <a:gd name="connsiteY6374" fmla="*/ 4663509 h 8402012"/>
              <a:gd name="connsiteX6375" fmla="*/ 9955953 w 21052572"/>
              <a:gd name="connsiteY6375" fmla="*/ 4715092 h 8402012"/>
              <a:gd name="connsiteX6376" fmla="*/ 9852780 w 21052572"/>
              <a:gd name="connsiteY6376" fmla="*/ 4760227 h 8402012"/>
              <a:gd name="connsiteX6377" fmla="*/ 9770026 w 21052572"/>
              <a:gd name="connsiteY6377" fmla="*/ 4823632 h 8402012"/>
              <a:gd name="connsiteX6378" fmla="*/ 9789371 w 21052572"/>
              <a:gd name="connsiteY6378" fmla="*/ 4894559 h 8402012"/>
              <a:gd name="connsiteX6379" fmla="*/ 9826986 w 21052572"/>
              <a:gd name="connsiteY6379" fmla="*/ 4849424 h 8402012"/>
              <a:gd name="connsiteX6380" fmla="*/ 9865676 w 21052572"/>
              <a:gd name="connsiteY6380" fmla="*/ 4842976 h 8402012"/>
              <a:gd name="connsiteX6381" fmla="*/ 9867618 w 21052572"/>
              <a:gd name="connsiteY6381" fmla="*/ 4830031 h 8402012"/>
              <a:gd name="connsiteX6382" fmla="*/ 9867175 w 21052572"/>
              <a:gd name="connsiteY6382" fmla="*/ 4826849 h 8402012"/>
              <a:gd name="connsiteX6383" fmla="*/ 9866965 w 21052572"/>
              <a:gd name="connsiteY6383" fmla="*/ 4819327 h 8402012"/>
              <a:gd name="connsiteX6384" fmla="*/ 9865676 w 21052572"/>
              <a:gd name="connsiteY6384" fmla="*/ 4810736 h 8402012"/>
              <a:gd name="connsiteX6385" fmla="*/ 9949505 w 21052572"/>
              <a:gd name="connsiteY6385" fmla="*/ 4786019 h 8402012"/>
              <a:gd name="connsiteX6386" fmla="*/ 9994644 w 21052572"/>
              <a:gd name="connsiteY6386" fmla="*/ 4760227 h 8402012"/>
              <a:gd name="connsiteX6387" fmla="*/ 9955953 w 21052572"/>
              <a:gd name="connsiteY6387" fmla="*/ 4868767 h 8402012"/>
              <a:gd name="connsiteX6388" fmla="*/ 10025811 w 21052572"/>
              <a:gd name="connsiteY6388" fmla="*/ 4920351 h 8402012"/>
              <a:gd name="connsiteX6389" fmla="*/ 9865676 w 21052572"/>
              <a:gd name="connsiteY6389" fmla="*/ 5015995 h 8402012"/>
              <a:gd name="connsiteX6390" fmla="*/ 9666852 w 21052572"/>
              <a:gd name="connsiteY6390" fmla="*/ 5106266 h 8402012"/>
              <a:gd name="connsiteX6391" fmla="*/ 9558304 w 21052572"/>
              <a:gd name="connsiteY6391" fmla="*/ 5151401 h 8402012"/>
              <a:gd name="connsiteX6392" fmla="*/ 9474476 w 21052572"/>
              <a:gd name="connsiteY6392" fmla="*/ 5157849 h 8402012"/>
              <a:gd name="connsiteX6393" fmla="*/ 9472484 w 21052572"/>
              <a:gd name="connsiteY6393" fmla="*/ 5156878 h 8402012"/>
              <a:gd name="connsiteX6394" fmla="*/ 9476907 w 21052572"/>
              <a:gd name="connsiteY6394" fmla="*/ 5170517 h 8402012"/>
              <a:gd name="connsiteX6395" fmla="*/ 9464932 w 21052572"/>
              <a:gd name="connsiteY6395" fmla="*/ 5164898 h 8402012"/>
              <a:gd name="connsiteX6396" fmla="*/ 9467926 w 21052572"/>
              <a:gd name="connsiteY6396" fmla="*/ 5156068 h 8402012"/>
              <a:gd name="connsiteX6397" fmla="*/ 9468697 w 21052572"/>
              <a:gd name="connsiteY6397" fmla="*/ 5155034 h 8402012"/>
              <a:gd name="connsiteX6398" fmla="*/ 9443040 w 21052572"/>
              <a:gd name="connsiteY6398" fmla="*/ 5142535 h 8402012"/>
              <a:gd name="connsiteX6399" fmla="*/ 9416440 w 21052572"/>
              <a:gd name="connsiteY6399" fmla="*/ 5151401 h 8402012"/>
              <a:gd name="connsiteX6400" fmla="*/ 9378825 w 21052572"/>
              <a:gd name="connsiteY6400" fmla="*/ 5195462 h 8402012"/>
              <a:gd name="connsiteX6401" fmla="*/ 9468027 w 21052572"/>
              <a:gd name="connsiteY6401" fmla="*/ 5183641 h 8402012"/>
              <a:gd name="connsiteX6402" fmla="*/ 9211167 w 21052572"/>
              <a:gd name="connsiteY6402" fmla="*/ 5343764 h 8402012"/>
              <a:gd name="connsiteX6403" fmla="*/ 9102620 w 21052572"/>
              <a:gd name="connsiteY6403" fmla="*/ 5400720 h 8402012"/>
              <a:gd name="connsiteX6404" fmla="*/ 9057481 w 21052572"/>
              <a:gd name="connsiteY6404" fmla="*/ 5414691 h 8402012"/>
              <a:gd name="connsiteX6405" fmla="*/ 9025240 w 21052572"/>
              <a:gd name="connsiteY6405" fmla="*/ 5395347 h 8402012"/>
              <a:gd name="connsiteX6406" fmla="*/ 9027860 w 21052572"/>
              <a:gd name="connsiteY6406" fmla="*/ 5405607 h 8402012"/>
              <a:gd name="connsiteX6407" fmla="*/ 9029904 w 21052572"/>
              <a:gd name="connsiteY6407" fmla="*/ 5415120 h 8402012"/>
              <a:gd name="connsiteX6408" fmla="*/ 9037858 w 21052572"/>
              <a:gd name="connsiteY6408" fmla="*/ 5406503 h 8402012"/>
              <a:gd name="connsiteX6409" fmla="*/ 9046839 w 21052572"/>
              <a:gd name="connsiteY6409" fmla="*/ 5416233 h 8402012"/>
              <a:gd name="connsiteX6410" fmla="*/ 9030144 w 21052572"/>
              <a:gd name="connsiteY6410" fmla="*/ 5416233 h 8402012"/>
              <a:gd name="connsiteX6411" fmla="*/ 9031689 w 21052572"/>
              <a:gd name="connsiteY6411" fmla="*/ 5423422 h 8402012"/>
              <a:gd name="connsiteX6412" fmla="*/ 9018791 w 21052572"/>
              <a:gd name="connsiteY6412" fmla="*/ 5452304 h 8402012"/>
              <a:gd name="connsiteX6413" fmla="*/ 8968279 w 21052572"/>
              <a:gd name="connsiteY6413" fmla="*/ 5439408 h 8402012"/>
              <a:gd name="connsiteX6414" fmla="*/ 8929589 w 21052572"/>
              <a:gd name="connsiteY6414" fmla="*/ 5426512 h 8402012"/>
              <a:gd name="connsiteX6415" fmla="*/ 8903795 w 21052572"/>
              <a:gd name="connsiteY6415" fmla="*/ 5458752 h 8402012"/>
              <a:gd name="connsiteX6416" fmla="*/ 8884450 w 21052572"/>
              <a:gd name="connsiteY6416" fmla="*/ 5490991 h 8402012"/>
              <a:gd name="connsiteX6417" fmla="*/ 8415869 w 21052572"/>
              <a:gd name="connsiteY6417" fmla="*/ 5741385 h 8402012"/>
              <a:gd name="connsiteX6418" fmla="*/ 8171906 w 21052572"/>
              <a:gd name="connsiteY6418" fmla="*/ 5856373 h 8402012"/>
              <a:gd name="connsiteX6419" fmla="*/ 7922569 w 21052572"/>
              <a:gd name="connsiteY6419" fmla="*/ 6011123 h 8402012"/>
              <a:gd name="connsiteX6420" fmla="*/ 8005323 w 21052572"/>
              <a:gd name="connsiteY6420" fmla="*/ 6030467 h 8402012"/>
              <a:gd name="connsiteX6421" fmla="*/ 8056910 w 21052572"/>
              <a:gd name="connsiteY6421" fmla="*/ 6042288 h 8402012"/>
              <a:gd name="connsiteX6422" fmla="*/ 8058033 w 21052572"/>
              <a:gd name="connsiteY6422" fmla="*/ 6038764 h 8402012"/>
              <a:gd name="connsiteX6423" fmla="*/ 8054135 w 21052572"/>
              <a:gd name="connsiteY6423" fmla="*/ 6026397 h 8402012"/>
              <a:gd name="connsiteX6424" fmla="*/ 8057813 w 21052572"/>
              <a:gd name="connsiteY6424" fmla="*/ 6014107 h 8402012"/>
              <a:gd name="connsiteX6425" fmla="*/ 8056910 w 21052572"/>
              <a:gd name="connsiteY6425" fmla="*/ 6011123 h 8402012"/>
              <a:gd name="connsiteX6426" fmla="*/ 8223493 w 21052572"/>
              <a:gd name="connsiteY6426" fmla="*/ 5914404 h 8402012"/>
              <a:gd name="connsiteX6427" fmla="*/ 8390076 w 21052572"/>
              <a:gd name="connsiteY6427" fmla="*/ 5830581 h 8402012"/>
              <a:gd name="connsiteX6428" fmla="*/ 8711419 w 21052572"/>
              <a:gd name="connsiteY6428" fmla="*/ 5638219 h 8402012"/>
              <a:gd name="connsiteX6429" fmla="*/ 8807070 w 21052572"/>
              <a:gd name="connsiteY6429" fmla="*/ 5600606 h 8402012"/>
              <a:gd name="connsiteX6430" fmla="*/ 8824041 w 21052572"/>
              <a:gd name="connsiteY6430" fmla="*/ 5601471 h 8402012"/>
              <a:gd name="connsiteX6431" fmla="*/ 8820327 w 21052572"/>
              <a:gd name="connsiteY6431" fmla="*/ 5593734 h 8402012"/>
              <a:gd name="connsiteX6432" fmla="*/ 8838289 w 21052572"/>
              <a:gd name="connsiteY6432" fmla="*/ 5593734 h 8402012"/>
              <a:gd name="connsiteX6433" fmla="*/ 8833196 w 21052572"/>
              <a:gd name="connsiteY6433" fmla="*/ 5601939 h 8402012"/>
              <a:gd name="connsiteX6434" fmla="*/ 8846567 w 21052572"/>
              <a:gd name="connsiteY6434" fmla="*/ 5602621 h 8402012"/>
              <a:gd name="connsiteX6435" fmla="*/ 8890899 w 21052572"/>
              <a:gd name="connsiteY6435" fmla="*/ 5600606 h 8402012"/>
              <a:gd name="connsiteX6436" fmla="*/ 9070378 w 21052572"/>
              <a:gd name="connsiteY6436" fmla="*/ 5510335 h 8402012"/>
              <a:gd name="connsiteX6437" fmla="*/ 9249858 w 21052572"/>
              <a:gd name="connsiteY6437" fmla="*/ 5395347 h 8402012"/>
              <a:gd name="connsiteX6438" fmla="*/ 9327238 w 21052572"/>
              <a:gd name="connsiteY6438" fmla="*/ 5343764 h 8402012"/>
              <a:gd name="connsiteX6439" fmla="*/ 9384198 w 21052572"/>
              <a:gd name="connsiteY6439" fmla="*/ 5382451 h 8402012"/>
              <a:gd name="connsiteX6440" fmla="*/ 9340135 w 21052572"/>
              <a:gd name="connsiteY6440" fmla="*/ 5432960 h 8402012"/>
              <a:gd name="connsiteX6441" fmla="*/ 9269203 w 21052572"/>
              <a:gd name="connsiteY6441" fmla="*/ 5471647 h 8402012"/>
              <a:gd name="connsiteX6442" fmla="*/ 9109068 w 21052572"/>
              <a:gd name="connsiteY6442" fmla="*/ 5549022 h 8402012"/>
              <a:gd name="connsiteX6443" fmla="*/ 8794173 w 21052572"/>
              <a:gd name="connsiteY6443" fmla="*/ 5709146 h 8402012"/>
              <a:gd name="connsiteX6444" fmla="*/ 8473904 w 21052572"/>
              <a:gd name="connsiteY6444" fmla="*/ 5869269 h 8402012"/>
              <a:gd name="connsiteX6445" fmla="*/ 8313770 w 21052572"/>
              <a:gd name="connsiteY6445" fmla="*/ 5959540 h 8402012"/>
              <a:gd name="connsiteX6446" fmla="*/ 8171906 w 21052572"/>
              <a:gd name="connsiteY6446" fmla="*/ 6042288 h 8402012"/>
              <a:gd name="connsiteX6447" fmla="*/ 8102048 w 21052572"/>
              <a:gd name="connsiteY6447" fmla="*/ 6061632 h 8402012"/>
              <a:gd name="connsiteX6448" fmla="*/ 8056910 w 21052572"/>
              <a:gd name="connsiteY6448" fmla="*/ 6087423 h 8402012"/>
              <a:gd name="connsiteX6449" fmla="*/ 7934391 w 21052572"/>
              <a:gd name="connsiteY6449" fmla="*/ 6158350 h 8402012"/>
              <a:gd name="connsiteX6450" fmla="*/ 7646364 w 21052572"/>
              <a:gd name="connsiteY6450" fmla="*/ 6305578 h 8402012"/>
              <a:gd name="connsiteX6451" fmla="*/ 7350814 w 21052572"/>
              <a:gd name="connsiteY6451" fmla="*/ 6446357 h 8402012"/>
              <a:gd name="connsiteX6452" fmla="*/ 7280957 w 21052572"/>
              <a:gd name="connsiteY6452" fmla="*/ 6478597 h 8402012"/>
              <a:gd name="connsiteX6453" fmla="*/ 7229370 w 21052572"/>
              <a:gd name="connsiteY6453" fmla="*/ 6523732 h 8402012"/>
              <a:gd name="connsiteX6454" fmla="*/ 7171335 w 21052572"/>
              <a:gd name="connsiteY6454" fmla="*/ 6555972 h 8402012"/>
              <a:gd name="connsiteX6455" fmla="*/ 7101478 w 21052572"/>
              <a:gd name="connsiteY6455" fmla="*/ 6575316 h 8402012"/>
              <a:gd name="connsiteX6456" fmla="*/ 7248715 w 21052572"/>
              <a:gd name="connsiteY6456" fmla="*/ 6530180 h 8402012"/>
              <a:gd name="connsiteX6457" fmla="*/ 7408850 w 21052572"/>
              <a:gd name="connsiteY6457" fmla="*/ 6452805 h 8402012"/>
              <a:gd name="connsiteX6458" fmla="*/ 7568984 w 21052572"/>
              <a:gd name="connsiteY6458" fmla="*/ 6370057 h 8402012"/>
              <a:gd name="connsiteX6459" fmla="*/ 7646364 w 21052572"/>
              <a:gd name="connsiteY6459" fmla="*/ 6331369 h 8402012"/>
              <a:gd name="connsiteX6460" fmla="*/ 7717296 w 21052572"/>
              <a:gd name="connsiteY6460" fmla="*/ 6279786 h 8402012"/>
              <a:gd name="connsiteX6461" fmla="*/ 7870982 w 21052572"/>
              <a:gd name="connsiteY6461" fmla="*/ 6209934 h 8402012"/>
              <a:gd name="connsiteX6462" fmla="*/ 8037565 w 21052572"/>
              <a:gd name="connsiteY6462" fmla="*/ 6119663 h 8402012"/>
              <a:gd name="connsiteX6463" fmla="*/ 8184802 w 21052572"/>
              <a:gd name="connsiteY6463" fmla="*/ 6048736 h 8402012"/>
              <a:gd name="connsiteX6464" fmla="*/ 8325592 w 21052572"/>
              <a:gd name="connsiteY6464" fmla="*/ 5998227 h 8402012"/>
              <a:gd name="connsiteX6465" fmla="*/ 8390076 w 21052572"/>
              <a:gd name="connsiteY6465" fmla="*/ 5946644 h 8402012"/>
              <a:gd name="connsiteX6466" fmla="*/ 8467456 w 21052572"/>
              <a:gd name="connsiteY6466" fmla="*/ 5907956 h 8402012"/>
              <a:gd name="connsiteX6467" fmla="*/ 8640487 w 21052572"/>
              <a:gd name="connsiteY6467" fmla="*/ 5825208 h 8402012"/>
              <a:gd name="connsiteX6468" fmla="*/ 8992998 w 21052572"/>
              <a:gd name="connsiteY6468" fmla="*/ 5664010 h 8402012"/>
              <a:gd name="connsiteX6469" fmla="*/ 9346583 w 21052572"/>
              <a:gd name="connsiteY6469" fmla="*/ 5490991 h 8402012"/>
              <a:gd name="connsiteX6470" fmla="*/ 9506717 w 21052572"/>
              <a:gd name="connsiteY6470" fmla="*/ 5414691 h 8402012"/>
              <a:gd name="connsiteX6471" fmla="*/ 9584098 w 21052572"/>
              <a:gd name="connsiteY6471" fmla="*/ 5395347 h 8402012"/>
              <a:gd name="connsiteX6472" fmla="*/ 8968279 w 21052572"/>
              <a:gd name="connsiteY6472" fmla="*/ 5728489 h 8402012"/>
              <a:gd name="connsiteX6473" fmla="*/ 8325592 w 21052572"/>
              <a:gd name="connsiteY6473" fmla="*/ 6061632 h 8402012"/>
              <a:gd name="connsiteX6474" fmla="*/ 7685054 w 21052572"/>
              <a:gd name="connsiteY6474" fmla="*/ 6395849 h 8402012"/>
              <a:gd name="connsiteX6475" fmla="*/ 7363711 w 21052572"/>
              <a:gd name="connsiteY6475" fmla="*/ 6555972 h 8402012"/>
              <a:gd name="connsiteX6476" fmla="*/ 7203576 w 21052572"/>
              <a:gd name="connsiteY6476" fmla="*/ 6638720 h 8402012"/>
              <a:gd name="connsiteX6477" fmla="*/ 7095029 w 21052572"/>
              <a:gd name="connsiteY6477" fmla="*/ 6716095 h 8402012"/>
              <a:gd name="connsiteX6478" fmla="*/ 7113300 w 21052572"/>
              <a:gd name="connsiteY6478" fmla="*/ 6748335 h 8402012"/>
              <a:gd name="connsiteX6479" fmla="*/ 7088447 w 21052572"/>
              <a:gd name="connsiteY6479" fmla="*/ 6754782 h 8402012"/>
              <a:gd name="connsiteX6480" fmla="*/ 7064365 w 21052572"/>
              <a:gd name="connsiteY6480" fmla="*/ 6760834 h 8402012"/>
              <a:gd name="connsiteX6481" fmla="*/ 7065628 w 21052572"/>
              <a:gd name="connsiteY6481" fmla="*/ 6762189 h 8402012"/>
              <a:gd name="connsiteX6482" fmla="*/ 7059641 w 21052572"/>
              <a:gd name="connsiteY6482" fmla="*/ 6781452 h 8402012"/>
              <a:gd name="connsiteX6483" fmla="*/ 7047666 w 21052572"/>
              <a:gd name="connsiteY6483" fmla="*/ 6762189 h 8402012"/>
              <a:gd name="connsiteX6484" fmla="*/ 7056647 w 21052572"/>
              <a:gd name="connsiteY6484" fmla="*/ 6752557 h 8402012"/>
              <a:gd name="connsiteX6485" fmla="*/ 7062228 w 21052572"/>
              <a:gd name="connsiteY6485" fmla="*/ 6758542 h 8402012"/>
              <a:gd name="connsiteX6486" fmla="*/ 7058758 w 21052572"/>
              <a:gd name="connsiteY6486" fmla="*/ 6741887 h 8402012"/>
              <a:gd name="connsiteX6487" fmla="*/ 7069236 w 21052572"/>
              <a:gd name="connsiteY6487" fmla="*/ 6722543 h 8402012"/>
              <a:gd name="connsiteX6488" fmla="*/ 6793031 w 21052572"/>
              <a:gd name="connsiteY6488" fmla="*/ 6889114 h 8402012"/>
              <a:gd name="connsiteX6489" fmla="*/ 6722098 w 21052572"/>
              <a:gd name="connsiteY6489" fmla="*/ 6882666 h 8402012"/>
              <a:gd name="connsiteX6490" fmla="*/ 6620000 w 21052572"/>
              <a:gd name="connsiteY6490" fmla="*/ 6934249 h 8402012"/>
              <a:gd name="connsiteX6491" fmla="*/ 6402329 w 21052572"/>
              <a:gd name="connsiteY6491" fmla="*/ 7042789 h 8402012"/>
              <a:gd name="connsiteX6492" fmla="*/ 6286253 w 21052572"/>
              <a:gd name="connsiteY6492" fmla="*/ 7094373 h 8402012"/>
              <a:gd name="connsiteX6493" fmla="*/ 6177699 w 21052572"/>
              <a:gd name="connsiteY6493" fmla="*/ 7126612 h 8402012"/>
              <a:gd name="connsiteX6494" fmla="*/ 6093865 w 21052572"/>
              <a:gd name="connsiteY6494" fmla="*/ 7191091 h 8402012"/>
              <a:gd name="connsiteX6495" fmla="*/ 6004659 w 21052572"/>
              <a:gd name="connsiteY6495" fmla="*/ 7216883 h 8402012"/>
              <a:gd name="connsiteX6496" fmla="*/ 5548951 w 21052572"/>
              <a:gd name="connsiteY6496" fmla="*/ 7377006 h 8402012"/>
              <a:gd name="connsiteX6497" fmla="*/ 5304974 w 21052572"/>
              <a:gd name="connsiteY6497" fmla="*/ 7466202 h 8402012"/>
              <a:gd name="connsiteX6498" fmla="*/ 5189971 w 21052572"/>
              <a:gd name="connsiteY6498" fmla="*/ 7498442 h 8402012"/>
              <a:gd name="connsiteX6499" fmla="*/ 5151276 w 21052572"/>
              <a:gd name="connsiteY6499" fmla="*/ 7530682 h 8402012"/>
              <a:gd name="connsiteX6500" fmla="*/ 5235115 w 21052572"/>
              <a:gd name="connsiteY6500" fmla="*/ 7517786 h 8402012"/>
              <a:gd name="connsiteX6501" fmla="*/ 5304974 w 21052572"/>
              <a:gd name="connsiteY6501" fmla="*/ 7485546 h 8402012"/>
              <a:gd name="connsiteX6502" fmla="*/ 5490908 w 21052572"/>
              <a:gd name="connsiteY6502" fmla="*/ 7428590 h 8402012"/>
              <a:gd name="connsiteX6503" fmla="*/ 5882127 w 21052572"/>
              <a:gd name="connsiteY6503" fmla="*/ 7299631 h 8402012"/>
              <a:gd name="connsiteX6504" fmla="*/ 6274431 w 21052572"/>
              <a:gd name="connsiteY6504" fmla="*/ 7165300 h 8402012"/>
              <a:gd name="connsiteX6505" fmla="*/ 6466814 w 21052572"/>
              <a:gd name="connsiteY6505" fmla="*/ 7094373 h 8402012"/>
              <a:gd name="connsiteX6506" fmla="*/ 6639344 w 21052572"/>
              <a:gd name="connsiteY6506" fmla="*/ 7055685 h 8402012"/>
              <a:gd name="connsiteX6507" fmla="*/ 6543126 w 21052572"/>
              <a:gd name="connsiteY6507" fmla="*/ 7120164 h 8402012"/>
              <a:gd name="connsiteX6508" fmla="*/ 6434573 w 21052572"/>
              <a:gd name="connsiteY6508" fmla="*/ 7171748 h 8402012"/>
              <a:gd name="connsiteX6509" fmla="*/ 6209943 w 21052572"/>
              <a:gd name="connsiteY6509" fmla="*/ 7267392 h 8402012"/>
              <a:gd name="connsiteX6510" fmla="*/ 5453294 w 21052572"/>
              <a:gd name="connsiteY6510" fmla="*/ 7517786 h 8402012"/>
              <a:gd name="connsiteX6511" fmla="*/ 4695573 w 21052572"/>
              <a:gd name="connsiteY6511" fmla="*/ 7729492 h 8402012"/>
              <a:gd name="connsiteX6512" fmla="*/ 3150022 w 21052572"/>
              <a:gd name="connsiteY6512" fmla="*/ 7915407 h 8402012"/>
              <a:gd name="connsiteX6513" fmla="*/ 3265024 w 21052572"/>
              <a:gd name="connsiteY6513" fmla="*/ 8025022 h 8402012"/>
              <a:gd name="connsiteX6514" fmla="*/ 3111329 w 21052572"/>
              <a:gd name="connsiteY6514" fmla="*/ 8050813 h 8402012"/>
              <a:gd name="connsiteX6515" fmla="*/ 3874434 w 21052572"/>
              <a:gd name="connsiteY6515" fmla="*/ 8094874 h 8402012"/>
              <a:gd name="connsiteX6516" fmla="*/ 4612815 w 21052572"/>
              <a:gd name="connsiteY6516" fmla="*/ 8069083 h 8402012"/>
              <a:gd name="connsiteX6517" fmla="*/ 4753611 w 21052572"/>
              <a:gd name="connsiteY6517" fmla="*/ 8018574 h 8402012"/>
              <a:gd name="connsiteX6518" fmla="*/ 4887960 w 21052572"/>
              <a:gd name="connsiteY6518" fmla="*/ 7986334 h 8402012"/>
              <a:gd name="connsiteX6519" fmla="*/ 5029830 w 21052572"/>
              <a:gd name="connsiteY6519" fmla="*/ 7960543 h 8402012"/>
              <a:gd name="connsiteX6520" fmla="*/ 5202869 w 21052572"/>
              <a:gd name="connsiteY6520" fmla="*/ 7928303 h 8402012"/>
              <a:gd name="connsiteX6521" fmla="*/ 5940168 w 21052572"/>
              <a:gd name="connsiteY6521" fmla="*/ 7716596 h 8402012"/>
              <a:gd name="connsiteX6522" fmla="*/ 5805821 w 21052572"/>
              <a:gd name="connsiteY6522" fmla="*/ 7819763 h 8402012"/>
              <a:gd name="connsiteX6523" fmla="*/ 5581194 w 21052572"/>
              <a:gd name="connsiteY6523" fmla="*/ 7883168 h 8402012"/>
              <a:gd name="connsiteX6524" fmla="*/ 5125487 w 21052572"/>
              <a:gd name="connsiteY6524" fmla="*/ 8005678 h 8402012"/>
              <a:gd name="connsiteX6525" fmla="*/ 4208696 w 21052572"/>
              <a:gd name="connsiteY6525" fmla="*/ 8191593 h 8402012"/>
              <a:gd name="connsiteX6526" fmla="*/ 4297903 w 21052572"/>
              <a:gd name="connsiteY6526" fmla="*/ 8256072 h 8402012"/>
              <a:gd name="connsiteX6527" fmla="*/ 2642717 w 21052572"/>
              <a:gd name="connsiteY6527" fmla="*/ 8281864 h 8402012"/>
              <a:gd name="connsiteX6528" fmla="*/ 1918385 w 21052572"/>
              <a:gd name="connsiteY6528" fmla="*/ 7992782 h 8402012"/>
              <a:gd name="connsiteX6529" fmla="*/ 1552978 w 21052572"/>
              <a:gd name="connsiteY6529" fmla="*/ 7793971 h 8402012"/>
              <a:gd name="connsiteX6530" fmla="*/ 1456251 w 21052572"/>
              <a:gd name="connsiteY6530" fmla="*/ 7735940 h 8402012"/>
              <a:gd name="connsiteX6531" fmla="*/ 1321914 w 21052572"/>
              <a:gd name="connsiteY6531" fmla="*/ 7684357 h 8402012"/>
              <a:gd name="connsiteX6532" fmla="*/ 1238085 w 21052572"/>
              <a:gd name="connsiteY6532" fmla="*/ 7653192 h 8402012"/>
              <a:gd name="connsiteX6533" fmla="*/ 1065052 w 21052572"/>
              <a:gd name="connsiteY6533" fmla="*/ 7562921 h 8402012"/>
              <a:gd name="connsiteX6534" fmla="*/ 885577 w 21052572"/>
              <a:gd name="connsiteY6534" fmla="*/ 7562921 h 8402012"/>
              <a:gd name="connsiteX6535" fmla="*/ 699644 w 21052572"/>
              <a:gd name="connsiteY6535" fmla="*/ 7550025 h 8402012"/>
              <a:gd name="connsiteX6536" fmla="*/ 756601 w 21052572"/>
              <a:gd name="connsiteY6536" fmla="*/ 7485546 h 8402012"/>
              <a:gd name="connsiteX6537" fmla="*/ 911364 w 21052572"/>
              <a:gd name="connsiteY6537" fmla="*/ 7459755 h 8402012"/>
              <a:gd name="connsiteX6538" fmla="*/ 955422 w 21052572"/>
              <a:gd name="connsiteY6538" fmla="*/ 7409246 h 8402012"/>
              <a:gd name="connsiteX6539" fmla="*/ 994116 w 21052572"/>
              <a:gd name="connsiteY6539" fmla="*/ 7383454 h 8402012"/>
              <a:gd name="connsiteX6540" fmla="*/ 1058602 w 21052572"/>
              <a:gd name="connsiteY6540" fmla="*/ 7383454 h 8402012"/>
              <a:gd name="connsiteX6541" fmla="*/ 1031594 w 21052572"/>
              <a:gd name="connsiteY6541" fmla="*/ 7376301 h 8402012"/>
              <a:gd name="connsiteX6542" fmla="*/ 1023024 w 21052572"/>
              <a:gd name="connsiteY6542" fmla="*/ 7370645 h 8402012"/>
              <a:gd name="connsiteX6543" fmla="*/ 1027511 w 21052572"/>
              <a:gd name="connsiteY6543" fmla="*/ 7385989 h 8402012"/>
              <a:gd name="connsiteX6544" fmla="*/ 1017781 w 21052572"/>
              <a:gd name="connsiteY6544" fmla="*/ 7385989 h 8402012"/>
              <a:gd name="connsiteX6545" fmla="*/ 1020847 w 21052572"/>
              <a:gd name="connsiteY6545" fmla="*/ 7369209 h 8402012"/>
              <a:gd name="connsiteX6546" fmla="*/ 1007014 w 21052572"/>
              <a:gd name="connsiteY6546" fmla="*/ 7360080 h 8402012"/>
              <a:gd name="connsiteX6547" fmla="*/ 955422 w 21052572"/>
              <a:gd name="connsiteY6547" fmla="*/ 7331871 h 8402012"/>
              <a:gd name="connsiteX6548" fmla="*/ 840431 w 21052572"/>
              <a:gd name="connsiteY6548" fmla="*/ 7318975 h 8402012"/>
              <a:gd name="connsiteX6549" fmla="*/ 737259 w 21052572"/>
              <a:gd name="connsiteY6549" fmla="*/ 7299631 h 8402012"/>
              <a:gd name="connsiteX6550" fmla="*/ 756601 w 21052572"/>
              <a:gd name="connsiteY6550" fmla="*/ 7210435 h 8402012"/>
              <a:gd name="connsiteX6551" fmla="*/ 827533 w 21052572"/>
              <a:gd name="connsiteY6551" fmla="*/ 7191091 h 8402012"/>
              <a:gd name="connsiteX6552" fmla="*/ 1058602 w 21052572"/>
              <a:gd name="connsiteY6552" fmla="*/ 7178196 h 8402012"/>
              <a:gd name="connsiteX6553" fmla="*/ 731887 w 21052572"/>
              <a:gd name="connsiteY6553" fmla="*/ 6843979 h 8402012"/>
              <a:gd name="connsiteX6554" fmla="*/ 570677 w 21052572"/>
              <a:gd name="connsiteY6554" fmla="*/ 6670960 h 8402012"/>
              <a:gd name="connsiteX6555" fmla="*/ 243959 w 21052572"/>
              <a:gd name="connsiteY6555" fmla="*/ 6376505 h 8402012"/>
              <a:gd name="connsiteX6556" fmla="*/ 192374 w 21052572"/>
              <a:gd name="connsiteY6556" fmla="*/ 6318474 h 8402012"/>
              <a:gd name="connsiteX6557" fmla="*/ 160132 w 21052572"/>
              <a:gd name="connsiteY6557" fmla="*/ 6247547 h 8402012"/>
              <a:gd name="connsiteX6558" fmla="*/ 58034 w 21052572"/>
              <a:gd name="connsiteY6558" fmla="*/ 6221755 h 8402012"/>
              <a:gd name="connsiteX6559" fmla="*/ 134339 w 21052572"/>
              <a:gd name="connsiteY6559" fmla="*/ 6197038 h 8402012"/>
              <a:gd name="connsiteX6560" fmla="*/ 160132 w 21052572"/>
              <a:gd name="connsiteY6560" fmla="*/ 6106767 h 8402012"/>
              <a:gd name="connsiteX6561" fmla="*/ 224614 w 21052572"/>
              <a:gd name="connsiteY6561" fmla="*/ 6061632 h 8402012"/>
              <a:gd name="connsiteX6562" fmla="*/ 185924 w 21052572"/>
              <a:gd name="connsiteY6562" fmla="*/ 5978883 h 8402012"/>
              <a:gd name="connsiteX6563" fmla="*/ 358957 w 21052572"/>
              <a:gd name="connsiteY6563" fmla="*/ 5998227 h 8402012"/>
              <a:gd name="connsiteX6564" fmla="*/ 500825 w 21052572"/>
              <a:gd name="connsiteY6564" fmla="*/ 5991779 h 8402012"/>
              <a:gd name="connsiteX6565" fmla="*/ 243959 w 21052572"/>
              <a:gd name="connsiteY6565" fmla="*/ 5728489 h 8402012"/>
              <a:gd name="connsiteX6566" fmla="*/ 185924 w 21052572"/>
              <a:gd name="connsiteY6566" fmla="*/ 5683354 h 8402012"/>
              <a:gd name="connsiteX6567" fmla="*/ 153683 w 21052572"/>
              <a:gd name="connsiteY6567" fmla="*/ 5651114 h 8402012"/>
              <a:gd name="connsiteX6568" fmla="*/ 153683 w 21052572"/>
              <a:gd name="connsiteY6568" fmla="*/ 5594158 h 8402012"/>
              <a:gd name="connsiteX6569" fmla="*/ 121442 w 21052572"/>
              <a:gd name="connsiteY6569" fmla="*/ 5581262 h 8402012"/>
              <a:gd name="connsiteX6570" fmla="*/ 64482 w 21052572"/>
              <a:gd name="connsiteY6570" fmla="*/ 5561918 h 8402012"/>
              <a:gd name="connsiteX6571" fmla="*/ 0 w 21052572"/>
              <a:gd name="connsiteY6571" fmla="*/ 5503887 h 8402012"/>
              <a:gd name="connsiteX6572" fmla="*/ 58034 w 21052572"/>
              <a:gd name="connsiteY6572" fmla="*/ 5452304 h 8402012"/>
              <a:gd name="connsiteX6573" fmla="*/ 295546 w 21052572"/>
              <a:gd name="connsiteY6573" fmla="*/ 5408243 h 8402012"/>
              <a:gd name="connsiteX6574" fmla="*/ 358957 w 21052572"/>
              <a:gd name="connsiteY6574" fmla="*/ 5458752 h 8402012"/>
              <a:gd name="connsiteX6575" fmla="*/ 384754 w 21052572"/>
              <a:gd name="connsiteY6575" fmla="*/ 5363108 h 8402012"/>
              <a:gd name="connsiteX6576" fmla="*/ 397648 w 21052572"/>
              <a:gd name="connsiteY6576" fmla="*/ 5484543 h 8402012"/>
              <a:gd name="connsiteX6577" fmla="*/ 866231 w 21052572"/>
              <a:gd name="connsiteY6577" fmla="*/ 5722041 h 8402012"/>
              <a:gd name="connsiteX6578" fmla="*/ 872681 w 21052572"/>
              <a:gd name="connsiteY6578" fmla="*/ 5657562 h 8402012"/>
              <a:gd name="connsiteX6579" fmla="*/ 924259 w 21052572"/>
              <a:gd name="connsiteY6579" fmla="*/ 5644666 h 8402012"/>
              <a:gd name="connsiteX6580" fmla="*/ 846885 w 21052572"/>
              <a:gd name="connsiteY6580" fmla="*/ 5561918 h 8402012"/>
              <a:gd name="connsiteX6581" fmla="*/ 775945 w 21052572"/>
              <a:gd name="connsiteY6581" fmla="*/ 5478095 h 8402012"/>
              <a:gd name="connsiteX6582" fmla="*/ 699644 w 21052572"/>
              <a:gd name="connsiteY6582" fmla="*/ 5400720 h 8402012"/>
              <a:gd name="connsiteX6583" fmla="*/ 622265 w 21052572"/>
              <a:gd name="connsiteY6583" fmla="*/ 5343764 h 8402012"/>
              <a:gd name="connsiteX6584" fmla="*/ 590021 w 21052572"/>
              <a:gd name="connsiteY6584" fmla="*/ 5272837 h 8402012"/>
              <a:gd name="connsiteX6585" fmla="*/ 481475 w 21052572"/>
              <a:gd name="connsiteY6585" fmla="*/ 5227701 h 8402012"/>
              <a:gd name="connsiteX6586" fmla="*/ 276201 w 21052572"/>
              <a:gd name="connsiteY6586" fmla="*/ 5099818 h 8402012"/>
              <a:gd name="connsiteX6587" fmla="*/ 321342 w 21052572"/>
              <a:gd name="connsiteY6587" fmla="*/ 5054682 h 8402012"/>
              <a:gd name="connsiteX6588" fmla="*/ 250409 w 21052572"/>
              <a:gd name="connsiteY6588" fmla="*/ 5022443 h 8402012"/>
              <a:gd name="connsiteX6589" fmla="*/ 218167 w 21052572"/>
              <a:gd name="connsiteY6589" fmla="*/ 4952590 h 8402012"/>
              <a:gd name="connsiteX6590" fmla="*/ 77379 w 21052572"/>
              <a:gd name="connsiteY6590" fmla="*/ 4849424 h 8402012"/>
              <a:gd name="connsiteX6591" fmla="*/ 218167 w 21052572"/>
              <a:gd name="connsiteY6591" fmla="*/ 4830080 h 8402012"/>
              <a:gd name="connsiteX6592" fmla="*/ 308442 w 21052572"/>
              <a:gd name="connsiteY6592" fmla="*/ 4939694 h 8402012"/>
              <a:gd name="connsiteX6593" fmla="*/ 481475 w 21052572"/>
              <a:gd name="connsiteY6593" fmla="*/ 4933247 h 8402012"/>
              <a:gd name="connsiteX6594" fmla="*/ 628715 w 21052572"/>
              <a:gd name="connsiteY6594" fmla="*/ 4901007 h 8402012"/>
              <a:gd name="connsiteX6595" fmla="*/ 622265 w 21052572"/>
              <a:gd name="connsiteY6595" fmla="*/ 4855872 h 8402012"/>
              <a:gd name="connsiteX6596" fmla="*/ 557782 w 21052572"/>
              <a:gd name="connsiteY6596" fmla="*/ 4836528 h 8402012"/>
              <a:gd name="connsiteX6597" fmla="*/ 494372 w 21052572"/>
              <a:gd name="connsiteY6597" fmla="*/ 4792467 h 8402012"/>
              <a:gd name="connsiteX6598" fmla="*/ 519093 w 21052572"/>
              <a:gd name="connsiteY6598" fmla="*/ 4727988 h 8402012"/>
              <a:gd name="connsiteX6599" fmla="*/ 795292 w 21052572"/>
              <a:gd name="connsiteY6599" fmla="*/ 4907455 h 8402012"/>
              <a:gd name="connsiteX6600" fmla="*/ 821085 w 21052572"/>
              <a:gd name="connsiteY6600" fmla="*/ 4855872 h 8402012"/>
              <a:gd name="connsiteX6601" fmla="*/ 840431 w 21052572"/>
              <a:gd name="connsiteY6601" fmla="*/ 4881663 h 8402012"/>
              <a:gd name="connsiteX6602" fmla="*/ 898470 w 21052572"/>
              <a:gd name="connsiteY6602" fmla="*/ 4907455 h 8402012"/>
              <a:gd name="connsiteX6603" fmla="*/ 942526 w 21052572"/>
              <a:gd name="connsiteY6603" fmla="*/ 4984830 h 8402012"/>
              <a:gd name="connsiteX6604" fmla="*/ 1097292 w 21052572"/>
              <a:gd name="connsiteY6604" fmla="*/ 4855872 h 8402012"/>
              <a:gd name="connsiteX6605" fmla="*/ 961872 w 21052572"/>
              <a:gd name="connsiteY6605" fmla="*/ 4830080 h 8402012"/>
              <a:gd name="connsiteX6606" fmla="*/ 846885 w 21052572"/>
              <a:gd name="connsiteY6606" fmla="*/ 4810736 h 8402012"/>
              <a:gd name="connsiteX6607" fmla="*/ 808191 w 21052572"/>
              <a:gd name="connsiteY6607" fmla="*/ 4721540 h 8402012"/>
              <a:gd name="connsiteX6608" fmla="*/ 750154 w 21052572"/>
              <a:gd name="connsiteY6608" fmla="*/ 4702196 h 8402012"/>
              <a:gd name="connsiteX6609" fmla="*/ 641609 w 21052572"/>
              <a:gd name="connsiteY6609" fmla="*/ 4644165 h 8402012"/>
              <a:gd name="connsiteX6610" fmla="*/ 577123 w 21052572"/>
              <a:gd name="connsiteY6610" fmla="*/ 4593656 h 8402012"/>
              <a:gd name="connsiteX6611" fmla="*/ 526613 w 21052572"/>
              <a:gd name="connsiteY6611" fmla="*/ 4496938 h 8402012"/>
              <a:gd name="connsiteX6612" fmla="*/ 449233 w 21052572"/>
              <a:gd name="connsiteY6612" fmla="*/ 4471146 h 8402012"/>
              <a:gd name="connsiteX6613" fmla="*/ 602922 w 21052572"/>
              <a:gd name="connsiteY6613" fmla="*/ 4272335 h 8402012"/>
              <a:gd name="connsiteX6614" fmla="*/ 449233 w 21052572"/>
              <a:gd name="connsiteY6614" fmla="*/ 4227200 h 8402012"/>
              <a:gd name="connsiteX6615" fmla="*/ 358957 w 21052572"/>
              <a:gd name="connsiteY6615" fmla="*/ 4196035 h 8402012"/>
              <a:gd name="connsiteX6616" fmla="*/ 462128 w 21052572"/>
              <a:gd name="connsiteY6616" fmla="*/ 4184354 h 8402012"/>
              <a:gd name="connsiteX6617" fmla="*/ 507270 w 21052572"/>
              <a:gd name="connsiteY6617" fmla="*/ 4158563 h 8402012"/>
              <a:gd name="connsiteX6618" fmla="*/ 410556 w 21052572"/>
              <a:gd name="connsiteY6618" fmla="*/ 4119876 h 8402012"/>
              <a:gd name="connsiteX6619" fmla="*/ 108547 w 21052572"/>
              <a:gd name="connsiteY6619" fmla="*/ 4087636 h 8402012"/>
              <a:gd name="connsiteX6620" fmla="*/ 282648 w 21052572"/>
              <a:gd name="connsiteY6620" fmla="*/ 4010258 h 8402012"/>
              <a:gd name="connsiteX6621" fmla="*/ 468577 w 21052572"/>
              <a:gd name="connsiteY6621" fmla="*/ 4023156 h 8402012"/>
              <a:gd name="connsiteX6622" fmla="*/ 564229 w 21052572"/>
              <a:gd name="connsiteY6622" fmla="*/ 3998439 h 8402012"/>
              <a:gd name="connsiteX6623" fmla="*/ 609369 w 21052572"/>
              <a:gd name="connsiteY6623" fmla="*/ 3984469 h 8402012"/>
              <a:gd name="connsiteX6624" fmla="*/ 622265 w 21052572"/>
              <a:gd name="connsiteY6624" fmla="*/ 3940409 h 8402012"/>
              <a:gd name="connsiteX6625" fmla="*/ 378306 w 21052572"/>
              <a:gd name="connsiteY6625" fmla="*/ 3888822 h 8402012"/>
              <a:gd name="connsiteX6626" fmla="*/ 699644 w 21052572"/>
              <a:gd name="connsiteY6626" fmla="*/ 3908169 h 8402012"/>
              <a:gd name="connsiteX6627" fmla="*/ 846885 w 21052572"/>
              <a:gd name="connsiteY6627" fmla="*/ 3979098 h 8402012"/>
              <a:gd name="connsiteX6628" fmla="*/ 929631 w 21052572"/>
              <a:gd name="connsiteY6628" fmla="*/ 3998439 h 8402012"/>
              <a:gd name="connsiteX6629" fmla="*/ 981221 w 21052572"/>
              <a:gd name="connsiteY6629" fmla="*/ 4029605 h 8402012"/>
              <a:gd name="connsiteX6630" fmla="*/ 862946 w 21052572"/>
              <a:gd name="connsiteY6630" fmla="*/ 3973605 h 8402012"/>
              <a:gd name="connsiteX6631" fmla="*/ 861166 w 21052572"/>
              <a:gd name="connsiteY6631" fmla="*/ 3973165 h 8402012"/>
              <a:gd name="connsiteX6632" fmla="*/ 861361 w 21052572"/>
              <a:gd name="connsiteY6632" fmla="*/ 3973462 h 8402012"/>
              <a:gd name="connsiteX6633" fmla="*/ 844301 w 21052572"/>
              <a:gd name="connsiteY6633" fmla="*/ 3973462 h 8402012"/>
              <a:gd name="connsiteX6634" fmla="*/ 845016 w 21052572"/>
              <a:gd name="connsiteY6634" fmla="*/ 3969164 h 8402012"/>
              <a:gd name="connsiteX6635" fmla="*/ 835225 w 21052572"/>
              <a:gd name="connsiteY6635" fmla="*/ 3966739 h 8402012"/>
              <a:gd name="connsiteX6636" fmla="*/ 808191 w 21052572"/>
              <a:gd name="connsiteY6636" fmla="*/ 3908169 h 8402012"/>
              <a:gd name="connsiteX6637" fmla="*/ 872681 w 21052572"/>
              <a:gd name="connsiteY6637" fmla="*/ 3901721 h 8402012"/>
              <a:gd name="connsiteX6638" fmla="*/ 872681 w 21052572"/>
              <a:gd name="connsiteY6638" fmla="*/ 3869481 h 8402012"/>
              <a:gd name="connsiteX6639" fmla="*/ 814638 w 21052572"/>
              <a:gd name="connsiteY6639" fmla="*/ 3843691 h 8402012"/>
              <a:gd name="connsiteX6640" fmla="*/ 775945 w 21052572"/>
              <a:gd name="connsiteY6640" fmla="*/ 3798554 h 8402012"/>
              <a:gd name="connsiteX6641" fmla="*/ 1000565 w 21052572"/>
              <a:gd name="connsiteY6641" fmla="*/ 3824343 h 8402012"/>
              <a:gd name="connsiteX6642" fmla="*/ 737259 w 21052572"/>
              <a:gd name="connsiteY6642" fmla="*/ 3644881 h 8402012"/>
              <a:gd name="connsiteX6643" fmla="*/ 840431 w 21052572"/>
              <a:gd name="connsiteY6643" fmla="*/ 3631983 h 8402012"/>
              <a:gd name="connsiteX6644" fmla="*/ 833981 w 21052572"/>
              <a:gd name="connsiteY6644" fmla="*/ 3516994 h 8402012"/>
              <a:gd name="connsiteX6645" fmla="*/ 782393 w 21052572"/>
              <a:gd name="connsiteY6645" fmla="*/ 3452516 h 8402012"/>
              <a:gd name="connsiteX6646" fmla="*/ 731887 w 21052572"/>
              <a:gd name="connsiteY6646" fmla="*/ 3260153 h 8402012"/>
              <a:gd name="connsiteX6647" fmla="*/ 641609 w 21052572"/>
              <a:gd name="connsiteY6647" fmla="*/ 3151613 h 8402012"/>
              <a:gd name="connsiteX6648" fmla="*/ 475027 w 21052572"/>
              <a:gd name="connsiteY6648" fmla="*/ 3029103 h 8402012"/>
              <a:gd name="connsiteX6649" fmla="*/ 564229 w 21052572"/>
              <a:gd name="connsiteY6649" fmla="*/ 3035555 h 8402012"/>
              <a:gd name="connsiteX6650" fmla="*/ 680297 w 21052572"/>
              <a:gd name="connsiteY6650" fmla="*/ 3054895 h 8402012"/>
              <a:gd name="connsiteX6651" fmla="*/ 859780 w 21052572"/>
              <a:gd name="connsiteY6651" fmla="*/ 2983968 h 8402012"/>
              <a:gd name="connsiteX6652" fmla="*/ 436339 w 21052572"/>
              <a:gd name="connsiteY6652" fmla="*/ 2752914 h 8402012"/>
              <a:gd name="connsiteX6653" fmla="*/ 904916 w 21052572"/>
              <a:gd name="connsiteY6653" fmla="*/ 2637928 h 8402012"/>
              <a:gd name="connsiteX6654" fmla="*/ 1147801 w 21052572"/>
              <a:gd name="connsiteY6654" fmla="*/ 2657271 h 8402012"/>
              <a:gd name="connsiteX6655" fmla="*/ 1263872 w 21052572"/>
              <a:gd name="connsiteY6655" fmla="*/ 2683064 h 8402012"/>
              <a:gd name="connsiteX6656" fmla="*/ 1378874 w 21052572"/>
              <a:gd name="connsiteY6656" fmla="*/ 2657271 h 8402012"/>
              <a:gd name="connsiteX6657" fmla="*/ 1359525 w 21052572"/>
              <a:gd name="connsiteY6657" fmla="*/ 2625034 h 8402012"/>
              <a:gd name="connsiteX6658" fmla="*/ 1597039 w 21052572"/>
              <a:gd name="connsiteY6658" fmla="*/ 2579897 h 8402012"/>
              <a:gd name="connsiteX6659" fmla="*/ 1828106 w 21052572"/>
              <a:gd name="connsiteY6659" fmla="*/ 2503598 h 8402012"/>
              <a:gd name="connsiteX6660" fmla="*/ 2316023 w 21052572"/>
              <a:gd name="connsiteY6660" fmla="*/ 2490703 h 8402012"/>
              <a:gd name="connsiteX6661" fmla="*/ 3079083 w 21052572"/>
              <a:gd name="connsiteY6661" fmla="*/ 2605690 h 8402012"/>
              <a:gd name="connsiteX6662" fmla="*/ 3855086 w 21052572"/>
              <a:gd name="connsiteY6662" fmla="*/ 2618587 h 8402012"/>
              <a:gd name="connsiteX6663" fmla="*/ 4638609 w 21052572"/>
              <a:gd name="connsiteY6663" fmla="*/ 2605690 h 8402012"/>
              <a:gd name="connsiteX6664" fmla="*/ 5388806 w 21052572"/>
              <a:gd name="connsiteY6664" fmla="*/ 2445566 h 8402012"/>
              <a:gd name="connsiteX6665" fmla="*/ 6896204 w 21052572"/>
              <a:gd name="connsiteY6665" fmla="*/ 1926509 h 8402012"/>
              <a:gd name="connsiteX6666" fmla="*/ 7652812 w 21052572"/>
              <a:gd name="connsiteY6666" fmla="*/ 1689010 h 8402012"/>
              <a:gd name="connsiteX6667" fmla="*/ 8024668 w 21052572"/>
              <a:gd name="connsiteY6667" fmla="*/ 1566500 h 8402012"/>
              <a:gd name="connsiteX6668" fmla="*/ 8530865 w 21052572"/>
              <a:gd name="connsiteY6668" fmla="*/ 1348346 h 8402012"/>
              <a:gd name="connsiteX6669" fmla="*/ 8711419 w 21052572"/>
              <a:gd name="connsiteY6669" fmla="*/ 1284941 h 8402012"/>
              <a:gd name="connsiteX6670" fmla="*/ 9089723 w 21052572"/>
              <a:gd name="connsiteY6670" fmla="*/ 1136639 h 8402012"/>
              <a:gd name="connsiteX6671" fmla="*/ 9846331 w 21052572"/>
              <a:gd name="connsiteY6671" fmla="*/ 848618 h 8402012"/>
              <a:gd name="connsiteX6672" fmla="*/ 11359547 w 21052572"/>
              <a:gd name="connsiteY6672" fmla="*/ 347838 h 8402012"/>
              <a:gd name="connsiteX6673" fmla="*/ 12122604 w 21052572"/>
              <a:gd name="connsiteY6673" fmla="*/ 174822 h 8402012"/>
              <a:gd name="connsiteX6674" fmla="*/ 12898557 w 21052572"/>
              <a:gd name="connsiteY6674" fmla="*/ 79180 h 8402012"/>
              <a:gd name="connsiteX6675" fmla="*/ 13675585 w 21052572"/>
              <a:gd name="connsiteY6675" fmla="*/ 14702 h 8402012"/>
              <a:gd name="connsiteX6676" fmla="*/ 13777684 w 21052572"/>
              <a:gd name="connsiteY6676" fmla="*/ 8254 h 8402012"/>
              <a:gd name="connsiteX6677" fmla="*/ 13855064 w 21052572"/>
              <a:gd name="connsiteY6677" fmla="*/ 1806 h 840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Lst>
            <a:rect l="l" t="t" r="r" b="b"/>
            <a:pathLst>
              <a:path w="21052572" h="8402012">
                <a:moveTo>
                  <a:pt x="4359536" y="8270801"/>
                </a:moveTo>
                <a:cubicBezTo>
                  <a:pt x="4359536" y="8289603"/>
                  <a:pt x="4359536" y="8302874"/>
                  <a:pt x="4346407" y="8302874"/>
                </a:cubicBezTo>
                <a:cubicBezTo>
                  <a:pt x="4346407" y="8284073"/>
                  <a:pt x="4346407" y="8270801"/>
                  <a:pt x="4359536" y="8270801"/>
                </a:cubicBezTo>
                <a:close/>
                <a:moveTo>
                  <a:pt x="4550215" y="8202009"/>
                </a:moveTo>
                <a:cubicBezTo>
                  <a:pt x="4591017" y="8202197"/>
                  <a:pt x="4631782" y="8210614"/>
                  <a:pt x="4672395" y="8237067"/>
                </a:cubicBezTo>
                <a:cubicBezTo>
                  <a:pt x="4609128" y="8243479"/>
                  <a:pt x="4551224" y="8249892"/>
                  <a:pt x="4493316" y="8256305"/>
                </a:cubicBezTo>
                <a:cubicBezTo>
                  <a:pt x="4467583" y="8262718"/>
                  <a:pt x="4441847" y="8274474"/>
                  <a:pt x="4417182" y="8269130"/>
                </a:cubicBezTo>
                <a:cubicBezTo>
                  <a:pt x="4391446" y="8256305"/>
                  <a:pt x="4365710" y="8237067"/>
                  <a:pt x="4346407" y="8224241"/>
                </a:cubicBezTo>
                <a:cubicBezTo>
                  <a:pt x="4414099" y="8224241"/>
                  <a:pt x="4482210" y="8201696"/>
                  <a:pt x="4550215" y="8202009"/>
                </a:cubicBezTo>
                <a:close/>
                <a:moveTo>
                  <a:pt x="5056320" y="8161791"/>
                </a:moveTo>
                <a:cubicBezTo>
                  <a:pt x="4907891" y="8228016"/>
                  <a:pt x="4907891" y="8228016"/>
                  <a:pt x="4791963" y="8241261"/>
                </a:cubicBezTo>
                <a:cubicBezTo>
                  <a:pt x="4868890" y="8194903"/>
                  <a:pt x="4868890" y="8194903"/>
                  <a:pt x="5056320" y="8161791"/>
                </a:cubicBezTo>
                <a:close/>
                <a:moveTo>
                  <a:pt x="3625921" y="8024337"/>
                </a:moveTo>
                <a:cubicBezTo>
                  <a:pt x="3631910" y="8024337"/>
                  <a:pt x="3643884" y="8031162"/>
                  <a:pt x="3643884" y="8051637"/>
                </a:cubicBezTo>
                <a:cubicBezTo>
                  <a:pt x="3631910" y="8051637"/>
                  <a:pt x="3625921" y="8044812"/>
                  <a:pt x="3625921" y="8024337"/>
                </a:cubicBezTo>
                <a:close/>
                <a:moveTo>
                  <a:pt x="2886695" y="7992782"/>
                </a:moveTo>
                <a:cubicBezTo>
                  <a:pt x="2886695" y="8012126"/>
                  <a:pt x="2893144" y="8025022"/>
                  <a:pt x="2906043" y="8025022"/>
                </a:cubicBezTo>
                <a:cubicBezTo>
                  <a:pt x="2906043" y="8005678"/>
                  <a:pt x="2899594" y="7992782"/>
                  <a:pt x="2886695" y="7992782"/>
                </a:cubicBezTo>
                <a:close/>
                <a:moveTo>
                  <a:pt x="5678745" y="7989786"/>
                </a:moveTo>
                <a:cubicBezTo>
                  <a:pt x="5684078" y="7988506"/>
                  <a:pt x="5688572" y="7998744"/>
                  <a:pt x="5679590" y="8008981"/>
                </a:cubicBezTo>
                <a:cubicBezTo>
                  <a:pt x="5679590" y="8008981"/>
                  <a:pt x="5673597" y="8002156"/>
                  <a:pt x="5673597" y="7995331"/>
                </a:cubicBezTo>
                <a:cubicBezTo>
                  <a:pt x="5675095" y="7991919"/>
                  <a:pt x="5676966" y="7990212"/>
                  <a:pt x="5678745" y="7989786"/>
                </a:cubicBezTo>
                <a:close/>
                <a:moveTo>
                  <a:pt x="3008685" y="7984722"/>
                </a:moveTo>
                <a:cubicBezTo>
                  <a:pt x="2975100" y="7984722"/>
                  <a:pt x="2938286" y="7992782"/>
                  <a:pt x="2925388" y="7992782"/>
                </a:cubicBezTo>
                <a:cubicBezTo>
                  <a:pt x="2925388" y="8057261"/>
                  <a:pt x="3053289" y="8025022"/>
                  <a:pt x="3072635" y="8025022"/>
                </a:cubicBezTo>
                <a:cubicBezTo>
                  <a:pt x="3072635" y="7992782"/>
                  <a:pt x="3042274" y="7984722"/>
                  <a:pt x="3008685" y="7984722"/>
                </a:cubicBezTo>
                <a:close/>
                <a:moveTo>
                  <a:pt x="5645057" y="7982520"/>
                </a:moveTo>
                <a:cubicBezTo>
                  <a:pt x="5656983" y="7984752"/>
                  <a:pt x="5667963" y="7992463"/>
                  <a:pt x="5677279" y="8008698"/>
                </a:cubicBezTo>
                <a:cubicBezTo>
                  <a:pt x="5646401" y="8028179"/>
                  <a:pt x="5614460" y="8041166"/>
                  <a:pt x="5582516" y="8060648"/>
                </a:cubicBezTo>
                <a:cubicBezTo>
                  <a:pt x="5569737" y="8067141"/>
                  <a:pt x="5556961" y="8072553"/>
                  <a:pt x="5544183" y="8080129"/>
                </a:cubicBezTo>
                <a:cubicBezTo>
                  <a:pt x="5537792" y="8060648"/>
                  <a:pt x="5531404" y="8047660"/>
                  <a:pt x="5531404" y="8028179"/>
                </a:cubicBezTo>
                <a:cubicBezTo>
                  <a:pt x="5564947" y="8018438"/>
                  <a:pt x="5609270" y="7975823"/>
                  <a:pt x="5645057" y="7982520"/>
                </a:cubicBezTo>
                <a:close/>
                <a:moveTo>
                  <a:pt x="5813583" y="7956299"/>
                </a:moveTo>
                <a:cubicBezTo>
                  <a:pt x="5828512" y="7956401"/>
                  <a:pt x="5843186" y="7958439"/>
                  <a:pt x="5857391" y="7963331"/>
                </a:cubicBezTo>
                <a:cubicBezTo>
                  <a:pt x="5807003" y="7989420"/>
                  <a:pt x="5729803" y="8061167"/>
                  <a:pt x="5678343" y="7982898"/>
                </a:cubicBezTo>
                <a:cubicBezTo>
                  <a:pt x="5721764" y="7973114"/>
                  <a:pt x="5768804" y="7955993"/>
                  <a:pt x="5813583" y="7956299"/>
                </a:cubicBezTo>
                <a:close/>
                <a:moveTo>
                  <a:pt x="2780829" y="7954901"/>
                </a:moveTo>
                <a:cubicBezTo>
                  <a:pt x="2764975" y="7954095"/>
                  <a:pt x="2745897" y="7960543"/>
                  <a:pt x="2733002" y="7960543"/>
                </a:cubicBezTo>
                <a:cubicBezTo>
                  <a:pt x="2733002" y="8018574"/>
                  <a:pt x="2789963" y="7992782"/>
                  <a:pt x="2809310" y="7992782"/>
                </a:cubicBezTo>
                <a:cubicBezTo>
                  <a:pt x="2809310" y="7963766"/>
                  <a:pt x="2796682" y="7955707"/>
                  <a:pt x="2780829" y="7954901"/>
                </a:cubicBezTo>
                <a:close/>
                <a:moveTo>
                  <a:pt x="2659646" y="7930721"/>
                </a:moveTo>
                <a:cubicBezTo>
                  <a:pt x="2647554" y="7929915"/>
                  <a:pt x="2633045" y="7934751"/>
                  <a:pt x="2623371" y="7934751"/>
                </a:cubicBezTo>
                <a:cubicBezTo>
                  <a:pt x="2623371" y="7979886"/>
                  <a:pt x="2662064" y="7960543"/>
                  <a:pt x="2681410" y="7960543"/>
                </a:cubicBezTo>
                <a:cubicBezTo>
                  <a:pt x="2681410" y="7937975"/>
                  <a:pt x="2671739" y="7931527"/>
                  <a:pt x="2659646" y="7930721"/>
                </a:cubicBezTo>
                <a:close/>
                <a:moveTo>
                  <a:pt x="2508367" y="7902511"/>
                </a:moveTo>
                <a:cubicBezTo>
                  <a:pt x="2508367" y="7934751"/>
                  <a:pt x="2527715" y="7934751"/>
                  <a:pt x="2547061" y="7934751"/>
                </a:cubicBezTo>
                <a:cubicBezTo>
                  <a:pt x="2547061" y="7896063"/>
                  <a:pt x="2527715" y="7902511"/>
                  <a:pt x="2508367" y="7902511"/>
                </a:cubicBezTo>
                <a:close/>
                <a:moveTo>
                  <a:pt x="2421443" y="7863152"/>
                </a:moveTo>
                <a:cubicBezTo>
                  <a:pt x="2405492" y="7863286"/>
                  <a:pt x="2386415" y="7871346"/>
                  <a:pt x="2374056" y="7871346"/>
                </a:cubicBezTo>
                <a:cubicBezTo>
                  <a:pt x="2374056" y="7928303"/>
                  <a:pt x="2430983" y="7902511"/>
                  <a:pt x="2450330" y="7902511"/>
                </a:cubicBezTo>
                <a:cubicBezTo>
                  <a:pt x="2450330" y="7870809"/>
                  <a:pt x="2437432" y="7863018"/>
                  <a:pt x="2421443" y="7863152"/>
                </a:cubicBezTo>
                <a:close/>
                <a:moveTo>
                  <a:pt x="2320053" y="7835883"/>
                </a:moveTo>
                <a:cubicBezTo>
                  <a:pt x="2307963" y="7834271"/>
                  <a:pt x="2293452" y="7839107"/>
                  <a:pt x="2283782" y="7839107"/>
                </a:cubicBezTo>
                <a:cubicBezTo>
                  <a:pt x="2283782" y="7889616"/>
                  <a:pt x="2322470" y="7871346"/>
                  <a:pt x="2341814" y="7871346"/>
                </a:cubicBezTo>
                <a:cubicBezTo>
                  <a:pt x="2341814" y="7845555"/>
                  <a:pt x="2332143" y="7837495"/>
                  <a:pt x="2320053" y="7835883"/>
                </a:cubicBezTo>
                <a:close/>
                <a:moveTo>
                  <a:pt x="6285585" y="7782608"/>
                </a:moveTo>
                <a:cubicBezTo>
                  <a:pt x="6291902" y="7801678"/>
                  <a:pt x="6298222" y="7820748"/>
                  <a:pt x="6298222" y="7839818"/>
                </a:cubicBezTo>
                <a:cubicBezTo>
                  <a:pt x="6273999" y="7852532"/>
                  <a:pt x="6248719" y="7858888"/>
                  <a:pt x="6223440" y="7871602"/>
                </a:cubicBezTo>
                <a:cubicBezTo>
                  <a:pt x="6242400" y="7839818"/>
                  <a:pt x="6267677" y="7808035"/>
                  <a:pt x="6285585" y="7782608"/>
                </a:cubicBezTo>
                <a:close/>
                <a:moveTo>
                  <a:pt x="6359901" y="7773131"/>
                </a:moveTo>
                <a:cubicBezTo>
                  <a:pt x="6359901" y="7798816"/>
                  <a:pt x="6353914" y="7805237"/>
                  <a:pt x="6341937" y="7805237"/>
                </a:cubicBezTo>
                <a:cubicBezTo>
                  <a:pt x="6341937" y="7785974"/>
                  <a:pt x="6347927" y="7773131"/>
                  <a:pt x="6359901" y="7773131"/>
                </a:cubicBezTo>
                <a:close/>
                <a:moveTo>
                  <a:pt x="6492564" y="7716253"/>
                </a:moveTo>
                <a:cubicBezTo>
                  <a:pt x="6492564" y="7735517"/>
                  <a:pt x="6487297" y="7748359"/>
                  <a:pt x="6474654" y="7748359"/>
                </a:cubicBezTo>
                <a:cubicBezTo>
                  <a:pt x="6474654" y="7729096"/>
                  <a:pt x="6480977" y="7716253"/>
                  <a:pt x="6492564" y="7716253"/>
                </a:cubicBezTo>
                <a:close/>
                <a:moveTo>
                  <a:pt x="6023014" y="7713609"/>
                </a:moveTo>
                <a:cubicBezTo>
                  <a:pt x="6035430" y="7711956"/>
                  <a:pt x="6050333" y="7718569"/>
                  <a:pt x="6060266" y="7728489"/>
                </a:cubicBezTo>
                <a:cubicBezTo>
                  <a:pt x="6080133" y="7748330"/>
                  <a:pt x="6007282" y="7748330"/>
                  <a:pt x="6000663" y="7748330"/>
                </a:cubicBezTo>
                <a:cubicBezTo>
                  <a:pt x="6000663" y="7725183"/>
                  <a:pt x="6010596" y="7715262"/>
                  <a:pt x="6023014" y="7713609"/>
                </a:cubicBezTo>
                <a:close/>
                <a:moveTo>
                  <a:pt x="6132353" y="7684485"/>
                </a:moveTo>
                <a:cubicBezTo>
                  <a:pt x="6132353" y="7715228"/>
                  <a:pt x="6113906" y="7715228"/>
                  <a:pt x="6095461" y="7715228"/>
                </a:cubicBezTo>
                <a:cubicBezTo>
                  <a:pt x="6095461" y="7678336"/>
                  <a:pt x="6113906" y="7684485"/>
                  <a:pt x="6132353" y="7684485"/>
                </a:cubicBezTo>
                <a:close/>
                <a:moveTo>
                  <a:pt x="6611612" y="7659376"/>
                </a:moveTo>
                <a:cubicBezTo>
                  <a:pt x="6630765" y="7659376"/>
                  <a:pt x="6649918" y="7659376"/>
                  <a:pt x="6662687" y="7671786"/>
                </a:cubicBezTo>
                <a:cubicBezTo>
                  <a:pt x="6643534" y="7684196"/>
                  <a:pt x="6624381" y="7696605"/>
                  <a:pt x="6611612" y="7715220"/>
                </a:cubicBezTo>
                <a:cubicBezTo>
                  <a:pt x="6611612" y="7696605"/>
                  <a:pt x="6611612" y="7677991"/>
                  <a:pt x="6611612" y="7659376"/>
                </a:cubicBezTo>
                <a:close/>
                <a:moveTo>
                  <a:pt x="6656227" y="7650005"/>
                </a:moveTo>
                <a:lnTo>
                  <a:pt x="6655396" y="7653539"/>
                </a:lnTo>
                <a:cubicBezTo>
                  <a:pt x="6654733" y="7656360"/>
                  <a:pt x="6654271" y="7658323"/>
                  <a:pt x="6654271" y="7658323"/>
                </a:cubicBezTo>
                <a:close/>
                <a:moveTo>
                  <a:pt x="6659809" y="7634772"/>
                </a:moveTo>
                <a:cubicBezTo>
                  <a:pt x="6659501" y="7636080"/>
                  <a:pt x="6658937" y="7638479"/>
                  <a:pt x="6658040" y="7642295"/>
                </a:cubicBezTo>
                <a:lnTo>
                  <a:pt x="6656227" y="7650005"/>
                </a:lnTo>
                <a:lnTo>
                  <a:pt x="6657732" y="7643603"/>
                </a:lnTo>
                <a:cubicBezTo>
                  <a:pt x="6659347" y="7636734"/>
                  <a:pt x="6660732" y="7630846"/>
                  <a:pt x="6659809" y="7634772"/>
                </a:cubicBezTo>
                <a:close/>
                <a:moveTo>
                  <a:pt x="6695874" y="7626197"/>
                </a:moveTo>
                <a:cubicBezTo>
                  <a:pt x="6695874" y="7652740"/>
                  <a:pt x="6684288" y="7658270"/>
                  <a:pt x="6671649" y="7658270"/>
                </a:cubicBezTo>
                <a:cubicBezTo>
                  <a:pt x="6665330" y="7652740"/>
                  <a:pt x="6665330" y="7646105"/>
                  <a:pt x="6659010" y="7639469"/>
                </a:cubicBezTo>
                <a:cubicBezTo>
                  <a:pt x="6671649" y="7632833"/>
                  <a:pt x="6684288" y="7626197"/>
                  <a:pt x="6695874" y="7626197"/>
                </a:cubicBezTo>
                <a:close/>
                <a:moveTo>
                  <a:pt x="4731846" y="7624042"/>
                </a:moveTo>
                <a:cubicBezTo>
                  <a:pt x="4719755" y="7622564"/>
                  <a:pt x="4705246" y="7627400"/>
                  <a:pt x="4695573" y="7627400"/>
                </a:cubicBezTo>
                <a:cubicBezTo>
                  <a:pt x="4695573" y="7671461"/>
                  <a:pt x="4734264" y="7658565"/>
                  <a:pt x="4753611" y="7658565"/>
                </a:cubicBezTo>
                <a:cubicBezTo>
                  <a:pt x="4753611" y="7633311"/>
                  <a:pt x="4743939" y="7625520"/>
                  <a:pt x="4731846" y="7624042"/>
                </a:cubicBezTo>
                <a:close/>
                <a:moveTo>
                  <a:pt x="6736842" y="7622692"/>
                </a:moveTo>
                <a:cubicBezTo>
                  <a:pt x="6739087" y="7623545"/>
                  <a:pt x="6742081" y="7626958"/>
                  <a:pt x="6748068" y="7630370"/>
                </a:cubicBezTo>
                <a:cubicBezTo>
                  <a:pt x="6736093" y="7637195"/>
                  <a:pt x="6736093" y="7644020"/>
                  <a:pt x="6730106" y="7630370"/>
                </a:cubicBezTo>
                <a:cubicBezTo>
                  <a:pt x="6733100" y="7623545"/>
                  <a:pt x="6734596" y="7621839"/>
                  <a:pt x="6736842" y="7622692"/>
                </a:cubicBezTo>
                <a:close/>
                <a:moveTo>
                  <a:pt x="4772957" y="7595161"/>
                </a:moveTo>
                <a:cubicBezTo>
                  <a:pt x="4772957" y="7627400"/>
                  <a:pt x="4792304" y="7627400"/>
                  <a:pt x="4811648" y="7627400"/>
                </a:cubicBezTo>
                <a:cubicBezTo>
                  <a:pt x="4811648" y="7588713"/>
                  <a:pt x="4792304" y="7595161"/>
                  <a:pt x="4772957" y="7595161"/>
                </a:cubicBezTo>
                <a:close/>
                <a:moveTo>
                  <a:pt x="6362876" y="7580021"/>
                </a:moveTo>
                <a:cubicBezTo>
                  <a:pt x="6385706" y="7576013"/>
                  <a:pt x="6406907" y="7579220"/>
                  <a:pt x="6416690" y="7608077"/>
                </a:cubicBezTo>
                <a:cubicBezTo>
                  <a:pt x="6377553" y="7627315"/>
                  <a:pt x="6338415" y="7640141"/>
                  <a:pt x="6299277" y="7658310"/>
                </a:cubicBezTo>
                <a:cubicBezTo>
                  <a:pt x="6299277" y="7633728"/>
                  <a:pt x="6299277" y="7614490"/>
                  <a:pt x="6299277" y="7595252"/>
                </a:cubicBezTo>
                <a:cubicBezTo>
                  <a:pt x="6315584" y="7595252"/>
                  <a:pt x="6340047" y="7584029"/>
                  <a:pt x="6362876" y="7580021"/>
                </a:cubicBezTo>
                <a:close/>
                <a:moveTo>
                  <a:pt x="6923436" y="7564581"/>
                </a:moveTo>
                <a:cubicBezTo>
                  <a:pt x="6923436" y="7590266"/>
                  <a:pt x="6917449" y="7596687"/>
                  <a:pt x="6905474" y="7596687"/>
                </a:cubicBezTo>
                <a:cubicBezTo>
                  <a:pt x="6905474" y="7571002"/>
                  <a:pt x="6917449" y="7564581"/>
                  <a:pt x="6923436" y="7564581"/>
                </a:cubicBezTo>
                <a:close/>
                <a:moveTo>
                  <a:pt x="6961258" y="7531402"/>
                </a:moveTo>
                <a:cubicBezTo>
                  <a:pt x="6961258" y="7550667"/>
                  <a:pt x="6961258" y="7563511"/>
                  <a:pt x="6948133" y="7563511"/>
                </a:cubicBezTo>
                <a:cubicBezTo>
                  <a:pt x="6948133" y="7544246"/>
                  <a:pt x="6948133" y="7531402"/>
                  <a:pt x="6961258" y="7531402"/>
                </a:cubicBezTo>
                <a:close/>
                <a:moveTo>
                  <a:pt x="6519027" y="7531284"/>
                </a:moveTo>
                <a:cubicBezTo>
                  <a:pt x="6530892" y="7532276"/>
                  <a:pt x="6542686" y="7536242"/>
                  <a:pt x="6554142" y="7544174"/>
                </a:cubicBezTo>
                <a:cubicBezTo>
                  <a:pt x="6519780" y="7571937"/>
                  <a:pt x="6471213" y="7623993"/>
                  <a:pt x="6433301" y="7594061"/>
                </a:cubicBezTo>
                <a:lnTo>
                  <a:pt x="6421498" y="7580258"/>
                </a:lnTo>
                <a:lnTo>
                  <a:pt x="6424521" y="7590114"/>
                </a:lnTo>
                <a:cubicBezTo>
                  <a:pt x="6424521" y="7594930"/>
                  <a:pt x="6422881" y="7599746"/>
                  <a:pt x="6419598" y="7606167"/>
                </a:cubicBezTo>
                <a:cubicBezTo>
                  <a:pt x="6419598" y="7599746"/>
                  <a:pt x="6413034" y="7593325"/>
                  <a:pt x="6413034" y="7593325"/>
                </a:cubicBezTo>
                <a:lnTo>
                  <a:pt x="6418630" y="7576903"/>
                </a:lnTo>
                <a:lnTo>
                  <a:pt x="6417775" y="7575903"/>
                </a:lnTo>
                <a:lnTo>
                  <a:pt x="6419363" y="7574751"/>
                </a:lnTo>
                <a:lnTo>
                  <a:pt x="6419598" y="7574061"/>
                </a:lnTo>
                <a:lnTo>
                  <a:pt x="6419730" y="7574486"/>
                </a:lnTo>
                <a:lnTo>
                  <a:pt x="6449207" y="7553098"/>
                </a:lnTo>
                <a:cubicBezTo>
                  <a:pt x="6471300" y="7539217"/>
                  <a:pt x="6495302" y="7529301"/>
                  <a:pt x="6519027" y="7531284"/>
                </a:cubicBezTo>
                <a:close/>
                <a:moveTo>
                  <a:pt x="5068792" y="7529070"/>
                </a:moveTo>
                <a:cubicBezTo>
                  <a:pt x="5047295" y="7529070"/>
                  <a:pt x="5026605" y="7533906"/>
                  <a:pt x="5010484" y="7556473"/>
                </a:cubicBezTo>
                <a:cubicBezTo>
                  <a:pt x="4991137" y="7582265"/>
                  <a:pt x="4958895" y="7575817"/>
                  <a:pt x="4939551" y="7582265"/>
                </a:cubicBezTo>
                <a:cubicBezTo>
                  <a:pt x="4913753" y="7588713"/>
                  <a:pt x="4887960" y="7595161"/>
                  <a:pt x="4868615" y="7595161"/>
                </a:cubicBezTo>
                <a:cubicBezTo>
                  <a:pt x="4868615" y="7627400"/>
                  <a:pt x="4887960" y="7633848"/>
                  <a:pt x="4900856" y="7620952"/>
                </a:cubicBezTo>
                <a:cubicBezTo>
                  <a:pt x="4926649" y="7601609"/>
                  <a:pt x="4939551" y="7588713"/>
                  <a:pt x="4965344" y="7588713"/>
                </a:cubicBezTo>
                <a:cubicBezTo>
                  <a:pt x="4984690" y="7582265"/>
                  <a:pt x="5004035" y="7582265"/>
                  <a:pt x="5023383" y="7575817"/>
                </a:cubicBezTo>
                <a:cubicBezTo>
                  <a:pt x="5023383" y="7569369"/>
                  <a:pt x="5035205" y="7562921"/>
                  <a:pt x="5042727" y="7562921"/>
                </a:cubicBezTo>
                <a:cubicBezTo>
                  <a:pt x="5073897" y="7562921"/>
                  <a:pt x="5099689" y="7562921"/>
                  <a:pt x="5131933" y="7562921"/>
                </a:cubicBezTo>
                <a:cubicBezTo>
                  <a:pt x="5131933" y="7556473"/>
                  <a:pt x="5131933" y="7543577"/>
                  <a:pt x="5131933" y="7530682"/>
                </a:cubicBezTo>
                <a:cubicBezTo>
                  <a:pt x="5112589" y="7533906"/>
                  <a:pt x="5090285" y="7529070"/>
                  <a:pt x="5068792" y="7529070"/>
                </a:cubicBezTo>
                <a:close/>
                <a:moveTo>
                  <a:pt x="6549994" y="7520599"/>
                </a:moveTo>
                <a:cubicBezTo>
                  <a:pt x="6552989" y="7520599"/>
                  <a:pt x="6555979" y="7524011"/>
                  <a:pt x="6558975" y="7530836"/>
                </a:cubicBezTo>
                <a:cubicBezTo>
                  <a:pt x="6552989" y="7544486"/>
                  <a:pt x="6547000" y="7544486"/>
                  <a:pt x="6541013" y="7530836"/>
                </a:cubicBezTo>
                <a:cubicBezTo>
                  <a:pt x="6544005" y="7524011"/>
                  <a:pt x="6547000" y="7520599"/>
                  <a:pt x="6549994" y="7520599"/>
                </a:cubicBezTo>
                <a:close/>
                <a:moveTo>
                  <a:pt x="7037161" y="7498226"/>
                </a:moveTo>
                <a:cubicBezTo>
                  <a:pt x="7037161" y="7535118"/>
                  <a:pt x="7018715" y="7528970"/>
                  <a:pt x="7000269" y="7528970"/>
                </a:cubicBezTo>
                <a:cubicBezTo>
                  <a:pt x="7000269" y="7498226"/>
                  <a:pt x="7024864" y="7498226"/>
                  <a:pt x="7037161" y="7498226"/>
                </a:cubicBezTo>
                <a:close/>
                <a:moveTo>
                  <a:pt x="6675160" y="7469436"/>
                </a:moveTo>
                <a:cubicBezTo>
                  <a:pt x="6688968" y="7469996"/>
                  <a:pt x="6702327" y="7474748"/>
                  <a:pt x="6714821" y="7485882"/>
                </a:cubicBezTo>
                <a:cubicBezTo>
                  <a:pt x="6664842" y="7511950"/>
                  <a:pt x="6595158" y="7596673"/>
                  <a:pt x="6550492" y="7518468"/>
                </a:cubicBezTo>
                <a:cubicBezTo>
                  <a:pt x="6588775" y="7503804"/>
                  <a:pt x="6633738" y="7467756"/>
                  <a:pt x="6675160" y="7469436"/>
                </a:cubicBezTo>
                <a:close/>
                <a:moveTo>
                  <a:pt x="6708736" y="7466812"/>
                </a:moveTo>
                <a:lnTo>
                  <a:pt x="6707944" y="7469064"/>
                </a:lnTo>
                <a:cubicBezTo>
                  <a:pt x="6707036" y="7471644"/>
                  <a:pt x="6706404" y="7473438"/>
                  <a:pt x="6706404" y="7473438"/>
                </a:cubicBezTo>
                <a:close/>
                <a:moveTo>
                  <a:pt x="6713340" y="7453728"/>
                </a:moveTo>
                <a:lnTo>
                  <a:pt x="6711562" y="7458781"/>
                </a:lnTo>
                <a:lnTo>
                  <a:pt x="6708736" y="7466812"/>
                </a:lnTo>
                <a:lnTo>
                  <a:pt x="6711140" y="7459978"/>
                </a:lnTo>
                <a:close/>
                <a:moveTo>
                  <a:pt x="6713982" y="7451902"/>
                </a:moveTo>
                <a:cubicBezTo>
                  <a:pt x="6714614" y="7450107"/>
                  <a:pt x="6714456" y="7450556"/>
                  <a:pt x="6713864" y="7452238"/>
                </a:cubicBezTo>
                <a:lnTo>
                  <a:pt x="6713340" y="7453728"/>
                </a:lnTo>
                <a:close/>
                <a:moveTo>
                  <a:pt x="7157576" y="7408170"/>
                </a:moveTo>
                <a:cubicBezTo>
                  <a:pt x="7163725" y="7428078"/>
                  <a:pt x="7163725" y="7453515"/>
                  <a:pt x="7169873" y="7473422"/>
                </a:cubicBezTo>
                <a:cubicBezTo>
                  <a:pt x="7157576" y="7473422"/>
                  <a:pt x="7145278" y="7473422"/>
                  <a:pt x="7132981" y="7473422"/>
                </a:cubicBezTo>
                <a:cubicBezTo>
                  <a:pt x="7139130" y="7447985"/>
                  <a:pt x="7145278" y="7428078"/>
                  <a:pt x="7157576" y="7408170"/>
                </a:cubicBezTo>
                <a:close/>
                <a:moveTo>
                  <a:pt x="6859755" y="7367654"/>
                </a:moveTo>
                <a:cubicBezTo>
                  <a:pt x="6875043" y="7368179"/>
                  <a:pt x="6888787" y="7376704"/>
                  <a:pt x="6899676" y="7397813"/>
                </a:cubicBezTo>
                <a:cubicBezTo>
                  <a:pt x="6862493" y="7410804"/>
                  <a:pt x="6830622" y="7423794"/>
                  <a:pt x="6792377" y="7443280"/>
                </a:cubicBezTo>
                <a:cubicBezTo>
                  <a:pt x="6766880" y="7455188"/>
                  <a:pt x="6735010" y="7487664"/>
                  <a:pt x="6715887" y="7455188"/>
                </a:cubicBezTo>
                <a:cubicBezTo>
                  <a:pt x="6754132" y="7436514"/>
                  <a:pt x="6813890" y="7366081"/>
                  <a:pt x="6859755" y="7367654"/>
                </a:cubicBezTo>
                <a:close/>
                <a:moveTo>
                  <a:pt x="6906002" y="7365514"/>
                </a:moveTo>
                <a:cubicBezTo>
                  <a:pt x="6912322" y="7371935"/>
                  <a:pt x="6918642" y="7378357"/>
                  <a:pt x="6918642" y="7384778"/>
                </a:cubicBezTo>
                <a:cubicBezTo>
                  <a:pt x="6912322" y="7391199"/>
                  <a:pt x="6906002" y="7397620"/>
                  <a:pt x="6900735" y="7384778"/>
                </a:cubicBezTo>
                <a:cubicBezTo>
                  <a:pt x="6900735" y="7371935"/>
                  <a:pt x="6906002" y="7365514"/>
                  <a:pt x="6906002" y="7365514"/>
                </a:cubicBezTo>
                <a:close/>
                <a:moveTo>
                  <a:pt x="6951772" y="7346553"/>
                </a:moveTo>
                <a:cubicBezTo>
                  <a:pt x="6951772" y="7383445"/>
                  <a:pt x="6918704" y="7383445"/>
                  <a:pt x="6905477" y="7364999"/>
                </a:cubicBezTo>
                <a:cubicBezTo>
                  <a:pt x="6918704" y="7358851"/>
                  <a:pt x="6931931" y="7352702"/>
                  <a:pt x="6951772" y="7346553"/>
                </a:cubicBezTo>
                <a:close/>
                <a:moveTo>
                  <a:pt x="7174557" y="7199619"/>
                </a:moveTo>
                <a:cubicBezTo>
                  <a:pt x="7174557" y="7249662"/>
                  <a:pt x="7155005" y="7268827"/>
                  <a:pt x="7128936" y="7287993"/>
                </a:cubicBezTo>
                <a:cubicBezTo>
                  <a:pt x="7090919" y="7307158"/>
                  <a:pt x="7058332" y="7326323"/>
                  <a:pt x="7019229" y="7345489"/>
                </a:cubicBezTo>
                <a:cubicBezTo>
                  <a:pt x="7051815" y="7256050"/>
                  <a:pt x="7122419" y="7244338"/>
                  <a:pt x="7174557" y="7199619"/>
                </a:cubicBezTo>
                <a:close/>
                <a:moveTo>
                  <a:pt x="7300454" y="7180662"/>
                </a:moveTo>
                <a:cubicBezTo>
                  <a:pt x="7306774" y="7187084"/>
                  <a:pt x="7306774" y="7193506"/>
                  <a:pt x="7312041" y="7199927"/>
                </a:cubicBezTo>
                <a:cubicBezTo>
                  <a:pt x="7306774" y="7206349"/>
                  <a:pt x="7300454" y="7212771"/>
                  <a:pt x="7294134" y="7199927"/>
                </a:cubicBezTo>
                <a:cubicBezTo>
                  <a:pt x="7294134" y="7193506"/>
                  <a:pt x="7300454" y="7187084"/>
                  <a:pt x="7300454" y="7180662"/>
                </a:cubicBezTo>
                <a:close/>
                <a:moveTo>
                  <a:pt x="7393171" y="7122257"/>
                </a:moveTo>
                <a:cubicBezTo>
                  <a:pt x="7396165" y="7122257"/>
                  <a:pt x="7399159" y="7125468"/>
                  <a:pt x="7402152" y="7131889"/>
                </a:cubicBezTo>
                <a:cubicBezTo>
                  <a:pt x="7402152" y="7135099"/>
                  <a:pt x="7400656" y="7136704"/>
                  <a:pt x="7399159" y="7139112"/>
                </a:cubicBezTo>
                <a:lnTo>
                  <a:pt x="7396276" y="7150706"/>
                </a:lnTo>
                <a:lnTo>
                  <a:pt x="7397356" y="7152336"/>
                </a:lnTo>
                <a:cubicBezTo>
                  <a:pt x="7372077" y="7165050"/>
                  <a:pt x="7327839" y="7222262"/>
                  <a:pt x="7303614" y="7177764"/>
                </a:cubicBezTo>
                <a:cubicBezTo>
                  <a:pt x="7327839" y="7158693"/>
                  <a:pt x="7359438" y="7145979"/>
                  <a:pt x="7384716" y="7133265"/>
                </a:cubicBezTo>
                <a:lnTo>
                  <a:pt x="7390024" y="7141273"/>
                </a:lnTo>
                <a:lnTo>
                  <a:pt x="7384190" y="7131889"/>
                </a:lnTo>
                <a:cubicBezTo>
                  <a:pt x="7387184" y="7125468"/>
                  <a:pt x="7390178" y="7122257"/>
                  <a:pt x="7393171" y="7122257"/>
                </a:cubicBezTo>
                <a:close/>
                <a:moveTo>
                  <a:pt x="5888582" y="7100821"/>
                </a:moveTo>
                <a:cubicBezTo>
                  <a:pt x="5888582" y="7126612"/>
                  <a:pt x="5895026" y="7133060"/>
                  <a:pt x="5907925" y="7133060"/>
                </a:cubicBezTo>
                <a:cubicBezTo>
                  <a:pt x="5907925" y="7107269"/>
                  <a:pt x="5895026" y="7100821"/>
                  <a:pt x="5888582" y="7100821"/>
                </a:cubicBezTo>
                <a:close/>
                <a:moveTo>
                  <a:pt x="7447974" y="7098071"/>
                </a:moveTo>
                <a:cubicBezTo>
                  <a:pt x="7453481" y="7098362"/>
                  <a:pt x="7458784" y="7099913"/>
                  <a:pt x="7463679" y="7103016"/>
                </a:cubicBezTo>
                <a:cubicBezTo>
                  <a:pt x="7444098" y="7109221"/>
                  <a:pt x="7417990" y="7146450"/>
                  <a:pt x="7398409" y="7121631"/>
                </a:cubicBezTo>
                <a:cubicBezTo>
                  <a:pt x="7413095" y="7107669"/>
                  <a:pt x="7431452" y="7097199"/>
                  <a:pt x="7447974" y="7098071"/>
                </a:cubicBezTo>
                <a:close/>
                <a:moveTo>
                  <a:pt x="6649030" y="7074116"/>
                </a:moveTo>
                <a:cubicBezTo>
                  <a:pt x="6650527" y="7075822"/>
                  <a:pt x="6652024" y="7082647"/>
                  <a:pt x="6658011" y="7089472"/>
                </a:cubicBezTo>
                <a:cubicBezTo>
                  <a:pt x="6652024" y="7089472"/>
                  <a:pt x="6646036" y="7089472"/>
                  <a:pt x="6640049" y="7089472"/>
                </a:cubicBezTo>
                <a:cubicBezTo>
                  <a:pt x="6646037" y="7075822"/>
                  <a:pt x="6647534" y="7072410"/>
                  <a:pt x="6649030" y="7074116"/>
                </a:cubicBezTo>
                <a:close/>
                <a:moveTo>
                  <a:pt x="6017554" y="7068581"/>
                </a:moveTo>
                <a:cubicBezTo>
                  <a:pt x="6017554" y="7094373"/>
                  <a:pt x="6024005" y="7100821"/>
                  <a:pt x="6036901" y="7100821"/>
                </a:cubicBezTo>
                <a:cubicBezTo>
                  <a:pt x="6036901" y="7081477"/>
                  <a:pt x="6030453" y="7068581"/>
                  <a:pt x="6017554" y="7068581"/>
                </a:cubicBezTo>
                <a:close/>
                <a:moveTo>
                  <a:pt x="7572643" y="7066910"/>
                </a:moveTo>
                <a:cubicBezTo>
                  <a:pt x="7572643" y="7092597"/>
                  <a:pt x="7565818" y="7099019"/>
                  <a:pt x="7545343" y="7099019"/>
                </a:cubicBezTo>
                <a:cubicBezTo>
                  <a:pt x="7545343" y="7079754"/>
                  <a:pt x="7552168" y="7066910"/>
                  <a:pt x="7572643" y="7066910"/>
                </a:cubicBezTo>
                <a:close/>
                <a:moveTo>
                  <a:pt x="7601219" y="7038470"/>
                </a:moveTo>
                <a:cubicBezTo>
                  <a:pt x="7601219" y="7063907"/>
                  <a:pt x="7595232" y="7070543"/>
                  <a:pt x="7583257" y="7070543"/>
                </a:cubicBezTo>
                <a:cubicBezTo>
                  <a:pt x="7583257" y="7050636"/>
                  <a:pt x="7589244" y="7038470"/>
                  <a:pt x="7601219" y="7038470"/>
                </a:cubicBezTo>
                <a:close/>
                <a:moveTo>
                  <a:pt x="5831616" y="6979385"/>
                </a:moveTo>
                <a:cubicBezTo>
                  <a:pt x="5831616" y="7018072"/>
                  <a:pt x="5850963" y="7011624"/>
                  <a:pt x="5870309" y="7011624"/>
                </a:cubicBezTo>
                <a:cubicBezTo>
                  <a:pt x="5870309" y="6972937"/>
                  <a:pt x="5844515" y="6979385"/>
                  <a:pt x="5831616" y="6979385"/>
                </a:cubicBezTo>
                <a:close/>
                <a:moveTo>
                  <a:pt x="7684776" y="6978552"/>
                </a:moveTo>
                <a:cubicBezTo>
                  <a:pt x="7696410" y="6976961"/>
                  <a:pt x="7710371" y="6981736"/>
                  <a:pt x="7719678" y="6981736"/>
                </a:cubicBezTo>
                <a:cubicBezTo>
                  <a:pt x="7719678" y="7032670"/>
                  <a:pt x="7682449" y="7013570"/>
                  <a:pt x="7663834" y="7013570"/>
                </a:cubicBezTo>
                <a:cubicBezTo>
                  <a:pt x="7663834" y="6988103"/>
                  <a:pt x="7673142" y="6980144"/>
                  <a:pt x="7684776" y="6978552"/>
                </a:cubicBezTo>
                <a:close/>
                <a:moveTo>
                  <a:pt x="5959517" y="6947145"/>
                </a:moveTo>
                <a:cubicBezTo>
                  <a:pt x="5940168" y="6953593"/>
                  <a:pt x="5927276" y="6972937"/>
                  <a:pt x="5907925" y="6979385"/>
                </a:cubicBezTo>
                <a:cubicBezTo>
                  <a:pt x="5895026" y="6985833"/>
                  <a:pt x="5888582" y="6992281"/>
                  <a:pt x="5888582" y="7011624"/>
                </a:cubicBezTo>
                <a:cubicBezTo>
                  <a:pt x="5901477" y="6998729"/>
                  <a:pt x="5920820" y="6998729"/>
                  <a:pt x="5933720" y="6979385"/>
                </a:cubicBezTo>
                <a:cubicBezTo>
                  <a:pt x="5946619" y="6979385"/>
                  <a:pt x="5959517" y="6972937"/>
                  <a:pt x="5959517" y="6947145"/>
                </a:cubicBezTo>
                <a:close/>
                <a:moveTo>
                  <a:pt x="6863995" y="6945961"/>
                </a:moveTo>
                <a:cubicBezTo>
                  <a:pt x="6874213" y="6945596"/>
                  <a:pt x="6884521" y="6946509"/>
                  <a:pt x="6894929" y="6948945"/>
                </a:cubicBezTo>
                <a:cubicBezTo>
                  <a:pt x="6862904" y="7007401"/>
                  <a:pt x="6811664" y="7013896"/>
                  <a:pt x="6766828" y="7033381"/>
                </a:cubicBezTo>
                <a:cubicBezTo>
                  <a:pt x="6742809" y="7042312"/>
                  <a:pt x="6712185" y="7077426"/>
                  <a:pt x="6684864" y="7075244"/>
                </a:cubicBezTo>
                <a:lnTo>
                  <a:pt x="6671792" y="7070841"/>
                </a:lnTo>
                <a:lnTo>
                  <a:pt x="6661007" y="7084722"/>
                </a:lnTo>
                <a:cubicBezTo>
                  <a:pt x="6658761" y="7084722"/>
                  <a:pt x="6657265" y="7079906"/>
                  <a:pt x="6654271" y="7070274"/>
                </a:cubicBezTo>
                <a:cubicBezTo>
                  <a:pt x="6657265" y="7063852"/>
                  <a:pt x="6658762" y="7060641"/>
                  <a:pt x="6661007" y="7060641"/>
                </a:cubicBezTo>
                <a:lnTo>
                  <a:pt x="6663692" y="7062945"/>
                </a:lnTo>
                <a:lnTo>
                  <a:pt x="6659010" y="7058279"/>
                </a:lnTo>
                <a:cubicBezTo>
                  <a:pt x="6725329" y="7013760"/>
                  <a:pt x="6792466" y="6948522"/>
                  <a:pt x="6863995" y="6945961"/>
                </a:cubicBezTo>
                <a:close/>
                <a:moveTo>
                  <a:pt x="6951737" y="6919979"/>
                </a:moveTo>
                <a:cubicBezTo>
                  <a:pt x="6951737" y="6940454"/>
                  <a:pt x="6938087" y="6947279"/>
                  <a:pt x="6924437" y="6947279"/>
                </a:cubicBezTo>
                <a:cubicBezTo>
                  <a:pt x="6924437" y="6926804"/>
                  <a:pt x="6938087" y="6919979"/>
                  <a:pt x="6951737" y="6919979"/>
                </a:cubicBezTo>
                <a:close/>
                <a:moveTo>
                  <a:pt x="6999271" y="6891539"/>
                </a:moveTo>
                <a:cubicBezTo>
                  <a:pt x="6999271" y="6910803"/>
                  <a:pt x="6993284" y="6923645"/>
                  <a:pt x="6981309" y="6923645"/>
                </a:cubicBezTo>
                <a:cubicBezTo>
                  <a:pt x="6981309" y="6897960"/>
                  <a:pt x="6987296" y="6891539"/>
                  <a:pt x="6999271" y="6891539"/>
                </a:cubicBezTo>
                <a:close/>
                <a:moveTo>
                  <a:pt x="6056250" y="6889114"/>
                </a:moveTo>
                <a:cubicBezTo>
                  <a:pt x="6056250" y="6927802"/>
                  <a:pt x="6080969" y="6921354"/>
                  <a:pt x="6093865" y="6921354"/>
                </a:cubicBezTo>
                <a:cubicBezTo>
                  <a:pt x="6093865" y="6882666"/>
                  <a:pt x="6075588" y="6889114"/>
                  <a:pt x="6056250" y="6889114"/>
                </a:cubicBezTo>
                <a:close/>
                <a:moveTo>
                  <a:pt x="7913961" y="6858360"/>
                </a:moveTo>
                <a:cubicBezTo>
                  <a:pt x="7913961" y="6909960"/>
                  <a:pt x="7901017" y="6929310"/>
                  <a:pt x="7868655" y="6935760"/>
                </a:cubicBezTo>
                <a:cubicBezTo>
                  <a:pt x="7829821" y="6948660"/>
                  <a:pt x="7790988" y="6961560"/>
                  <a:pt x="7758626" y="6948660"/>
                </a:cubicBezTo>
                <a:cubicBezTo>
                  <a:pt x="7797460" y="6884160"/>
                  <a:pt x="7855711" y="6877710"/>
                  <a:pt x="7913961" y="6858360"/>
                </a:cubicBezTo>
                <a:close/>
                <a:moveTo>
                  <a:pt x="7040171" y="6855718"/>
                </a:moveTo>
                <a:cubicBezTo>
                  <a:pt x="7051805" y="6854086"/>
                  <a:pt x="7065766" y="6858981"/>
                  <a:pt x="7075073" y="6858981"/>
                </a:cubicBezTo>
                <a:cubicBezTo>
                  <a:pt x="7075073" y="6904670"/>
                  <a:pt x="7037844" y="6891616"/>
                  <a:pt x="7019229" y="6891616"/>
                </a:cubicBezTo>
                <a:cubicBezTo>
                  <a:pt x="7019229" y="6865508"/>
                  <a:pt x="7028536" y="6857349"/>
                  <a:pt x="7040171" y="6855718"/>
                </a:cubicBezTo>
                <a:close/>
                <a:moveTo>
                  <a:pt x="8302674" y="6855494"/>
                </a:moveTo>
                <a:cubicBezTo>
                  <a:pt x="8302674" y="6895175"/>
                  <a:pt x="8284228" y="6888561"/>
                  <a:pt x="8265782" y="6888561"/>
                </a:cubicBezTo>
                <a:cubicBezTo>
                  <a:pt x="8265782" y="6848880"/>
                  <a:pt x="8290377" y="6855494"/>
                  <a:pt x="8302674" y="6855494"/>
                </a:cubicBezTo>
                <a:close/>
                <a:moveTo>
                  <a:pt x="7151945" y="6792002"/>
                </a:moveTo>
                <a:cubicBezTo>
                  <a:pt x="7158770" y="6805274"/>
                  <a:pt x="7172420" y="6811910"/>
                  <a:pt x="7179245" y="6825181"/>
                </a:cubicBezTo>
                <a:cubicBezTo>
                  <a:pt x="7172420" y="6831817"/>
                  <a:pt x="7158770" y="6837347"/>
                  <a:pt x="7151945" y="6857254"/>
                </a:cubicBezTo>
                <a:cubicBezTo>
                  <a:pt x="7151945" y="6831817"/>
                  <a:pt x="7151945" y="6811910"/>
                  <a:pt x="7151945" y="6792002"/>
                </a:cubicBezTo>
                <a:close/>
                <a:moveTo>
                  <a:pt x="7321499" y="6749346"/>
                </a:moveTo>
                <a:cubicBezTo>
                  <a:pt x="7290409" y="6775836"/>
                  <a:pt x="7258247" y="6802326"/>
                  <a:pt x="7232518" y="6828816"/>
                </a:cubicBezTo>
                <a:cubicBezTo>
                  <a:pt x="7232518" y="6808948"/>
                  <a:pt x="7232518" y="6789081"/>
                  <a:pt x="7232518" y="6762591"/>
                </a:cubicBezTo>
                <a:cubicBezTo>
                  <a:pt x="7258247" y="6755969"/>
                  <a:pt x="7290409" y="6755969"/>
                  <a:pt x="7321499" y="6749346"/>
                </a:cubicBezTo>
                <a:close/>
                <a:moveTo>
                  <a:pt x="6793031" y="6735439"/>
                </a:moveTo>
                <a:cubicBezTo>
                  <a:pt x="6793031" y="6754782"/>
                  <a:pt x="6799479" y="6761230"/>
                  <a:pt x="6812376" y="6761230"/>
                </a:cubicBezTo>
                <a:cubicBezTo>
                  <a:pt x="6812376" y="6741887"/>
                  <a:pt x="6805928" y="6735439"/>
                  <a:pt x="6793031" y="6735439"/>
                </a:cubicBezTo>
                <a:close/>
                <a:moveTo>
                  <a:pt x="8137805" y="6735125"/>
                </a:moveTo>
                <a:cubicBezTo>
                  <a:pt x="8151127" y="6735125"/>
                  <a:pt x="8162400" y="6735125"/>
                  <a:pt x="8174697" y="6735125"/>
                </a:cubicBezTo>
                <a:cubicBezTo>
                  <a:pt x="8174697" y="6753740"/>
                  <a:pt x="8174697" y="6772354"/>
                  <a:pt x="8174697" y="6790969"/>
                </a:cubicBezTo>
                <a:cubicBezTo>
                  <a:pt x="8162400" y="6790969"/>
                  <a:pt x="8151127" y="6790969"/>
                  <a:pt x="8137805" y="6790969"/>
                </a:cubicBezTo>
                <a:cubicBezTo>
                  <a:pt x="8137805" y="6772354"/>
                  <a:pt x="8137805" y="6753740"/>
                  <a:pt x="8137805" y="6735125"/>
                </a:cubicBezTo>
                <a:close/>
                <a:moveTo>
                  <a:pt x="7184054" y="6703356"/>
                </a:moveTo>
                <a:cubicBezTo>
                  <a:pt x="7184054" y="6734099"/>
                  <a:pt x="7164788" y="6734099"/>
                  <a:pt x="7151945" y="6734099"/>
                </a:cubicBezTo>
                <a:cubicBezTo>
                  <a:pt x="7151945" y="6697207"/>
                  <a:pt x="7171210" y="6703356"/>
                  <a:pt x="7184054" y="6703356"/>
                </a:cubicBezTo>
                <a:close/>
                <a:moveTo>
                  <a:pt x="6831721" y="6703199"/>
                </a:moveTo>
                <a:cubicBezTo>
                  <a:pt x="6831721" y="6735439"/>
                  <a:pt x="6851066" y="6735439"/>
                  <a:pt x="6870411" y="6735439"/>
                </a:cubicBezTo>
                <a:cubicBezTo>
                  <a:pt x="6870411" y="6696751"/>
                  <a:pt x="6844618" y="6703199"/>
                  <a:pt x="6831721" y="6703199"/>
                </a:cubicBezTo>
                <a:close/>
                <a:moveTo>
                  <a:pt x="6434573" y="6703199"/>
                </a:moveTo>
                <a:cubicBezTo>
                  <a:pt x="6434573" y="6735439"/>
                  <a:pt x="6453917" y="6735439"/>
                  <a:pt x="6473264" y="6735439"/>
                </a:cubicBezTo>
                <a:cubicBezTo>
                  <a:pt x="6473264" y="6696751"/>
                  <a:pt x="6453917" y="6703199"/>
                  <a:pt x="6434573" y="6703199"/>
                </a:cubicBezTo>
                <a:close/>
                <a:moveTo>
                  <a:pt x="8265779" y="6701949"/>
                </a:moveTo>
                <a:cubicBezTo>
                  <a:pt x="8277754" y="6701949"/>
                  <a:pt x="8283741" y="6708370"/>
                  <a:pt x="8283741" y="6734055"/>
                </a:cubicBezTo>
                <a:cubicBezTo>
                  <a:pt x="8271766" y="6734055"/>
                  <a:pt x="8265779" y="6721213"/>
                  <a:pt x="8265779" y="6701949"/>
                </a:cubicBezTo>
                <a:close/>
                <a:moveTo>
                  <a:pt x="7378379" y="6701949"/>
                </a:moveTo>
                <a:cubicBezTo>
                  <a:pt x="7371958" y="6720564"/>
                  <a:pt x="7365536" y="6739178"/>
                  <a:pt x="7359115" y="6757793"/>
                </a:cubicBezTo>
                <a:cubicBezTo>
                  <a:pt x="7352694" y="6745383"/>
                  <a:pt x="7346273" y="6732974"/>
                  <a:pt x="7346273" y="6720564"/>
                </a:cubicBezTo>
                <a:cubicBezTo>
                  <a:pt x="7352694" y="6714359"/>
                  <a:pt x="7365536" y="6708154"/>
                  <a:pt x="7378379" y="6701949"/>
                </a:cubicBezTo>
                <a:close/>
                <a:moveTo>
                  <a:pt x="8227862" y="6673512"/>
                </a:moveTo>
                <a:cubicBezTo>
                  <a:pt x="8233849" y="6673512"/>
                  <a:pt x="8239837" y="6673512"/>
                  <a:pt x="8245824" y="6673512"/>
                </a:cubicBezTo>
                <a:cubicBezTo>
                  <a:pt x="8245824" y="6693093"/>
                  <a:pt x="8245824" y="6712674"/>
                  <a:pt x="8245824" y="6738782"/>
                </a:cubicBezTo>
                <a:cubicBezTo>
                  <a:pt x="8239837" y="6738782"/>
                  <a:pt x="8233849" y="6738782"/>
                  <a:pt x="8227862" y="6738782"/>
                </a:cubicBezTo>
                <a:cubicBezTo>
                  <a:pt x="8227862" y="6712674"/>
                  <a:pt x="8227862" y="6693093"/>
                  <a:pt x="8227862" y="6673512"/>
                </a:cubicBezTo>
                <a:close/>
                <a:moveTo>
                  <a:pt x="7417366" y="6673512"/>
                </a:moveTo>
                <a:cubicBezTo>
                  <a:pt x="7429341" y="6673512"/>
                  <a:pt x="7435328" y="6679933"/>
                  <a:pt x="7435328" y="6705618"/>
                </a:cubicBezTo>
                <a:cubicBezTo>
                  <a:pt x="7423353" y="6705618"/>
                  <a:pt x="7417366" y="6692776"/>
                  <a:pt x="7417366" y="6673512"/>
                </a:cubicBezTo>
                <a:close/>
                <a:moveTo>
                  <a:pt x="6901578" y="6670960"/>
                </a:moveTo>
                <a:cubicBezTo>
                  <a:pt x="6901578" y="6690303"/>
                  <a:pt x="6908026" y="6703199"/>
                  <a:pt x="6920924" y="6703199"/>
                </a:cubicBezTo>
                <a:cubicBezTo>
                  <a:pt x="6920924" y="6677408"/>
                  <a:pt x="6914475" y="6670960"/>
                  <a:pt x="6901578" y="6670960"/>
                </a:cubicBezTo>
                <a:close/>
                <a:moveTo>
                  <a:pt x="6530226" y="6670960"/>
                </a:moveTo>
                <a:cubicBezTo>
                  <a:pt x="6530226" y="6703199"/>
                  <a:pt x="6549574" y="6703199"/>
                  <a:pt x="6562471" y="6703199"/>
                </a:cubicBezTo>
                <a:cubicBezTo>
                  <a:pt x="6562471" y="6664512"/>
                  <a:pt x="6543126" y="6670960"/>
                  <a:pt x="6530226" y="6670960"/>
                </a:cubicBezTo>
                <a:close/>
                <a:moveTo>
                  <a:pt x="7473745" y="6664909"/>
                </a:moveTo>
                <a:cubicBezTo>
                  <a:pt x="7476739" y="6665712"/>
                  <a:pt x="7479733" y="6668923"/>
                  <a:pt x="7482726" y="6672134"/>
                </a:cubicBezTo>
                <a:cubicBezTo>
                  <a:pt x="7482726" y="6672134"/>
                  <a:pt x="7476739" y="6678555"/>
                  <a:pt x="7476739" y="6691399"/>
                </a:cubicBezTo>
                <a:cubicBezTo>
                  <a:pt x="7470751" y="6684977"/>
                  <a:pt x="7470751" y="6678555"/>
                  <a:pt x="7464764" y="6672134"/>
                </a:cubicBezTo>
                <a:cubicBezTo>
                  <a:pt x="7467758" y="6665712"/>
                  <a:pt x="7470752" y="6664106"/>
                  <a:pt x="7473745" y="6664909"/>
                </a:cubicBezTo>
                <a:close/>
                <a:moveTo>
                  <a:pt x="7492690" y="6650186"/>
                </a:moveTo>
                <a:cubicBezTo>
                  <a:pt x="7498839" y="6649495"/>
                  <a:pt x="7504988" y="6651153"/>
                  <a:pt x="7511136" y="6657236"/>
                </a:cubicBezTo>
                <a:cubicBezTo>
                  <a:pt x="7498839" y="6657236"/>
                  <a:pt x="7480393" y="6677141"/>
                  <a:pt x="7474244" y="6657236"/>
                </a:cubicBezTo>
                <a:cubicBezTo>
                  <a:pt x="7480393" y="6653918"/>
                  <a:pt x="7486542" y="6650877"/>
                  <a:pt x="7492690" y="6650186"/>
                </a:cubicBezTo>
                <a:close/>
                <a:moveTo>
                  <a:pt x="6959614" y="6638720"/>
                </a:moveTo>
                <a:cubicBezTo>
                  <a:pt x="6959614" y="6677408"/>
                  <a:pt x="6985407" y="6670960"/>
                  <a:pt x="6998304" y="6670960"/>
                </a:cubicBezTo>
                <a:cubicBezTo>
                  <a:pt x="6998304" y="6632272"/>
                  <a:pt x="6972510" y="6638720"/>
                  <a:pt x="6959614" y="6638720"/>
                </a:cubicBezTo>
                <a:close/>
                <a:moveTo>
                  <a:pt x="7507300" y="6626078"/>
                </a:moveTo>
                <a:lnTo>
                  <a:pt x="7504216" y="6634870"/>
                </a:lnTo>
                <a:cubicBezTo>
                  <a:pt x="7503311" y="6637449"/>
                  <a:pt x="7502681" y="6639244"/>
                  <a:pt x="7502681" y="6639244"/>
                </a:cubicBezTo>
                <a:close/>
                <a:moveTo>
                  <a:pt x="7507470" y="6625594"/>
                </a:moveTo>
                <a:lnTo>
                  <a:pt x="7507300" y="6626078"/>
                </a:lnTo>
                <a:lnTo>
                  <a:pt x="7507403" y="6625784"/>
                </a:lnTo>
                <a:close/>
                <a:moveTo>
                  <a:pt x="7509878" y="6618728"/>
                </a:moveTo>
                <a:lnTo>
                  <a:pt x="7507470" y="6625594"/>
                </a:lnTo>
                <a:lnTo>
                  <a:pt x="7507823" y="6624587"/>
                </a:lnTo>
                <a:close/>
                <a:moveTo>
                  <a:pt x="7510236" y="6617708"/>
                </a:moveTo>
                <a:lnTo>
                  <a:pt x="7509878" y="6618728"/>
                </a:lnTo>
                <a:lnTo>
                  <a:pt x="7510118" y="6618044"/>
                </a:lnTo>
                <a:cubicBezTo>
                  <a:pt x="7510708" y="6616362"/>
                  <a:pt x="7510866" y="6615913"/>
                  <a:pt x="7510236" y="6617708"/>
                </a:cubicBezTo>
                <a:close/>
                <a:moveTo>
                  <a:pt x="7601148" y="6592935"/>
                </a:moveTo>
                <a:cubicBezTo>
                  <a:pt x="7581850" y="6626790"/>
                  <a:pt x="7549687" y="6632433"/>
                  <a:pt x="7517524" y="6639204"/>
                </a:cubicBezTo>
                <a:cubicBezTo>
                  <a:pt x="7517524" y="6632433"/>
                  <a:pt x="7512164" y="6626790"/>
                  <a:pt x="7512164" y="6626790"/>
                </a:cubicBezTo>
                <a:cubicBezTo>
                  <a:pt x="7543255" y="6613248"/>
                  <a:pt x="7568985" y="6599706"/>
                  <a:pt x="7601148" y="6592935"/>
                </a:cubicBezTo>
                <a:close/>
                <a:moveTo>
                  <a:pt x="6171250" y="6517284"/>
                </a:moveTo>
                <a:cubicBezTo>
                  <a:pt x="6171250" y="6555972"/>
                  <a:pt x="6190596" y="6549524"/>
                  <a:pt x="6209943" y="6549524"/>
                </a:cubicBezTo>
                <a:cubicBezTo>
                  <a:pt x="6209943" y="6510836"/>
                  <a:pt x="6184149" y="6517284"/>
                  <a:pt x="6171250" y="6517284"/>
                </a:cubicBezTo>
                <a:close/>
                <a:moveTo>
                  <a:pt x="7718890" y="6517098"/>
                </a:moveTo>
                <a:cubicBezTo>
                  <a:pt x="7718890" y="6548851"/>
                  <a:pt x="7738578" y="6612356"/>
                  <a:pt x="7705765" y="6618706"/>
                </a:cubicBezTo>
                <a:cubicBezTo>
                  <a:pt x="7679514" y="6625057"/>
                  <a:pt x="7659826" y="6606005"/>
                  <a:pt x="7640138" y="6606005"/>
                </a:cubicBezTo>
                <a:cubicBezTo>
                  <a:pt x="7659826" y="6567902"/>
                  <a:pt x="7686077" y="6536150"/>
                  <a:pt x="7718890" y="6517098"/>
                </a:cubicBezTo>
                <a:close/>
                <a:moveTo>
                  <a:pt x="7804924" y="6512359"/>
                </a:moveTo>
                <a:cubicBezTo>
                  <a:pt x="7791697" y="6524657"/>
                  <a:pt x="7771856" y="6536954"/>
                  <a:pt x="7758629" y="6549251"/>
                </a:cubicBezTo>
                <a:cubicBezTo>
                  <a:pt x="7771856" y="6512359"/>
                  <a:pt x="7771856" y="6512359"/>
                  <a:pt x="7804924" y="6512359"/>
                </a:cubicBezTo>
                <a:close/>
                <a:moveTo>
                  <a:pt x="8643876" y="6498140"/>
                </a:moveTo>
                <a:cubicBezTo>
                  <a:pt x="8624375" y="6530457"/>
                  <a:pt x="8624375" y="6530457"/>
                  <a:pt x="8417452" y="6639255"/>
                </a:cubicBezTo>
                <a:cubicBezTo>
                  <a:pt x="8449953" y="6530457"/>
                  <a:pt x="8578874" y="6523993"/>
                  <a:pt x="8643876" y="6498140"/>
                </a:cubicBezTo>
                <a:close/>
                <a:moveTo>
                  <a:pt x="6998304" y="6497941"/>
                </a:moveTo>
                <a:cubicBezTo>
                  <a:pt x="6857514" y="6497941"/>
                  <a:pt x="6799479" y="6523732"/>
                  <a:pt x="6678035" y="6638720"/>
                </a:cubicBezTo>
                <a:cubicBezTo>
                  <a:pt x="6786582" y="6594659"/>
                  <a:pt x="6896204" y="6543076"/>
                  <a:pt x="6998304" y="6497941"/>
                </a:cubicBezTo>
                <a:close/>
                <a:moveTo>
                  <a:pt x="6434573" y="6485045"/>
                </a:moveTo>
                <a:cubicBezTo>
                  <a:pt x="6434573" y="6523732"/>
                  <a:pt x="6453917" y="6517284"/>
                  <a:pt x="6473264" y="6517284"/>
                </a:cubicBezTo>
                <a:cubicBezTo>
                  <a:pt x="6473264" y="6485045"/>
                  <a:pt x="6453917" y="6485045"/>
                  <a:pt x="6434573" y="6485045"/>
                </a:cubicBezTo>
                <a:close/>
                <a:moveTo>
                  <a:pt x="7834466" y="6461630"/>
                </a:moveTo>
                <a:cubicBezTo>
                  <a:pt x="7847309" y="6461630"/>
                  <a:pt x="7866575" y="6455481"/>
                  <a:pt x="7866575" y="6486225"/>
                </a:cubicBezTo>
                <a:cubicBezTo>
                  <a:pt x="7853731" y="6486225"/>
                  <a:pt x="7834466" y="6492373"/>
                  <a:pt x="7834466" y="6461630"/>
                </a:cubicBezTo>
                <a:close/>
                <a:moveTo>
                  <a:pt x="6527810" y="6455626"/>
                </a:moveTo>
                <a:cubicBezTo>
                  <a:pt x="6515719" y="6454686"/>
                  <a:pt x="6501208" y="6459253"/>
                  <a:pt x="6491536" y="6459253"/>
                </a:cubicBezTo>
                <a:cubicBezTo>
                  <a:pt x="6491536" y="6504388"/>
                  <a:pt x="6530226" y="6485045"/>
                  <a:pt x="6549574" y="6485045"/>
                </a:cubicBezTo>
                <a:cubicBezTo>
                  <a:pt x="6549574" y="6463014"/>
                  <a:pt x="6539900" y="6456566"/>
                  <a:pt x="6527810" y="6455626"/>
                </a:cubicBezTo>
                <a:close/>
                <a:moveTo>
                  <a:pt x="8689650" y="6452844"/>
                </a:moveTo>
                <a:lnTo>
                  <a:pt x="8689155" y="6454383"/>
                </a:lnTo>
                <a:cubicBezTo>
                  <a:pt x="8688247" y="6457204"/>
                  <a:pt x="8687615" y="6459167"/>
                  <a:pt x="8687615" y="6459167"/>
                </a:cubicBezTo>
                <a:close/>
                <a:moveTo>
                  <a:pt x="8694544" y="6437633"/>
                </a:moveTo>
                <a:lnTo>
                  <a:pt x="8692773" y="6443139"/>
                </a:lnTo>
                <a:lnTo>
                  <a:pt x="8689650" y="6452844"/>
                </a:lnTo>
                <a:lnTo>
                  <a:pt x="8692351" y="6444447"/>
                </a:lnTo>
                <a:close/>
                <a:moveTo>
                  <a:pt x="8695193" y="6435616"/>
                </a:moveTo>
                <a:cubicBezTo>
                  <a:pt x="8695825" y="6433653"/>
                  <a:pt x="8695667" y="6434144"/>
                  <a:pt x="8695075" y="6435984"/>
                </a:cubicBezTo>
                <a:lnTo>
                  <a:pt x="8694544" y="6437633"/>
                </a:lnTo>
                <a:close/>
                <a:moveTo>
                  <a:pt x="8738701" y="6427044"/>
                </a:moveTo>
                <a:cubicBezTo>
                  <a:pt x="8738701" y="6452729"/>
                  <a:pt x="8720796" y="6459150"/>
                  <a:pt x="8708156" y="6459150"/>
                </a:cubicBezTo>
                <a:cubicBezTo>
                  <a:pt x="8708156" y="6452729"/>
                  <a:pt x="8708156" y="6446308"/>
                  <a:pt x="8701837" y="6440957"/>
                </a:cubicBezTo>
                <a:cubicBezTo>
                  <a:pt x="8714476" y="6433465"/>
                  <a:pt x="8727115" y="6427044"/>
                  <a:pt x="8738701" y="6427044"/>
                </a:cubicBezTo>
                <a:close/>
                <a:moveTo>
                  <a:pt x="6562471" y="6427013"/>
                </a:moveTo>
                <a:cubicBezTo>
                  <a:pt x="6562471" y="6446357"/>
                  <a:pt x="6568921" y="6459253"/>
                  <a:pt x="6581817" y="6459253"/>
                </a:cubicBezTo>
                <a:cubicBezTo>
                  <a:pt x="6581817" y="6433461"/>
                  <a:pt x="6575367" y="6427013"/>
                  <a:pt x="6562471" y="6427013"/>
                </a:cubicBezTo>
                <a:close/>
                <a:moveTo>
                  <a:pt x="8829238" y="6396940"/>
                </a:moveTo>
                <a:cubicBezTo>
                  <a:pt x="8836461" y="6394542"/>
                  <a:pt x="8844488" y="6401313"/>
                  <a:pt x="8847698" y="6418240"/>
                </a:cubicBezTo>
                <a:cubicBezTo>
                  <a:pt x="8834855" y="6418240"/>
                  <a:pt x="8828434" y="6425011"/>
                  <a:pt x="8815592" y="6430654"/>
                </a:cubicBezTo>
                <a:cubicBezTo>
                  <a:pt x="8815592" y="6410905"/>
                  <a:pt x="8822014" y="6399338"/>
                  <a:pt x="8829238" y="6396940"/>
                </a:cubicBezTo>
                <a:close/>
                <a:moveTo>
                  <a:pt x="6620000" y="6395849"/>
                </a:moveTo>
                <a:cubicBezTo>
                  <a:pt x="6620000" y="6415192"/>
                  <a:pt x="6626448" y="6427013"/>
                  <a:pt x="6639344" y="6427013"/>
                </a:cubicBezTo>
                <a:cubicBezTo>
                  <a:pt x="6639344" y="6402296"/>
                  <a:pt x="6632896" y="6395849"/>
                  <a:pt x="6620000" y="6395849"/>
                </a:cubicBezTo>
                <a:close/>
                <a:moveTo>
                  <a:pt x="7943480" y="6393865"/>
                </a:moveTo>
                <a:cubicBezTo>
                  <a:pt x="7955645" y="6400501"/>
                  <a:pt x="7962280" y="6413773"/>
                  <a:pt x="7975550" y="6420408"/>
                </a:cubicBezTo>
                <a:cubicBezTo>
                  <a:pt x="7962280" y="6425938"/>
                  <a:pt x="7955645" y="6445846"/>
                  <a:pt x="7943480" y="6459117"/>
                </a:cubicBezTo>
                <a:cubicBezTo>
                  <a:pt x="7943480" y="6432574"/>
                  <a:pt x="7943480" y="6413773"/>
                  <a:pt x="7943480" y="6393865"/>
                </a:cubicBezTo>
                <a:close/>
                <a:moveTo>
                  <a:pt x="8879017" y="6369515"/>
                </a:moveTo>
                <a:cubicBezTo>
                  <a:pt x="8889100" y="6367121"/>
                  <a:pt x="8898407" y="6368717"/>
                  <a:pt x="8904612" y="6381486"/>
                </a:cubicBezTo>
                <a:cubicBezTo>
                  <a:pt x="8890651" y="6381486"/>
                  <a:pt x="8876690" y="6395851"/>
                  <a:pt x="8862729" y="6392259"/>
                </a:cubicBezTo>
                <a:lnTo>
                  <a:pt x="8853277" y="6384965"/>
                </a:lnTo>
                <a:lnTo>
                  <a:pt x="8853053" y="6391814"/>
                </a:lnTo>
                <a:cubicBezTo>
                  <a:pt x="8852233" y="6399500"/>
                  <a:pt x="8850592" y="6408723"/>
                  <a:pt x="8850592" y="6411797"/>
                </a:cubicBezTo>
                <a:cubicBezTo>
                  <a:pt x="8850592" y="6399500"/>
                  <a:pt x="8850592" y="6399500"/>
                  <a:pt x="8844029" y="6393351"/>
                </a:cubicBezTo>
                <a:cubicBezTo>
                  <a:pt x="8844029" y="6390277"/>
                  <a:pt x="8845670" y="6387203"/>
                  <a:pt x="8847311" y="6384897"/>
                </a:cubicBezTo>
                <a:lnTo>
                  <a:pt x="8849645" y="6382163"/>
                </a:lnTo>
                <a:lnTo>
                  <a:pt x="8848768" y="6381486"/>
                </a:lnTo>
                <a:cubicBezTo>
                  <a:pt x="8858076" y="6378293"/>
                  <a:pt x="8868934" y="6371909"/>
                  <a:pt x="8879017" y="6369515"/>
                </a:cubicBezTo>
                <a:close/>
                <a:moveTo>
                  <a:pt x="8056234" y="6365428"/>
                </a:moveTo>
                <a:cubicBezTo>
                  <a:pt x="8056234" y="6391115"/>
                  <a:pt x="8050247" y="6397537"/>
                  <a:pt x="8038272" y="6397537"/>
                </a:cubicBezTo>
                <a:cubicBezTo>
                  <a:pt x="8038272" y="6371850"/>
                  <a:pt x="8044259" y="6365428"/>
                  <a:pt x="8056234" y="6365428"/>
                </a:cubicBezTo>
                <a:close/>
                <a:moveTo>
                  <a:pt x="622265" y="6344265"/>
                </a:moveTo>
                <a:cubicBezTo>
                  <a:pt x="596471" y="6389401"/>
                  <a:pt x="673850" y="6452805"/>
                  <a:pt x="686749" y="6472149"/>
                </a:cubicBezTo>
                <a:cubicBezTo>
                  <a:pt x="699644" y="6459253"/>
                  <a:pt x="718991" y="6446357"/>
                  <a:pt x="737259" y="6440984"/>
                </a:cubicBezTo>
                <a:cubicBezTo>
                  <a:pt x="699644" y="6408744"/>
                  <a:pt x="654505" y="6395849"/>
                  <a:pt x="622265" y="6344265"/>
                </a:cubicBezTo>
                <a:close/>
                <a:moveTo>
                  <a:pt x="8999387" y="6313289"/>
                </a:moveTo>
                <a:cubicBezTo>
                  <a:pt x="8968842" y="6332441"/>
                  <a:pt x="8942510" y="6351593"/>
                  <a:pt x="8918284" y="6364361"/>
                </a:cubicBezTo>
                <a:lnTo>
                  <a:pt x="8907470" y="6347975"/>
                </a:lnTo>
                <a:lnTo>
                  <a:pt x="8907470" y="6383360"/>
                </a:lnTo>
                <a:cubicBezTo>
                  <a:pt x="8907470" y="6377212"/>
                  <a:pt x="8900907" y="6371063"/>
                  <a:pt x="8900907" y="6364914"/>
                </a:cubicBezTo>
                <a:lnTo>
                  <a:pt x="8907122" y="6347447"/>
                </a:lnTo>
                <a:lnTo>
                  <a:pt x="8905645" y="6345209"/>
                </a:lnTo>
                <a:cubicBezTo>
                  <a:pt x="8937243" y="6326057"/>
                  <a:pt x="8968842" y="6313289"/>
                  <a:pt x="8999387" y="6313289"/>
                </a:cubicBezTo>
                <a:close/>
                <a:moveTo>
                  <a:pt x="7415298" y="6299130"/>
                </a:moveTo>
                <a:cubicBezTo>
                  <a:pt x="7395953" y="6312026"/>
                  <a:pt x="7376608" y="6331369"/>
                  <a:pt x="7357262" y="6344265"/>
                </a:cubicBezTo>
                <a:cubicBezTo>
                  <a:pt x="7376608" y="6344265"/>
                  <a:pt x="7395953" y="6337817"/>
                  <a:pt x="7415298" y="6331369"/>
                </a:cubicBezTo>
                <a:cubicBezTo>
                  <a:pt x="7415298" y="6324921"/>
                  <a:pt x="7415298" y="6312026"/>
                  <a:pt x="7415298" y="6299130"/>
                </a:cubicBezTo>
                <a:close/>
                <a:moveTo>
                  <a:pt x="564229" y="6299130"/>
                </a:moveTo>
                <a:cubicBezTo>
                  <a:pt x="564229" y="6324921"/>
                  <a:pt x="570677" y="6331369"/>
                  <a:pt x="583570" y="6331369"/>
                </a:cubicBezTo>
                <a:cubicBezTo>
                  <a:pt x="583570" y="6312026"/>
                  <a:pt x="577123" y="6299130"/>
                  <a:pt x="564229" y="6299130"/>
                </a:cubicBezTo>
                <a:close/>
                <a:moveTo>
                  <a:pt x="6879379" y="6282003"/>
                </a:moveTo>
                <a:cubicBezTo>
                  <a:pt x="6839177" y="6283816"/>
                  <a:pt x="6757565" y="6334593"/>
                  <a:pt x="6747892" y="6363609"/>
                </a:cubicBezTo>
                <a:cubicBezTo>
                  <a:pt x="6728547" y="6363609"/>
                  <a:pt x="6715650" y="6363609"/>
                  <a:pt x="6696306" y="6363609"/>
                </a:cubicBezTo>
                <a:cubicBezTo>
                  <a:pt x="6696306" y="6421640"/>
                  <a:pt x="6754340" y="6376505"/>
                  <a:pt x="6767238" y="6363609"/>
                </a:cubicBezTo>
                <a:cubicBezTo>
                  <a:pt x="6805928" y="6331369"/>
                  <a:pt x="6857514" y="6299130"/>
                  <a:pt x="6901578" y="6299130"/>
                </a:cubicBezTo>
                <a:cubicBezTo>
                  <a:pt x="6901578" y="6286234"/>
                  <a:pt x="6892779" y="6281398"/>
                  <a:pt x="6879379" y="6282003"/>
                </a:cubicBezTo>
                <a:close/>
                <a:moveTo>
                  <a:pt x="8154840" y="6281133"/>
                </a:moveTo>
                <a:cubicBezTo>
                  <a:pt x="8159333" y="6280140"/>
                  <a:pt x="8163875" y="6280140"/>
                  <a:pt x="8168351" y="6281729"/>
                </a:cubicBezTo>
                <a:cubicBezTo>
                  <a:pt x="8187310" y="6288086"/>
                  <a:pt x="8187310" y="6319869"/>
                  <a:pt x="8193630" y="6332582"/>
                </a:cubicBezTo>
                <a:cubicBezTo>
                  <a:pt x="8168351" y="6332582"/>
                  <a:pt x="8150446" y="6338939"/>
                  <a:pt x="8136753" y="6364366"/>
                </a:cubicBezTo>
                <a:cubicBezTo>
                  <a:pt x="8131487" y="6345296"/>
                  <a:pt x="8125168" y="6326226"/>
                  <a:pt x="8118848" y="6300799"/>
                </a:cubicBezTo>
                <a:cubicBezTo>
                  <a:pt x="8128328" y="6296031"/>
                  <a:pt x="8141362" y="6284113"/>
                  <a:pt x="8154840" y="6281133"/>
                </a:cubicBezTo>
                <a:close/>
                <a:moveTo>
                  <a:pt x="7504366" y="6265278"/>
                </a:moveTo>
                <a:cubicBezTo>
                  <a:pt x="7492410" y="6266890"/>
                  <a:pt x="7476558" y="6273338"/>
                  <a:pt x="7473333" y="6273338"/>
                </a:cubicBezTo>
                <a:cubicBezTo>
                  <a:pt x="7473333" y="6312026"/>
                  <a:pt x="7499126" y="6292682"/>
                  <a:pt x="7512024" y="6286234"/>
                </a:cubicBezTo>
                <a:cubicBezTo>
                  <a:pt x="7524383" y="6266890"/>
                  <a:pt x="7516323" y="6263666"/>
                  <a:pt x="7504366" y="6265278"/>
                </a:cubicBezTo>
                <a:close/>
                <a:moveTo>
                  <a:pt x="9126779" y="6248991"/>
                </a:moveTo>
                <a:cubicBezTo>
                  <a:pt x="9130334" y="6249040"/>
                  <a:pt x="9133792" y="6250883"/>
                  <a:pt x="9136866" y="6255359"/>
                </a:cubicBezTo>
                <a:cubicBezTo>
                  <a:pt x="9124569" y="6261679"/>
                  <a:pt x="9112271" y="6267998"/>
                  <a:pt x="9099974" y="6274318"/>
                </a:cubicBezTo>
                <a:cubicBezTo>
                  <a:pt x="9104586" y="6264839"/>
                  <a:pt x="9116115" y="6248843"/>
                  <a:pt x="9126779" y="6248991"/>
                </a:cubicBezTo>
                <a:close/>
                <a:moveTo>
                  <a:pt x="6715650" y="6241099"/>
                </a:moveTo>
                <a:cubicBezTo>
                  <a:pt x="6715650" y="6260442"/>
                  <a:pt x="6722098" y="6273338"/>
                  <a:pt x="6734996" y="6273338"/>
                </a:cubicBezTo>
                <a:cubicBezTo>
                  <a:pt x="6734996" y="6253994"/>
                  <a:pt x="6728547" y="6241099"/>
                  <a:pt x="6715650" y="6241099"/>
                </a:cubicBezTo>
                <a:close/>
                <a:moveTo>
                  <a:pt x="9126317" y="6233591"/>
                </a:moveTo>
                <a:lnTo>
                  <a:pt x="9125212" y="6236733"/>
                </a:lnTo>
                <a:cubicBezTo>
                  <a:pt x="9124304" y="6239313"/>
                  <a:pt x="9123672" y="6241107"/>
                  <a:pt x="9123672" y="6241107"/>
                </a:cubicBezTo>
                <a:close/>
                <a:moveTo>
                  <a:pt x="9130440" y="6221873"/>
                </a:moveTo>
                <a:lnTo>
                  <a:pt x="9128830" y="6226450"/>
                </a:lnTo>
                <a:lnTo>
                  <a:pt x="9126317" y="6233591"/>
                </a:lnTo>
                <a:lnTo>
                  <a:pt x="9128408" y="6227647"/>
                </a:lnTo>
                <a:close/>
                <a:moveTo>
                  <a:pt x="9131250" y="6219571"/>
                </a:moveTo>
                <a:cubicBezTo>
                  <a:pt x="9131882" y="6217776"/>
                  <a:pt x="9131724" y="6218225"/>
                  <a:pt x="9131132" y="6219907"/>
                </a:cubicBezTo>
                <a:lnTo>
                  <a:pt x="9130440" y="6221873"/>
                </a:lnTo>
                <a:close/>
                <a:moveTo>
                  <a:pt x="7581880" y="6209934"/>
                </a:moveTo>
                <a:cubicBezTo>
                  <a:pt x="7581880" y="6229277"/>
                  <a:pt x="7588329" y="6241099"/>
                  <a:pt x="7601226" y="6241099"/>
                </a:cubicBezTo>
                <a:cubicBezTo>
                  <a:pt x="7601226" y="6221755"/>
                  <a:pt x="7594778" y="6209934"/>
                  <a:pt x="7581880" y="6209934"/>
                </a:cubicBezTo>
                <a:close/>
                <a:moveTo>
                  <a:pt x="9226875" y="6209017"/>
                </a:moveTo>
                <a:cubicBezTo>
                  <a:pt x="9226875" y="6228925"/>
                  <a:pt x="9226875" y="6254362"/>
                  <a:pt x="9226875" y="6274269"/>
                </a:cubicBezTo>
                <a:cubicBezTo>
                  <a:pt x="9201146" y="6260998"/>
                  <a:pt x="9168984" y="6247726"/>
                  <a:pt x="9144326" y="6241090"/>
                </a:cubicBezTo>
                <a:cubicBezTo>
                  <a:pt x="9137894" y="6235560"/>
                  <a:pt x="9137894" y="6235560"/>
                  <a:pt x="9137894" y="6228925"/>
                </a:cubicBezTo>
                <a:cubicBezTo>
                  <a:pt x="9162551" y="6215653"/>
                  <a:pt x="9194713" y="6215653"/>
                  <a:pt x="9226875" y="6209017"/>
                </a:cubicBezTo>
                <a:close/>
                <a:moveTo>
                  <a:pt x="8340564" y="6209017"/>
                </a:moveTo>
                <a:cubicBezTo>
                  <a:pt x="8340564" y="6228923"/>
                  <a:pt x="8335297" y="6241087"/>
                  <a:pt x="8322657" y="6241087"/>
                </a:cubicBezTo>
                <a:cubicBezTo>
                  <a:pt x="8322657" y="6221182"/>
                  <a:pt x="8327924" y="6209017"/>
                  <a:pt x="8340564" y="6209017"/>
                </a:cubicBezTo>
                <a:close/>
                <a:moveTo>
                  <a:pt x="6920924" y="6164798"/>
                </a:moveTo>
                <a:cubicBezTo>
                  <a:pt x="6831721" y="6197038"/>
                  <a:pt x="6831721" y="6197038"/>
                  <a:pt x="6793031" y="6241099"/>
                </a:cubicBezTo>
                <a:cubicBezTo>
                  <a:pt x="6831721" y="6216382"/>
                  <a:pt x="6876860" y="6184142"/>
                  <a:pt x="6920924" y="6164798"/>
                </a:cubicBezTo>
                <a:close/>
                <a:moveTo>
                  <a:pt x="7774257" y="6119663"/>
                </a:moveTo>
                <a:cubicBezTo>
                  <a:pt x="7748464" y="6119663"/>
                  <a:pt x="7678606" y="6119663"/>
                  <a:pt x="7678606" y="6184142"/>
                </a:cubicBezTo>
                <a:cubicBezTo>
                  <a:pt x="7710848" y="6158350"/>
                  <a:pt x="7742015" y="6151902"/>
                  <a:pt x="7774257" y="6151902"/>
                </a:cubicBezTo>
                <a:cubicBezTo>
                  <a:pt x="7774257" y="6139007"/>
                  <a:pt x="7774257" y="6126111"/>
                  <a:pt x="7774257" y="6119663"/>
                </a:cubicBezTo>
                <a:close/>
                <a:moveTo>
                  <a:pt x="8455372" y="6118961"/>
                </a:moveTo>
                <a:cubicBezTo>
                  <a:pt x="8462197" y="6125488"/>
                  <a:pt x="8475847" y="6138542"/>
                  <a:pt x="8482672" y="6145069"/>
                </a:cubicBezTo>
                <a:cubicBezTo>
                  <a:pt x="8469022" y="6151596"/>
                  <a:pt x="8462197" y="6164650"/>
                  <a:pt x="8455372" y="6184231"/>
                </a:cubicBezTo>
                <a:cubicBezTo>
                  <a:pt x="8455372" y="6158123"/>
                  <a:pt x="8455372" y="6138542"/>
                  <a:pt x="8455372" y="6118961"/>
                </a:cubicBezTo>
                <a:close/>
                <a:moveTo>
                  <a:pt x="8545423" y="6085782"/>
                </a:moveTo>
                <a:cubicBezTo>
                  <a:pt x="8558396" y="6085782"/>
                  <a:pt x="8563385" y="6092203"/>
                  <a:pt x="8563385" y="6117888"/>
                </a:cubicBezTo>
                <a:cubicBezTo>
                  <a:pt x="8551410" y="6117888"/>
                  <a:pt x="8545423" y="6111467"/>
                  <a:pt x="8545423" y="6085782"/>
                </a:cubicBezTo>
                <a:close/>
                <a:moveTo>
                  <a:pt x="7033386" y="6084385"/>
                </a:moveTo>
                <a:cubicBezTo>
                  <a:pt x="7029816" y="6083356"/>
                  <a:pt x="7026416" y="6083545"/>
                  <a:pt x="7023695" y="6085207"/>
                </a:cubicBezTo>
                <a:cubicBezTo>
                  <a:pt x="7020067" y="6087423"/>
                  <a:pt x="7017649" y="6092259"/>
                  <a:pt x="7017649" y="6100319"/>
                </a:cubicBezTo>
                <a:cubicBezTo>
                  <a:pt x="7017649" y="6139007"/>
                  <a:pt x="6978958" y="6119663"/>
                  <a:pt x="6966062" y="6119663"/>
                </a:cubicBezTo>
                <a:cubicBezTo>
                  <a:pt x="6933820" y="6113215"/>
                  <a:pt x="6946717" y="6158350"/>
                  <a:pt x="6972510" y="6151902"/>
                </a:cubicBezTo>
                <a:cubicBezTo>
                  <a:pt x="6985407" y="6145455"/>
                  <a:pt x="6998304" y="6139007"/>
                  <a:pt x="7011200" y="6126111"/>
                </a:cubicBezTo>
                <a:cubicBezTo>
                  <a:pt x="7024097" y="6113215"/>
                  <a:pt x="7043442" y="6119663"/>
                  <a:pt x="7056339" y="6119663"/>
                </a:cubicBezTo>
                <a:cubicBezTo>
                  <a:pt x="7056339" y="6101528"/>
                  <a:pt x="7044098" y="6087474"/>
                  <a:pt x="7033386" y="6084385"/>
                </a:cubicBezTo>
                <a:close/>
                <a:moveTo>
                  <a:pt x="9496976" y="6057344"/>
                </a:moveTo>
                <a:cubicBezTo>
                  <a:pt x="9496976" y="6083029"/>
                  <a:pt x="9490151" y="6089450"/>
                  <a:pt x="9469676" y="6089450"/>
                </a:cubicBezTo>
                <a:cubicBezTo>
                  <a:pt x="9469676" y="6070187"/>
                  <a:pt x="9476501" y="6057344"/>
                  <a:pt x="9496976" y="6057344"/>
                </a:cubicBezTo>
                <a:close/>
                <a:moveTo>
                  <a:pt x="8602300" y="6057344"/>
                </a:moveTo>
                <a:cubicBezTo>
                  <a:pt x="8614275" y="6057344"/>
                  <a:pt x="8620262" y="6070187"/>
                  <a:pt x="8620262" y="6089450"/>
                </a:cubicBezTo>
                <a:cubicBezTo>
                  <a:pt x="8608287" y="6089450"/>
                  <a:pt x="8602300" y="6083029"/>
                  <a:pt x="8602300" y="6057344"/>
                </a:cubicBezTo>
                <a:close/>
                <a:moveTo>
                  <a:pt x="7909672" y="6035840"/>
                </a:moveTo>
                <a:cubicBezTo>
                  <a:pt x="7870982" y="6035840"/>
                  <a:pt x="7832292" y="6055184"/>
                  <a:pt x="7800050" y="6087423"/>
                </a:cubicBezTo>
                <a:cubicBezTo>
                  <a:pt x="7825844" y="6087423"/>
                  <a:pt x="7851637" y="6087423"/>
                  <a:pt x="7870982" y="6087423"/>
                </a:cubicBezTo>
                <a:cubicBezTo>
                  <a:pt x="7883879" y="6087423"/>
                  <a:pt x="7896776" y="6068080"/>
                  <a:pt x="7909672" y="6055184"/>
                </a:cubicBezTo>
                <a:cubicBezTo>
                  <a:pt x="7909672" y="6048736"/>
                  <a:pt x="7909672" y="6042288"/>
                  <a:pt x="7909672" y="6035840"/>
                </a:cubicBezTo>
                <a:close/>
                <a:moveTo>
                  <a:pt x="564229" y="6024019"/>
                </a:moveTo>
                <a:cubicBezTo>
                  <a:pt x="544887" y="6024019"/>
                  <a:pt x="551335" y="6068080"/>
                  <a:pt x="557782" y="6087423"/>
                </a:cubicBezTo>
                <a:cubicBezTo>
                  <a:pt x="570677" y="6113215"/>
                  <a:pt x="551335" y="6151902"/>
                  <a:pt x="544887" y="6184142"/>
                </a:cubicBezTo>
                <a:cubicBezTo>
                  <a:pt x="628715" y="6229277"/>
                  <a:pt x="699644" y="6318474"/>
                  <a:pt x="775945" y="6382953"/>
                </a:cubicBezTo>
                <a:cubicBezTo>
                  <a:pt x="795292" y="6350713"/>
                  <a:pt x="756601" y="6337817"/>
                  <a:pt x="743708" y="6331369"/>
                </a:cubicBezTo>
                <a:cubicBezTo>
                  <a:pt x="712540" y="6305578"/>
                  <a:pt x="693198" y="6260442"/>
                  <a:pt x="667405" y="6235725"/>
                </a:cubicBezTo>
                <a:cubicBezTo>
                  <a:pt x="622265" y="6190590"/>
                  <a:pt x="564229" y="6126111"/>
                  <a:pt x="564229" y="6024019"/>
                </a:cubicBezTo>
                <a:close/>
                <a:moveTo>
                  <a:pt x="8696596" y="6013265"/>
                </a:moveTo>
                <a:cubicBezTo>
                  <a:pt x="8699590" y="6013265"/>
                  <a:pt x="8702584" y="6016582"/>
                  <a:pt x="8705577" y="6023218"/>
                </a:cubicBezTo>
                <a:cubicBezTo>
                  <a:pt x="8705577" y="6029853"/>
                  <a:pt x="8699590" y="6035382"/>
                  <a:pt x="8699590" y="6042017"/>
                </a:cubicBezTo>
                <a:cubicBezTo>
                  <a:pt x="8693602" y="6035382"/>
                  <a:pt x="8693602" y="6029853"/>
                  <a:pt x="8687615" y="6023218"/>
                </a:cubicBezTo>
                <a:cubicBezTo>
                  <a:pt x="8690609" y="6016582"/>
                  <a:pt x="8693603" y="6013265"/>
                  <a:pt x="8696596" y="6013265"/>
                </a:cubicBezTo>
                <a:close/>
                <a:moveTo>
                  <a:pt x="7232998" y="6003264"/>
                </a:moveTo>
                <a:cubicBezTo>
                  <a:pt x="7216071" y="5997824"/>
                  <a:pt x="7181008" y="6030467"/>
                  <a:pt x="7171335" y="6030467"/>
                </a:cubicBezTo>
                <a:cubicBezTo>
                  <a:pt x="7145542" y="6035840"/>
                  <a:pt x="7095029" y="6035840"/>
                  <a:pt x="7095029" y="6087423"/>
                </a:cubicBezTo>
                <a:cubicBezTo>
                  <a:pt x="7113300" y="6068080"/>
                  <a:pt x="7139093" y="6055184"/>
                  <a:pt x="7164886" y="6048736"/>
                </a:cubicBezTo>
                <a:cubicBezTo>
                  <a:pt x="7184232" y="6048736"/>
                  <a:pt x="7203576" y="6048736"/>
                  <a:pt x="7216474" y="6024019"/>
                </a:cubicBezTo>
                <a:cubicBezTo>
                  <a:pt x="7222922" y="6024019"/>
                  <a:pt x="7235818" y="6024019"/>
                  <a:pt x="7242267" y="6024019"/>
                </a:cubicBezTo>
                <a:cubicBezTo>
                  <a:pt x="7242267" y="6011123"/>
                  <a:pt x="7238640" y="6005078"/>
                  <a:pt x="7232998" y="6003264"/>
                </a:cubicBezTo>
                <a:close/>
                <a:moveTo>
                  <a:pt x="8725009" y="6001748"/>
                </a:moveTo>
                <a:cubicBezTo>
                  <a:pt x="8732645" y="6001748"/>
                  <a:pt x="8738701" y="6006359"/>
                  <a:pt x="8738701" y="6021731"/>
                </a:cubicBezTo>
                <a:cubicBezTo>
                  <a:pt x="8727115" y="6021731"/>
                  <a:pt x="8714476" y="6027879"/>
                  <a:pt x="8701837" y="6009433"/>
                </a:cubicBezTo>
                <a:cubicBezTo>
                  <a:pt x="8708157" y="6006359"/>
                  <a:pt x="8717373" y="6001748"/>
                  <a:pt x="8725009" y="6001748"/>
                </a:cubicBezTo>
                <a:close/>
                <a:moveTo>
                  <a:pt x="9696114" y="5963957"/>
                </a:moveTo>
                <a:cubicBezTo>
                  <a:pt x="9696114" y="5994700"/>
                  <a:pt x="9676848" y="5994700"/>
                  <a:pt x="9664005" y="5994700"/>
                </a:cubicBezTo>
                <a:cubicBezTo>
                  <a:pt x="9664005" y="5957808"/>
                  <a:pt x="9683270" y="5963957"/>
                  <a:pt x="9696114" y="5963957"/>
                </a:cubicBezTo>
                <a:close/>
                <a:moveTo>
                  <a:pt x="19597496" y="5934112"/>
                </a:moveTo>
                <a:cubicBezTo>
                  <a:pt x="19597496" y="5953376"/>
                  <a:pt x="19591508" y="5966218"/>
                  <a:pt x="19579536" y="5966218"/>
                </a:cubicBezTo>
                <a:cubicBezTo>
                  <a:pt x="19579536" y="5940533"/>
                  <a:pt x="19585524" y="5934112"/>
                  <a:pt x="19597496" y="5934112"/>
                </a:cubicBezTo>
                <a:close/>
                <a:moveTo>
                  <a:pt x="19488484" y="5934112"/>
                </a:moveTo>
                <a:cubicBezTo>
                  <a:pt x="19488484" y="5953376"/>
                  <a:pt x="19482496" y="5966218"/>
                  <a:pt x="19470520" y="5966218"/>
                </a:cubicBezTo>
                <a:cubicBezTo>
                  <a:pt x="19470520" y="5940533"/>
                  <a:pt x="19476508" y="5934112"/>
                  <a:pt x="19488484" y="5934112"/>
                </a:cubicBezTo>
                <a:close/>
                <a:moveTo>
                  <a:pt x="9753060" y="5934112"/>
                </a:moveTo>
                <a:cubicBezTo>
                  <a:pt x="9753060" y="5953376"/>
                  <a:pt x="9747073" y="5966218"/>
                  <a:pt x="9735098" y="5966218"/>
                </a:cubicBezTo>
                <a:cubicBezTo>
                  <a:pt x="9735098" y="5940533"/>
                  <a:pt x="9741085" y="5934112"/>
                  <a:pt x="9753060" y="5934112"/>
                </a:cubicBezTo>
                <a:close/>
                <a:moveTo>
                  <a:pt x="19450568" y="5900933"/>
                </a:moveTo>
                <a:cubicBezTo>
                  <a:pt x="19450568" y="5926620"/>
                  <a:pt x="19444580" y="5933042"/>
                  <a:pt x="19432604" y="5933042"/>
                </a:cubicBezTo>
                <a:cubicBezTo>
                  <a:pt x="19432604" y="5907355"/>
                  <a:pt x="19438592" y="5900933"/>
                  <a:pt x="19450568" y="5900933"/>
                </a:cubicBezTo>
                <a:close/>
                <a:moveTo>
                  <a:pt x="7661679" y="5898284"/>
                </a:moveTo>
                <a:cubicBezTo>
                  <a:pt x="7649589" y="5899896"/>
                  <a:pt x="7639916" y="5907956"/>
                  <a:pt x="7639916" y="5933748"/>
                </a:cubicBezTo>
                <a:cubicBezTo>
                  <a:pt x="7659261" y="5933748"/>
                  <a:pt x="7697951" y="5953092"/>
                  <a:pt x="7697951" y="5901508"/>
                </a:cubicBezTo>
                <a:cubicBezTo>
                  <a:pt x="7688279" y="5901508"/>
                  <a:pt x="7673770" y="5896672"/>
                  <a:pt x="7661679" y="5898284"/>
                </a:cubicBezTo>
                <a:close/>
                <a:moveTo>
                  <a:pt x="7492678" y="5869269"/>
                </a:moveTo>
                <a:cubicBezTo>
                  <a:pt x="7479782" y="5869269"/>
                  <a:pt x="7473333" y="5882165"/>
                  <a:pt x="7473333" y="5901508"/>
                </a:cubicBezTo>
                <a:cubicBezTo>
                  <a:pt x="7486230" y="5901508"/>
                  <a:pt x="7492678" y="5895060"/>
                  <a:pt x="7492678" y="5869269"/>
                </a:cubicBezTo>
                <a:close/>
                <a:moveTo>
                  <a:pt x="7434643" y="5869269"/>
                </a:moveTo>
                <a:cubicBezTo>
                  <a:pt x="7395953" y="5888613"/>
                  <a:pt x="7363711" y="5901508"/>
                  <a:pt x="7331469" y="5927300"/>
                </a:cubicBezTo>
                <a:cubicBezTo>
                  <a:pt x="7312124" y="5946644"/>
                  <a:pt x="7300302" y="5959540"/>
                  <a:pt x="7280957" y="5959540"/>
                </a:cubicBezTo>
                <a:cubicBezTo>
                  <a:pt x="7268060" y="5959540"/>
                  <a:pt x="7255164" y="5972435"/>
                  <a:pt x="7268060" y="5991779"/>
                </a:cubicBezTo>
                <a:cubicBezTo>
                  <a:pt x="7287406" y="6030467"/>
                  <a:pt x="7306750" y="5959540"/>
                  <a:pt x="7325021" y="5959540"/>
                </a:cubicBezTo>
                <a:cubicBezTo>
                  <a:pt x="7357262" y="5953092"/>
                  <a:pt x="7395953" y="5940196"/>
                  <a:pt x="7434643" y="5933748"/>
                </a:cubicBezTo>
                <a:cubicBezTo>
                  <a:pt x="7434643" y="5914404"/>
                  <a:pt x="7434643" y="5895060"/>
                  <a:pt x="7434643" y="5869269"/>
                </a:cubicBezTo>
                <a:close/>
                <a:moveTo>
                  <a:pt x="19526400" y="5867755"/>
                </a:moveTo>
                <a:cubicBezTo>
                  <a:pt x="19526400" y="5887019"/>
                  <a:pt x="19520412" y="5899861"/>
                  <a:pt x="19508440" y="5899861"/>
                </a:cubicBezTo>
                <a:cubicBezTo>
                  <a:pt x="19508440" y="5880598"/>
                  <a:pt x="19514424" y="5867755"/>
                  <a:pt x="19526400" y="5867755"/>
                </a:cubicBezTo>
                <a:close/>
                <a:moveTo>
                  <a:pt x="19412648" y="5867755"/>
                </a:moveTo>
                <a:cubicBezTo>
                  <a:pt x="19412648" y="5887019"/>
                  <a:pt x="19406660" y="5899861"/>
                  <a:pt x="19394688" y="5899861"/>
                </a:cubicBezTo>
                <a:cubicBezTo>
                  <a:pt x="19394688" y="5880598"/>
                  <a:pt x="19400672" y="5867755"/>
                  <a:pt x="19412648" y="5867755"/>
                </a:cubicBezTo>
                <a:close/>
                <a:moveTo>
                  <a:pt x="9847855" y="5867755"/>
                </a:moveTo>
                <a:cubicBezTo>
                  <a:pt x="9847855" y="5887019"/>
                  <a:pt x="9841868" y="5899861"/>
                  <a:pt x="9829893" y="5899861"/>
                </a:cubicBezTo>
                <a:cubicBezTo>
                  <a:pt x="9829893" y="5880598"/>
                  <a:pt x="9835880" y="5867755"/>
                  <a:pt x="9847855" y="5867755"/>
                </a:cubicBezTo>
                <a:close/>
                <a:moveTo>
                  <a:pt x="7753417" y="5863425"/>
                </a:moveTo>
                <a:cubicBezTo>
                  <a:pt x="7739262" y="5861612"/>
                  <a:pt x="7726163" y="5887001"/>
                  <a:pt x="7717296" y="5901508"/>
                </a:cubicBezTo>
                <a:cubicBezTo>
                  <a:pt x="7736642" y="5895060"/>
                  <a:pt x="7748464" y="5888613"/>
                  <a:pt x="7767808" y="5875717"/>
                </a:cubicBezTo>
                <a:cubicBezTo>
                  <a:pt x="7762972" y="5867657"/>
                  <a:pt x="7758136" y="5864030"/>
                  <a:pt x="7753417" y="5863425"/>
                </a:cubicBezTo>
                <a:close/>
                <a:moveTo>
                  <a:pt x="9904733" y="5839317"/>
                </a:moveTo>
                <a:cubicBezTo>
                  <a:pt x="9904733" y="5858581"/>
                  <a:pt x="9898746" y="5871423"/>
                  <a:pt x="9886771" y="5871423"/>
                </a:cubicBezTo>
                <a:cubicBezTo>
                  <a:pt x="9886771" y="5852160"/>
                  <a:pt x="9892758" y="5839317"/>
                  <a:pt x="9904733" y="5839317"/>
                </a:cubicBezTo>
                <a:close/>
                <a:moveTo>
                  <a:pt x="7512024" y="5837029"/>
                </a:moveTo>
                <a:cubicBezTo>
                  <a:pt x="7512024" y="5875717"/>
                  <a:pt x="7531368" y="5869269"/>
                  <a:pt x="7543190" y="5869269"/>
                </a:cubicBezTo>
                <a:cubicBezTo>
                  <a:pt x="7543190" y="5837029"/>
                  <a:pt x="7523846" y="5837029"/>
                  <a:pt x="7512024" y="5837029"/>
                </a:cubicBezTo>
                <a:close/>
                <a:moveTo>
                  <a:pt x="7568984" y="5811238"/>
                </a:moveTo>
                <a:cubicBezTo>
                  <a:pt x="7568984" y="5849925"/>
                  <a:pt x="7588329" y="5837029"/>
                  <a:pt x="7601226" y="5837029"/>
                </a:cubicBezTo>
                <a:cubicBezTo>
                  <a:pt x="7601226" y="5805864"/>
                  <a:pt x="7581880" y="5811238"/>
                  <a:pt x="7568984" y="5811238"/>
                </a:cubicBezTo>
                <a:close/>
                <a:moveTo>
                  <a:pt x="7318572" y="5811238"/>
                </a:moveTo>
                <a:cubicBezTo>
                  <a:pt x="7318572" y="5830581"/>
                  <a:pt x="7325021" y="5837029"/>
                  <a:pt x="7337918" y="5837029"/>
                </a:cubicBezTo>
                <a:cubicBezTo>
                  <a:pt x="7337918" y="5818760"/>
                  <a:pt x="7331469" y="5811238"/>
                  <a:pt x="7318572" y="5811238"/>
                </a:cubicBezTo>
                <a:close/>
                <a:moveTo>
                  <a:pt x="507270" y="5811238"/>
                </a:moveTo>
                <a:cubicBezTo>
                  <a:pt x="507270" y="5830581"/>
                  <a:pt x="513724" y="5837029"/>
                  <a:pt x="526613" y="5837029"/>
                </a:cubicBezTo>
                <a:cubicBezTo>
                  <a:pt x="526613" y="5818760"/>
                  <a:pt x="519093" y="5811238"/>
                  <a:pt x="507270" y="5811238"/>
                </a:cubicBezTo>
                <a:close/>
                <a:moveTo>
                  <a:pt x="9975826" y="5810880"/>
                </a:moveTo>
                <a:cubicBezTo>
                  <a:pt x="9975826" y="5831355"/>
                  <a:pt x="9969839" y="5838180"/>
                  <a:pt x="9957864" y="5838180"/>
                </a:cubicBezTo>
                <a:cubicBezTo>
                  <a:pt x="9957864" y="5818843"/>
                  <a:pt x="9969839" y="5810880"/>
                  <a:pt x="9975826" y="5810880"/>
                </a:cubicBezTo>
                <a:close/>
                <a:moveTo>
                  <a:pt x="19331148" y="5810877"/>
                </a:moveTo>
                <a:cubicBezTo>
                  <a:pt x="19337300" y="5818369"/>
                  <a:pt x="19349596" y="5824790"/>
                  <a:pt x="19355744" y="5824790"/>
                </a:cubicBezTo>
                <a:cubicBezTo>
                  <a:pt x="19343448" y="5842983"/>
                  <a:pt x="19331148" y="5830141"/>
                  <a:pt x="19318852" y="5824790"/>
                </a:cubicBezTo>
                <a:cubicBezTo>
                  <a:pt x="19325000" y="5824790"/>
                  <a:pt x="19325000" y="5818369"/>
                  <a:pt x="19331148" y="5810877"/>
                </a:cubicBezTo>
                <a:close/>
                <a:moveTo>
                  <a:pt x="19412648" y="5782440"/>
                </a:moveTo>
                <a:cubicBezTo>
                  <a:pt x="19412648" y="5802346"/>
                  <a:pt x="19406660" y="5814510"/>
                  <a:pt x="19394688" y="5814510"/>
                </a:cubicBezTo>
                <a:cubicBezTo>
                  <a:pt x="19394688" y="5795711"/>
                  <a:pt x="19400672" y="5782440"/>
                  <a:pt x="19412648" y="5782440"/>
                </a:cubicBezTo>
                <a:close/>
                <a:moveTo>
                  <a:pt x="19285672" y="5782440"/>
                </a:moveTo>
                <a:cubicBezTo>
                  <a:pt x="19298516" y="5788589"/>
                  <a:pt x="19304940" y="5794738"/>
                  <a:pt x="19317780" y="5794738"/>
                </a:cubicBezTo>
                <a:cubicBezTo>
                  <a:pt x="19304940" y="5812159"/>
                  <a:pt x="19285672" y="5819332"/>
                  <a:pt x="19285672" y="5782440"/>
                </a:cubicBezTo>
                <a:close/>
                <a:moveTo>
                  <a:pt x="7922569" y="5780073"/>
                </a:moveTo>
                <a:cubicBezTo>
                  <a:pt x="7922569" y="5799416"/>
                  <a:pt x="7927943" y="5811238"/>
                  <a:pt x="7941914" y="5811238"/>
                </a:cubicBezTo>
                <a:cubicBezTo>
                  <a:pt x="7941914" y="5792969"/>
                  <a:pt x="7934391" y="5780073"/>
                  <a:pt x="7922569" y="5780073"/>
                </a:cubicBezTo>
                <a:close/>
                <a:moveTo>
                  <a:pt x="7639916" y="5780073"/>
                </a:moveTo>
                <a:cubicBezTo>
                  <a:pt x="7639916" y="5792969"/>
                  <a:pt x="7639916" y="5799416"/>
                  <a:pt x="7639916" y="5811238"/>
                </a:cubicBezTo>
                <a:cubicBezTo>
                  <a:pt x="7652812" y="5811238"/>
                  <a:pt x="7665710" y="5811238"/>
                  <a:pt x="7678606" y="5811238"/>
                </a:cubicBezTo>
                <a:cubicBezTo>
                  <a:pt x="7678606" y="5799416"/>
                  <a:pt x="7678606" y="5792969"/>
                  <a:pt x="7678606" y="5780073"/>
                </a:cubicBezTo>
                <a:cubicBezTo>
                  <a:pt x="7665710" y="5780073"/>
                  <a:pt x="7652812" y="5780073"/>
                  <a:pt x="7639916" y="5780073"/>
                </a:cubicBezTo>
                <a:close/>
                <a:moveTo>
                  <a:pt x="7376608" y="5780073"/>
                </a:moveTo>
                <a:cubicBezTo>
                  <a:pt x="7363711" y="5780073"/>
                  <a:pt x="7357262" y="5792969"/>
                  <a:pt x="7357262" y="5811238"/>
                </a:cubicBezTo>
                <a:cubicBezTo>
                  <a:pt x="7370160" y="5811238"/>
                  <a:pt x="7376608" y="5799416"/>
                  <a:pt x="7376608" y="5780073"/>
                </a:cubicBezTo>
                <a:close/>
                <a:moveTo>
                  <a:pt x="833981" y="5780073"/>
                </a:moveTo>
                <a:cubicBezTo>
                  <a:pt x="833981" y="5799416"/>
                  <a:pt x="833981" y="5811238"/>
                  <a:pt x="846885" y="5811238"/>
                </a:cubicBezTo>
                <a:cubicBezTo>
                  <a:pt x="846885" y="5792969"/>
                  <a:pt x="846885" y="5780073"/>
                  <a:pt x="833981" y="5780073"/>
                </a:cubicBezTo>
                <a:close/>
                <a:moveTo>
                  <a:pt x="9258384" y="5749261"/>
                </a:moveTo>
                <a:cubicBezTo>
                  <a:pt x="9258384" y="5755694"/>
                  <a:pt x="9264796" y="5762126"/>
                  <a:pt x="9264796" y="5768559"/>
                </a:cubicBezTo>
                <a:cubicBezTo>
                  <a:pt x="9226321" y="5787857"/>
                  <a:pt x="9187845" y="5812515"/>
                  <a:pt x="9156851" y="5838245"/>
                </a:cubicBezTo>
                <a:cubicBezTo>
                  <a:pt x="9156851" y="5820020"/>
                  <a:pt x="9156851" y="5800722"/>
                  <a:pt x="9156851" y="5781424"/>
                </a:cubicBezTo>
                <a:cubicBezTo>
                  <a:pt x="9162195" y="5774992"/>
                  <a:pt x="9176089" y="5774992"/>
                  <a:pt x="9181433" y="5768559"/>
                </a:cubicBezTo>
                <a:cubicBezTo>
                  <a:pt x="9207083" y="5762126"/>
                  <a:pt x="9232733" y="5755694"/>
                  <a:pt x="9258384" y="5749261"/>
                </a:cubicBezTo>
                <a:close/>
                <a:moveTo>
                  <a:pt x="19232894" y="5722699"/>
                </a:moveTo>
                <a:cubicBezTo>
                  <a:pt x="19239042" y="5724352"/>
                  <a:pt x="19243654" y="5729312"/>
                  <a:pt x="19240580" y="5742539"/>
                </a:cubicBezTo>
                <a:cubicBezTo>
                  <a:pt x="19240580" y="5762380"/>
                  <a:pt x="19215984" y="5735926"/>
                  <a:pt x="19209836" y="5735926"/>
                </a:cubicBezTo>
                <a:cubicBezTo>
                  <a:pt x="19209836" y="5729312"/>
                  <a:pt x="19215984" y="5722699"/>
                  <a:pt x="19215984" y="5722699"/>
                </a:cubicBezTo>
                <a:cubicBezTo>
                  <a:pt x="19219058" y="5722699"/>
                  <a:pt x="19226744" y="5721046"/>
                  <a:pt x="19232894" y="5722699"/>
                </a:cubicBezTo>
                <a:close/>
                <a:moveTo>
                  <a:pt x="7979530" y="5722041"/>
                </a:moveTo>
                <a:cubicBezTo>
                  <a:pt x="7979530" y="5741385"/>
                  <a:pt x="7979530" y="5760729"/>
                  <a:pt x="7979530" y="5780073"/>
                </a:cubicBezTo>
                <a:cubicBezTo>
                  <a:pt x="7992426" y="5767177"/>
                  <a:pt x="8011772" y="5754281"/>
                  <a:pt x="8024668" y="5747833"/>
                </a:cubicBezTo>
                <a:cubicBezTo>
                  <a:pt x="8011772" y="5741385"/>
                  <a:pt x="7992426" y="5728489"/>
                  <a:pt x="7979530" y="5722041"/>
                </a:cubicBezTo>
                <a:close/>
                <a:moveTo>
                  <a:pt x="19322948" y="5721336"/>
                </a:moveTo>
                <a:cubicBezTo>
                  <a:pt x="19330636" y="5722104"/>
                  <a:pt x="19336784" y="5729790"/>
                  <a:pt x="19336784" y="5748236"/>
                </a:cubicBezTo>
                <a:cubicBezTo>
                  <a:pt x="19324484" y="5742088"/>
                  <a:pt x="19312188" y="5742088"/>
                  <a:pt x="19299892" y="5735939"/>
                </a:cubicBezTo>
                <a:cubicBezTo>
                  <a:pt x="19306040" y="5726716"/>
                  <a:pt x="19315264" y="5720567"/>
                  <a:pt x="19322948" y="5721336"/>
                </a:cubicBezTo>
                <a:close/>
                <a:moveTo>
                  <a:pt x="20507472" y="5720824"/>
                </a:moveTo>
                <a:cubicBezTo>
                  <a:pt x="20507472" y="5741299"/>
                  <a:pt x="20494832" y="5748124"/>
                  <a:pt x="20489564" y="5748124"/>
                </a:cubicBezTo>
                <a:cubicBezTo>
                  <a:pt x="20489564" y="5727649"/>
                  <a:pt x="20494832" y="5720824"/>
                  <a:pt x="20507472" y="5720824"/>
                </a:cubicBezTo>
                <a:close/>
                <a:moveTo>
                  <a:pt x="18929052" y="5720821"/>
                </a:moveTo>
                <a:cubicBezTo>
                  <a:pt x="18929052" y="5745641"/>
                  <a:pt x="18929052" y="5776665"/>
                  <a:pt x="18908580" y="5776665"/>
                </a:cubicBezTo>
                <a:cubicBezTo>
                  <a:pt x="18908580" y="5751846"/>
                  <a:pt x="18901756" y="5720821"/>
                  <a:pt x="18929052" y="5720821"/>
                </a:cubicBezTo>
                <a:close/>
                <a:moveTo>
                  <a:pt x="9383272" y="5701863"/>
                </a:moveTo>
                <a:cubicBezTo>
                  <a:pt x="9363704" y="5708477"/>
                  <a:pt x="9345767" y="5715090"/>
                  <a:pt x="9328645" y="5722530"/>
                </a:cubicBezTo>
                <a:lnTo>
                  <a:pt x="9278922" y="5748152"/>
                </a:lnTo>
                <a:lnTo>
                  <a:pt x="9267113" y="5767148"/>
                </a:lnTo>
                <a:cubicBezTo>
                  <a:pt x="9267113" y="5760727"/>
                  <a:pt x="9261126" y="5754306"/>
                  <a:pt x="9261126" y="5747885"/>
                </a:cubicBezTo>
                <a:lnTo>
                  <a:pt x="9269638" y="5738756"/>
                </a:lnTo>
                <a:lnTo>
                  <a:pt x="9265865" y="5734931"/>
                </a:lnTo>
                <a:cubicBezTo>
                  <a:pt x="9305001" y="5721704"/>
                  <a:pt x="9344136" y="5708477"/>
                  <a:pt x="9383272" y="5701863"/>
                </a:cubicBezTo>
                <a:close/>
                <a:moveTo>
                  <a:pt x="19197256" y="5701391"/>
                </a:moveTo>
                <a:cubicBezTo>
                  <a:pt x="19198896" y="5698831"/>
                  <a:pt x="19202180" y="5700538"/>
                  <a:pt x="19208740" y="5703950"/>
                </a:cubicBezTo>
                <a:cubicBezTo>
                  <a:pt x="19202180" y="5710775"/>
                  <a:pt x="19202180" y="5710775"/>
                  <a:pt x="19195616" y="5724425"/>
                </a:cubicBezTo>
                <a:cubicBezTo>
                  <a:pt x="19195616" y="5710775"/>
                  <a:pt x="19195616" y="5703950"/>
                  <a:pt x="19197256" y="5701391"/>
                </a:cubicBezTo>
                <a:close/>
                <a:moveTo>
                  <a:pt x="19886620" y="5692386"/>
                </a:moveTo>
                <a:cubicBezTo>
                  <a:pt x="19886620" y="5711651"/>
                  <a:pt x="19880632" y="5724495"/>
                  <a:pt x="19868660" y="5724495"/>
                </a:cubicBezTo>
                <a:cubicBezTo>
                  <a:pt x="19868660" y="5698808"/>
                  <a:pt x="19874644" y="5692386"/>
                  <a:pt x="19886620" y="5692386"/>
                </a:cubicBezTo>
                <a:close/>
                <a:moveTo>
                  <a:pt x="8056910" y="5689802"/>
                </a:moveTo>
                <a:cubicBezTo>
                  <a:pt x="8056910" y="5709146"/>
                  <a:pt x="8056910" y="5728489"/>
                  <a:pt x="8056910" y="5747833"/>
                </a:cubicBezTo>
                <a:cubicBezTo>
                  <a:pt x="8076255" y="5741385"/>
                  <a:pt x="8095600" y="5741385"/>
                  <a:pt x="8114946" y="5734937"/>
                </a:cubicBezTo>
                <a:cubicBezTo>
                  <a:pt x="8095600" y="5715594"/>
                  <a:pt x="8076255" y="5702698"/>
                  <a:pt x="8056910" y="5689802"/>
                </a:cubicBezTo>
                <a:close/>
                <a:moveTo>
                  <a:pt x="321342" y="5689802"/>
                </a:moveTo>
                <a:cubicBezTo>
                  <a:pt x="321342" y="5722041"/>
                  <a:pt x="346059" y="5715594"/>
                  <a:pt x="358957" y="5734937"/>
                </a:cubicBezTo>
                <a:cubicBezTo>
                  <a:pt x="371855" y="5741385"/>
                  <a:pt x="384754" y="5741385"/>
                  <a:pt x="397648" y="5747833"/>
                </a:cubicBezTo>
                <a:cubicBezTo>
                  <a:pt x="397648" y="5709146"/>
                  <a:pt x="339611" y="5696250"/>
                  <a:pt x="321342" y="5689802"/>
                </a:cubicBezTo>
                <a:close/>
                <a:moveTo>
                  <a:pt x="10273257" y="5681344"/>
                </a:moveTo>
                <a:lnTo>
                  <a:pt x="10272228" y="5683458"/>
                </a:lnTo>
                <a:cubicBezTo>
                  <a:pt x="10271320" y="5685322"/>
                  <a:pt x="10270689" y="5686619"/>
                  <a:pt x="10270689" y="5686619"/>
                </a:cubicBezTo>
                <a:close/>
                <a:moveTo>
                  <a:pt x="19249732" y="5676443"/>
                </a:moveTo>
                <a:cubicBezTo>
                  <a:pt x="19267912" y="5676749"/>
                  <a:pt x="19293968" y="5700001"/>
                  <a:pt x="19298812" y="5704896"/>
                </a:cubicBezTo>
                <a:cubicBezTo>
                  <a:pt x="19298812" y="5711423"/>
                  <a:pt x="19292352" y="5717950"/>
                  <a:pt x="19292352" y="5724477"/>
                </a:cubicBezTo>
                <a:cubicBezTo>
                  <a:pt x="19285888" y="5724477"/>
                  <a:pt x="19270000" y="5722846"/>
                  <a:pt x="19256532" y="5717134"/>
                </a:cubicBezTo>
                <a:lnTo>
                  <a:pt x="19244084" y="5708343"/>
                </a:lnTo>
                <a:lnTo>
                  <a:pt x="19251508" y="5722338"/>
                </a:lnTo>
                <a:cubicBezTo>
                  <a:pt x="19249040" y="5725750"/>
                  <a:pt x="19243360" y="5725750"/>
                  <a:pt x="19239780" y="5722338"/>
                </a:cubicBezTo>
                <a:lnTo>
                  <a:pt x="19240480" y="5705798"/>
                </a:lnTo>
                <a:lnTo>
                  <a:pt x="19239636" y="5705202"/>
                </a:lnTo>
                <a:cubicBezTo>
                  <a:pt x="19235596" y="5700001"/>
                  <a:pt x="19233644" y="5693474"/>
                  <a:pt x="19235260" y="5685315"/>
                </a:cubicBezTo>
                <a:cubicBezTo>
                  <a:pt x="19238492" y="5678788"/>
                  <a:pt x="19243676" y="5676341"/>
                  <a:pt x="19249732" y="5676443"/>
                </a:cubicBezTo>
                <a:close/>
                <a:moveTo>
                  <a:pt x="10275971" y="5675771"/>
                </a:moveTo>
                <a:lnTo>
                  <a:pt x="10273257" y="5681344"/>
                </a:lnTo>
                <a:lnTo>
                  <a:pt x="10275425" y="5676892"/>
                </a:lnTo>
                <a:close/>
                <a:moveTo>
                  <a:pt x="10278267" y="5671055"/>
                </a:moveTo>
                <a:lnTo>
                  <a:pt x="10275971" y="5675771"/>
                </a:lnTo>
                <a:lnTo>
                  <a:pt x="10278148" y="5671298"/>
                </a:lnTo>
                <a:cubicBezTo>
                  <a:pt x="10278741" y="5670082"/>
                  <a:pt x="10278898" y="5669758"/>
                  <a:pt x="10278267" y="5671055"/>
                </a:cubicBezTo>
                <a:close/>
                <a:moveTo>
                  <a:pt x="8415869" y="5657562"/>
                </a:moveTo>
                <a:cubicBezTo>
                  <a:pt x="8415869" y="5676906"/>
                  <a:pt x="8422317" y="5689802"/>
                  <a:pt x="8435214" y="5689802"/>
                </a:cubicBezTo>
                <a:cubicBezTo>
                  <a:pt x="8435214" y="5670458"/>
                  <a:pt x="8428766" y="5657562"/>
                  <a:pt x="8415869" y="5657562"/>
                </a:cubicBezTo>
                <a:close/>
                <a:moveTo>
                  <a:pt x="7581880" y="5657562"/>
                </a:moveTo>
                <a:cubicBezTo>
                  <a:pt x="7581880" y="5676906"/>
                  <a:pt x="7588329" y="5689802"/>
                  <a:pt x="7601226" y="5689802"/>
                </a:cubicBezTo>
                <a:cubicBezTo>
                  <a:pt x="7601226" y="5664010"/>
                  <a:pt x="7594778" y="5657562"/>
                  <a:pt x="7581880" y="5657562"/>
                </a:cubicBezTo>
                <a:close/>
                <a:moveTo>
                  <a:pt x="9454956" y="5650608"/>
                </a:moveTo>
                <a:cubicBezTo>
                  <a:pt x="9457950" y="5651411"/>
                  <a:pt x="9460944" y="5654622"/>
                  <a:pt x="9463937" y="5657833"/>
                </a:cubicBezTo>
                <a:cubicBezTo>
                  <a:pt x="9457950" y="5657833"/>
                  <a:pt x="9457950" y="5664254"/>
                  <a:pt x="9451962" y="5677098"/>
                </a:cubicBezTo>
                <a:cubicBezTo>
                  <a:pt x="9451962" y="5664254"/>
                  <a:pt x="9451962" y="5657833"/>
                  <a:pt x="9445975" y="5657833"/>
                </a:cubicBezTo>
                <a:cubicBezTo>
                  <a:pt x="9448969" y="5651411"/>
                  <a:pt x="9451963" y="5649806"/>
                  <a:pt x="9454956" y="5650608"/>
                </a:cubicBezTo>
                <a:close/>
                <a:moveTo>
                  <a:pt x="10297753" y="5644986"/>
                </a:moveTo>
                <a:cubicBezTo>
                  <a:pt x="10304174" y="5658213"/>
                  <a:pt x="10310596" y="5671440"/>
                  <a:pt x="10317017" y="5691281"/>
                </a:cubicBezTo>
                <a:cubicBezTo>
                  <a:pt x="10304174" y="5691281"/>
                  <a:pt x="10291332" y="5691281"/>
                  <a:pt x="10284911" y="5678054"/>
                </a:cubicBezTo>
                <a:cubicBezTo>
                  <a:pt x="10284911" y="5664827"/>
                  <a:pt x="10291332" y="5651600"/>
                  <a:pt x="10297753" y="5644986"/>
                </a:cubicBezTo>
                <a:close/>
                <a:moveTo>
                  <a:pt x="9473864" y="5634183"/>
                </a:moveTo>
                <a:cubicBezTo>
                  <a:pt x="9482131" y="5634183"/>
                  <a:pt x="9490398" y="5637595"/>
                  <a:pt x="9497011" y="5644420"/>
                </a:cubicBezTo>
                <a:cubicBezTo>
                  <a:pt x="9483784" y="5644420"/>
                  <a:pt x="9463943" y="5658070"/>
                  <a:pt x="9450716" y="5644420"/>
                </a:cubicBezTo>
                <a:cubicBezTo>
                  <a:pt x="9457330" y="5637595"/>
                  <a:pt x="9465597" y="5634183"/>
                  <a:pt x="9473864" y="5634183"/>
                </a:cubicBezTo>
                <a:close/>
                <a:moveTo>
                  <a:pt x="7261612" y="5625323"/>
                </a:moveTo>
                <a:cubicBezTo>
                  <a:pt x="7255164" y="5625323"/>
                  <a:pt x="7242267" y="5631771"/>
                  <a:pt x="7242267" y="5657562"/>
                </a:cubicBezTo>
                <a:cubicBezTo>
                  <a:pt x="7255164" y="5657562"/>
                  <a:pt x="7261612" y="5651114"/>
                  <a:pt x="7261612" y="5625323"/>
                </a:cubicBezTo>
                <a:close/>
                <a:moveTo>
                  <a:pt x="9486616" y="5614347"/>
                </a:moveTo>
                <a:lnTo>
                  <a:pt x="9483892" y="5624940"/>
                </a:lnTo>
                <a:cubicBezTo>
                  <a:pt x="9483892" y="5624940"/>
                  <a:pt x="9484713" y="5621750"/>
                  <a:pt x="9485738" y="5617761"/>
                </a:cubicBezTo>
                <a:close/>
                <a:moveTo>
                  <a:pt x="9488543" y="5606855"/>
                </a:moveTo>
                <a:lnTo>
                  <a:pt x="9486616" y="5614347"/>
                </a:lnTo>
                <a:lnTo>
                  <a:pt x="9487661" y="5610283"/>
                </a:lnTo>
                <a:close/>
                <a:moveTo>
                  <a:pt x="9489431" y="5603404"/>
                </a:moveTo>
                <a:lnTo>
                  <a:pt x="9488543" y="5606855"/>
                </a:lnTo>
                <a:lnTo>
                  <a:pt x="9488815" y="5605797"/>
                </a:lnTo>
                <a:cubicBezTo>
                  <a:pt x="9489636" y="5602606"/>
                  <a:pt x="9490046" y="5601011"/>
                  <a:pt x="9489431" y="5603404"/>
                </a:cubicBezTo>
                <a:close/>
                <a:moveTo>
                  <a:pt x="7678606" y="5594158"/>
                </a:moveTo>
                <a:cubicBezTo>
                  <a:pt x="7665710" y="5594158"/>
                  <a:pt x="7659261" y="5605979"/>
                  <a:pt x="7659261" y="5625323"/>
                </a:cubicBezTo>
                <a:cubicBezTo>
                  <a:pt x="7672158" y="5625323"/>
                  <a:pt x="7678606" y="5619949"/>
                  <a:pt x="7678606" y="5594158"/>
                </a:cubicBezTo>
                <a:close/>
                <a:moveTo>
                  <a:pt x="19090348" y="5592850"/>
                </a:moveTo>
                <a:cubicBezTo>
                  <a:pt x="19090348" y="5619391"/>
                  <a:pt x="19084360" y="5624920"/>
                  <a:pt x="19072384" y="5624920"/>
                </a:cubicBezTo>
                <a:cubicBezTo>
                  <a:pt x="19072384" y="5605015"/>
                  <a:pt x="19078372" y="5592850"/>
                  <a:pt x="19090348" y="5592850"/>
                </a:cubicBezTo>
                <a:close/>
                <a:moveTo>
                  <a:pt x="20374812" y="5564413"/>
                </a:moveTo>
                <a:cubicBezTo>
                  <a:pt x="20374812" y="5583677"/>
                  <a:pt x="20368824" y="5596519"/>
                  <a:pt x="20356852" y="5596519"/>
                </a:cubicBezTo>
                <a:cubicBezTo>
                  <a:pt x="20356852" y="5577256"/>
                  <a:pt x="20362840" y="5564413"/>
                  <a:pt x="20374812" y="5564413"/>
                </a:cubicBezTo>
                <a:close/>
                <a:moveTo>
                  <a:pt x="19810784" y="5564413"/>
                </a:moveTo>
                <a:cubicBezTo>
                  <a:pt x="19810784" y="5583677"/>
                  <a:pt x="19804796" y="5596519"/>
                  <a:pt x="19792824" y="5596519"/>
                </a:cubicBezTo>
                <a:cubicBezTo>
                  <a:pt x="19792824" y="5577256"/>
                  <a:pt x="19798812" y="5564413"/>
                  <a:pt x="19810784" y="5564413"/>
                </a:cubicBezTo>
                <a:close/>
                <a:moveTo>
                  <a:pt x="10828980" y="5564413"/>
                </a:moveTo>
                <a:cubicBezTo>
                  <a:pt x="10828980" y="5590098"/>
                  <a:pt x="10822993" y="5596519"/>
                  <a:pt x="10811018" y="5596519"/>
                </a:cubicBezTo>
                <a:cubicBezTo>
                  <a:pt x="10811018" y="5577256"/>
                  <a:pt x="10818003" y="5564413"/>
                  <a:pt x="10828980" y="5564413"/>
                </a:cubicBezTo>
                <a:close/>
                <a:moveTo>
                  <a:pt x="7774257" y="5561918"/>
                </a:moveTo>
                <a:cubicBezTo>
                  <a:pt x="7761360" y="5561918"/>
                  <a:pt x="7754912" y="5574814"/>
                  <a:pt x="7754912" y="5594158"/>
                </a:cubicBezTo>
                <a:cubicBezTo>
                  <a:pt x="7767808" y="5594158"/>
                  <a:pt x="7774257" y="5587710"/>
                  <a:pt x="7774257" y="5561918"/>
                </a:cubicBezTo>
                <a:close/>
                <a:moveTo>
                  <a:pt x="9600691" y="5555468"/>
                </a:moveTo>
                <a:cubicBezTo>
                  <a:pt x="9606090" y="5556433"/>
                  <a:pt x="9610973" y="5558930"/>
                  <a:pt x="9615105" y="5563402"/>
                </a:cubicBezTo>
                <a:lnTo>
                  <a:pt x="9619348" y="5571868"/>
                </a:lnTo>
                <a:lnTo>
                  <a:pt x="9616604" y="5563038"/>
                </a:lnTo>
                <a:cubicBezTo>
                  <a:pt x="9622591" y="5550194"/>
                  <a:pt x="9622591" y="5556616"/>
                  <a:pt x="9634566" y="5563038"/>
                </a:cubicBezTo>
                <a:lnTo>
                  <a:pt x="9623691" y="5580533"/>
                </a:lnTo>
                <a:lnTo>
                  <a:pt x="9625019" y="5583182"/>
                </a:lnTo>
                <a:cubicBezTo>
                  <a:pt x="9587694" y="5607892"/>
                  <a:pt x="9530107" y="5672352"/>
                  <a:pt x="9498114" y="5607892"/>
                </a:cubicBezTo>
                <a:cubicBezTo>
                  <a:pt x="9517310" y="5599029"/>
                  <a:pt x="9568298" y="5549676"/>
                  <a:pt x="9600691" y="5555468"/>
                </a:cubicBezTo>
                <a:close/>
                <a:moveTo>
                  <a:pt x="9649142" y="5541994"/>
                </a:moveTo>
                <a:cubicBezTo>
                  <a:pt x="9656828" y="5541995"/>
                  <a:pt x="9662976" y="5546606"/>
                  <a:pt x="9662976" y="5561978"/>
                </a:cubicBezTo>
                <a:cubicBezTo>
                  <a:pt x="9650679" y="5561978"/>
                  <a:pt x="9632233" y="5568126"/>
                  <a:pt x="9626084" y="5549680"/>
                </a:cubicBezTo>
                <a:cubicBezTo>
                  <a:pt x="9632233" y="5546606"/>
                  <a:pt x="9641456" y="5541994"/>
                  <a:pt x="9649142" y="5541994"/>
                </a:cubicBezTo>
                <a:close/>
                <a:moveTo>
                  <a:pt x="904916" y="5536127"/>
                </a:moveTo>
                <a:cubicBezTo>
                  <a:pt x="904916" y="5555470"/>
                  <a:pt x="911364" y="5561918"/>
                  <a:pt x="924259" y="5561918"/>
                </a:cubicBezTo>
                <a:cubicBezTo>
                  <a:pt x="924259" y="5542574"/>
                  <a:pt x="917812" y="5536127"/>
                  <a:pt x="904916" y="5536127"/>
                </a:cubicBezTo>
                <a:close/>
                <a:moveTo>
                  <a:pt x="20336892" y="5535975"/>
                </a:moveTo>
                <a:cubicBezTo>
                  <a:pt x="20336892" y="5556450"/>
                  <a:pt x="20330904" y="5563275"/>
                  <a:pt x="20318932" y="5563275"/>
                </a:cubicBezTo>
                <a:cubicBezTo>
                  <a:pt x="20318932" y="5542800"/>
                  <a:pt x="20324920" y="5535975"/>
                  <a:pt x="20336892" y="5535975"/>
                </a:cubicBezTo>
                <a:close/>
                <a:moveTo>
                  <a:pt x="20298976" y="5502796"/>
                </a:moveTo>
                <a:cubicBezTo>
                  <a:pt x="20298976" y="5522061"/>
                  <a:pt x="20292988" y="5534905"/>
                  <a:pt x="20281016" y="5534905"/>
                </a:cubicBezTo>
                <a:cubicBezTo>
                  <a:pt x="20281016" y="5515640"/>
                  <a:pt x="20287000" y="5502796"/>
                  <a:pt x="20298976" y="5502796"/>
                </a:cubicBezTo>
                <a:close/>
                <a:moveTo>
                  <a:pt x="18451480" y="5502793"/>
                </a:moveTo>
                <a:cubicBezTo>
                  <a:pt x="18458100" y="5502793"/>
                  <a:pt x="18464724" y="5502793"/>
                  <a:pt x="18471348" y="5502793"/>
                </a:cubicBezTo>
                <a:cubicBezTo>
                  <a:pt x="18491216" y="5509178"/>
                  <a:pt x="18511084" y="5509178"/>
                  <a:pt x="18530952" y="5515562"/>
                </a:cubicBezTo>
                <a:cubicBezTo>
                  <a:pt x="18504460" y="5553868"/>
                  <a:pt x="18471348" y="5509178"/>
                  <a:pt x="18451480" y="5502793"/>
                </a:cubicBezTo>
                <a:close/>
                <a:moveTo>
                  <a:pt x="8200538" y="5493610"/>
                </a:moveTo>
                <a:cubicBezTo>
                  <a:pt x="8182452" y="5491797"/>
                  <a:pt x="8160890" y="5528067"/>
                  <a:pt x="8147187" y="5542574"/>
                </a:cubicBezTo>
                <a:cubicBezTo>
                  <a:pt x="8114946" y="5568366"/>
                  <a:pt x="8082704" y="5568366"/>
                  <a:pt x="8056910" y="5587710"/>
                </a:cubicBezTo>
                <a:cubicBezTo>
                  <a:pt x="8024668" y="5600606"/>
                  <a:pt x="7992426" y="5600606"/>
                  <a:pt x="7960184" y="5631771"/>
                </a:cubicBezTo>
                <a:cubicBezTo>
                  <a:pt x="7934391" y="5657562"/>
                  <a:pt x="7896776" y="5657562"/>
                  <a:pt x="7864534" y="5676906"/>
                </a:cubicBezTo>
                <a:cubicBezTo>
                  <a:pt x="7858086" y="5689802"/>
                  <a:pt x="7845189" y="5689802"/>
                  <a:pt x="7832292" y="5689802"/>
                </a:cubicBezTo>
                <a:cubicBezTo>
                  <a:pt x="7819396" y="5702698"/>
                  <a:pt x="7806498" y="5722041"/>
                  <a:pt x="7793602" y="5728489"/>
                </a:cubicBezTo>
                <a:cubicBezTo>
                  <a:pt x="7761360" y="5734937"/>
                  <a:pt x="7729118" y="5747833"/>
                  <a:pt x="7697951" y="5760729"/>
                </a:cubicBezTo>
                <a:cubicBezTo>
                  <a:pt x="7787154" y="5760729"/>
                  <a:pt x="7883879" y="5696250"/>
                  <a:pt x="7966633" y="5644666"/>
                </a:cubicBezTo>
                <a:cubicBezTo>
                  <a:pt x="8050462" y="5594158"/>
                  <a:pt x="8133216" y="5561918"/>
                  <a:pt x="8217044" y="5510335"/>
                </a:cubicBezTo>
                <a:cubicBezTo>
                  <a:pt x="8212208" y="5499051"/>
                  <a:pt x="8206566" y="5494215"/>
                  <a:pt x="8200538" y="5493610"/>
                </a:cubicBezTo>
                <a:close/>
                <a:moveTo>
                  <a:pt x="7531368" y="5478095"/>
                </a:moveTo>
                <a:cubicBezTo>
                  <a:pt x="7517397" y="5484543"/>
                  <a:pt x="7505575" y="5497439"/>
                  <a:pt x="7486230" y="5503887"/>
                </a:cubicBezTo>
                <a:cubicBezTo>
                  <a:pt x="7466885" y="5523231"/>
                  <a:pt x="7447540" y="5536127"/>
                  <a:pt x="7428194" y="5555470"/>
                </a:cubicBezTo>
                <a:cubicBezTo>
                  <a:pt x="7389504" y="5587710"/>
                  <a:pt x="7357262" y="5625323"/>
                  <a:pt x="7318572" y="5625323"/>
                </a:cubicBezTo>
                <a:cubicBezTo>
                  <a:pt x="7318572" y="5670458"/>
                  <a:pt x="7357262" y="5638219"/>
                  <a:pt x="7370160" y="5625323"/>
                </a:cubicBezTo>
                <a:cubicBezTo>
                  <a:pt x="7428194" y="5594158"/>
                  <a:pt x="7486230" y="5561918"/>
                  <a:pt x="7543190" y="5536127"/>
                </a:cubicBezTo>
                <a:cubicBezTo>
                  <a:pt x="7543190" y="5516783"/>
                  <a:pt x="7536742" y="5497439"/>
                  <a:pt x="7531368" y="5478095"/>
                </a:cubicBezTo>
                <a:close/>
                <a:moveTo>
                  <a:pt x="10653612" y="5469618"/>
                </a:moveTo>
                <a:cubicBezTo>
                  <a:pt x="10653612" y="5488882"/>
                  <a:pt x="10647625" y="5501724"/>
                  <a:pt x="10635650" y="5501724"/>
                </a:cubicBezTo>
                <a:cubicBezTo>
                  <a:pt x="10635650" y="5482461"/>
                  <a:pt x="10641637" y="5469618"/>
                  <a:pt x="10653612" y="5469618"/>
                </a:cubicBezTo>
                <a:close/>
                <a:moveTo>
                  <a:pt x="8890927" y="5465756"/>
                </a:moveTo>
                <a:cubicBezTo>
                  <a:pt x="8893921" y="5466558"/>
                  <a:pt x="8896915" y="5469769"/>
                  <a:pt x="8899908" y="5472980"/>
                </a:cubicBezTo>
                <a:cubicBezTo>
                  <a:pt x="8893921" y="5479401"/>
                  <a:pt x="8893921" y="5479401"/>
                  <a:pt x="8887933" y="5492243"/>
                </a:cubicBezTo>
                <a:cubicBezTo>
                  <a:pt x="8887933" y="5485822"/>
                  <a:pt x="8881946" y="5479401"/>
                  <a:pt x="8881946" y="5472980"/>
                </a:cubicBezTo>
                <a:cubicBezTo>
                  <a:pt x="8884940" y="5466558"/>
                  <a:pt x="8887934" y="5464953"/>
                  <a:pt x="8890927" y="5465756"/>
                </a:cubicBezTo>
                <a:close/>
                <a:moveTo>
                  <a:pt x="8594024" y="5442358"/>
                </a:moveTo>
                <a:lnTo>
                  <a:pt x="8596889" y="5446490"/>
                </a:lnTo>
                <a:cubicBezTo>
                  <a:pt x="8598394" y="5448660"/>
                  <a:pt x="8597391" y="5447213"/>
                  <a:pt x="8595384" y="5444320"/>
                </a:cubicBezTo>
                <a:close/>
                <a:moveTo>
                  <a:pt x="8583343" y="5426959"/>
                </a:moveTo>
                <a:cubicBezTo>
                  <a:pt x="8583343" y="5426959"/>
                  <a:pt x="8585350" y="5429853"/>
                  <a:pt x="8587859" y="5433469"/>
                </a:cubicBezTo>
                <a:lnTo>
                  <a:pt x="8594024" y="5442358"/>
                </a:lnTo>
                <a:lnTo>
                  <a:pt x="8592562" y="5440251"/>
                </a:lnTo>
                <a:cubicBezTo>
                  <a:pt x="8590367" y="5437086"/>
                  <a:pt x="8587357" y="5432746"/>
                  <a:pt x="8583343" y="5426959"/>
                </a:cubicBezTo>
                <a:close/>
                <a:moveTo>
                  <a:pt x="18830936" y="5411343"/>
                </a:moveTo>
                <a:cubicBezTo>
                  <a:pt x="18850932" y="5407556"/>
                  <a:pt x="18872260" y="5434823"/>
                  <a:pt x="18886480" y="5459060"/>
                </a:cubicBezTo>
                <a:cubicBezTo>
                  <a:pt x="18861200" y="5446133"/>
                  <a:pt x="18835924" y="5433207"/>
                  <a:pt x="18811700" y="5426744"/>
                </a:cubicBezTo>
                <a:cubicBezTo>
                  <a:pt x="18817756" y="5417318"/>
                  <a:pt x="18824272" y="5412605"/>
                  <a:pt x="18830936" y="5411343"/>
                </a:cubicBezTo>
                <a:close/>
                <a:moveTo>
                  <a:pt x="18799940" y="5393307"/>
                </a:moveTo>
                <a:cubicBezTo>
                  <a:pt x="18800760" y="5390747"/>
                  <a:pt x="18804040" y="5392454"/>
                  <a:pt x="18810604" y="5395866"/>
                </a:cubicBezTo>
                <a:cubicBezTo>
                  <a:pt x="18810604" y="5401554"/>
                  <a:pt x="18804040" y="5409516"/>
                  <a:pt x="18804040" y="5416341"/>
                </a:cubicBezTo>
                <a:cubicBezTo>
                  <a:pt x="18800760" y="5402691"/>
                  <a:pt x="18799120" y="5395866"/>
                  <a:pt x="18799940" y="5393307"/>
                </a:cubicBezTo>
                <a:close/>
                <a:moveTo>
                  <a:pt x="8700838" y="5384303"/>
                </a:moveTo>
                <a:cubicBezTo>
                  <a:pt x="8700838" y="5402497"/>
                  <a:pt x="8694851" y="5416409"/>
                  <a:pt x="8682876" y="5416409"/>
                </a:cubicBezTo>
                <a:cubicBezTo>
                  <a:pt x="8682876" y="5390724"/>
                  <a:pt x="8688863" y="5384303"/>
                  <a:pt x="8700838" y="5384303"/>
                </a:cubicBezTo>
                <a:close/>
                <a:moveTo>
                  <a:pt x="18245036" y="5365343"/>
                </a:moveTo>
                <a:cubicBezTo>
                  <a:pt x="18248196" y="5371764"/>
                  <a:pt x="18248196" y="5376580"/>
                  <a:pt x="18247404" y="5381396"/>
                </a:cubicBezTo>
                <a:lnTo>
                  <a:pt x="18245400" y="5394978"/>
                </a:lnTo>
                <a:lnTo>
                  <a:pt x="18246616" y="5396535"/>
                </a:lnTo>
                <a:lnTo>
                  <a:pt x="18245044" y="5397380"/>
                </a:lnTo>
                <a:lnTo>
                  <a:pt x="18245036" y="5397449"/>
                </a:lnTo>
                <a:lnTo>
                  <a:pt x="18245004" y="5397403"/>
                </a:lnTo>
                <a:lnTo>
                  <a:pt x="18209752" y="5416376"/>
                </a:lnTo>
                <a:cubicBezTo>
                  <a:pt x="18209752" y="5396535"/>
                  <a:pt x="18216072" y="5384962"/>
                  <a:pt x="18223840" y="5381655"/>
                </a:cubicBezTo>
                <a:lnTo>
                  <a:pt x="18234564" y="5382751"/>
                </a:lnTo>
                <a:close/>
                <a:moveTo>
                  <a:pt x="9586345" y="5365343"/>
                </a:moveTo>
                <a:cubicBezTo>
                  <a:pt x="9591815" y="5371764"/>
                  <a:pt x="9591815" y="5378186"/>
                  <a:pt x="9591815" y="5384607"/>
                </a:cubicBezTo>
                <a:cubicBezTo>
                  <a:pt x="9591815" y="5384607"/>
                  <a:pt x="9586345" y="5391028"/>
                  <a:pt x="9586345" y="5397449"/>
                </a:cubicBezTo>
                <a:cubicBezTo>
                  <a:pt x="9578687" y="5384607"/>
                  <a:pt x="9578687" y="5378186"/>
                  <a:pt x="9586345" y="5365343"/>
                </a:cubicBezTo>
                <a:close/>
                <a:moveTo>
                  <a:pt x="8002180" y="5365343"/>
                </a:moveTo>
                <a:cubicBezTo>
                  <a:pt x="8008744" y="5371764"/>
                  <a:pt x="8008744" y="5378186"/>
                  <a:pt x="8008744" y="5384607"/>
                </a:cubicBezTo>
                <a:cubicBezTo>
                  <a:pt x="8008744" y="5384607"/>
                  <a:pt x="8002180" y="5391028"/>
                  <a:pt x="8002180" y="5397449"/>
                </a:cubicBezTo>
                <a:cubicBezTo>
                  <a:pt x="7995616" y="5384607"/>
                  <a:pt x="7995616" y="5378186"/>
                  <a:pt x="8002180" y="5365343"/>
                </a:cubicBezTo>
                <a:close/>
                <a:moveTo>
                  <a:pt x="9618055" y="5351565"/>
                </a:moveTo>
                <a:cubicBezTo>
                  <a:pt x="9628193" y="5349911"/>
                  <a:pt x="9637672" y="5351565"/>
                  <a:pt x="9643992" y="5361485"/>
                </a:cubicBezTo>
                <a:cubicBezTo>
                  <a:pt x="9625032" y="5368098"/>
                  <a:pt x="9599753" y="5387939"/>
                  <a:pt x="9588167" y="5361485"/>
                </a:cubicBezTo>
                <a:cubicBezTo>
                  <a:pt x="9597120" y="5358178"/>
                  <a:pt x="9607917" y="5353218"/>
                  <a:pt x="9618055" y="5351565"/>
                </a:cubicBezTo>
                <a:close/>
                <a:moveTo>
                  <a:pt x="20116532" y="5351124"/>
                </a:moveTo>
                <a:cubicBezTo>
                  <a:pt x="20128832" y="5357546"/>
                  <a:pt x="20134980" y="5363968"/>
                  <a:pt x="20147276" y="5363968"/>
                </a:cubicBezTo>
                <a:cubicBezTo>
                  <a:pt x="20134980" y="5383233"/>
                  <a:pt x="20122680" y="5370389"/>
                  <a:pt x="20110384" y="5363968"/>
                </a:cubicBezTo>
                <a:cubicBezTo>
                  <a:pt x="20110384" y="5363968"/>
                  <a:pt x="20116532" y="5357546"/>
                  <a:pt x="20116532" y="5351124"/>
                </a:cubicBezTo>
                <a:close/>
                <a:moveTo>
                  <a:pt x="18772784" y="5351124"/>
                </a:moveTo>
                <a:cubicBezTo>
                  <a:pt x="18772784" y="5376811"/>
                  <a:pt x="18766796" y="5383233"/>
                  <a:pt x="18754820" y="5383233"/>
                </a:cubicBezTo>
                <a:cubicBezTo>
                  <a:pt x="18754820" y="5357546"/>
                  <a:pt x="18760808" y="5351124"/>
                  <a:pt x="18772784" y="5351124"/>
                </a:cubicBezTo>
                <a:close/>
                <a:moveTo>
                  <a:pt x="9642129" y="5332164"/>
                </a:moveTo>
                <a:cubicBezTo>
                  <a:pt x="9648693" y="5338313"/>
                  <a:pt x="9648693" y="5344462"/>
                  <a:pt x="9648693" y="5350610"/>
                </a:cubicBezTo>
                <a:cubicBezTo>
                  <a:pt x="9635565" y="5369056"/>
                  <a:pt x="9635565" y="5344462"/>
                  <a:pt x="9642129" y="5332164"/>
                </a:cubicBezTo>
                <a:close/>
                <a:moveTo>
                  <a:pt x="7806498" y="5330868"/>
                </a:moveTo>
                <a:cubicBezTo>
                  <a:pt x="7787154" y="5330868"/>
                  <a:pt x="7761360" y="5369555"/>
                  <a:pt x="7742015" y="5382451"/>
                </a:cubicBezTo>
                <a:cubicBezTo>
                  <a:pt x="7691503" y="5420064"/>
                  <a:pt x="7633468" y="5426512"/>
                  <a:pt x="7581880" y="5445856"/>
                </a:cubicBezTo>
                <a:cubicBezTo>
                  <a:pt x="7588329" y="5471647"/>
                  <a:pt x="7594778" y="5503887"/>
                  <a:pt x="7601226" y="5536127"/>
                </a:cubicBezTo>
                <a:cubicBezTo>
                  <a:pt x="7685054" y="5484543"/>
                  <a:pt x="7761360" y="5432960"/>
                  <a:pt x="7845189" y="5382451"/>
                </a:cubicBezTo>
                <a:cubicBezTo>
                  <a:pt x="7832292" y="5363108"/>
                  <a:pt x="7825844" y="5330868"/>
                  <a:pt x="7806498" y="5330868"/>
                </a:cubicBezTo>
                <a:close/>
                <a:moveTo>
                  <a:pt x="7922569" y="5317972"/>
                </a:moveTo>
                <a:cubicBezTo>
                  <a:pt x="7922569" y="5343764"/>
                  <a:pt x="7927943" y="5350212"/>
                  <a:pt x="7941914" y="5350212"/>
                </a:cubicBezTo>
                <a:cubicBezTo>
                  <a:pt x="7941914" y="5330868"/>
                  <a:pt x="7934391" y="5317972"/>
                  <a:pt x="7922569" y="5317972"/>
                </a:cubicBezTo>
                <a:close/>
                <a:moveTo>
                  <a:pt x="7864534" y="5317972"/>
                </a:moveTo>
                <a:cubicBezTo>
                  <a:pt x="7864534" y="5343764"/>
                  <a:pt x="7870982" y="5350212"/>
                  <a:pt x="7883879" y="5350212"/>
                </a:cubicBezTo>
                <a:cubicBezTo>
                  <a:pt x="7883879" y="5330868"/>
                  <a:pt x="7877430" y="5317972"/>
                  <a:pt x="7864534" y="5317972"/>
                </a:cubicBezTo>
                <a:close/>
                <a:moveTo>
                  <a:pt x="20848784" y="5317945"/>
                </a:moveTo>
                <a:cubicBezTo>
                  <a:pt x="20848784" y="5343630"/>
                  <a:pt x="20842796" y="5350051"/>
                  <a:pt x="20830824" y="5350051"/>
                </a:cubicBezTo>
                <a:cubicBezTo>
                  <a:pt x="20830824" y="5330788"/>
                  <a:pt x="20836812" y="5317945"/>
                  <a:pt x="20848784" y="5317945"/>
                </a:cubicBezTo>
                <a:close/>
                <a:moveTo>
                  <a:pt x="20079640" y="5317945"/>
                </a:moveTo>
                <a:cubicBezTo>
                  <a:pt x="20090912" y="5324366"/>
                  <a:pt x="20097060" y="5330788"/>
                  <a:pt x="20109360" y="5330788"/>
                </a:cubicBezTo>
                <a:cubicBezTo>
                  <a:pt x="20097060" y="5350051"/>
                  <a:pt x="20084764" y="5337209"/>
                  <a:pt x="20072468" y="5330788"/>
                </a:cubicBezTo>
                <a:cubicBezTo>
                  <a:pt x="20079640" y="5330788"/>
                  <a:pt x="20079640" y="5324366"/>
                  <a:pt x="20079640" y="5317945"/>
                </a:cubicBezTo>
                <a:close/>
                <a:moveTo>
                  <a:pt x="18692208" y="5317945"/>
                </a:moveTo>
                <a:cubicBezTo>
                  <a:pt x="18692208" y="5343630"/>
                  <a:pt x="18686220" y="5350051"/>
                  <a:pt x="18674244" y="5350051"/>
                </a:cubicBezTo>
                <a:cubicBezTo>
                  <a:pt x="18674244" y="5330788"/>
                  <a:pt x="18680232" y="5317945"/>
                  <a:pt x="18692208" y="5317945"/>
                </a:cubicBezTo>
                <a:close/>
                <a:moveTo>
                  <a:pt x="9706095" y="5307543"/>
                </a:moveTo>
                <a:cubicBezTo>
                  <a:pt x="9713486" y="5307344"/>
                  <a:pt x="9721181" y="5308538"/>
                  <a:pt x="9729280" y="5311721"/>
                </a:cubicBezTo>
                <a:cubicBezTo>
                  <a:pt x="9703362" y="5324454"/>
                  <a:pt x="9670963" y="5369020"/>
                  <a:pt x="9645045" y="5330821"/>
                </a:cubicBezTo>
                <a:cubicBezTo>
                  <a:pt x="9664484" y="5321271"/>
                  <a:pt x="9683923" y="5308140"/>
                  <a:pt x="9706095" y="5307543"/>
                </a:cubicBezTo>
                <a:close/>
                <a:moveTo>
                  <a:pt x="20810868" y="5284766"/>
                </a:moveTo>
                <a:cubicBezTo>
                  <a:pt x="20810868" y="5310453"/>
                  <a:pt x="20804880" y="5316875"/>
                  <a:pt x="20792908" y="5316875"/>
                </a:cubicBezTo>
                <a:cubicBezTo>
                  <a:pt x="20792908" y="5297610"/>
                  <a:pt x="20798892" y="5284766"/>
                  <a:pt x="20810868" y="5284766"/>
                </a:cubicBezTo>
                <a:close/>
                <a:moveTo>
                  <a:pt x="8102340" y="5284766"/>
                </a:moveTo>
                <a:cubicBezTo>
                  <a:pt x="8108714" y="5297458"/>
                  <a:pt x="8184141" y="5316495"/>
                  <a:pt x="8165018" y="5348224"/>
                </a:cubicBezTo>
                <a:cubicBezTo>
                  <a:pt x="8133148" y="5397933"/>
                  <a:pt x="8083218" y="5354570"/>
                  <a:pt x="8051348" y="5411683"/>
                </a:cubicBezTo>
                <a:cubicBezTo>
                  <a:pt x="8032225" y="5392645"/>
                  <a:pt x="8013103" y="5386299"/>
                  <a:pt x="8000355" y="5360916"/>
                </a:cubicBezTo>
                <a:cubicBezTo>
                  <a:pt x="8025851" y="5360916"/>
                  <a:pt x="8051348" y="5360916"/>
                  <a:pt x="8076844" y="5354570"/>
                </a:cubicBezTo>
                <a:cubicBezTo>
                  <a:pt x="8095966" y="5348224"/>
                  <a:pt x="8095966" y="5316495"/>
                  <a:pt x="8102340" y="5284766"/>
                </a:cubicBezTo>
                <a:close/>
                <a:moveTo>
                  <a:pt x="8584081" y="5279889"/>
                </a:moveTo>
                <a:cubicBezTo>
                  <a:pt x="8559950" y="5281703"/>
                  <a:pt x="8535970" y="5303464"/>
                  <a:pt x="8512595" y="5317972"/>
                </a:cubicBezTo>
                <a:cubicBezTo>
                  <a:pt x="8486801" y="5337316"/>
                  <a:pt x="8454559" y="5350212"/>
                  <a:pt x="8428766" y="5369555"/>
                </a:cubicBezTo>
                <a:cubicBezTo>
                  <a:pt x="8409421" y="5382451"/>
                  <a:pt x="8396524" y="5395347"/>
                  <a:pt x="8390076" y="5414691"/>
                </a:cubicBezTo>
                <a:cubicBezTo>
                  <a:pt x="8370730" y="5400720"/>
                  <a:pt x="8352460" y="5400720"/>
                  <a:pt x="8333115" y="5408243"/>
                </a:cubicBezTo>
                <a:cubicBezTo>
                  <a:pt x="8307322" y="5414691"/>
                  <a:pt x="8275080" y="5432960"/>
                  <a:pt x="8242838" y="5445856"/>
                </a:cubicBezTo>
                <a:cubicBezTo>
                  <a:pt x="8242838" y="5465199"/>
                  <a:pt x="8242838" y="5484543"/>
                  <a:pt x="8242838" y="5503887"/>
                </a:cubicBezTo>
                <a:cubicBezTo>
                  <a:pt x="8307322" y="5465199"/>
                  <a:pt x="8377179" y="5439408"/>
                  <a:pt x="8435214" y="5388899"/>
                </a:cubicBezTo>
                <a:cubicBezTo>
                  <a:pt x="8493249" y="5343764"/>
                  <a:pt x="8550210" y="5317972"/>
                  <a:pt x="8608245" y="5285733"/>
                </a:cubicBezTo>
                <a:cubicBezTo>
                  <a:pt x="8600185" y="5280897"/>
                  <a:pt x="8592124" y="5279285"/>
                  <a:pt x="8584081" y="5279889"/>
                </a:cubicBezTo>
                <a:close/>
                <a:moveTo>
                  <a:pt x="9449896" y="5275286"/>
                </a:moveTo>
                <a:cubicBezTo>
                  <a:pt x="9469312" y="5319740"/>
                  <a:pt x="9495202" y="5307039"/>
                  <a:pt x="9521091" y="5287987"/>
                </a:cubicBezTo>
                <a:cubicBezTo>
                  <a:pt x="9534035" y="5287987"/>
                  <a:pt x="9553452" y="5275286"/>
                  <a:pt x="9566397" y="5294338"/>
                </a:cubicBezTo>
                <a:cubicBezTo>
                  <a:pt x="9572869" y="5313389"/>
                  <a:pt x="9559925" y="5326090"/>
                  <a:pt x="9546980" y="5332441"/>
                </a:cubicBezTo>
                <a:cubicBezTo>
                  <a:pt x="9501674" y="5345142"/>
                  <a:pt x="9456368" y="5357843"/>
                  <a:pt x="9417534" y="5383245"/>
                </a:cubicBezTo>
                <a:cubicBezTo>
                  <a:pt x="9424006" y="5338791"/>
                  <a:pt x="9436951" y="5307039"/>
                  <a:pt x="9449896" y="5275286"/>
                </a:cubicBezTo>
                <a:close/>
                <a:moveTo>
                  <a:pt x="9629789" y="5262125"/>
                </a:moveTo>
                <a:cubicBezTo>
                  <a:pt x="9634512" y="5262605"/>
                  <a:pt x="9639252" y="5265296"/>
                  <a:pt x="9643992" y="5271444"/>
                </a:cubicBezTo>
                <a:cubicBezTo>
                  <a:pt x="9625032" y="5277593"/>
                  <a:pt x="9606073" y="5277593"/>
                  <a:pt x="9588167" y="5283741"/>
                </a:cubicBezTo>
                <a:cubicBezTo>
                  <a:pt x="9601597" y="5279130"/>
                  <a:pt x="9615619" y="5260684"/>
                  <a:pt x="9629789" y="5262125"/>
                </a:cubicBezTo>
                <a:close/>
                <a:moveTo>
                  <a:pt x="18583192" y="5261070"/>
                </a:moveTo>
                <a:cubicBezTo>
                  <a:pt x="18583192" y="5281545"/>
                  <a:pt x="18571216" y="5288370"/>
                  <a:pt x="18565232" y="5288370"/>
                </a:cubicBezTo>
                <a:cubicBezTo>
                  <a:pt x="18565232" y="5267895"/>
                  <a:pt x="18571216" y="5261070"/>
                  <a:pt x="18583192" y="5261070"/>
                </a:cubicBezTo>
                <a:close/>
                <a:moveTo>
                  <a:pt x="8365316" y="5261070"/>
                </a:moveTo>
                <a:cubicBezTo>
                  <a:pt x="8378444" y="5267895"/>
                  <a:pt x="8378444" y="5281545"/>
                  <a:pt x="8365316" y="5288370"/>
                </a:cubicBezTo>
                <a:cubicBezTo>
                  <a:pt x="8365316" y="5281545"/>
                  <a:pt x="8365316" y="5267895"/>
                  <a:pt x="8365316" y="5261070"/>
                </a:cubicBezTo>
                <a:close/>
                <a:moveTo>
                  <a:pt x="19977672" y="5242110"/>
                </a:moveTo>
                <a:cubicBezTo>
                  <a:pt x="20015592" y="5242110"/>
                  <a:pt x="20047188" y="5273894"/>
                  <a:pt x="20071412" y="5305677"/>
                </a:cubicBezTo>
                <a:cubicBezTo>
                  <a:pt x="20040868" y="5331104"/>
                  <a:pt x="20002952" y="5261180"/>
                  <a:pt x="19977672" y="5242110"/>
                </a:cubicBezTo>
                <a:close/>
                <a:moveTo>
                  <a:pt x="9642129" y="5242110"/>
                </a:moveTo>
                <a:cubicBezTo>
                  <a:pt x="9648693" y="5254408"/>
                  <a:pt x="9642129" y="5279002"/>
                  <a:pt x="9635565" y="5260556"/>
                </a:cubicBezTo>
                <a:cubicBezTo>
                  <a:pt x="9635565" y="5254408"/>
                  <a:pt x="9635565" y="5248259"/>
                  <a:pt x="9642129" y="5242110"/>
                </a:cubicBezTo>
                <a:close/>
                <a:moveTo>
                  <a:pt x="8718550" y="5242110"/>
                </a:moveTo>
                <a:cubicBezTo>
                  <a:pt x="8718550" y="5248935"/>
                  <a:pt x="8724537" y="5255760"/>
                  <a:pt x="8724537" y="5262585"/>
                </a:cubicBezTo>
                <a:cubicBezTo>
                  <a:pt x="8718550" y="5269410"/>
                  <a:pt x="8706575" y="5262585"/>
                  <a:pt x="8718550" y="5242110"/>
                </a:cubicBezTo>
                <a:close/>
                <a:moveTo>
                  <a:pt x="18905496" y="5227892"/>
                </a:moveTo>
                <a:cubicBezTo>
                  <a:pt x="18905496" y="5247157"/>
                  <a:pt x="18899508" y="5260001"/>
                  <a:pt x="18887532" y="5260001"/>
                </a:cubicBezTo>
                <a:cubicBezTo>
                  <a:pt x="18887532" y="5240736"/>
                  <a:pt x="18887532" y="5227892"/>
                  <a:pt x="18905496" y="5227892"/>
                </a:cubicBezTo>
                <a:close/>
                <a:moveTo>
                  <a:pt x="18507356" y="5227892"/>
                </a:moveTo>
                <a:cubicBezTo>
                  <a:pt x="18507356" y="5247157"/>
                  <a:pt x="18501368" y="5260001"/>
                  <a:pt x="18489392" y="5260001"/>
                </a:cubicBezTo>
                <a:cubicBezTo>
                  <a:pt x="18489392" y="5240736"/>
                  <a:pt x="18495380" y="5227892"/>
                  <a:pt x="18507356" y="5227892"/>
                </a:cubicBezTo>
                <a:close/>
                <a:moveTo>
                  <a:pt x="9262754" y="5227701"/>
                </a:moveTo>
                <a:cubicBezTo>
                  <a:pt x="9262754" y="5259941"/>
                  <a:pt x="9288548" y="5259941"/>
                  <a:pt x="9301444" y="5259941"/>
                </a:cubicBezTo>
                <a:cubicBezTo>
                  <a:pt x="9301444" y="5221253"/>
                  <a:pt x="9282099" y="5227701"/>
                  <a:pt x="9262754" y="5227701"/>
                </a:cubicBezTo>
                <a:close/>
                <a:moveTo>
                  <a:pt x="8640487" y="5227701"/>
                </a:moveTo>
                <a:cubicBezTo>
                  <a:pt x="8640487" y="5259941"/>
                  <a:pt x="8659832" y="5259941"/>
                  <a:pt x="8679177" y="5259941"/>
                </a:cubicBezTo>
                <a:cubicBezTo>
                  <a:pt x="8679177" y="5221253"/>
                  <a:pt x="8659832" y="5227701"/>
                  <a:pt x="8640487" y="5227701"/>
                </a:cubicBezTo>
                <a:close/>
                <a:moveTo>
                  <a:pt x="8444887" y="5213596"/>
                </a:moveTo>
                <a:cubicBezTo>
                  <a:pt x="8436826" y="5213731"/>
                  <a:pt x="8428766" y="5215343"/>
                  <a:pt x="8422317" y="5221253"/>
                </a:cubicBezTo>
                <a:cubicBezTo>
                  <a:pt x="8409421" y="5227701"/>
                  <a:pt x="8402972" y="5247045"/>
                  <a:pt x="8390076" y="5253493"/>
                </a:cubicBezTo>
                <a:lnTo>
                  <a:pt x="8387050" y="5252196"/>
                </a:lnTo>
                <a:lnTo>
                  <a:pt x="8392755" y="5261374"/>
                </a:lnTo>
                <a:cubicBezTo>
                  <a:pt x="8386768" y="5261374"/>
                  <a:pt x="8380780" y="5267795"/>
                  <a:pt x="8380780" y="5274216"/>
                </a:cubicBezTo>
                <a:cubicBezTo>
                  <a:pt x="8377787" y="5267795"/>
                  <a:pt x="8376290" y="5262979"/>
                  <a:pt x="8376290" y="5258163"/>
                </a:cubicBezTo>
                <a:lnTo>
                  <a:pt x="8378932" y="5248717"/>
                </a:lnTo>
                <a:lnTo>
                  <a:pt x="8367506" y="5243821"/>
                </a:lnTo>
                <a:cubicBezTo>
                  <a:pt x="8361058" y="5238985"/>
                  <a:pt x="8354610" y="5234149"/>
                  <a:pt x="8344937" y="5234149"/>
                </a:cubicBezTo>
                <a:cubicBezTo>
                  <a:pt x="8333115" y="5227701"/>
                  <a:pt x="8320218" y="5227701"/>
                  <a:pt x="8300874" y="5227701"/>
                </a:cubicBezTo>
                <a:cubicBezTo>
                  <a:pt x="8300874" y="5247045"/>
                  <a:pt x="8300874" y="5266389"/>
                  <a:pt x="8300874" y="5285733"/>
                </a:cubicBezTo>
                <a:cubicBezTo>
                  <a:pt x="8313770" y="5285733"/>
                  <a:pt x="8320218" y="5292180"/>
                  <a:pt x="8333115" y="5292180"/>
                </a:cubicBezTo>
                <a:cubicBezTo>
                  <a:pt x="8344937" y="5298628"/>
                  <a:pt x="8357834" y="5311524"/>
                  <a:pt x="8370730" y="5298628"/>
                </a:cubicBezTo>
                <a:cubicBezTo>
                  <a:pt x="8409421" y="5285733"/>
                  <a:pt x="8441663" y="5259941"/>
                  <a:pt x="8467456" y="5214805"/>
                </a:cubicBezTo>
                <a:cubicBezTo>
                  <a:pt x="8461008" y="5214805"/>
                  <a:pt x="8452947" y="5213462"/>
                  <a:pt x="8444887" y="5213596"/>
                </a:cubicBezTo>
                <a:close/>
                <a:moveTo>
                  <a:pt x="9340135" y="5195462"/>
                </a:moveTo>
                <a:cubicBezTo>
                  <a:pt x="9340135" y="5214805"/>
                  <a:pt x="9346583" y="5227701"/>
                  <a:pt x="9359480" y="5227701"/>
                </a:cubicBezTo>
                <a:cubicBezTo>
                  <a:pt x="9359480" y="5202984"/>
                  <a:pt x="9353031" y="5195462"/>
                  <a:pt x="9340135" y="5195462"/>
                </a:cubicBezTo>
                <a:close/>
                <a:moveTo>
                  <a:pt x="8768815" y="5195360"/>
                </a:moveTo>
                <a:cubicBezTo>
                  <a:pt x="8788396" y="5202901"/>
                  <a:pt x="8814504" y="5227677"/>
                  <a:pt x="8814504" y="5259993"/>
                </a:cubicBezTo>
                <a:cubicBezTo>
                  <a:pt x="8794923" y="5259993"/>
                  <a:pt x="8775342" y="5259993"/>
                  <a:pt x="8755761" y="5259993"/>
                </a:cubicBezTo>
                <a:cubicBezTo>
                  <a:pt x="8755761" y="5240603"/>
                  <a:pt x="8749234" y="5189974"/>
                  <a:pt x="8768815" y="5195360"/>
                </a:cubicBezTo>
                <a:close/>
                <a:moveTo>
                  <a:pt x="19166180" y="5194713"/>
                </a:moveTo>
                <a:cubicBezTo>
                  <a:pt x="19166180" y="5213977"/>
                  <a:pt x="19160192" y="5226819"/>
                  <a:pt x="19148220" y="5226819"/>
                </a:cubicBezTo>
                <a:cubicBezTo>
                  <a:pt x="19148220" y="5202205"/>
                  <a:pt x="19154208" y="5194713"/>
                  <a:pt x="19166180" y="5194713"/>
                </a:cubicBezTo>
                <a:close/>
                <a:moveTo>
                  <a:pt x="8876071" y="5194713"/>
                </a:moveTo>
                <a:cubicBezTo>
                  <a:pt x="8876071" y="5213977"/>
                  <a:pt x="8869246" y="5226819"/>
                  <a:pt x="8848771" y="5226819"/>
                </a:cubicBezTo>
                <a:cubicBezTo>
                  <a:pt x="8848771" y="5202205"/>
                  <a:pt x="8855596" y="5194713"/>
                  <a:pt x="8876071" y="5194713"/>
                </a:cubicBezTo>
                <a:close/>
                <a:moveTo>
                  <a:pt x="8175723" y="5194713"/>
                </a:moveTo>
                <a:cubicBezTo>
                  <a:pt x="8187698" y="5194713"/>
                  <a:pt x="8193685" y="5202205"/>
                  <a:pt x="8193685" y="5226819"/>
                </a:cubicBezTo>
                <a:cubicBezTo>
                  <a:pt x="8181710" y="5226819"/>
                  <a:pt x="8175723" y="5213977"/>
                  <a:pt x="8175723" y="5194713"/>
                </a:cubicBezTo>
                <a:close/>
                <a:moveTo>
                  <a:pt x="20714900" y="5166276"/>
                </a:moveTo>
                <a:cubicBezTo>
                  <a:pt x="20714900" y="5192819"/>
                  <a:pt x="20720824" y="5231528"/>
                  <a:pt x="20698116" y="5231528"/>
                </a:cubicBezTo>
                <a:cubicBezTo>
                  <a:pt x="20698116" y="5206091"/>
                  <a:pt x="20698116" y="5166276"/>
                  <a:pt x="20714900" y="5166276"/>
                </a:cubicBezTo>
                <a:close/>
                <a:moveTo>
                  <a:pt x="9875939" y="5166276"/>
                </a:moveTo>
                <a:cubicBezTo>
                  <a:pt x="9875939" y="5179547"/>
                  <a:pt x="9875939" y="5186182"/>
                  <a:pt x="9875939" y="5198346"/>
                </a:cubicBezTo>
                <a:cubicBezTo>
                  <a:pt x="9867813" y="5192817"/>
                  <a:pt x="9867813" y="5179547"/>
                  <a:pt x="9875939" y="5166276"/>
                </a:cubicBezTo>
                <a:close/>
                <a:moveTo>
                  <a:pt x="8486801" y="5164297"/>
                </a:moveTo>
                <a:cubicBezTo>
                  <a:pt x="8486801" y="5190088"/>
                  <a:pt x="8499698" y="5195462"/>
                  <a:pt x="8506146" y="5195462"/>
                </a:cubicBezTo>
                <a:cubicBezTo>
                  <a:pt x="8506146" y="5177193"/>
                  <a:pt x="8499698" y="5164297"/>
                  <a:pt x="8486801" y="5164297"/>
                </a:cubicBezTo>
                <a:close/>
                <a:moveTo>
                  <a:pt x="9707680" y="5150309"/>
                </a:moveTo>
                <a:cubicBezTo>
                  <a:pt x="9708696" y="5148812"/>
                  <a:pt x="9710727" y="5150309"/>
                  <a:pt x="9714790" y="5153303"/>
                </a:cubicBezTo>
                <a:cubicBezTo>
                  <a:pt x="9714790" y="5153303"/>
                  <a:pt x="9706664" y="5159290"/>
                  <a:pt x="9706664" y="5165277"/>
                </a:cubicBezTo>
                <a:cubicBezTo>
                  <a:pt x="9706664" y="5156296"/>
                  <a:pt x="9706664" y="5151806"/>
                  <a:pt x="9707680" y="5150309"/>
                </a:cubicBezTo>
                <a:close/>
                <a:moveTo>
                  <a:pt x="19071332" y="5133097"/>
                </a:moveTo>
                <a:cubicBezTo>
                  <a:pt x="19071332" y="5152362"/>
                  <a:pt x="19065012" y="5165206"/>
                  <a:pt x="19053424" y="5165206"/>
                </a:cubicBezTo>
                <a:cubicBezTo>
                  <a:pt x="19053424" y="5145941"/>
                  <a:pt x="19058692" y="5133097"/>
                  <a:pt x="19071332" y="5133097"/>
                </a:cubicBezTo>
                <a:close/>
                <a:moveTo>
                  <a:pt x="18355684" y="5133097"/>
                </a:moveTo>
                <a:cubicBezTo>
                  <a:pt x="18355684" y="5158784"/>
                  <a:pt x="18349696" y="5165206"/>
                  <a:pt x="18337724" y="5165206"/>
                </a:cubicBezTo>
                <a:cubicBezTo>
                  <a:pt x="18337724" y="5145941"/>
                  <a:pt x="18343712" y="5133097"/>
                  <a:pt x="18355684" y="5133097"/>
                </a:cubicBezTo>
                <a:close/>
                <a:moveTo>
                  <a:pt x="17848536" y="5133094"/>
                </a:moveTo>
                <a:cubicBezTo>
                  <a:pt x="17848536" y="5159637"/>
                  <a:pt x="17848536" y="5198346"/>
                  <a:pt x="17830572" y="5198346"/>
                </a:cubicBezTo>
                <a:cubicBezTo>
                  <a:pt x="17830572" y="5172909"/>
                  <a:pt x="17830572" y="5133094"/>
                  <a:pt x="17848536" y="5133094"/>
                </a:cubicBezTo>
                <a:close/>
                <a:moveTo>
                  <a:pt x="8530865" y="5132057"/>
                </a:moveTo>
                <a:cubicBezTo>
                  <a:pt x="8530865" y="5170745"/>
                  <a:pt x="8550210" y="5164297"/>
                  <a:pt x="8563107" y="5164297"/>
                </a:cubicBezTo>
                <a:cubicBezTo>
                  <a:pt x="8563107" y="5132057"/>
                  <a:pt x="8543762" y="5132057"/>
                  <a:pt x="8530865" y="5132057"/>
                </a:cubicBezTo>
                <a:close/>
                <a:moveTo>
                  <a:pt x="10132162" y="5118878"/>
                </a:moveTo>
                <a:cubicBezTo>
                  <a:pt x="10022145" y="5177177"/>
                  <a:pt x="9913206" y="5247351"/>
                  <a:pt x="9803189" y="5312127"/>
                </a:cubicBezTo>
                <a:cubicBezTo>
                  <a:pt x="9798335" y="5268403"/>
                  <a:pt x="9811683" y="5224679"/>
                  <a:pt x="9832311" y="5205550"/>
                </a:cubicBezTo>
                <a:lnTo>
                  <a:pt x="9854815" y="5195595"/>
                </a:lnTo>
                <a:lnTo>
                  <a:pt x="9853592" y="5193658"/>
                </a:lnTo>
                <a:cubicBezTo>
                  <a:pt x="9859579" y="5188392"/>
                  <a:pt x="9859579" y="5188392"/>
                  <a:pt x="9859579" y="5182073"/>
                </a:cubicBezTo>
                <a:cubicBezTo>
                  <a:pt x="9865567" y="5178913"/>
                  <a:pt x="9867064" y="5186549"/>
                  <a:pt x="9867064" y="5194975"/>
                </a:cubicBezTo>
                <a:lnTo>
                  <a:pt x="9866331" y="5206713"/>
                </a:lnTo>
                <a:lnTo>
                  <a:pt x="9867640" y="5208000"/>
                </a:lnTo>
                <a:cubicBezTo>
                  <a:pt x="9898342" y="5227159"/>
                  <a:pt x="9935857" y="5181225"/>
                  <a:pt x="9958507" y="5164221"/>
                </a:cubicBezTo>
                <a:cubicBezTo>
                  <a:pt x="10015673" y="5131833"/>
                  <a:pt x="10073918" y="5131833"/>
                  <a:pt x="10132162" y="5118878"/>
                </a:cubicBezTo>
                <a:close/>
                <a:moveTo>
                  <a:pt x="19597496" y="5099918"/>
                </a:moveTo>
                <a:cubicBezTo>
                  <a:pt x="19597496" y="5125603"/>
                  <a:pt x="19591508" y="5132024"/>
                  <a:pt x="19579536" y="5132024"/>
                </a:cubicBezTo>
                <a:cubicBezTo>
                  <a:pt x="19579536" y="5112761"/>
                  <a:pt x="19585524" y="5099918"/>
                  <a:pt x="19597496" y="5099918"/>
                </a:cubicBezTo>
                <a:close/>
                <a:moveTo>
                  <a:pt x="17810560" y="5099918"/>
                </a:moveTo>
                <a:cubicBezTo>
                  <a:pt x="17810560" y="5125603"/>
                  <a:pt x="17805296" y="5132024"/>
                  <a:pt x="17792656" y="5132024"/>
                </a:cubicBezTo>
                <a:cubicBezTo>
                  <a:pt x="17792656" y="5112761"/>
                  <a:pt x="17798976" y="5099918"/>
                  <a:pt x="17810560" y="5099918"/>
                </a:cubicBezTo>
                <a:close/>
                <a:moveTo>
                  <a:pt x="9894469" y="5094662"/>
                </a:moveTo>
                <a:cubicBezTo>
                  <a:pt x="9907276" y="5093952"/>
                  <a:pt x="9920184" y="5095575"/>
                  <a:pt x="9933092" y="5100447"/>
                </a:cubicBezTo>
                <a:cubicBezTo>
                  <a:pt x="9907276" y="5119932"/>
                  <a:pt x="9875006" y="5126427"/>
                  <a:pt x="9855643" y="5165398"/>
                </a:cubicBezTo>
                <a:cubicBezTo>
                  <a:pt x="9797557" y="5191378"/>
                  <a:pt x="9740545" y="5229266"/>
                  <a:pt x="9682459" y="5248752"/>
                </a:cubicBezTo>
                <a:cubicBezTo>
                  <a:pt x="9669551" y="5248752"/>
                  <a:pt x="9650188" y="5255247"/>
                  <a:pt x="9643734" y="5242257"/>
                </a:cubicBezTo>
                <a:cubicBezTo>
                  <a:pt x="9630826" y="5222771"/>
                  <a:pt x="9650188" y="5191378"/>
                  <a:pt x="9656642" y="5184883"/>
                </a:cubicBezTo>
                <a:cubicBezTo>
                  <a:pt x="9676005" y="5178388"/>
                  <a:pt x="9695367" y="5184883"/>
                  <a:pt x="9714729" y="5178388"/>
                </a:cubicBezTo>
                <a:cubicBezTo>
                  <a:pt x="9740545" y="5171893"/>
                  <a:pt x="9766362" y="5152407"/>
                  <a:pt x="9784648" y="5139417"/>
                </a:cubicBezTo>
                <a:cubicBezTo>
                  <a:pt x="9818533" y="5119932"/>
                  <a:pt x="9856047" y="5096793"/>
                  <a:pt x="9894469" y="5094662"/>
                </a:cubicBezTo>
                <a:close/>
                <a:moveTo>
                  <a:pt x="10170157" y="5076219"/>
                </a:moveTo>
                <a:cubicBezTo>
                  <a:pt x="10170157" y="5096694"/>
                  <a:pt x="10164170" y="5103519"/>
                  <a:pt x="10152195" y="5103519"/>
                </a:cubicBezTo>
                <a:cubicBezTo>
                  <a:pt x="10152195" y="5083044"/>
                  <a:pt x="10158182" y="5076219"/>
                  <a:pt x="10170157" y="5076219"/>
                </a:cubicBezTo>
                <a:close/>
                <a:moveTo>
                  <a:pt x="8640487" y="5074026"/>
                </a:moveTo>
                <a:cubicBezTo>
                  <a:pt x="8634039" y="5106266"/>
                  <a:pt x="8627590" y="5138505"/>
                  <a:pt x="8621142" y="5164297"/>
                </a:cubicBezTo>
                <a:cubicBezTo>
                  <a:pt x="8653384" y="5151401"/>
                  <a:pt x="8685626" y="5132057"/>
                  <a:pt x="8717867" y="5119161"/>
                </a:cubicBezTo>
                <a:cubicBezTo>
                  <a:pt x="8692074" y="5099818"/>
                  <a:pt x="8666281" y="5086922"/>
                  <a:pt x="8640487" y="5074026"/>
                </a:cubicBezTo>
                <a:close/>
                <a:moveTo>
                  <a:pt x="8454559" y="5074026"/>
                </a:moveTo>
                <a:cubicBezTo>
                  <a:pt x="8454559" y="5093370"/>
                  <a:pt x="8461008" y="5099818"/>
                  <a:pt x="8473904" y="5099818"/>
                </a:cubicBezTo>
                <a:cubicBezTo>
                  <a:pt x="8473904" y="5080474"/>
                  <a:pt x="8467456" y="5074026"/>
                  <a:pt x="8454559" y="5074026"/>
                </a:cubicBezTo>
                <a:close/>
                <a:moveTo>
                  <a:pt x="19004928" y="5073353"/>
                </a:moveTo>
                <a:cubicBezTo>
                  <a:pt x="19004928" y="5113034"/>
                  <a:pt x="18978472" y="5099807"/>
                  <a:pt x="18958632" y="5099807"/>
                </a:cubicBezTo>
                <a:cubicBezTo>
                  <a:pt x="18958632" y="5066739"/>
                  <a:pt x="18985088" y="5073353"/>
                  <a:pt x="19004928" y="5073353"/>
                </a:cubicBezTo>
                <a:close/>
                <a:moveTo>
                  <a:pt x="564229" y="5054682"/>
                </a:moveTo>
                <a:cubicBezTo>
                  <a:pt x="557782" y="5067578"/>
                  <a:pt x="557782" y="5080474"/>
                  <a:pt x="564229" y="5086922"/>
                </a:cubicBezTo>
                <a:cubicBezTo>
                  <a:pt x="596471" y="5099818"/>
                  <a:pt x="628715" y="5106266"/>
                  <a:pt x="660959" y="5119161"/>
                </a:cubicBezTo>
                <a:cubicBezTo>
                  <a:pt x="636772" y="5104654"/>
                  <a:pt x="608966" y="5101027"/>
                  <a:pt x="585688" y="5081078"/>
                </a:cubicBezTo>
                <a:lnTo>
                  <a:pt x="579117" y="5072998"/>
                </a:lnTo>
                <a:lnTo>
                  <a:pt x="564733" y="5072998"/>
                </a:lnTo>
                <a:lnTo>
                  <a:pt x="567180" y="5058312"/>
                </a:lnTo>
                <a:close/>
                <a:moveTo>
                  <a:pt x="10246302" y="5014603"/>
                </a:moveTo>
                <a:cubicBezTo>
                  <a:pt x="10258712" y="5020808"/>
                  <a:pt x="10258712" y="5051832"/>
                  <a:pt x="10264917" y="5070447"/>
                </a:cubicBezTo>
                <a:cubicBezTo>
                  <a:pt x="10246302" y="5070447"/>
                  <a:pt x="10227688" y="5070447"/>
                  <a:pt x="10209073" y="5070447"/>
                </a:cubicBezTo>
                <a:cubicBezTo>
                  <a:pt x="10209073" y="5045628"/>
                  <a:pt x="10227688" y="5014603"/>
                  <a:pt x="10246302" y="5014603"/>
                </a:cubicBezTo>
                <a:close/>
                <a:moveTo>
                  <a:pt x="19470520" y="5009861"/>
                </a:moveTo>
                <a:cubicBezTo>
                  <a:pt x="19482820" y="5016010"/>
                  <a:pt x="19495116" y="5022159"/>
                  <a:pt x="19507412" y="5028307"/>
                </a:cubicBezTo>
                <a:cubicBezTo>
                  <a:pt x="19495116" y="5040605"/>
                  <a:pt x="19470520" y="5046753"/>
                  <a:pt x="19470520" y="5009861"/>
                </a:cubicBezTo>
                <a:close/>
                <a:moveTo>
                  <a:pt x="756601" y="5009547"/>
                </a:moveTo>
                <a:cubicBezTo>
                  <a:pt x="756601" y="5028891"/>
                  <a:pt x="763048" y="5041786"/>
                  <a:pt x="775945" y="5041786"/>
                </a:cubicBezTo>
                <a:cubicBezTo>
                  <a:pt x="775945" y="5022443"/>
                  <a:pt x="769495" y="5009547"/>
                  <a:pt x="756601" y="5009547"/>
                </a:cubicBezTo>
                <a:close/>
                <a:moveTo>
                  <a:pt x="20526484" y="4986166"/>
                </a:moveTo>
                <a:cubicBezTo>
                  <a:pt x="20526484" y="5003938"/>
                  <a:pt x="20520496" y="5008875"/>
                  <a:pt x="20508520" y="5008875"/>
                </a:cubicBezTo>
                <a:cubicBezTo>
                  <a:pt x="20508520" y="4991103"/>
                  <a:pt x="20514508" y="4986166"/>
                  <a:pt x="20526484" y="4986166"/>
                </a:cubicBezTo>
                <a:close/>
                <a:moveTo>
                  <a:pt x="10620430" y="4986166"/>
                </a:moveTo>
                <a:cubicBezTo>
                  <a:pt x="10620430" y="5003938"/>
                  <a:pt x="10609453" y="5008875"/>
                  <a:pt x="10602468" y="5008875"/>
                </a:cubicBezTo>
                <a:cubicBezTo>
                  <a:pt x="10602468" y="4991103"/>
                  <a:pt x="10609453" y="4986166"/>
                  <a:pt x="10620430" y="4986166"/>
                </a:cubicBezTo>
                <a:close/>
                <a:moveTo>
                  <a:pt x="18511956" y="4986163"/>
                </a:moveTo>
                <a:cubicBezTo>
                  <a:pt x="18511956" y="5005123"/>
                  <a:pt x="18511956" y="5041988"/>
                  <a:pt x="18491480" y="5041988"/>
                </a:cubicBezTo>
                <a:cubicBezTo>
                  <a:pt x="18491480" y="5016709"/>
                  <a:pt x="18484656" y="4986163"/>
                  <a:pt x="18511956" y="4986163"/>
                </a:cubicBezTo>
                <a:close/>
                <a:moveTo>
                  <a:pt x="10471575" y="4953900"/>
                </a:moveTo>
                <a:cubicBezTo>
                  <a:pt x="10484820" y="4954708"/>
                  <a:pt x="10498065" y="4957940"/>
                  <a:pt x="10511311" y="4967634"/>
                </a:cubicBezTo>
                <a:cubicBezTo>
                  <a:pt x="10484820" y="4980560"/>
                  <a:pt x="10445084" y="5018261"/>
                  <a:pt x="10431839" y="4954708"/>
                </a:cubicBezTo>
                <a:cubicBezTo>
                  <a:pt x="10445085" y="4954708"/>
                  <a:pt x="10458330" y="4953092"/>
                  <a:pt x="10471575" y="4953900"/>
                </a:cubicBezTo>
                <a:close/>
                <a:moveTo>
                  <a:pt x="20071412" y="4952987"/>
                </a:moveTo>
                <a:cubicBezTo>
                  <a:pt x="20071412" y="4972252"/>
                  <a:pt x="20066148" y="4985096"/>
                  <a:pt x="20053508" y="4985096"/>
                </a:cubicBezTo>
                <a:cubicBezTo>
                  <a:pt x="20053508" y="4959409"/>
                  <a:pt x="20059828" y="4952987"/>
                  <a:pt x="20071412" y="4952987"/>
                </a:cubicBezTo>
                <a:close/>
                <a:moveTo>
                  <a:pt x="10500786" y="4948464"/>
                </a:moveTo>
                <a:lnTo>
                  <a:pt x="10500539" y="4948798"/>
                </a:lnTo>
                <a:cubicBezTo>
                  <a:pt x="10499159" y="4950662"/>
                  <a:pt x="10498199" y="4951959"/>
                  <a:pt x="10498199" y="4951959"/>
                </a:cubicBezTo>
                <a:close/>
                <a:moveTo>
                  <a:pt x="10507348" y="4939596"/>
                </a:moveTo>
                <a:lnTo>
                  <a:pt x="10500786" y="4948464"/>
                </a:lnTo>
                <a:lnTo>
                  <a:pt x="10505397" y="4942232"/>
                </a:lnTo>
                <a:close/>
                <a:moveTo>
                  <a:pt x="9030624" y="4938515"/>
                </a:moveTo>
                <a:cubicBezTo>
                  <a:pt x="9032869" y="4938515"/>
                  <a:pt x="9034366" y="4943005"/>
                  <a:pt x="9037359" y="4951986"/>
                </a:cubicBezTo>
                <a:cubicBezTo>
                  <a:pt x="9031372" y="4951986"/>
                  <a:pt x="9025384" y="4951986"/>
                  <a:pt x="9019397" y="4951986"/>
                </a:cubicBezTo>
                <a:cubicBezTo>
                  <a:pt x="9025385" y="4943005"/>
                  <a:pt x="9028378" y="4938515"/>
                  <a:pt x="9030624" y="4938515"/>
                </a:cubicBezTo>
                <a:close/>
                <a:moveTo>
                  <a:pt x="10509716" y="4936395"/>
                </a:moveTo>
                <a:cubicBezTo>
                  <a:pt x="10510676" y="4935098"/>
                  <a:pt x="10510436" y="4935423"/>
                  <a:pt x="10509536" y="4936639"/>
                </a:cubicBezTo>
                <a:lnTo>
                  <a:pt x="10507348" y="4939596"/>
                </a:lnTo>
                <a:close/>
                <a:moveTo>
                  <a:pt x="20469608" y="4919808"/>
                </a:moveTo>
                <a:cubicBezTo>
                  <a:pt x="20469608" y="4939072"/>
                  <a:pt x="20463620" y="4951914"/>
                  <a:pt x="20451648" y="4951914"/>
                </a:cubicBezTo>
                <a:cubicBezTo>
                  <a:pt x="20451648" y="4926229"/>
                  <a:pt x="20457632" y="4919808"/>
                  <a:pt x="20469608" y="4919808"/>
                </a:cubicBezTo>
                <a:close/>
                <a:moveTo>
                  <a:pt x="20033552" y="4919808"/>
                </a:moveTo>
                <a:cubicBezTo>
                  <a:pt x="20033552" y="4939072"/>
                  <a:pt x="20027564" y="4951914"/>
                  <a:pt x="20015588" y="4951914"/>
                </a:cubicBezTo>
                <a:cubicBezTo>
                  <a:pt x="20015588" y="4932651"/>
                  <a:pt x="20021576" y="4919808"/>
                  <a:pt x="20033552" y="4919808"/>
                </a:cubicBezTo>
                <a:close/>
                <a:moveTo>
                  <a:pt x="19318852" y="4919808"/>
                </a:moveTo>
                <a:cubicBezTo>
                  <a:pt x="19331148" y="4919808"/>
                  <a:pt x="19343448" y="4925957"/>
                  <a:pt x="19355744" y="4938254"/>
                </a:cubicBezTo>
                <a:cubicBezTo>
                  <a:pt x="19343448" y="4956700"/>
                  <a:pt x="19318852" y="4950552"/>
                  <a:pt x="19318852" y="4919808"/>
                </a:cubicBezTo>
                <a:close/>
                <a:moveTo>
                  <a:pt x="18811700" y="4919808"/>
                </a:moveTo>
                <a:cubicBezTo>
                  <a:pt x="18817624" y="4926335"/>
                  <a:pt x="18829472" y="4939389"/>
                  <a:pt x="18834408" y="4945916"/>
                </a:cubicBezTo>
                <a:cubicBezTo>
                  <a:pt x="18829472" y="4952443"/>
                  <a:pt x="18817624" y="4972024"/>
                  <a:pt x="18811700" y="4985078"/>
                </a:cubicBezTo>
                <a:cubicBezTo>
                  <a:pt x="18811700" y="4958970"/>
                  <a:pt x="18811700" y="4939389"/>
                  <a:pt x="18811700" y="4919808"/>
                </a:cubicBezTo>
                <a:close/>
                <a:moveTo>
                  <a:pt x="10360246" y="4911208"/>
                </a:moveTo>
                <a:cubicBezTo>
                  <a:pt x="10363240" y="4912011"/>
                  <a:pt x="10366234" y="4915222"/>
                  <a:pt x="10369227" y="4918433"/>
                </a:cubicBezTo>
                <a:cubicBezTo>
                  <a:pt x="10363240" y="4918433"/>
                  <a:pt x="10357252" y="4924854"/>
                  <a:pt x="10357252" y="4937698"/>
                </a:cubicBezTo>
                <a:cubicBezTo>
                  <a:pt x="10357252" y="4924854"/>
                  <a:pt x="10351265" y="4918433"/>
                  <a:pt x="10351265" y="4918433"/>
                </a:cubicBezTo>
                <a:cubicBezTo>
                  <a:pt x="10354259" y="4912011"/>
                  <a:pt x="10357252" y="4910406"/>
                  <a:pt x="10360246" y="4911208"/>
                </a:cubicBezTo>
                <a:close/>
                <a:moveTo>
                  <a:pt x="8774828" y="4907455"/>
                </a:moveTo>
                <a:cubicBezTo>
                  <a:pt x="8768380" y="4920351"/>
                  <a:pt x="8763006" y="4933247"/>
                  <a:pt x="8755483" y="4952590"/>
                </a:cubicBezTo>
                <a:cubicBezTo>
                  <a:pt x="8768380" y="4952590"/>
                  <a:pt x="8781276" y="4952590"/>
                  <a:pt x="8794173" y="4952590"/>
                </a:cubicBezTo>
                <a:cubicBezTo>
                  <a:pt x="8787725" y="4933247"/>
                  <a:pt x="8781276" y="4920351"/>
                  <a:pt x="8774828" y="4907455"/>
                </a:cubicBezTo>
                <a:close/>
                <a:moveTo>
                  <a:pt x="10303105" y="4893974"/>
                </a:moveTo>
                <a:cubicBezTo>
                  <a:pt x="10310996" y="4895284"/>
                  <a:pt x="10316662" y="4901736"/>
                  <a:pt x="10318280" y="4916251"/>
                </a:cubicBezTo>
                <a:cubicBezTo>
                  <a:pt x="10331229" y="4987216"/>
                  <a:pt x="10195265" y="5000119"/>
                  <a:pt x="10170446" y="5011947"/>
                </a:cubicBezTo>
                <a:cubicBezTo>
                  <a:pt x="10099227" y="5037752"/>
                  <a:pt x="10028007" y="5063558"/>
                  <a:pt x="9957867" y="5089363"/>
                </a:cubicBezTo>
                <a:cubicBezTo>
                  <a:pt x="9977290" y="5063558"/>
                  <a:pt x="9996714" y="5044203"/>
                  <a:pt x="10015058" y="5044203"/>
                </a:cubicBezTo>
                <a:cubicBezTo>
                  <a:pt x="10086278" y="5011947"/>
                  <a:pt x="10151022" y="4980765"/>
                  <a:pt x="10221163" y="4942057"/>
                </a:cubicBezTo>
                <a:cubicBezTo>
                  <a:pt x="10235730" y="4932380"/>
                  <a:pt x="10279433" y="4890043"/>
                  <a:pt x="10303105" y="4893974"/>
                </a:cubicBezTo>
                <a:close/>
                <a:moveTo>
                  <a:pt x="18749056" y="4888505"/>
                </a:moveTo>
                <a:cubicBezTo>
                  <a:pt x="18749056" y="4928186"/>
                  <a:pt x="18730612" y="4921572"/>
                  <a:pt x="18712164" y="4921572"/>
                </a:cubicBezTo>
                <a:cubicBezTo>
                  <a:pt x="18712164" y="4881891"/>
                  <a:pt x="18736760" y="4888505"/>
                  <a:pt x="18749056" y="4888505"/>
                </a:cubicBezTo>
                <a:close/>
                <a:moveTo>
                  <a:pt x="18673220" y="4888505"/>
                </a:moveTo>
                <a:cubicBezTo>
                  <a:pt x="18673220" y="4928186"/>
                  <a:pt x="18654772" y="4921572"/>
                  <a:pt x="18636328" y="4921572"/>
                </a:cubicBezTo>
                <a:cubicBezTo>
                  <a:pt x="18636328" y="4881891"/>
                  <a:pt x="18660920" y="4888505"/>
                  <a:pt x="18673220" y="4888505"/>
                </a:cubicBezTo>
                <a:close/>
                <a:moveTo>
                  <a:pt x="10319911" y="4867669"/>
                </a:moveTo>
                <a:cubicBezTo>
                  <a:pt x="10326473" y="4879967"/>
                  <a:pt x="10326473" y="4892264"/>
                  <a:pt x="10319911" y="4904561"/>
                </a:cubicBezTo>
                <a:cubicBezTo>
                  <a:pt x="10319911" y="4898413"/>
                  <a:pt x="10319911" y="4892264"/>
                  <a:pt x="10313348" y="4886115"/>
                </a:cubicBezTo>
                <a:cubicBezTo>
                  <a:pt x="10313348" y="4879967"/>
                  <a:pt x="10319911" y="4873818"/>
                  <a:pt x="10319911" y="4867669"/>
                </a:cubicBezTo>
                <a:close/>
                <a:moveTo>
                  <a:pt x="17791656" y="4858192"/>
                </a:moveTo>
                <a:cubicBezTo>
                  <a:pt x="17791656" y="4883879"/>
                  <a:pt x="17785668" y="4890301"/>
                  <a:pt x="17773696" y="4890301"/>
                </a:cubicBezTo>
                <a:cubicBezTo>
                  <a:pt x="17773696" y="4871036"/>
                  <a:pt x="17779684" y="4858192"/>
                  <a:pt x="17791656" y="4858192"/>
                </a:cubicBezTo>
                <a:close/>
                <a:moveTo>
                  <a:pt x="10473929" y="4849945"/>
                </a:moveTo>
                <a:cubicBezTo>
                  <a:pt x="10477341" y="4850798"/>
                  <a:pt x="10480754" y="4854211"/>
                  <a:pt x="10487579" y="4857623"/>
                </a:cubicBezTo>
                <a:cubicBezTo>
                  <a:pt x="10473929" y="4864448"/>
                  <a:pt x="10473929" y="4871273"/>
                  <a:pt x="10460279" y="4857623"/>
                </a:cubicBezTo>
                <a:cubicBezTo>
                  <a:pt x="10467104" y="4850798"/>
                  <a:pt x="10470516" y="4849092"/>
                  <a:pt x="10473929" y="4849945"/>
                </a:cubicBezTo>
                <a:close/>
                <a:moveTo>
                  <a:pt x="10433287" y="4848262"/>
                </a:moveTo>
                <a:cubicBezTo>
                  <a:pt x="10446584" y="4847453"/>
                  <a:pt x="10459224" y="4850692"/>
                  <a:pt x="10468703" y="4866891"/>
                </a:cubicBezTo>
                <a:cubicBezTo>
                  <a:pt x="10443424" y="4886330"/>
                  <a:pt x="10418146" y="4899289"/>
                  <a:pt x="10393921" y="4918728"/>
                </a:cubicBezTo>
                <a:cubicBezTo>
                  <a:pt x="10393921" y="4899289"/>
                  <a:pt x="10393921" y="4873371"/>
                  <a:pt x="10393921" y="4853932"/>
                </a:cubicBezTo>
                <a:cubicBezTo>
                  <a:pt x="10406034" y="4853932"/>
                  <a:pt x="10419989" y="4849072"/>
                  <a:pt x="10433287" y="4848262"/>
                </a:cubicBezTo>
                <a:close/>
                <a:moveTo>
                  <a:pt x="18692208" y="4825013"/>
                </a:moveTo>
                <a:cubicBezTo>
                  <a:pt x="18692208" y="4850698"/>
                  <a:pt x="18686220" y="4857119"/>
                  <a:pt x="18674244" y="4857119"/>
                </a:cubicBezTo>
                <a:cubicBezTo>
                  <a:pt x="18674244" y="4837856"/>
                  <a:pt x="18680232" y="4825013"/>
                  <a:pt x="18692208" y="4825013"/>
                </a:cubicBezTo>
                <a:close/>
                <a:moveTo>
                  <a:pt x="17034300" y="4825013"/>
                </a:moveTo>
                <a:cubicBezTo>
                  <a:pt x="17060788" y="4825013"/>
                  <a:pt x="17087280" y="4825013"/>
                  <a:pt x="17113768" y="4825013"/>
                </a:cubicBezTo>
                <a:cubicBezTo>
                  <a:pt x="17107144" y="4844594"/>
                  <a:pt x="17100524" y="4870702"/>
                  <a:pt x="17093900" y="4890283"/>
                </a:cubicBezTo>
                <a:cubicBezTo>
                  <a:pt x="17074032" y="4883756"/>
                  <a:pt x="17034300" y="4877229"/>
                  <a:pt x="17034300" y="4825013"/>
                </a:cubicBezTo>
                <a:close/>
                <a:moveTo>
                  <a:pt x="18128180" y="4801314"/>
                </a:moveTo>
                <a:cubicBezTo>
                  <a:pt x="18128180" y="4818101"/>
                  <a:pt x="18122192" y="4824026"/>
                  <a:pt x="18110216" y="4824026"/>
                </a:cubicBezTo>
                <a:cubicBezTo>
                  <a:pt x="18110216" y="4806252"/>
                  <a:pt x="18116204" y="4801314"/>
                  <a:pt x="18128180" y="4801314"/>
                </a:cubicBezTo>
                <a:close/>
                <a:moveTo>
                  <a:pt x="10792058" y="4801314"/>
                </a:moveTo>
                <a:cubicBezTo>
                  <a:pt x="10809964" y="4801314"/>
                  <a:pt x="10828923" y="4801314"/>
                  <a:pt x="10847883" y="4813728"/>
                </a:cubicBezTo>
                <a:cubicBezTo>
                  <a:pt x="10835243" y="4820499"/>
                  <a:pt x="10792058" y="4847583"/>
                  <a:pt x="10792058" y="4801314"/>
                </a:cubicBezTo>
                <a:close/>
                <a:moveTo>
                  <a:pt x="16981132" y="4798154"/>
                </a:moveTo>
                <a:cubicBezTo>
                  <a:pt x="16981132" y="4828698"/>
                  <a:pt x="16956536" y="4822378"/>
                  <a:pt x="16944240" y="4822378"/>
                </a:cubicBezTo>
                <a:cubicBezTo>
                  <a:pt x="16944240" y="4791834"/>
                  <a:pt x="16962684" y="4798154"/>
                  <a:pt x="16981132" y="4798154"/>
                </a:cubicBezTo>
                <a:close/>
                <a:moveTo>
                  <a:pt x="10836717" y="4794560"/>
                </a:moveTo>
                <a:lnTo>
                  <a:pt x="10834717" y="4800247"/>
                </a:lnTo>
                <a:cubicBezTo>
                  <a:pt x="10834717" y="4800247"/>
                  <a:pt x="10835348" y="4798452"/>
                  <a:pt x="10836256" y="4795871"/>
                </a:cubicBezTo>
                <a:close/>
                <a:moveTo>
                  <a:pt x="10839455" y="4786775"/>
                </a:moveTo>
                <a:lnTo>
                  <a:pt x="10839453" y="4786781"/>
                </a:lnTo>
                <a:lnTo>
                  <a:pt x="10836717" y="4794560"/>
                </a:lnTo>
                <a:close/>
                <a:moveTo>
                  <a:pt x="10841932" y="4779733"/>
                </a:moveTo>
                <a:lnTo>
                  <a:pt x="10839455" y="4786775"/>
                </a:lnTo>
                <a:lnTo>
                  <a:pt x="10839874" y="4785584"/>
                </a:lnTo>
                <a:close/>
                <a:moveTo>
                  <a:pt x="18546272" y="4779392"/>
                </a:moveTo>
                <a:cubicBezTo>
                  <a:pt x="18578436" y="4779392"/>
                  <a:pt x="18617032" y="4772874"/>
                  <a:pt x="18635256" y="4810892"/>
                </a:cubicBezTo>
                <a:cubicBezTo>
                  <a:pt x="18623464" y="4817410"/>
                  <a:pt x="18604168" y="4823927"/>
                  <a:pt x="18584868" y="4823927"/>
                </a:cubicBezTo>
                <a:cubicBezTo>
                  <a:pt x="18572004" y="4810892"/>
                  <a:pt x="18559140" y="4792426"/>
                  <a:pt x="18546272" y="4779392"/>
                </a:cubicBezTo>
                <a:close/>
                <a:moveTo>
                  <a:pt x="10842295" y="4778701"/>
                </a:moveTo>
                <a:cubicBezTo>
                  <a:pt x="10842926" y="4776906"/>
                  <a:pt x="10842769" y="4777355"/>
                  <a:pt x="10842177" y="4779038"/>
                </a:cubicBezTo>
                <a:lnTo>
                  <a:pt x="10841932" y="4779733"/>
                </a:lnTo>
                <a:close/>
                <a:moveTo>
                  <a:pt x="10137816" y="4777406"/>
                </a:moveTo>
                <a:cubicBezTo>
                  <a:pt x="10141947" y="4777106"/>
                  <a:pt x="10146559" y="4777953"/>
                  <a:pt x="10151170" y="4779645"/>
                </a:cubicBezTo>
                <a:cubicBezTo>
                  <a:pt x="10138873" y="4793187"/>
                  <a:pt x="10132724" y="4805601"/>
                  <a:pt x="10126575" y="4819143"/>
                </a:cubicBezTo>
                <a:cubicBezTo>
                  <a:pt x="10117353" y="4789520"/>
                  <a:pt x="10125423" y="4778305"/>
                  <a:pt x="10137816" y="4777406"/>
                </a:cubicBezTo>
                <a:close/>
                <a:moveTo>
                  <a:pt x="9125313" y="4777143"/>
                </a:moveTo>
                <a:cubicBezTo>
                  <a:pt x="9126954" y="4774583"/>
                  <a:pt x="9130236" y="4776290"/>
                  <a:pt x="9136800" y="4779702"/>
                </a:cubicBezTo>
                <a:cubicBezTo>
                  <a:pt x="9130236" y="4786527"/>
                  <a:pt x="9130236" y="4793352"/>
                  <a:pt x="9123672" y="4800177"/>
                </a:cubicBezTo>
                <a:cubicBezTo>
                  <a:pt x="9123672" y="4786527"/>
                  <a:pt x="9123672" y="4779702"/>
                  <a:pt x="9125313" y="4777143"/>
                </a:cubicBezTo>
                <a:close/>
                <a:moveTo>
                  <a:pt x="10876858" y="4773666"/>
                </a:moveTo>
                <a:cubicBezTo>
                  <a:pt x="10886165" y="4772876"/>
                  <a:pt x="10895472" y="4774456"/>
                  <a:pt x="10904780" y="4780775"/>
                </a:cubicBezTo>
                <a:cubicBezTo>
                  <a:pt x="10886165" y="4805000"/>
                  <a:pt x="10861346" y="4805000"/>
                  <a:pt x="10848936" y="4780775"/>
                </a:cubicBezTo>
                <a:cubicBezTo>
                  <a:pt x="10858244" y="4777615"/>
                  <a:pt x="10867551" y="4774456"/>
                  <a:pt x="10876858" y="4773666"/>
                </a:cubicBezTo>
                <a:close/>
                <a:moveTo>
                  <a:pt x="10603896" y="4772874"/>
                </a:moveTo>
                <a:cubicBezTo>
                  <a:pt x="10611443" y="4792172"/>
                  <a:pt x="10616834" y="4803965"/>
                  <a:pt x="10623303" y="4823262"/>
                </a:cubicBezTo>
                <a:cubicBezTo>
                  <a:pt x="10603896" y="4823262"/>
                  <a:pt x="10585568" y="4823262"/>
                  <a:pt x="10566161" y="4823262"/>
                </a:cubicBezTo>
                <a:cubicBezTo>
                  <a:pt x="10566161" y="4881155"/>
                  <a:pt x="10611443" y="4861857"/>
                  <a:pt x="10629772" y="4861857"/>
                </a:cubicBezTo>
                <a:cubicBezTo>
                  <a:pt x="10649179" y="4855425"/>
                  <a:pt x="10668585" y="4842560"/>
                  <a:pt x="10687992" y="4855425"/>
                </a:cubicBezTo>
                <a:cubicBezTo>
                  <a:pt x="10700930" y="4861857"/>
                  <a:pt x="10694461" y="4887587"/>
                  <a:pt x="10681523" y="4894020"/>
                </a:cubicBezTo>
                <a:cubicBezTo>
                  <a:pt x="10629772" y="4913317"/>
                  <a:pt x="10579099" y="4939047"/>
                  <a:pt x="10528426" y="4945480"/>
                </a:cubicBezTo>
                <a:cubicBezTo>
                  <a:pt x="10502550" y="4951912"/>
                  <a:pt x="10533817" y="4894020"/>
                  <a:pt x="10540285" y="4881155"/>
                </a:cubicBezTo>
                <a:cubicBezTo>
                  <a:pt x="10527348" y="4874722"/>
                  <a:pt x="10450799" y="4861857"/>
                  <a:pt x="10483144" y="4816830"/>
                </a:cubicBezTo>
                <a:cubicBezTo>
                  <a:pt x="10502550" y="4792172"/>
                  <a:pt x="10533817" y="4792172"/>
                  <a:pt x="10553223" y="4785739"/>
                </a:cubicBezTo>
                <a:cubicBezTo>
                  <a:pt x="10572630" y="4779307"/>
                  <a:pt x="10592037" y="4779307"/>
                  <a:pt x="10603896" y="4772874"/>
                </a:cubicBezTo>
                <a:close/>
                <a:moveTo>
                  <a:pt x="18469436" y="4768136"/>
                </a:moveTo>
                <a:cubicBezTo>
                  <a:pt x="18469436" y="4787400"/>
                  <a:pt x="18463448" y="4800242"/>
                  <a:pt x="18451476" y="4800242"/>
                </a:cubicBezTo>
                <a:cubicBezTo>
                  <a:pt x="18451476" y="4780979"/>
                  <a:pt x="18457464" y="4768136"/>
                  <a:pt x="18469436" y="4768136"/>
                </a:cubicBezTo>
                <a:close/>
                <a:moveTo>
                  <a:pt x="18052244" y="4768136"/>
                </a:moveTo>
                <a:cubicBezTo>
                  <a:pt x="18052244" y="4787400"/>
                  <a:pt x="18052244" y="4800242"/>
                  <a:pt x="18039120" y="4800242"/>
                </a:cubicBezTo>
                <a:cubicBezTo>
                  <a:pt x="18039120" y="4780979"/>
                  <a:pt x="18039120" y="4768136"/>
                  <a:pt x="18052244" y="4768136"/>
                </a:cubicBezTo>
                <a:close/>
                <a:moveTo>
                  <a:pt x="17791656" y="4768136"/>
                </a:moveTo>
                <a:cubicBezTo>
                  <a:pt x="17791656" y="4787400"/>
                  <a:pt x="17785668" y="4800242"/>
                  <a:pt x="17773696" y="4800242"/>
                </a:cubicBezTo>
                <a:cubicBezTo>
                  <a:pt x="17773696" y="4780979"/>
                  <a:pt x="17779684" y="4768136"/>
                  <a:pt x="17791656" y="4768136"/>
                </a:cubicBezTo>
                <a:close/>
                <a:moveTo>
                  <a:pt x="10635650" y="4768136"/>
                </a:moveTo>
                <a:cubicBezTo>
                  <a:pt x="10647947" y="4768136"/>
                  <a:pt x="10660245" y="4768136"/>
                  <a:pt x="10672542" y="4768136"/>
                </a:cubicBezTo>
                <a:cubicBezTo>
                  <a:pt x="10672542" y="4780979"/>
                  <a:pt x="10672542" y="4787400"/>
                  <a:pt x="10672542" y="4800242"/>
                </a:cubicBezTo>
                <a:cubicBezTo>
                  <a:pt x="10660245" y="4800242"/>
                  <a:pt x="10647947" y="4800242"/>
                  <a:pt x="10635650" y="4800242"/>
                </a:cubicBezTo>
                <a:cubicBezTo>
                  <a:pt x="10635650" y="4787400"/>
                  <a:pt x="10635650" y="4780979"/>
                  <a:pt x="10635650" y="4768136"/>
                </a:cubicBezTo>
                <a:close/>
                <a:moveTo>
                  <a:pt x="10949944" y="4767878"/>
                </a:moveTo>
                <a:cubicBezTo>
                  <a:pt x="10962049" y="4763267"/>
                  <a:pt x="10975884" y="4772490"/>
                  <a:pt x="10975884" y="4795547"/>
                </a:cubicBezTo>
                <a:cubicBezTo>
                  <a:pt x="10963587" y="4789399"/>
                  <a:pt x="10951289" y="4783250"/>
                  <a:pt x="10938992" y="4777101"/>
                </a:cubicBezTo>
                <a:cubicBezTo>
                  <a:pt x="10942066" y="4772490"/>
                  <a:pt x="10945909" y="4769415"/>
                  <a:pt x="10949944" y="4767878"/>
                </a:cubicBezTo>
                <a:close/>
                <a:moveTo>
                  <a:pt x="10185638" y="4763302"/>
                </a:moveTo>
                <a:cubicBezTo>
                  <a:pt x="10189325" y="4764155"/>
                  <a:pt x="10193801" y="4767567"/>
                  <a:pt x="10193801" y="4767567"/>
                </a:cubicBezTo>
                <a:cubicBezTo>
                  <a:pt x="10193801" y="4767567"/>
                  <a:pt x="10188534" y="4774392"/>
                  <a:pt x="10188534" y="4781217"/>
                </a:cubicBezTo>
                <a:cubicBezTo>
                  <a:pt x="10182214" y="4781217"/>
                  <a:pt x="10182214" y="4774392"/>
                  <a:pt x="10182214" y="4774392"/>
                </a:cubicBezTo>
                <a:cubicBezTo>
                  <a:pt x="10179054" y="4764155"/>
                  <a:pt x="10181951" y="4762448"/>
                  <a:pt x="10185638" y="4763302"/>
                </a:cubicBezTo>
                <a:close/>
                <a:moveTo>
                  <a:pt x="10895156" y="4759796"/>
                </a:moveTo>
                <a:lnTo>
                  <a:pt x="10894121" y="4761922"/>
                </a:lnTo>
                <a:cubicBezTo>
                  <a:pt x="10892718" y="4764805"/>
                  <a:pt x="10891595" y="4767110"/>
                  <a:pt x="10891595" y="4767110"/>
                </a:cubicBezTo>
                <a:close/>
                <a:moveTo>
                  <a:pt x="10899173" y="4751546"/>
                </a:moveTo>
                <a:cubicBezTo>
                  <a:pt x="10900015" y="4749817"/>
                  <a:pt x="10899453" y="4750970"/>
                  <a:pt x="10898331" y="4753276"/>
                </a:cubicBezTo>
                <a:lnTo>
                  <a:pt x="10895156" y="4759796"/>
                </a:lnTo>
                <a:close/>
                <a:moveTo>
                  <a:pt x="16830588" y="4734957"/>
                </a:moveTo>
                <a:cubicBezTo>
                  <a:pt x="16830588" y="4753916"/>
                  <a:pt x="16843624" y="4785514"/>
                  <a:pt x="16824072" y="4798153"/>
                </a:cubicBezTo>
                <a:cubicBezTo>
                  <a:pt x="16804520" y="4809739"/>
                  <a:pt x="16779536" y="4798153"/>
                  <a:pt x="16753468" y="4798153"/>
                </a:cubicBezTo>
                <a:cubicBezTo>
                  <a:pt x="16746950" y="4785514"/>
                  <a:pt x="16746950" y="4772875"/>
                  <a:pt x="16740434" y="4760236"/>
                </a:cubicBezTo>
                <a:cubicBezTo>
                  <a:pt x="16773018" y="4747596"/>
                  <a:pt x="16799088" y="4741277"/>
                  <a:pt x="16830588" y="4734957"/>
                </a:cubicBezTo>
                <a:close/>
                <a:moveTo>
                  <a:pt x="10772103" y="4734957"/>
                </a:moveTo>
                <a:cubicBezTo>
                  <a:pt x="10772103" y="4754222"/>
                  <a:pt x="10766116" y="4767066"/>
                  <a:pt x="10754141" y="4767066"/>
                </a:cubicBezTo>
                <a:cubicBezTo>
                  <a:pt x="10754141" y="4747801"/>
                  <a:pt x="10760128" y="4734957"/>
                  <a:pt x="10772103" y="4734957"/>
                </a:cubicBezTo>
                <a:close/>
                <a:moveTo>
                  <a:pt x="17720956" y="4731916"/>
                </a:moveTo>
                <a:cubicBezTo>
                  <a:pt x="17731328" y="4730325"/>
                  <a:pt x="17744096" y="4735100"/>
                  <a:pt x="17753672" y="4735100"/>
                </a:cubicBezTo>
                <a:cubicBezTo>
                  <a:pt x="17753672" y="4786034"/>
                  <a:pt x="17721752" y="4766934"/>
                  <a:pt x="17702600" y="4766934"/>
                </a:cubicBezTo>
                <a:cubicBezTo>
                  <a:pt x="17702600" y="4741466"/>
                  <a:pt x="17710580" y="4733508"/>
                  <a:pt x="17720956" y="4731916"/>
                </a:cubicBezTo>
                <a:close/>
                <a:moveTo>
                  <a:pt x="10073497" y="4706519"/>
                </a:moveTo>
                <a:cubicBezTo>
                  <a:pt x="10086724" y="4706519"/>
                  <a:pt x="10099951" y="4706519"/>
                  <a:pt x="10113178" y="4706519"/>
                </a:cubicBezTo>
                <a:cubicBezTo>
                  <a:pt x="10113178" y="4719345"/>
                  <a:pt x="10113178" y="4732170"/>
                  <a:pt x="10113178" y="4751409"/>
                </a:cubicBezTo>
                <a:cubicBezTo>
                  <a:pt x="10093337" y="4764234"/>
                  <a:pt x="10080110" y="4789885"/>
                  <a:pt x="10066883" y="4814467"/>
                </a:cubicBezTo>
                <a:cubicBezTo>
                  <a:pt x="10066883" y="4777060"/>
                  <a:pt x="10073497" y="4738583"/>
                  <a:pt x="10073497" y="4706519"/>
                </a:cubicBezTo>
                <a:close/>
                <a:moveTo>
                  <a:pt x="11170162" y="4687559"/>
                </a:moveTo>
                <a:cubicBezTo>
                  <a:pt x="11150746" y="4720673"/>
                  <a:pt x="11150746" y="4720673"/>
                  <a:pt x="11014830" y="4767031"/>
                </a:cubicBezTo>
                <a:cubicBezTo>
                  <a:pt x="11079552" y="4687559"/>
                  <a:pt x="11086024" y="4687559"/>
                  <a:pt x="11170162" y="4687559"/>
                </a:cubicBezTo>
                <a:close/>
                <a:moveTo>
                  <a:pt x="18254092" y="4678082"/>
                </a:moveTo>
                <a:cubicBezTo>
                  <a:pt x="18266932" y="4678082"/>
                  <a:pt x="18279776" y="4678082"/>
                  <a:pt x="18279776" y="4710191"/>
                </a:cubicBezTo>
                <a:cubicBezTo>
                  <a:pt x="18273356" y="4697347"/>
                  <a:pt x="18260512" y="4697347"/>
                  <a:pt x="18247672" y="4690926"/>
                </a:cubicBezTo>
                <a:cubicBezTo>
                  <a:pt x="18247672" y="4684504"/>
                  <a:pt x="18254092" y="4678082"/>
                  <a:pt x="18254092" y="4678082"/>
                </a:cubicBezTo>
                <a:close/>
                <a:moveTo>
                  <a:pt x="15943158" y="4678082"/>
                </a:moveTo>
                <a:cubicBezTo>
                  <a:pt x="15943158" y="4697347"/>
                  <a:pt x="15937170" y="4710191"/>
                  <a:pt x="15925194" y="4710191"/>
                </a:cubicBezTo>
                <a:cubicBezTo>
                  <a:pt x="15925194" y="4684504"/>
                  <a:pt x="15931182" y="4678082"/>
                  <a:pt x="15943158" y="4678082"/>
                </a:cubicBezTo>
                <a:close/>
                <a:moveTo>
                  <a:pt x="9137891" y="4678082"/>
                </a:moveTo>
                <a:cubicBezTo>
                  <a:pt x="9149866" y="4678082"/>
                  <a:pt x="9155853" y="4684504"/>
                  <a:pt x="9155853" y="4710191"/>
                </a:cubicBezTo>
                <a:cubicBezTo>
                  <a:pt x="9143878" y="4710191"/>
                  <a:pt x="9137891" y="4697347"/>
                  <a:pt x="9137891" y="4678082"/>
                </a:cubicBezTo>
                <a:close/>
                <a:moveTo>
                  <a:pt x="10144541" y="4678079"/>
                </a:moveTo>
                <a:cubicBezTo>
                  <a:pt x="10144541" y="4678079"/>
                  <a:pt x="10144541" y="4684643"/>
                  <a:pt x="10151105" y="4691207"/>
                </a:cubicBezTo>
                <a:cubicBezTo>
                  <a:pt x="10137977" y="4691207"/>
                  <a:pt x="10137977" y="4691207"/>
                  <a:pt x="10144541" y="4678079"/>
                </a:cubicBezTo>
                <a:close/>
                <a:moveTo>
                  <a:pt x="18415404" y="4675440"/>
                </a:moveTo>
                <a:cubicBezTo>
                  <a:pt x="18426992" y="4673808"/>
                  <a:pt x="18440948" y="4678703"/>
                  <a:pt x="18450424" y="4678703"/>
                </a:cubicBezTo>
                <a:cubicBezTo>
                  <a:pt x="18450424" y="4724392"/>
                  <a:pt x="18413560" y="4711338"/>
                  <a:pt x="18394600" y="4711338"/>
                </a:cubicBezTo>
                <a:cubicBezTo>
                  <a:pt x="18394600" y="4685230"/>
                  <a:pt x="18403816" y="4677071"/>
                  <a:pt x="18415404" y="4675440"/>
                </a:cubicBezTo>
                <a:close/>
                <a:moveTo>
                  <a:pt x="17583080" y="4675216"/>
                </a:moveTo>
                <a:cubicBezTo>
                  <a:pt x="17583080" y="4714897"/>
                  <a:pt x="17558484" y="4708283"/>
                  <a:pt x="17546188" y="4708283"/>
                </a:cubicBezTo>
                <a:cubicBezTo>
                  <a:pt x="17546188" y="4668602"/>
                  <a:pt x="17564636" y="4675216"/>
                  <a:pt x="17583080" y="4675216"/>
                </a:cubicBezTo>
                <a:close/>
                <a:moveTo>
                  <a:pt x="10144937" y="4662858"/>
                </a:moveTo>
                <a:lnTo>
                  <a:pt x="10142715" y="4672307"/>
                </a:lnTo>
                <a:cubicBezTo>
                  <a:pt x="10142715" y="4672307"/>
                  <a:pt x="10143536" y="4668817"/>
                  <a:pt x="10144561" y="4664454"/>
                </a:cubicBezTo>
                <a:close/>
                <a:moveTo>
                  <a:pt x="11203470" y="4659122"/>
                </a:moveTo>
                <a:cubicBezTo>
                  <a:pt x="11210105" y="4665507"/>
                  <a:pt x="11216741" y="4671891"/>
                  <a:pt x="11222271" y="4678275"/>
                </a:cubicBezTo>
                <a:cubicBezTo>
                  <a:pt x="11210105" y="4691044"/>
                  <a:pt x="11196834" y="4697428"/>
                  <a:pt x="11190198" y="4710197"/>
                </a:cubicBezTo>
                <a:cubicBezTo>
                  <a:pt x="11196834" y="4691044"/>
                  <a:pt x="11196834" y="4671891"/>
                  <a:pt x="11203470" y="4659122"/>
                </a:cubicBezTo>
                <a:close/>
                <a:moveTo>
                  <a:pt x="10152195" y="4659122"/>
                </a:moveTo>
                <a:cubicBezTo>
                  <a:pt x="10171154" y="4659122"/>
                  <a:pt x="10190114" y="4659122"/>
                  <a:pt x="10208020" y="4659122"/>
                </a:cubicBezTo>
                <a:cubicBezTo>
                  <a:pt x="10190114" y="4678387"/>
                  <a:pt x="10171154" y="4691231"/>
                  <a:pt x="10152195" y="4659122"/>
                </a:cubicBezTo>
                <a:close/>
                <a:moveTo>
                  <a:pt x="10146747" y="4655152"/>
                </a:moveTo>
                <a:lnTo>
                  <a:pt x="10146484" y="4656274"/>
                </a:lnTo>
                <a:lnTo>
                  <a:pt x="10144937" y="4662858"/>
                </a:lnTo>
                <a:close/>
                <a:moveTo>
                  <a:pt x="10148253" y="4648748"/>
                </a:moveTo>
                <a:lnTo>
                  <a:pt x="10146747" y="4655152"/>
                </a:lnTo>
                <a:lnTo>
                  <a:pt x="10147637" y="4651366"/>
                </a:lnTo>
                <a:cubicBezTo>
                  <a:pt x="10148458" y="4647875"/>
                  <a:pt x="10148868" y="4646130"/>
                  <a:pt x="10148253" y="4648748"/>
                </a:cubicBezTo>
                <a:close/>
                <a:moveTo>
                  <a:pt x="11273693" y="4647442"/>
                </a:moveTo>
                <a:lnTo>
                  <a:pt x="11276244" y="4651947"/>
                </a:lnTo>
                <a:lnTo>
                  <a:pt x="11276013" y="4649220"/>
                </a:lnTo>
                <a:close/>
                <a:moveTo>
                  <a:pt x="18209752" y="4644903"/>
                </a:moveTo>
                <a:cubicBezTo>
                  <a:pt x="18221336" y="4644903"/>
                  <a:pt x="18235032" y="4651052"/>
                  <a:pt x="18246616" y="4657201"/>
                </a:cubicBezTo>
                <a:cubicBezTo>
                  <a:pt x="18235032" y="4681795"/>
                  <a:pt x="18209752" y="4675647"/>
                  <a:pt x="18209752" y="4644903"/>
                </a:cubicBezTo>
                <a:close/>
                <a:moveTo>
                  <a:pt x="17488316" y="4644903"/>
                </a:moveTo>
                <a:cubicBezTo>
                  <a:pt x="17488316" y="4664167"/>
                  <a:pt x="17482328" y="4677009"/>
                  <a:pt x="17470352" y="4677009"/>
                </a:cubicBezTo>
                <a:cubicBezTo>
                  <a:pt x="17470352" y="4657746"/>
                  <a:pt x="17476340" y="4644903"/>
                  <a:pt x="17488316" y="4644903"/>
                </a:cubicBezTo>
                <a:close/>
                <a:moveTo>
                  <a:pt x="9178628" y="4644903"/>
                </a:moveTo>
                <a:cubicBezTo>
                  <a:pt x="9184777" y="4651430"/>
                  <a:pt x="9190926" y="4664484"/>
                  <a:pt x="9203223" y="4677538"/>
                </a:cubicBezTo>
                <a:cubicBezTo>
                  <a:pt x="9190926" y="4690592"/>
                  <a:pt x="9178628" y="4697119"/>
                  <a:pt x="9166331" y="4710173"/>
                </a:cubicBezTo>
                <a:cubicBezTo>
                  <a:pt x="9173504" y="4684065"/>
                  <a:pt x="9173504" y="4664484"/>
                  <a:pt x="9178628" y="4644903"/>
                </a:cubicBezTo>
                <a:close/>
                <a:moveTo>
                  <a:pt x="8530865" y="4644165"/>
                </a:moveTo>
                <a:cubicBezTo>
                  <a:pt x="8530865" y="4663509"/>
                  <a:pt x="8530865" y="4676405"/>
                  <a:pt x="8543762" y="4676405"/>
                </a:cubicBezTo>
                <a:cubicBezTo>
                  <a:pt x="8543762" y="4657061"/>
                  <a:pt x="8543762" y="4644165"/>
                  <a:pt x="8530865" y="4644165"/>
                </a:cubicBezTo>
                <a:close/>
                <a:moveTo>
                  <a:pt x="10433502" y="4642838"/>
                </a:moveTo>
                <a:cubicBezTo>
                  <a:pt x="10433502" y="4674957"/>
                  <a:pt x="10452805" y="4674957"/>
                  <a:pt x="10472107" y="4674957"/>
                </a:cubicBezTo>
                <a:cubicBezTo>
                  <a:pt x="10472107" y="4636415"/>
                  <a:pt x="10446370" y="4642838"/>
                  <a:pt x="10433502" y="4642838"/>
                </a:cubicBezTo>
                <a:close/>
                <a:moveTo>
                  <a:pt x="10395969" y="4642838"/>
                </a:moveTo>
                <a:cubicBezTo>
                  <a:pt x="10395969" y="4662110"/>
                  <a:pt x="10401331" y="4674957"/>
                  <a:pt x="10414199" y="4674957"/>
                </a:cubicBezTo>
                <a:cubicBezTo>
                  <a:pt x="10414199" y="4655686"/>
                  <a:pt x="10408837" y="4642838"/>
                  <a:pt x="10395969" y="4642838"/>
                </a:cubicBezTo>
                <a:close/>
                <a:moveTo>
                  <a:pt x="18906392" y="4640853"/>
                </a:moveTo>
                <a:cubicBezTo>
                  <a:pt x="18932712" y="4641454"/>
                  <a:pt x="18976276" y="4687143"/>
                  <a:pt x="18990800" y="4696762"/>
                </a:cubicBezTo>
                <a:cubicBezTo>
                  <a:pt x="19055340" y="4754475"/>
                  <a:pt x="19118804" y="4786538"/>
                  <a:pt x="19189800" y="4823944"/>
                </a:cubicBezTo>
                <a:cubicBezTo>
                  <a:pt x="19080080" y="4823944"/>
                  <a:pt x="18984344" y="4728825"/>
                  <a:pt x="18887532" y="4658287"/>
                </a:cubicBezTo>
                <a:cubicBezTo>
                  <a:pt x="18890760" y="4645462"/>
                  <a:pt x="18897616" y="4640652"/>
                  <a:pt x="18906392" y="4640853"/>
                </a:cubicBezTo>
                <a:close/>
                <a:moveTo>
                  <a:pt x="17702600" y="4625946"/>
                </a:moveTo>
                <a:cubicBezTo>
                  <a:pt x="17754000" y="4638934"/>
                  <a:pt x="17810752" y="4664909"/>
                  <a:pt x="17868580" y="4645427"/>
                </a:cubicBezTo>
                <a:cubicBezTo>
                  <a:pt x="17900704" y="4697377"/>
                  <a:pt x="17952104" y="4710365"/>
                  <a:pt x="17990656" y="4736340"/>
                </a:cubicBezTo>
                <a:cubicBezTo>
                  <a:pt x="17887852" y="4762315"/>
                  <a:pt x="17786124" y="4710365"/>
                  <a:pt x="17702600" y="4625946"/>
                </a:cubicBezTo>
                <a:close/>
                <a:moveTo>
                  <a:pt x="11276761" y="4625943"/>
                </a:moveTo>
                <a:cubicBezTo>
                  <a:pt x="11282749" y="4632364"/>
                  <a:pt x="11284246" y="4637180"/>
                  <a:pt x="11283497" y="4641996"/>
                </a:cubicBezTo>
                <a:lnTo>
                  <a:pt x="11278012" y="4655068"/>
                </a:lnTo>
                <a:lnTo>
                  <a:pt x="11279185" y="4657139"/>
                </a:lnTo>
                <a:cubicBezTo>
                  <a:pt x="11266341" y="4663753"/>
                  <a:pt x="11259919" y="4670366"/>
                  <a:pt x="11247076" y="4676980"/>
                </a:cubicBezTo>
                <a:cubicBezTo>
                  <a:pt x="11247076" y="4657139"/>
                  <a:pt x="11253498" y="4645566"/>
                  <a:pt x="11260722" y="4642259"/>
                </a:cubicBezTo>
                <a:lnTo>
                  <a:pt x="11271310" y="4643482"/>
                </a:lnTo>
                <a:close/>
                <a:moveTo>
                  <a:pt x="9296740" y="4618208"/>
                </a:moveTo>
                <a:cubicBezTo>
                  <a:pt x="9315955" y="4616605"/>
                  <a:pt x="9335170" y="4623018"/>
                  <a:pt x="9360790" y="4639049"/>
                </a:cubicBezTo>
                <a:cubicBezTo>
                  <a:pt x="9398153" y="4658287"/>
                  <a:pt x="9436583" y="4645462"/>
                  <a:pt x="9468608" y="4645462"/>
                </a:cubicBezTo>
                <a:cubicBezTo>
                  <a:pt x="9423773" y="4748063"/>
                  <a:pt x="9335170" y="4748063"/>
                  <a:pt x="9264714" y="4767300"/>
                </a:cubicBezTo>
                <a:cubicBezTo>
                  <a:pt x="9264714" y="4786538"/>
                  <a:pt x="9264714" y="4811119"/>
                  <a:pt x="9258309" y="4823944"/>
                </a:cubicBezTo>
                <a:cubicBezTo>
                  <a:pt x="9258309" y="4786538"/>
                  <a:pt x="9258309" y="4748063"/>
                  <a:pt x="9258309" y="4709587"/>
                </a:cubicBezTo>
                <a:cubicBezTo>
                  <a:pt x="9277524" y="4716000"/>
                  <a:pt x="9290334" y="4722412"/>
                  <a:pt x="9303145" y="4735237"/>
                </a:cubicBezTo>
                <a:cubicBezTo>
                  <a:pt x="9303145" y="4722412"/>
                  <a:pt x="9315955" y="4658287"/>
                  <a:pt x="9303145" y="4658287"/>
                </a:cubicBezTo>
                <a:cubicBezTo>
                  <a:pt x="9296740" y="4658287"/>
                  <a:pt x="9290334" y="4671112"/>
                  <a:pt x="9277524" y="4671112"/>
                </a:cubicBezTo>
                <a:cubicBezTo>
                  <a:pt x="9258309" y="4664699"/>
                  <a:pt x="9251904" y="4651874"/>
                  <a:pt x="9232689" y="4645462"/>
                </a:cubicBezTo>
                <a:cubicBezTo>
                  <a:pt x="9258309" y="4629430"/>
                  <a:pt x="9277525" y="4619811"/>
                  <a:pt x="9296740" y="4618208"/>
                </a:cubicBezTo>
                <a:close/>
                <a:moveTo>
                  <a:pt x="17431380" y="4613600"/>
                </a:moveTo>
                <a:cubicBezTo>
                  <a:pt x="17431380" y="4653281"/>
                  <a:pt x="17413476" y="4646667"/>
                  <a:pt x="17394520" y="4646667"/>
                </a:cubicBezTo>
                <a:cubicBezTo>
                  <a:pt x="17394520" y="4606986"/>
                  <a:pt x="17418744" y="4613600"/>
                  <a:pt x="17431380" y="4613600"/>
                </a:cubicBezTo>
                <a:close/>
                <a:moveTo>
                  <a:pt x="11298217" y="4611724"/>
                </a:moveTo>
                <a:cubicBezTo>
                  <a:pt x="11298217" y="4637411"/>
                  <a:pt x="11292230" y="4643833"/>
                  <a:pt x="11280255" y="4624568"/>
                </a:cubicBezTo>
                <a:cubicBezTo>
                  <a:pt x="11286242" y="4624568"/>
                  <a:pt x="11292230" y="4618146"/>
                  <a:pt x="11298217" y="4611724"/>
                </a:cubicBezTo>
                <a:close/>
                <a:moveTo>
                  <a:pt x="8777674" y="4578549"/>
                </a:moveTo>
                <a:cubicBezTo>
                  <a:pt x="8789971" y="4585320"/>
                  <a:pt x="8802269" y="4592091"/>
                  <a:pt x="8814566" y="4592091"/>
                </a:cubicBezTo>
                <a:cubicBezTo>
                  <a:pt x="8796120" y="4604505"/>
                  <a:pt x="8777674" y="4624818"/>
                  <a:pt x="8777674" y="4578549"/>
                </a:cubicBezTo>
                <a:close/>
                <a:moveTo>
                  <a:pt x="17673164" y="4578546"/>
                </a:moveTo>
                <a:cubicBezTo>
                  <a:pt x="17673164" y="4603981"/>
                  <a:pt x="17667176" y="4610616"/>
                  <a:pt x="17655200" y="4610616"/>
                </a:cubicBezTo>
                <a:cubicBezTo>
                  <a:pt x="17655200" y="4591817"/>
                  <a:pt x="17661188" y="4578546"/>
                  <a:pt x="17673164" y="4578546"/>
                </a:cubicBezTo>
                <a:close/>
                <a:moveTo>
                  <a:pt x="8738767" y="4578546"/>
                </a:moveTo>
                <a:cubicBezTo>
                  <a:pt x="8736298" y="4587947"/>
                  <a:pt x="8735064" y="4597624"/>
                  <a:pt x="8733706" y="4608269"/>
                </a:cubicBezTo>
                <a:lnTo>
                  <a:pt x="8728037" y="4642987"/>
                </a:lnTo>
                <a:lnTo>
                  <a:pt x="8729183" y="4644335"/>
                </a:lnTo>
                <a:cubicBezTo>
                  <a:pt x="8729183" y="4644335"/>
                  <a:pt x="8722619" y="4651160"/>
                  <a:pt x="8722619" y="4657985"/>
                </a:cubicBezTo>
                <a:cubicBezTo>
                  <a:pt x="8717696" y="4647748"/>
                  <a:pt x="8720158" y="4637510"/>
                  <a:pt x="8724465" y="4638790"/>
                </a:cubicBezTo>
                <a:lnTo>
                  <a:pt x="8727446" y="4642293"/>
                </a:lnTo>
                <a:lnTo>
                  <a:pt x="8722242" y="4625204"/>
                </a:lnTo>
                <a:cubicBezTo>
                  <a:pt x="8719697" y="4604053"/>
                  <a:pt x="8726177" y="4578546"/>
                  <a:pt x="8738767" y="4578546"/>
                </a:cubicBezTo>
                <a:close/>
                <a:moveTo>
                  <a:pt x="18831844" y="4554847"/>
                </a:moveTo>
                <a:cubicBezTo>
                  <a:pt x="18837272" y="4573807"/>
                  <a:pt x="18843792" y="4592766"/>
                  <a:pt x="18837272" y="4610672"/>
                </a:cubicBezTo>
                <a:cubicBezTo>
                  <a:pt x="18825324" y="4610672"/>
                  <a:pt x="18805772" y="4610672"/>
                  <a:pt x="18792740" y="4610672"/>
                </a:cubicBezTo>
                <a:cubicBezTo>
                  <a:pt x="18792740" y="4573807"/>
                  <a:pt x="18818808" y="4567487"/>
                  <a:pt x="18831844" y="4554847"/>
                </a:cubicBezTo>
                <a:close/>
                <a:moveTo>
                  <a:pt x="18886480" y="4550108"/>
                </a:moveTo>
                <a:cubicBezTo>
                  <a:pt x="18886480" y="4594346"/>
                  <a:pt x="18880160" y="4643850"/>
                  <a:pt x="18849616" y="4624891"/>
                </a:cubicBezTo>
                <a:cubicBezTo>
                  <a:pt x="18861200" y="4605932"/>
                  <a:pt x="18861200" y="4550108"/>
                  <a:pt x="18886480" y="4550108"/>
                </a:cubicBezTo>
                <a:close/>
                <a:moveTo>
                  <a:pt x="17242848" y="4550108"/>
                </a:moveTo>
                <a:cubicBezTo>
                  <a:pt x="17261460" y="4556625"/>
                  <a:pt x="17280076" y="4563142"/>
                  <a:pt x="17298688" y="4569659"/>
                </a:cubicBezTo>
                <a:cubicBezTo>
                  <a:pt x="17280076" y="4582693"/>
                  <a:pt x="17242848" y="4601158"/>
                  <a:pt x="17242848" y="4550108"/>
                </a:cubicBezTo>
                <a:close/>
                <a:moveTo>
                  <a:pt x="9398577" y="4550108"/>
                </a:moveTo>
                <a:cubicBezTo>
                  <a:pt x="9410552" y="4550108"/>
                  <a:pt x="9416539" y="4562951"/>
                  <a:pt x="9416539" y="4582214"/>
                </a:cubicBezTo>
                <a:cubicBezTo>
                  <a:pt x="9404564" y="4582214"/>
                  <a:pt x="9398577" y="4575793"/>
                  <a:pt x="9398577" y="4550108"/>
                </a:cubicBezTo>
                <a:close/>
                <a:moveTo>
                  <a:pt x="18211596" y="4547306"/>
                </a:moveTo>
                <a:cubicBezTo>
                  <a:pt x="18223180" y="4545690"/>
                  <a:pt x="18237136" y="4550537"/>
                  <a:pt x="18246616" y="4550537"/>
                </a:cubicBezTo>
                <a:cubicBezTo>
                  <a:pt x="18246616" y="4601164"/>
                  <a:pt x="18209752" y="4582852"/>
                  <a:pt x="18190792" y="4582852"/>
                </a:cubicBezTo>
                <a:cubicBezTo>
                  <a:pt x="18190792" y="4557000"/>
                  <a:pt x="18200008" y="4548921"/>
                  <a:pt x="18211596" y="4547306"/>
                </a:cubicBezTo>
                <a:close/>
                <a:moveTo>
                  <a:pt x="17521596" y="4541769"/>
                </a:moveTo>
                <a:cubicBezTo>
                  <a:pt x="17538980" y="4540965"/>
                  <a:pt x="17558848" y="4547398"/>
                  <a:pt x="17568784" y="4547398"/>
                </a:cubicBezTo>
                <a:cubicBezTo>
                  <a:pt x="17568784" y="4610649"/>
                  <a:pt x="17509180" y="4579559"/>
                  <a:pt x="17489312" y="4579559"/>
                </a:cubicBezTo>
                <a:cubicBezTo>
                  <a:pt x="17489312" y="4550614"/>
                  <a:pt x="17504212" y="4542573"/>
                  <a:pt x="17521596" y="4541769"/>
                </a:cubicBezTo>
                <a:close/>
                <a:moveTo>
                  <a:pt x="10380437" y="4534505"/>
                </a:moveTo>
                <a:cubicBezTo>
                  <a:pt x="10350126" y="4535107"/>
                  <a:pt x="10328410" y="4541129"/>
                  <a:pt x="10299456" y="4579672"/>
                </a:cubicBezTo>
                <a:cubicBezTo>
                  <a:pt x="10338061" y="4560400"/>
                  <a:pt x="10376666" y="4547553"/>
                  <a:pt x="10414199" y="4534705"/>
                </a:cubicBezTo>
                <a:cubicBezTo>
                  <a:pt x="10401599" y="4534705"/>
                  <a:pt x="10390540" y="4534304"/>
                  <a:pt x="10380437" y="4534505"/>
                </a:cubicBezTo>
                <a:close/>
                <a:moveTo>
                  <a:pt x="10828389" y="4522962"/>
                </a:moveTo>
                <a:cubicBezTo>
                  <a:pt x="10828389" y="4555279"/>
                  <a:pt x="10847746" y="4548816"/>
                  <a:pt x="10867104" y="4548816"/>
                </a:cubicBezTo>
                <a:cubicBezTo>
                  <a:pt x="10867104" y="4516499"/>
                  <a:pt x="10841294" y="4522962"/>
                  <a:pt x="10828389" y="4522962"/>
                </a:cubicBezTo>
                <a:close/>
                <a:moveTo>
                  <a:pt x="10433502" y="4521858"/>
                </a:moveTo>
                <a:cubicBezTo>
                  <a:pt x="10433502" y="4541129"/>
                  <a:pt x="10439936" y="4547553"/>
                  <a:pt x="10452805" y="4547553"/>
                </a:cubicBezTo>
                <a:cubicBezTo>
                  <a:pt x="10452805" y="4528282"/>
                  <a:pt x="10446370" y="4521858"/>
                  <a:pt x="10433502" y="4521858"/>
                </a:cubicBezTo>
                <a:close/>
                <a:moveTo>
                  <a:pt x="17469356" y="4521671"/>
                </a:moveTo>
                <a:cubicBezTo>
                  <a:pt x="17469356" y="4542146"/>
                  <a:pt x="17463368" y="4548971"/>
                  <a:pt x="17451392" y="4548971"/>
                </a:cubicBezTo>
                <a:cubicBezTo>
                  <a:pt x="17451392" y="4528496"/>
                  <a:pt x="17457380" y="4521671"/>
                  <a:pt x="17469356" y="4521671"/>
                </a:cubicBezTo>
                <a:close/>
                <a:moveTo>
                  <a:pt x="12132408" y="4521671"/>
                </a:moveTo>
                <a:cubicBezTo>
                  <a:pt x="12132408" y="4542146"/>
                  <a:pt x="12126421" y="4548971"/>
                  <a:pt x="12114446" y="4548971"/>
                </a:cubicBezTo>
                <a:cubicBezTo>
                  <a:pt x="12114446" y="4528496"/>
                  <a:pt x="12120433" y="4521671"/>
                  <a:pt x="12132408" y="4521671"/>
                </a:cubicBezTo>
                <a:close/>
                <a:moveTo>
                  <a:pt x="15988222" y="4521668"/>
                </a:moveTo>
                <a:cubicBezTo>
                  <a:pt x="16000520" y="4521668"/>
                  <a:pt x="16006668" y="4521668"/>
                  <a:pt x="16018966" y="4521668"/>
                </a:cubicBezTo>
                <a:cubicBezTo>
                  <a:pt x="16012816" y="4540283"/>
                  <a:pt x="16012816" y="4558897"/>
                  <a:pt x="16006668" y="4577512"/>
                </a:cubicBezTo>
                <a:cubicBezTo>
                  <a:pt x="16000520" y="4565102"/>
                  <a:pt x="15988222" y="4546488"/>
                  <a:pt x="15982074" y="4534078"/>
                </a:cubicBezTo>
                <a:cubicBezTo>
                  <a:pt x="15982074" y="4527873"/>
                  <a:pt x="15988222" y="4527873"/>
                  <a:pt x="15988222" y="4521668"/>
                </a:cubicBezTo>
                <a:close/>
                <a:moveTo>
                  <a:pt x="11593073" y="4513221"/>
                </a:moveTo>
                <a:cubicBezTo>
                  <a:pt x="11603005" y="4515503"/>
                  <a:pt x="11612329" y="4521853"/>
                  <a:pt x="11620436" y="4534554"/>
                </a:cubicBezTo>
                <a:cubicBezTo>
                  <a:pt x="11542604" y="4553605"/>
                  <a:pt x="11458287" y="4572656"/>
                  <a:pt x="11375050" y="4591707"/>
                </a:cubicBezTo>
                <a:cubicBezTo>
                  <a:pt x="11407480" y="4540904"/>
                  <a:pt x="11458287" y="4547255"/>
                  <a:pt x="11503688" y="4540904"/>
                </a:cubicBezTo>
                <a:cubicBezTo>
                  <a:pt x="11528011" y="4536141"/>
                  <a:pt x="11563278" y="4506374"/>
                  <a:pt x="11593073" y="4513221"/>
                </a:cubicBezTo>
                <a:close/>
                <a:moveTo>
                  <a:pt x="15504608" y="4502711"/>
                </a:moveTo>
                <a:cubicBezTo>
                  <a:pt x="15510596" y="4509132"/>
                  <a:pt x="15510596" y="4515554"/>
                  <a:pt x="15516584" y="4521975"/>
                </a:cubicBezTo>
                <a:cubicBezTo>
                  <a:pt x="15510596" y="4528396"/>
                  <a:pt x="15504608" y="4534817"/>
                  <a:pt x="15498622" y="4521975"/>
                </a:cubicBezTo>
                <a:cubicBezTo>
                  <a:pt x="15498622" y="4515554"/>
                  <a:pt x="15504608" y="4509132"/>
                  <a:pt x="15504608" y="4502711"/>
                </a:cubicBezTo>
                <a:close/>
                <a:moveTo>
                  <a:pt x="15969496" y="4502238"/>
                </a:moveTo>
                <a:cubicBezTo>
                  <a:pt x="15971136" y="4499679"/>
                  <a:pt x="15974418" y="4501385"/>
                  <a:pt x="15980982" y="4504797"/>
                </a:cubicBezTo>
                <a:cubicBezTo>
                  <a:pt x="15974418" y="4511622"/>
                  <a:pt x="15974418" y="4511622"/>
                  <a:pt x="15967854" y="4525272"/>
                </a:cubicBezTo>
                <a:cubicBezTo>
                  <a:pt x="15967854" y="4511622"/>
                  <a:pt x="15967854" y="4504797"/>
                  <a:pt x="15969496" y="4502238"/>
                </a:cubicBezTo>
                <a:close/>
                <a:moveTo>
                  <a:pt x="18128484" y="4497969"/>
                </a:moveTo>
                <a:cubicBezTo>
                  <a:pt x="18140896" y="4504354"/>
                  <a:pt x="18140896" y="4536275"/>
                  <a:pt x="18147100" y="4549044"/>
                </a:cubicBezTo>
                <a:cubicBezTo>
                  <a:pt x="18128484" y="4549044"/>
                  <a:pt x="18109872" y="4549044"/>
                  <a:pt x="18091256" y="4549044"/>
                </a:cubicBezTo>
                <a:cubicBezTo>
                  <a:pt x="18091256" y="4523507"/>
                  <a:pt x="18116076" y="4497969"/>
                  <a:pt x="18128484" y="4497969"/>
                </a:cubicBezTo>
                <a:close/>
                <a:moveTo>
                  <a:pt x="10605081" y="4496163"/>
                </a:moveTo>
                <a:cubicBezTo>
                  <a:pt x="10593285" y="4496163"/>
                  <a:pt x="10586851" y="4502587"/>
                  <a:pt x="10580417" y="4509010"/>
                </a:cubicBezTo>
                <a:cubicBezTo>
                  <a:pt x="10554680" y="4521858"/>
                  <a:pt x="10530015" y="4534705"/>
                  <a:pt x="10510713" y="4547553"/>
                </a:cubicBezTo>
                <a:cubicBezTo>
                  <a:pt x="10510713" y="4573248"/>
                  <a:pt x="10510713" y="4592519"/>
                  <a:pt x="10510713" y="4610720"/>
                </a:cubicBezTo>
                <a:cubicBezTo>
                  <a:pt x="10535377" y="4604296"/>
                  <a:pt x="10554680" y="4617143"/>
                  <a:pt x="10573983" y="4586095"/>
                </a:cubicBezTo>
                <a:cubicBezTo>
                  <a:pt x="10586851" y="4560400"/>
                  <a:pt x="10605081" y="4547553"/>
                  <a:pt x="10624384" y="4547553"/>
                </a:cubicBezTo>
                <a:cubicBezTo>
                  <a:pt x="10617950" y="4528282"/>
                  <a:pt x="10612588" y="4509010"/>
                  <a:pt x="10605081" y="4496163"/>
                </a:cubicBezTo>
                <a:close/>
                <a:moveTo>
                  <a:pt x="11329787" y="4494038"/>
                </a:moveTo>
                <a:cubicBezTo>
                  <a:pt x="11338533" y="4495148"/>
                  <a:pt x="11346978" y="4498375"/>
                  <a:pt x="11355020" y="4504829"/>
                </a:cubicBezTo>
                <a:cubicBezTo>
                  <a:pt x="11245645" y="4550007"/>
                  <a:pt x="11143776" y="4613472"/>
                  <a:pt x="11027968" y="4639289"/>
                </a:cubicBezTo>
                <a:cubicBezTo>
                  <a:pt x="10990437" y="4652197"/>
                  <a:pt x="10951834" y="4645743"/>
                  <a:pt x="10945400" y="4729646"/>
                </a:cubicBezTo>
                <a:cubicBezTo>
                  <a:pt x="10938966" y="4781279"/>
                  <a:pt x="10900364" y="4755462"/>
                  <a:pt x="10913231" y="4723192"/>
                </a:cubicBezTo>
                <a:cubicBezTo>
                  <a:pt x="10874628" y="4723192"/>
                  <a:pt x="10836025" y="4723192"/>
                  <a:pt x="10792061" y="4723192"/>
                </a:cubicBezTo>
                <a:cubicBezTo>
                  <a:pt x="10810290" y="4703830"/>
                  <a:pt x="10836025" y="4703830"/>
                  <a:pt x="10848893" y="4678013"/>
                </a:cubicBezTo>
                <a:cubicBezTo>
                  <a:pt x="10861761" y="4665105"/>
                  <a:pt x="10861761" y="4652197"/>
                  <a:pt x="10861761" y="4632835"/>
                </a:cubicBezTo>
                <a:cubicBezTo>
                  <a:pt x="10868194" y="4600564"/>
                  <a:pt x="10893930" y="4613472"/>
                  <a:pt x="10913231" y="4613472"/>
                </a:cubicBezTo>
                <a:cubicBezTo>
                  <a:pt x="10951834" y="4607018"/>
                  <a:pt x="10990437" y="4588732"/>
                  <a:pt x="11027968" y="4582278"/>
                </a:cubicBezTo>
                <a:cubicBezTo>
                  <a:pt x="11040835" y="4575824"/>
                  <a:pt x="11060137" y="4569369"/>
                  <a:pt x="11079438" y="4569369"/>
                </a:cubicBezTo>
                <a:cubicBezTo>
                  <a:pt x="11098739" y="4569369"/>
                  <a:pt x="11085872" y="4562915"/>
                  <a:pt x="11105173" y="4550007"/>
                </a:cubicBezTo>
                <a:cubicBezTo>
                  <a:pt x="11150210" y="4537099"/>
                  <a:pt x="11201680" y="4524191"/>
                  <a:pt x="11245645" y="4511283"/>
                </a:cubicBezTo>
                <a:cubicBezTo>
                  <a:pt x="11274597" y="4506442"/>
                  <a:pt x="11303550" y="4490710"/>
                  <a:pt x="11329787" y="4494038"/>
                </a:cubicBezTo>
                <a:close/>
                <a:moveTo>
                  <a:pt x="10886462" y="4490646"/>
                </a:moveTo>
                <a:cubicBezTo>
                  <a:pt x="10886462" y="4510036"/>
                  <a:pt x="10892915" y="4522962"/>
                  <a:pt x="10905820" y="4522962"/>
                </a:cubicBezTo>
                <a:cubicBezTo>
                  <a:pt x="10905820" y="4497109"/>
                  <a:pt x="10899367" y="4490646"/>
                  <a:pt x="10886462" y="4490646"/>
                </a:cubicBezTo>
                <a:close/>
                <a:moveTo>
                  <a:pt x="19298800" y="4488492"/>
                </a:moveTo>
                <a:cubicBezTo>
                  <a:pt x="19298800" y="4507757"/>
                  <a:pt x="19298800" y="4520601"/>
                  <a:pt x="19285672" y="4520601"/>
                </a:cubicBezTo>
                <a:cubicBezTo>
                  <a:pt x="19285672" y="4501336"/>
                  <a:pt x="19285672" y="4488492"/>
                  <a:pt x="19298800" y="4488492"/>
                </a:cubicBezTo>
                <a:close/>
                <a:moveTo>
                  <a:pt x="18045544" y="4488492"/>
                </a:moveTo>
                <a:cubicBezTo>
                  <a:pt x="18058388" y="4488492"/>
                  <a:pt x="18071228" y="4494914"/>
                  <a:pt x="18071228" y="4520601"/>
                </a:cubicBezTo>
                <a:cubicBezTo>
                  <a:pt x="18058388" y="4514179"/>
                  <a:pt x="18045544" y="4507757"/>
                  <a:pt x="18039124" y="4501336"/>
                </a:cubicBezTo>
                <a:cubicBezTo>
                  <a:pt x="18039124" y="4494914"/>
                  <a:pt x="18039124" y="4494914"/>
                  <a:pt x="18045544" y="4488492"/>
                </a:cubicBezTo>
                <a:close/>
                <a:moveTo>
                  <a:pt x="16786776" y="4488492"/>
                </a:moveTo>
                <a:cubicBezTo>
                  <a:pt x="16786776" y="4507757"/>
                  <a:pt x="16780456" y="4520601"/>
                  <a:pt x="16768870" y="4520601"/>
                </a:cubicBezTo>
                <a:cubicBezTo>
                  <a:pt x="16768870" y="4494914"/>
                  <a:pt x="16775190" y="4488492"/>
                  <a:pt x="16786776" y="4488492"/>
                </a:cubicBezTo>
                <a:close/>
                <a:moveTo>
                  <a:pt x="15824664" y="4488492"/>
                </a:moveTo>
                <a:cubicBezTo>
                  <a:pt x="15824664" y="4507757"/>
                  <a:pt x="15818676" y="4520601"/>
                  <a:pt x="15806702" y="4520601"/>
                </a:cubicBezTo>
                <a:cubicBezTo>
                  <a:pt x="15806702" y="4494914"/>
                  <a:pt x="15812690" y="4488492"/>
                  <a:pt x="15824664" y="4488492"/>
                </a:cubicBezTo>
                <a:close/>
                <a:moveTo>
                  <a:pt x="15203758" y="4488492"/>
                </a:moveTo>
                <a:cubicBezTo>
                  <a:pt x="15203758" y="4507757"/>
                  <a:pt x="15197770" y="4520601"/>
                  <a:pt x="15185796" y="4520601"/>
                </a:cubicBezTo>
                <a:cubicBezTo>
                  <a:pt x="15185796" y="4494914"/>
                  <a:pt x="15191784" y="4488492"/>
                  <a:pt x="15203758" y="4488492"/>
                </a:cubicBezTo>
                <a:close/>
                <a:moveTo>
                  <a:pt x="21021828" y="4488489"/>
                </a:moveTo>
                <a:cubicBezTo>
                  <a:pt x="21034124" y="4500899"/>
                  <a:pt x="21040272" y="4519514"/>
                  <a:pt x="21052572" y="4531923"/>
                </a:cubicBezTo>
                <a:cubicBezTo>
                  <a:pt x="21040272" y="4544333"/>
                  <a:pt x="21027976" y="4544333"/>
                  <a:pt x="21015680" y="4544333"/>
                </a:cubicBezTo>
                <a:cubicBezTo>
                  <a:pt x="21015680" y="4525718"/>
                  <a:pt x="21021828" y="4507104"/>
                  <a:pt x="21021828" y="4488489"/>
                </a:cubicBezTo>
                <a:close/>
                <a:moveTo>
                  <a:pt x="11356548" y="4476785"/>
                </a:moveTo>
                <a:lnTo>
                  <a:pt x="11351348" y="4487464"/>
                </a:lnTo>
                <a:cubicBezTo>
                  <a:pt x="11351348" y="4487464"/>
                  <a:pt x="11352471" y="4485158"/>
                  <a:pt x="11353874" y="4482276"/>
                </a:cubicBezTo>
                <a:close/>
                <a:moveTo>
                  <a:pt x="11358926" y="4471900"/>
                </a:moveTo>
                <a:cubicBezTo>
                  <a:pt x="11359768" y="4470171"/>
                  <a:pt x="11359206" y="4471324"/>
                  <a:pt x="11358084" y="4473630"/>
                </a:cubicBezTo>
                <a:lnTo>
                  <a:pt x="11356548" y="4476785"/>
                </a:lnTo>
                <a:close/>
                <a:moveTo>
                  <a:pt x="8903997" y="4461474"/>
                </a:moveTo>
                <a:cubicBezTo>
                  <a:pt x="8888883" y="4456638"/>
                  <a:pt x="8868329" y="4480818"/>
                  <a:pt x="8858657" y="4490490"/>
                </a:cubicBezTo>
                <a:cubicBezTo>
                  <a:pt x="8832863" y="4516281"/>
                  <a:pt x="8794173" y="4529177"/>
                  <a:pt x="8755483" y="4542073"/>
                </a:cubicBezTo>
                <a:cubicBezTo>
                  <a:pt x="8717867" y="4561417"/>
                  <a:pt x="8679177" y="4574313"/>
                  <a:pt x="8640487" y="4593656"/>
                </a:cubicBezTo>
                <a:cubicBezTo>
                  <a:pt x="8653384" y="4605477"/>
                  <a:pt x="8717867" y="4618373"/>
                  <a:pt x="8711419" y="4657061"/>
                </a:cubicBezTo>
                <a:cubicBezTo>
                  <a:pt x="8711419" y="4682852"/>
                  <a:pt x="8679177" y="4676405"/>
                  <a:pt x="8679177" y="4708644"/>
                </a:cubicBezTo>
                <a:cubicBezTo>
                  <a:pt x="8749035" y="4650613"/>
                  <a:pt x="8826415" y="4605477"/>
                  <a:pt x="8903795" y="4580760"/>
                </a:cubicBezTo>
                <a:cubicBezTo>
                  <a:pt x="8910244" y="4548521"/>
                  <a:pt x="8923140" y="4509833"/>
                  <a:pt x="8916692" y="4477594"/>
                </a:cubicBezTo>
                <a:cubicBezTo>
                  <a:pt x="8913468" y="4467922"/>
                  <a:pt x="8909035" y="4463086"/>
                  <a:pt x="8903997" y="4461474"/>
                </a:cubicBezTo>
                <a:close/>
                <a:moveTo>
                  <a:pt x="9096172" y="4458250"/>
                </a:moveTo>
                <a:cubicBezTo>
                  <a:pt x="9096172" y="4477594"/>
                  <a:pt x="9096172" y="4490490"/>
                  <a:pt x="9109068" y="4490490"/>
                </a:cubicBezTo>
                <a:cubicBezTo>
                  <a:pt x="9109068" y="4471146"/>
                  <a:pt x="9109068" y="4458250"/>
                  <a:pt x="9096172" y="4458250"/>
                </a:cubicBezTo>
                <a:close/>
                <a:moveTo>
                  <a:pt x="9018791" y="4458250"/>
                </a:moveTo>
                <a:cubicBezTo>
                  <a:pt x="9018791" y="4477594"/>
                  <a:pt x="9025240" y="4490490"/>
                  <a:pt x="9038136" y="4490490"/>
                </a:cubicBezTo>
                <a:cubicBezTo>
                  <a:pt x="9038136" y="4464698"/>
                  <a:pt x="9031688" y="4458250"/>
                  <a:pt x="9018791" y="4458250"/>
                </a:cubicBezTo>
                <a:close/>
                <a:moveTo>
                  <a:pt x="15336444" y="4456721"/>
                </a:moveTo>
                <a:cubicBezTo>
                  <a:pt x="15336444" y="4487464"/>
                  <a:pt x="15311848" y="4487464"/>
                  <a:pt x="15299550" y="4487464"/>
                </a:cubicBezTo>
                <a:cubicBezTo>
                  <a:pt x="15299550" y="4450572"/>
                  <a:pt x="15317998" y="4456721"/>
                  <a:pt x="15336444" y="4456721"/>
                </a:cubicBezTo>
                <a:close/>
                <a:moveTo>
                  <a:pt x="10955021" y="4455098"/>
                </a:moveTo>
                <a:cubicBezTo>
                  <a:pt x="10942922" y="4453482"/>
                  <a:pt x="10928404" y="4458330"/>
                  <a:pt x="10918725" y="4458330"/>
                </a:cubicBezTo>
                <a:cubicBezTo>
                  <a:pt x="10918725" y="4510036"/>
                  <a:pt x="10957441" y="4490646"/>
                  <a:pt x="10976799" y="4490646"/>
                </a:cubicBezTo>
                <a:cubicBezTo>
                  <a:pt x="10976799" y="4464793"/>
                  <a:pt x="10967120" y="4456714"/>
                  <a:pt x="10955021" y="4455098"/>
                </a:cubicBezTo>
                <a:close/>
                <a:moveTo>
                  <a:pt x="17957796" y="4453298"/>
                </a:moveTo>
                <a:cubicBezTo>
                  <a:pt x="17984548" y="4452426"/>
                  <a:pt x="18009196" y="4462897"/>
                  <a:pt x="18038056" y="4476858"/>
                </a:cubicBezTo>
                <a:cubicBezTo>
                  <a:pt x="17999576" y="4501677"/>
                  <a:pt x="17962168" y="4464448"/>
                  <a:pt x="17930108" y="4458243"/>
                </a:cubicBezTo>
                <a:cubicBezTo>
                  <a:pt x="17939724" y="4455140"/>
                  <a:pt x="17948876" y="4453589"/>
                  <a:pt x="17957796" y="4453298"/>
                </a:cubicBezTo>
                <a:close/>
                <a:moveTo>
                  <a:pt x="11464578" y="4452268"/>
                </a:moveTo>
                <a:cubicBezTo>
                  <a:pt x="11481694" y="4450672"/>
                  <a:pt x="11500389" y="4460248"/>
                  <a:pt x="11506709" y="4479401"/>
                </a:cubicBezTo>
                <a:cubicBezTo>
                  <a:pt x="11481430" y="4479401"/>
                  <a:pt x="11456152" y="4485786"/>
                  <a:pt x="11431927" y="4492170"/>
                </a:cubicBezTo>
                <a:cubicBezTo>
                  <a:pt x="11431927" y="4466633"/>
                  <a:pt x="11447463" y="4453864"/>
                  <a:pt x="11464578" y="4452268"/>
                </a:cubicBezTo>
                <a:close/>
                <a:moveTo>
                  <a:pt x="9374754" y="4449044"/>
                </a:moveTo>
                <a:cubicBezTo>
                  <a:pt x="9377872" y="4449044"/>
                  <a:pt x="9380866" y="4452254"/>
                  <a:pt x="9383360" y="4458676"/>
                </a:cubicBezTo>
                <a:lnTo>
                  <a:pt x="9378423" y="4477742"/>
                </a:lnTo>
                <a:lnTo>
                  <a:pt x="9378619" y="4478014"/>
                </a:lnTo>
                <a:cubicBezTo>
                  <a:pt x="9371634" y="4478014"/>
                  <a:pt x="9365646" y="4478014"/>
                  <a:pt x="9360657" y="4478014"/>
                </a:cubicBezTo>
                <a:cubicBezTo>
                  <a:pt x="9360657" y="4472027"/>
                  <a:pt x="9365646" y="4466040"/>
                  <a:pt x="9365646" y="4460052"/>
                </a:cubicBezTo>
                <a:lnTo>
                  <a:pt x="9375695" y="4473966"/>
                </a:lnTo>
                <a:lnTo>
                  <a:pt x="9365398" y="4458676"/>
                </a:lnTo>
                <a:cubicBezTo>
                  <a:pt x="9368392" y="4452254"/>
                  <a:pt x="9371635" y="4449044"/>
                  <a:pt x="9374754" y="4449044"/>
                </a:cubicBezTo>
                <a:close/>
                <a:moveTo>
                  <a:pt x="17366080" y="4445836"/>
                </a:moveTo>
                <a:cubicBezTo>
                  <a:pt x="17392620" y="4465704"/>
                  <a:pt x="17431332" y="4472326"/>
                  <a:pt x="17431332" y="4525306"/>
                </a:cubicBezTo>
                <a:cubicBezTo>
                  <a:pt x="17412528" y="4525306"/>
                  <a:pt x="17392620" y="4525306"/>
                  <a:pt x="17372712" y="4525306"/>
                </a:cubicBezTo>
                <a:cubicBezTo>
                  <a:pt x="17372712" y="4498816"/>
                  <a:pt x="17366080" y="4472326"/>
                  <a:pt x="17366080" y="4445836"/>
                </a:cubicBezTo>
                <a:close/>
                <a:moveTo>
                  <a:pt x="18455576" y="4433297"/>
                </a:moveTo>
                <a:cubicBezTo>
                  <a:pt x="18463264" y="4434903"/>
                  <a:pt x="18469412" y="4442929"/>
                  <a:pt x="18469412" y="4458982"/>
                </a:cubicBezTo>
                <a:cubicBezTo>
                  <a:pt x="18457112" y="4452561"/>
                  <a:pt x="18444816" y="4446140"/>
                  <a:pt x="18432520" y="4446140"/>
                </a:cubicBezTo>
                <a:cubicBezTo>
                  <a:pt x="18438668" y="4436508"/>
                  <a:pt x="18447892" y="4431692"/>
                  <a:pt x="18455576" y="4433297"/>
                </a:cubicBezTo>
                <a:close/>
                <a:moveTo>
                  <a:pt x="11540338" y="4431807"/>
                </a:moveTo>
                <a:cubicBezTo>
                  <a:pt x="11552747" y="4430211"/>
                  <a:pt x="11563606" y="4434999"/>
                  <a:pt x="11563606" y="4457345"/>
                </a:cubicBezTo>
                <a:cubicBezTo>
                  <a:pt x="11549645" y="4457345"/>
                  <a:pt x="11532194" y="4460936"/>
                  <a:pt x="11519105" y="4454652"/>
                </a:cubicBezTo>
                <a:lnTo>
                  <a:pt x="11512377" y="4448676"/>
                </a:lnTo>
                <a:lnTo>
                  <a:pt x="11513251" y="4449846"/>
                </a:lnTo>
                <a:cubicBezTo>
                  <a:pt x="11514747" y="4452254"/>
                  <a:pt x="11516244" y="4455465"/>
                  <a:pt x="11516244" y="4458676"/>
                </a:cubicBezTo>
                <a:cubicBezTo>
                  <a:pt x="11510257" y="4465097"/>
                  <a:pt x="11510257" y="4471518"/>
                  <a:pt x="11510257" y="4477939"/>
                </a:cubicBezTo>
                <a:cubicBezTo>
                  <a:pt x="11507263" y="4468308"/>
                  <a:pt x="11504269" y="4463492"/>
                  <a:pt x="11503521" y="4459478"/>
                </a:cubicBezTo>
                <a:lnTo>
                  <a:pt x="11509928" y="4446500"/>
                </a:lnTo>
                <a:lnTo>
                  <a:pt x="11507762" y="4444576"/>
                </a:lnTo>
                <a:cubicBezTo>
                  <a:pt x="11513967" y="4441384"/>
                  <a:pt x="11527928" y="4433403"/>
                  <a:pt x="11540338" y="4431807"/>
                </a:cubicBezTo>
                <a:close/>
                <a:moveTo>
                  <a:pt x="10716226" y="4426876"/>
                </a:moveTo>
                <a:cubicBezTo>
                  <a:pt x="10729069" y="4439930"/>
                  <a:pt x="10735491" y="4452984"/>
                  <a:pt x="10748335" y="4459511"/>
                </a:cubicBezTo>
                <a:cubicBezTo>
                  <a:pt x="10735491" y="4466038"/>
                  <a:pt x="10722648" y="4479092"/>
                  <a:pt x="10716226" y="4492146"/>
                </a:cubicBezTo>
                <a:cubicBezTo>
                  <a:pt x="10716226" y="4472565"/>
                  <a:pt x="10716226" y="4452984"/>
                  <a:pt x="10716226" y="4426876"/>
                </a:cubicBezTo>
                <a:close/>
                <a:moveTo>
                  <a:pt x="10014741" y="4426876"/>
                </a:moveTo>
                <a:cubicBezTo>
                  <a:pt x="10026716" y="4426876"/>
                  <a:pt x="10032703" y="4433297"/>
                  <a:pt x="10032703" y="4458982"/>
                </a:cubicBezTo>
                <a:cubicBezTo>
                  <a:pt x="10020728" y="4458982"/>
                  <a:pt x="10014741" y="4452561"/>
                  <a:pt x="10014741" y="4426876"/>
                </a:cubicBezTo>
                <a:close/>
                <a:moveTo>
                  <a:pt x="15539128" y="4421748"/>
                </a:moveTo>
                <a:cubicBezTo>
                  <a:pt x="15545894" y="4422574"/>
                  <a:pt x="15552694" y="4424228"/>
                  <a:pt x="15559156" y="4425881"/>
                </a:cubicBezTo>
                <a:cubicBezTo>
                  <a:pt x="15533304" y="4432495"/>
                  <a:pt x="15514994" y="4445722"/>
                  <a:pt x="15489142" y="4458949"/>
                </a:cubicBezTo>
                <a:cubicBezTo>
                  <a:pt x="15498834" y="4424228"/>
                  <a:pt x="15518830" y="4419268"/>
                  <a:pt x="15539128" y="4421748"/>
                </a:cubicBezTo>
                <a:close/>
                <a:moveTo>
                  <a:pt x="9661633" y="4419118"/>
                </a:moveTo>
                <a:cubicBezTo>
                  <a:pt x="9681023" y="4419118"/>
                  <a:pt x="9700413" y="4412654"/>
                  <a:pt x="9706876" y="4444971"/>
                </a:cubicBezTo>
                <a:cubicBezTo>
                  <a:pt x="9706876" y="4464361"/>
                  <a:pt x="9713339" y="4490214"/>
                  <a:pt x="9732729" y="4483750"/>
                </a:cubicBezTo>
                <a:cubicBezTo>
                  <a:pt x="9765046" y="4470824"/>
                  <a:pt x="9777972" y="4464361"/>
                  <a:pt x="9790899" y="4522530"/>
                </a:cubicBezTo>
                <a:cubicBezTo>
                  <a:pt x="9732729" y="4548383"/>
                  <a:pt x="9668096" y="4580700"/>
                  <a:pt x="9609927" y="4611939"/>
                </a:cubicBezTo>
                <a:cubicBezTo>
                  <a:pt x="9577610" y="4637792"/>
                  <a:pt x="9526981" y="4695962"/>
                  <a:pt x="9507591" y="4611939"/>
                </a:cubicBezTo>
                <a:cubicBezTo>
                  <a:pt x="9520518" y="4611939"/>
                  <a:pt x="9533444" y="4611939"/>
                  <a:pt x="9546371" y="4611939"/>
                </a:cubicBezTo>
                <a:cubicBezTo>
                  <a:pt x="9546371" y="4554847"/>
                  <a:pt x="9526981" y="4477287"/>
                  <a:pt x="9577610" y="4464361"/>
                </a:cubicBezTo>
                <a:cubicBezTo>
                  <a:pt x="9603463" y="4457897"/>
                  <a:pt x="9655170" y="4412654"/>
                  <a:pt x="9674559" y="4477287"/>
                </a:cubicBezTo>
                <a:lnTo>
                  <a:pt x="9674697" y="4476977"/>
                </a:lnTo>
                <a:lnTo>
                  <a:pt x="9673982" y="4456268"/>
                </a:lnTo>
                <a:cubicBezTo>
                  <a:pt x="9675105" y="4454261"/>
                  <a:pt x="9676789" y="4453258"/>
                  <a:pt x="9678940" y="4453559"/>
                </a:cubicBezTo>
                <a:lnTo>
                  <a:pt x="9686569" y="4458586"/>
                </a:lnTo>
                <a:lnTo>
                  <a:pt x="9687486" y="4457897"/>
                </a:lnTo>
                <a:cubicBezTo>
                  <a:pt x="9674559" y="4444971"/>
                  <a:pt x="9668096" y="4432044"/>
                  <a:pt x="9661633" y="4419118"/>
                </a:cubicBezTo>
                <a:close/>
                <a:moveTo>
                  <a:pt x="383018" y="4418305"/>
                </a:moveTo>
                <a:cubicBezTo>
                  <a:pt x="405163" y="4418305"/>
                  <a:pt x="429773" y="4426508"/>
                  <a:pt x="439616" y="4426508"/>
                </a:cubicBezTo>
                <a:cubicBezTo>
                  <a:pt x="439616" y="4492136"/>
                  <a:pt x="360865" y="4459322"/>
                  <a:pt x="341176" y="4459322"/>
                </a:cubicBezTo>
                <a:cubicBezTo>
                  <a:pt x="341176" y="4426508"/>
                  <a:pt x="360865" y="4418305"/>
                  <a:pt x="383018" y="4418305"/>
                </a:cubicBezTo>
                <a:close/>
                <a:moveTo>
                  <a:pt x="17280144" y="4416376"/>
                </a:moveTo>
                <a:cubicBezTo>
                  <a:pt x="17300528" y="4417996"/>
                  <a:pt x="17321724" y="4426095"/>
                  <a:pt x="17341292" y="4426095"/>
                </a:cubicBezTo>
                <a:cubicBezTo>
                  <a:pt x="17334768" y="4445534"/>
                  <a:pt x="17328248" y="4464973"/>
                  <a:pt x="17321724" y="4477932"/>
                </a:cubicBezTo>
                <a:cubicBezTo>
                  <a:pt x="17308680" y="4477932"/>
                  <a:pt x="17302156" y="4471453"/>
                  <a:pt x="17289112" y="4471453"/>
                </a:cubicBezTo>
                <a:cubicBezTo>
                  <a:pt x="17269544" y="4458493"/>
                  <a:pt x="17243456" y="4452014"/>
                  <a:pt x="17223888" y="4445534"/>
                </a:cubicBezTo>
                <a:cubicBezTo>
                  <a:pt x="17240196" y="4419616"/>
                  <a:pt x="17259760" y="4414756"/>
                  <a:pt x="17280144" y="4416376"/>
                </a:cubicBezTo>
                <a:close/>
                <a:moveTo>
                  <a:pt x="11931121" y="4412654"/>
                </a:moveTo>
                <a:cubicBezTo>
                  <a:pt x="11937580" y="4419177"/>
                  <a:pt x="11950498" y="4432222"/>
                  <a:pt x="11956957" y="4445267"/>
                </a:cubicBezTo>
                <a:cubicBezTo>
                  <a:pt x="11892365" y="4458312"/>
                  <a:pt x="11828850" y="4471358"/>
                  <a:pt x="11764257" y="4490926"/>
                </a:cubicBezTo>
                <a:cubicBezTo>
                  <a:pt x="11731961" y="4497448"/>
                  <a:pt x="11706125" y="4497448"/>
                  <a:pt x="11680288" y="4510493"/>
                </a:cubicBezTo>
                <a:cubicBezTo>
                  <a:pt x="11665754" y="4515385"/>
                  <a:pt x="11648194" y="4523946"/>
                  <a:pt x="11632146" y="4516914"/>
                </a:cubicBezTo>
                <a:lnTo>
                  <a:pt x="11619328" y="4506123"/>
                </a:lnTo>
                <a:lnTo>
                  <a:pt x="11624279" y="4523463"/>
                </a:lnTo>
                <a:cubicBezTo>
                  <a:pt x="11622831" y="4528843"/>
                  <a:pt x="11618354" y="4530380"/>
                  <a:pt x="11612034" y="4521157"/>
                </a:cubicBezTo>
                <a:lnTo>
                  <a:pt x="11617665" y="4504723"/>
                </a:lnTo>
                <a:lnTo>
                  <a:pt x="11616772" y="4503971"/>
                </a:lnTo>
                <a:lnTo>
                  <a:pt x="11618067" y="4503548"/>
                </a:lnTo>
                <a:lnTo>
                  <a:pt x="11618354" y="4502711"/>
                </a:lnTo>
                <a:lnTo>
                  <a:pt x="11618548" y="4503391"/>
                </a:lnTo>
                <a:lnTo>
                  <a:pt x="11796554" y="4445267"/>
                </a:lnTo>
                <a:cubicBezTo>
                  <a:pt x="11828850" y="4438745"/>
                  <a:pt x="11853610" y="4432222"/>
                  <a:pt x="11885906" y="4425699"/>
                </a:cubicBezTo>
                <a:cubicBezTo>
                  <a:pt x="11898824" y="4419177"/>
                  <a:pt x="11918202" y="4412654"/>
                  <a:pt x="11931121" y="4412654"/>
                </a:cubicBezTo>
                <a:close/>
                <a:moveTo>
                  <a:pt x="10624384" y="4412654"/>
                </a:moveTo>
                <a:cubicBezTo>
                  <a:pt x="10612588" y="4419078"/>
                  <a:pt x="10605081" y="4431925"/>
                  <a:pt x="10605081" y="4444773"/>
                </a:cubicBezTo>
                <a:cubicBezTo>
                  <a:pt x="10624384" y="4449591"/>
                  <a:pt x="10643687" y="4447182"/>
                  <a:pt x="10660275" y="4459226"/>
                </a:cubicBezTo>
                <a:lnTo>
                  <a:pt x="10673742" y="4474493"/>
                </a:lnTo>
                <a:lnTo>
                  <a:pt x="10668826" y="4458676"/>
                </a:lnTo>
                <a:cubicBezTo>
                  <a:pt x="10674813" y="4445833"/>
                  <a:pt x="10680801" y="4445833"/>
                  <a:pt x="10686788" y="4458676"/>
                </a:cubicBezTo>
                <a:lnTo>
                  <a:pt x="10675627" y="4476630"/>
                </a:lnTo>
                <a:lnTo>
                  <a:pt x="10675858" y="4476892"/>
                </a:lnTo>
                <a:lnTo>
                  <a:pt x="10675464" y="4476892"/>
                </a:lnTo>
                <a:lnTo>
                  <a:pt x="10674813" y="4477939"/>
                </a:lnTo>
                <a:lnTo>
                  <a:pt x="10674487" y="4476892"/>
                </a:lnTo>
                <a:lnTo>
                  <a:pt x="10659772" y="4476892"/>
                </a:lnTo>
                <a:cubicBezTo>
                  <a:pt x="10653338" y="4478497"/>
                  <a:pt x="10646904" y="4483315"/>
                  <a:pt x="10643687" y="4496163"/>
                </a:cubicBezTo>
                <a:cubicBezTo>
                  <a:pt x="10630818" y="4521858"/>
                  <a:pt x="10637253" y="4553977"/>
                  <a:pt x="10637253" y="4579672"/>
                </a:cubicBezTo>
                <a:cubicBezTo>
                  <a:pt x="10675858" y="4573248"/>
                  <a:pt x="10714463" y="4573248"/>
                  <a:pt x="10753069" y="4592519"/>
                </a:cubicBezTo>
                <a:cubicBezTo>
                  <a:pt x="10650121" y="4655686"/>
                  <a:pt x="10548246" y="4726347"/>
                  <a:pt x="10439936" y="4758466"/>
                </a:cubicBezTo>
                <a:cubicBezTo>
                  <a:pt x="10414199" y="4771313"/>
                  <a:pt x="10383101" y="4771313"/>
                  <a:pt x="10363798" y="4784161"/>
                </a:cubicBezTo>
                <a:cubicBezTo>
                  <a:pt x="10338061" y="4797008"/>
                  <a:pt x="10318758" y="4821632"/>
                  <a:pt x="10293021" y="4834480"/>
                </a:cubicBezTo>
                <a:cubicBezTo>
                  <a:pt x="10241548" y="4860175"/>
                  <a:pt x="10184712" y="4853751"/>
                  <a:pt x="10133238" y="4866599"/>
                </a:cubicBezTo>
                <a:cubicBezTo>
                  <a:pt x="10165409" y="4840904"/>
                  <a:pt x="10204015" y="4815209"/>
                  <a:pt x="10241548" y="4784161"/>
                </a:cubicBezTo>
                <a:cubicBezTo>
                  <a:pt x="10267284" y="4758466"/>
                  <a:pt x="10254416" y="4707076"/>
                  <a:pt x="10254416" y="4674957"/>
                </a:cubicBezTo>
                <a:cubicBezTo>
                  <a:pt x="10260850" y="4681381"/>
                  <a:pt x="10267284" y="4694228"/>
                  <a:pt x="10273719" y="4707076"/>
                </a:cubicBezTo>
                <a:cubicBezTo>
                  <a:pt x="10273719" y="4668533"/>
                  <a:pt x="10286587" y="4623567"/>
                  <a:pt x="10267284" y="4597872"/>
                </a:cubicBezTo>
                <a:cubicBezTo>
                  <a:pt x="10247982" y="4566824"/>
                  <a:pt x="10215811" y="4573248"/>
                  <a:pt x="10191146" y="4560400"/>
                </a:cubicBezTo>
                <a:cubicBezTo>
                  <a:pt x="10267284" y="4457620"/>
                  <a:pt x="10376666" y="4470468"/>
                  <a:pt x="10472107" y="4457620"/>
                </a:cubicBezTo>
                <a:cubicBezTo>
                  <a:pt x="10472107" y="4476892"/>
                  <a:pt x="10472107" y="4502587"/>
                  <a:pt x="10472107" y="4521858"/>
                </a:cubicBezTo>
                <a:cubicBezTo>
                  <a:pt x="10523581" y="4489739"/>
                  <a:pt x="10567548" y="4425502"/>
                  <a:pt x="10624384" y="4412654"/>
                </a:cubicBezTo>
                <a:close/>
                <a:moveTo>
                  <a:pt x="20902204" y="4396919"/>
                </a:moveTo>
                <a:cubicBezTo>
                  <a:pt x="20922200" y="4392184"/>
                  <a:pt x="20943528" y="4416013"/>
                  <a:pt x="20957748" y="4425789"/>
                </a:cubicBezTo>
                <a:cubicBezTo>
                  <a:pt x="20951428" y="4445340"/>
                  <a:pt x="20945108" y="4464892"/>
                  <a:pt x="20945108" y="4477926"/>
                </a:cubicBezTo>
                <a:cubicBezTo>
                  <a:pt x="20926148" y="4458374"/>
                  <a:pt x="20901924" y="4432306"/>
                  <a:pt x="20882964" y="4412754"/>
                </a:cubicBezTo>
                <a:cubicBezTo>
                  <a:pt x="20889020" y="4403250"/>
                  <a:pt x="20895540" y="4398498"/>
                  <a:pt x="20902204" y="4396919"/>
                </a:cubicBezTo>
                <a:close/>
                <a:moveTo>
                  <a:pt x="17149400" y="4395190"/>
                </a:moveTo>
                <a:cubicBezTo>
                  <a:pt x="17155508" y="4395622"/>
                  <a:pt x="17161324" y="4396383"/>
                  <a:pt x="17165976" y="4396383"/>
                </a:cubicBezTo>
                <a:cubicBezTo>
                  <a:pt x="17165976" y="4449469"/>
                  <a:pt x="17128748" y="4429562"/>
                  <a:pt x="17110132" y="4429562"/>
                </a:cubicBezTo>
                <a:cubicBezTo>
                  <a:pt x="17110132" y="4395553"/>
                  <a:pt x="17131076" y="4393894"/>
                  <a:pt x="17149400" y="4395190"/>
                </a:cubicBezTo>
                <a:close/>
                <a:moveTo>
                  <a:pt x="11655876" y="4395190"/>
                </a:moveTo>
                <a:cubicBezTo>
                  <a:pt x="11661998" y="4395622"/>
                  <a:pt x="11667857" y="4396383"/>
                  <a:pt x="11672597" y="4396383"/>
                </a:cubicBezTo>
                <a:cubicBezTo>
                  <a:pt x="11672597" y="4449469"/>
                  <a:pt x="11635731" y="4429562"/>
                  <a:pt x="11616772" y="4429562"/>
                </a:cubicBezTo>
                <a:cubicBezTo>
                  <a:pt x="11616772" y="4395553"/>
                  <a:pt x="11637509" y="4393894"/>
                  <a:pt x="11655876" y="4395190"/>
                </a:cubicBezTo>
                <a:close/>
                <a:moveTo>
                  <a:pt x="19189880" y="4393697"/>
                </a:moveTo>
                <a:cubicBezTo>
                  <a:pt x="19189880" y="4412962"/>
                  <a:pt x="19183892" y="4425806"/>
                  <a:pt x="19171920" y="4425806"/>
                </a:cubicBezTo>
                <a:cubicBezTo>
                  <a:pt x="19171920" y="4406541"/>
                  <a:pt x="19177904" y="4393697"/>
                  <a:pt x="19189880" y="4393697"/>
                </a:cubicBezTo>
                <a:close/>
                <a:moveTo>
                  <a:pt x="17848536" y="4393697"/>
                </a:moveTo>
                <a:cubicBezTo>
                  <a:pt x="17848536" y="4419384"/>
                  <a:pt x="17842548" y="4425806"/>
                  <a:pt x="17830572" y="4425806"/>
                </a:cubicBezTo>
                <a:cubicBezTo>
                  <a:pt x="17830572" y="4406541"/>
                  <a:pt x="17836560" y="4393697"/>
                  <a:pt x="17848536" y="4393697"/>
                </a:cubicBezTo>
                <a:close/>
                <a:moveTo>
                  <a:pt x="17185968" y="4393697"/>
                </a:moveTo>
                <a:cubicBezTo>
                  <a:pt x="17197552" y="4400082"/>
                  <a:pt x="17210192" y="4406466"/>
                  <a:pt x="17222832" y="4412850"/>
                </a:cubicBezTo>
                <a:cubicBezTo>
                  <a:pt x="17216512" y="4425619"/>
                  <a:pt x="17204928" y="4432003"/>
                  <a:pt x="17197552" y="4444772"/>
                </a:cubicBezTo>
                <a:cubicBezTo>
                  <a:pt x="17191236" y="4432003"/>
                  <a:pt x="17191236" y="4412850"/>
                  <a:pt x="17185968" y="4393697"/>
                </a:cubicBezTo>
                <a:close/>
                <a:moveTo>
                  <a:pt x="10828980" y="4393697"/>
                </a:moveTo>
                <a:cubicBezTo>
                  <a:pt x="10828980" y="4419384"/>
                  <a:pt x="10822993" y="4425806"/>
                  <a:pt x="10811018" y="4425806"/>
                </a:cubicBezTo>
                <a:cubicBezTo>
                  <a:pt x="10811018" y="4406541"/>
                  <a:pt x="10818003" y="4393697"/>
                  <a:pt x="10828980" y="4393697"/>
                </a:cubicBezTo>
                <a:close/>
                <a:moveTo>
                  <a:pt x="10450799" y="4393697"/>
                </a:moveTo>
                <a:cubicBezTo>
                  <a:pt x="10462774" y="4393697"/>
                  <a:pt x="10468761" y="4406541"/>
                  <a:pt x="10468761" y="4425806"/>
                </a:cubicBezTo>
                <a:cubicBezTo>
                  <a:pt x="10456786" y="4425806"/>
                  <a:pt x="10450799" y="4412962"/>
                  <a:pt x="10450799" y="4393697"/>
                </a:cubicBezTo>
                <a:close/>
                <a:moveTo>
                  <a:pt x="16602978" y="4393694"/>
                </a:moveTo>
                <a:cubicBezTo>
                  <a:pt x="16627798" y="4406820"/>
                  <a:pt x="16646414" y="4446197"/>
                  <a:pt x="16658822" y="4492136"/>
                </a:cubicBezTo>
                <a:cubicBezTo>
                  <a:pt x="16615388" y="4492136"/>
                  <a:pt x="16615388" y="4452760"/>
                  <a:pt x="16602978" y="4393694"/>
                </a:cubicBezTo>
                <a:close/>
                <a:moveTo>
                  <a:pt x="9189528" y="4387259"/>
                </a:moveTo>
                <a:cubicBezTo>
                  <a:pt x="9192522" y="4387259"/>
                  <a:pt x="9195516" y="4390300"/>
                  <a:pt x="9198509" y="4396383"/>
                </a:cubicBezTo>
                <a:cubicBezTo>
                  <a:pt x="9192522" y="4416290"/>
                  <a:pt x="9186534" y="4416290"/>
                  <a:pt x="9180547" y="4396383"/>
                </a:cubicBezTo>
                <a:cubicBezTo>
                  <a:pt x="9183541" y="4390300"/>
                  <a:pt x="9186535" y="4387259"/>
                  <a:pt x="9189528" y="4387259"/>
                </a:cubicBezTo>
                <a:close/>
                <a:moveTo>
                  <a:pt x="17062408" y="4365915"/>
                </a:moveTo>
                <a:cubicBezTo>
                  <a:pt x="17072328" y="4368153"/>
                  <a:pt x="17080592" y="4377369"/>
                  <a:pt x="17080592" y="4392641"/>
                </a:cubicBezTo>
                <a:cubicBezTo>
                  <a:pt x="17060752" y="4392641"/>
                  <a:pt x="17047528" y="4387375"/>
                  <a:pt x="17034300" y="4381055"/>
                </a:cubicBezTo>
                <a:cubicBezTo>
                  <a:pt x="17040912" y="4368416"/>
                  <a:pt x="17052488" y="4363677"/>
                  <a:pt x="17062408" y="4365915"/>
                </a:cubicBezTo>
                <a:close/>
                <a:moveTo>
                  <a:pt x="17638076" y="4362945"/>
                </a:moveTo>
                <a:cubicBezTo>
                  <a:pt x="17643764" y="4363480"/>
                  <a:pt x="17649348" y="4364310"/>
                  <a:pt x="17654136" y="4364310"/>
                </a:cubicBezTo>
                <a:cubicBezTo>
                  <a:pt x="17654136" y="4416290"/>
                  <a:pt x="17622216" y="4396383"/>
                  <a:pt x="17603064" y="4396383"/>
                </a:cubicBezTo>
                <a:cubicBezTo>
                  <a:pt x="17603064" y="4362374"/>
                  <a:pt x="17621020" y="4361338"/>
                  <a:pt x="17638076" y="4362945"/>
                </a:cubicBezTo>
                <a:close/>
                <a:moveTo>
                  <a:pt x="17754896" y="4361613"/>
                </a:moveTo>
                <a:cubicBezTo>
                  <a:pt x="17767028" y="4366165"/>
                  <a:pt x="17779900" y="4382570"/>
                  <a:pt x="17786880" y="4392642"/>
                </a:cubicBezTo>
                <a:cubicBezTo>
                  <a:pt x="17768264" y="4392642"/>
                  <a:pt x="17749652" y="4387375"/>
                  <a:pt x="17731036" y="4381056"/>
                </a:cubicBezTo>
                <a:cubicBezTo>
                  <a:pt x="17734136" y="4369996"/>
                  <a:pt x="17738404" y="4364071"/>
                  <a:pt x="17743252" y="4361685"/>
                </a:cubicBezTo>
                <a:cubicBezTo>
                  <a:pt x="17746888" y="4359895"/>
                  <a:pt x="17750852" y="4360096"/>
                  <a:pt x="17754896" y="4361613"/>
                </a:cubicBezTo>
                <a:close/>
                <a:moveTo>
                  <a:pt x="20033552" y="4360518"/>
                </a:moveTo>
                <a:cubicBezTo>
                  <a:pt x="20033552" y="4380424"/>
                  <a:pt x="20027564" y="4392588"/>
                  <a:pt x="20015588" y="4392588"/>
                </a:cubicBezTo>
                <a:cubicBezTo>
                  <a:pt x="20015588" y="4373789"/>
                  <a:pt x="20021576" y="4360518"/>
                  <a:pt x="20033552" y="4360518"/>
                </a:cubicBezTo>
                <a:close/>
                <a:moveTo>
                  <a:pt x="12070792" y="4360518"/>
                </a:moveTo>
                <a:cubicBezTo>
                  <a:pt x="12070792" y="4387059"/>
                  <a:pt x="12064805" y="4392588"/>
                  <a:pt x="12052830" y="4392588"/>
                </a:cubicBezTo>
                <a:cubicBezTo>
                  <a:pt x="12052830" y="4373789"/>
                  <a:pt x="12058817" y="4360518"/>
                  <a:pt x="12070792" y="4360518"/>
                </a:cubicBezTo>
                <a:close/>
                <a:moveTo>
                  <a:pt x="11506764" y="4360518"/>
                </a:moveTo>
                <a:cubicBezTo>
                  <a:pt x="11506764" y="4387059"/>
                  <a:pt x="11500777" y="4392588"/>
                  <a:pt x="11488802" y="4392588"/>
                </a:cubicBezTo>
                <a:cubicBezTo>
                  <a:pt x="11488802" y="4373789"/>
                  <a:pt x="11494789" y="4360518"/>
                  <a:pt x="11506764" y="4360518"/>
                </a:cubicBezTo>
                <a:close/>
                <a:moveTo>
                  <a:pt x="10710459" y="4360518"/>
                </a:moveTo>
                <a:cubicBezTo>
                  <a:pt x="10710459" y="4397382"/>
                  <a:pt x="10692013" y="4391062"/>
                  <a:pt x="10673567" y="4391062"/>
                </a:cubicBezTo>
                <a:cubicBezTo>
                  <a:pt x="10673567" y="4360518"/>
                  <a:pt x="10698162" y="4360518"/>
                  <a:pt x="10710459" y="4360518"/>
                </a:cubicBezTo>
                <a:close/>
                <a:moveTo>
                  <a:pt x="16412890" y="4356657"/>
                </a:moveTo>
                <a:cubicBezTo>
                  <a:pt x="16415884" y="4357459"/>
                  <a:pt x="16418878" y="4360670"/>
                  <a:pt x="16421872" y="4363881"/>
                </a:cubicBezTo>
                <a:cubicBezTo>
                  <a:pt x="16415884" y="4370302"/>
                  <a:pt x="16415884" y="4376723"/>
                  <a:pt x="16409896" y="4383144"/>
                </a:cubicBezTo>
                <a:lnTo>
                  <a:pt x="16408446" y="4378480"/>
                </a:lnTo>
                <a:lnTo>
                  <a:pt x="16399170" y="4378480"/>
                </a:lnTo>
                <a:lnTo>
                  <a:pt x="16404182" y="4364759"/>
                </a:lnTo>
                <a:lnTo>
                  <a:pt x="16403910" y="4363881"/>
                </a:lnTo>
                <a:lnTo>
                  <a:pt x="16404750" y="4363205"/>
                </a:lnTo>
                <a:lnTo>
                  <a:pt x="16405732" y="4360518"/>
                </a:lnTo>
                <a:lnTo>
                  <a:pt x="16406268" y="4361984"/>
                </a:lnTo>
                <a:close/>
                <a:moveTo>
                  <a:pt x="11772498" y="4341558"/>
                </a:moveTo>
                <a:cubicBezTo>
                  <a:pt x="11784908" y="4348075"/>
                  <a:pt x="11784908" y="4380660"/>
                  <a:pt x="11791113" y="4392608"/>
                </a:cubicBezTo>
                <a:cubicBezTo>
                  <a:pt x="11772498" y="4392608"/>
                  <a:pt x="11753884" y="4392608"/>
                  <a:pt x="11735269" y="4392608"/>
                </a:cubicBezTo>
                <a:cubicBezTo>
                  <a:pt x="11735269" y="4367626"/>
                  <a:pt x="11753884" y="4341558"/>
                  <a:pt x="11772498" y="4341558"/>
                </a:cubicBezTo>
                <a:close/>
                <a:moveTo>
                  <a:pt x="17531328" y="4338502"/>
                </a:moveTo>
                <a:cubicBezTo>
                  <a:pt x="17539012" y="4340108"/>
                  <a:pt x="17545164" y="4348134"/>
                  <a:pt x="17545164" y="4364187"/>
                </a:cubicBezTo>
                <a:cubicBezTo>
                  <a:pt x="17532864" y="4364187"/>
                  <a:pt x="17520568" y="4357766"/>
                  <a:pt x="17508272" y="4351345"/>
                </a:cubicBezTo>
                <a:cubicBezTo>
                  <a:pt x="17514420" y="4341713"/>
                  <a:pt x="17523644" y="4336897"/>
                  <a:pt x="17531328" y="4338502"/>
                </a:cubicBezTo>
                <a:close/>
                <a:moveTo>
                  <a:pt x="12468874" y="4338230"/>
                </a:moveTo>
                <a:cubicBezTo>
                  <a:pt x="12468874" y="4368973"/>
                  <a:pt x="12444649" y="4362825"/>
                  <a:pt x="12432010" y="4362825"/>
                </a:cubicBezTo>
                <a:cubicBezTo>
                  <a:pt x="12432010" y="4332081"/>
                  <a:pt x="12449915" y="4338230"/>
                  <a:pt x="12468874" y="4338230"/>
                </a:cubicBezTo>
                <a:close/>
                <a:moveTo>
                  <a:pt x="20837212" y="4336820"/>
                </a:moveTo>
                <a:cubicBezTo>
                  <a:pt x="20856364" y="4349459"/>
                  <a:pt x="20869132" y="4368418"/>
                  <a:pt x="20881900" y="4381057"/>
                </a:cubicBezTo>
                <a:cubicBezTo>
                  <a:pt x="20869132" y="4411602"/>
                  <a:pt x="20843596" y="4362099"/>
                  <a:pt x="20830828" y="4349459"/>
                </a:cubicBezTo>
                <a:cubicBezTo>
                  <a:pt x="20830828" y="4343140"/>
                  <a:pt x="20837212" y="4343140"/>
                  <a:pt x="20837212" y="4336820"/>
                </a:cubicBezTo>
                <a:close/>
                <a:moveTo>
                  <a:pt x="19686628" y="4336820"/>
                </a:moveTo>
                <a:cubicBezTo>
                  <a:pt x="19698924" y="4336820"/>
                  <a:pt x="19711224" y="4336820"/>
                  <a:pt x="19711224" y="4364120"/>
                </a:cubicBezTo>
                <a:cubicBezTo>
                  <a:pt x="19698924" y="4364120"/>
                  <a:pt x="19686628" y="4357295"/>
                  <a:pt x="19674332" y="4350470"/>
                </a:cubicBezTo>
                <a:cubicBezTo>
                  <a:pt x="19680480" y="4350470"/>
                  <a:pt x="19680480" y="4343645"/>
                  <a:pt x="19686628" y="4336820"/>
                </a:cubicBezTo>
                <a:close/>
                <a:moveTo>
                  <a:pt x="9975299" y="4336814"/>
                </a:moveTo>
                <a:cubicBezTo>
                  <a:pt x="9975299" y="4356158"/>
                  <a:pt x="9987121" y="4362606"/>
                  <a:pt x="10000017" y="4362606"/>
                </a:cubicBezTo>
                <a:cubicBezTo>
                  <a:pt x="10000017" y="4343262"/>
                  <a:pt x="9987121" y="4336814"/>
                  <a:pt x="9975299" y="4336814"/>
                </a:cubicBezTo>
                <a:close/>
                <a:moveTo>
                  <a:pt x="12145384" y="4332868"/>
                </a:moveTo>
                <a:cubicBezTo>
                  <a:pt x="12158629" y="4333658"/>
                  <a:pt x="12170219" y="4339978"/>
                  <a:pt x="12170219" y="4362097"/>
                </a:cubicBezTo>
                <a:cubicBezTo>
                  <a:pt x="12143728" y="4362097"/>
                  <a:pt x="12130483" y="4355778"/>
                  <a:pt x="12130483" y="4398962"/>
                </a:cubicBezTo>
                <a:cubicBezTo>
                  <a:pt x="12123860" y="4430561"/>
                  <a:pt x="12110615" y="4424241"/>
                  <a:pt x="12090747" y="4424241"/>
                </a:cubicBezTo>
                <a:cubicBezTo>
                  <a:pt x="12097370" y="4398962"/>
                  <a:pt x="12103992" y="4368417"/>
                  <a:pt x="12110615" y="4336818"/>
                </a:cubicBezTo>
                <a:cubicBezTo>
                  <a:pt x="12117237" y="4336818"/>
                  <a:pt x="12132138" y="4332078"/>
                  <a:pt x="12145384" y="4332868"/>
                </a:cubicBezTo>
                <a:close/>
                <a:moveTo>
                  <a:pt x="11874848" y="4313538"/>
                </a:moveTo>
                <a:cubicBezTo>
                  <a:pt x="11882156" y="4311931"/>
                  <a:pt x="11889257" y="4312099"/>
                  <a:pt x="11895870" y="4315004"/>
                </a:cubicBezTo>
                <a:cubicBezTo>
                  <a:pt x="11904688" y="4318878"/>
                  <a:pt x="11912636" y="4327619"/>
                  <a:pt x="11919049" y="4343511"/>
                </a:cubicBezTo>
                <a:cubicBezTo>
                  <a:pt x="11880574" y="4356225"/>
                  <a:pt x="11843167" y="4368939"/>
                  <a:pt x="11811104" y="4349868"/>
                </a:cubicBezTo>
                <a:cubicBezTo>
                  <a:pt x="11829139" y="4339141"/>
                  <a:pt x="11852924" y="4318357"/>
                  <a:pt x="11874848" y="4313538"/>
                </a:cubicBezTo>
                <a:close/>
                <a:moveTo>
                  <a:pt x="16957108" y="4313124"/>
                </a:moveTo>
                <a:cubicBezTo>
                  <a:pt x="16982836" y="4326250"/>
                  <a:pt x="17007496" y="4339375"/>
                  <a:pt x="17033224" y="4352500"/>
                </a:cubicBezTo>
                <a:cubicBezTo>
                  <a:pt x="17007496" y="4397345"/>
                  <a:pt x="16969972" y="4365626"/>
                  <a:pt x="16944244" y="4365626"/>
                </a:cubicBezTo>
                <a:cubicBezTo>
                  <a:pt x="16944244" y="4345938"/>
                  <a:pt x="16950676" y="4332812"/>
                  <a:pt x="16957108" y="4313124"/>
                </a:cubicBezTo>
                <a:close/>
                <a:moveTo>
                  <a:pt x="19636412" y="4303641"/>
                </a:moveTo>
                <a:cubicBezTo>
                  <a:pt x="19649052" y="4310062"/>
                  <a:pt x="19660636" y="4316484"/>
                  <a:pt x="19673276" y="4316484"/>
                </a:cubicBezTo>
                <a:cubicBezTo>
                  <a:pt x="19660636" y="4329326"/>
                  <a:pt x="19649052" y="4335747"/>
                  <a:pt x="19636412" y="4303641"/>
                </a:cubicBezTo>
                <a:close/>
                <a:moveTo>
                  <a:pt x="16298638" y="4303641"/>
                </a:moveTo>
                <a:cubicBezTo>
                  <a:pt x="16298638" y="4322905"/>
                  <a:pt x="16292650" y="4335747"/>
                  <a:pt x="16280676" y="4335747"/>
                </a:cubicBezTo>
                <a:cubicBezTo>
                  <a:pt x="16280676" y="4316484"/>
                  <a:pt x="16286664" y="4303641"/>
                  <a:pt x="16298638" y="4303641"/>
                </a:cubicBezTo>
                <a:close/>
                <a:moveTo>
                  <a:pt x="11958035" y="4303641"/>
                </a:moveTo>
                <a:cubicBezTo>
                  <a:pt x="11976481" y="4303641"/>
                  <a:pt x="11994927" y="4303641"/>
                  <a:pt x="11994927" y="4335747"/>
                </a:cubicBezTo>
                <a:cubicBezTo>
                  <a:pt x="11982630" y="4335747"/>
                  <a:pt x="11958035" y="4335747"/>
                  <a:pt x="11958035" y="4303641"/>
                </a:cubicBezTo>
                <a:close/>
                <a:moveTo>
                  <a:pt x="10835613" y="4303641"/>
                </a:moveTo>
                <a:cubicBezTo>
                  <a:pt x="10841762" y="4322256"/>
                  <a:pt x="10841762" y="4340870"/>
                  <a:pt x="10847910" y="4359485"/>
                </a:cubicBezTo>
                <a:cubicBezTo>
                  <a:pt x="10835613" y="4359485"/>
                  <a:pt x="10823315" y="4359485"/>
                  <a:pt x="10811018" y="4359485"/>
                </a:cubicBezTo>
                <a:cubicBezTo>
                  <a:pt x="10818191" y="4340870"/>
                  <a:pt x="10823315" y="4322256"/>
                  <a:pt x="10835613" y="4303641"/>
                </a:cubicBezTo>
                <a:close/>
                <a:moveTo>
                  <a:pt x="16846688" y="4300601"/>
                </a:moveTo>
                <a:cubicBezTo>
                  <a:pt x="16858324" y="4299009"/>
                  <a:pt x="16872284" y="4303784"/>
                  <a:pt x="16881592" y="4303784"/>
                </a:cubicBezTo>
                <a:cubicBezTo>
                  <a:pt x="16881592" y="4354716"/>
                  <a:pt x="16844364" y="4335617"/>
                  <a:pt x="16825748" y="4335617"/>
                </a:cubicBezTo>
                <a:cubicBezTo>
                  <a:pt x="16825748" y="4310150"/>
                  <a:pt x="16835056" y="4302192"/>
                  <a:pt x="16846688" y="4300601"/>
                </a:cubicBezTo>
                <a:close/>
                <a:moveTo>
                  <a:pt x="15149724" y="4300601"/>
                </a:moveTo>
                <a:cubicBezTo>
                  <a:pt x="15161310" y="4299009"/>
                  <a:pt x="15175266" y="4303784"/>
                  <a:pt x="15184746" y="4303784"/>
                </a:cubicBezTo>
                <a:cubicBezTo>
                  <a:pt x="15184746" y="4354716"/>
                  <a:pt x="15146828" y="4335617"/>
                  <a:pt x="15128922" y="4335617"/>
                </a:cubicBezTo>
                <a:cubicBezTo>
                  <a:pt x="15128922" y="4310150"/>
                  <a:pt x="15138138" y="4302192"/>
                  <a:pt x="15149724" y="4300601"/>
                </a:cubicBezTo>
                <a:close/>
                <a:moveTo>
                  <a:pt x="11661276" y="4300601"/>
                </a:moveTo>
                <a:cubicBezTo>
                  <a:pt x="11672863" y="4299009"/>
                  <a:pt x="11686819" y="4303784"/>
                  <a:pt x="11696299" y="4303784"/>
                </a:cubicBezTo>
                <a:cubicBezTo>
                  <a:pt x="11696299" y="4354716"/>
                  <a:pt x="11658380" y="4335617"/>
                  <a:pt x="11640474" y="4335617"/>
                </a:cubicBezTo>
                <a:cubicBezTo>
                  <a:pt x="11640474" y="4310150"/>
                  <a:pt x="11649690" y="4302192"/>
                  <a:pt x="11661276" y="4300601"/>
                </a:cubicBezTo>
                <a:close/>
                <a:moveTo>
                  <a:pt x="19015508" y="4284684"/>
                </a:moveTo>
                <a:cubicBezTo>
                  <a:pt x="19034464" y="4284684"/>
                  <a:pt x="19053424" y="4284684"/>
                  <a:pt x="19071328" y="4284684"/>
                </a:cubicBezTo>
                <a:cubicBezTo>
                  <a:pt x="19077648" y="4311174"/>
                  <a:pt x="19090288" y="4337664"/>
                  <a:pt x="19090288" y="4364154"/>
                </a:cubicBezTo>
                <a:cubicBezTo>
                  <a:pt x="19065008" y="4337664"/>
                  <a:pt x="19039732" y="4311174"/>
                  <a:pt x="19015508" y="4284684"/>
                </a:cubicBezTo>
                <a:close/>
                <a:moveTo>
                  <a:pt x="17375560" y="4284681"/>
                </a:moveTo>
                <a:cubicBezTo>
                  <a:pt x="17420284" y="4297091"/>
                  <a:pt x="17466100" y="4303296"/>
                  <a:pt x="17511920" y="4315706"/>
                </a:cubicBezTo>
                <a:cubicBezTo>
                  <a:pt x="17498828" y="4340525"/>
                  <a:pt x="17472648" y="4321910"/>
                  <a:pt x="17453012" y="4315706"/>
                </a:cubicBezTo>
                <a:cubicBezTo>
                  <a:pt x="17426828" y="4303296"/>
                  <a:pt x="17400648" y="4297091"/>
                  <a:pt x="17375560" y="4284681"/>
                </a:cubicBezTo>
                <a:close/>
                <a:moveTo>
                  <a:pt x="10128997" y="4272551"/>
                </a:moveTo>
                <a:cubicBezTo>
                  <a:pt x="10131242" y="4269139"/>
                  <a:pt x="10135733" y="4269139"/>
                  <a:pt x="10141720" y="4272551"/>
                </a:cubicBezTo>
                <a:cubicBezTo>
                  <a:pt x="10135733" y="4279376"/>
                  <a:pt x="10129745" y="4286201"/>
                  <a:pt x="10129745" y="4293026"/>
                </a:cubicBezTo>
                <a:cubicBezTo>
                  <a:pt x="10126752" y="4282788"/>
                  <a:pt x="10126752" y="4275964"/>
                  <a:pt x="10128997" y="4272551"/>
                </a:cubicBezTo>
                <a:close/>
                <a:moveTo>
                  <a:pt x="16582964" y="4270465"/>
                </a:moveTo>
                <a:cubicBezTo>
                  <a:pt x="16582964" y="4289730"/>
                  <a:pt x="16576644" y="4302574"/>
                  <a:pt x="16565058" y="4302574"/>
                </a:cubicBezTo>
                <a:cubicBezTo>
                  <a:pt x="16565058" y="4283309"/>
                  <a:pt x="16571378" y="4270465"/>
                  <a:pt x="16582964" y="4270465"/>
                </a:cubicBezTo>
                <a:close/>
                <a:moveTo>
                  <a:pt x="16222802" y="4270465"/>
                </a:moveTo>
                <a:cubicBezTo>
                  <a:pt x="16222802" y="4289730"/>
                  <a:pt x="16216814" y="4302574"/>
                  <a:pt x="16204838" y="4302574"/>
                </a:cubicBezTo>
                <a:cubicBezTo>
                  <a:pt x="16204838" y="4283309"/>
                  <a:pt x="16210826" y="4270465"/>
                  <a:pt x="16222802" y="4270465"/>
                </a:cubicBezTo>
                <a:close/>
                <a:moveTo>
                  <a:pt x="12114446" y="4270465"/>
                </a:moveTo>
                <a:cubicBezTo>
                  <a:pt x="12126421" y="4270465"/>
                  <a:pt x="12132408" y="4283309"/>
                  <a:pt x="12132408" y="4302574"/>
                </a:cubicBezTo>
                <a:cubicBezTo>
                  <a:pt x="12120433" y="4302574"/>
                  <a:pt x="12114446" y="4289730"/>
                  <a:pt x="12114446" y="4270465"/>
                </a:cubicBezTo>
                <a:close/>
                <a:moveTo>
                  <a:pt x="19875044" y="4270462"/>
                </a:moveTo>
                <a:cubicBezTo>
                  <a:pt x="19894196" y="4277076"/>
                  <a:pt x="19906964" y="4283689"/>
                  <a:pt x="19919732" y="4290303"/>
                </a:cubicBezTo>
                <a:cubicBezTo>
                  <a:pt x="19906964" y="4316757"/>
                  <a:pt x="19881428" y="4296916"/>
                  <a:pt x="19868660" y="4290303"/>
                </a:cubicBezTo>
                <a:cubicBezTo>
                  <a:pt x="19868660" y="4283689"/>
                  <a:pt x="19868660" y="4277076"/>
                  <a:pt x="19875044" y="4270462"/>
                </a:cubicBezTo>
                <a:close/>
                <a:moveTo>
                  <a:pt x="17622024" y="4270462"/>
                </a:moveTo>
                <a:cubicBezTo>
                  <a:pt x="17641664" y="4276819"/>
                  <a:pt x="17772604" y="4289533"/>
                  <a:pt x="17726776" y="4359459"/>
                </a:cubicBezTo>
                <a:cubicBezTo>
                  <a:pt x="17700588" y="4359459"/>
                  <a:pt x="17687492" y="4334031"/>
                  <a:pt x="17661304" y="4334031"/>
                </a:cubicBezTo>
                <a:cubicBezTo>
                  <a:pt x="17648212" y="4334031"/>
                  <a:pt x="17635116" y="4334031"/>
                  <a:pt x="17622024" y="4334031"/>
                </a:cubicBezTo>
                <a:cubicBezTo>
                  <a:pt x="17622024" y="4314961"/>
                  <a:pt x="17622024" y="4289533"/>
                  <a:pt x="17622024" y="4270462"/>
                </a:cubicBezTo>
                <a:close/>
                <a:moveTo>
                  <a:pt x="10190116" y="4270462"/>
                </a:moveTo>
                <a:cubicBezTo>
                  <a:pt x="10202755" y="4270462"/>
                  <a:pt x="10214341" y="4270462"/>
                  <a:pt x="10226980" y="4270462"/>
                </a:cubicBezTo>
                <a:cubicBezTo>
                  <a:pt x="10214341" y="4296953"/>
                  <a:pt x="10208021" y="4323444"/>
                  <a:pt x="10202755" y="4349934"/>
                </a:cubicBezTo>
                <a:cubicBezTo>
                  <a:pt x="10195382" y="4323444"/>
                  <a:pt x="10190116" y="4303576"/>
                  <a:pt x="10190116" y="4270462"/>
                </a:cubicBezTo>
                <a:close/>
                <a:moveTo>
                  <a:pt x="10124654" y="4270462"/>
                </a:moveTo>
                <a:cubicBezTo>
                  <a:pt x="10136951" y="4295890"/>
                  <a:pt x="10130803" y="4334031"/>
                  <a:pt x="10130803" y="4359459"/>
                </a:cubicBezTo>
                <a:cubicBezTo>
                  <a:pt x="10118505" y="4353102"/>
                  <a:pt x="10106208" y="4346745"/>
                  <a:pt x="10100059" y="4340388"/>
                </a:cubicBezTo>
                <a:cubicBezTo>
                  <a:pt x="10106208" y="4314961"/>
                  <a:pt x="10112356" y="4289533"/>
                  <a:pt x="10124654" y="4270462"/>
                </a:cubicBezTo>
                <a:close/>
                <a:moveTo>
                  <a:pt x="10092404" y="4257651"/>
                </a:moveTo>
                <a:cubicBezTo>
                  <a:pt x="10094045" y="4256114"/>
                  <a:pt x="10094865" y="4257267"/>
                  <a:pt x="10095172" y="4259861"/>
                </a:cubicBezTo>
                <a:lnTo>
                  <a:pt x="10095141" y="4260982"/>
                </a:lnTo>
                <a:lnTo>
                  <a:pt x="10108541" y="4260982"/>
                </a:lnTo>
                <a:cubicBezTo>
                  <a:pt x="10105548" y="4264264"/>
                  <a:pt x="10102554" y="4267546"/>
                  <a:pt x="10099560" y="4268367"/>
                </a:cubicBezTo>
                <a:lnTo>
                  <a:pt x="10095037" y="4264647"/>
                </a:lnTo>
                <a:lnTo>
                  <a:pt x="10094865" y="4270717"/>
                </a:lnTo>
                <a:cubicBezTo>
                  <a:pt x="10094045" y="4279171"/>
                  <a:pt x="10092404" y="4288394"/>
                  <a:pt x="10092404" y="4288394"/>
                </a:cubicBezTo>
                <a:cubicBezTo>
                  <a:pt x="10092404" y="4282246"/>
                  <a:pt x="10085841" y="4276097"/>
                  <a:pt x="10085841" y="4269948"/>
                </a:cubicBezTo>
                <a:cubicBezTo>
                  <a:pt x="10085841" y="4263800"/>
                  <a:pt x="10085841" y="4263800"/>
                  <a:pt x="10092404" y="4257651"/>
                </a:cubicBezTo>
                <a:close/>
                <a:moveTo>
                  <a:pt x="19830740" y="4246766"/>
                </a:moveTo>
                <a:cubicBezTo>
                  <a:pt x="19843380" y="4253187"/>
                  <a:pt x="19856020" y="4253187"/>
                  <a:pt x="19867604" y="4259609"/>
                </a:cubicBezTo>
                <a:cubicBezTo>
                  <a:pt x="19856020" y="4278872"/>
                  <a:pt x="19830740" y="4278872"/>
                  <a:pt x="19830740" y="4246766"/>
                </a:cubicBezTo>
                <a:close/>
                <a:moveTo>
                  <a:pt x="16767872" y="4246766"/>
                </a:moveTo>
                <a:cubicBezTo>
                  <a:pt x="16767872" y="4267241"/>
                  <a:pt x="16761884" y="4274066"/>
                  <a:pt x="16749910" y="4274066"/>
                </a:cubicBezTo>
                <a:cubicBezTo>
                  <a:pt x="16749910" y="4253591"/>
                  <a:pt x="16755898" y="4246766"/>
                  <a:pt x="16767872" y="4246766"/>
                </a:cubicBezTo>
                <a:close/>
                <a:moveTo>
                  <a:pt x="15981076" y="4246766"/>
                </a:moveTo>
                <a:cubicBezTo>
                  <a:pt x="15981076" y="4267241"/>
                  <a:pt x="15975088" y="4274066"/>
                  <a:pt x="15963114" y="4274066"/>
                </a:cubicBezTo>
                <a:cubicBezTo>
                  <a:pt x="15963114" y="4253591"/>
                  <a:pt x="15969100" y="4246766"/>
                  <a:pt x="15981076" y="4246766"/>
                </a:cubicBezTo>
                <a:close/>
                <a:moveTo>
                  <a:pt x="14786664" y="4246766"/>
                </a:moveTo>
                <a:cubicBezTo>
                  <a:pt x="14786664" y="4267241"/>
                  <a:pt x="14780677" y="4274066"/>
                  <a:pt x="14768702" y="4274066"/>
                </a:cubicBezTo>
                <a:cubicBezTo>
                  <a:pt x="14768702" y="4253591"/>
                  <a:pt x="14780677" y="4246766"/>
                  <a:pt x="14786664" y="4246766"/>
                </a:cubicBezTo>
                <a:close/>
                <a:moveTo>
                  <a:pt x="13279425" y="4246766"/>
                </a:moveTo>
                <a:cubicBezTo>
                  <a:pt x="13279425" y="4267241"/>
                  <a:pt x="13272440" y="4274066"/>
                  <a:pt x="13261463" y="4274066"/>
                </a:cubicBezTo>
                <a:cubicBezTo>
                  <a:pt x="13261463" y="4253591"/>
                  <a:pt x="13267450" y="4246766"/>
                  <a:pt x="13279425" y="4246766"/>
                </a:cubicBezTo>
                <a:close/>
                <a:moveTo>
                  <a:pt x="9469676" y="4246766"/>
                </a:moveTo>
                <a:cubicBezTo>
                  <a:pt x="9483326" y="4246766"/>
                  <a:pt x="9496976" y="4253591"/>
                  <a:pt x="9496976" y="4274066"/>
                </a:cubicBezTo>
                <a:cubicBezTo>
                  <a:pt x="9483326" y="4274066"/>
                  <a:pt x="9469676" y="4267241"/>
                  <a:pt x="9469676" y="4246766"/>
                </a:cubicBezTo>
                <a:close/>
                <a:moveTo>
                  <a:pt x="18870020" y="4242537"/>
                </a:moveTo>
                <a:cubicBezTo>
                  <a:pt x="18878580" y="4243305"/>
                  <a:pt x="18886480" y="4250991"/>
                  <a:pt x="18886480" y="4269437"/>
                </a:cubicBezTo>
                <a:cubicBezTo>
                  <a:pt x="18873840" y="4263289"/>
                  <a:pt x="18861200" y="4263289"/>
                  <a:pt x="18849616" y="4257140"/>
                </a:cubicBezTo>
                <a:cubicBezTo>
                  <a:pt x="18852248" y="4247917"/>
                  <a:pt x="18861464" y="4241768"/>
                  <a:pt x="18870020" y="4242537"/>
                </a:cubicBezTo>
                <a:close/>
                <a:moveTo>
                  <a:pt x="17336000" y="4242218"/>
                </a:moveTo>
                <a:cubicBezTo>
                  <a:pt x="17351728" y="4242218"/>
                  <a:pt x="17364976" y="4248603"/>
                  <a:pt x="17364976" y="4274140"/>
                </a:cubicBezTo>
                <a:cubicBezTo>
                  <a:pt x="17338484" y="4267756"/>
                  <a:pt x="17311992" y="4267756"/>
                  <a:pt x="17285504" y="4261371"/>
                </a:cubicBezTo>
                <a:cubicBezTo>
                  <a:pt x="17285504" y="4254987"/>
                  <a:pt x="17292124" y="4248603"/>
                  <a:pt x="17292124" y="4248603"/>
                </a:cubicBezTo>
                <a:cubicBezTo>
                  <a:pt x="17302060" y="4248603"/>
                  <a:pt x="17320272" y="4242218"/>
                  <a:pt x="17336000" y="4242218"/>
                </a:cubicBezTo>
                <a:close/>
                <a:moveTo>
                  <a:pt x="14599314" y="4227806"/>
                </a:moveTo>
                <a:cubicBezTo>
                  <a:pt x="14599314" y="4234227"/>
                  <a:pt x="14605302" y="4240649"/>
                  <a:pt x="14611289" y="4247070"/>
                </a:cubicBezTo>
                <a:cubicBezTo>
                  <a:pt x="14599314" y="4253491"/>
                  <a:pt x="14599314" y="4259912"/>
                  <a:pt x="14593327" y="4247070"/>
                </a:cubicBezTo>
                <a:cubicBezTo>
                  <a:pt x="14593327" y="4240649"/>
                  <a:pt x="14593327" y="4234227"/>
                  <a:pt x="14599314" y="4227806"/>
                </a:cubicBezTo>
                <a:close/>
                <a:moveTo>
                  <a:pt x="12754312" y="4214995"/>
                </a:moveTo>
                <a:cubicBezTo>
                  <a:pt x="12766609" y="4214995"/>
                  <a:pt x="12791204" y="4208846"/>
                  <a:pt x="12791204" y="4245738"/>
                </a:cubicBezTo>
                <a:cubicBezTo>
                  <a:pt x="12772758" y="4245738"/>
                  <a:pt x="12754312" y="4245738"/>
                  <a:pt x="12754312" y="4214995"/>
                </a:cubicBezTo>
                <a:close/>
                <a:moveTo>
                  <a:pt x="9621713" y="4214304"/>
                </a:moveTo>
                <a:cubicBezTo>
                  <a:pt x="9621713" y="4233648"/>
                  <a:pt x="9628162" y="4246544"/>
                  <a:pt x="9641058" y="4246544"/>
                </a:cubicBezTo>
                <a:cubicBezTo>
                  <a:pt x="9641058" y="4220752"/>
                  <a:pt x="9634610" y="4214304"/>
                  <a:pt x="9621713" y="4214304"/>
                </a:cubicBezTo>
                <a:close/>
                <a:moveTo>
                  <a:pt x="20260964" y="4213587"/>
                </a:moveTo>
                <a:cubicBezTo>
                  <a:pt x="20260964" y="4232852"/>
                  <a:pt x="20260964" y="4245696"/>
                  <a:pt x="20247840" y="4245696"/>
                </a:cubicBezTo>
                <a:cubicBezTo>
                  <a:pt x="20247840" y="4226431"/>
                  <a:pt x="20247840" y="4213587"/>
                  <a:pt x="20260964" y="4213587"/>
                </a:cubicBezTo>
                <a:close/>
                <a:moveTo>
                  <a:pt x="17242848" y="4213587"/>
                </a:moveTo>
                <a:cubicBezTo>
                  <a:pt x="17255144" y="4213587"/>
                  <a:pt x="17267440" y="4220009"/>
                  <a:pt x="17279740" y="4226431"/>
                </a:cubicBezTo>
                <a:cubicBezTo>
                  <a:pt x="17267440" y="4245696"/>
                  <a:pt x="17242848" y="4245696"/>
                  <a:pt x="17242848" y="4213587"/>
                </a:cubicBezTo>
                <a:close/>
                <a:moveTo>
                  <a:pt x="16090088" y="4213587"/>
                </a:moveTo>
                <a:cubicBezTo>
                  <a:pt x="16090088" y="4232852"/>
                  <a:pt x="16084100" y="4245696"/>
                  <a:pt x="16072126" y="4245696"/>
                </a:cubicBezTo>
                <a:cubicBezTo>
                  <a:pt x="16072126" y="4220009"/>
                  <a:pt x="16078114" y="4213587"/>
                  <a:pt x="16090088" y="4213587"/>
                </a:cubicBezTo>
                <a:close/>
                <a:moveTo>
                  <a:pt x="14639700" y="4213587"/>
                </a:moveTo>
                <a:cubicBezTo>
                  <a:pt x="14639700" y="4239274"/>
                  <a:pt x="14627403" y="4245696"/>
                  <a:pt x="14615105" y="4245696"/>
                </a:cubicBezTo>
                <a:cubicBezTo>
                  <a:pt x="14608957" y="4239274"/>
                  <a:pt x="14602808" y="4232852"/>
                  <a:pt x="14602808" y="4226431"/>
                </a:cubicBezTo>
                <a:cubicBezTo>
                  <a:pt x="14615105" y="4220009"/>
                  <a:pt x="14627403" y="4213587"/>
                  <a:pt x="14639700" y="4213587"/>
                </a:cubicBezTo>
                <a:close/>
                <a:moveTo>
                  <a:pt x="10920032" y="4213587"/>
                </a:moveTo>
                <a:cubicBezTo>
                  <a:pt x="10932007" y="4213587"/>
                  <a:pt x="10937994" y="4220009"/>
                  <a:pt x="10937994" y="4245696"/>
                </a:cubicBezTo>
                <a:cubicBezTo>
                  <a:pt x="10926019" y="4245696"/>
                  <a:pt x="10920032" y="4232852"/>
                  <a:pt x="10920032" y="4213587"/>
                </a:cubicBezTo>
                <a:close/>
                <a:moveTo>
                  <a:pt x="13204588" y="4213584"/>
                </a:moveTo>
                <a:cubicBezTo>
                  <a:pt x="13217430" y="4219789"/>
                  <a:pt x="13223851" y="4232199"/>
                  <a:pt x="13236694" y="4238404"/>
                </a:cubicBezTo>
                <a:cubicBezTo>
                  <a:pt x="13223851" y="4244609"/>
                  <a:pt x="13217430" y="4257018"/>
                  <a:pt x="13204588" y="4269428"/>
                </a:cubicBezTo>
                <a:cubicBezTo>
                  <a:pt x="13204588" y="4250813"/>
                  <a:pt x="13204588" y="4232199"/>
                  <a:pt x="13204588" y="4213584"/>
                </a:cubicBezTo>
                <a:close/>
                <a:moveTo>
                  <a:pt x="18923704" y="4212190"/>
                </a:moveTo>
                <a:cubicBezTo>
                  <a:pt x="18943104" y="4208403"/>
                  <a:pt x="18966980" y="4235669"/>
                  <a:pt x="18976528" y="4259905"/>
                </a:cubicBezTo>
                <a:cubicBezTo>
                  <a:pt x="18957428" y="4246979"/>
                  <a:pt x="18931960" y="4234053"/>
                  <a:pt x="18906492" y="4227590"/>
                </a:cubicBezTo>
                <a:cubicBezTo>
                  <a:pt x="18911268" y="4218165"/>
                  <a:pt x="18917236" y="4213452"/>
                  <a:pt x="18923704" y="4212190"/>
                </a:cubicBezTo>
                <a:close/>
                <a:moveTo>
                  <a:pt x="9852780" y="4202483"/>
                </a:moveTo>
                <a:lnTo>
                  <a:pt x="9856906" y="4210132"/>
                </a:lnTo>
                <a:lnTo>
                  <a:pt x="9861159" y="4205901"/>
                </a:lnTo>
                <a:close/>
                <a:moveTo>
                  <a:pt x="10206818" y="4198726"/>
                </a:moveTo>
                <a:cubicBezTo>
                  <a:pt x="10225290" y="4201050"/>
                  <a:pt x="10241183" y="4212820"/>
                  <a:pt x="10241183" y="4248399"/>
                </a:cubicBezTo>
                <a:cubicBezTo>
                  <a:pt x="10215533" y="4248399"/>
                  <a:pt x="10171714" y="4248399"/>
                  <a:pt x="10171714" y="4307289"/>
                </a:cubicBezTo>
                <a:cubicBezTo>
                  <a:pt x="10158888" y="4287659"/>
                  <a:pt x="10133238" y="4274572"/>
                  <a:pt x="10133238" y="4235312"/>
                </a:cubicBezTo>
                <a:cubicBezTo>
                  <a:pt x="10133238" y="4203687"/>
                  <a:pt x="10152476" y="4209139"/>
                  <a:pt x="10165301" y="4203687"/>
                </a:cubicBezTo>
                <a:cubicBezTo>
                  <a:pt x="10171714" y="4202051"/>
                  <a:pt x="10179663" y="4200074"/>
                  <a:pt x="10187979" y="4199018"/>
                </a:cubicBezTo>
                <a:cubicBezTo>
                  <a:pt x="10194217" y="4198226"/>
                  <a:pt x="10200660" y="4197951"/>
                  <a:pt x="10206818" y="4198726"/>
                </a:cubicBezTo>
                <a:close/>
                <a:moveTo>
                  <a:pt x="13616354" y="4185241"/>
                </a:moveTo>
                <a:cubicBezTo>
                  <a:pt x="13655456" y="4185241"/>
                  <a:pt x="13701076" y="4185241"/>
                  <a:pt x="13739093" y="4185241"/>
                </a:cubicBezTo>
                <a:cubicBezTo>
                  <a:pt x="13739093" y="4214390"/>
                  <a:pt x="13732576" y="4245722"/>
                  <a:pt x="13706507" y="4245722"/>
                </a:cubicBezTo>
                <a:cubicBezTo>
                  <a:pt x="13668491" y="4245722"/>
                  <a:pt x="13622871" y="4245722"/>
                  <a:pt x="13583768" y="4245722"/>
                </a:cubicBezTo>
                <a:cubicBezTo>
                  <a:pt x="13583768" y="4208124"/>
                  <a:pt x="13590285" y="4185241"/>
                  <a:pt x="13616354" y="4185241"/>
                </a:cubicBezTo>
                <a:close/>
                <a:moveTo>
                  <a:pt x="10395818" y="4185241"/>
                </a:moveTo>
                <a:cubicBezTo>
                  <a:pt x="10421253" y="4185241"/>
                  <a:pt x="10414618" y="4220657"/>
                  <a:pt x="10414618" y="4245722"/>
                </a:cubicBezTo>
                <a:cubicBezTo>
                  <a:pt x="10389183" y="4245722"/>
                  <a:pt x="10395818" y="4202902"/>
                  <a:pt x="10395818" y="4185241"/>
                </a:cubicBezTo>
                <a:close/>
                <a:moveTo>
                  <a:pt x="14146699" y="4185240"/>
                </a:moveTo>
                <a:cubicBezTo>
                  <a:pt x="14146699" y="4204597"/>
                  <a:pt x="14146699" y="4217182"/>
                  <a:pt x="14133574" y="4217182"/>
                </a:cubicBezTo>
                <a:cubicBezTo>
                  <a:pt x="14133574" y="4197732"/>
                  <a:pt x="14133574" y="4185240"/>
                  <a:pt x="14146699" y="4185240"/>
                </a:cubicBezTo>
                <a:close/>
                <a:moveTo>
                  <a:pt x="12862275" y="4185240"/>
                </a:moveTo>
                <a:cubicBezTo>
                  <a:pt x="12862275" y="4204597"/>
                  <a:pt x="12857008" y="4217182"/>
                  <a:pt x="12844368" y="4217182"/>
                </a:cubicBezTo>
                <a:cubicBezTo>
                  <a:pt x="12844368" y="4190868"/>
                  <a:pt x="12850688" y="4185240"/>
                  <a:pt x="12862275" y="4185240"/>
                </a:cubicBezTo>
                <a:close/>
                <a:moveTo>
                  <a:pt x="10320813" y="4184981"/>
                </a:moveTo>
                <a:cubicBezTo>
                  <a:pt x="10320813" y="4215141"/>
                  <a:pt x="10347002" y="4215141"/>
                  <a:pt x="10360096" y="4215141"/>
                </a:cubicBezTo>
                <a:cubicBezTo>
                  <a:pt x="10360096" y="4178497"/>
                  <a:pt x="10340455" y="4184981"/>
                  <a:pt x="10320813" y="4184981"/>
                </a:cubicBezTo>
                <a:close/>
                <a:moveTo>
                  <a:pt x="14358325" y="4182416"/>
                </a:moveTo>
                <a:cubicBezTo>
                  <a:pt x="14369959" y="4181049"/>
                  <a:pt x="14383920" y="4185971"/>
                  <a:pt x="14393227" y="4185971"/>
                </a:cubicBezTo>
                <a:cubicBezTo>
                  <a:pt x="14393227" y="4236192"/>
                  <a:pt x="14355998" y="4216504"/>
                  <a:pt x="14337383" y="4216504"/>
                </a:cubicBezTo>
                <a:cubicBezTo>
                  <a:pt x="14337383" y="4191347"/>
                  <a:pt x="14346690" y="4183783"/>
                  <a:pt x="14358325" y="4182416"/>
                </a:cubicBezTo>
                <a:close/>
                <a:moveTo>
                  <a:pt x="10962691" y="4182260"/>
                </a:moveTo>
                <a:cubicBezTo>
                  <a:pt x="10975534" y="4182260"/>
                  <a:pt x="10994800" y="4175760"/>
                  <a:pt x="10994800" y="4212501"/>
                </a:cubicBezTo>
                <a:cubicBezTo>
                  <a:pt x="10981956" y="4212501"/>
                  <a:pt x="10962691" y="4212501"/>
                  <a:pt x="10962691" y="4182260"/>
                </a:cubicBezTo>
                <a:close/>
                <a:moveTo>
                  <a:pt x="19772840" y="4182259"/>
                </a:moveTo>
                <a:cubicBezTo>
                  <a:pt x="19772840" y="4212501"/>
                  <a:pt x="19754396" y="4212501"/>
                  <a:pt x="19735948" y="4212501"/>
                </a:cubicBezTo>
                <a:cubicBezTo>
                  <a:pt x="19735948" y="4175759"/>
                  <a:pt x="19760544" y="4182259"/>
                  <a:pt x="19772840" y="4182259"/>
                </a:cubicBezTo>
                <a:close/>
                <a:moveTo>
                  <a:pt x="15924684" y="4171024"/>
                </a:moveTo>
                <a:cubicBezTo>
                  <a:pt x="15930832" y="4183508"/>
                  <a:pt x="15936982" y="4194860"/>
                  <a:pt x="15943130" y="4212547"/>
                </a:cubicBezTo>
                <a:cubicBezTo>
                  <a:pt x="15930832" y="4212547"/>
                  <a:pt x="15918536" y="4212547"/>
                  <a:pt x="15906238" y="4212547"/>
                </a:cubicBezTo>
                <a:cubicBezTo>
                  <a:pt x="15912386" y="4194860"/>
                  <a:pt x="15918536" y="4183508"/>
                  <a:pt x="15924684" y="4171024"/>
                </a:cubicBezTo>
                <a:close/>
                <a:moveTo>
                  <a:pt x="16609386" y="4161827"/>
                </a:moveTo>
                <a:cubicBezTo>
                  <a:pt x="16635564" y="4153148"/>
                  <a:pt x="16663570" y="4188276"/>
                  <a:pt x="16687922" y="4211054"/>
                </a:cubicBezTo>
                <a:cubicBezTo>
                  <a:pt x="16713896" y="4230661"/>
                  <a:pt x="16720390" y="4256803"/>
                  <a:pt x="16720390" y="4302552"/>
                </a:cubicBezTo>
                <a:cubicBezTo>
                  <a:pt x="16687922" y="4282945"/>
                  <a:pt x="16655452" y="4263339"/>
                  <a:pt x="16622982" y="4243732"/>
                </a:cubicBezTo>
                <a:cubicBezTo>
                  <a:pt x="16603500" y="4230661"/>
                  <a:pt x="16584018" y="4224125"/>
                  <a:pt x="16584018" y="4187187"/>
                </a:cubicBezTo>
                <a:cubicBezTo>
                  <a:pt x="16592136" y="4172481"/>
                  <a:pt x="16600658" y="4164720"/>
                  <a:pt x="16609386" y="4161827"/>
                </a:cubicBezTo>
                <a:close/>
                <a:moveTo>
                  <a:pt x="15824664" y="4152063"/>
                </a:moveTo>
                <a:cubicBezTo>
                  <a:pt x="15824664" y="4177748"/>
                  <a:pt x="15818676" y="4184169"/>
                  <a:pt x="15806702" y="4184169"/>
                </a:cubicBezTo>
                <a:cubicBezTo>
                  <a:pt x="15806702" y="4158484"/>
                  <a:pt x="15818676" y="4152063"/>
                  <a:pt x="15824664" y="4152063"/>
                </a:cubicBezTo>
                <a:close/>
                <a:moveTo>
                  <a:pt x="10457627" y="4152062"/>
                </a:moveTo>
                <a:cubicBezTo>
                  <a:pt x="10478102" y="4177624"/>
                  <a:pt x="10478102" y="4245698"/>
                  <a:pt x="10450802" y="4245698"/>
                </a:cubicBezTo>
                <a:cubicBezTo>
                  <a:pt x="10457627" y="4213745"/>
                  <a:pt x="10457627" y="4184015"/>
                  <a:pt x="10457627" y="4152062"/>
                </a:cubicBezTo>
                <a:close/>
                <a:moveTo>
                  <a:pt x="10392831" y="4146077"/>
                </a:moveTo>
                <a:cubicBezTo>
                  <a:pt x="10386284" y="4234593"/>
                  <a:pt x="10268437" y="4402094"/>
                  <a:pt x="10242249" y="4247560"/>
                </a:cubicBezTo>
                <a:cubicBezTo>
                  <a:pt x="10255343" y="4247560"/>
                  <a:pt x="10261890" y="4247560"/>
                  <a:pt x="10268437" y="4247560"/>
                </a:cubicBezTo>
                <a:cubicBezTo>
                  <a:pt x="10268437" y="4221625"/>
                  <a:pt x="10261890" y="4215141"/>
                  <a:pt x="10242249" y="4215141"/>
                </a:cubicBezTo>
                <a:cubicBezTo>
                  <a:pt x="10294625" y="4178497"/>
                  <a:pt x="10340455" y="4133110"/>
                  <a:pt x="10392831" y="4146077"/>
                </a:cubicBezTo>
                <a:close/>
                <a:moveTo>
                  <a:pt x="17223884" y="4133111"/>
                </a:moveTo>
                <a:cubicBezTo>
                  <a:pt x="17320724" y="4133111"/>
                  <a:pt x="17403572" y="4190744"/>
                  <a:pt x="17500408" y="4209261"/>
                </a:cubicBezTo>
                <a:cubicBezTo>
                  <a:pt x="17526232" y="4215797"/>
                  <a:pt x="17564968" y="4215797"/>
                  <a:pt x="17584336" y="4255009"/>
                </a:cubicBezTo>
                <a:cubicBezTo>
                  <a:pt x="17597248" y="4307293"/>
                  <a:pt x="17564968" y="4307293"/>
                  <a:pt x="17545600" y="4307293"/>
                </a:cubicBezTo>
                <a:cubicBezTo>
                  <a:pt x="17435852" y="4248474"/>
                  <a:pt x="17333636" y="4190744"/>
                  <a:pt x="17223884" y="4133111"/>
                </a:cubicBezTo>
                <a:close/>
                <a:moveTo>
                  <a:pt x="10507545" y="4123451"/>
                </a:moveTo>
                <a:cubicBezTo>
                  <a:pt x="10520053" y="4125002"/>
                  <a:pt x="10532429" y="4129655"/>
                  <a:pt x="10544541" y="4132757"/>
                </a:cubicBezTo>
                <a:cubicBezTo>
                  <a:pt x="10526372" y="4160680"/>
                  <a:pt x="10504057" y="4167660"/>
                  <a:pt x="10486036" y="4153699"/>
                </a:cubicBezTo>
                <a:lnTo>
                  <a:pt x="10485752" y="4153333"/>
                </a:lnTo>
                <a:lnTo>
                  <a:pt x="10473929" y="4159591"/>
                </a:lnTo>
                <a:cubicBezTo>
                  <a:pt x="10470517" y="4160393"/>
                  <a:pt x="10467104" y="4158787"/>
                  <a:pt x="10460279" y="4152366"/>
                </a:cubicBezTo>
                <a:lnTo>
                  <a:pt x="10472069" y="4135729"/>
                </a:lnTo>
                <a:lnTo>
                  <a:pt x="10469759" y="4132757"/>
                </a:lnTo>
                <a:cubicBezTo>
                  <a:pt x="10482398" y="4123451"/>
                  <a:pt x="10495038" y="4121900"/>
                  <a:pt x="10507545" y="4123451"/>
                </a:cubicBezTo>
                <a:close/>
                <a:moveTo>
                  <a:pt x="16355418" y="4118885"/>
                </a:moveTo>
                <a:cubicBezTo>
                  <a:pt x="16355418" y="4138147"/>
                  <a:pt x="16355418" y="4150990"/>
                  <a:pt x="16342294" y="4150990"/>
                </a:cubicBezTo>
                <a:cubicBezTo>
                  <a:pt x="16342294" y="4131726"/>
                  <a:pt x="16342294" y="4118885"/>
                  <a:pt x="16355418" y="4118885"/>
                </a:cubicBezTo>
                <a:close/>
                <a:moveTo>
                  <a:pt x="16317568" y="4118881"/>
                </a:moveTo>
                <a:cubicBezTo>
                  <a:pt x="16317568" y="4155772"/>
                  <a:pt x="16292974" y="4149624"/>
                  <a:pt x="16280676" y="4149624"/>
                </a:cubicBezTo>
                <a:cubicBezTo>
                  <a:pt x="16280676" y="4118881"/>
                  <a:pt x="16299122" y="4118881"/>
                  <a:pt x="16317568" y="4118881"/>
                </a:cubicBezTo>
                <a:close/>
                <a:moveTo>
                  <a:pt x="17915124" y="4113134"/>
                </a:moveTo>
                <a:lnTo>
                  <a:pt x="17914988" y="4113295"/>
                </a:lnTo>
                <a:cubicBezTo>
                  <a:pt x="17912856" y="4115804"/>
                  <a:pt x="17911148" y="4117810"/>
                  <a:pt x="17911148" y="4117810"/>
                </a:cubicBezTo>
                <a:close/>
                <a:moveTo>
                  <a:pt x="9809865" y="4112770"/>
                </a:moveTo>
                <a:cubicBezTo>
                  <a:pt x="9811300" y="4113196"/>
                  <a:pt x="9812941" y="4114903"/>
                  <a:pt x="9814581" y="4118314"/>
                </a:cubicBezTo>
                <a:cubicBezTo>
                  <a:pt x="9814581" y="4125140"/>
                  <a:pt x="9808019" y="4131964"/>
                  <a:pt x="9808019" y="4131964"/>
                </a:cubicBezTo>
                <a:cubicBezTo>
                  <a:pt x="9803097" y="4121727"/>
                  <a:pt x="9805558" y="4111490"/>
                  <a:pt x="9809865" y="4112770"/>
                </a:cubicBezTo>
                <a:close/>
                <a:moveTo>
                  <a:pt x="9760697" y="4109923"/>
                </a:moveTo>
                <a:cubicBezTo>
                  <a:pt x="9773427" y="4107595"/>
                  <a:pt x="9789240" y="4113799"/>
                  <a:pt x="9804785" y="4120006"/>
                </a:cubicBezTo>
                <a:cubicBezTo>
                  <a:pt x="9824082" y="4151029"/>
                  <a:pt x="9747966" y="4151029"/>
                  <a:pt x="9735101" y="4151029"/>
                </a:cubicBezTo>
                <a:cubicBezTo>
                  <a:pt x="9738317" y="4123108"/>
                  <a:pt x="9747966" y="4112250"/>
                  <a:pt x="9760697" y="4109923"/>
                </a:cubicBezTo>
                <a:close/>
                <a:moveTo>
                  <a:pt x="17922024" y="4105021"/>
                </a:moveTo>
                <a:lnTo>
                  <a:pt x="17921388" y="4105771"/>
                </a:lnTo>
                <a:lnTo>
                  <a:pt x="17915124" y="4113134"/>
                </a:lnTo>
                <a:close/>
                <a:moveTo>
                  <a:pt x="9821601" y="4102913"/>
                </a:moveTo>
                <a:cubicBezTo>
                  <a:pt x="9822421" y="4104411"/>
                  <a:pt x="9820780" y="4108900"/>
                  <a:pt x="9817499" y="4117882"/>
                </a:cubicBezTo>
                <a:cubicBezTo>
                  <a:pt x="9817499" y="4117882"/>
                  <a:pt x="9810936" y="4111895"/>
                  <a:pt x="9810936" y="4105908"/>
                </a:cubicBezTo>
                <a:cubicBezTo>
                  <a:pt x="9817499" y="4102913"/>
                  <a:pt x="9820780" y="4101417"/>
                  <a:pt x="9821601" y="4102913"/>
                </a:cubicBezTo>
                <a:close/>
                <a:moveTo>
                  <a:pt x="9885021" y="4087636"/>
                </a:moveTo>
                <a:cubicBezTo>
                  <a:pt x="9885021" y="4126322"/>
                  <a:pt x="9904367" y="4119876"/>
                  <a:pt x="9923712" y="4119876"/>
                </a:cubicBezTo>
                <a:cubicBezTo>
                  <a:pt x="9923712" y="4087636"/>
                  <a:pt x="9897918" y="4087636"/>
                  <a:pt x="9885021" y="4087636"/>
                </a:cubicBezTo>
                <a:close/>
                <a:moveTo>
                  <a:pt x="10673567" y="4085706"/>
                </a:moveTo>
                <a:cubicBezTo>
                  <a:pt x="10685542" y="4085706"/>
                  <a:pt x="10691529" y="4098546"/>
                  <a:pt x="10691529" y="4117810"/>
                </a:cubicBezTo>
                <a:cubicBezTo>
                  <a:pt x="10679554" y="4117810"/>
                  <a:pt x="10673567" y="4104969"/>
                  <a:pt x="10673567" y="4085706"/>
                </a:cubicBezTo>
                <a:close/>
                <a:moveTo>
                  <a:pt x="10623518" y="4085706"/>
                </a:moveTo>
                <a:cubicBezTo>
                  <a:pt x="10643993" y="4085706"/>
                  <a:pt x="10637168" y="4131395"/>
                  <a:pt x="10637168" y="4150975"/>
                </a:cubicBezTo>
                <a:cubicBezTo>
                  <a:pt x="10616693" y="4150975"/>
                  <a:pt x="10623518" y="4111813"/>
                  <a:pt x="10623518" y="4085706"/>
                </a:cubicBezTo>
                <a:close/>
                <a:moveTo>
                  <a:pt x="10412881" y="4085706"/>
                </a:moveTo>
                <a:cubicBezTo>
                  <a:pt x="10424856" y="4085706"/>
                  <a:pt x="10430843" y="4098546"/>
                  <a:pt x="10430843" y="4117810"/>
                </a:cubicBezTo>
                <a:cubicBezTo>
                  <a:pt x="10418868" y="4117810"/>
                  <a:pt x="10412881" y="4111390"/>
                  <a:pt x="10412881" y="4085706"/>
                </a:cubicBezTo>
                <a:close/>
                <a:moveTo>
                  <a:pt x="17791656" y="4085705"/>
                </a:moveTo>
                <a:cubicBezTo>
                  <a:pt x="17791656" y="4111388"/>
                  <a:pt x="17785668" y="4117809"/>
                  <a:pt x="17773696" y="4117809"/>
                </a:cubicBezTo>
                <a:cubicBezTo>
                  <a:pt x="17773696" y="4098546"/>
                  <a:pt x="17779684" y="4085705"/>
                  <a:pt x="17791656" y="4085705"/>
                </a:cubicBezTo>
                <a:close/>
                <a:moveTo>
                  <a:pt x="17165984" y="4085705"/>
                </a:moveTo>
                <a:cubicBezTo>
                  <a:pt x="17165984" y="4122594"/>
                  <a:pt x="17147536" y="4116447"/>
                  <a:pt x="17129092" y="4116447"/>
                </a:cubicBezTo>
                <a:cubicBezTo>
                  <a:pt x="17129092" y="4085705"/>
                  <a:pt x="17153684" y="4085705"/>
                  <a:pt x="17165984" y="4085705"/>
                </a:cubicBezTo>
                <a:close/>
                <a:moveTo>
                  <a:pt x="15981076" y="4085705"/>
                </a:moveTo>
                <a:cubicBezTo>
                  <a:pt x="15981076" y="4111389"/>
                  <a:pt x="15975088" y="4117809"/>
                  <a:pt x="15963114" y="4117809"/>
                </a:cubicBezTo>
                <a:cubicBezTo>
                  <a:pt x="15963114" y="4098546"/>
                  <a:pt x="15969100" y="4085705"/>
                  <a:pt x="15981076" y="4085705"/>
                </a:cubicBezTo>
                <a:close/>
                <a:moveTo>
                  <a:pt x="13204588" y="4085705"/>
                </a:moveTo>
                <a:cubicBezTo>
                  <a:pt x="13216563" y="4085705"/>
                  <a:pt x="13222550" y="4098546"/>
                  <a:pt x="13222550" y="4117810"/>
                </a:cubicBezTo>
                <a:cubicBezTo>
                  <a:pt x="13210575" y="4117810"/>
                  <a:pt x="13204588" y="4111389"/>
                  <a:pt x="13204588" y="4085705"/>
                </a:cubicBezTo>
                <a:close/>
                <a:moveTo>
                  <a:pt x="11070709" y="4085705"/>
                </a:moveTo>
                <a:cubicBezTo>
                  <a:pt x="11070709" y="4111389"/>
                  <a:pt x="11064722" y="4117810"/>
                  <a:pt x="11052747" y="4117810"/>
                </a:cubicBezTo>
                <a:cubicBezTo>
                  <a:pt x="11052747" y="4098546"/>
                  <a:pt x="11058734" y="4085705"/>
                  <a:pt x="11070709" y="4085705"/>
                </a:cubicBezTo>
                <a:close/>
                <a:moveTo>
                  <a:pt x="17887452" y="4076241"/>
                </a:moveTo>
                <a:cubicBezTo>
                  <a:pt x="18054044" y="4076241"/>
                  <a:pt x="18220640" y="4166982"/>
                  <a:pt x="18381860" y="4255454"/>
                </a:cubicBezTo>
                <a:cubicBezTo>
                  <a:pt x="18458172" y="4294342"/>
                  <a:pt x="18535560" y="4326748"/>
                  <a:pt x="18606496" y="4372118"/>
                </a:cubicBezTo>
                <a:cubicBezTo>
                  <a:pt x="18637664" y="4391562"/>
                  <a:pt x="18637664" y="4442332"/>
                  <a:pt x="18663460" y="4461776"/>
                </a:cubicBezTo>
                <a:cubicBezTo>
                  <a:pt x="18689256" y="4494183"/>
                  <a:pt x="18727948" y="4507145"/>
                  <a:pt x="18753744" y="4539552"/>
                </a:cubicBezTo>
                <a:cubicBezTo>
                  <a:pt x="18682808" y="4539552"/>
                  <a:pt x="18625844" y="4487701"/>
                  <a:pt x="18561356" y="4455295"/>
                </a:cubicBezTo>
                <a:cubicBezTo>
                  <a:pt x="18529112" y="4442332"/>
                  <a:pt x="18496868" y="4422888"/>
                  <a:pt x="18464620" y="4416407"/>
                </a:cubicBezTo>
                <a:cubicBezTo>
                  <a:pt x="18445276" y="4416407"/>
                  <a:pt x="18432376" y="4435851"/>
                  <a:pt x="18420556" y="4429369"/>
                </a:cubicBezTo>
                <a:cubicBezTo>
                  <a:pt x="18414104" y="4429369"/>
                  <a:pt x="18407656" y="4416407"/>
                  <a:pt x="18394760" y="4416407"/>
                </a:cubicBezTo>
                <a:cubicBezTo>
                  <a:pt x="18401208" y="4403444"/>
                  <a:pt x="18407656" y="4391562"/>
                  <a:pt x="18414104" y="4385080"/>
                </a:cubicBezTo>
                <a:cubicBezTo>
                  <a:pt x="18310924" y="4313786"/>
                  <a:pt x="18195920" y="4173463"/>
                  <a:pt x="18073392" y="4248973"/>
                </a:cubicBezTo>
                <a:cubicBezTo>
                  <a:pt x="18073392" y="4223047"/>
                  <a:pt x="18073392" y="4204684"/>
                  <a:pt x="18073392" y="4186426"/>
                </a:cubicBezTo>
                <a:cubicBezTo>
                  <a:pt x="18066944" y="4179945"/>
                  <a:pt x="18054044" y="4173463"/>
                  <a:pt x="18047596" y="4173463"/>
                </a:cubicBezTo>
                <a:cubicBezTo>
                  <a:pt x="18029324" y="4160501"/>
                  <a:pt x="18009980" y="4154019"/>
                  <a:pt x="17990632" y="4147538"/>
                </a:cubicBezTo>
                <a:cubicBezTo>
                  <a:pt x="17974508" y="4141057"/>
                  <a:pt x="17956776" y="4131335"/>
                  <a:pt x="17939040" y="4119183"/>
                </a:cubicBezTo>
                <a:lnTo>
                  <a:pt x="17922024" y="4105021"/>
                </a:lnTo>
                <a:close/>
                <a:moveTo>
                  <a:pt x="10450799" y="4062004"/>
                </a:moveTo>
                <a:cubicBezTo>
                  <a:pt x="10487691" y="4062004"/>
                  <a:pt x="10487691" y="4062004"/>
                  <a:pt x="10487691" y="4089304"/>
                </a:cubicBezTo>
                <a:cubicBezTo>
                  <a:pt x="10450799" y="4089304"/>
                  <a:pt x="10450799" y="4089304"/>
                  <a:pt x="10450799" y="4062004"/>
                </a:cubicBezTo>
                <a:close/>
                <a:moveTo>
                  <a:pt x="16121250" y="4062002"/>
                </a:moveTo>
                <a:cubicBezTo>
                  <a:pt x="16121250" y="4068208"/>
                  <a:pt x="16127714" y="4068208"/>
                  <a:pt x="16127714" y="4074411"/>
                </a:cubicBezTo>
                <a:cubicBezTo>
                  <a:pt x="16147102" y="4080616"/>
                  <a:pt x="16184804" y="4074411"/>
                  <a:pt x="16184804" y="4117846"/>
                </a:cubicBezTo>
                <a:cubicBezTo>
                  <a:pt x="16160030" y="4117846"/>
                  <a:pt x="16134178" y="4117846"/>
                  <a:pt x="16114788" y="4117846"/>
                </a:cubicBezTo>
                <a:cubicBezTo>
                  <a:pt x="16114788" y="4099231"/>
                  <a:pt x="16114788" y="4080616"/>
                  <a:pt x="16121250" y="4062002"/>
                </a:cubicBezTo>
                <a:close/>
                <a:moveTo>
                  <a:pt x="10716226" y="4062002"/>
                </a:moveTo>
                <a:cubicBezTo>
                  <a:pt x="10729069" y="4074412"/>
                  <a:pt x="10735491" y="4080617"/>
                  <a:pt x="10748335" y="4086822"/>
                </a:cubicBezTo>
                <a:cubicBezTo>
                  <a:pt x="10735491" y="4099233"/>
                  <a:pt x="10722648" y="4105437"/>
                  <a:pt x="10716226" y="4117846"/>
                </a:cubicBezTo>
                <a:cubicBezTo>
                  <a:pt x="10716226" y="4099233"/>
                  <a:pt x="10716226" y="4080617"/>
                  <a:pt x="10716226" y="4062002"/>
                </a:cubicBezTo>
                <a:close/>
                <a:moveTo>
                  <a:pt x="10570538" y="4062002"/>
                </a:moveTo>
                <a:cubicBezTo>
                  <a:pt x="10582513" y="4080617"/>
                  <a:pt x="10582513" y="4117846"/>
                  <a:pt x="10564551" y="4117846"/>
                </a:cubicBezTo>
                <a:cubicBezTo>
                  <a:pt x="10564551" y="4099233"/>
                  <a:pt x="10570538" y="4080617"/>
                  <a:pt x="10570538" y="4062002"/>
                </a:cubicBezTo>
                <a:close/>
                <a:moveTo>
                  <a:pt x="17053256" y="4062001"/>
                </a:moveTo>
                <a:cubicBezTo>
                  <a:pt x="17071872" y="4062001"/>
                  <a:pt x="17090484" y="4062001"/>
                  <a:pt x="17109100" y="4062001"/>
                </a:cubicBezTo>
                <a:cubicBezTo>
                  <a:pt x="17102896" y="4080616"/>
                  <a:pt x="17096692" y="4099231"/>
                  <a:pt x="17090484" y="4117846"/>
                </a:cubicBezTo>
                <a:cubicBezTo>
                  <a:pt x="17078076" y="4105436"/>
                  <a:pt x="17053256" y="4093026"/>
                  <a:pt x="17053256" y="4062001"/>
                </a:cubicBezTo>
                <a:close/>
                <a:moveTo>
                  <a:pt x="11111606" y="4058546"/>
                </a:moveTo>
                <a:cubicBezTo>
                  <a:pt x="11123240" y="4057731"/>
                  <a:pt x="11137201" y="4062625"/>
                  <a:pt x="11146509" y="4062625"/>
                </a:cubicBezTo>
                <a:cubicBezTo>
                  <a:pt x="11146509" y="4108314"/>
                  <a:pt x="11109280" y="4088734"/>
                  <a:pt x="11090665" y="4088734"/>
                </a:cubicBezTo>
                <a:cubicBezTo>
                  <a:pt x="11090665" y="4065888"/>
                  <a:pt x="11099972" y="4059361"/>
                  <a:pt x="11111606" y="4058546"/>
                </a:cubicBezTo>
                <a:close/>
                <a:moveTo>
                  <a:pt x="16128438" y="4043045"/>
                </a:moveTo>
                <a:cubicBezTo>
                  <a:pt x="16135262" y="4049871"/>
                  <a:pt x="16135262" y="4056698"/>
                  <a:pt x="16142088" y="4063520"/>
                </a:cubicBezTo>
                <a:cubicBezTo>
                  <a:pt x="16128438" y="4070346"/>
                  <a:pt x="16114788" y="4063520"/>
                  <a:pt x="16128438" y="4043045"/>
                </a:cubicBezTo>
                <a:close/>
                <a:moveTo>
                  <a:pt x="11317603" y="4043045"/>
                </a:moveTo>
                <a:cubicBezTo>
                  <a:pt x="11324428" y="4049871"/>
                  <a:pt x="11324428" y="4056698"/>
                  <a:pt x="11331253" y="4063520"/>
                </a:cubicBezTo>
                <a:cubicBezTo>
                  <a:pt x="11317603" y="4070346"/>
                  <a:pt x="11303953" y="4063520"/>
                  <a:pt x="11317603" y="4043045"/>
                </a:cubicBezTo>
                <a:close/>
                <a:moveTo>
                  <a:pt x="20064620" y="4042570"/>
                </a:moveTo>
                <a:cubicBezTo>
                  <a:pt x="20066248" y="4040012"/>
                  <a:pt x="20069508" y="4041718"/>
                  <a:pt x="20076028" y="4045132"/>
                </a:cubicBezTo>
                <a:cubicBezTo>
                  <a:pt x="20070100" y="4051955"/>
                  <a:pt x="20070100" y="4058781"/>
                  <a:pt x="20062992" y="4065605"/>
                </a:cubicBezTo>
                <a:cubicBezTo>
                  <a:pt x="20062992" y="4051955"/>
                  <a:pt x="20062992" y="4045132"/>
                  <a:pt x="20064620" y="4042570"/>
                </a:cubicBezTo>
                <a:close/>
                <a:moveTo>
                  <a:pt x="19837124" y="4042570"/>
                </a:moveTo>
                <a:cubicBezTo>
                  <a:pt x="19838764" y="4040012"/>
                  <a:pt x="19842048" y="4041719"/>
                  <a:pt x="19848612" y="4045133"/>
                </a:cubicBezTo>
                <a:cubicBezTo>
                  <a:pt x="19842048" y="4051955"/>
                  <a:pt x="19842048" y="4058781"/>
                  <a:pt x="19835484" y="4065605"/>
                </a:cubicBezTo>
                <a:cubicBezTo>
                  <a:pt x="19835484" y="4051955"/>
                  <a:pt x="19835484" y="4045132"/>
                  <a:pt x="19837124" y="4042570"/>
                </a:cubicBezTo>
                <a:close/>
                <a:moveTo>
                  <a:pt x="10051604" y="4029605"/>
                </a:moveTo>
                <a:cubicBezTo>
                  <a:pt x="10019362" y="4036052"/>
                  <a:pt x="9981747" y="4036052"/>
                  <a:pt x="9955953" y="4074739"/>
                </a:cubicBezTo>
                <a:cubicBezTo>
                  <a:pt x="9981747" y="4074739"/>
                  <a:pt x="10051604" y="4100532"/>
                  <a:pt x="10051604" y="4029605"/>
                </a:cubicBezTo>
                <a:close/>
                <a:moveTo>
                  <a:pt x="15490658" y="4028822"/>
                </a:moveTo>
                <a:cubicBezTo>
                  <a:pt x="15490658" y="4053644"/>
                  <a:pt x="15497484" y="4084667"/>
                  <a:pt x="15470184" y="4084667"/>
                </a:cubicBezTo>
                <a:cubicBezTo>
                  <a:pt x="15470184" y="4059849"/>
                  <a:pt x="15470184" y="4028822"/>
                  <a:pt x="15490658" y="4028822"/>
                </a:cubicBezTo>
                <a:close/>
                <a:moveTo>
                  <a:pt x="10975819" y="4028822"/>
                </a:moveTo>
                <a:cubicBezTo>
                  <a:pt x="10975819" y="4048087"/>
                  <a:pt x="10975819" y="4060930"/>
                  <a:pt x="10962691" y="4060930"/>
                </a:cubicBezTo>
                <a:cubicBezTo>
                  <a:pt x="10962691" y="4041666"/>
                  <a:pt x="10962691" y="4028822"/>
                  <a:pt x="10975819" y="4028822"/>
                </a:cubicBezTo>
                <a:close/>
                <a:moveTo>
                  <a:pt x="19228796" y="4028819"/>
                </a:moveTo>
                <a:cubicBezTo>
                  <a:pt x="19241924" y="4028819"/>
                  <a:pt x="19241924" y="4041665"/>
                  <a:pt x="19241924" y="4060929"/>
                </a:cubicBezTo>
                <a:cubicBezTo>
                  <a:pt x="19228796" y="4060929"/>
                  <a:pt x="19228796" y="4048087"/>
                  <a:pt x="19228796" y="4028819"/>
                </a:cubicBezTo>
                <a:close/>
                <a:moveTo>
                  <a:pt x="15374392" y="4028819"/>
                </a:moveTo>
                <a:cubicBezTo>
                  <a:pt x="15374392" y="4048087"/>
                  <a:pt x="15368404" y="4060930"/>
                  <a:pt x="15356430" y="4060930"/>
                </a:cubicBezTo>
                <a:cubicBezTo>
                  <a:pt x="15356430" y="4041666"/>
                  <a:pt x="15362416" y="4028819"/>
                  <a:pt x="15374392" y="4028819"/>
                </a:cubicBezTo>
                <a:close/>
                <a:moveTo>
                  <a:pt x="9933170" y="4028819"/>
                </a:moveTo>
                <a:lnTo>
                  <a:pt x="9930340" y="4033882"/>
                </a:lnTo>
                <a:lnTo>
                  <a:pt x="9930644" y="4033338"/>
                </a:lnTo>
                <a:cubicBezTo>
                  <a:pt x="9932048" y="4030831"/>
                  <a:pt x="9933170" y="4028819"/>
                  <a:pt x="9933170" y="4028819"/>
                </a:cubicBezTo>
                <a:close/>
                <a:moveTo>
                  <a:pt x="11260567" y="4025783"/>
                </a:moveTo>
                <a:cubicBezTo>
                  <a:pt x="11271022" y="4027374"/>
                  <a:pt x="11279169" y="4035333"/>
                  <a:pt x="11279169" y="4060799"/>
                </a:cubicBezTo>
                <a:cubicBezTo>
                  <a:pt x="11259617" y="4060799"/>
                  <a:pt x="11228116" y="4079899"/>
                  <a:pt x="11228116" y="4028965"/>
                </a:cubicBezTo>
                <a:cubicBezTo>
                  <a:pt x="11237349" y="4028965"/>
                  <a:pt x="11250112" y="4024192"/>
                  <a:pt x="11260567" y="4025783"/>
                </a:cubicBezTo>
                <a:close/>
                <a:moveTo>
                  <a:pt x="17012168" y="4025782"/>
                </a:moveTo>
                <a:cubicBezTo>
                  <a:pt x="17023436" y="4027374"/>
                  <a:pt x="17033212" y="4035333"/>
                  <a:pt x="17033212" y="4060799"/>
                </a:cubicBezTo>
                <a:cubicBezTo>
                  <a:pt x="17013660" y="4060799"/>
                  <a:pt x="16982160" y="4079898"/>
                  <a:pt x="16982160" y="4028962"/>
                </a:cubicBezTo>
                <a:cubicBezTo>
                  <a:pt x="16988136" y="4028962"/>
                  <a:pt x="17000896" y="4024191"/>
                  <a:pt x="17012168" y="4025782"/>
                </a:cubicBezTo>
                <a:close/>
                <a:moveTo>
                  <a:pt x="9924688" y="4014601"/>
                </a:moveTo>
                <a:cubicBezTo>
                  <a:pt x="9930675" y="4014601"/>
                  <a:pt x="9936663" y="4014601"/>
                  <a:pt x="9942650" y="4014601"/>
                </a:cubicBezTo>
                <a:cubicBezTo>
                  <a:pt x="9930675" y="4020588"/>
                  <a:pt x="9936663" y="4032563"/>
                  <a:pt x="9924688" y="4014601"/>
                </a:cubicBezTo>
                <a:close/>
                <a:moveTo>
                  <a:pt x="10691475" y="4009865"/>
                </a:moveTo>
                <a:cubicBezTo>
                  <a:pt x="10663826" y="4021206"/>
                  <a:pt x="10622468" y="4077196"/>
                  <a:pt x="10591392" y="4056286"/>
                </a:cubicBezTo>
                <a:lnTo>
                  <a:pt x="10581228" y="4044994"/>
                </a:lnTo>
                <a:lnTo>
                  <a:pt x="10591993" y="4062312"/>
                </a:lnTo>
                <a:cubicBezTo>
                  <a:pt x="10586006" y="4068734"/>
                  <a:pt x="10580018" y="4075154"/>
                  <a:pt x="10574031" y="4062312"/>
                </a:cubicBezTo>
                <a:lnTo>
                  <a:pt x="10579879" y="4043490"/>
                </a:lnTo>
                <a:lnTo>
                  <a:pt x="10578773" y="4042265"/>
                </a:lnTo>
                <a:cubicBezTo>
                  <a:pt x="10615638" y="4029305"/>
                  <a:pt x="10653556" y="4016347"/>
                  <a:pt x="10691475" y="4009865"/>
                </a:cubicBezTo>
                <a:close/>
                <a:moveTo>
                  <a:pt x="19192672" y="4001460"/>
                </a:moveTo>
                <a:cubicBezTo>
                  <a:pt x="19201124" y="4004904"/>
                  <a:pt x="19208812" y="4016478"/>
                  <a:pt x="19208812" y="4032461"/>
                </a:cubicBezTo>
                <a:cubicBezTo>
                  <a:pt x="19196512" y="4025847"/>
                  <a:pt x="19184216" y="4025847"/>
                  <a:pt x="19171920" y="4019234"/>
                </a:cubicBezTo>
                <a:cubicBezTo>
                  <a:pt x="19174992" y="4002701"/>
                  <a:pt x="19184216" y="3998015"/>
                  <a:pt x="19192672" y="4001460"/>
                </a:cubicBezTo>
                <a:close/>
                <a:moveTo>
                  <a:pt x="15773526" y="4000387"/>
                </a:moveTo>
                <a:cubicBezTo>
                  <a:pt x="15779948" y="4005653"/>
                  <a:pt x="15792790" y="4005653"/>
                  <a:pt x="15805632" y="4011972"/>
                </a:cubicBezTo>
                <a:cubicBezTo>
                  <a:pt x="15799210" y="4024612"/>
                  <a:pt x="15792790" y="4037253"/>
                  <a:pt x="15779948" y="4056211"/>
                </a:cubicBezTo>
                <a:cubicBezTo>
                  <a:pt x="15773526" y="4037253"/>
                  <a:pt x="15773526" y="4018293"/>
                  <a:pt x="15773526" y="4000387"/>
                </a:cubicBezTo>
                <a:close/>
                <a:moveTo>
                  <a:pt x="16962200" y="4000386"/>
                </a:moveTo>
                <a:cubicBezTo>
                  <a:pt x="16962200" y="4019185"/>
                  <a:pt x="16956212" y="4032456"/>
                  <a:pt x="16944240" y="4032456"/>
                </a:cubicBezTo>
                <a:cubicBezTo>
                  <a:pt x="16944240" y="4012553"/>
                  <a:pt x="16950228" y="4000386"/>
                  <a:pt x="16962200" y="4000386"/>
                </a:cubicBezTo>
                <a:close/>
                <a:moveTo>
                  <a:pt x="15303196" y="4000386"/>
                </a:moveTo>
                <a:cubicBezTo>
                  <a:pt x="15303196" y="4005914"/>
                  <a:pt x="15303196" y="4019185"/>
                  <a:pt x="15303196" y="4032456"/>
                </a:cubicBezTo>
                <a:cubicBezTo>
                  <a:pt x="15290070" y="4005914"/>
                  <a:pt x="15290070" y="4005914"/>
                  <a:pt x="15303196" y="4000386"/>
                </a:cubicBezTo>
                <a:close/>
                <a:moveTo>
                  <a:pt x="13336302" y="4000386"/>
                </a:moveTo>
                <a:cubicBezTo>
                  <a:pt x="13336302" y="4019185"/>
                  <a:pt x="13330315" y="4032456"/>
                  <a:pt x="13318340" y="4032456"/>
                </a:cubicBezTo>
                <a:cubicBezTo>
                  <a:pt x="13318340" y="4012553"/>
                  <a:pt x="13324327" y="4000386"/>
                  <a:pt x="13336302" y="4000386"/>
                </a:cubicBezTo>
                <a:close/>
                <a:moveTo>
                  <a:pt x="13241507" y="4000386"/>
                </a:moveTo>
                <a:cubicBezTo>
                  <a:pt x="13241507" y="4019186"/>
                  <a:pt x="13241507" y="4032456"/>
                  <a:pt x="13223545" y="4032456"/>
                </a:cubicBezTo>
                <a:cubicBezTo>
                  <a:pt x="13223545" y="4012554"/>
                  <a:pt x="13229532" y="4000386"/>
                  <a:pt x="13241507" y="4000386"/>
                </a:cubicBezTo>
                <a:close/>
                <a:moveTo>
                  <a:pt x="20602224" y="4000385"/>
                </a:moveTo>
                <a:cubicBezTo>
                  <a:pt x="20602224" y="4019185"/>
                  <a:pt x="20602224" y="4032455"/>
                  <a:pt x="20589100" y="4032455"/>
                </a:cubicBezTo>
                <a:cubicBezTo>
                  <a:pt x="20589100" y="4012553"/>
                  <a:pt x="20589100" y="4000385"/>
                  <a:pt x="20602224" y="4000385"/>
                </a:cubicBezTo>
                <a:close/>
                <a:moveTo>
                  <a:pt x="20033552" y="4000385"/>
                </a:moveTo>
                <a:cubicBezTo>
                  <a:pt x="20033552" y="4019185"/>
                  <a:pt x="20027564" y="4032455"/>
                  <a:pt x="20015588" y="4032455"/>
                </a:cubicBezTo>
                <a:cubicBezTo>
                  <a:pt x="20015588" y="4012553"/>
                  <a:pt x="20021576" y="4000385"/>
                  <a:pt x="20033552" y="4000385"/>
                </a:cubicBezTo>
                <a:close/>
                <a:moveTo>
                  <a:pt x="19578440" y="4000385"/>
                </a:moveTo>
                <a:cubicBezTo>
                  <a:pt x="19578440" y="4019185"/>
                  <a:pt x="19578440" y="4032455"/>
                  <a:pt x="19565316" y="4032455"/>
                </a:cubicBezTo>
                <a:cubicBezTo>
                  <a:pt x="19565316" y="4012553"/>
                  <a:pt x="19565316" y="4000385"/>
                  <a:pt x="19578440" y="4000385"/>
                </a:cubicBezTo>
                <a:close/>
                <a:moveTo>
                  <a:pt x="17702600" y="4000385"/>
                </a:moveTo>
                <a:cubicBezTo>
                  <a:pt x="17715728" y="4000385"/>
                  <a:pt x="17715728" y="4012553"/>
                  <a:pt x="17715728" y="4032456"/>
                </a:cubicBezTo>
                <a:cubicBezTo>
                  <a:pt x="17702600" y="4032456"/>
                  <a:pt x="17702600" y="4019185"/>
                  <a:pt x="17702600" y="4000385"/>
                </a:cubicBezTo>
                <a:close/>
                <a:moveTo>
                  <a:pt x="18617096" y="3982954"/>
                </a:moveTo>
                <a:cubicBezTo>
                  <a:pt x="18612260" y="3991014"/>
                  <a:pt x="18611792" y="3998672"/>
                  <a:pt x="18614008" y="4005724"/>
                </a:cubicBezTo>
                <a:lnTo>
                  <a:pt x="18617896" y="4011435"/>
                </a:lnTo>
                <a:lnTo>
                  <a:pt x="18619000" y="3997137"/>
                </a:lnTo>
                <a:cubicBezTo>
                  <a:pt x="18620628" y="3993124"/>
                  <a:pt x="18623884" y="3993124"/>
                  <a:pt x="18630404" y="4000079"/>
                </a:cubicBezTo>
                <a:cubicBezTo>
                  <a:pt x="18627440" y="4002756"/>
                  <a:pt x="18625960" y="4004093"/>
                  <a:pt x="18624332" y="4006367"/>
                </a:cubicBezTo>
                <a:lnTo>
                  <a:pt x="18619764" y="4014180"/>
                </a:lnTo>
                <a:lnTo>
                  <a:pt x="18627040" y="4024867"/>
                </a:lnTo>
                <a:cubicBezTo>
                  <a:pt x="18638860" y="4036152"/>
                  <a:pt x="18654712" y="4044213"/>
                  <a:pt x="18661160" y="4047437"/>
                </a:cubicBezTo>
                <a:cubicBezTo>
                  <a:pt x="18699852" y="4066777"/>
                  <a:pt x="18738544" y="4105471"/>
                  <a:pt x="18783684" y="4086126"/>
                </a:cubicBezTo>
                <a:cubicBezTo>
                  <a:pt x="18751444" y="4066777"/>
                  <a:pt x="18719200" y="4047437"/>
                  <a:pt x="18680508" y="4028090"/>
                </a:cubicBezTo>
                <a:cubicBezTo>
                  <a:pt x="18661160" y="4015196"/>
                  <a:pt x="18635368" y="4008746"/>
                  <a:pt x="18617096" y="3982954"/>
                </a:cubicBezTo>
                <a:close/>
                <a:moveTo>
                  <a:pt x="15127852" y="3973524"/>
                </a:moveTo>
                <a:cubicBezTo>
                  <a:pt x="15127852" y="4004068"/>
                  <a:pt x="15108586" y="3998802"/>
                  <a:pt x="15095742" y="3998802"/>
                </a:cubicBezTo>
                <a:cubicBezTo>
                  <a:pt x="15095742" y="3967206"/>
                  <a:pt x="15115008" y="3973524"/>
                  <a:pt x="15127852" y="3973524"/>
                </a:cubicBezTo>
                <a:close/>
                <a:moveTo>
                  <a:pt x="16825748" y="3973523"/>
                </a:moveTo>
                <a:cubicBezTo>
                  <a:pt x="16838044" y="3973523"/>
                  <a:pt x="16862640" y="3967206"/>
                  <a:pt x="16862640" y="3998802"/>
                </a:cubicBezTo>
                <a:cubicBezTo>
                  <a:pt x="16850344" y="3998802"/>
                  <a:pt x="16825748" y="4004067"/>
                  <a:pt x="16825748" y="3973523"/>
                </a:cubicBezTo>
                <a:close/>
                <a:moveTo>
                  <a:pt x="17828948" y="3971948"/>
                </a:moveTo>
                <a:cubicBezTo>
                  <a:pt x="17848184" y="4015602"/>
                  <a:pt x="17861012" y="4066705"/>
                  <a:pt x="17867424" y="4117814"/>
                </a:cubicBezTo>
                <a:cubicBezTo>
                  <a:pt x="17841772" y="4117814"/>
                  <a:pt x="17785128" y="4092263"/>
                  <a:pt x="17772300" y="4047544"/>
                </a:cubicBezTo>
                <a:cubicBezTo>
                  <a:pt x="17759476" y="3983660"/>
                  <a:pt x="17804364" y="3978336"/>
                  <a:pt x="17828948" y="3971948"/>
                </a:cubicBezTo>
                <a:close/>
                <a:moveTo>
                  <a:pt x="15925198" y="3971945"/>
                </a:moveTo>
                <a:cubicBezTo>
                  <a:pt x="15937838" y="3971945"/>
                  <a:pt x="15950476" y="3978580"/>
                  <a:pt x="15962062" y="3984110"/>
                </a:cubicBezTo>
                <a:cubicBezTo>
                  <a:pt x="15950476" y="4004015"/>
                  <a:pt x="15925198" y="4004015"/>
                  <a:pt x="15925198" y="3971945"/>
                </a:cubicBezTo>
                <a:close/>
                <a:moveTo>
                  <a:pt x="13601727" y="3971945"/>
                </a:moveTo>
                <a:cubicBezTo>
                  <a:pt x="13601727" y="3991286"/>
                  <a:pt x="13595740" y="3999245"/>
                  <a:pt x="13583765" y="3999245"/>
                </a:cubicBezTo>
                <a:cubicBezTo>
                  <a:pt x="13583765" y="3978771"/>
                  <a:pt x="13589752" y="3971945"/>
                  <a:pt x="13601727" y="3971945"/>
                </a:cubicBezTo>
                <a:close/>
                <a:moveTo>
                  <a:pt x="10976910" y="3971945"/>
                </a:moveTo>
                <a:cubicBezTo>
                  <a:pt x="10988885" y="3971945"/>
                  <a:pt x="10994872" y="3978771"/>
                  <a:pt x="10994872" y="3999245"/>
                </a:cubicBezTo>
                <a:cubicBezTo>
                  <a:pt x="10982897" y="3999245"/>
                  <a:pt x="10976910" y="3991286"/>
                  <a:pt x="10976910" y="3971945"/>
                </a:cubicBezTo>
                <a:close/>
                <a:moveTo>
                  <a:pt x="20541704" y="3971944"/>
                </a:moveTo>
                <a:cubicBezTo>
                  <a:pt x="20548264" y="3978769"/>
                  <a:pt x="20548264" y="3991282"/>
                  <a:pt x="20554828" y="3999245"/>
                </a:cubicBezTo>
                <a:cubicBezTo>
                  <a:pt x="20548264" y="3991282"/>
                  <a:pt x="20541704" y="3984457"/>
                  <a:pt x="20541704" y="3971944"/>
                </a:cubicBezTo>
                <a:close/>
                <a:moveTo>
                  <a:pt x="18565508" y="3971132"/>
                </a:moveTo>
                <a:cubicBezTo>
                  <a:pt x="18565508" y="3989399"/>
                  <a:pt x="18571956" y="3996927"/>
                  <a:pt x="18584852" y="3996927"/>
                </a:cubicBezTo>
                <a:cubicBezTo>
                  <a:pt x="18584852" y="3977580"/>
                  <a:pt x="18571956" y="3971132"/>
                  <a:pt x="18565508" y="3971132"/>
                </a:cubicBezTo>
                <a:close/>
                <a:moveTo>
                  <a:pt x="16566904" y="3967637"/>
                </a:moveTo>
                <a:cubicBezTo>
                  <a:pt x="16578490" y="3967637"/>
                  <a:pt x="16592446" y="3974099"/>
                  <a:pt x="16601926" y="3974099"/>
                </a:cubicBezTo>
                <a:cubicBezTo>
                  <a:pt x="16601926" y="4018266"/>
                  <a:pt x="16565060" y="3999954"/>
                  <a:pt x="16546102" y="3999954"/>
                </a:cubicBezTo>
                <a:cubicBezTo>
                  <a:pt x="16546102" y="3974100"/>
                  <a:pt x="16555318" y="3967637"/>
                  <a:pt x="16566904" y="3967637"/>
                </a:cubicBezTo>
                <a:close/>
                <a:moveTo>
                  <a:pt x="12227107" y="3941563"/>
                </a:moveTo>
                <a:lnTo>
                  <a:pt x="12213982" y="3947178"/>
                </a:lnTo>
                <a:cubicBezTo>
                  <a:pt x="12217214" y="3943976"/>
                  <a:pt x="12222063" y="3942375"/>
                  <a:pt x="12226912" y="3941576"/>
                </a:cubicBezTo>
                <a:close/>
                <a:moveTo>
                  <a:pt x="16526116" y="3940173"/>
                </a:moveTo>
                <a:cubicBezTo>
                  <a:pt x="16526116" y="3970916"/>
                  <a:pt x="16507670" y="3970916"/>
                  <a:pt x="16489224" y="3970916"/>
                </a:cubicBezTo>
                <a:cubicBezTo>
                  <a:pt x="16489224" y="3934026"/>
                  <a:pt x="16507670" y="3940173"/>
                  <a:pt x="16526116" y="3940173"/>
                </a:cubicBezTo>
                <a:close/>
                <a:moveTo>
                  <a:pt x="19526372" y="3940172"/>
                </a:moveTo>
                <a:cubicBezTo>
                  <a:pt x="19526372" y="3970916"/>
                  <a:pt x="19501780" y="3970916"/>
                  <a:pt x="19489480" y="3970916"/>
                </a:cubicBezTo>
                <a:cubicBezTo>
                  <a:pt x="19489480" y="3934025"/>
                  <a:pt x="19507928" y="3940172"/>
                  <a:pt x="19526372" y="3940172"/>
                </a:cubicBezTo>
                <a:close/>
                <a:moveTo>
                  <a:pt x="13460727" y="3938769"/>
                </a:moveTo>
                <a:cubicBezTo>
                  <a:pt x="13473495" y="3952310"/>
                  <a:pt x="13478815" y="3965856"/>
                  <a:pt x="13492647" y="3985036"/>
                </a:cubicBezTo>
                <a:cubicBezTo>
                  <a:pt x="13473495" y="3979396"/>
                  <a:pt x="13441575" y="3972623"/>
                  <a:pt x="13460727" y="3938769"/>
                </a:cubicBezTo>
                <a:close/>
                <a:moveTo>
                  <a:pt x="19735948" y="3938767"/>
                </a:moveTo>
                <a:cubicBezTo>
                  <a:pt x="19747920" y="3938767"/>
                  <a:pt x="19753908" y="3951608"/>
                  <a:pt x="19753908" y="3970875"/>
                </a:cubicBezTo>
                <a:cubicBezTo>
                  <a:pt x="19741932" y="3970875"/>
                  <a:pt x="19735948" y="3958031"/>
                  <a:pt x="19735948" y="3938767"/>
                </a:cubicBezTo>
                <a:close/>
                <a:moveTo>
                  <a:pt x="14881456" y="3938767"/>
                </a:moveTo>
                <a:cubicBezTo>
                  <a:pt x="14881456" y="3958031"/>
                  <a:pt x="14875469" y="3970875"/>
                  <a:pt x="14863494" y="3970875"/>
                </a:cubicBezTo>
                <a:cubicBezTo>
                  <a:pt x="14863494" y="3951608"/>
                  <a:pt x="14869481" y="3938767"/>
                  <a:pt x="14881456" y="3938767"/>
                </a:cubicBezTo>
                <a:close/>
                <a:moveTo>
                  <a:pt x="10133238" y="3938767"/>
                </a:moveTo>
                <a:cubicBezTo>
                  <a:pt x="10145213" y="3938767"/>
                  <a:pt x="10151200" y="3945188"/>
                  <a:pt x="10151200" y="3970875"/>
                </a:cubicBezTo>
                <a:cubicBezTo>
                  <a:pt x="10139225" y="3970875"/>
                  <a:pt x="10133238" y="3958031"/>
                  <a:pt x="10133238" y="3938767"/>
                </a:cubicBezTo>
                <a:close/>
                <a:moveTo>
                  <a:pt x="15625454" y="3938765"/>
                </a:moveTo>
                <a:cubicBezTo>
                  <a:pt x="15625454" y="3957378"/>
                  <a:pt x="15625454" y="3994609"/>
                  <a:pt x="15604980" y="3994609"/>
                </a:cubicBezTo>
                <a:cubicBezTo>
                  <a:pt x="15604980" y="3969789"/>
                  <a:pt x="15598154" y="3938765"/>
                  <a:pt x="15625454" y="3938765"/>
                </a:cubicBezTo>
                <a:close/>
                <a:moveTo>
                  <a:pt x="14925110" y="3938765"/>
                </a:moveTo>
                <a:cubicBezTo>
                  <a:pt x="14936696" y="3938765"/>
                  <a:pt x="14949335" y="3944969"/>
                  <a:pt x="14961974" y="3951175"/>
                </a:cubicBezTo>
                <a:cubicBezTo>
                  <a:pt x="14949335" y="3963581"/>
                  <a:pt x="14936696" y="3975994"/>
                  <a:pt x="14925110" y="3994609"/>
                </a:cubicBezTo>
                <a:cubicBezTo>
                  <a:pt x="14925110" y="3975994"/>
                  <a:pt x="14925110" y="3957378"/>
                  <a:pt x="14925110" y="3938765"/>
                </a:cubicBezTo>
                <a:close/>
                <a:moveTo>
                  <a:pt x="13941227" y="3936396"/>
                </a:moveTo>
                <a:cubicBezTo>
                  <a:pt x="13952861" y="3934737"/>
                  <a:pt x="13966822" y="3939713"/>
                  <a:pt x="13976130" y="3939713"/>
                </a:cubicBezTo>
                <a:cubicBezTo>
                  <a:pt x="13976130" y="3985057"/>
                  <a:pt x="13938901" y="3972892"/>
                  <a:pt x="13920286" y="3972892"/>
                </a:cubicBezTo>
                <a:cubicBezTo>
                  <a:pt x="13920286" y="3946349"/>
                  <a:pt x="13929593" y="3938054"/>
                  <a:pt x="13941227" y="3936396"/>
                </a:cubicBezTo>
                <a:close/>
                <a:moveTo>
                  <a:pt x="12242336" y="3936380"/>
                </a:moveTo>
                <a:lnTo>
                  <a:pt x="12239842" y="3940774"/>
                </a:lnTo>
                <a:lnTo>
                  <a:pt x="12227107" y="3941563"/>
                </a:lnTo>
                <a:lnTo>
                  <a:pt x="12237603" y="3937073"/>
                </a:lnTo>
                <a:close/>
                <a:moveTo>
                  <a:pt x="10939187" y="3929286"/>
                </a:moveTo>
                <a:cubicBezTo>
                  <a:pt x="10945571" y="3929286"/>
                  <a:pt x="10958339" y="3929286"/>
                  <a:pt x="10971107" y="3929286"/>
                </a:cubicBezTo>
                <a:cubicBezTo>
                  <a:pt x="10964723" y="3954755"/>
                  <a:pt x="10964723" y="3973855"/>
                  <a:pt x="10964723" y="3999323"/>
                </a:cubicBezTo>
                <a:cubicBezTo>
                  <a:pt x="10945571" y="3999323"/>
                  <a:pt x="10932803" y="3999323"/>
                  <a:pt x="10920035" y="3999323"/>
                </a:cubicBezTo>
                <a:cubicBezTo>
                  <a:pt x="10926419" y="3973855"/>
                  <a:pt x="10932803" y="3954755"/>
                  <a:pt x="10939187" y="3929286"/>
                </a:cubicBezTo>
                <a:close/>
                <a:moveTo>
                  <a:pt x="13184670" y="3919831"/>
                </a:moveTo>
                <a:cubicBezTo>
                  <a:pt x="13197575" y="3919831"/>
                  <a:pt x="13255648" y="3919831"/>
                  <a:pt x="13229838" y="3952146"/>
                </a:cubicBezTo>
                <a:cubicBezTo>
                  <a:pt x="13197575" y="3989846"/>
                  <a:pt x="13152407" y="3997390"/>
                  <a:pt x="13107238" y="4009238"/>
                </a:cubicBezTo>
                <a:cubicBezTo>
                  <a:pt x="12985714" y="4041556"/>
                  <a:pt x="12863114" y="4054482"/>
                  <a:pt x="12741590" y="4060945"/>
                </a:cubicBezTo>
                <a:cubicBezTo>
                  <a:pt x="12677064" y="4060945"/>
                  <a:pt x="12607160" y="4054482"/>
                  <a:pt x="12542634" y="4060945"/>
                </a:cubicBezTo>
                <a:cubicBezTo>
                  <a:pt x="12523276" y="4060945"/>
                  <a:pt x="12523276" y="4086799"/>
                  <a:pt x="12510371" y="4106189"/>
                </a:cubicBezTo>
                <a:cubicBezTo>
                  <a:pt x="12497466" y="4125578"/>
                  <a:pt x="12465203" y="4112651"/>
                  <a:pt x="12452298" y="4112651"/>
                </a:cubicBezTo>
                <a:cubicBezTo>
                  <a:pt x="12324321" y="4119116"/>
                  <a:pt x="12196344" y="4132041"/>
                  <a:pt x="12073744" y="4164358"/>
                </a:cubicBezTo>
                <a:cubicBezTo>
                  <a:pt x="11817790" y="4213802"/>
                  <a:pt x="11573666" y="4297825"/>
                  <a:pt x="11323089" y="4393697"/>
                </a:cubicBezTo>
                <a:cubicBezTo>
                  <a:pt x="11201565" y="4438940"/>
                  <a:pt x="11078965" y="4490646"/>
                  <a:pt x="10957441" y="4535889"/>
                </a:cubicBezTo>
                <a:cubicBezTo>
                  <a:pt x="10931630" y="4548816"/>
                  <a:pt x="10899367" y="4561742"/>
                  <a:pt x="10867104" y="4581132"/>
                </a:cubicBezTo>
                <a:cubicBezTo>
                  <a:pt x="10847746" y="4587595"/>
                  <a:pt x="10821936" y="4605908"/>
                  <a:pt x="10809031" y="4587595"/>
                </a:cubicBezTo>
                <a:cubicBezTo>
                  <a:pt x="10777843" y="4561742"/>
                  <a:pt x="10809031" y="4490646"/>
                  <a:pt x="10816559" y="4458330"/>
                </a:cubicBezTo>
                <a:cubicBezTo>
                  <a:pt x="10844789" y="4482567"/>
                  <a:pt x="10869994" y="4470448"/>
                  <a:pt x="10883555" y="4435607"/>
                </a:cubicBezTo>
                <a:lnTo>
                  <a:pt x="10892077" y="4397451"/>
                </a:lnTo>
                <a:lnTo>
                  <a:pt x="10891595" y="4396383"/>
                </a:lnTo>
                <a:lnTo>
                  <a:pt x="10892628" y="4394984"/>
                </a:lnTo>
                <a:lnTo>
                  <a:pt x="10892915" y="4393697"/>
                </a:lnTo>
                <a:lnTo>
                  <a:pt x="10893270" y="4394113"/>
                </a:lnTo>
                <a:lnTo>
                  <a:pt x="10898330" y="4387259"/>
                </a:lnTo>
                <a:cubicBezTo>
                  <a:pt x="10900576" y="4387259"/>
                  <a:pt x="10903570" y="4390300"/>
                  <a:pt x="10909557" y="4396383"/>
                </a:cubicBezTo>
                <a:lnTo>
                  <a:pt x="10902831" y="4405328"/>
                </a:lnTo>
                <a:lnTo>
                  <a:pt x="10904711" y="4407532"/>
                </a:lnTo>
                <a:cubicBezTo>
                  <a:pt x="10918322" y="4416318"/>
                  <a:pt x="10936469" y="4411471"/>
                  <a:pt x="10950988" y="4406623"/>
                </a:cubicBezTo>
                <a:cubicBezTo>
                  <a:pt x="10976799" y="4400160"/>
                  <a:pt x="11009062" y="4400160"/>
                  <a:pt x="11033797" y="4393697"/>
                </a:cubicBezTo>
                <a:cubicBezTo>
                  <a:pt x="11027344" y="4381847"/>
                  <a:pt x="11027344" y="4349531"/>
                  <a:pt x="11014439" y="4349531"/>
                </a:cubicBezTo>
                <a:cubicBezTo>
                  <a:pt x="10996157" y="4343068"/>
                  <a:pt x="10970346" y="4362457"/>
                  <a:pt x="10950988" y="4375384"/>
                </a:cubicBezTo>
                <a:cubicBezTo>
                  <a:pt x="10912273" y="4406623"/>
                  <a:pt x="10892915" y="4368921"/>
                  <a:pt x="10867104" y="4330141"/>
                </a:cubicBezTo>
                <a:cubicBezTo>
                  <a:pt x="11252110" y="4183748"/>
                  <a:pt x="11638192" y="4009238"/>
                  <a:pt x="12036104" y="4009238"/>
                </a:cubicBezTo>
                <a:cubicBezTo>
                  <a:pt x="11868336" y="4060945"/>
                  <a:pt x="11708096" y="4132041"/>
                  <a:pt x="11547856" y="4195489"/>
                </a:cubicBezTo>
                <a:cubicBezTo>
                  <a:pt x="11463971" y="4220265"/>
                  <a:pt x="11387615" y="4246118"/>
                  <a:pt x="11310184" y="4265508"/>
                </a:cubicBezTo>
                <a:cubicBezTo>
                  <a:pt x="11265016" y="4271971"/>
                  <a:pt x="11227375" y="4278435"/>
                  <a:pt x="11188660" y="4284898"/>
                </a:cubicBezTo>
                <a:cubicBezTo>
                  <a:pt x="11169302" y="4284898"/>
                  <a:pt x="11149944" y="4284898"/>
                  <a:pt x="11130586" y="4284898"/>
                </a:cubicBezTo>
                <a:cubicBezTo>
                  <a:pt x="11117681" y="4304288"/>
                  <a:pt x="11104776" y="4330141"/>
                  <a:pt x="11091870" y="4349531"/>
                </a:cubicBezTo>
                <a:cubicBezTo>
                  <a:pt x="11219847" y="4323678"/>
                  <a:pt x="11348900" y="4291361"/>
                  <a:pt x="11476877" y="4265508"/>
                </a:cubicBezTo>
                <a:cubicBezTo>
                  <a:pt x="11534950" y="4252582"/>
                  <a:pt x="11593024" y="4220265"/>
                  <a:pt x="11650022" y="4195489"/>
                </a:cubicBezTo>
                <a:cubicBezTo>
                  <a:pt x="11708096" y="4177284"/>
                  <a:pt x="11766169" y="4157895"/>
                  <a:pt x="11824243" y="4138506"/>
                </a:cubicBezTo>
                <a:cubicBezTo>
                  <a:pt x="11945767" y="4099726"/>
                  <a:pt x="12073744" y="4067409"/>
                  <a:pt x="12196344" y="4048019"/>
                </a:cubicBezTo>
                <a:cubicBezTo>
                  <a:pt x="12259794" y="4035093"/>
                  <a:pt x="12324321" y="4022165"/>
                  <a:pt x="12382394" y="4015703"/>
                </a:cubicBezTo>
                <a:cubicBezTo>
                  <a:pt x="12434015" y="4009238"/>
                  <a:pt x="12484561" y="4015703"/>
                  <a:pt x="12529729" y="3971537"/>
                </a:cubicBezTo>
                <a:cubicBezTo>
                  <a:pt x="12748043" y="3952146"/>
                  <a:pt x="12966356" y="3926293"/>
                  <a:pt x="13184670" y="3919831"/>
                </a:cubicBezTo>
                <a:close/>
                <a:moveTo>
                  <a:pt x="14203682" y="3919806"/>
                </a:moveTo>
                <a:cubicBezTo>
                  <a:pt x="14216909" y="3919806"/>
                  <a:pt x="14230136" y="3932578"/>
                  <a:pt x="14236750" y="3938958"/>
                </a:cubicBezTo>
                <a:cubicBezTo>
                  <a:pt x="14223523" y="3951727"/>
                  <a:pt x="14203682" y="3958111"/>
                  <a:pt x="14190455" y="3970880"/>
                </a:cubicBezTo>
                <a:cubicBezTo>
                  <a:pt x="14190455" y="3951727"/>
                  <a:pt x="14197069" y="3932578"/>
                  <a:pt x="14203682" y="3919806"/>
                </a:cubicBezTo>
                <a:close/>
                <a:moveTo>
                  <a:pt x="13443216" y="3919332"/>
                </a:moveTo>
                <a:cubicBezTo>
                  <a:pt x="13444856" y="3916772"/>
                  <a:pt x="13448138" y="3918477"/>
                  <a:pt x="13454700" y="3921891"/>
                </a:cubicBezTo>
                <a:cubicBezTo>
                  <a:pt x="13448138" y="3928714"/>
                  <a:pt x="13441575" y="3935542"/>
                  <a:pt x="13441575" y="3942365"/>
                </a:cubicBezTo>
                <a:cubicBezTo>
                  <a:pt x="13441575" y="3928714"/>
                  <a:pt x="13441575" y="3921891"/>
                  <a:pt x="13443216" y="3919332"/>
                </a:cubicBezTo>
                <a:close/>
                <a:moveTo>
                  <a:pt x="13860136" y="3910327"/>
                </a:moveTo>
                <a:cubicBezTo>
                  <a:pt x="13866610" y="3923040"/>
                  <a:pt x="13879557" y="3935754"/>
                  <a:pt x="13886031" y="3954824"/>
                </a:cubicBezTo>
                <a:cubicBezTo>
                  <a:pt x="13860136" y="3999323"/>
                  <a:pt x="13814819" y="3991909"/>
                  <a:pt x="13782451" y="3991909"/>
                </a:cubicBezTo>
                <a:cubicBezTo>
                  <a:pt x="13724187" y="3991909"/>
                  <a:pt x="13673475" y="3991909"/>
                  <a:pt x="13621685" y="3999323"/>
                </a:cubicBezTo>
                <a:cubicBezTo>
                  <a:pt x="13621685" y="3980253"/>
                  <a:pt x="13621685" y="3961181"/>
                  <a:pt x="13621685" y="3942111"/>
                </a:cubicBezTo>
                <a:cubicBezTo>
                  <a:pt x="13634633" y="3935754"/>
                  <a:pt x="13641106" y="3935754"/>
                  <a:pt x="13654054" y="3935754"/>
                </a:cubicBezTo>
                <a:cubicBezTo>
                  <a:pt x="13673475" y="3935754"/>
                  <a:pt x="13692897" y="3935754"/>
                  <a:pt x="13711239" y="3935754"/>
                </a:cubicBezTo>
                <a:cubicBezTo>
                  <a:pt x="13756555" y="3929396"/>
                  <a:pt x="13801872" y="3929396"/>
                  <a:pt x="13853662" y="3923040"/>
                </a:cubicBezTo>
                <a:cubicBezTo>
                  <a:pt x="13853662" y="3916684"/>
                  <a:pt x="13853662" y="3910327"/>
                  <a:pt x="13860136" y="3910327"/>
                </a:cubicBezTo>
                <a:close/>
                <a:moveTo>
                  <a:pt x="10171155" y="3910325"/>
                </a:moveTo>
                <a:cubicBezTo>
                  <a:pt x="10183130" y="3910325"/>
                  <a:pt x="10189117" y="3923168"/>
                  <a:pt x="10189117" y="3942433"/>
                </a:cubicBezTo>
                <a:cubicBezTo>
                  <a:pt x="10177142" y="3942433"/>
                  <a:pt x="10171155" y="3929588"/>
                  <a:pt x="10171155" y="3910325"/>
                </a:cubicBezTo>
                <a:close/>
                <a:moveTo>
                  <a:pt x="16710998" y="3910324"/>
                </a:moveTo>
                <a:cubicBezTo>
                  <a:pt x="16710998" y="3929586"/>
                  <a:pt x="16705010" y="3942432"/>
                  <a:pt x="16693034" y="3942432"/>
                </a:cubicBezTo>
                <a:cubicBezTo>
                  <a:pt x="16693034" y="3916745"/>
                  <a:pt x="16699022" y="3910324"/>
                  <a:pt x="16710998" y="3910324"/>
                </a:cubicBezTo>
                <a:close/>
                <a:moveTo>
                  <a:pt x="16659854" y="3910324"/>
                </a:moveTo>
                <a:cubicBezTo>
                  <a:pt x="16671828" y="3910324"/>
                  <a:pt x="16677816" y="3916745"/>
                  <a:pt x="16677816" y="3942432"/>
                </a:cubicBezTo>
                <a:cubicBezTo>
                  <a:pt x="16665840" y="3942432"/>
                  <a:pt x="16659854" y="3929586"/>
                  <a:pt x="16659854" y="3910324"/>
                </a:cubicBezTo>
                <a:close/>
                <a:moveTo>
                  <a:pt x="13298330" y="3910324"/>
                </a:moveTo>
                <a:cubicBezTo>
                  <a:pt x="13298330" y="3929587"/>
                  <a:pt x="13292010" y="3942433"/>
                  <a:pt x="13280423" y="3942433"/>
                </a:cubicBezTo>
                <a:cubicBezTo>
                  <a:pt x="13280423" y="3923167"/>
                  <a:pt x="13286743" y="3910324"/>
                  <a:pt x="13298330" y="3910324"/>
                </a:cubicBezTo>
                <a:close/>
                <a:moveTo>
                  <a:pt x="11734271" y="3910324"/>
                </a:moveTo>
                <a:cubicBezTo>
                  <a:pt x="11734271" y="3929588"/>
                  <a:pt x="11728284" y="3942433"/>
                  <a:pt x="11716309" y="3942433"/>
                </a:cubicBezTo>
                <a:cubicBezTo>
                  <a:pt x="11716309" y="3916746"/>
                  <a:pt x="11722296" y="3910324"/>
                  <a:pt x="11734271" y="3910324"/>
                </a:cubicBezTo>
                <a:close/>
                <a:moveTo>
                  <a:pt x="19579536" y="3910323"/>
                </a:moveTo>
                <a:cubicBezTo>
                  <a:pt x="19591508" y="3910323"/>
                  <a:pt x="19597496" y="3916744"/>
                  <a:pt x="19597496" y="3942431"/>
                </a:cubicBezTo>
                <a:cubicBezTo>
                  <a:pt x="19585524" y="3942431"/>
                  <a:pt x="19579536" y="3929586"/>
                  <a:pt x="19579536" y="3910323"/>
                </a:cubicBezTo>
                <a:close/>
                <a:moveTo>
                  <a:pt x="19451560" y="3910323"/>
                </a:moveTo>
                <a:cubicBezTo>
                  <a:pt x="19463148" y="3910323"/>
                  <a:pt x="19469468" y="3923166"/>
                  <a:pt x="19469468" y="3942431"/>
                </a:cubicBezTo>
                <a:cubicBezTo>
                  <a:pt x="19456828" y="3942431"/>
                  <a:pt x="19451560" y="3929586"/>
                  <a:pt x="19451560" y="3910323"/>
                </a:cubicBezTo>
                <a:close/>
                <a:moveTo>
                  <a:pt x="17375560" y="3910323"/>
                </a:moveTo>
                <a:cubicBezTo>
                  <a:pt x="17387856" y="3910323"/>
                  <a:pt x="17399128" y="3910323"/>
                  <a:pt x="17412452" y="3910323"/>
                </a:cubicBezTo>
                <a:cubicBezTo>
                  <a:pt x="17412452" y="3916745"/>
                  <a:pt x="17412452" y="3929586"/>
                  <a:pt x="17412452" y="3942432"/>
                </a:cubicBezTo>
                <a:cubicBezTo>
                  <a:pt x="17399128" y="3942432"/>
                  <a:pt x="17387856" y="3942432"/>
                  <a:pt x="17375560" y="3942432"/>
                </a:cubicBezTo>
                <a:cubicBezTo>
                  <a:pt x="17375560" y="3929586"/>
                  <a:pt x="17375560" y="3916745"/>
                  <a:pt x="17375560" y="3910323"/>
                </a:cubicBezTo>
                <a:close/>
                <a:moveTo>
                  <a:pt x="9711990" y="3908169"/>
                </a:moveTo>
                <a:cubicBezTo>
                  <a:pt x="9711990" y="3927511"/>
                  <a:pt x="9718439" y="3940409"/>
                  <a:pt x="9731335" y="3940409"/>
                </a:cubicBezTo>
                <a:cubicBezTo>
                  <a:pt x="9731335" y="3921065"/>
                  <a:pt x="9724887" y="3908169"/>
                  <a:pt x="9711990" y="3908169"/>
                </a:cubicBezTo>
                <a:close/>
                <a:moveTo>
                  <a:pt x="14696577" y="3907457"/>
                </a:moveTo>
                <a:cubicBezTo>
                  <a:pt x="14696577" y="3947139"/>
                  <a:pt x="14671982" y="3940525"/>
                  <a:pt x="14659685" y="3940525"/>
                </a:cubicBezTo>
                <a:cubicBezTo>
                  <a:pt x="14659685" y="3900843"/>
                  <a:pt x="14678131" y="3907457"/>
                  <a:pt x="14696577" y="3907457"/>
                </a:cubicBezTo>
                <a:close/>
                <a:moveTo>
                  <a:pt x="19034468" y="3906992"/>
                </a:moveTo>
                <a:cubicBezTo>
                  <a:pt x="19053424" y="3906992"/>
                  <a:pt x="19071332" y="3900843"/>
                  <a:pt x="19071332" y="3937736"/>
                </a:cubicBezTo>
                <a:cubicBezTo>
                  <a:pt x="19058692" y="3937736"/>
                  <a:pt x="19034468" y="3937736"/>
                  <a:pt x="19034468" y="3906992"/>
                </a:cubicBezTo>
                <a:close/>
                <a:moveTo>
                  <a:pt x="15364180" y="3890681"/>
                </a:moveTo>
                <a:cubicBezTo>
                  <a:pt x="15386718" y="3889888"/>
                  <a:pt x="15409256" y="3893067"/>
                  <a:pt x="15428808" y="3908982"/>
                </a:cubicBezTo>
                <a:cubicBezTo>
                  <a:pt x="15454876" y="3921714"/>
                  <a:pt x="15402738" y="3947181"/>
                  <a:pt x="15396222" y="3947181"/>
                </a:cubicBezTo>
                <a:cubicBezTo>
                  <a:pt x="15370154" y="3947181"/>
                  <a:pt x="15344084" y="3940814"/>
                  <a:pt x="15319102" y="3940814"/>
                </a:cubicBezTo>
                <a:cubicBezTo>
                  <a:pt x="15312586" y="3921714"/>
                  <a:pt x="15306068" y="3908982"/>
                  <a:pt x="15299550" y="3896249"/>
                </a:cubicBezTo>
                <a:cubicBezTo>
                  <a:pt x="15319102" y="3896249"/>
                  <a:pt x="15341640" y="3891475"/>
                  <a:pt x="15364180" y="3890681"/>
                </a:cubicBezTo>
                <a:close/>
                <a:moveTo>
                  <a:pt x="10209271" y="3877149"/>
                </a:moveTo>
                <a:cubicBezTo>
                  <a:pt x="10227046" y="3877149"/>
                  <a:pt x="10227046" y="3916312"/>
                  <a:pt x="10227046" y="3942420"/>
                </a:cubicBezTo>
                <a:cubicBezTo>
                  <a:pt x="10204334" y="3942420"/>
                  <a:pt x="10209271" y="3903258"/>
                  <a:pt x="10209271" y="3877149"/>
                </a:cubicBezTo>
                <a:close/>
                <a:moveTo>
                  <a:pt x="13393180" y="3877148"/>
                </a:moveTo>
                <a:cubicBezTo>
                  <a:pt x="13393180" y="3903258"/>
                  <a:pt x="13393180" y="3942419"/>
                  <a:pt x="13375218" y="3942419"/>
                </a:cubicBezTo>
                <a:cubicBezTo>
                  <a:pt x="13375218" y="3916311"/>
                  <a:pt x="13375218" y="3877148"/>
                  <a:pt x="13393180" y="3877148"/>
                </a:cubicBezTo>
                <a:close/>
                <a:moveTo>
                  <a:pt x="13806534" y="3877147"/>
                </a:moveTo>
                <a:cubicBezTo>
                  <a:pt x="13819761" y="3883296"/>
                  <a:pt x="13832988" y="3889449"/>
                  <a:pt x="13852829" y="3889449"/>
                </a:cubicBezTo>
                <a:cubicBezTo>
                  <a:pt x="13839602" y="3901742"/>
                  <a:pt x="13806534" y="3914039"/>
                  <a:pt x="13806534" y="3877147"/>
                </a:cubicBezTo>
                <a:close/>
                <a:moveTo>
                  <a:pt x="13659603" y="3877147"/>
                </a:moveTo>
                <a:cubicBezTo>
                  <a:pt x="13671578" y="3877147"/>
                  <a:pt x="13677565" y="3883567"/>
                  <a:pt x="13677565" y="3909253"/>
                </a:cubicBezTo>
                <a:cubicBezTo>
                  <a:pt x="13665590" y="3909253"/>
                  <a:pt x="13659603" y="3902832"/>
                  <a:pt x="13659603" y="3877147"/>
                </a:cubicBezTo>
                <a:close/>
                <a:moveTo>
                  <a:pt x="11792144" y="3877147"/>
                </a:moveTo>
                <a:cubicBezTo>
                  <a:pt x="11804119" y="3877147"/>
                  <a:pt x="11810106" y="3883567"/>
                  <a:pt x="11810106" y="3909253"/>
                </a:cubicBezTo>
                <a:cubicBezTo>
                  <a:pt x="11798131" y="3909253"/>
                  <a:pt x="11792144" y="3902832"/>
                  <a:pt x="11792144" y="3877147"/>
                </a:cubicBezTo>
                <a:close/>
                <a:moveTo>
                  <a:pt x="20014596" y="3877146"/>
                </a:moveTo>
                <a:cubicBezTo>
                  <a:pt x="20014596" y="3902831"/>
                  <a:pt x="20008608" y="3909252"/>
                  <a:pt x="19996632" y="3909252"/>
                </a:cubicBezTo>
                <a:cubicBezTo>
                  <a:pt x="19996632" y="3883566"/>
                  <a:pt x="20002620" y="3877146"/>
                  <a:pt x="20014596" y="3877146"/>
                </a:cubicBezTo>
                <a:close/>
                <a:moveTo>
                  <a:pt x="19564320" y="3877146"/>
                </a:moveTo>
                <a:cubicBezTo>
                  <a:pt x="19564320" y="3902831"/>
                  <a:pt x="19558332" y="3909253"/>
                  <a:pt x="19546356" y="3909253"/>
                </a:cubicBezTo>
                <a:cubicBezTo>
                  <a:pt x="19546356" y="3883566"/>
                  <a:pt x="19552344" y="3877146"/>
                  <a:pt x="19564320" y="3877146"/>
                </a:cubicBezTo>
                <a:close/>
                <a:moveTo>
                  <a:pt x="11051722" y="3874280"/>
                </a:moveTo>
                <a:cubicBezTo>
                  <a:pt x="11051722" y="3913961"/>
                  <a:pt x="11033276" y="3907348"/>
                  <a:pt x="11014830" y="3907348"/>
                </a:cubicBezTo>
                <a:cubicBezTo>
                  <a:pt x="11014830" y="3867666"/>
                  <a:pt x="11039425" y="3874280"/>
                  <a:pt x="11051722" y="3874280"/>
                </a:cubicBezTo>
                <a:close/>
                <a:moveTo>
                  <a:pt x="18615336" y="3873366"/>
                </a:moveTo>
                <a:lnTo>
                  <a:pt x="18616408" y="3875546"/>
                </a:lnTo>
                <a:cubicBezTo>
                  <a:pt x="18617828" y="3878439"/>
                  <a:pt x="18618536" y="3879886"/>
                  <a:pt x="18617472" y="3877715"/>
                </a:cubicBezTo>
                <a:close/>
                <a:moveTo>
                  <a:pt x="20396188" y="3864633"/>
                </a:moveTo>
                <a:cubicBezTo>
                  <a:pt x="20428572" y="3858203"/>
                  <a:pt x="20454484" y="3883920"/>
                  <a:pt x="20480392" y="3916069"/>
                </a:cubicBezTo>
                <a:cubicBezTo>
                  <a:pt x="20489568" y="3932144"/>
                  <a:pt x="20502252" y="3946610"/>
                  <a:pt x="20514264" y="3962547"/>
                </a:cubicBezTo>
                <a:lnTo>
                  <a:pt x="20542032" y="4014060"/>
                </a:lnTo>
                <a:lnTo>
                  <a:pt x="20543344" y="3997137"/>
                </a:lnTo>
                <a:cubicBezTo>
                  <a:pt x="20544984" y="3993123"/>
                  <a:pt x="20548264" y="3993123"/>
                  <a:pt x="20554828" y="4000079"/>
                </a:cubicBezTo>
                <a:cubicBezTo>
                  <a:pt x="20551548" y="4002756"/>
                  <a:pt x="20549908" y="4004093"/>
                  <a:pt x="20548264" y="4006367"/>
                </a:cubicBezTo>
                <a:lnTo>
                  <a:pt x="20543016" y="4015889"/>
                </a:lnTo>
                <a:lnTo>
                  <a:pt x="20544084" y="4017869"/>
                </a:lnTo>
                <a:cubicBezTo>
                  <a:pt x="20641244" y="4120742"/>
                  <a:pt x="20737324" y="4221376"/>
                  <a:pt x="20834484" y="4317819"/>
                </a:cubicBezTo>
                <a:cubicBezTo>
                  <a:pt x="20808576" y="4349967"/>
                  <a:pt x="20782668" y="4298530"/>
                  <a:pt x="20763236" y="4285671"/>
                </a:cubicBezTo>
                <a:cubicBezTo>
                  <a:pt x="20730848" y="4247094"/>
                  <a:pt x="20699540" y="4221376"/>
                  <a:pt x="20667156" y="4190300"/>
                </a:cubicBezTo>
                <a:cubicBezTo>
                  <a:pt x="20595904" y="4120742"/>
                  <a:pt x="20518176" y="4050018"/>
                  <a:pt x="20448004" y="3980365"/>
                </a:cubicBezTo>
                <a:cubicBezTo>
                  <a:pt x="20435052" y="3967506"/>
                  <a:pt x="20337892" y="3877492"/>
                  <a:pt x="20396188" y="3864633"/>
                </a:cubicBezTo>
                <a:close/>
                <a:moveTo>
                  <a:pt x="17478732" y="3848707"/>
                </a:moveTo>
                <a:cubicBezTo>
                  <a:pt x="17472116" y="3874134"/>
                  <a:pt x="17472116" y="3905917"/>
                  <a:pt x="17472116" y="3937701"/>
                </a:cubicBezTo>
                <a:cubicBezTo>
                  <a:pt x="17458892" y="3918629"/>
                  <a:pt x="17445664" y="3905917"/>
                  <a:pt x="17432436" y="3886845"/>
                </a:cubicBezTo>
                <a:cubicBezTo>
                  <a:pt x="17445664" y="3874134"/>
                  <a:pt x="17465504" y="3861420"/>
                  <a:pt x="17478732" y="3848707"/>
                </a:cubicBezTo>
                <a:close/>
                <a:moveTo>
                  <a:pt x="10507676" y="3843969"/>
                </a:moveTo>
                <a:cubicBezTo>
                  <a:pt x="10520457" y="3843969"/>
                  <a:pt x="10525783" y="3843969"/>
                  <a:pt x="10538564" y="3843969"/>
                </a:cubicBezTo>
                <a:cubicBezTo>
                  <a:pt x="10557736" y="3843969"/>
                  <a:pt x="10576908" y="3843969"/>
                  <a:pt x="10601406" y="3843969"/>
                </a:cubicBezTo>
                <a:cubicBezTo>
                  <a:pt x="10570518" y="3909239"/>
                  <a:pt x="10551346" y="3896185"/>
                  <a:pt x="10507676" y="3909239"/>
                </a:cubicBezTo>
                <a:cubicBezTo>
                  <a:pt x="10507676" y="3883129"/>
                  <a:pt x="10507676" y="3863550"/>
                  <a:pt x="10507676" y="3843969"/>
                </a:cubicBezTo>
                <a:close/>
                <a:moveTo>
                  <a:pt x="16710998" y="3843968"/>
                </a:moveTo>
                <a:cubicBezTo>
                  <a:pt x="16710998" y="3869654"/>
                  <a:pt x="16705010" y="3876075"/>
                  <a:pt x="16693034" y="3876075"/>
                </a:cubicBezTo>
                <a:cubicBezTo>
                  <a:pt x="16693034" y="3856811"/>
                  <a:pt x="16699022" y="3843968"/>
                  <a:pt x="16710998" y="3843968"/>
                </a:cubicBezTo>
                <a:close/>
                <a:moveTo>
                  <a:pt x="11090665" y="3843968"/>
                </a:moveTo>
                <a:cubicBezTo>
                  <a:pt x="11102962" y="3843968"/>
                  <a:pt x="11115260" y="3843968"/>
                  <a:pt x="11127557" y="3843968"/>
                </a:cubicBezTo>
                <a:cubicBezTo>
                  <a:pt x="11127557" y="3856811"/>
                  <a:pt x="11127557" y="3869654"/>
                  <a:pt x="11127557" y="3876075"/>
                </a:cubicBezTo>
                <a:cubicBezTo>
                  <a:pt x="11115260" y="3876075"/>
                  <a:pt x="11102962" y="3876075"/>
                  <a:pt x="11090665" y="3876075"/>
                </a:cubicBezTo>
                <a:cubicBezTo>
                  <a:pt x="11090665" y="3869654"/>
                  <a:pt x="11090665" y="3856811"/>
                  <a:pt x="11090665" y="3843968"/>
                </a:cubicBezTo>
                <a:close/>
                <a:moveTo>
                  <a:pt x="19110300" y="3843967"/>
                </a:moveTo>
                <a:cubicBezTo>
                  <a:pt x="19128916" y="3850388"/>
                  <a:pt x="19147532" y="3856810"/>
                  <a:pt x="19166144" y="3856810"/>
                </a:cubicBezTo>
                <a:cubicBezTo>
                  <a:pt x="19147532" y="3876075"/>
                  <a:pt x="19128916" y="3876075"/>
                  <a:pt x="19110300" y="3876075"/>
                </a:cubicBezTo>
                <a:cubicBezTo>
                  <a:pt x="19110300" y="3869653"/>
                  <a:pt x="19110300" y="3856810"/>
                  <a:pt x="19110300" y="3843967"/>
                </a:cubicBezTo>
                <a:close/>
                <a:moveTo>
                  <a:pt x="18924452" y="3843967"/>
                </a:moveTo>
                <a:cubicBezTo>
                  <a:pt x="18924452" y="3869654"/>
                  <a:pt x="18918464" y="3876075"/>
                  <a:pt x="18906492" y="3876075"/>
                </a:cubicBezTo>
                <a:cubicBezTo>
                  <a:pt x="18906492" y="3856811"/>
                  <a:pt x="18912476" y="3843967"/>
                  <a:pt x="18924452" y="3843967"/>
                </a:cubicBezTo>
                <a:close/>
                <a:moveTo>
                  <a:pt x="19477720" y="3827991"/>
                </a:moveTo>
                <a:cubicBezTo>
                  <a:pt x="19478540" y="3826496"/>
                  <a:pt x="19481824" y="3827991"/>
                  <a:pt x="19488388" y="3830993"/>
                </a:cubicBezTo>
                <a:cubicBezTo>
                  <a:pt x="19481824" y="3836978"/>
                  <a:pt x="19481824" y="3836978"/>
                  <a:pt x="19481824" y="3842965"/>
                </a:cubicBezTo>
                <a:cubicBezTo>
                  <a:pt x="19478540" y="3833985"/>
                  <a:pt x="19476900" y="3829490"/>
                  <a:pt x="19477720" y="3827991"/>
                </a:cubicBezTo>
                <a:close/>
                <a:moveTo>
                  <a:pt x="19294872" y="3820927"/>
                </a:moveTo>
                <a:cubicBezTo>
                  <a:pt x="19320944" y="3819253"/>
                  <a:pt x="19355708" y="3856933"/>
                  <a:pt x="19355708" y="3904526"/>
                </a:cubicBezTo>
                <a:cubicBezTo>
                  <a:pt x="19323924" y="3891836"/>
                  <a:pt x="19292140" y="3885488"/>
                  <a:pt x="19266712" y="3872797"/>
                </a:cubicBezTo>
                <a:cubicBezTo>
                  <a:pt x="19266712" y="3837102"/>
                  <a:pt x="19279228" y="3821930"/>
                  <a:pt x="19294872" y="3820927"/>
                </a:cubicBezTo>
                <a:close/>
                <a:moveTo>
                  <a:pt x="20298920" y="3812660"/>
                </a:moveTo>
                <a:cubicBezTo>
                  <a:pt x="20298920" y="3852342"/>
                  <a:pt x="20279964" y="3845728"/>
                  <a:pt x="20262056" y="3845728"/>
                </a:cubicBezTo>
                <a:cubicBezTo>
                  <a:pt x="20262056" y="3806049"/>
                  <a:pt x="20286280" y="3812660"/>
                  <a:pt x="20298920" y="3812660"/>
                </a:cubicBezTo>
                <a:close/>
                <a:moveTo>
                  <a:pt x="19906080" y="3811447"/>
                </a:moveTo>
                <a:cubicBezTo>
                  <a:pt x="19913300" y="3814753"/>
                  <a:pt x="19919724" y="3826325"/>
                  <a:pt x="19919724" y="3842863"/>
                </a:cubicBezTo>
                <a:cubicBezTo>
                  <a:pt x="19906880" y="3842863"/>
                  <a:pt x="19900460" y="3836249"/>
                  <a:pt x="19887620" y="3829633"/>
                </a:cubicBezTo>
                <a:cubicBezTo>
                  <a:pt x="19890828" y="3813101"/>
                  <a:pt x="19898856" y="3808141"/>
                  <a:pt x="19906080" y="3811447"/>
                </a:cubicBezTo>
                <a:close/>
                <a:moveTo>
                  <a:pt x="17342380" y="3810788"/>
                </a:moveTo>
                <a:cubicBezTo>
                  <a:pt x="17355148" y="3830373"/>
                  <a:pt x="17380684" y="3843424"/>
                  <a:pt x="17393452" y="3856477"/>
                </a:cubicBezTo>
                <a:cubicBezTo>
                  <a:pt x="17367916" y="3869531"/>
                  <a:pt x="17342380" y="3876057"/>
                  <a:pt x="17342380" y="3810788"/>
                </a:cubicBezTo>
                <a:close/>
                <a:moveTo>
                  <a:pt x="19020248" y="3810787"/>
                </a:moveTo>
                <a:cubicBezTo>
                  <a:pt x="19045024" y="3810787"/>
                  <a:pt x="19070876" y="3810787"/>
                  <a:pt x="19090268" y="3810787"/>
                </a:cubicBezTo>
                <a:cubicBezTo>
                  <a:pt x="19083804" y="3830373"/>
                  <a:pt x="19077340" y="3856477"/>
                  <a:pt x="19070876" y="3876057"/>
                </a:cubicBezTo>
                <a:cubicBezTo>
                  <a:pt x="19052564" y="3856477"/>
                  <a:pt x="19038560" y="3830373"/>
                  <a:pt x="19020248" y="3810787"/>
                </a:cubicBezTo>
                <a:close/>
                <a:moveTo>
                  <a:pt x="14204671" y="3810787"/>
                </a:moveTo>
                <a:cubicBezTo>
                  <a:pt x="14216646" y="3810787"/>
                  <a:pt x="14222633" y="3823628"/>
                  <a:pt x="14222633" y="3842894"/>
                </a:cubicBezTo>
                <a:cubicBezTo>
                  <a:pt x="14210658" y="3842894"/>
                  <a:pt x="14204671" y="3836473"/>
                  <a:pt x="14204671" y="3810787"/>
                </a:cubicBezTo>
                <a:close/>
                <a:moveTo>
                  <a:pt x="13862317" y="3810787"/>
                </a:moveTo>
                <a:cubicBezTo>
                  <a:pt x="13862317" y="3830053"/>
                  <a:pt x="13862317" y="3842894"/>
                  <a:pt x="13849192" y="3842894"/>
                </a:cubicBezTo>
                <a:cubicBezTo>
                  <a:pt x="13849192" y="3823628"/>
                  <a:pt x="13849192" y="3810787"/>
                  <a:pt x="13862317" y="3810787"/>
                </a:cubicBezTo>
                <a:close/>
                <a:moveTo>
                  <a:pt x="11189200" y="3810787"/>
                </a:moveTo>
                <a:cubicBezTo>
                  <a:pt x="11189200" y="3836473"/>
                  <a:pt x="11183213" y="3842894"/>
                  <a:pt x="11171238" y="3842894"/>
                </a:cubicBezTo>
                <a:cubicBezTo>
                  <a:pt x="11171238" y="3823628"/>
                  <a:pt x="11177225" y="3810787"/>
                  <a:pt x="11189200" y="3810787"/>
                </a:cubicBezTo>
                <a:close/>
                <a:moveTo>
                  <a:pt x="15108870" y="3810786"/>
                </a:moveTo>
                <a:cubicBezTo>
                  <a:pt x="15108870" y="3830053"/>
                  <a:pt x="15108870" y="3842893"/>
                  <a:pt x="15095742" y="3842893"/>
                </a:cubicBezTo>
                <a:cubicBezTo>
                  <a:pt x="15095742" y="3823627"/>
                  <a:pt x="15095742" y="3810786"/>
                  <a:pt x="15108870" y="3810786"/>
                </a:cubicBezTo>
                <a:close/>
                <a:moveTo>
                  <a:pt x="14811358" y="3806045"/>
                </a:moveTo>
                <a:cubicBezTo>
                  <a:pt x="14863496" y="3806045"/>
                  <a:pt x="14914548" y="3806045"/>
                  <a:pt x="14966686" y="3812193"/>
                </a:cubicBezTo>
                <a:cubicBezTo>
                  <a:pt x="14922151" y="3824490"/>
                  <a:pt x="14876530" y="3830644"/>
                  <a:pt x="14824392" y="3842937"/>
                </a:cubicBezTo>
                <a:cubicBezTo>
                  <a:pt x="14817875" y="3830644"/>
                  <a:pt x="14817875" y="3818342"/>
                  <a:pt x="14811358" y="3806045"/>
                </a:cubicBezTo>
                <a:close/>
                <a:moveTo>
                  <a:pt x="13142458" y="3804832"/>
                </a:moveTo>
                <a:cubicBezTo>
                  <a:pt x="13147069" y="3801528"/>
                  <a:pt x="13151681" y="3806489"/>
                  <a:pt x="13160904" y="3816408"/>
                </a:cubicBezTo>
                <a:cubicBezTo>
                  <a:pt x="13148607" y="3823022"/>
                  <a:pt x="13136309" y="3836250"/>
                  <a:pt x="13124012" y="3842863"/>
                </a:cubicBezTo>
                <a:cubicBezTo>
                  <a:pt x="13133235" y="3819715"/>
                  <a:pt x="13137846" y="3808142"/>
                  <a:pt x="13142458" y="3804832"/>
                </a:cubicBezTo>
                <a:close/>
                <a:moveTo>
                  <a:pt x="15147386" y="3796570"/>
                </a:moveTo>
                <a:cubicBezTo>
                  <a:pt x="15160420" y="3822227"/>
                  <a:pt x="15173456" y="3847888"/>
                  <a:pt x="15193006" y="3841474"/>
                </a:cubicBezTo>
                <a:cubicBezTo>
                  <a:pt x="15212558" y="3835060"/>
                  <a:pt x="15232110" y="3854302"/>
                  <a:pt x="15219076" y="3886373"/>
                </a:cubicBezTo>
                <a:cubicBezTo>
                  <a:pt x="15206042" y="3937694"/>
                  <a:pt x="15153904" y="3905620"/>
                  <a:pt x="15128922" y="3905620"/>
                </a:cubicBezTo>
                <a:cubicBezTo>
                  <a:pt x="15135438" y="3867130"/>
                  <a:pt x="15140870" y="3828636"/>
                  <a:pt x="15147386" y="3796570"/>
                </a:cubicBezTo>
                <a:close/>
                <a:moveTo>
                  <a:pt x="11317119" y="3796569"/>
                </a:moveTo>
                <a:cubicBezTo>
                  <a:pt x="11279200" y="3809796"/>
                  <a:pt x="11241282" y="3823022"/>
                  <a:pt x="11204417" y="3842863"/>
                </a:cubicBezTo>
                <a:cubicBezTo>
                  <a:pt x="11210737" y="3829633"/>
                  <a:pt x="11217056" y="3816408"/>
                  <a:pt x="11222323" y="3803181"/>
                </a:cubicBezTo>
                <a:cubicBezTo>
                  <a:pt x="11253921" y="3796569"/>
                  <a:pt x="11285520" y="3796569"/>
                  <a:pt x="11317119" y="3796569"/>
                </a:cubicBezTo>
                <a:close/>
                <a:moveTo>
                  <a:pt x="19875040" y="3794722"/>
                </a:moveTo>
                <a:cubicBezTo>
                  <a:pt x="19876680" y="3793143"/>
                  <a:pt x="19879964" y="3794459"/>
                  <a:pt x="19886528" y="3797092"/>
                </a:cubicBezTo>
                <a:cubicBezTo>
                  <a:pt x="19879964" y="3803411"/>
                  <a:pt x="19879964" y="3803411"/>
                  <a:pt x="19873400" y="3809732"/>
                </a:cubicBezTo>
                <a:cubicBezTo>
                  <a:pt x="19873400" y="3800778"/>
                  <a:pt x="19873400" y="3796301"/>
                  <a:pt x="19875040" y="3794722"/>
                </a:cubicBezTo>
                <a:close/>
                <a:moveTo>
                  <a:pt x="15032314" y="3791826"/>
                </a:moveTo>
                <a:cubicBezTo>
                  <a:pt x="15050930" y="3797257"/>
                  <a:pt x="15075748" y="3803773"/>
                  <a:pt x="15075748" y="3842876"/>
                </a:cubicBezTo>
                <a:cubicBezTo>
                  <a:pt x="15057134" y="3842876"/>
                  <a:pt x="15038520" y="3842876"/>
                  <a:pt x="15019906" y="3842876"/>
                </a:cubicBezTo>
                <a:cubicBezTo>
                  <a:pt x="15019906" y="3823324"/>
                  <a:pt x="15026110" y="3803773"/>
                  <a:pt x="15032314" y="3791826"/>
                </a:cubicBezTo>
                <a:close/>
                <a:moveTo>
                  <a:pt x="13056578" y="3787095"/>
                </a:moveTo>
                <a:cubicBezTo>
                  <a:pt x="13056578" y="3831922"/>
                  <a:pt x="13050114" y="3844725"/>
                  <a:pt x="13017789" y="3851127"/>
                </a:cubicBezTo>
                <a:cubicBezTo>
                  <a:pt x="12978999" y="3857532"/>
                  <a:pt x="12940210" y="3857532"/>
                  <a:pt x="12901420" y="3863935"/>
                </a:cubicBezTo>
                <a:cubicBezTo>
                  <a:pt x="12824918" y="3870337"/>
                  <a:pt x="12747339" y="3883144"/>
                  <a:pt x="12669760" y="3889551"/>
                </a:cubicBezTo>
                <a:cubicBezTo>
                  <a:pt x="12586793" y="3902355"/>
                  <a:pt x="12502749" y="3908758"/>
                  <a:pt x="12426247" y="3921564"/>
                </a:cubicBezTo>
                <a:cubicBezTo>
                  <a:pt x="12387458" y="3921564"/>
                  <a:pt x="12348668" y="3927966"/>
                  <a:pt x="12309879" y="3934373"/>
                </a:cubicBezTo>
                <a:cubicBezTo>
                  <a:pt x="12293716" y="3934373"/>
                  <a:pt x="12277554" y="3932775"/>
                  <a:pt x="12261526" y="3933574"/>
                </a:cubicBezTo>
                <a:lnTo>
                  <a:pt x="12242336" y="3936380"/>
                </a:lnTo>
                <a:lnTo>
                  <a:pt x="12252503" y="3918460"/>
                </a:lnTo>
                <a:cubicBezTo>
                  <a:pt x="12267655" y="3901954"/>
                  <a:pt x="12288868" y="3900753"/>
                  <a:pt x="12303414" y="3895951"/>
                </a:cubicBezTo>
                <a:cubicBezTo>
                  <a:pt x="12335738" y="3895951"/>
                  <a:pt x="12368063" y="3889551"/>
                  <a:pt x="12400388" y="3883144"/>
                </a:cubicBezTo>
                <a:cubicBezTo>
                  <a:pt x="12470424" y="3870337"/>
                  <a:pt x="12548004" y="3863935"/>
                  <a:pt x="12619118" y="3851127"/>
                </a:cubicBezTo>
                <a:cubicBezTo>
                  <a:pt x="12766734" y="3825512"/>
                  <a:pt x="12907885" y="3806306"/>
                  <a:pt x="13056578" y="3787095"/>
                </a:cubicBezTo>
                <a:close/>
                <a:moveTo>
                  <a:pt x="20109388" y="3787086"/>
                </a:moveTo>
                <a:cubicBezTo>
                  <a:pt x="20109388" y="3807560"/>
                  <a:pt x="20103400" y="3814385"/>
                  <a:pt x="20091424" y="3814385"/>
                </a:cubicBezTo>
                <a:cubicBezTo>
                  <a:pt x="20091424" y="3795048"/>
                  <a:pt x="20097412" y="3787086"/>
                  <a:pt x="20109388" y="3787086"/>
                </a:cubicBezTo>
                <a:close/>
                <a:moveTo>
                  <a:pt x="13090307" y="3783594"/>
                </a:moveTo>
                <a:cubicBezTo>
                  <a:pt x="13097943" y="3781829"/>
                  <a:pt x="13107159" y="3784816"/>
                  <a:pt x="13113478" y="3784816"/>
                </a:cubicBezTo>
                <a:cubicBezTo>
                  <a:pt x="13113478" y="3823915"/>
                  <a:pt x="13088200" y="3810883"/>
                  <a:pt x="13076614" y="3810883"/>
                </a:cubicBezTo>
                <a:cubicBezTo>
                  <a:pt x="13076614" y="3791875"/>
                  <a:pt x="13082670" y="3785358"/>
                  <a:pt x="13090307" y="3783594"/>
                </a:cubicBezTo>
                <a:close/>
                <a:moveTo>
                  <a:pt x="12255999" y="3775756"/>
                </a:moveTo>
                <a:cubicBezTo>
                  <a:pt x="12280581" y="3777226"/>
                  <a:pt x="12307567" y="3786578"/>
                  <a:pt x="12317186" y="3786578"/>
                </a:cubicBezTo>
                <a:cubicBezTo>
                  <a:pt x="12317186" y="3857118"/>
                  <a:pt x="12228479" y="3812228"/>
                  <a:pt x="12209241" y="3812228"/>
                </a:cubicBezTo>
                <a:cubicBezTo>
                  <a:pt x="12209241" y="3780699"/>
                  <a:pt x="12231418" y="3774286"/>
                  <a:pt x="12255999" y="3775756"/>
                </a:cubicBezTo>
                <a:close/>
                <a:moveTo>
                  <a:pt x="11753201" y="3755783"/>
                </a:moveTo>
                <a:cubicBezTo>
                  <a:pt x="11753201" y="3795463"/>
                  <a:pt x="11734755" y="3787748"/>
                  <a:pt x="11716309" y="3787748"/>
                </a:cubicBezTo>
                <a:cubicBezTo>
                  <a:pt x="11716309" y="3749170"/>
                  <a:pt x="11734755" y="3755783"/>
                  <a:pt x="11753201" y="3755783"/>
                </a:cubicBezTo>
                <a:close/>
                <a:moveTo>
                  <a:pt x="10051604" y="3754495"/>
                </a:moveTo>
                <a:cubicBezTo>
                  <a:pt x="10051604" y="3773837"/>
                  <a:pt x="10058053" y="3785658"/>
                  <a:pt x="10070949" y="3785658"/>
                </a:cubicBezTo>
                <a:cubicBezTo>
                  <a:pt x="10070949" y="3767389"/>
                  <a:pt x="10064501" y="3754495"/>
                  <a:pt x="10051604" y="3754495"/>
                </a:cubicBezTo>
                <a:close/>
                <a:moveTo>
                  <a:pt x="9904367" y="3754495"/>
                </a:moveTo>
                <a:cubicBezTo>
                  <a:pt x="9897918" y="3767389"/>
                  <a:pt x="9891470" y="3785658"/>
                  <a:pt x="9885021" y="3804998"/>
                </a:cubicBezTo>
                <a:cubicBezTo>
                  <a:pt x="9878573" y="3798554"/>
                  <a:pt x="9865676" y="3798554"/>
                  <a:pt x="9852780" y="3798554"/>
                </a:cubicBezTo>
                <a:cubicBezTo>
                  <a:pt x="9814089" y="3798554"/>
                  <a:pt x="9770026" y="3817897"/>
                  <a:pt x="9750680" y="3875928"/>
                </a:cubicBezTo>
                <a:cubicBezTo>
                  <a:pt x="9807641" y="3863039"/>
                  <a:pt x="10000017" y="3908169"/>
                  <a:pt x="10000017" y="3754495"/>
                </a:cubicBezTo>
                <a:cubicBezTo>
                  <a:pt x="9968850" y="3754495"/>
                  <a:pt x="9936608" y="3754495"/>
                  <a:pt x="9904367" y="3754495"/>
                </a:cubicBezTo>
                <a:close/>
                <a:moveTo>
                  <a:pt x="14659685" y="3753910"/>
                </a:moveTo>
                <a:cubicBezTo>
                  <a:pt x="14698162" y="3753910"/>
                  <a:pt x="14729157" y="3753910"/>
                  <a:pt x="14767633" y="3753910"/>
                </a:cubicBezTo>
                <a:cubicBezTo>
                  <a:pt x="14767633" y="3804294"/>
                  <a:pt x="14729157" y="3804294"/>
                  <a:pt x="14717400" y="3842889"/>
                </a:cubicBezTo>
                <a:cubicBezTo>
                  <a:pt x="14698162" y="3810728"/>
                  <a:pt x="14672511" y="3792503"/>
                  <a:pt x="14659685" y="3753910"/>
                </a:cubicBezTo>
                <a:close/>
                <a:moveTo>
                  <a:pt x="10527822" y="3753909"/>
                </a:moveTo>
                <a:cubicBezTo>
                  <a:pt x="10544607" y="3753909"/>
                  <a:pt x="10544607" y="3784453"/>
                  <a:pt x="10544607" y="3809732"/>
                </a:cubicBezTo>
                <a:cubicBezTo>
                  <a:pt x="10521898" y="3809732"/>
                  <a:pt x="10527822" y="3778134"/>
                  <a:pt x="10527822" y="3753909"/>
                </a:cubicBezTo>
                <a:close/>
                <a:moveTo>
                  <a:pt x="13203590" y="3753907"/>
                </a:moveTo>
                <a:cubicBezTo>
                  <a:pt x="13203590" y="3773811"/>
                  <a:pt x="13197603" y="3785977"/>
                  <a:pt x="13185628" y="3785977"/>
                </a:cubicBezTo>
                <a:cubicBezTo>
                  <a:pt x="13185628" y="3760541"/>
                  <a:pt x="13191615" y="3753907"/>
                  <a:pt x="13203590" y="3753907"/>
                </a:cubicBezTo>
                <a:close/>
                <a:moveTo>
                  <a:pt x="12413050" y="3753907"/>
                </a:moveTo>
                <a:cubicBezTo>
                  <a:pt x="12425025" y="3753907"/>
                  <a:pt x="12431012" y="3760542"/>
                  <a:pt x="12431012" y="3785977"/>
                </a:cubicBezTo>
                <a:cubicBezTo>
                  <a:pt x="12419037" y="3785977"/>
                  <a:pt x="12413050" y="3773812"/>
                  <a:pt x="12413050" y="3753907"/>
                </a:cubicBezTo>
                <a:close/>
                <a:moveTo>
                  <a:pt x="20190964" y="3753906"/>
                </a:moveTo>
                <a:cubicBezTo>
                  <a:pt x="20203260" y="3760541"/>
                  <a:pt x="20215556" y="3760541"/>
                  <a:pt x="20227856" y="3767177"/>
                </a:cubicBezTo>
                <a:cubicBezTo>
                  <a:pt x="20215556" y="3785976"/>
                  <a:pt x="20190964" y="3785976"/>
                  <a:pt x="20190964" y="3753906"/>
                </a:cubicBezTo>
                <a:close/>
                <a:moveTo>
                  <a:pt x="14578219" y="3744712"/>
                </a:moveTo>
                <a:cubicBezTo>
                  <a:pt x="14595603" y="3744851"/>
                  <a:pt x="14615471" y="3752891"/>
                  <a:pt x="14625405" y="3752891"/>
                </a:cubicBezTo>
                <a:cubicBezTo>
                  <a:pt x="14625405" y="3809711"/>
                  <a:pt x="14565801" y="3783981"/>
                  <a:pt x="14545933" y="3783981"/>
                </a:cubicBezTo>
                <a:cubicBezTo>
                  <a:pt x="14545933" y="3752355"/>
                  <a:pt x="14560834" y="3744581"/>
                  <a:pt x="14578219" y="3744712"/>
                </a:cubicBezTo>
                <a:close/>
                <a:moveTo>
                  <a:pt x="10862658" y="3741860"/>
                </a:moveTo>
                <a:cubicBezTo>
                  <a:pt x="10864155" y="3742629"/>
                  <a:pt x="10865651" y="3747250"/>
                  <a:pt x="10871639" y="3753396"/>
                </a:cubicBezTo>
                <a:cubicBezTo>
                  <a:pt x="10865651" y="3756469"/>
                  <a:pt x="10864155" y="3761081"/>
                  <a:pt x="10862658" y="3762618"/>
                </a:cubicBezTo>
                <a:lnTo>
                  <a:pt x="10861546" y="3762390"/>
                </a:lnTo>
                <a:lnTo>
                  <a:pt x="10866815" y="3766549"/>
                </a:lnTo>
                <a:cubicBezTo>
                  <a:pt x="10866815" y="3841332"/>
                  <a:pt x="10796641" y="3822372"/>
                  <a:pt x="10757776" y="3828686"/>
                </a:cubicBezTo>
                <a:cubicBezTo>
                  <a:pt x="10738343" y="3835014"/>
                  <a:pt x="10725388" y="3847652"/>
                  <a:pt x="10705955" y="3847652"/>
                </a:cubicBezTo>
                <a:cubicBezTo>
                  <a:pt x="10680045" y="3847652"/>
                  <a:pt x="10680045" y="3809734"/>
                  <a:pt x="10673567" y="3784455"/>
                </a:cubicBezTo>
                <a:cubicBezTo>
                  <a:pt x="10712433" y="3778136"/>
                  <a:pt x="10751298" y="3772868"/>
                  <a:pt x="10790164" y="3760229"/>
                </a:cubicBezTo>
                <a:cubicBezTo>
                  <a:pt x="10803119" y="3757070"/>
                  <a:pt x="10815804" y="3750751"/>
                  <a:pt x="10828490" y="3749173"/>
                </a:cubicBezTo>
                <a:cubicBezTo>
                  <a:pt x="10834833" y="3748383"/>
                  <a:pt x="10841175" y="3748777"/>
                  <a:pt x="10847551" y="3751343"/>
                </a:cubicBezTo>
                <a:lnTo>
                  <a:pt x="10858232" y="3759773"/>
                </a:lnTo>
                <a:lnTo>
                  <a:pt x="10853677" y="3753396"/>
                </a:lnTo>
                <a:cubicBezTo>
                  <a:pt x="10859665" y="3744163"/>
                  <a:pt x="10861161" y="3741094"/>
                  <a:pt x="10862658" y="3741860"/>
                </a:cubicBezTo>
                <a:close/>
                <a:moveTo>
                  <a:pt x="12579528" y="3737177"/>
                </a:moveTo>
                <a:cubicBezTo>
                  <a:pt x="12595653" y="3733998"/>
                  <a:pt x="12615003" y="3740631"/>
                  <a:pt x="12627903" y="3747276"/>
                </a:cubicBezTo>
                <a:cubicBezTo>
                  <a:pt x="12634353" y="3747276"/>
                  <a:pt x="12653703" y="3779344"/>
                  <a:pt x="12634353" y="3785980"/>
                </a:cubicBezTo>
                <a:cubicBezTo>
                  <a:pt x="12608553" y="3785980"/>
                  <a:pt x="12576303" y="3785980"/>
                  <a:pt x="12550503" y="3785980"/>
                </a:cubicBezTo>
                <a:cubicBezTo>
                  <a:pt x="12550503" y="3753354"/>
                  <a:pt x="12563403" y="3740354"/>
                  <a:pt x="12579528" y="3737177"/>
                </a:cubicBezTo>
                <a:close/>
                <a:moveTo>
                  <a:pt x="12489276" y="3730208"/>
                </a:moveTo>
                <a:cubicBezTo>
                  <a:pt x="12495661" y="3749169"/>
                  <a:pt x="12502045" y="3768127"/>
                  <a:pt x="12502045" y="3786033"/>
                </a:cubicBezTo>
                <a:cubicBezTo>
                  <a:pt x="12482892" y="3786033"/>
                  <a:pt x="12470123" y="3786033"/>
                  <a:pt x="12450970" y="3786033"/>
                </a:cubicBezTo>
                <a:cubicBezTo>
                  <a:pt x="12450970" y="3749169"/>
                  <a:pt x="12476507" y="3736528"/>
                  <a:pt x="12489276" y="3730208"/>
                </a:cubicBezTo>
                <a:close/>
                <a:moveTo>
                  <a:pt x="20472400" y="3726129"/>
                </a:moveTo>
                <a:cubicBezTo>
                  <a:pt x="20480852" y="3729434"/>
                  <a:pt x="20488540" y="3741006"/>
                  <a:pt x="20488540" y="3757544"/>
                </a:cubicBezTo>
                <a:cubicBezTo>
                  <a:pt x="20476240" y="3750932"/>
                  <a:pt x="20463944" y="3744311"/>
                  <a:pt x="20451648" y="3744311"/>
                </a:cubicBezTo>
                <a:cubicBezTo>
                  <a:pt x="20454720" y="3727782"/>
                  <a:pt x="20463944" y="3722821"/>
                  <a:pt x="20472400" y="3726129"/>
                </a:cubicBezTo>
                <a:close/>
                <a:moveTo>
                  <a:pt x="17167872" y="3720734"/>
                </a:moveTo>
                <a:cubicBezTo>
                  <a:pt x="17187260" y="3727115"/>
                  <a:pt x="17224964" y="3720734"/>
                  <a:pt x="17237892" y="3752638"/>
                </a:cubicBezTo>
                <a:cubicBezTo>
                  <a:pt x="17244352" y="3771779"/>
                  <a:pt x="17244352" y="3808997"/>
                  <a:pt x="17263744" y="3808997"/>
                </a:cubicBezTo>
                <a:cubicBezTo>
                  <a:pt x="17263744" y="3796236"/>
                  <a:pt x="17270208" y="3727115"/>
                  <a:pt x="17283132" y="3759018"/>
                </a:cubicBezTo>
                <a:cubicBezTo>
                  <a:pt x="17292828" y="3777628"/>
                  <a:pt x="17300908" y="3799692"/>
                  <a:pt x="17309792" y="3821890"/>
                </a:cubicBezTo>
                <a:lnTo>
                  <a:pt x="17335576" y="3873991"/>
                </a:lnTo>
                <a:lnTo>
                  <a:pt x="17340136" y="3858185"/>
                </a:lnTo>
                <a:cubicBezTo>
                  <a:pt x="17340136" y="3864334"/>
                  <a:pt x="17346124" y="3870482"/>
                  <a:pt x="17346124" y="3876632"/>
                </a:cubicBezTo>
                <a:lnTo>
                  <a:pt x="17339648" y="3882224"/>
                </a:lnTo>
                <a:lnTo>
                  <a:pt x="17341300" y="3885561"/>
                </a:lnTo>
                <a:cubicBezTo>
                  <a:pt x="17270208" y="3885561"/>
                  <a:pt x="17199112" y="3847282"/>
                  <a:pt x="17129092" y="3828133"/>
                </a:cubicBezTo>
                <a:cubicBezTo>
                  <a:pt x="17135556" y="3802616"/>
                  <a:pt x="17154944" y="3808997"/>
                  <a:pt x="17167872" y="3808997"/>
                </a:cubicBezTo>
                <a:cubicBezTo>
                  <a:pt x="17167872" y="3777093"/>
                  <a:pt x="17167872" y="3752638"/>
                  <a:pt x="17167872" y="3720734"/>
                </a:cubicBezTo>
                <a:close/>
                <a:moveTo>
                  <a:pt x="19412648" y="3720728"/>
                </a:moveTo>
                <a:cubicBezTo>
                  <a:pt x="19412648" y="3739992"/>
                  <a:pt x="19406660" y="3752839"/>
                  <a:pt x="19394688" y="3752839"/>
                </a:cubicBezTo>
                <a:cubicBezTo>
                  <a:pt x="19394688" y="3733571"/>
                  <a:pt x="19400672" y="3720728"/>
                  <a:pt x="19412648" y="3720728"/>
                </a:cubicBezTo>
                <a:close/>
                <a:moveTo>
                  <a:pt x="17304464" y="3720728"/>
                </a:moveTo>
                <a:cubicBezTo>
                  <a:pt x="17317592" y="3720728"/>
                  <a:pt x="17317592" y="3733571"/>
                  <a:pt x="17317592" y="3752840"/>
                </a:cubicBezTo>
                <a:cubicBezTo>
                  <a:pt x="17304464" y="3752840"/>
                  <a:pt x="17304464" y="3739992"/>
                  <a:pt x="17304464" y="3720728"/>
                </a:cubicBezTo>
                <a:close/>
                <a:moveTo>
                  <a:pt x="12715339" y="3720728"/>
                </a:moveTo>
                <a:cubicBezTo>
                  <a:pt x="12715339" y="3727151"/>
                  <a:pt x="12715339" y="3739992"/>
                  <a:pt x="12715339" y="3752840"/>
                </a:cubicBezTo>
                <a:cubicBezTo>
                  <a:pt x="12690060" y="3752840"/>
                  <a:pt x="12665835" y="3752840"/>
                  <a:pt x="12640557" y="3752840"/>
                </a:cubicBezTo>
                <a:cubicBezTo>
                  <a:pt x="12665835" y="3739992"/>
                  <a:pt x="12690060" y="3727151"/>
                  <a:pt x="12715339" y="3720728"/>
                </a:cubicBezTo>
                <a:close/>
                <a:moveTo>
                  <a:pt x="11511512" y="3720728"/>
                </a:moveTo>
                <a:cubicBezTo>
                  <a:pt x="11544580" y="3720728"/>
                  <a:pt x="11531353" y="3777550"/>
                  <a:pt x="11531353" y="3809713"/>
                </a:cubicBezTo>
                <a:cubicBezTo>
                  <a:pt x="11498285" y="3809713"/>
                  <a:pt x="11511512" y="3752893"/>
                  <a:pt x="11511512" y="3720728"/>
                </a:cubicBezTo>
                <a:close/>
                <a:moveTo>
                  <a:pt x="19110300" y="3720727"/>
                </a:moveTo>
                <a:cubicBezTo>
                  <a:pt x="19162440" y="3746801"/>
                  <a:pt x="19214576" y="3772865"/>
                  <a:pt x="19265624" y="3797848"/>
                </a:cubicBezTo>
                <a:cubicBezTo>
                  <a:pt x="19247160" y="3823915"/>
                  <a:pt x="19221092" y="3810883"/>
                  <a:pt x="19201540" y="3804364"/>
                </a:cubicBezTo>
                <a:cubicBezTo>
                  <a:pt x="19168956" y="3792417"/>
                  <a:pt x="19142888" y="3792417"/>
                  <a:pt x="19110300" y="3784814"/>
                </a:cubicBezTo>
                <a:cubicBezTo>
                  <a:pt x="19110300" y="3766349"/>
                  <a:pt x="19110300" y="3740276"/>
                  <a:pt x="19110300" y="3720727"/>
                </a:cubicBezTo>
                <a:close/>
                <a:moveTo>
                  <a:pt x="14456004" y="3720727"/>
                </a:moveTo>
                <a:cubicBezTo>
                  <a:pt x="14475359" y="3752794"/>
                  <a:pt x="14501166" y="3752794"/>
                  <a:pt x="14525898" y="3752794"/>
                </a:cubicBezTo>
                <a:cubicBezTo>
                  <a:pt x="14525898" y="3828672"/>
                  <a:pt x="14430197" y="3791268"/>
                  <a:pt x="14404391" y="3783788"/>
                </a:cubicBezTo>
                <a:cubicBezTo>
                  <a:pt x="14359229" y="3772030"/>
                  <a:pt x="14320519" y="3772030"/>
                  <a:pt x="14276432" y="3765618"/>
                </a:cubicBezTo>
                <a:cubicBezTo>
                  <a:pt x="14237722" y="3765618"/>
                  <a:pt x="14199012" y="3777374"/>
                  <a:pt x="14166753" y="3733553"/>
                </a:cubicBezTo>
                <a:cubicBezTo>
                  <a:pt x="14263529" y="3727140"/>
                  <a:pt x="14359229" y="3720727"/>
                  <a:pt x="14456004" y="3720727"/>
                </a:cubicBezTo>
                <a:close/>
                <a:moveTo>
                  <a:pt x="10937934" y="3720725"/>
                </a:moveTo>
                <a:cubicBezTo>
                  <a:pt x="10937934" y="3727110"/>
                  <a:pt x="10937934" y="3739877"/>
                  <a:pt x="10937934" y="3752649"/>
                </a:cubicBezTo>
                <a:cubicBezTo>
                  <a:pt x="10918833" y="3752649"/>
                  <a:pt x="10886999" y="3771802"/>
                  <a:pt x="10867899" y="3739877"/>
                </a:cubicBezTo>
                <a:cubicBezTo>
                  <a:pt x="10886999" y="3727110"/>
                  <a:pt x="10912467" y="3727110"/>
                  <a:pt x="10937934" y="3720725"/>
                </a:cubicBezTo>
                <a:close/>
                <a:moveTo>
                  <a:pt x="11603274" y="3718975"/>
                </a:moveTo>
                <a:cubicBezTo>
                  <a:pt x="11605426" y="3719276"/>
                  <a:pt x="11608045" y="3720881"/>
                  <a:pt x="11611039" y="3724092"/>
                </a:cubicBezTo>
                <a:cubicBezTo>
                  <a:pt x="11608046" y="3724092"/>
                  <a:pt x="11606549" y="3725697"/>
                  <a:pt x="11605052" y="3728908"/>
                </a:cubicBezTo>
                <a:lnTo>
                  <a:pt x="11600859" y="3739025"/>
                </a:lnTo>
                <a:lnTo>
                  <a:pt x="11600964" y="3739320"/>
                </a:lnTo>
                <a:cubicBezTo>
                  <a:pt x="11605174" y="3760474"/>
                  <a:pt x="11601806" y="3785980"/>
                  <a:pt x="11588335" y="3785980"/>
                </a:cubicBezTo>
                <a:cubicBezTo>
                  <a:pt x="11588335" y="3767179"/>
                  <a:pt x="11588335" y="3740632"/>
                  <a:pt x="11594322" y="3720727"/>
                </a:cubicBezTo>
                <a:lnTo>
                  <a:pt x="11598706" y="3733000"/>
                </a:lnTo>
                <a:lnTo>
                  <a:pt x="11598316" y="3721684"/>
                </a:lnTo>
                <a:cubicBezTo>
                  <a:pt x="11599438" y="3719677"/>
                  <a:pt x="11601122" y="3718674"/>
                  <a:pt x="11603274" y="3718975"/>
                </a:cubicBezTo>
                <a:close/>
                <a:moveTo>
                  <a:pt x="20432176" y="3697181"/>
                </a:moveTo>
                <a:cubicBezTo>
                  <a:pt x="20438324" y="3698786"/>
                  <a:pt x="20444472" y="3703602"/>
                  <a:pt x="20450620" y="3706811"/>
                </a:cubicBezTo>
                <a:cubicBezTo>
                  <a:pt x="20444472" y="3706811"/>
                  <a:pt x="20444472" y="3713233"/>
                  <a:pt x="20444472" y="3719654"/>
                </a:cubicBezTo>
                <a:cubicBezTo>
                  <a:pt x="20432176" y="3713233"/>
                  <a:pt x="20426028" y="3706811"/>
                  <a:pt x="20413728" y="3706811"/>
                </a:cubicBezTo>
                <a:cubicBezTo>
                  <a:pt x="20419880" y="3697181"/>
                  <a:pt x="20426028" y="3695575"/>
                  <a:pt x="20432176" y="3697181"/>
                </a:cubicBezTo>
                <a:close/>
                <a:moveTo>
                  <a:pt x="19753880" y="3689422"/>
                </a:moveTo>
                <a:cubicBezTo>
                  <a:pt x="19753880" y="3729102"/>
                  <a:pt x="19729288" y="3722488"/>
                  <a:pt x="19716988" y="3722488"/>
                </a:cubicBezTo>
                <a:cubicBezTo>
                  <a:pt x="19716988" y="3682808"/>
                  <a:pt x="19741584" y="3689422"/>
                  <a:pt x="19753880" y="3689422"/>
                </a:cubicBezTo>
                <a:close/>
                <a:moveTo>
                  <a:pt x="19265724" y="3687553"/>
                </a:moveTo>
                <a:cubicBezTo>
                  <a:pt x="19265724" y="3713233"/>
                  <a:pt x="19253876" y="3719655"/>
                  <a:pt x="19243016" y="3719655"/>
                </a:cubicBezTo>
                <a:cubicBezTo>
                  <a:pt x="19243016" y="3693972"/>
                  <a:pt x="19253876" y="3687553"/>
                  <a:pt x="19265724" y="3687553"/>
                </a:cubicBezTo>
                <a:close/>
                <a:moveTo>
                  <a:pt x="17076872" y="3687553"/>
                </a:moveTo>
                <a:cubicBezTo>
                  <a:pt x="17076872" y="3719982"/>
                  <a:pt x="17070496" y="3752414"/>
                  <a:pt x="17076872" y="3777274"/>
                </a:cubicBezTo>
                <a:cubicBezTo>
                  <a:pt x="17089620" y="3809704"/>
                  <a:pt x="17102368" y="3700525"/>
                  <a:pt x="17102368" y="3694039"/>
                </a:cubicBezTo>
                <a:cubicBezTo>
                  <a:pt x="17121492" y="3707009"/>
                  <a:pt x="17134240" y="3719982"/>
                  <a:pt x="17146988" y="3732953"/>
                </a:cubicBezTo>
                <a:cubicBezTo>
                  <a:pt x="17140612" y="3745931"/>
                  <a:pt x="17127864" y="3752414"/>
                  <a:pt x="17127864" y="3771870"/>
                </a:cubicBezTo>
                <a:cubicBezTo>
                  <a:pt x="17121492" y="3791327"/>
                  <a:pt x="17127864" y="3791327"/>
                  <a:pt x="17121492" y="3809704"/>
                </a:cubicBezTo>
                <a:cubicBezTo>
                  <a:pt x="17064124" y="3791327"/>
                  <a:pt x="17013132" y="3777274"/>
                  <a:pt x="16963200" y="3765385"/>
                </a:cubicBezTo>
                <a:cubicBezTo>
                  <a:pt x="16982320" y="3726468"/>
                  <a:pt x="17013132" y="3771870"/>
                  <a:pt x="17038628" y="3758899"/>
                </a:cubicBezTo>
                <a:cubicBezTo>
                  <a:pt x="17064124" y="3745931"/>
                  <a:pt x="17051376" y="3687553"/>
                  <a:pt x="17076872" y="3687553"/>
                </a:cubicBezTo>
                <a:close/>
                <a:moveTo>
                  <a:pt x="10161226" y="3683566"/>
                </a:moveTo>
                <a:cubicBezTo>
                  <a:pt x="10122536" y="3677117"/>
                  <a:pt x="10090294" y="3690015"/>
                  <a:pt x="10051604" y="3709359"/>
                </a:cubicBezTo>
                <a:cubicBezTo>
                  <a:pt x="10083846" y="3728701"/>
                  <a:pt x="10116088" y="3754495"/>
                  <a:pt x="10148330" y="3754495"/>
                </a:cubicBezTo>
                <a:cubicBezTo>
                  <a:pt x="10148330" y="3728701"/>
                  <a:pt x="10154778" y="3709359"/>
                  <a:pt x="10161226" y="3683566"/>
                </a:cubicBezTo>
                <a:close/>
                <a:moveTo>
                  <a:pt x="20091428" y="3678070"/>
                </a:moveTo>
                <a:cubicBezTo>
                  <a:pt x="20104160" y="3678070"/>
                  <a:pt x="20161460" y="3684683"/>
                  <a:pt x="20135996" y="3724364"/>
                </a:cubicBezTo>
                <a:cubicBezTo>
                  <a:pt x="20123260" y="3704524"/>
                  <a:pt x="20104160" y="3691296"/>
                  <a:pt x="20091428" y="3678070"/>
                </a:cubicBezTo>
                <a:close/>
                <a:moveTo>
                  <a:pt x="20394256" y="3668739"/>
                </a:moveTo>
                <a:cubicBezTo>
                  <a:pt x="20400408" y="3670345"/>
                  <a:pt x="20406556" y="3675160"/>
                  <a:pt x="20412704" y="3678371"/>
                </a:cubicBezTo>
                <a:cubicBezTo>
                  <a:pt x="20406556" y="3678371"/>
                  <a:pt x="20406556" y="3684792"/>
                  <a:pt x="20400408" y="3691213"/>
                </a:cubicBezTo>
                <a:cubicBezTo>
                  <a:pt x="20394260" y="3684792"/>
                  <a:pt x="20381960" y="3678371"/>
                  <a:pt x="20375812" y="3678371"/>
                </a:cubicBezTo>
                <a:cubicBezTo>
                  <a:pt x="20381960" y="3668739"/>
                  <a:pt x="20388108" y="3667134"/>
                  <a:pt x="20394256" y="3668739"/>
                </a:cubicBezTo>
                <a:close/>
                <a:moveTo>
                  <a:pt x="14038279" y="3659114"/>
                </a:moveTo>
                <a:cubicBezTo>
                  <a:pt x="14076932" y="3678681"/>
                  <a:pt x="14109143" y="3698248"/>
                  <a:pt x="14146722" y="3724339"/>
                </a:cubicBezTo>
                <a:cubicBezTo>
                  <a:pt x="14140280" y="3743902"/>
                  <a:pt x="14140280" y="3756951"/>
                  <a:pt x="14133838" y="3776516"/>
                </a:cubicBezTo>
                <a:cubicBezTo>
                  <a:pt x="14120954" y="3776516"/>
                  <a:pt x="14114511" y="3776516"/>
                  <a:pt x="14102701" y="3776516"/>
                </a:cubicBezTo>
                <a:cubicBezTo>
                  <a:pt x="14083374" y="3776516"/>
                  <a:pt x="14064048" y="3776516"/>
                  <a:pt x="14038279" y="3769997"/>
                </a:cubicBezTo>
                <a:cubicBezTo>
                  <a:pt x="13993184" y="3769997"/>
                  <a:pt x="13948089" y="3763473"/>
                  <a:pt x="13904067" y="3756951"/>
                </a:cubicBezTo>
                <a:cubicBezTo>
                  <a:pt x="13807434" y="3750430"/>
                  <a:pt x="13717244" y="3743902"/>
                  <a:pt x="13621685" y="3737382"/>
                </a:cubicBezTo>
                <a:cubicBezTo>
                  <a:pt x="13710802" y="3724339"/>
                  <a:pt x="13794550" y="3711293"/>
                  <a:pt x="13878298" y="3704770"/>
                </a:cubicBezTo>
                <a:cubicBezTo>
                  <a:pt x="13928762" y="3698248"/>
                  <a:pt x="13973857" y="3691726"/>
                  <a:pt x="14018952" y="3698248"/>
                </a:cubicBezTo>
                <a:cubicBezTo>
                  <a:pt x="14025395" y="3698248"/>
                  <a:pt x="14057606" y="3691726"/>
                  <a:pt x="14064048" y="3704770"/>
                </a:cubicBezTo>
                <a:cubicBezTo>
                  <a:pt x="14057606" y="3685204"/>
                  <a:pt x="14044721" y="3691726"/>
                  <a:pt x="14038279" y="3691726"/>
                </a:cubicBezTo>
                <a:cubicBezTo>
                  <a:pt x="14038279" y="3685204"/>
                  <a:pt x="14038279" y="3672158"/>
                  <a:pt x="14038279" y="3659114"/>
                </a:cubicBezTo>
                <a:close/>
                <a:moveTo>
                  <a:pt x="15905100" y="3659108"/>
                </a:moveTo>
                <a:cubicBezTo>
                  <a:pt x="15905100" y="3671951"/>
                  <a:pt x="15905100" y="3684792"/>
                  <a:pt x="15905100" y="3691214"/>
                </a:cubicBezTo>
                <a:cubicBezTo>
                  <a:pt x="15877802" y="3691214"/>
                  <a:pt x="15891450" y="3671951"/>
                  <a:pt x="15905100" y="3659108"/>
                </a:cubicBezTo>
                <a:close/>
                <a:moveTo>
                  <a:pt x="14165755" y="3659108"/>
                </a:moveTo>
                <a:cubicBezTo>
                  <a:pt x="14165755" y="3684793"/>
                  <a:pt x="14159768" y="3691214"/>
                  <a:pt x="14147793" y="3691214"/>
                </a:cubicBezTo>
                <a:cubicBezTo>
                  <a:pt x="14147793" y="3671951"/>
                  <a:pt x="14153780" y="3659108"/>
                  <a:pt x="14165755" y="3659108"/>
                </a:cubicBezTo>
                <a:close/>
                <a:moveTo>
                  <a:pt x="13602725" y="3659108"/>
                </a:moveTo>
                <a:cubicBezTo>
                  <a:pt x="13614700" y="3659108"/>
                  <a:pt x="13620687" y="3671951"/>
                  <a:pt x="13620687" y="3691214"/>
                </a:cubicBezTo>
                <a:cubicBezTo>
                  <a:pt x="13608712" y="3691214"/>
                  <a:pt x="13602725" y="3684793"/>
                  <a:pt x="13602725" y="3659108"/>
                </a:cubicBezTo>
                <a:close/>
                <a:moveTo>
                  <a:pt x="19995636" y="3659107"/>
                </a:moveTo>
                <a:cubicBezTo>
                  <a:pt x="19995636" y="3684792"/>
                  <a:pt x="19989648" y="3691213"/>
                  <a:pt x="19977672" y="3691213"/>
                </a:cubicBezTo>
                <a:cubicBezTo>
                  <a:pt x="19977672" y="3671950"/>
                  <a:pt x="19983660" y="3659107"/>
                  <a:pt x="19995636" y="3659107"/>
                </a:cubicBezTo>
                <a:close/>
                <a:moveTo>
                  <a:pt x="19227768" y="3656244"/>
                </a:moveTo>
                <a:cubicBezTo>
                  <a:pt x="19227768" y="3695925"/>
                  <a:pt x="19203172" y="3689312"/>
                  <a:pt x="19190876" y="3689312"/>
                </a:cubicBezTo>
                <a:cubicBezTo>
                  <a:pt x="19190876" y="3649631"/>
                  <a:pt x="19209320" y="3656244"/>
                  <a:pt x="19227768" y="3656244"/>
                </a:cubicBezTo>
                <a:close/>
                <a:moveTo>
                  <a:pt x="10199917" y="3651326"/>
                </a:moveTo>
                <a:cubicBezTo>
                  <a:pt x="10192393" y="3677117"/>
                  <a:pt x="10187020" y="3696463"/>
                  <a:pt x="10187020" y="3722252"/>
                </a:cubicBezTo>
                <a:cubicBezTo>
                  <a:pt x="10205290" y="3722252"/>
                  <a:pt x="10224635" y="3722252"/>
                  <a:pt x="10237532" y="3722252"/>
                </a:cubicBezTo>
                <a:cubicBezTo>
                  <a:pt x="10243980" y="3696463"/>
                  <a:pt x="10250429" y="3677117"/>
                  <a:pt x="10256877" y="3651326"/>
                </a:cubicBezTo>
                <a:cubicBezTo>
                  <a:pt x="10237532" y="3651326"/>
                  <a:pt x="10218187" y="3651326"/>
                  <a:pt x="10199917" y="3651326"/>
                </a:cubicBezTo>
                <a:close/>
                <a:moveTo>
                  <a:pt x="17125368" y="3643141"/>
                </a:moveTo>
                <a:cubicBezTo>
                  <a:pt x="17126384" y="3641644"/>
                  <a:pt x="17128416" y="3643141"/>
                  <a:pt x="17132476" y="3646135"/>
                </a:cubicBezTo>
                <a:cubicBezTo>
                  <a:pt x="17124352" y="3652124"/>
                  <a:pt x="17124352" y="3658110"/>
                  <a:pt x="17124352" y="3658110"/>
                </a:cubicBezTo>
                <a:cubicBezTo>
                  <a:pt x="17124352" y="3649129"/>
                  <a:pt x="17124352" y="3644639"/>
                  <a:pt x="17125368" y="3643141"/>
                </a:cubicBezTo>
                <a:close/>
                <a:moveTo>
                  <a:pt x="20055352" y="3626594"/>
                </a:moveTo>
                <a:cubicBezTo>
                  <a:pt x="20063776" y="3629901"/>
                  <a:pt x="20071412" y="3641474"/>
                  <a:pt x="20071412" y="3658008"/>
                </a:cubicBezTo>
                <a:cubicBezTo>
                  <a:pt x="20059828" y="3658008"/>
                  <a:pt x="20047188" y="3651394"/>
                  <a:pt x="20034548" y="3644781"/>
                </a:cubicBezTo>
                <a:cubicBezTo>
                  <a:pt x="20037708" y="3628247"/>
                  <a:pt x="20046924" y="3623287"/>
                  <a:pt x="20055352" y="3626594"/>
                </a:cubicBezTo>
                <a:close/>
                <a:moveTo>
                  <a:pt x="11255487" y="3625935"/>
                </a:moveTo>
                <a:cubicBezTo>
                  <a:pt x="11255487" y="3690730"/>
                  <a:pt x="11179617" y="3684251"/>
                  <a:pt x="11160382" y="3690730"/>
                </a:cubicBezTo>
                <a:cubicBezTo>
                  <a:pt x="11089854" y="3697210"/>
                  <a:pt x="11025738" y="3710169"/>
                  <a:pt x="10962691" y="3710169"/>
                </a:cubicBezTo>
                <a:cubicBezTo>
                  <a:pt x="11057796" y="3677772"/>
                  <a:pt x="11160382" y="3651852"/>
                  <a:pt x="11255487" y="3625935"/>
                </a:cubicBezTo>
                <a:close/>
                <a:moveTo>
                  <a:pt x="20337892" y="3625930"/>
                </a:moveTo>
                <a:cubicBezTo>
                  <a:pt x="20350188" y="3632078"/>
                  <a:pt x="20362484" y="3638227"/>
                  <a:pt x="20374784" y="3644376"/>
                </a:cubicBezTo>
                <a:cubicBezTo>
                  <a:pt x="20362484" y="3662819"/>
                  <a:pt x="20337892" y="3662819"/>
                  <a:pt x="20337892" y="3625930"/>
                </a:cubicBezTo>
                <a:close/>
                <a:moveTo>
                  <a:pt x="19266712" y="3625930"/>
                </a:moveTo>
                <a:cubicBezTo>
                  <a:pt x="19273136" y="3632079"/>
                  <a:pt x="19285980" y="3638227"/>
                  <a:pt x="19298820" y="3644376"/>
                </a:cubicBezTo>
                <a:cubicBezTo>
                  <a:pt x="19285980" y="3662820"/>
                  <a:pt x="19266712" y="3662820"/>
                  <a:pt x="19266712" y="3625930"/>
                </a:cubicBezTo>
                <a:close/>
                <a:moveTo>
                  <a:pt x="20015080" y="3603459"/>
                </a:moveTo>
                <a:cubicBezTo>
                  <a:pt x="20021228" y="3604313"/>
                  <a:pt x="20027376" y="3607721"/>
                  <a:pt x="20033524" y="3611141"/>
                </a:cubicBezTo>
                <a:cubicBezTo>
                  <a:pt x="20033524" y="3617967"/>
                  <a:pt x="20027376" y="3624791"/>
                  <a:pt x="20027376" y="3624791"/>
                </a:cubicBezTo>
                <a:cubicBezTo>
                  <a:pt x="20015080" y="3624791"/>
                  <a:pt x="20008928" y="3617967"/>
                  <a:pt x="19996632" y="3611141"/>
                </a:cubicBezTo>
                <a:cubicBezTo>
                  <a:pt x="20002780" y="3604313"/>
                  <a:pt x="20008928" y="3602607"/>
                  <a:pt x="20015080" y="3603459"/>
                </a:cubicBezTo>
                <a:close/>
                <a:moveTo>
                  <a:pt x="10429908" y="3599741"/>
                </a:moveTo>
                <a:cubicBezTo>
                  <a:pt x="10429908" y="3619092"/>
                  <a:pt x="10436357" y="3625537"/>
                  <a:pt x="10449253" y="3625537"/>
                </a:cubicBezTo>
                <a:cubicBezTo>
                  <a:pt x="10449253" y="3606185"/>
                  <a:pt x="10442805" y="3599741"/>
                  <a:pt x="10429908" y="3599741"/>
                </a:cubicBezTo>
                <a:close/>
                <a:moveTo>
                  <a:pt x="10295567" y="3599741"/>
                </a:moveTo>
                <a:cubicBezTo>
                  <a:pt x="10295567" y="3638431"/>
                  <a:pt x="10321361" y="3625537"/>
                  <a:pt x="10334257" y="3625537"/>
                </a:cubicBezTo>
                <a:cubicBezTo>
                  <a:pt x="10334257" y="3593294"/>
                  <a:pt x="10314912" y="3599741"/>
                  <a:pt x="10295567" y="3599741"/>
                </a:cubicBezTo>
                <a:close/>
                <a:moveTo>
                  <a:pt x="682360" y="3597489"/>
                </a:moveTo>
                <a:cubicBezTo>
                  <a:pt x="701323" y="3604102"/>
                  <a:pt x="720282" y="3610716"/>
                  <a:pt x="738187" y="3610716"/>
                </a:cubicBezTo>
                <a:cubicBezTo>
                  <a:pt x="720282" y="3637172"/>
                  <a:pt x="682360" y="3643784"/>
                  <a:pt x="682360" y="3597489"/>
                </a:cubicBezTo>
                <a:close/>
                <a:moveTo>
                  <a:pt x="15696664" y="3597488"/>
                </a:moveTo>
                <a:cubicBezTo>
                  <a:pt x="15684366" y="3616107"/>
                  <a:pt x="15678218" y="3634719"/>
                  <a:pt x="15678218" y="3653332"/>
                </a:cubicBezTo>
                <a:cubicBezTo>
                  <a:pt x="15672068" y="3640922"/>
                  <a:pt x="15665920" y="3628513"/>
                  <a:pt x="15659770" y="3616107"/>
                </a:cubicBezTo>
                <a:cubicBezTo>
                  <a:pt x="15672068" y="3609888"/>
                  <a:pt x="15684366" y="3603690"/>
                  <a:pt x="15696664" y="3597488"/>
                </a:cubicBezTo>
                <a:close/>
                <a:moveTo>
                  <a:pt x="19958664" y="3582900"/>
                </a:moveTo>
                <a:lnTo>
                  <a:pt x="19957744" y="3586488"/>
                </a:lnTo>
                <a:lnTo>
                  <a:pt x="19956464" y="3591463"/>
                </a:lnTo>
                <a:close/>
                <a:moveTo>
                  <a:pt x="19959512" y="3579607"/>
                </a:moveTo>
                <a:cubicBezTo>
                  <a:pt x="19960128" y="3577215"/>
                  <a:pt x="19959716" y="3578810"/>
                  <a:pt x="19958896" y="3582000"/>
                </a:cubicBezTo>
                <a:lnTo>
                  <a:pt x="19958664" y="3582900"/>
                </a:lnTo>
                <a:close/>
                <a:moveTo>
                  <a:pt x="19972936" y="3574315"/>
                </a:moveTo>
                <a:cubicBezTo>
                  <a:pt x="19979760" y="3569048"/>
                  <a:pt x="19993412" y="3580635"/>
                  <a:pt x="20000236" y="3580635"/>
                </a:cubicBezTo>
                <a:cubicBezTo>
                  <a:pt x="19986584" y="3605910"/>
                  <a:pt x="19972936" y="3569048"/>
                  <a:pt x="19972936" y="3574315"/>
                </a:cubicBezTo>
                <a:close/>
                <a:moveTo>
                  <a:pt x="20260964" y="3569051"/>
                </a:moveTo>
                <a:cubicBezTo>
                  <a:pt x="20260964" y="3588959"/>
                  <a:pt x="20260964" y="3601124"/>
                  <a:pt x="20247840" y="3601124"/>
                </a:cubicBezTo>
                <a:cubicBezTo>
                  <a:pt x="20247840" y="3581218"/>
                  <a:pt x="20247840" y="3569051"/>
                  <a:pt x="20260964" y="3569051"/>
                </a:cubicBezTo>
                <a:close/>
                <a:moveTo>
                  <a:pt x="11334144" y="3569049"/>
                </a:moveTo>
                <a:cubicBezTo>
                  <a:pt x="11334144" y="3588010"/>
                  <a:pt x="11340766" y="3605914"/>
                  <a:pt x="11340766" y="3624876"/>
                </a:cubicBezTo>
                <a:cubicBezTo>
                  <a:pt x="11314277" y="3624876"/>
                  <a:pt x="11287787" y="3624876"/>
                  <a:pt x="11261297" y="3624876"/>
                </a:cubicBezTo>
                <a:cubicBezTo>
                  <a:pt x="11261297" y="3605914"/>
                  <a:pt x="11281164" y="3605914"/>
                  <a:pt x="11294409" y="3599594"/>
                </a:cubicBezTo>
                <a:cubicBezTo>
                  <a:pt x="11307654" y="3593275"/>
                  <a:pt x="11320899" y="3580637"/>
                  <a:pt x="11334144" y="3569049"/>
                </a:cubicBezTo>
                <a:close/>
                <a:moveTo>
                  <a:pt x="12290792" y="3566250"/>
                </a:moveTo>
                <a:cubicBezTo>
                  <a:pt x="12304321" y="3564757"/>
                  <a:pt x="12320237" y="3569645"/>
                  <a:pt x="12329787" y="3569645"/>
                </a:cubicBezTo>
                <a:cubicBezTo>
                  <a:pt x="12329787" y="3575076"/>
                  <a:pt x="12336154" y="3581593"/>
                  <a:pt x="12336154" y="3581593"/>
                </a:cubicBezTo>
                <a:cubicBezTo>
                  <a:pt x="12310688" y="3589196"/>
                  <a:pt x="12285222" y="3594627"/>
                  <a:pt x="12266122" y="3601144"/>
                </a:cubicBezTo>
                <a:cubicBezTo>
                  <a:pt x="12266122" y="3575620"/>
                  <a:pt x="12277263" y="3567743"/>
                  <a:pt x="12290792" y="3566250"/>
                </a:cubicBezTo>
                <a:close/>
                <a:moveTo>
                  <a:pt x="16472248" y="3566116"/>
                </a:moveTo>
                <a:cubicBezTo>
                  <a:pt x="16483882" y="3564635"/>
                  <a:pt x="16497842" y="3569482"/>
                  <a:pt x="16507150" y="3569482"/>
                </a:cubicBezTo>
                <a:cubicBezTo>
                  <a:pt x="16507150" y="3620114"/>
                  <a:pt x="16469920" y="3600720"/>
                  <a:pt x="16451306" y="3600720"/>
                </a:cubicBezTo>
                <a:cubicBezTo>
                  <a:pt x="16451306" y="3575408"/>
                  <a:pt x="16460614" y="3567597"/>
                  <a:pt x="16472248" y="3566116"/>
                </a:cubicBezTo>
                <a:close/>
                <a:moveTo>
                  <a:pt x="11415205" y="3566116"/>
                </a:moveTo>
                <a:cubicBezTo>
                  <a:pt x="11426923" y="3564635"/>
                  <a:pt x="11440879" y="3569483"/>
                  <a:pt x="11449832" y="3569483"/>
                </a:cubicBezTo>
                <a:cubicBezTo>
                  <a:pt x="11449832" y="3620114"/>
                  <a:pt x="11412966" y="3600721"/>
                  <a:pt x="11394007" y="3600721"/>
                </a:cubicBezTo>
                <a:cubicBezTo>
                  <a:pt x="11394007" y="3575408"/>
                  <a:pt x="11403487" y="3567597"/>
                  <a:pt x="11415205" y="3566116"/>
                </a:cubicBezTo>
                <a:close/>
                <a:moveTo>
                  <a:pt x="10389337" y="3565219"/>
                </a:moveTo>
                <a:cubicBezTo>
                  <a:pt x="10377516" y="3563742"/>
                  <a:pt x="10363276" y="3568578"/>
                  <a:pt x="10353603" y="3568578"/>
                </a:cubicBezTo>
                <a:cubicBezTo>
                  <a:pt x="10353603" y="3619092"/>
                  <a:pt x="10392293" y="3599741"/>
                  <a:pt x="10410563" y="3599741"/>
                </a:cubicBezTo>
                <a:cubicBezTo>
                  <a:pt x="10410563" y="3574486"/>
                  <a:pt x="10401159" y="3566697"/>
                  <a:pt x="10389337" y="3565219"/>
                </a:cubicBezTo>
                <a:close/>
                <a:moveTo>
                  <a:pt x="12158264" y="3564306"/>
                </a:moveTo>
                <a:cubicBezTo>
                  <a:pt x="12189536" y="3566430"/>
                  <a:pt x="12219529" y="3578039"/>
                  <a:pt x="12241343" y="3613971"/>
                </a:cubicBezTo>
                <a:cubicBezTo>
                  <a:pt x="12170247" y="3613971"/>
                  <a:pt x="12092688" y="3626956"/>
                  <a:pt x="12022670" y="3659432"/>
                </a:cubicBezTo>
                <a:cubicBezTo>
                  <a:pt x="11983891" y="3672422"/>
                  <a:pt x="11912795" y="3724384"/>
                  <a:pt x="11886942" y="3652937"/>
                </a:cubicBezTo>
                <a:cubicBezTo>
                  <a:pt x="11945111" y="3594478"/>
                  <a:pt x="12016207" y="3581489"/>
                  <a:pt x="12086225" y="3569581"/>
                </a:cubicBezTo>
                <a:cubicBezTo>
                  <a:pt x="12099151" y="3567957"/>
                  <a:pt x="12112886" y="3565927"/>
                  <a:pt x="12126822" y="3564794"/>
                </a:cubicBezTo>
                <a:cubicBezTo>
                  <a:pt x="12137274" y="3563944"/>
                  <a:pt x="12147840" y="3563599"/>
                  <a:pt x="12158264" y="3564306"/>
                </a:cubicBezTo>
                <a:close/>
                <a:moveTo>
                  <a:pt x="12341457" y="3557009"/>
                </a:moveTo>
                <a:lnTo>
                  <a:pt x="12347116" y="3564273"/>
                </a:lnTo>
                <a:lnTo>
                  <a:pt x="12350438" y="3568538"/>
                </a:lnTo>
                <a:cubicBezTo>
                  <a:pt x="12338463" y="3579811"/>
                  <a:pt x="12344451" y="3586984"/>
                  <a:pt x="12332476" y="3568538"/>
                </a:cubicBezTo>
                <a:cubicBezTo>
                  <a:pt x="12335470" y="3563927"/>
                  <a:pt x="12337341" y="3560852"/>
                  <a:pt x="12338650" y="3559027"/>
                </a:cubicBezTo>
                <a:lnTo>
                  <a:pt x="12340249" y="3557877"/>
                </a:lnTo>
                <a:close/>
                <a:moveTo>
                  <a:pt x="10468598" y="3536339"/>
                </a:moveTo>
                <a:cubicBezTo>
                  <a:pt x="10449253" y="3536339"/>
                  <a:pt x="10429908" y="3536339"/>
                  <a:pt x="10429908" y="3568578"/>
                </a:cubicBezTo>
                <a:cubicBezTo>
                  <a:pt x="10442805" y="3568578"/>
                  <a:pt x="10468598" y="3573950"/>
                  <a:pt x="10468598" y="3536339"/>
                </a:cubicBezTo>
                <a:close/>
                <a:moveTo>
                  <a:pt x="15464444" y="3535873"/>
                </a:moveTo>
                <a:cubicBezTo>
                  <a:pt x="15464444" y="3555136"/>
                  <a:pt x="15458456" y="3567978"/>
                  <a:pt x="15446482" y="3567978"/>
                </a:cubicBezTo>
                <a:cubicBezTo>
                  <a:pt x="15446482" y="3548716"/>
                  <a:pt x="15452470" y="3535873"/>
                  <a:pt x="15464444" y="3535873"/>
                </a:cubicBezTo>
                <a:close/>
                <a:moveTo>
                  <a:pt x="12497286" y="3535873"/>
                </a:moveTo>
                <a:cubicBezTo>
                  <a:pt x="12451885" y="3542294"/>
                  <a:pt x="12414050" y="3555136"/>
                  <a:pt x="12375135" y="3567978"/>
                </a:cubicBezTo>
                <a:cubicBezTo>
                  <a:pt x="12375135" y="3548716"/>
                  <a:pt x="12375135" y="3548716"/>
                  <a:pt x="12497286" y="3535873"/>
                </a:cubicBezTo>
                <a:close/>
                <a:moveTo>
                  <a:pt x="18583192" y="3535872"/>
                </a:moveTo>
                <a:cubicBezTo>
                  <a:pt x="18583192" y="3555136"/>
                  <a:pt x="18577204" y="3567978"/>
                  <a:pt x="18565232" y="3567978"/>
                </a:cubicBezTo>
                <a:cubicBezTo>
                  <a:pt x="18565232" y="3548716"/>
                  <a:pt x="18571216" y="3535872"/>
                  <a:pt x="18583192" y="3535872"/>
                </a:cubicBezTo>
                <a:close/>
                <a:moveTo>
                  <a:pt x="16827728" y="3532831"/>
                </a:moveTo>
                <a:cubicBezTo>
                  <a:pt x="16839364" y="3531240"/>
                  <a:pt x="16853324" y="3536015"/>
                  <a:pt x="16862632" y="3536015"/>
                </a:cubicBezTo>
                <a:cubicBezTo>
                  <a:pt x="16862632" y="3586947"/>
                  <a:pt x="16825404" y="3567848"/>
                  <a:pt x="16806788" y="3567848"/>
                </a:cubicBezTo>
                <a:cubicBezTo>
                  <a:pt x="16806788" y="3542382"/>
                  <a:pt x="16816096" y="3534423"/>
                  <a:pt x="16827728" y="3532831"/>
                </a:cubicBezTo>
                <a:close/>
                <a:moveTo>
                  <a:pt x="20171004" y="3512172"/>
                </a:moveTo>
                <a:cubicBezTo>
                  <a:pt x="20171004" y="3532647"/>
                  <a:pt x="20159032" y="3539472"/>
                  <a:pt x="20153044" y="3539472"/>
                </a:cubicBezTo>
                <a:cubicBezTo>
                  <a:pt x="20153044" y="3518997"/>
                  <a:pt x="20159032" y="3512172"/>
                  <a:pt x="20171004" y="3512172"/>
                </a:cubicBezTo>
                <a:close/>
                <a:moveTo>
                  <a:pt x="16767872" y="3512172"/>
                </a:moveTo>
                <a:cubicBezTo>
                  <a:pt x="16767872" y="3532647"/>
                  <a:pt x="16761884" y="3539472"/>
                  <a:pt x="16749910" y="3539472"/>
                </a:cubicBezTo>
                <a:cubicBezTo>
                  <a:pt x="16749910" y="3518997"/>
                  <a:pt x="16755898" y="3512172"/>
                  <a:pt x="16767872" y="3512172"/>
                </a:cubicBezTo>
                <a:close/>
                <a:moveTo>
                  <a:pt x="15320598" y="3512171"/>
                </a:moveTo>
                <a:cubicBezTo>
                  <a:pt x="15341072" y="3512171"/>
                  <a:pt x="15341072" y="3543195"/>
                  <a:pt x="15341072" y="3568014"/>
                </a:cubicBezTo>
                <a:cubicBezTo>
                  <a:pt x="15313774" y="3568014"/>
                  <a:pt x="15320598" y="3530785"/>
                  <a:pt x="15320598" y="3512171"/>
                </a:cubicBezTo>
                <a:close/>
                <a:moveTo>
                  <a:pt x="11315420" y="3478996"/>
                </a:moveTo>
                <a:cubicBezTo>
                  <a:pt x="11315420" y="3504423"/>
                  <a:pt x="11321841" y="3542562"/>
                  <a:pt x="11308998" y="3567989"/>
                </a:cubicBezTo>
                <a:cubicBezTo>
                  <a:pt x="11302577" y="3542562"/>
                  <a:pt x="11289735" y="3478996"/>
                  <a:pt x="11315420" y="3478996"/>
                </a:cubicBezTo>
                <a:close/>
                <a:moveTo>
                  <a:pt x="12773269" y="3478995"/>
                </a:moveTo>
                <a:cubicBezTo>
                  <a:pt x="12785244" y="3478995"/>
                  <a:pt x="12791231" y="3491838"/>
                  <a:pt x="12791231" y="3511099"/>
                </a:cubicBezTo>
                <a:cubicBezTo>
                  <a:pt x="12779256" y="3511099"/>
                  <a:pt x="12773269" y="3498257"/>
                  <a:pt x="12773269" y="3478995"/>
                </a:cubicBezTo>
                <a:close/>
                <a:moveTo>
                  <a:pt x="18265632" y="3478994"/>
                </a:moveTo>
                <a:cubicBezTo>
                  <a:pt x="18265632" y="3498257"/>
                  <a:pt x="18259644" y="3511099"/>
                  <a:pt x="18247672" y="3511099"/>
                </a:cubicBezTo>
                <a:cubicBezTo>
                  <a:pt x="18247672" y="3485415"/>
                  <a:pt x="18253656" y="3478994"/>
                  <a:pt x="18265632" y="3478994"/>
                </a:cubicBezTo>
                <a:close/>
                <a:moveTo>
                  <a:pt x="16489224" y="3478994"/>
                </a:moveTo>
                <a:cubicBezTo>
                  <a:pt x="16501198" y="3478994"/>
                  <a:pt x="16507186" y="3485415"/>
                  <a:pt x="16507186" y="3511099"/>
                </a:cubicBezTo>
                <a:cubicBezTo>
                  <a:pt x="16495212" y="3511099"/>
                  <a:pt x="16489224" y="3498257"/>
                  <a:pt x="16489224" y="3478994"/>
                </a:cubicBezTo>
                <a:close/>
                <a:moveTo>
                  <a:pt x="16444646" y="3478994"/>
                </a:moveTo>
                <a:cubicBezTo>
                  <a:pt x="16456944" y="3478994"/>
                  <a:pt x="16469242" y="3485415"/>
                  <a:pt x="16469242" y="3511099"/>
                </a:cubicBezTo>
                <a:cubicBezTo>
                  <a:pt x="16456944" y="3504679"/>
                  <a:pt x="16444646" y="3498257"/>
                  <a:pt x="16432350" y="3491837"/>
                </a:cubicBezTo>
                <a:cubicBezTo>
                  <a:pt x="16438498" y="3485415"/>
                  <a:pt x="16438498" y="3478994"/>
                  <a:pt x="16444646" y="3478994"/>
                </a:cubicBezTo>
                <a:close/>
                <a:moveTo>
                  <a:pt x="10781176" y="3471639"/>
                </a:moveTo>
                <a:lnTo>
                  <a:pt x="10785145" y="3475012"/>
                </a:lnTo>
                <a:cubicBezTo>
                  <a:pt x="10787152" y="3476718"/>
                  <a:pt x="10788155" y="3477571"/>
                  <a:pt x="10786650" y="3476291"/>
                </a:cubicBezTo>
                <a:close/>
                <a:moveTo>
                  <a:pt x="15057826" y="3464774"/>
                </a:moveTo>
                <a:cubicBezTo>
                  <a:pt x="15071052" y="3464774"/>
                  <a:pt x="15090892" y="3464774"/>
                  <a:pt x="15104120" y="3471390"/>
                </a:cubicBezTo>
                <a:cubicBezTo>
                  <a:pt x="15090892" y="3478002"/>
                  <a:pt x="15084280" y="3497842"/>
                  <a:pt x="15077666" y="3511070"/>
                </a:cubicBezTo>
                <a:cubicBezTo>
                  <a:pt x="15071052" y="3497842"/>
                  <a:pt x="15064438" y="3478002"/>
                  <a:pt x="15057826" y="3464774"/>
                </a:cubicBezTo>
                <a:close/>
                <a:moveTo>
                  <a:pt x="10780211" y="3455674"/>
                </a:moveTo>
                <a:cubicBezTo>
                  <a:pt x="10780719" y="3456526"/>
                  <a:pt x="10780973" y="3458660"/>
                  <a:pt x="10781100" y="3462286"/>
                </a:cubicBezTo>
                <a:lnTo>
                  <a:pt x="10781176" y="3471639"/>
                </a:lnTo>
                <a:lnTo>
                  <a:pt x="10781227" y="3477854"/>
                </a:lnTo>
                <a:cubicBezTo>
                  <a:pt x="10781227" y="3474443"/>
                  <a:pt x="10779195" y="3471032"/>
                  <a:pt x="10777164" y="3468470"/>
                </a:cubicBezTo>
                <a:lnTo>
                  <a:pt x="10775940" y="3467185"/>
                </a:lnTo>
                <a:lnTo>
                  <a:pt x="10773101" y="3464205"/>
                </a:lnTo>
                <a:cubicBezTo>
                  <a:pt x="10777164" y="3457379"/>
                  <a:pt x="10779195" y="3453967"/>
                  <a:pt x="10780211" y="3455674"/>
                </a:cubicBezTo>
                <a:close/>
                <a:moveTo>
                  <a:pt x="16678674" y="3448507"/>
                </a:moveTo>
                <a:cubicBezTo>
                  <a:pt x="16693902" y="3449312"/>
                  <a:pt x="16709932" y="3457357"/>
                  <a:pt x="16719550" y="3463798"/>
                </a:cubicBezTo>
                <a:cubicBezTo>
                  <a:pt x="16745198" y="3489554"/>
                  <a:pt x="16732374" y="3502431"/>
                  <a:pt x="16706726" y="3508869"/>
                </a:cubicBezTo>
                <a:cubicBezTo>
                  <a:pt x="16700314" y="3508869"/>
                  <a:pt x="16642608" y="3508869"/>
                  <a:pt x="16668256" y="3534628"/>
                </a:cubicBezTo>
                <a:cubicBezTo>
                  <a:pt x="16706726" y="3572186"/>
                  <a:pt x="16751608" y="3572186"/>
                  <a:pt x="16789012" y="3586137"/>
                </a:cubicBezTo>
                <a:cubicBezTo>
                  <a:pt x="16827484" y="3604378"/>
                  <a:pt x="16872364" y="3623698"/>
                  <a:pt x="16917248" y="3636575"/>
                </a:cubicBezTo>
                <a:cubicBezTo>
                  <a:pt x="16949308" y="3655891"/>
                  <a:pt x="16962132" y="3675208"/>
                  <a:pt x="16962132" y="3739595"/>
                </a:cubicBezTo>
                <a:cubicBezTo>
                  <a:pt x="16917248" y="3771792"/>
                  <a:pt x="16865956" y="3739595"/>
                  <a:pt x="16821072" y="3726719"/>
                </a:cubicBezTo>
                <a:cubicBezTo>
                  <a:pt x="16758020" y="3707400"/>
                  <a:pt x="16700314" y="3707400"/>
                  <a:pt x="16642608" y="3720280"/>
                </a:cubicBezTo>
                <a:cubicBezTo>
                  <a:pt x="16642608" y="3700964"/>
                  <a:pt x="16642608" y="3681648"/>
                  <a:pt x="16642608" y="3655891"/>
                </a:cubicBezTo>
                <a:cubicBezTo>
                  <a:pt x="16616960" y="3668769"/>
                  <a:pt x="16592382" y="3675208"/>
                  <a:pt x="16566734" y="3688091"/>
                </a:cubicBezTo>
                <a:cubicBezTo>
                  <a:pt x="16566734" y="3636575"/>
                  <a:pt x="16560322" y="3597940"/>
                  <a:pt x="16597726" y="3578624"/>
                </a:cubicBezTo>
                <a:cubicBezTo>
                  <a:pt x="16636196" y="3566820"/>
                  <a:pt x="16629784" y="3528188"/>
                  <a:pt x="16642608" y="3476676"/>
                </a:cubicBezTo>
                <a:cubicBezTo>
                  <a:pt x="16649020" y="3454140"/>
                  <a:pt x="16663446" y="3447700"/>
                  <a:pt x="16678674" y="3448507"/>
                </a:cubicBezTo>
                <a:close/>
                <a:moveTo>
                  <a:pt x="13075589" y="3447224"/>
                </a:moveTo>
                <a:cubicBezTo>
                  <a:pt x="13075589" y="3477967"/>
                  <a:pt x="13050994" y="3477967"/>
                  <a:pt x="13038697" y="3477967"/>
                </a:cubicBezTo>
                <a:cubicBezTo>
                  <a:pt x="13038697" y="3441075"/>
                  <a:pt x="13057143" y="3447224"/>
                  <a:pt x="13075589" y="3447224"/>
                </a:cubicBezTo>
                <a:close/>
                <a:moveTo>
                  <a:pt x="18583192" y="3445817"/>
                </a:moveTo>
                <a:cubicBezTo>
                  <a:pt x="18583192" y="3465082"/>
                  <a:pt x="18577204" y="3477925"/>
                  <a:pt x="18565232" y="3477925"/>
                </a:cubicBezTo>
                <a:cubicBezTo>
                  <a:pt x="18565232" y="3452238"/>
                  <a:pt x="18571216" y="3445817"/>
                  <a:pt x="18583192" y="3445817"/>
                </a:cubicBezTo>
                <a:close/>
                <a:moveTo>
                  <a:pt x="19033468" y="3445816"/>
                </a:moveTo>
                <a:cubicBezTo>
                  <a:pt x="19033468" y="3465082"/>
                  <a:pt x="19027480" y="3477925"/>
                  <a:pt x="19015508" y="3477925"/>
                </a:cubicBezTo>
                <a:cubicBezTo>
                  <a:pt x="19015508" y="3452238"/>
                  <a:pt x="19021492" y="3445816"/>
                  <a:pt x="19033468" y="3445816"/>
                </a:cubicBezTo>
                <a:close/>
                <a:moveTo>
                  <a:pt x="12959638" y="3445815"/>
                </a:moveTo>
                <a:cubicBezTo>
                  <a:pt x="12959638" y="3465396"/>
                  <a:pt x="12966463" y="3511085"/>
                  <a:pt x="12939163" y="3511085"/>
                </a:cubicBezTo>
                <a:cubicBezTo>
                  <a:pt x="12939163" y="3484977"/>
                  <a:pt x="12939163" y="3445815"/>
                  <a:pt x="12959638" y="3445815"/>
                </a:cubicBezTo>
                <a:close/>
                <a:moveTo>
                  <a:pt x="11394007" y="3445815"/>
                </a:moveTo>
                <a:cubicBezTo>
                  <a:pt x="11406304" y="3445815"/>
                  <a:pt x="11418602" y="3445815"/>
                  <a:pt x="11430899" y="3445815"/>
                </a:cubicBezTo>
                <a:cubicBezTo>
                  <a:pt x="11430899" y="3465396"/>
                  <a:pt x="11430899" y="3484977"/>
                  <a:pt x="11430899" y="3511085"/>
                </a:cubicBezTo>
                <a:cubicBezTo>
                  <a:pt x="11418602" y="3511085"/>
                  <a:pt x="11406304" y="3511085"/>
                  <a:pt x="11394007" y="3511085"/>
                </a:cubicBezTo>
                <a:cubicBezTo>
                  <a:pt x="11394007" y="3484977"/>
                  <a:pt x="11394007" y="3465396"/>
                  <a:pt x="11394007" y="3445815"/>
                </a:cubicBezTo>
                <a:close/>
                <a:moveTo>
                  <a:pt x="20037644" y="3437353"/>
                </a:moveTo>
                <a:cubicBezTo>
                  <a:pt x="20066080" y="3432584"/>
                  <a:pt x="20109332" y="3477877"/>
                  <a:pt x="20128292" y="3487412"/>
                </a:cubicBezTo>
                <a:cubicBezTo>
                  <a:pt x="20090372" y="3474700"/>
                  <a:pt x="20053508" y="3468341"/>
                  <a:pt x="20015588" y="3461985"/>
                </a:cubicBezTo>
                <a:cubicBezTo>
                  <a:pt x="20020328" y="3446094"/>
                  <a:pt x="20028164" y="3438942"/>
                  <a:pt x="20037644" y="3437353"/>
                </a:cubicBezTo>
                <a:close/>
                <a:moveTo>
                  <a:pt x="18401800" y="3429847"/>
                </a:moveTo>
                <a:cubicBezTo>
                  <a:pt x="18402620" y="3428349"/>
                  <a:pt x="18405904" y="3429847"/>
                  <a:pt x="18412464" y="3432839"/>
                </a:cubicBezTo>
                <a:cubicBezTo>
                  <a:pt x="18412464" y="3432839"/>
                  <a:pt x="18405900" y="3438828"/>
                  <a:pt x="18405900" y="3444815"/>
                </a:cubicBezTo>
                <a:cubicBezTo>
                  <a:pt x="18402620" y="3435835"/>
                  <a:pt x="18400980" y="3431344"/>
                  <a:pt x="18401800" y="3429847"/>
                </a:cubicBezTo>
                <a:close/>
                <a:moveTo>
                  <a:pt x="19004928" y="3414509"/>
                </a:moveTo>
                <a:cubicBezTo>
                  <a:pt x="19004928" y="3454189"/>
                  <a:pt x="18978472" y="3447576"/>
                  <a:pt x="18958632" y="3447576"/>
                </a:cubicBezTo>
                <a:cubicBezTo>
                  <a:pt x="18958632" y="3407895"/>
                  <a:pt x="18985088" y="3414509"/>
                  <a:pt x="19004928" y="3414509"/>
                </a:cubicBezTo>
                <a:close/>
                <a:moveTo>
                  <a:pt x="14862471" y="3414509"/>
                </a:moveTo>
                <a:cubicBezTo>
                  <a:pt x="14862471" y="3454189"/>
                  <a:pt x="14844025" y="3447576"/>
                  <a:pt x="14825579" y="3447576"/>
                </a:cubicBezTo>
                <a:cubicBezTo>
                  <a:pt x="14825579" y="3407896"/>
                  <a:pt x="14850174" y="3414509"/>
                  <a:pt x="14862471" y="3414509"/>
                </a:cubicBezTo>
                <a:close/>
                <a:moveTo>
                  <a:pt x="10487943" y="3413830"/>
                </a:moveTo>
                <a:cubicBezTo>
                  <a:pt x="10487943" y="3452516"/>
                  <a:pt x="10507289" y="3446069"/>
                  <a:pt x="10526634" y="3446069"/>
                </a:cubicBezTo>
                <a:cubicBezTo>
                  <a:pt x="10526634" y="3407382"/>
                  <a:pt x="10500840" y="3413830"/>
                  <a:pt x="10487943" y="3413830"/>
                </a:cubicBezTo>
                <a:close/>
                <a:moveTo>
                  <a:pt x="16268100" y="3412639"/>
                </a:moveTo>
                <a:cubicBezTo>
                  <a:pt x="16325524" y="3432076"/>
                  <a:pt x="16375504" y="3445036"/>
                  <a:pt x="16426546" y="3464475"/>
                </a:cubicBezTo>
                <a:cubicBezTo>
                  <a:pt x="16407406" y="3496874"/>
                  <a:pt x="16375504" y="3464475"/>
                  <a:pt x="16357426" y="3457996"/>
                </a:cubicBezTo>
                <a:cubicBezTo>
                  <a:pt x="16325524" y="3445036"/>
                  <a:pt x="16293622" y="3438557"/>
                  <a:pt x="16261718" y="3432076"/>
                </a:cubicBezTo>
                <a:cubicBezTo>
                  <a:pt x="16261718" y="3425598"/>
                  <a:pt x="16268100" y="3419118"/>
                  <a:pt x="16268100" y="3412639"/>
                </a:cubicBezTo>
                <a:close/>
                <a:moveTo>
                  <a:pt x="14906153" y="3412639"/>
                </a:moveTo>
                <a:cubicBezTo>
                  <a:pt x="14931431" y="3419166"/>
                  <a:pt x="14955656" y="3425693"/>
                  <a:pt x="14980935" y="3432218"/>
                </a:cubicBezTo>
                <a:cubicBezTo>
                  <a:pt x="14961976" y="3445273"/>
                  <a:pt x="14961976" y="3477909"/>
                  <a:pt x="14936698" y="3477909"/>
                </a:cubicBezTo>
                <a:cubicBezTo>
                  <a:pt x="14925112" y="3477909"/>
                  <a:pt x="14917739" y="3477909"/>
                  <a:pt x="14906153" y="3477909"/>
                </a:cubicBezTo>
                <a:cubicBezTo>
                  <a:pt x="14906153" y="3458327"/>
                  <a:pt x="14906153" y="3432218"/>
                  <a:pt x="14906153" y="3412639"/>
                </a:cubicBezTo>
                <a:close/>
                <a:moveTo>
                  <a:pt x="10944622" y="3405079"/>
                </a:moveTo>
                <a:lnTo>
                  <a:pt x="10949219" y="3412066"/>
                </a:lnTo>
                <a:lnTo>
                  <a:pt x="10945985" y="3418713"/>
                </a:lnTo>
                <a:lnTo>
                  <a:pt x="10984719" y="3433376"/>
                </a:lnTo>
                <a:cubicBezTo>
                  <a:pt x="10997565" y="3439219"/>
                  <a:pt x="11007842" y="3444457"/>
                  <a:pt x="11012410" y="3446069"/>
                </a:cubicBezTo>
                <a:cubicBezTo>
                  <a:pt x="11012410" y="3402548"/>
                  <a:pt x="10980370" y="3413428"/>
                  <a:pt x="10956189" y="3410707"/>
                </a:cubicBezTo>
                <a:close/>
                <a:moveTo>
                  <a:pt x="11899418" y="3388176"/>
                </a:moveTo>
                <a:cubicBezTo>
                  <a:pt x="11892974" y="3407441"/>
                  <a:pt x="11886531" y="3426704"/>
                  <a:pt x="11880087" y="3445969"/>
                </a:cubicBezTo>
                <a:cubicBezTo>
                  <a:pt x="11899418" y="3445969"/>
                  <a:pt x="11918749" y="3445969"/>
                  <a:pt x="11938080" y="3445969"/>
                </a:cubicBezTo>
                <a:cubicBezTo>
                  <a:pt x="11938080" y="3407441"/>
                  <a:pt x="11912305" y="3401019"/>
                  <a:pt x="11899418" y="3388176"/>
                </a:cubicBezTo>
                <a:close/>
                <a:moveTo>
                  <a:pt x="14697606" y="3384202"/>
                </a:moveTo>
                <a:cubicBezTo>
                  <a:pt x="14728697" y="3389732"/>
                  <a:pt x="14767292" y="3389732"/>
                  <a:pt x="14786590" y="3436181"/>
                </a:cubicBezTo>
                <a:cubicBezTo>
                  <a:pt x="14760860" y="3436181"/>
                  <a:pt x="14728697" y="3442817"/>
                  <a:pt x="14697606" y="3449453"/>
                </a:cubicBezTo>
                <a:cubicBezTo>
                  <a:pt x="14697606" y="3429545"/>
                  <a:pt x="14697606" y="3403003"/>
                  <a:pt x="14697606" y="3384202"/>
                </a:cubicBezTo>
                <a:close/>
                <a:moveTo>
                  <a:pt x="13416739" y="3384202"/>
                </a:moveTo>
                <a:cubicBezTo>
                  <a:pt x="13416739" y="3409638"/>
                  <a:pt x="13416739" y="3449453"/>
                  <a:pt x="13396264" y="3449453"/>
                </a:cubicBezTo>
                <a:cubicBezTo>
                  <a:pt x="13396264" y="3422909"/>
                  <a:pt x="13389439" y="3384202"/>
                  <a:pt x="13416739" y="3384202"/>
                </a:cubicBezTo>
                <a:close/>
                <a:moveTo>
                  <a:pt x="16185882" y="3384201"/>
                </a:moveTo>
                <a:cubicBezTo>
                  <a:pt x="16212372" y="3389731"/>
                  <a:pt x="16238862" y="3396365"/>
                  <a:pt x="16265354" y="3403001"/>
                </a:cubicBezTo>
                <a:cubicBezTo>
                  <a:pt x="16245486" y="3429543"/>
                  <a:pt x="16185882" y="3449452"/>
                  <a:pt x="16185882" y="3384201"/>
                </a:cubicBezTo>
                <a:close/>
                <a:moveTo>
                  <a:pt x="13185628" y="3384200"/>
                </a:moveTo>
                <a:cubicBezTo>
                  <a:pt x="13217530" y="3384200"/>
                  <a:pt x="13255811" y="3389584"/>
                  <a:pt x="13287713" y="3384200"/>
                </a:cubicBezTo>
                <a:cubicBezTo>
                  <a:pt x="13293030" y="3384200"/>
                  <a:pt x="13350453" y="3384200"/>
                  <a:pt x="13337692" y="3408973"/>
                </a:cubicBezTo>
                <a:cubicBezTo>
                  <a:pt x="13318551" y="3454214"/>
                  <a:pt x="13255811" y="3441288"/>
                  <a:pt x="13223910" y="3447749"/>
                </a:cubicBezTo>
                <a:cubicBezTo>
                  <a:pt x="13211149" y="3434825"/>
                  <a:pt x="13185628" y="3421898"/>
                  <a:pt x="13185628" y="3384200"/>
                </a:cubicBezTo>
                <a:close/>
                <a:moveTo>
                  <a:pt x="18925452" y="3384199"/>
                </a:moveTo>
                <a:cubicBezTo>
                  <a:pt x="18937424" y="3384199"/>
                  <a:pt x="18943412" y="3396361"/>
                  <a:pt x="18943412" y="3416266"/>
                </a:cubicBezTo>
                <a:cubicBezTo>
                  <a:pt x="18931436" y="3416266"/>
                  <a:pt x="18925452" y="3409632"/>
                  <a:pt x="18925452" y="3384199"/>
                </a:cubicBezTo>
                <a:close/>
                <a:moveTo>
                  <a:pt x="15723070" y="3384199"/>
                </a:moveTo>
                <a:cubicBezTo>
                  <a:pt x="15735912" y="3384199"/>
                  <a:pt x="15748754" y="3389726"/>
                  <a:pt x="15748754" y="3416266"/>
                </a:cubicBezTo>
                <a:cubicBezTo>
                  <a:pt x="15742332" y="3409633"/>
                  <a:pt x="15729490" y="3402996"/>
                  <a:pt x="15716648" y="3402996"/>
                </a:cubicBezTo>
                <a:cubicBezTo>
                  <a:pt x="15716648" y="3396362"/>
                  <a:pt x="15723070" y="3389726"/>
                  <a:pt x="15723070" y="3384199"/>
                </a:cubicBezTo>
                <a:close/>
                <a:moveTo>
                  <a:pt x="13540111" y="3384199"/>
                </a:moveTo>
                <a:cubicBezTo>
                  <a:pt x="13540111" y="3409633"/>
                  <a:pt x="13534124" y="3416266"/>
                  <a:pt x="13522149" y="3416266"/>
                </a:cubicBezTo>
                <a:cubicBezTo>
                  <a:pt x="13522149" y="3396362"/>
                  <a:pt x="13528136" y="3384199"/>
                  <a:pt x="13540111" y="3384199"/>
                </a:cubicBezTo>
                <a:close/>
                <a:moveTo>
                  <a:pt x="14638347" y="3382625"/>
                </a:moveTo>
                <a:cubicBezTo>
                  <a:pt x="14656671" y="3380789"/>
                  <a:pt x="14677612" y="3381401"/>
                  <a:pt x="14677612" y="3415667"/>
                </a:cubicBezTo>
                <a:cubicBezTo>
                  <a:pt x="14658997" y="3415667"/>
                  <a:pt x="14621768" y="3435247"/>
                  <a:pt x="14621768" y="3384122"/>
                </a:cubicBezTo>
                <a:cubicBezTo>
                  <a:pt x="14626422" y="3384122"/>
                  <a:pt x="14632239" y="3383236"/>
                  <a:pt x="14638347" y="3382625"/>
                </a:cubicBezTo>
                <a:close/>
                <a:moveTo>
                  <a:pt x="17205932" y="3381122"/>
                </a:moveTo>
                <a:cubicBezTo>
                  <a:pt x="17205932" y="3405838"/>
                  <a:pt x="17211304" y="3412286"/>
                  <a:pt x="17224200" y="3412286"/>
                </a:cubicBezTo>
                <a:cubicBezTo>
                  <a:pt x="17224200" y="3392942"/>
                  <a:pt x="17217752" y="3381122"/>
                  <a:pt x="17205932" y="3381122"/>
                </a:cubicBezTo>
                <a:close/>
                <a:moveTo>
                  <a:pt x="13616195" y="3380910"/>
                </a:moveTo>
                <a:cubicBezTo>
                  <a:pt x="13634031" y="3379460"/>
                  <a:pt x="13655111" y="3384200"/>
                  <a:pt x="13668083" y="3384200"/>
                </a:cubicBezTo>
                <a:cubicBezTo>
                  <a:pt x="13718889" y="3389465"/>
                  <a:pt x="13777263" y="3384200"/>
                  <a:pt x="13829151" y="3384200"/>
                </a:cubicBezTo>
                <a:cubicBezTo>
                  <a:pt x="13829151" y="3440020"/>
                  <a:pt x="13770777" y="3421061"/>
                  <a:pt x="13751319" y="3421061"/>
                </a:cubicBezTo>
                <a:cubicBezTo>
                  <a:pt x="13694027" y="3408422"/>
                  <a:pt x="13642139" y="3414742"/>
                  <a:pt x="13583765" y="3414742"/>
                </a:cubicBezTo>
                <a:cubicBezTo>
                  <a:pt x="13583765" y="3389991"/>
                  <a:pt x="13598358" y="3382357"/>
                  <a:pt x="13616195" y="3380910"/>
                </a:cubicBezTo>
                <a:close/>
                <a:moveTo>
                  <a:pt x="11707587" y="3376606"/>
                </a:moveTo>
                <a:cubicBezTo>
                  <a:pt x="11739603" y="3376606"/>
                  <a:pt x="11778023" y="3369978"/>
                  <a:pt x="11810040" y="3403092"/>
                </a:cubicBezTo>
                <a:cubicBezTo>
                  <a:pt x="11806838" y="3409715"/>
                  <a:pt x="11805237" y="3416336"/>
                  <a:pt x="11803636" y="3423788"/>
                </a:cubicBezTo>
                <a:lnTo>
                  <a:pt x="11799155" y="3441749"/>
                </a:lnTo>
                <a:lnTo>
                  <a:pt x="11800533" y="3445300"/>
                </a:lnTo>
                <a:cubicBezTo>
                  <a:pt x="11800533" y="3451448"/>
                  <a:pt x="11793969" y="3451448"/>
                  <a:pt x="11793969" y="3463746"/>
                </a:cubicBezTo>
                <a:cubicBezTo>
                  <a:pt x="11793969" y="3460671"/>
                  <a:pt x="11792328" y="3451448"/>
                  <a:pt x="11791508" y="3443763"/>
                </a:cubicBezTo>
                <a:lnTo>
                  <a:pt x="11791459" y="3442265"/>
                </a:lnTo>
                <a:lnTo>
                  <a:pt x="11781988" y="3430482"/>
                </a:lnTo>
                <a:cubicBezTo>
                  <a:pt x="11744606" y="3398143"/>
                  <a:pt x="11695580" y="3443656"/>
                  <a:pt x="11656360" y="3449452"/>
                </a:cubicBezTo>
                <a:cubicBezTo>
                  <a:pt x="11656360" y="3429582"/>
                  <a:pt x="11649957" y="3396471"/>
                  <a:pt x="11662764" y="3389847"/>
                </a:cubicBezTo>
                <a:cubicBezTo>
                  <a:pt x="11675570" y="3376606"/>
                  <a:pt x="11694780" y="3376606"/>
                  <a:pt x="11707587" y="3376606"/>
                </a:cubicBezTo>
                <a:close/>
                <a:moveTo>
                  <a:pt x="14076568" y="3375332"/>
                </a:moveTo>
                <a:cubicBezTo>
                  <a:pt x="14096975" y="3375464"/>
                  <a:pt x="14120411" y="3383606"/>
                  <a:pt x="14132524" y="3383606"/>
                </a:cubicBezTo>
                <a:cubicBezTo>
                  <a:pt x="14132524" y="3454206"/>
                  <a:pt x="14057741" y="3415104"/>
                  <a:pt x="14038782" y="3415104"/>
                </a:cubicBezTo>
                <a:cubicBezTo>
                  <a:pt x="14038782" y="3383062"/>
                  <a:pt x="14056161" y="3375192"/>
                  <a:pt x="14076568" y="3375332"/>
                </a:cubicBezTo>
                <a:close/>
                <a:moveTo>
                  <a:pt x="12091787" y="3374676"/>
                </a:moveTo>
                <a:cubicBezTo>
                  <a:pt x="12070979" y="3374803"/>
                  <a:pt x="12047084" y="3382825"/>
                  <a:pt x="12034734" y="3382825"/>
                </a:cubicBezTo>
                <a:cubicBezTo>
                  <a:pt x="12034734" y="3452390"/>
                  <a:pt x="12104540" y="3413862"/>
                  <a:pt x="12130314" y="3413862"/>
                </a:cubicBezTo>
                <a:cubicBezTo>
                  <a:pt x="12130314" y="3382292"/>
                  <a:pt x="12112594" y="3374536"/>
                  <a:pt x="12091787" y="3374676"/>
                </a:cubicBezTo>
                <a:close/>
                <a:moveTo>
                  <a:pt x="11808108" y="3373457"/>
                </a:moveTo>
                <a:cubicBezTo>
                  <a:pt x="11810354" y="3373457"/>
                  <a:pt x="11811850" y="3376935"/>
                  <a:pt x="11814844" y="3383891"/>
                </a:cubicBezTo>
                <a:cubicBezTo>
                  <a:pt x="11808857" y="3402086"/>
                  <a:pt x="11808857" y="3402086"/>
                  <a:pt x="11796882" y="3383891"/>
                </a:cubicBezTo>
                <a:cubicBezTo>
                  <a:pt x="11802869" y="3376935"/>
                  <a:pt x="11805863" y="3373457"/>
                  <a:pt x="11808108" y="3373457"/>
                </a:cubicBezTo>
                <a:close/>
                <a:moveTo>
                  <a:pt x="15708808" y="3368091"/>
                </a:moveTo>
                <a:cubicBezTo>
                  <a:pt x="15710450" y="3366474"/>
                  <a:pt x="15713730" y="3367722"/>
                  <a:pt x="15720294" y="3370213"/>
                </a:cubicBezTo>
                <a:cubicBezTo>
                  <a:pt x="15713730" y="3376218"/>
                  <a:pt x="15707168" y="3383199"/>
                  <a:pt x="15707168" y="3383199"/>
                </a:cubicBezTo>
                <a:cubicBezTo>
                  <a:pt x="15707168" y="3374224"/>
                  <a:pt x="15707168" y="3369711"/>
                  <a:pt x="15708808" y="3368091"/>
                </a:cubicBezTo>
                <a:close/>
                <a:moveTo>
                  <a:pt x="14583850" y="3351018"/>
                </a:moveTo>
                <a:cubicBezTo>
                  <a:pt x="14595825" y="3351018"/>
                  <a:pt x="14601812" y="3363858"/>
                  <a:pt x="14601812" y="3383130"/>
                </a:cubicBezTo>
                <a:cubicBezTo>
                  <a:pt x="14589837" y="3383130"/>
                  <a:pt x="14583850" y="3369210"/>
                  <a:pt x="14583850" y="3351018"/>
                </a:cubicBezTo>
                <a:close/>
                <a:moveTo>
                  <a:pt x="14242588" y="3351018"/>
                </a:moveTo>
                <a:cubicBezTo>
                  <a:pt x="14254563" y="3351018"/>
                  <a:pt x="14260550" y="3363858"/>
                  <a:pt x="14260550" y="3383130"/>
                </a:cubicBezTo>
                <a:cubicBezTo>
                  <a:pt x="14248575" y="3383130"/>
                  <a:pt x="14242588" y="3369210"/>
                  <a:pt x="14242588" y="3351018"/>
                </a:cubicBezTo>
                <a:close/>
                <a:moveTo>
                  <a:pt x="12394092" y="3351018"/>
                </a:moveTo>
                <a:cubicBezTo>
                  <a:pt x="12406389" y="3351018"/>
                  <a:pt x="12418687" y="3351018"/>
                  <a:pt x="12430984" y="3351018"/>
                </a:cubicBezTo>
                <a:cubicBezTo>
                  <a:pt x="12430984" y="3363858"/>
                  <a:pt x="12430984" y="3375644"/>
                  <a:pt x="12430984" y="3383130"/>
                </a:cubicBezTo>
                <a:cubicBezTo>
                  <a:pt x="12418687" y="3383130"/>
                  <a:pt x="12406389" y="3383130"/>
                  <a:pt x="12394092" y="3383130"/>
                </a:cubicBezTo>
                <a:cubicBezTo>
                  <a:pt x="12394092" y="3375644"/>
                  <a:pt x="12394092" y="3363858"/>
                  <a:pt x="12394092" y="3351018"/>
                </a:cubicBezTo>
                <a:close/>
                <a:moveTo>
                  <a:pt x="18905496" y="3351017"/>
                </a:moveTo>
                <a:cubicBezTo>
                  <a:pt x="18905496" y="3369210"/>
                  <a:pt x="18899508" y="3383128"/>
                  <a:pt x="18887532" y="3383128"/>
                </a:cubicBezTo>
                <a:cubicBezTo>
                  <a:pt x="18887532" y="3363857"/>
                  <a:pt x="18887532" y="3351017"/>
                  <a:pt x="18905496" y="3351017"/>
                </a:cubicBezTo>
                <a:close/>
                <a:moveTo>
                  <a:pt x="16323334" y="3351017"/>
                </a:moveTo>
                <a:cubicBezTo>
                  <a:pt x="16335310" y="3351017"/>
                  <a:pt x="16341298" y="3363857"/>
                  <a:pt x="16341298" y="3383128"/>
                </a:cubicBezTo>
                <a:cubicBezTo>
                  <a:pt x="16329322" y="3383128"/>
                  <a:pt x="16323334" y="3375644"/>
                  <a:pt x="16323334" y="3351017"/>
                </a:cubicBezTo>
                <a:close/>
                <a:moveTo>
                  <a:pt x="14503274" y="3351016"/>
                </a:moveTo>
                <a:cubicBezTo>
                  <a:pt x="14510259" y="3351016"/>
                  <a:pt x="14516247" y="3351016"/>
                  <a:pt x="14521236" y="3351016"/>
                </a:cubicBezTo>
                <a:cubicBezTo>
                  <a:pt x="14521236" y="3376461"/>
                  <a:pt x="14521236" y="3396363"/>
                  <a:pt x="14521236" y="3416268"/>
                </a:cubicBezTo>
                <a:cubicBezTo>
                  <a:pt x="14516247" y="3416268"/>
                  <a:pt x="14510259" y="3416268"/>
                  <a:pt x="14503274" y="3416268"/>
                </a:cubicBezTo>
                <a:cubicBezTo>
                  <a:pt x="14503274" y="3396363"/>
                  <a:pt x="14503274" y="3376461"/>
                  <a:pt x="14503274" y="3351016"/>
                </a:cubicBezTo>
                <a:close/>
                <a:moveTo>
                  <a:pt x="14394263" y="3351015"/>
                </a:moveTo>
                <a:cubicBezTo>
                  <a:pt x="14407106" y="3351015"/>
                  <a:pt x="14419950" y="3351015"/>
                  <a:pt x="14426372" y="3351015"/>
                </a:cubicBezTo>
                <a:cubicBezTo>
                  <a:pt x="14426372" y="3402069"/>
                  <a:pt x="14394263" y="3395552"/>
                  <a:pt x="14394263" y="3351015"/>
                </a:cubicBezTo>
                <a:close/>
                <a:moveTo>
                  <a:pt x="12480769" y="3342679"/>
                </a:moveTo>
                <a:cubicBezTo>
                  <a:pt x="12497325" y="3341873"/>
                  <a:pt x="12517194" y="3348307"/>
                  <a:pt x="12530439" y="3348307"/>
                </a:cubicBezTo>
                <a:cubicBezTo>
                  <a:pt x="12530439" y="3411562"/>
                  <a:pt x="12470835" y="3380474"/>
                  <a:pt x="12450967" y="3380474"/>
                </a:cubicBezTo>
                <a:cubicBezTo>
                  <a:pt x="12450967" y="3351524"/>
                  <a:pt x="12464212" y="3343483"/>
                  <a:pt x="12480769" y="3342679"/>
                </a:cubicBezTo>
                <a:close/>
                <a:moveTo>
                  <a:pt x="16095256" y="3342278"/>
                </a:moveTo>
                <a:cubicBezTo>
                  <a:pt x="16115120" y="3342278"/>
                  <a:pt x="16137368" y="3350424"/>
                  <a:pt x="16146904" y="3350424"/>
                </a:cubicBezTo>
                <a:cubicBezTo>
                  <a:pt x="16146904" y="3421028"/>
                  <a:pt x="16076982" y="3383014"/>
                  <a:pt x="16057910" y="3383014"/>
                </a:cubicBezTo>
                <a:cubicBezTo>
                  <a:pt x="16057910" y="3350424"/>
                  <a:pt x="16075392" y="3342278"/>
                  <a:pt x="16095256" y="3342278"/>
                </a:cubicBezTo>
                <a:close/>
                <a:moveTo>
                  <a:pt x="17132036" y="3340947"/>
                </a:moveTo>
                <a:lnTo>
                  <a:pt x="17137072" y="3353244"/>
                </a:lnTo>
                <a:lnTo>
                  <a:pt x="17132672" y="3363445"/>
                </a:lnTo>
                <a:lnTo>
                  <a:pt x="17147892" y="3373613"/>
                </a:lnTo>
                <a:cubicBezTo>
                  <a:pt x="17160792" y="3373613"/>
                  <a:pt x="17173688" y="3381122"/>
                  <a:pt x="17186584" y="3381122"/>
                </a:cubicBezTo>
                <a:cubicBezTo>
                  <a:pt x="17186584" y="3342428"/>
                  <a:pt x="17160792" y="3348874"/>
                  <a:pt x="17147892" y="3348874"/>
                </a:cubicBezTo>
                <a:close/>
                <a:moveTo>
                  <a:pt x="15902792" y="3325880"/>
                </a:moveTo>
                <a:cubicBezTo>
                  <a:pt x="15876938" y="3325880"/>
                  <a:pt x="15864012" y="3345235"/>
                  <a:pt x="15864012" y="3383949"/>
                </a:cubicBezTo>
                <a:cubicBezTo>
                  <a:pt x="15889866" y="3369962"/>
                  <a:pt x="15915718" y="3376427"/>
                  <a:pt x="15941572" y="3383949"/>
                </a:cubicBezTo>
                <a:cubicBezTo>
                  <a:pt x="15941572" y="3338783"/>
                  <a:pt x="15928646" y="3325880"/>
                  <a:pt x="15902792" y="3325880"/>
                </a:cubicBezTo>
                <a:close/>
                <a:moveTo>
                  <a:pt x="14190455" y="3323987"/>
                </a:moveTo>
                <a:cubicBezTo>
                  <a:pt x="14203297" y="3323987"/>
                  <a:pt x="14222561" y="3317838"/>
                  <a:pt x="14222561" y="3348580"/>
                </a:cubicBezTo>
                <a:cubicBezTo>
                  <a:pt x="14209718" y="3348580"/>
                  <a:pt x="14190455" y="3354729"/>
                  <a:pt x="14190455" y="3323987"/>
                </a:cubicBezTo>
                <a:close/>
                <a:moveTo>
                  <a:pt x="17076960" y="3323082"/>
                </a:moveTo>
                <a:cubicBezTo>
                  <a:pt x="17076960" y="3355321"/>
                  <a:pt x="17096304" y="3348874"/>
                  <a:pt x="17115652" y="3348874"/>
                </a:cubicBezTo>
                <a:lnTo>
                  <a:pt x="17127324" y="3359402"/>
                </a:lnTo>
                <a:lnTo>
                  <a:pt x="17124348" y="3350065"/>
                </a:lnTo>
                <a:cubicBezTo>
                  <a:pt x="17124348" y="3346748"/>
                  <a:pt x="17125848" y="3345088"/>
                  <a:pt x="17127344" y="3343431"/>
                </a:cubicBezTo>
                <a:lnTo>
                  <a:pt x="17129120" y="3339489"/>
                </a:lnTo>
                <a:lnTo>
                  <a:pt x="17128548" y="3339202"/>
                </a:lnTo>
                <a:cubicBezTo>
                  <a:pt x="17122100" y="3334366"/>
                  <a:pt x="17115652" y="3329530"/>
                  <a:pt x="17109200" y="3329530"/>
                </a:cubicBezTo>
                <a:cubicBezTo>
                  <a:pt x="17096304" y="3323082"/>
                  <a:pt x="17083408" y="3323082"/>
                  <a:pt x="17076960" y="3323082"/>
                </a:cubicBezTo>
                <a:close/>
                <a:moveTo>
                  <a:pt x="16767872" y="3322576"/>
                </a:moveTo>
                <a:cubicBezTo>
                  <a:pt x="16767872" y="3343050"/>
                  <a:pt x="16761884" y="3349875"/>
                  <a:pt x="16749910" y="3349875"/>
                </a:cubicBezTo>
                <a:cubicBezTo>
                  <a:pt x="16749910" y="3329400"/>
                  <a:pt x="16755898" y="3322576"/>
                  <a:pt x="16767872" y="3322576"/>
                </a:cubicBezTo>
                <a:close/>
                <a:moveTo>
                  <a:pt x="16037952" y="3322576"/>
                </a:moveTo>
                <a:cubicBezTo>
                  <a:pt x="16037952" y="3343051"/>
                  <a:pt x="16025978" y="3349875"/>
                  <a:pt x="16019990" y="3349875"/>
                </a:cubicBezTo>
                <a:cubicBezTo>
                  <a:pt x="16019990" y="3329401"/>
                  <a:pt x="16025978" y="3322576"/>
                  <a:pt x="16037952" y="3322576"/>
                </a:cubicBezTo>
                <a:close/>
                <a:moveTo>
                  <a:pt x="885577" y="3305285"/>
                </a:moveTo>
                <a:cubicBezTo>
                  <a:pt x="872681" y="3298846"/>
                  <a:pt x="879127" y="3331078"/>
                  <a:pt x="885577" y="3337527"/>
                </a:cubicBezTo>
                <a:cubicBezTo>
                  <a:pt x="911364" y="3343974"/>
                  <a:pt x="929631" y="3350421"/>
                  <a:pt x="955422" y="3350421"/>
                </a:cubicBezTo>
                <a:cubicBezTo>
                  <a:pt x="929631" y="3343974"/>
                  <a:pt x="904916" y="3337527"/>
                  <a:pt x="885577" y="3305285"/>
                </a:cubicBezTo>
                <a:close/>
                <a:moveTo>
                  <a:pt x="16211220" y="3303146"/>
                </a:moveTo>
                <a:cubicBezTo>
                  <a:pt x="16212862" y="3300588"/>
                  <a:pt x="16216144" y="3302293"/>
                  <a:pt x="16222706" y="3305706"/>
                </a:cubicBezTo>
                <a:cubicBezTo>
                  <a:pt x="16216142" y="3312530"/>
                  <a:pt x="16216142" y="3319354"/>
                  <a:pt x="16209580" y="3326180"/>
                </a:cubicBezTo>
                <a:cubicBezTo>
                  <a:pt x="16209580" y="3312530"/>
                  <a:pt x="16209580" y="3305706"/>
                  <a:pt x="16211220" y="3303146"/>
                </a:cubicBezTo>
                <a:close/>
                <a:moveTo>
                  <a:pt x="18424056" y="3303145"/>
                </a:moveTo>
                <a:cubicBezTo>
                  <a:pt x="18425072" y="3300587"/>
                  <a:pt x="18427100" y="3302293"/>
                  <a:pt x="18431164" y="3305706"/>
                </a:cubicBezTo>
                <a:cubicBezTo>
                  <a:pt x="18423040" y="3312530"/>
                  <a:pt x="18423040" y="3319354"/>
                  <a:pt x="18423040" y="3326179"/>
                </a:cubicBezTo>
                <a:cubicBezTo>
                  <a:pt x="18423040" y="3312530"/>
                  <a:pt x="18423040" y="3305706"/>
                  <a:pt x="18424056" y="3303145"/>
                </a:cubicBezTo>
                <a:close/>
                <a:moveTo>
                  <a:pt x="16129004" y="3294139"/>
                </a:moveTo>
                <a:cubicBezTo>
                  <a:pt x="16140978" y="3294139"/>
                  <a:pt x="16146966" y="3306982"/>
                  <a:pt x="16146966" y="3326247"/>
                </a:cubicBezTo>
                <a:cubicBezTo>
                  <a:pt x="16134992" y="3326247"/>
                  <a:pt x="16129004" y="3313403"/>
                  <a:pt x="16129004" y="3294139"/>
                </a:cubicBezTo>
                <a:close/>
                <a:moveTo>
                  <a:pt x="13185628" y="3294139"/>
                </a:moveTo>
                <a:cubicBezTo>
                  <a:pt x="13197603" y="3294139"/>
                  <a:pt x="13203590" y="3306982"/>
                  <a:pt x="13203590" y="3326248"/>
                </a:cubicBezTo>
                <a:cubicBezTo>
                  <a:pt x="13191615" y="3326248"/>
                  <a:pt x="13185628" y="3313404"/>
                  <a:pt x="13185628" y="3294139"/>
                </a:cubicBezTo>
                <a:close/>
                <a:moveTo>
                  <a:pt x="14132588" y="3294136"/>
                </a:moveTo>
                <a:cubicBezTo>
                  <a:pt x="14132588" y="3318956"/>
                  <a:pt x="14132588" y="3349980"/>
                  <a:pt x="14114813" y="3349980"/>
                </a:cubicBezTo>
                <a:cubicBezTo>
                  <a:pt x="14114813" y="3325161"/>
                  <a:pt x="14109876" y="3294136"/>
                  <a:pt x="14132588" y="3294136"/>
                </a:cubicBezTo>
                <a:close/>
                <a:moveTo>
                  <a:pt x="13298330" y="3290807"/>
                </a:moveTo>
                <a:cubicBezTo>
                  <a:pt x="13298330" y="3321551"/>
                  <a:pt x="13280424" y="3321551"/>
                  <a:pt x="13261466" y="3321551"/>
                </a:cubicBezTo>
                <a:cubicBezTo>
                  <a:pt x="13261466" y="3284659"/>
                  <a:pt x="13286744" y="3290807"/>
                  <a:pt x="13298330" y="3290807"/>
                </a:cubicBezTo>
                <a:close/>
                <a:moveTo>
                  <a:pt x="15466530" y="3262042"/>
                </a:moveTo>
                <a:cubicBezTo>
                  <a:pt x="15466530" y="3281517"/>
                  <a:pt x="15472960" y="3294499"/>
                  <a:pt x="15485820" y="3294499"/>
                </a:cubicBezTo>
                <a:cubicBezTo>
                  <a:pt x="15485820" y="3275027"/>
                  <a:pt x="15479390" y="3262042"/>
                  <a:pt x="15466530" y="3262042"/>
                </a:cubicBezTo>
                <a:close/>
                <a:moveTo>
                  <a:pt x="13602725" y="3260959"/>
                </a:moveTo>
                <a:cubicBezTo>
                  <a:pt x="13614700" y="3260959"/>
                  <a:pt x="13620687" y="3273801"/>
                  <a:pt x="13620687" y="3293065"/>
                </a:cubicBezTo>
                <a:cubicBezTo>
                  <a:pt x="13608712" y="3293065"/>
                  <a:pt x="13602725" y="3280223"/>
                  <a:pt x="13602725" y="3260959"/>
                </a:cubicBezTo>
                <a:close/>
                <a:moveTo>
                  <a:pt x="13454796" y="3260959"/>
                </a:moveTo>
                <a:cubicBezTo>
                  <a:pt x="13454796" y="3280223"/>
                  <a:pt x="13448809" y="3293065"/>
                  <a:pt x="13436834" y="3293065"/>
                </a:cubicBezTo>
                <a:cubicBezTo>
                  <a:pt x="13436834" y="3273801"/>
                  <a:pt x="13442821" y="3260959"/>
                  <a:pt x="13454796" y="3260959"/>
                </a:cubicBezTo>
                <a:close/>
                <a:moveTo>
                  <a:pt x="16767872" y="3260958"/>
                </a:moveTo>
                <a:cubicBezTo>
                  <a:pt x="16767872" y="3280222"/>
                  <a:pt x="16761884" y="3293064"/>
                  <a:pt x="16749910" y="3293064"/>
                </a:cubicBezTo>
                <a:cubicBezTo>
                  <a:pt x="16749910" y="3273801"/>
                  <a:pt x="16755898" y="3260958"/>
                  <a:pt x="16767872" y="3260958"/>
                </a:cubicBezTo>
                <a:close/>
                <a:moveTo>
                  <a:pt x="13659603" y="3260958"/>
                </a:moveTo>
                <a:cubicBezTo>
                  <a:pt x="13671578" y="3260958"/>
                  <a:pt x="13677565" y="3273801"/>
                  <a:pt x="13677565" y="3293065"/>
                </a:cubicBezTo>
                <a:cubicBezTo>
                  <a:pt x="13665590" y="3293065"/>
                  <a:pt x="13659603" y="3280222"/>
                  <a:pt x="13659603" y="3260958"/>
                </a:cubicBezTo>
                <a:close/>
                <a:moveTo>
                  <a:pt x="15800996" y="3257333"/>
                </a:moveTo>
                <a:cubicBezTo>
                  <a:pt x="15813922" y="3258137"/>
                  <a:pt x="15828464" y="3264590"/>
                  <a:pt x="15838158" y="3267815"/>
                </a:cubicBezTo>
                <a:cubicBezTo>
                  <a:pt x="15876938" y="3280718"/>
                  <a:pt x="15922182" y="3287170"/>
                  <a:pt x="15959884" y="3293621"/>
                </a:cubicBezTo>
                <a:cubicBezTo>
                  <a:pt x="15966348" y="3345235"/>
                  <a:pt x="15972810" y="3415130"/>
                  <a:pt x="16011590" y="3428033"/>
                </a:cubicBezTo>
                <a:cubicBezTo>
                  <a:pt x="16069760" y="3447387"/>
                  <a:pt x="16127930" y="3453839"/>
                  <a:pt x="16191486" y="3473196"/>
                </a:cubicBezTo>
                <a:cubicBezTo>
                  <a:pt x="16243192" y="3486097"/>
                  <a:pt x="16301362" y="3511905"/>
                  <a:pt x="16359532" y="3518357"/>
                </a:cubicBezTo>
                <a:cubicBezTo>
                  <a:pt x="16377844" y="3518357"/>
                  <a:pt x="16397234" y="3518357"/>
                  <a:pt x="16416624" y="3531260"/>
                </a:cubicBezTo>
                <a:cubicBezTo>
                  <a:pt x="16436014" y="3544163"/>
                  <a:pt x="16429550" y="3575347"/>
                  <a:pt x="16429550" y="3601152"/>
                </a:cubicBezTo>
                <a:cubicBezTo>
                  <a:pt x="16217338" y="3550616"/>
                  <a:pt x="15998664" y="3492550"/>
                  <a:pt x="15779990" y="3434486"/>
                </a:cubicBezTo>
                <a:cubicBezTo>
                  <a:pt x="15792916" y="3389324"/>
                  <a:pt x="15799380" y="3338783"/>
                  <a:pt x="15805842" y="3293621"/>
                </a:cubicBezTo>
                <a:cubicBezTo>
                  <a:pt x="15792916" y="3287170"/>
                  <a:pt x="15779990" y="3287170"/>
                  <a:pt x="15773526" y="3280718"/>
                </a:cubicBezTo>
                <a:cubicBezTo>
                  <a:pt x="15776758" y="3261364"/>
                  <a:pt x="15788068" y="3256525"/>
                  <a:pt x="15800996" y="3257333"/>
                </a:cubicBezTo>
                <a:close/>
                <a:moveTo>
                  <a:pt x="18247672" y="3246739"/>
                </a:moveTo>
                <a:cubicBezTo>
                  <a:pt x="18273920" y="3246739"/>
                  <a:pt x="18300172" y="3246739"/>
                  <a:pt x="18326424" y="3253360"/>
                </a:cubicBezTo>
                <a:cubicBezTo>
                  <a:pt x="18346112" y="3266607"/>
                  <a:pt x="18339548" y="3299720"/>
                  <a:pt x="18339548" y="3326211"/>
                </a:cubicBezTo>
                <a:cubicBezTo>
                  <a:pt x="18300172" y="3326211"/>
                  <a:pt x="18273920" y="3279852"/>
                  <a:pt x="18247672" y="3246739"/>
                </a:cubicBezTo>
                <a:close/>
                <a:moveTo>
                  <a:pt x="12501896" y="3235127"/>
                </a:moveTo>
                <a:cubicBezTo>
                  <a:pt x="12501896" y="3254393"/>
                  <a:pt x="12514783" y="3260813"/>
                  <a:pt x="12527670" y="3260813"/>
                </a:cubicBezTo>
                <a:cubicBezTo>
                  <a:pt x="12527670" y="3241549"/>
                  <a:pt x="12514783" y="3235127"/>
                  <a:pt x="12501896" y="3235127"/>
                </a:cubicBezTo>
                <a:close/>
                <a:moveTo>
                  <a:pt x="20109360" y="3233928"/>
                </a:moveTo>
                <a:cubicBezTo>
                  <a:pt x="20109360" y="3264673"/>
                  <a:pt x="20084764" y="3258524"/>
                  <a:pt x="20072468" y="3258524"/>
                </a:cubicBezTo>
                <a:cubicBezTo>
                  <a:pt x="20072468" y="3227780"/>
                  <a:pt x="20097060" y="3233928"/>
                  <a:pt x="20109360" y="3233928"/>
                </a:cubicBezTo>
                <a:close/>
                <a:moveTo>
                  <a:pt x="12586468" y="3233522"/>
                </a:moveTo>
                <a:cubicBezTo>
                  <a:pt x="12579219" y="3231916"/>
                  <a:pt x="12569553" y="3235127"/>
                  <a:pt x="12559888" y="3235127"/>
                </a:cubicBezTo>
                <a:cubicBezTo>
                  <a:pt x="12559888" y="3267236"/>
                  <a:pt x="12585663" y="3260813"/>
                  <a:pt x="12598550" y="3260813"/>
                </a:cubicBezTo>
                <a:cubicBezTo>
                  <a:pt x="12598550" y="3241549"/>
                  <a:pt x="12593717" y="3235126"/>
                  <a:pt x="12586468" y="3233522"/>
                </a:cubicBezTo>
                <a:close/>
                <a:moveTo>
                  <a:pt x="18090192" y="3213562"/>
                </a:moveTo>
                <a:cubicBezTo>
                  <a:pt x="18071040" y="3226788"/>
                  <a:pt x="18051888" y="3240013"/>
                  <a:pt x="18039120" y="3259856"/>
                </a:cubicBezTo>
                <a:cubicBezTo>
                  <a:pt x="18045504" y="3220175"/>
                  <a:pt x="18045504" y="3220175"/>
                  <a:pt x="18090192" y="3213562"/>
                </a:cubicBezTo>
                <a:close/>
                <a:moveTo>
                  <a:pt x="15644776" y="3205553"/>
                </a:moveTo>
                <a:cubicBezTo>
                  <a:pt x="15649430" y="3206129"/>
                  <a:pt x="15654082" y="3208435"/>
                  <a:pt x="15658736" y="3213048"/>
                </a:cubicBezTo>
                <a:cubicBezTo>
                  <a:pt x="15640122" y="3219195"/>
                  <a:pt x="15621508" y="3231492"/>
                  <a:pt x="15602894" y="3231492"/>
                </a:cubicBezTo>
                <a:cubicBezTo>
                  <a:pt x="15616854" y="3217658"/>
                  <a:pt x="15630816" y="3203824"/>
                  <a:pt x="15644776" y="3205553"/>
                </a:cubicBezTo>
                <a:close/>
                <a:moveTo>
                  <a:pt x="12830147" y="3204081"/>
                </a:moveTo>
                <a:cubicBezTo>
                  <a:pt x="12843275" y="3204081"/>
                  <a:pt x="12843275" y="3216924"/>
                  <a:pt x="12843275" y="3236186"/>
                </a:cubicBezTo>
                <a:cubicBezTo>
                  <a:pt x="12830147" y="3236186"/>
                  <a:pt x="12830147" y="3223345"/>
                  <a:pt x="12830147" y="3204081"/>
                </a:cubicBezTo>
                <a:close/>
                <a:moveTo>
                  <a:pt x="15963116" y="3204080"/>
                </a:moveTo>
                <a:cubicBezTo>
                  <a:pt x="15975414" y="3204080"/>
                  <a:pt x="15987710" y="3204080"/>
                  <a:pt x="16000008" y="3204080"/>
                </a:cubicBezTo>
                <a:cubicBezTo>
                  <a:pt x="16000008" y="3210500"/>
                  <a:pt x="16000008" y="3223344"/>
                  <a:pt x="16000008" y="3236186"/>
                </a:cubicBezTo>
                <a:cubicBezTo>
                  <a:pt x="15987710" y="3236186"/>
                  <a:pt x="15975414" y="3236186"/>
                  <a:pt x="15963116" y="3236186"/>
                </a:cubicBezTo>
                <a:cubicBezTo>
                  <a:pt x="15963116" y="3223344"/>
                  <a:pt x="15963116" y="3210500"/>
                  <a:pt x="15963116" y="3204080"/>
                </a:cubicBezTo>
                <a:close/>
                <a:moveTo>
                  <a:pt x="12996038" y="3204080"/>
                </a:moveTo>
                <a:cubicBezTo>
                  <a:pt x="13008013" y="3204080"/>
                  <a:pt x="13014000" y="3216923"/>
                  <a:pt x="13014000" y="3236186"/>
                </a:cubicBezTo>
                <a:cubicBezTo>
                  <a:pt x="13002025" y="3236186"/>
                  <a:pt x="12996038" y="3223344"/>
                  <a:pt x="12996038" y="3204080"/>
                </a:cubicBezTo>
                <a:close/>
                <a:moveTo>
                  <a:pt x="12957122" y="3204080"/>
                </a:moveTo>
                <a:cubicBezTo>
                  <a:pt x="12957122" y="3223344"/>
                  <a:pt x="12951135" y="3236186"/>
                  <a:pt x="12939160" y="3236186"/>
                </a:cubicBezTo>
                <a:cubicBezTo>
                  <a:pt x="12939160" y="3216923"/>
                  <a:pt x="12945147" y="3204080"/>
                  <a:pt x="12957122" y="3204080"/>
                </a:cubicBezTo>
                <a:close/>
                <a:moveTo>
                  <a:pt x="16056886" y="3201217"/>
                </a:moveTo>
                <a:cubicBezTo>
                  <a:pt x="16056886" y="3240893"/>
                  <a:pt x="16032290" y="3234284"/>
                  <a:pt x="16019994" y="3234284"/>
                </a:cubicBezTo>
                <a:cubicBezTo>
                  <a:pt x="16019994" y="3194603"/>
                  <a:pt x="16038440" y="3201217"/>
                  <a:pt x="16056886" y="3201217"/>
                </a:cubicBezTo>
                <a:close/>
                <a:moveTo>
                  <a:pt x="17167240" y="3200567"/>
                </a:moveTo>
                <a:cubicBezTo>
                  <a:pt x="17167240" y="3219911"/>
                  <a:pt x="17167240" y="3239254"/>
                  <a:pt x="17167240" y="3258601"/>
                </a:cubicBezTo>
                <a:cubicBezTo>
                  <a:pt x="17173688" y="3258601"/>
                  <a:pt x="17186584" y="3258601"/>
                  <a:pt x="17191960" y="3258601"/>
                </a:cubicBezTo>
                <a:cubicBezTo>
                  <a:pt x="17211304" y="3258601"/>
                  <a:pt x="17224200" y="3258601"/>
                  <a:pt x="17243548" y="3258601"/>
                </a:cubicBezTo>
                <a:cubicBezTo>
                  <a:pt x="17301584" y="3284394"/>
                  <a:pt x="17353172" y="3303739"/>
                  <a:pt x="17411212" y="3303739"/>
                </a:cubicBezTo>
                <a:cubicBezTo>
                  <a:pt x="17385416" y="3258601"/>
                  <a:pt x="17346724" y="3258601"/>
                  <a:pt x="17308032" y="3245706"/>
                </a:cubicBezTo>
                <a:cubicBezTo>
                  <a:pt x="17262892" y="3239254"/>
                  <a:pt x="17211304" y="3226360"/>
                  <a:pt x="17167240" y="3200567"/>
                </a:cubicBezTo>
                <a:close/>
                <a:moveTo>
                  <a:pt x="12898229" y="3196698"/>
                </a:moveTo>
                <a:cubicBezTo>
                  <a:pt x="12909863" y="3198332"/>
                  <a:pt x="12919170" y="3206490"/>
                  <a:pt x="12919170" y="3232598"/>
                </a:cubicBezTo>
                <a:cubicBezTo>
                  <a:pt x="12900555" y="3232598"/>
                  <a:pt x="12863326" y="3245653"/>
                  <a:pt x="12863326" y="3199963"/>
                </a:cubicBezTo>
                <a:cubicBezTo>
                  <a:pt x="12872634" y="3199963"/>
                  <a:pt x="12886595" y="3195067"/>
                  <a:pt x="12898229" y="3196698"/>
                </a:cubicBezTo>
                <a:close/>
                <a:moveTo>
                  <a:pt x="18188292" y="3196697"/>
                </a:moveTo>
                <a:cubicBezTo>
                  <a:pt x="18200008" y="3195067"/>
                  <a:pt x="18213964" y="3199962"/>
                  <a:pt x="18222916" y="3199962"/>
                </a:cubicBezTo>
                <a:cubicBezTo>
                  <a:pt x="18222916" y="3245653"/>
                  <a:pt x="18186052" y="3232596"/>
                  <a:pt x="18167092" y="3232596"/>
                </a:cubicBezTo>
                <a:cubicBezTo>
                  <a:pt x="18167092" y="3206489"/>
                  <a:pt x="18176572" y="3198332"/>
                  <a:pt x="18188292" y="3196697"/>
                </a:cubicBezTo>
                <a:close/>
                <a:moveTo>
                  <a:pt x="11401461" y="3194061"/>
                </a:moveTo>
                <a:cubicBezTo>
                  <a:pt x="11385340" y="3194061"/>
                  <a:pt x="11365996" y="3202121"/>
                  <a:pt x="11353099" y="3202121"/>
                </a:cubicBezTo>
                <a:cubicBezTo>
                  <a:pt x="11353099" y="3260153"/>
                  <a:pt x="11411134" y="3234361"/>
                  <a:pt x="11430479" y="3234361"/>
                </a:cubicBezTo>
                <a:cubicBezTo>
                  <a:pt x="11430479" y="3202121"/>
                  <a:pt x="11417582" y="3194061"/>
                  <a:pt x="11401461" y="3194061"/>
                </a:cubicBezTo>
                <a:close/>
                <a:moveTo>
                  <a:pt x="15654530" y="3192852"/>
                </a:moveTo>
                <a:cubicBezTo>
                  <a:pt x="15657524" y="3192852"/>
                  <a:pt x="15660518" y="3195845"/>
                  <a:pt x="15663512" y="3201833"/>
                </a:cubicBezTo>
                <a:cubicBezTo>
                  <a:pt x="15657524" y="3207820"/>
                  <a:pt x="15651536" y="3207820"/>
                  <a:pt x="15645550" y="3201833"/>
                </a:cubicBezTo>
                <a:cubicBezTo>
                  <a:pt x="15648542" y="3195845"/>
                  <a:pt x="15651536" y="3192852"/>
                  <a:pt x="15654530" y="3192852"/>
                </a:cubicBezTo>
                <a:close/>
                <a:moveTo>
                  <a:pt x="12674799" y="3170912"/>
                </a:moveTo>
                <a:cubicBezTo>
                  <a:pt x="12674799" y="3190177"/>
                  <a:pt x="12674799" y="3209441"/>
                  <a:pt x="12674799" y="3235127"/>
                </a:cubicBezTo>
                <a:cubicBezTo>
                  <a:pt x="12681243" y="3235127"/>
                  <a:pt x="12694130" y="3235127"/>
                  <a:pt x="12700574" y="3235127"/>
                </a:cubicBezTo>
                <a:cubicBezTo>
                  <a:pt x="12719904" y="3235127"/>
                  <a:pt x="12745679" y="3228706"/>
                  <a:pt x="12765010" y="3235127"/>
                </a:cubicBezTo>
                <a:cubicBezTo>
                  <a:pt x="12771453" y="3235127"/>
                  <a:pt x="12797228" y="3241549"/>
                  <a:pt x="12803672" y="3254393"/>
                </a:cubicBezTo>
                <a:cubicBezTo>
                  <a:pt x="12810115" y="3267236"/>
                  <a:pt x="12726348" y="3280078"/>
                  <a:pt x="12719904" y="3280078"/>
                </a:cubicBezTo>
                <a:cubicBezTo>
                  <a:pt x="12681243" y="3280078"/>
                  <a:pt x="12643655" y="3286500"/>
                  <a:pt x="12604994" y="3286500"/>
                </a:cubicBezTo>
                <a:cubicBezTo>
                  <a:pt x="12514783" y="3299343"/>
                  <a:pt x="12425646" y="3312186"/>
                  <a:pt x="12335436" y="3325029"/>
                </a:cubicBezTo>
                <a:cubicBezTo>
                  <a:pt x="12303218" y="3331450"/>
                  <a:pt x="12271000" y="3337872"/>
                  <a:pt x="12239856" y="3337872"/>
                </a:cubicBezTo>
                <a:cubicBezTo>
                  <a:pt x="12220525" y="3337872"/>
                  <a:pt x="12194750" y="3331450"/>
                  <a:pt x="12175419" y="3350714"/>
                </a:cubicBezTo>
                <a:cubicBezTo>
                  <a:pt x="12149645" y="3368897"/>
                  <a:pt x="12175419" y="3388176"/>
                  <a:pt x="12188307" y="3388176"/>
                </a:cubicBezTo>
                <a:cubicBezTo>
                  <a:pt x="12207637" y="3388176"/>
                  <a:pt x="12220525" y="3382825"/>
                  <a:pt x="12239856" y="3375345"/>
                </a:cubicBezTo>
                <a:cubicBezTo>
                  <a:pt x="12258112" y="3375345"/>
                  <a:pt x="12290330" y="3363555"/>
                  <a:pt x="12309661" y="3382825"/>
                </a:cubicBezTo>
                <a:cubicBezTo>
                  <a:pt x="12335436" y="3407441"/>
                  <a:pt x="12290330" y="3420283"/>
                  <a:pt x="12283887" y="3426704"/>
                </a:cubicBezTo>
                <a:cubicBezTo>
                  <a:pt x="12194750" y="3445969"/>
                  <a:pt x="12110983" y="3452390"/>
                  <a:pt x="12028290" y="3471657"/>
                </a:cubicBezTo>
                <a:cubicBezTo>
                  <a:pt x="11847869" y="3503763"/>
                  <a:pt x="11668522" y="3535871"/>
                  <a:pt x="11489175" y="3567978"/>
                </a:cubicBezTo>
                <a:cubicBezTo>
                  <a:pt x="11489175" y="3516607"/>
                  <a:pt x="11527836" y="3548716"/>
                  <a:pt x="11540724" y="3529449"/>
                </a:cubicBezTo>
                <a:cubicBezTo>
                  <a:pt x="11560055" y="3510185"/>
                  <a:pt x="11476288" y="3484498"/>
                  <a:pt x="11469844" y="3478076"/>
                </a:cubicBezTo>
                <a:cubicBezTo>
                  <a:pt x="11476288" y="3458813"/>
                  <a:pt x="11482731" y="3439547"/>
                  <a:pt x="11489175" y="3413862"/>
                </a:cubicBezTo>
                <a:cubicBezTo>
                  <a:pt x="11502062" y="3413862"/>
                  <a:pt x="11514949" y="3407441"/>
                  <a:pt x="11527836" y="3407441"/>
                </a:cubicBezTo>
                <a:cubicBezTo>
                  <a:pt x="11560055" y="3401019"/>
                  <a:pt x="11592273" y="3401019"/>
                  <a:pt x="11618047" y="3401019"/>
                </a:cubicBezTo>
                <a:cubicBezTo>
                  <a:pt x="11629860" y="3445969"/>
                  <a:pt x="11605160" y="3465234"/>
                  <a:pt x="11585829" y="3490920"/>
                </a:cubicBezTo>
                <a:cubicBezTo>
                  <a:pt x="11637378" y="3478076"/>
                  <a:pt x="11694296" y="3471657"/>
                  <a:pt x="11745845" y="3452390"/>
                </a:cubicBezTo>
                <a:cubicBezTo>
                  <a:pt x="11758733" y="3445969"/>
                  <a:pt x="11778063" y="3433123"/>
                  <a:pt x="11790951" y="3465234"/>
                </a:cubicBezTo>
                <a:cubicBezTo>
                  <a:pt x="11810281" y="3452390"/>
                  <a:pt x="11834982" y="3445969"/>
                  <a:pt x="11854313" y="3445969"/>
                </a:cubicBezTo>
                <a:cubicBezTo>
                  <a:pt x="11847869" y="3407441"/>
                  <a:pt x="11823169" y="3394597"/>
                  <a:pt x="11810281" y="3368897"/>
                </a:cubicBezTo>
                <a:cubicBezTo>
                  <a:pt x="11867200" y="3318608"/>
                  <a:pt x="11944523" y="3318608"/>
                  <a:pt x="12008959" y="3305765"/>
                </a:cubicBezTo>
                <a:cubicBezTo>
                  <a:pt x="12085209" y="3292921"/>
                  <a:pt x="12156089" y="3273657"/>
                  <a:pt x="12233412" y="3260813"/>
                </a:cubicBezTo>
                <a:cubicBezTo>
                  <a:pt x="12380541" y="3228706"/>
                  <a:pt x="12527670" y="3196597"/>
                  <a:pt x="12674799" y="3170912"/>
                </a:cubicBezTo>
                <a:close/>
                <a:moveTo>
                  <a:pt x="14980989" y="3170904"/>
                </a:moveTo>
                <a:cubicBezTo>
                  <a:pt x="14980989" y="3190170"/>
                  <a:pt x="14975002" y="3203012"/>
                  <a:pt x="14963027" y="3203012"/>
                </a:cubicBezTo>
                <a:cubicBezTo>
                  <a:pt x="14963027" y="3178395"/>
                  <a:pt x="14969014" y="3170904"/>
                  <a:pt x="14980989" y="3170904"/>
                </a:cubicBezTo>
                <a:close/>
                <a:moveTo>
                  <a:pt x="12810191" y="3170904"/>
                </a:moveTo>
                <a:cubicBezTo>
                  <a:pt x="12810191" y="3190171"/>
                  <a:pt x="12804204" y="3203013"/>
                  <a:pt x="12792229" y="3203013"/>
                </a:cubicBezTo>
                <a:cubicBezTo>
                  <a:pt x="12792229" y="3178396"/>
                  <a:pt x="12798216" y="3170904"/>
                  <a:pt x="12810191" y="3170904"/>
                </a:cubicBezTo>
                <a:close/>
                <a:moveTo>
                  <a:pt x="20014596" y="3170903"/>
                </a:moveTo>
                <a:cubicBezTo>
                  <a:pt x="20014596" y="3190169"/>
                  <a:pt x="20008608" y="3203011"/>
                  <a:pt x="19996632" y="3203011"/>
                </a:cubicBezTo>
                <a:cubicBezTo>
                  <a:pt x="19996632" y="3178395"/>
                  <a:pt x="20002620" y="3170903"/>
                  <a:pt x="20014596" y="3170903"/>
                </a:cubicBezTo>
                <a:close/>
                <a:moveTo>
                  <a:pt x="15943158" y="3170903"/>
                </a:moveTo>
                <a:cubicBezTo>
                  <a:pt x="15943158" y="3190169"/>
                  <a:pt x="15937170" y="3203012"/>
                  <a:pt x="15925194" y="3203012"/>
                </a:cubicBezTo>
                <a:cubicBezTo>
                  <a:pt x="15925194" y="3178395"/>
                  <a:pt x="15931182" y="3170903"/>
                  <a:pt x="15943158" y="3170903"/>
                </a:cubicBezTo>
                <a:close/>
                <a:moveTo>
                  <a:pt x="19185112" y="3167569"/>
                </a:moveTo>
                <a:cubicBezTo>
                  <a:pt x="19185112" y="3198313"/>
                  <a:pt x="19160516" y="3198313"/>
                  <a:pt x="19148220" y="3198313"/>
                </a:cubicBezTo>
                <a:cubicBezTo>
                  <a:pt x="19148220" y="3161420"/>
                  <a:pt x="19166664" y="3167569"/>
                  <a:pt x="19185112" y="3167569"/>
                </a:cubicBezTo>
                <a:close/>
                <a:moveTo>
                  <a:pt x="11504367" y="3167062"/>
                </a:moveTo>
                <a:cubicBezTo>
                  <a:pt x="11492276" y="3165318"/>
                  <a:pt x="11477767" y="3169883"/>
                  <a:pt x="11468095" y="3169883"/>
                </a:cubicBezTo>
                <a:cubicBezTo>
                  <a:pt x="11468095" y="3215019"/>
                  <a:pt x="11506785" y="3202121"/>
                  <a:pt x="11526130" y="3202121"/>
                </a:cubicBezTo>
                <a:cubicBezTo>
                  <a:pt x="11526130" y="3176868"/>
                  <a:pt x="11516457" y="3168808"/>
                  <a:pt x="11504367" y="3167062"/>
                </a:cubicBezTo>
                <a:close/>
                <a:moveTo>
                  <a:pt x="13156298" y="3161176"/>
                </a:moveTo>
                <a:cubicBezTo>
                  <a:pt x="13173682" y="3161042"/>
                  <a:pt x="13193550" y="3168815"/>
                  <a:pt x="13203484" y="3168815"/>
                </a:cubicBezTo>
                <a:cubicBezTo>
                  <a:pt x="13203484" y="3226706"/>
                  <a:pt x="13150503" y="3200975"/>
                  <a:pt x="13124012" y="3200975"/>
                </a:cubicBezTo>
                <a:cubicBezTo>
                  <a:pt x="13124012" y="3169351"/>
                  <a:pt x="13138913" y="3161310"/>
                  <a:pt x="13156298" y="3161176"/>
                </a:cubicBezTo>
                <a:close/>
                <a:moveTo>
                  <a:pt x="14881790" y="3159429"/>
                </a:moveTo>
                <a:cubicBezTo>
                  <a:pt x="14897519" y="3161781"/>
                  <a:pt x="14914075" y="3169798"/>
                  <a:pt x="14924008" y="3169798"/>
                </a:cubicBezTo>
                <a:cubicBezTo>
                  <a:pt x="14924008" y="3177539"/>
                  <a:pt x="14924008" y="3189706"/>
                  <a:pt x="14924008" y="3202976"/>
                </a:cubicBezTo>
                <a:cubicBezTo>
                  <a:pt x="14897519" y="3196340"/>
                  <a:pt x="14871029" y="3189706"/>
                  <a:pt x="14844539" y="3183070"/>
                </a:cubicBezTo>
                <a:cubicBezTo>
                  <a:pt x="14851161" y="3160397"/>
                  <a:pt x="14866062" y="3157079"/>
                  <a:pt x="14881790" y="3159429"/>
                </a:cubicBezTo>
                <a:close/>
                <a:moveTo>
                  <a:pt x="17943300" y="3139596"/>
                </a:moveTo>
                <a:cubicBezTo>
                  <a:pt x="17943300" y="3179277"/>
                  <a:pt x="17918704" y="3171561"/>
                  <a:pt x="17906408" y="3171561"/>
                </a:cubicBezTo>
                <a:cubicBezTo>
                  <a:pt x="17906408" y="3132983"/>
                  <a:pt x="17924852" y="3139596"/>
                  <a:pt x="17943300" y="3139596"/>
                </a:cubicBezTo>
                <a:close/>
                <a:moveTo>
                  <a:pt x="19673720" y="3139159"/>
                </a:moveTo>
                <a:cubicBezTo>
                  <a:pt x="19687496" y="3135351"/>
                  <a:pt x="19701716" y="3150585"/>
                  <a:pt x="19715936" y="3150585"/>
                </a:cubicBezTo>
                <a:cubicBezTo>
                  <a:pt x="19715936" y="3157356"/>
                  <a:pt x="19709616" y="3163005"/>
                  <a:pt x="19709616" y="3169770"/>
                </a:cubicBezTo>
                <a:cubicBezTo>
                  <a:pt x="19690656" y="3163005"/>
                  <a:pt x="19678016" y="3157356"/>
                  <a:pt x="19660112" y="3150585"/>
                </a:cubicBezTo>
                <a:cubicBezTo>
                  <a:pt x="19664588" y="3143814"/>
                  <a:pt x="19669128" y="3140427"/>
                  <a:pt x="19673720" y="3139159"/>
                </a:cubicBezTo>
                <a:close/>
                <a:moveTo>
                  <a:pt x="11616407" y="3138718"/>
                </a:moveTo>
                <a:cubicBezTo>
                  <a:pt x="11616407" y="3177405"/>
                  <a:pt x="11641126" y="3169883"/>
                  <a:pt x="11654023" y="3169883"/>
                </a:cubicBezTo>
                <a:cubicBezTo>
                  <a:pt x="11654023" y="3132271"/>
                  <a:pt x="11635752" y="3138718"/>
                  <a:pt x="11616407" y="3138718"/>
                </a:cubicBezTo>
                <a:close/>
                <a:moveTo>
                  <a:pt x="11314409" y="3138718"/>
                </a:moveTo>
                <a:cubicBezTo>
                  <a:pt x="11243477" y="3151613"/>
                  <a:pt x="11167171" y="3169883"/>
                  <a:pt x="11089791" y="3182777"/>
                </a:cubicBezTo>
                <a:cubicBezTo>
                  <a:pt x="11076894" y="3189223"/>
                  <a:pt x="11057549" y="3189223"/>
                  <a:pt x="11044652" y="3195674"/>
                </a:cubicBezTo>
                <a:cubicBezTo>
                  <a:pt x="11025307" y="3202121"/>
                  <a:pt x="11019934" y="3221465"/>
                  <a:pt x="11007037" y="3234361"/>
                </a:cubicBezTo>
                <a:cubicBezTo>
                  <a:pt x="10981243" y="3247260"/>
                  <a:pt x="10949002" y="3247260"/>
                  <a:pt x="10916760" y="3253706"/>
                </a:cubicBezTo>
                <a:cubicBezTo>
                  <a:pt x="10845828" y="3273049"/>
                  <a:pt x="10775970" y="3305285"/>
                  <a:pt x="10705038" y="3337527"/>
                </a:cubicBezTo>
                <a:cubicBezTo>
                  <a:pt x="10666348" y="3350421"/>
                  <a:pt x="10634106" y="3375162"/>
                  <a:pt x="10601865" y="3382670"/>
                </a:cubicBezTo>
                <a:cubicBezTo>
                  <a:pt x="10583594" y="3382670"/>
                  <a:pt x="10564249" y="3382670"/>
                  <a:pt x="10564249" y="3413830"/>
                </a:cubicBezTo>
                <a:cubicBezTo>
                  <a:pt x="10634106" y="3375162"/>
                  <a:pt x="10711487" y="3363310"/>
                  <a:pt x="10788867" y="3350421"/>
                </a:cubicBezTo>
                <a:cubicBezTo>
                  <a:pt x="10788867" y="3382670"/>
                  <a:pt x="10756625" y="3394488"/>
                  <a:pt x="10743729" y="3407382"/>
                </a:cubicBezTo>
                <a:cubicBezTo>
                  <a:pt x="10717935" y="3433170"/>
                  <a:pt x="10705038" y="3446069"/>
                  <a:pt x="10679245" y="3452516"/>
                </a:cubicBezTo>
                <a:cubicBezTo>
                  <a:pt x="10653451" y="3458965"/>
                  <a:pt x="10621210" y="3471864"/>
                  <a:pt x="10596491" y="3478308"/>
                </a:cubicBezTo>
                <a:cubicBezTo>
                  <a:pt x="10583594" y="3478308"/>
                  <a:pt x="10557801" y="3484756"/>
                  <a:pt x="10551352" y="3510547"/>
                </a:cubicBezTo>
                <a:cubicBezTo>
                  <a:pt x="10532007" y="3510547"/>
                  <a:pt x="10507289" y="3510547"/>
                  <a:pt x="10487943" y="3510547"/>
                </a:cubicBezTo>
                <a:cubicBezTo>
                  <a:pt x="10487943" y="3555685"/>
                  <a:pt x="10583594" y="3516994"/>
                  <a:pt x="10601865" y="3510547"/>
                </a:cubicBezTo>
                <a:cubicBezTo>
                  <a:pt x="10634106" y="3497652"/>
                  <a:pt x="10666348" y="3484756"/>
                  <a:pt x="10705038" y="3478308"/>
                </a:cubicBezTo>
                <a:cubicBezTo>
                  <a:pt x="10724383" y="3478308"/>
                  <a:pt x="10743729" y="3465411"/>
                  <a:pt x="10763074" y="3478308"/>
                </a:cubicBezTo>
                <a:cubicBezTo>
                  <a:pt x="10775970" y="3491204"/>
                  <a:pt x="10788867" y="3510547"/>
                  <a:pt x="10807138" y="3510547"/>
                </a:cubicBezTo>
                <a:cubicBezTo>
                  <a:pt x="10807138" y="3484756"/>
                  <a:pt x="10807138" y="3465411"/>
                  <a:pt x="10807138" y="3446069"/>
                </a:cubicBezTo>
                <a:cubicBezTo>
                  <a:pt x="10845828" y="3452516"/>
                  <a:pt x="10884518" y="3465411"/>
                  <a:pt x="10916760" y="3478308"/>
                </a:cubicBezTo>
                <a:cubicBezTo>
                  <a:pt x="10916760" y="3446069"/>
                  <a:pt x="10897415" y="3446069"/>
                  <a:pt x="10884518" y="3446069"/>
                </a:cubicBezTo>
                <a:cubicBezTo>
                  <a:pt x="10884518" y="3419477"/>
                  <a:pt x="10899933" y="3411924"/>
                  <a:pt x="10920167" y="3413206"/>
                </a:cubicBezTo>
                <a:lnTo>
                  <a:pt x="10936750" y="3416184"/>
                </a:lnTo>
                <a:lnTo>
                  <a:pt x="10935748" y="3412066"/>
                </a:lnTo>
                <a:lnTo>
                  <a:pt x="10938954" y="3402320"/>
                </a:lnTo>
                <a:lnTo>
                  <a:pt x="10936105" y="3400935"/>
                </a:lnTo>
                <a:lnTo>
                  <a:pt x="10939921" y="3399383"/>
                </a:lnTo>
                <a:lnTo>
                  <a:pt x="10940238" y="3398418"/>
                </a:lnTo>
                <a:lnTo>
                  <a:pt x="10940672" y="3399077"/>
                </a:lnTo>
                <a:lnTo>
                  <a:pt x="11066550" y="3347869"/>
                </a:lnTo>
                <a:cubicBezTo>
                  <a:pt x="11109136" y="3331078"/>
                  <a:pt x="11151051" y="3314961"/>
                  <a:pt x="11192965" y="3298846"/>
                </a:cubicBezTo>
                <a:cubicBezTo>
                  <a:pt x="11217683" y="3285943"/>
                  <a:pt x="11249925" y="3292393"/>
                  <a:pt x="11269270" y="3266602"/>
                </a:cubicBezTo>
                <a:cubicBezTo>
                  <a:pt x="11301512" y="3240801"/>
                  <a:pt x="11301512" y="3182777"/>
                  <a:pt x="11314409" y="3138718"/>
                </a:cubicBezTo>
                <a:close/>
                <a:moveTo>
                  <a:pt x="15828898" y="3138563"/>
                </a:moveTo>
                <a:cubicBezTo>
                  <a:pt x="15837512" y="3139503"/>
                  <a:pt x="15845716" y="3143193"/>
                  <a:pt x="15852278" y="3149757"/>
                </a:cubicBezTo>
                <a:cubicBezTo>
                  <a:pt x="15858840" y="3161787"/>
                  <a:pt x="15871966" y="3188039"/>
                  <a:pt x="15852278" y="3194601"/>
                </a:cubicBezTo>
                <a:cubicBezTo>
                  <a:pt x="15826028" y="3207727"/>
                  <a:pt x="15799776" y="3201164"/>
                  <a:pt x="15773526" y="3201164"/>
                </a:cubicBezTo>
                <a:cubicBezTo>
                  <a:pt x="15773526" y="3157686"/>
                  <a:pt x="15803058" y="3135742"/>
                  <a:pt x="15828898" y="3138563"/>
                </a:cubicBezTo>
                <a:close/>
                <a:moveTo>
                  <a:pt x="20128348" y="3137724"/>
                </a:moveTo>
                <a:cubicBezTo>
                  <a:pt x="20128348" y="3163162"/>
                  <a:pt x="20122360" y="3169793"/>
                  <a:pt x="20110384" y="3169793"/>
                </a:cubicBezTo>
                <a:cubicBezTo>
                  <a:pt x="20110384" y="3144359"/>
                  <a:pt x="20116372" y="3137724"/>
                  <a:pt x="20128348" y="3137724"/>
                </a:cubicBezTo>
                <a:close/>
                <a:moveTo>
                  <a:pt x="19848704" y="3137724"/>
                </a:moveTo>
                <a:cubicBezTo>
                  <a:pt x="19848704" y="3163162"/>
                  <a:pt x="19842716" y="3169793"/>
                  <a:pt x="19830740" y="3169793"/>
                </a:cubicBezTo>
                <a:cubicBezTo>
                  <a:pt x="19830740" y="3144359"/>
                  <a:pt x="19836728" y="3137724"/>
                  <a:pt x="19848704" y="3137724"/>
                </a:cubicBezTo>
                <a:close/>
                <a:moveTo>
                  <a:pt x="14754483" y="3137724"/>
                </a:moveTo>
                <a:cubicBezTo>
                  <a:pt x="14786267" y="3144360"/>
                  <a:pt x="14811695" y="3150995"/>
                  <a:pt x="14843480" y="3150995"/>
                </a:cubicBezTo>
                <a:cubicBezTo>
                  <a:pt x="14830766" y="3183068"/>
                  <a:pt x="14754483" y="3202975"/>
                  <a:pt x="14754483" y="3137724"/>
                </a:cubicBezTo>
                <a:close/>
                <a:moveTo>
                  <a:pt x="14038779" y="3137724"/>
                </a:moveTo>
                <a:cubicBezTo>
                  <a:pt x="14050754" y="3137724"/>
                  <a:pt x="14056741" y="3144359"/>
                  <a:pt x="14056741" y="3169794"/>
                </a:cubicBezTo>
                <a:cubicBezTo>
                  <a:pt x="14044766" y="3169794"/>
                  <a:pt x="14038779" y="3163162"/>
                  <a:pt x="14038779" y="3137724"/>
                </a:cubicBezTo>
                <a:close/>
                <a:moveTo>
                  <a:pt x="13393180" y="3137724"/>
                </a:moveTo>
                <a:cubicBezTo>
                  <a:pt x="13393180" y="3163162"/>
                  <a:pt x="13387193" y="3169794"/>
                  <a:pt x="13375218" y="3169794"/>
                </a:cubicBezTo>
                <a:cubicBezTo>
                  <a:pt x="13375218" y="3144359"/>
                  <a:pt x="13381205" y="3137724"/>
                  <a:pt x="13393180" y="3137724"/>
                </a:cubicBezTo>
                <a:close/>
                <a:moveTo>
                  <a:pt x="19615152" y="3127169"/>
                </a:moveTo>
                <a:lnTo>
                  <a:pt x="19614560" y="3129476"/>
                </a:lnTo>
                <a:cubicBezTo>
                  <a:pt x="19613532" y="3133467"/>
                  <a:pt x="19612712" y="3136659"/>
                  <a:pt x="19612712" y="3136659"/>
                </a:cubicBezTo>
                <a:close/>
                <a:moveTo>
                  <a:pt x="19617112" y="3119540"/>
                </a:moveTo>
                <a:lnTo>
                  <a:pt x="19615152" y="3127169"/>
                </a:lnTo>
                <a:lnTo>
                  <a:pt x="19616480" y="3121992"/>
                </a:lnTo>
                <a:close/>
                <a:moveTo>
                  <a:pt x="18432520" y="3118767"/>
                </a:moveTo>
                <a:cubicBezTo>
                  <a:pt x="18484296" y="3118767"/>
                  <a:pt x="18536076" y="3125330"/>
                  <a:pt x="18587852" y="3151581"/>
                </a:cubicBezTo>
                <a:cubicBezTo>
                  <a:pt x="18568436" y="3163612"/>
                  <a:pt x="18549020" y="3183300"/>
                  <a:pt x="18529604" y="3202988"/>
                </a:cubicBezTo>
                <a:cubicBezTo>
                  <a:pt x="18510184" y="3151581"/>
                  <a:pt x="18464880" y="3138456"/>
                  <a:pt x="18432520" y="3118767"/>
                </a:cubicBezTo>
                <a:close/>
                <a:moveTo>
                  <a:pt x="16711994" y="3118764"/>
                </a:moveTo>
                <a:cubicBezTo>
                  <a:pt x="16764132" y="3125084"/>
                  <a:pt x="16815184" y="3131405"/>
                  <a:pt x="16867320" y="3137724"/>
                </a:cubicBezTo>
                <a:cubicBezTo>
                  <a:pt x="16834736" y="3231466"/>
                  <a:pt x="16757614" y="3144043"/>
                  <a:pt x="16711994" y="3118764"/>
                </a:cubicBezTo>
                <a:close/>
                <a:moveTo>
                  <a:pt x="19618252" y="3115111"/>
                </a:moveTo>
                <a:cubicBezTo>
                  <a:pt x="19618864" y="3112718"/>
                  <a:pt x="19618456" y="3114314"/>
                  <a:pt x="19617636" y="3117506"/>
                </a:cubicBezTo>
                <a:lnTo>
                  <a:pt x="19617112" y="3119540"/>
                </a:lnTo>
                <a:close/>
                <a:moveTo>
                  <a:pt x="19635128" y="3114978"/>
                </a:moveTo>
                <a:cubicBezTo>
                  <a:pt x="19642048" y="3114175"/>
                  <a:pt x="19651268" y="3117386"/>
                  <a:pt x="19654344" y="3117386"/>
                </a:cubicBezTo>
                <a:cubicBezTo>
                  <a:pt x="19648196" y="3130230"/>
                  <a:pt x="19642048" y="3136652"/>
                  <a:pt x="19629748" y="3136652"/>
                </a:cubicBezTo>
                <a:cubicBezTo>
                  <a:pt x="19623600" y="3120597"/>
                  <a:pt x="19628212" y="3115781"/>
                  <a:pt x="19635128" y="3114978"/>
                </a:cubicBezTo>
                <a:close/>
                <a:moveTo>
                  <a:pt x="11994711" y="3106481"/>
                </a:moveTo>
                <a:cubicBezTo>
                  <a:pt x="11994711" y="3132271"/>
                  <a:pt x="11994711" y="3169883"/>
                  <a:pt x="12014056" y="3169883"/>
                </a:cubicBezTo>
                <a:cubicBezTo>
                  <a:pt x="12014056" y="3145166"/>
                  <a:pt x="12014056" y="3106481"/>
                  <a:pt x="11994711" y="3106481"/>
                </a:cubicBezTo>
                <a:close/>
                <a:moveTo>
                  <a:pt x="19967092" y="3106419"/>
                </a:moveTo>
                <a:cubicBezTo>
                  <a:pt x="19967092" y="3146099"/>
                  <a:pt x="19940636" y="3139486"/>
                  <a:pt x="19920796" y="3139486"/>
                </a:cubicBezTo>
                <a:cubicBezTo>
                  <a:pt x="19920796" y="3099805"/>
                  <a:pt x="19947252" y="3106419"/>
                  <a:pt x="19967092" y="3106419"/>
                </a:cubicBezTo>
                <a:close/>
                <a:moveTo>
                  <a:pt x="19338524" y="3105569"/>
                </a:moveTo>
                <a:cubicBezTo>
                  <a:pt x="19338524" y="3124908"/>
                  <a:pt x="19344976" y="3137801"/>
                  <a:pt x="19357880" y="3137801"/>
                </a:cubicBezTo>
                <a:cubicBezTo>
                  <a:pt x="19357880" y="3118462"/>
                  <a:pt x="19351428" y="3105569"/>
                  <a:pt x="19338524" y="3105569"/>
                </a:cubicBezTo>
                <a:close/>
                <a:moveTo>
                  <a:pt x="12958120" y="3104543"/>
                </a:moveTo>
                <a:cubicBezTo>
                  <a:pt x="12970095" y="3104543"/>
                  <a:pt x="12976082" y="3117387"/>
                  <a:pt x="12976082" y="3136652"/>
                </a:cubicBezTo>
                <a:cubicBezTo>
                  <a:pt x="12964107" y="3136652"/>
                  <a:pt x="12958120" y="3130231"/>
                  <a:pt x="12958120" y="3104543"/>
                </a:cubicBezTo>
                <a:close/>
                <a:moveTo>
                  <a:pt x="18039120" y="3104542"/>
                </a:moveTo>
                <a:cubicBezTo>
                  <a:pt x="18052244" y="3104542"/>
                  <a:pt x="18052244" y="3117386"/>
                  <a:pt x="18052244" y="3136652"/>
                </a:cubicBezTo>
                <a:cubicBezTo>
                  <a:pt x="18039120" y="3136652"/>
                  <a:pt x="18039120" y="3123809"/>
                  <a:pt x="18039120" y="3104542"/>
                </a:cubicBezTo>
                <a:close/>
                <a:moveTo>
                  <a:pt x="13849192" y="3104542"/>
                </a:moveTo>
                <a:cubicBezTo>
                  <a:pt x="13862317" y="3104542"/>
                  <a:pt x="13862317" y="3117387"/>
                  <a:pt x="13862317" y="3136652"/>
                </a:cubicBezTo>
                <a:cubicBezTo>
                  <a:pt x="13849192" y="3136652"/>
                  <a:pt x="13849192" y="3123809"/>
                  <a:pt x="13849192" y="3104542"/>
                </a:cubicBezTo>
                <a:close/>
                <a:moveTo>
                  <a:pt x="13203590" y="3104542"/>
                </a:moveTo>
                <a:cubicBezTo>
                  <a:pt x="13203590" y="3130230"/>
                  <a:pt x="13197603" y="3136652"/>
                  <a:pt x="13185628" y="3136652"/>
                </a:cubicBezTo>
                <a:cubicBezTo>
                  <a:pt x="13185628" y="3117387"/>
                  <a:pt x="13191615" y="3104542"/>
                  <a:pt x="13203590" y="3104542"/>
                </a:cubicBezTo>
                <a:close/>
                <a:moveTo>
                  <a:pt x="13124012" y="3104542"/>
                </a:moveTo>
                <a:cubicBezTo>
                  <a:pt x="13143853" y="3104542"/>
                  <a:pt x="13157080" y="3104542"/>
                  <a:pt x="13170307" y="3104542"/>
                </a:cubicBezTo>
                <a:cubicBezTo>
                  <a:pt x="13170307" y="3117387"/>
                  <a:pt x="13170307" y="3130231"/>
                  <a:pt x="13170307" y="3136652"/>
                </a:cubicBezTo>
                <a:cubicBezTo>
                  <a:pt x="13157080" y="3136652"/>
                  <a:pt x="13143853" y="3136652"/>
                  <a:pt x="13124012" y="3136652"/>
                </a:cubicBezTo>
                <a:cubicBezTo>
                  <a:pt x="13124012" y="3130231"/>
                  <a:pt x="13124012" y="3117387"/>
                  <a:pt x="13124012" y="3104542"/>
                </a:cubicBezTo>
                <a:close/>
                <a:moveTo>
                  <a:pt x="20431688" y="3104541"/>
                </a:moveTo>
                <a:cubicBezTo>
                  <a:pt x="20431688" y="3123808"/>
                  <a:pt x="20425700" y="3136650"/>
                  <a:pt x="20413728" y="3136650"/>
                </a:cubicBezTo>
                <a:cubicBezTo>
                  <a:pt x="20413728" y="3117386"/>
                  <a:pt x="20419712" y="3104541"/>
                  <a:pt x="20431688" y="3104541"/>
                </a:cubicBezTo>
                <a:close/>
                <a:moveTo>
                  <a:pt x="20090428" y="3104541"/>
                </a:moveTo>
                <a:cubicBezTo>
                  <a:pt x="20090428" y="3123808"/>
                  <a:pt x="20084440" y="3136652"/>
                  <a:pt x="20072468" y="3136652"/>
                </a:cubicBezTo>
                <a:cubicBezTo>
                  <a:pt x="20072468" y="3117386"/>
                  <a:pt x="20079452" y="3104541"/>
                  <a:pt x="20090428" y="3104541"/>
                </a:cubicBezTo>
                <a:close/>
                <a:moveTo>
                  <a:pt x="19810784" y="3104541"/>
                </a:moveTo>
                <a:cubicBezTo>
                  <a:pt x="19810784" y="3123809"/>
                  <a:pt x="19804796" y="3136652"/>
                  <a:pt x="19792824" y="3136652"/>
                </a:cubicBezTo>
                <a:cubicBezTo>
                  <a:pt x="19792824" y="3117386"/>
                  <a:pt x="19798812" y="3104541"/>
                  <a:pt x="19810784" y="3104541"/>
                </a:cubicBezTo>
                <a:close/>
                <a:moveTo>
                  <a:pt x="17749992" y="3085585"/>
                </a:moveTo>
                <a:cubicBezTo>
                  <a:pt x="17787912" y="3098710"/>
                  <a:pt x="17824776" y="3105269"/>
                  <a:pt x="17862696" y="3118398"/>
                </a:cubicBezTo>
                <a:cubicBezTo>
                  <a:pt x="17831096" y="3131523"/>
                  <a:pt x="17800552" y="3151211"/>
                  <a:pt x="17768952" y="3169805"/>
                </a:cubicBezTo>
                <a:cubicBezTo>
                  <a:pt x="17775272" y="3151211"/>
                  <a:pt x="17775272" y="3138086"/>
                  <a:pt x="17781592" y="3131523"/>
                </a:cubicBezTo>
                <a:cubicBezTo>
                  <a:pt x="17775272" y="3118398"/>
                  <a:pt x="17762632" y="3105269"/>
                  <a:pt x="17749992" y="3085585"/>
                </a:cubicBezTo>
                <a:close/>
                <a:moveTo>
                  <a:pt x="14427442" y="3085584"/>
                </a:moveTo>
                <a:cubicBezTo>
                  <a:pt x="14522746" y="3092148"/>
                  <a:pt x="14619120" y="3098708"/>
                  <a:pt x="14715494" y="3105268"/>
                </a:cubicBezTo>
                <a:cubicBezTo>
                  <a:pt x="14715494" y="3169804"/>
                  <a:pt x="14644820" y="3144648"/>
                  <a:pt x="14619120" y="3144648"/>
                </a:cubicBezTo>
                <a:cubicBezTo>
                  <a:pt x="14586995" y="3138085"/>
                  <a:pt x="14554870" y="3151210"/>
                  <a:pt x="14522746" y="3138085"/>
                </a:cubicBezTo>
                <a:cubicBezTo>
                  <a:pt x="14491692" y="3131523"/>
                  <a:pt x="14459567" y="3105268"/>
                  <a:pt x="14427442" y="3085584"/>
                </a:cubicBezTo>
                <a:close/>
                <a:moveTo>
                  <a:pt x="19759008" y="3076766"/>
                </a:moveTo>
                <a:cubicBezTo>
                  <a:pt x="19766692" y="3080073"/>
                  <a:pt x="19772840" y="3091648"/>
                  <a:pt x="19772840" y="3108181"/>
                </a:cubicBezTo>
                <a:cubicBezTo>
                  <a:pt x="19760544" y="3108181"/>
                  <a:pt x="19748248" y="3101566"/>
                  <a:pt x="19735948" y="3094954"/>
                </a:cubicBezTo>
                <a:cubicBezTo>
                  <a:pt x="19742096" y="3078419"/>
                  <a:pt x="19751320" y="3073460"/>
                  <a:pt x="19759008" y="3076766"/>
                </a:cubicBezTo>
                <a:close/>
                <a:moveTo>
                  <a:pt x="19905580" y="3076105"/>
                </a:moveTo>
                <a:cubicBezTo>
                  <a:pt x="19905580" y="3101791"/>
                  <a:pt x="19899592" y="3108214"/>
                  <a:pt x="19887620" y="3108214"/>
                </a:cubicBezTo>
                <a:cubicBezTo>
                  <a:pt x="19887620" y="3088948"/>
                  <a:pt x="19893604" y="3076105"/>
                  <a:pt x="19905580" y="3076105"/>
                </a:cubicBezTo>
                <a:close/>
                <a:moveTo>
                  <a:pt x="13260440" y="3076102"/>
                </a:moveTo>
                <a:cubicBezTo>
                  <a:pt x="13260440" y="3112995"/>
                  <a:pt x="13241994" y="3106847"/>
                  <a:pt x="13223548" y="3106847"/>
                </a:cubicBezTo>
                <a:cubicBezTo>
                  <a:pt x="13223548" y="3076102"/>
                  <a:pt x="13248143" y="3076102"/>
                  <a:pt x="13260440" y="3076102"/>
                </a:cubicBezTo>
                <a:close/>
                <a:moveTo>
                  <a:pt x="15044272" y="3074878"/>
                </a:moveTo>
                <a:cubicBezTo>
                  <a:pt x="15069992" y="3074878"/>
                  <a:pt x="15102144" y="3087860"/>
                  <a:pt x="15127866" y="3094351"/>
                </a:cubicBezTo>
                <a:cubicBezTo>
                  <a:pt x="15210388" y="3120316"/>
                  <a:pt x="15306844" y="3133300"/>
                  <a:pt x="15389366" y="3152773"/>
                </a:cubicBezTo>
                <a:cubicBezTo>
                  <a:pt x="15344354" y="3229587"/>
                  <a:pt x="15229680" y="3061892"/>
                  <a:pt x="15203958" y="3203621"/>
                </a:cubicBezTo>
                <a:cubicBezTo>
                  <a:pt x="15242540" y="3210111"/>
                  <a:pt x="15485820" y="3313974"/>
                  <a:pt x="15485820" y="3203621"/>
                </a:cubicBezTo>
                <a:cubicBezTo>
                  <a:pt x="15466530" y="3203621"/>
                  <a:pt x="15434378" y="3216604"/>
                  <a:pt x="15434378" y="3171165"/>
                </a:cubicBezTo>
                <a:cubicBezTo>
                  <a:pt x="15460100" y="3171165"/>
                  <a:pt x="15492252" y="3178739"/>
                  <a:pt x="15524402" y="3184146"/>
                </a:cubicBezTo>
                <a:cubicBezTo>
                  <a:pt x="15479390" y="3229587"/>
                  <a:pt x="15581204" y="3249062"/>
                  <a:pt x="15581204" y="3294499"/>
                </a:cubicBezTo>
                <a:cubicBezTo>
                  <a:pt x="15574774" y="3294499"/>
                  <a:pt x="15543694" y="3288008"/>
                  <a:pt x="15543694" y="3307482"/>
                </a:cubicBezTo>
                <a:cubicBezTo>
                  <a:pt x="15543694" y="3333448"/>
                  <a:pt x="15568344" y="3333448"/>
                  <a:pt x="15574774" y="3333448"/>
                </a:cubicBezTo>
                <a:cubicBezTo>
                  <a:pt x="15606926" y="3333448"/>
                  <a:pt x="15639078" y="3313974"/>
                  <a:pt x="15677660" y="3294499"/>
                </a:cubicBezTo>
                <a:cubicBezTo>
                  <a:pt x="15671228" y="3313974"/>
                  <a:pt x="15664798" y="3339940"/>
                  <a:pt x="15658368" y="3359411"/>
                </a:cubicBezTo>
                <a:cubicBezTo>
                  <a:pt x="15645508" y="3359411"/>
                  <a:pt x="15632646" y="3359411"/>
                  <a:pt x="15613356" y="3359411"/>
                </a:cubicBezTo>
                <a:cubicBezTo>
                  <a:pt x="15587634" y="3352919"/>
                  <a:pt x="15555482" y="3352919"/>
                  <a:pt x="15524402" y="3352919"/>
                </a:cubicBezTo>
                <a:cubicBezTo>
                  <a:pt x="15466530" y="3352919"/>
                  <a:pt x="15415088" y="3339940"/>
                  <a:pt x="15357214" y="3326957"/>
                </a:cubicBezTo>
                <a:cubicBezTo>
                  <a:pt x="15242540" y="3300991"/>
                  <a:pt x="15134296" y="3268534"/>
                  <a:pt x="15018550" y="3262042"/>
                </a:cubicBezTo>
                <a:cubicBezTo>
                  <a:pt x="15024980" y="3216604"/>
                  <a:pt x="15037840" y="3171165"/>
                  <a:pt x="15063562" y="3152773"/>
                </a:cubicBezTo>
                <a:cubicBezTo>
                  <a:pt x="15095714" y="3120316"/>
                  <a:pt x="15134296" y="3146282"/>
                  <a:pt x="15165376" y="3152773"/>
                </a:cubicBezTo>
                <a:cubicBezTo>
                  <a:pt x="15139654" y="3139790"/>
                  <a:pt x="15120364" y="3126808"/>
                  <a:pt x="15095714" y="3107335"/>
                </a:cubicBezTo>
                <a:cubicBezTo>
                  <a:pt x="15082854" y="3120316"/>
                  <a:pt x="15076422" y="3126808"/>
                  <a:pt x="15076422" y="3139790"/>
                </a:cubicBezTo>
                <a:cubicBezTo>
                  <a:pt x="15063562" y="3133300"/>
                  <a:pt x="15057132" y="3120316"/>
                  <a:pt x="15050702" y="3113825"/>
                </a:cubicBezTo>
                <a:cubicBezTo>
                  <a:pt x="15037840" y="3133300"/>
                  <a:pt x="15037840" y="3152773"/>
                  <a:pt x="15024980" y="3171165"/>
                </a:cubicBezTo>
                <a:cubicBezTo>
                  <a:pt x="15018550" y="3126808"/>
                  <a:pt x="15005690" y="3074878"/>
                  <a:pt x="15044272" y="3074878"/>
                </a:cubicBezTo>
                <a:close/>
                <a:moveTo>
                  <a:pt x="14143552" y="3073450"/>
                </a:moveTo>
                <a:cubicBezTo>
                  <a:pt x="14145797" y="3070037"/>
                  <a:pt x="14150287" y="3070037"/>
                  <a:pt x="14156275" y="3073450"/>
                </a:cubicBezTo>
                <a:lnTo>
                  <a:pt x="14145745" y="3091452"/>
                </a:lnTo>
                <a:lnTo>
                  <a:pt x="14146699" y="3094064"/>
                </a:lnTo>
                <a:cubicBezTo>
                  <a:pt x="14140137" y="3094064"/>
                  <a:pt x="14140137" y="3094064"/>
                  <a:pt x="14133574" y="3094064"/>
                </a:cubicBezTo>
                <a:cubicBezTo>
                  <a:pt x="14133574" y="3088077"/>
                  <a:pt x="14133574" y="3082089"/>
                  <a:pt x="14140137" y="3076102"/>
                </a:cubicBezTo>
                <a:lnTo>
                  <a:pt x="14144039" y="3086783"/>
                </a:lnTo>
                <a:close/>
                <a:moveTo>
                  <a:pt x="19491304" y="3061880"/>
                </a:moveTo>
                <a:cubicBezTo>
                  <a:pt x="19497868" y="3074725"/>
                  <a:pt x="19497868" y="3081146"/>
                  <a:pt x="19491304" y="3093988"/>
                </a:cubicBezTo>
                <a:cubicBezTo>
                  <a:pt x="19484740" y="3081146"/>
                  <a:pt x="19484740" y="3074725"/>
                  <a:pt x="19491304" y="3061880"/>
                </a:cubicBezTo>
                <a:close/>
                <a:moveTo>
                  <a:pt x="15613966" y="3061376"/>
                </a:moveTo>
                <a:cubicBezTo>
                  <a:pt x="15665232" y="3066958"/>
                  <a:pt x="15713420" y="3089263"/>
                  <a:pt x="15748756" y="3149818"/>
                </a:cubicBezTo>
                <a:cubicBezTo>
                  <a:pt x="15729482" y="3161504"/>
                  <a:pt x="15690932" y="3212499"/>
                  <a:pt x="15665232" y="3187000"/>
                </a:cubicBezTo>
                <a:cubicBezTo>
                  <a:pt x="15652382" y="3167878"/>
                  <a:pt x="15658806" y="3143444"/>
                  <a:pt x="15633106" y="3130693"/>
                </a:cubicBezTo>
                <a:cubicBezTo>
                  <a:pt x="15607408" y="3117947"/>
                  <a:pt x="15575282" y="3117947"/>
                  <a:pt x="15549582" y="3111573"/>
                </a:cubicBezTo>
                <a:cubicBezTo>
                  <a:pt x="15518528" y="3098824"/>
                  <a:pt x="15486404" y="3092452"/>
                  <a:pt x="15460704" y="3073328"/>
                </a:cubicBezTo>
                <a:cubicBezTo>
                  <a:pt x="15508356" y="3066958"/>
                  <a:pt x="15562700" y="3055798"/>
                  <a:pt x="15613966" y="3061376"/>
                </a:cubicBezTo>
                <a:close/>
                <a:moveTo>
                  <a:pt x="14137225" y="3058554"/>
                </a:moveTo>
                <a:cubicBezTo>
                  <a:pt x="14092499" y="3089298"/>
                  <a:pt x="14046682" y="3077001"/>
                  <a:pt x="14000865" y="3083149"/>
                </a:cubicBezTo>
                <a:cubicBezTo>
                  <a:pt x="14040137" y="3052405"/>
                  <a:pt x="14092499" y="3058554"/>
                  <a:pt x="14137225" y="3058554"/>
                </a:cubicBezTo>
                <a:close/>
                <a:moveTo>
                  <a:pt x="19725972" y="3053635"/>
                </a:moveTo>
                <a:cubicBezTo>
                  <a:pt x="19728964" y="3054488"/>
                  <a:pt x="19731956" y="3057901"/>
                  <a:pt x="19734952" y="3061312"/>
                </a:cubicBezTo>
                <a:cubicBezTo>
                  <a:pt x="19734952" y="3068140"/>
                  <a:pt x="19728964" y="3068140"/>
                  <a:pt x="19722976" y="3074963"/>
                </a:cubicBezTo>
                <a:cubicBezTo>
                  <a:pt x="19722976" y="3068140"/>
                  <a:pt x="19722976" y="3068140"/>
                  <a:pt x="19716988" y="3061312"/>
                </a:cubicBezTo>
                <a:cubicBezTo>
                  <a:pt x="19719984" y="3054488"/>
                  <a:pt x="19722976" y="3052782"/>
                  <a:pt x="19725972" y="3053635"/>
                </a:cubicBezTo>
                <a:close/>
                <a:moveTo>
                  <a:pt x="15374890" y="3049345"/>
                </a:moveTo>
                <a:cubicBezTo>
                  <a:pt x="15382114" y="3050952"/>
                  <a:pt x="15388534" y="3058977"/>
                  <a:pt x="15388534" y="3075031"/>
                </a:cubicBezTo>
                <a:cubicBezTo>
                  <a:pt x="15382114" y="3075031"/>
                  <a:pt x="15369272" y="3068612"/>
                  <a:pt x="15356430" y="3062187"/>
                </a:cubicBezTo>
                <a:cubicBezTo>
                  <a:pt x="15359640" y="3052556"/>
                  <a:pt x="15367666" y="3047741"/>
                  <a:pt x="15374890" y="3049345"/>
                </a:cubicBezTo>
                <a:close/>
                <a:moveTo>
                  <a:pt x="19867604" y="3049072"/>
                </a:moveTo>
                <a:cubicBezTo>
                  <a:pt x="19867604" y="3079816"/>
                  <a:pt x="19843380" y="3073668"/>
                  <a:pt x="19830740" y="3073668"/>
                </a:cubicBezTo>
                <a:cubicBezTo>
                  <a:pt x="19830740" y="3042924"/>
                  <a:pt x="19849700" y="3049072"/>
                  <a:pt x="19867604" y="3049072"/>
                </a:cubicBezTo>
                <a:close/>
                <a:moveTo>
                  <a:pt x="18958628" y="3047664"/>
                </a:moveTo>
                <a:cubicBezTo>
                  <a:pt x="18970604" y="3047664"/>
                  <a:pt x="18976592" y="3054488"/>
                  <a:pt x="18976592" y="3074964"/>
                </a:cubicBezTo>
                <a:cubicBezTo>
                  <a:pt x="18970604" y="3074964"/>
                  <a:pt x="18958628" y="3068141"/>
                  <a:pt x="18958628" y="3047664"/>
                </a:cubicBezTo>
                <a:close/>
                <a:moveTo>
                  <a:pt x="15436004" y="3047664"/>
                </a:moveTo>
                <a:cubicBezTo>
                  <a:pt x="15436004" y="3068141"/>
                  <a:pt x="15424030" y="3074964"/>
                  <a:pt x="15418042" y="3074964"/>
                </a:cubicBezTo>
                <a:cubicBezTo>
                  <a:pt x="15418042" y="3054488"/>
                  <a:pt x="15424030" y="3047664"/>
                  <a:pt x="15436004" y="3047664"/>
                </a:cubicBezTo>
                <a:close/>
                <a:moveTo>
                  <a:pt x="14981987" y="3047664"/>
                </a:moveTo>
                <a:cubicBezTo>
                  <a:pt x="14994284" y="3054085"/>
                  <a:pt x="15006582" y="3054085"/>
                  <a:pt x="15018880" y="3060507"/>
                </a:cubicBezTo>
                <a:cubicBezTo>
                  <a:pt x="15006582" y="3079773"/>
                  <a:pt x="14981987" y="3079773"/>
                  <a:pt x="14981987" y="3047664"/>
                </a:cubicBezTo>
                <a:close/>
                <a:moveTo>
                  <a:pt x="16471316" y="3045891"/>
                </a:moveTo>
                <a:cubicBezTo>
                  <a:pt x="16471316" y="3065080"/>
                  <a:pt x="16477790" y="3071485"/>
                  <a:pt x="16490736" y="3071485"/>
                </a:cubicBezTo>
                <a:cubicBezTo>
                  <a:pt x="16490736" y="3052289"/>
                  <a:pt x="16484264" y="3045891"/>
                  <a:pt x="16471316" y="3045891"/>
                </a:cubicBezTo>
                <a:close/>
                <a:moveTo>
                  <a:pt x="14333049" y="3044416"/>
                </a:moveTo>
                <a:cubicBezTo>
                  <a:pt x="14320958" y="3043611"/>
                  <a:pt x="14306449" y="3048447"/>
                  <a:pt x="14296777" y="3048447"/>
                </a:cubicBezTo>
                <a:cubicBezTo>
                  <a:pt x="14296777" y="3093583"/>
                  <a:pt x="14335467" y="3074240"/>
                  <a:pt x="14354813" y="3074240"/>
                </a:cubicBezTo>
                <a:cubicBezTo>
                  <a:pt x="14354813" y="3051671"/>
                  <a:pt x="14345140" y="3045227"/>
                  <a:pt x="14333049" y="3044416"/>
                </a:cubicBezTo>
                <a:close/>
                <a:moveTo>
                  <a:pt x="11750748" y="3029103"/>
                </a:moveTo>
                <a:cubicBezTo>
                  <a:pt x="11609959" y="3054895"/>
                  <a:pt x="11474543" y="3080688"/>
                  <a:pt x="11333754" y="3106481"/>
                </a:cubicBezTo>
                <a:cubicBezTo>
                  <a:pt x="11346651" y="3158061"/>
                  <a:pt x="11378892" y="3158061"/>
                  <a:pt x="11404686" y="3151613"/>
                </a:cubicBezTo>
                <a:cubicBezTo>
                  <a:pt x="11448750" y="3138718"/>
                  <a:pt x="11487440" y="3132271"/>
                  <a:pt x="11532578" y="3132271"/>
                </a:cubicBezTo>
                <a:cubicBezTo>
                  <a:pt x="11571269" y="3125822"/>
                  <a:pt x="11616407" y="3100031"/>
                  <a:pt x="11660471" y="3112926"/>
                </a:cubicBezTo>
                <a:lnTo>
                  <a:pt x="11687347" y="3112926"/>
                </a:lnTo>
                <a:lnTo>
                  <a:pt x="11683133" y="3108712"/>
                </a:lnTo>
                <a:cubicBezTo>
                  <a:pt x="11686545" y="3105297"/>
                  <a:pt x="11689958" y="3103166"/>
                  <a:pt x="11692944" y="3102206"/>
                </a:cubicBezTo>
                <a:lnTo>
                  <a:pt x="11695851" y="3102420"/>
                </a:lnTo>
                <a:lnTo>
                  <a:pt x="11692713" y="3093583"/>
                </a:lnTo>
                <a:cubicBezTo>
                  <a:pt x="11712058" y="3067798"/>
                  <a:pt x="11731403" y="3048447"/>
                  <a:pt x="11750748" y="3029103"/>
                </a:cubicBezTo>
                <a:close/>
                <a:moveTo>
                  <a:pt x="15348590" y="3028233"/>
                </a:moveTo>
                <a:cubicBezTo>
                  <a:pt x="15350232" y="3025673"/>
                  <a:pt x="15353512" y="3027380"/>
                  <a:pt x="15360074" y="3030792"/>
                </a:cubicBezTo>
                <a:cubicBezTo>
                  <a:pt x="15353512" y="3037617"/>
                  <a:pt x="15353512" y="3037617"/>
                  <a:pt x="15346950" y="3051267"/>
                </a:cubicBezTo>
                <a:cubicBezTo>
                  <a:pt x="15346950" y="3037617"/>
                  <a:pt x="15346950" y="3030792"/>
                  <a:pt x="15348590" y="3028233"/>
                </a:cubicBezTo>
                <a:close/>
                <a:moveTo>
                  <a:pt x="19687628" y="3019060"/>
                </a:moveTo>
                <a:cubicBezTo>
                  <a:pt x="19696976" y="3021541"/>
                  <a:pt x="19706456" y="3028154"/>
                  <a:pt x="19715936" y="3031460"/>
                </a:cubicBezTo>
                <a:cubicBezTo>
                  <a:pt x="19715936" y="3038074"/>
                  <a:pt x="19709616" y="3044688"/>
                  <a:pt x="19709616" y="3051301"/>
                </a:cubicBezTo>
                <a:cubicBezTo>
                  <a:pt x="19690656" y="3044688"/>
                  <a:pt x="19678016" y="3038074"/>
                  <a:pt x="19660112" y="3031460"/>
                </a:cubicBezTo>
                <a:cubicBezTo>
                  <a:pt x="19669064" y="3018234"/>
                  <a:pt x="19678280" y="3016580"/>
                  <a:pt x="19687628" y="3019060"/>
                </a:cubicBezTo>
                <a:close/>
                <a:moveTo>
                  <a:pt x="18886480" y="3016359"/>
                </a:moveTo>
                <a:cubicBezTo>
                  <a:pt x="18886480" y="3056040"/>
                  <a:pt x="18861200" y="3049425"/>
                  <a:pt x="18849616" y="3049425"/>
                </a:cubicBezTo>
                <a:cubicBezTo>
                  <a:pt x="18849616" y="3009745"/>
                  <a:pt x="18867520" y="3016359"/>
                  <a:pt x="18886480" y="3016359"/>
                </a:cubicBezTo>
                <a:close/>
                <a:moveTo>
                  <a:pt x="11770093" y="3016207"/>
                </a:moveTo>
                <a:cubicBezTo>
                  <a:pt x="11770093" y="3035555"/>
                  <a:pt x="11776542" y="3048447"/>
                  <a:pt x="11789438" y="3048447"/>
                </a:cubicBezTo>
                <a:cubicBezTo>
                  <a:pt x="11789438" y="3022655"/>
                  <a:pt x="11782990" y="3016207"/>
                  <a:pt x="11770093" y="3016207"/>
                </a:cubicBezTo>
                <a:close/>
                <a:moveTo>
                  <a:pt x="10653451" y="3016207"/>
                </a:moveTo>
                <a:cubicBezTo>
                  <a:pt x="10653451" y="3035555"/>
                  <a:pt x="10659900" y="3048447"/>
                  <a:pt x="10672797" y="3048447"/>
                </a:cubicBezTo>
                <a:cubicBezTo>
                  <a:pt x="10672797" y="3022655"/>
                  <a:pt x="10666348" y="3016207"/>
                  <a:pt x="10653451" y="3016207"/>
                </a:cubicBezTo>
                <a:close/>
                <a:moveTo>
                  <a:pt x="10634106" y="3016207"/>
                </a:moveTo>
                <a:cubicBezTo>
                  <a:pt x="10621210" y="3016207"/>
                  <a:pt x="10621210" y="3029103"/>
                  <a:pt x="10621210" y="3048447"/>
                </a:cubicBezTo>
                <a:cubicBezTo>
                  <a:pt x="10634106" y="3048447"/>
                  <a:pt x="10634106" y="3035555"/>
                  <a:pt x="10634106" y="3016207"/>
                </a:cubicBezTo>
                <a:close/>
                <a:moveTo>
                  <a:pt x="19976580" y="3014484"/>
                </a:moveTo>
                <a:cubicBezTo>
                  <a:pt x="19976580" y="3033747"/>
                  <a:pt x="19976580" y="3046589"/>
                  <a:pt x="19963452" y="3046589"/>
                </a:cubicBezTo>
                <a:cubicBezTo>
                  <a:pt x="19963452" y="3027326"/>
                  <a:pt x="19963452" y="3014484"/>
                  <a:pt x="19976580" y="3014484"/>
                </a:cubicBezTo>
                <a:close/>
                <a:moveTo>
                  <a:pt x="18564232" y="3014484"/>
                </a:moveTo>
                <a:cubicBezTo>
                  <a:pt x="18564232" y="3033747"/>
                  <a:pt x="18558244" y="3046590"/>
                  <a:pt x="18546272" y="3046590"/>
                </a:cubicBezTo>
                <a:cubicBezTo>
                  <a:pt x="18546272" y="3027326"/>
                  <a:pt x="18552256" y="3014484"/>
                  <a:pt x="18564232" y="3014484"/>
                </a:cubicBezTo>
                <a:close/>
                <a:moveTo>
                  <a:pt x="15640814" y="3014484"/>
                </a:moveTo>
                <a:cubicBezTo>
                  <a:pt x="15652788" y="3014484"/>
                  <a:pt x="15658776" y="3020905"/>
                  <a:pt x="15658776" y="3046590"/>
                </a:cubicBezTo>
                <a:cubicBezTo>
                  <a:pt x="15646800" y="3046590"/>
                  <a:pt x="15640814" y="3033747"/>
                  <a:pt x="15640814" y="3014484"/>
                </a:cubicBezTo>
                <a:close/>
                <a:moveTo>
                  <a:pt x="13993207" y="3014484"/>
                </a:moveTo>
                <a:cubicBezTo>
                  <a:pt x="13993207" y="3021047"/>
                  <a:pt x="13999771" y="3021047"/>
                  <a:pt x="13999771" y="3027609"/>
                </a:cubicBezTo>
                <a:cubicBezTo>
                  <a:pt x="13986643" y="3027609"/>
                  <a:pt x="13986643" y="3027609"/>
                  <a:pt x="13993207" y="3014484"/>
                </a:cubicBezTo>
                <a:close/>
                <a:moveTo>
                  <a:pt x="13883617" y="3005006"/>
                </a:moveTo>
                <a:cubicBezTo>
                  <a:pt x="13895592" y="3018656"/>
                  <a:pt x="13883617" y="3032306"/>
                  <a:pt x="13877630" y="3018656"/>
                </a:cubicBezTo>
                <a:cubicBezTo>
                  <a:pt x="13877630" y="3011832"/>
                  <a:pt x="13883617" y="3005006"/>
                  <a:pt x="13883617" y="3005006"/>
                </a:cubicBezTo>
                <a:close/>
                <a:moveTo>
                  <a:pt x="10730832" y="2983968"/>
                </a:moveTo>
                <a:cubicBezTo>
                  <a:pt x="10730832" y="3022655"/>
                  <a:pt x="10769522" y="3029103"/>
                  <a:pt x="10769522" y="2983968"/>
                </a:cubicBezTo>
                <a:cubicBezTo>
                  <a:pt x="10756625" y="2983968"/>
                  <a:pt x="10743729" y="2983968"/>
                  <a:pt x="10730832" y="2983968"/>
                </a:cubicBezTo>
                <a:close/>
                <a:moveTo>
                  <a:pt x="17905384" y="2982714"/>
                </a:moveTo>
                <a:cubicBezTo>
                  <a:pt x="17905384" y="3013458"/>
                  <a:pt x="17880788" y="3013458"/>
                  <a:pt x="17868492" y="3013458"/>
                </a:cubicBezTo>
                <a:cubicBezTo>
                  <a:pt x="17868492" y="2976565"/>
                  <a:pt x="17886936" y="2982714"/>
                  <a:pt x="17905384" y="2982714"/>
                </a:cubicBezTo>
                <a:close/>
                <a:moveTo>
                  <a:pt x="15489142" y="2982714"/>
                </a:moveTo>
                <a:cubicBezTo>
                  <a:pt x="15507588" y="2982714"/>
                  <a:pt x="15526034" y="2976568"/>
                  <a:pt x="15526034" y="3013459"/>
                </a:cubicBezTo>
                <a:cubicBezTo>
                  <a:pt x="15513736" y="3013459"/>
                  <a:pt x="15489142" y="3013459"/>
                  <a:pt x="15489142" y="2982714"/>
                </a:cubicBezTo>
                <a:close/>
                <a:moveTo>
                  <a:pt x="18266628" y="2981307"/>
                </a:moveTo>
                <a:cubicBezTo>
                  <a:pt x="18279752" y="2981307"/>
                  <a:pt x="18279752" y="2994150"/>
                  <a:pt x="18279752" y="3013415"/>
                </a:cubicBezTo>
                <a:cubicBezTo>
                  <a:pt x="18266628" y="3013415"/>
                  <a:pt x="18266628" y="3000572"/>
                  <a:pt x="18266628" y="2981307"/>
                </a:cubicBezTo>
                <a:close/>
                <a:moveTo>
                  <a:pt x="416894" y="2981307"/>
                </a:moveTo>
                <a:cubicBezTo>
                  <a:pt x="435506" y="2987920"/>
                  <a:pt x="454120" y="2987920"/>
                  <a:pt x="472737" y="3001148"/>
                </a:cubicBezTo>
                <a:cubicBezTo>
                  <a:pt x="454120" y="3020988"/>
                  <a:pt x="416894" y="3027602"/>
                  <a:pt x="416894" y="2981307"/>
                </a:cubicBezTo>
                <a:close/>
                <a:moveTo>
                  <a:pt x="955961" y="2967983"/>
                </a:moveTo>
                <a:cubicBezTo>
                  <a:pt x="932051" y="2965699"/>
                  <a:pt x="904916" y="2972146"/>
                  <a:pt x="892023" y="2972146"/>
                </a:cubicBezTo>
                <a:cubicBezTo>
                  <a:pt x="904916" y="3048447"/>
                  <a:pt x="968322" y="3016207"/>
                  <a:pt x="1000565" y="3016207"/>
                </a:cubicBezTo>
                <a:cubicBezTo>
                  <a:pt x="1000565" y="2981283"/>
                  <a:pt x="979874" y="2970265"/>
                  <a:pt x="955961" y="2967983"/>
                </a:cubicBezTo>
                <a:close/>
                <a:moveTo>
                  <a:pt x="13060079" y="2962897"/>
                </a:moveTo>
                <a:lnTo>
                  <a:pt x="13058159" y="2966150"/>
                </a:lnTo>
                <a:lnTo>
                  <a:pt x="13057472" y="2967312"/>
                </a:lnTo>
                <a:close/>
                <a:moveTo>
                  <a:pt x="18448224" y="2957672"/>
                </a:moveTo>
                <a:cubicBezTo>
                  <a:pt x="18464744" y="2953650"/>
                  <a:pt x="18483104" y="2974218"/>
                  <a:pt x="18497788" y="2983181"/>
                </a:cubicBezTo>
                <a:cubicBezTo>
                  <a:pt x="18478208" y="2989697"/>
                  <a:pt x="18452100" y="2983181"/>
                  <a:pt x="18432520" y="2971232"/>
                </a:cubicBezTo>
                <a:cubicBezTo>
                  <a:pt x="18437416" y="2963087"/>
                  <a:pt x="18442716" y="2959013"/>
                  <a:pt x="18448224" y="2957672"/>
                </a:cubicBezTo>
                <a:close/>
                <a:moveTo>
                  <a:pt x="15436004" y="2952867"/>
                </a:moveTo>
                <a:cubicBezTo>
                  <a:pt x="15436004" y="2978305"/>
                  <a:pt x="15424030" y="2984939"/>
                  <a:pt x="15418042" y="2984939"/>
                </a:cubicBezTo>
                <a:cubicBezTo>
                  <a:pt x="15418042" y="2958395"/>
                  <a:pt x="15424030" y="2952867"/>
                  <a:pt x="15436004" y="2952867"/>
                </a:cubicBezTo>
                <a:close/>
                <a:moveTo>
                  <a:pt x="19886620" y="2952866"/>
                </a:moveTo>
                <a:cubicBezTo>
                  <a:pt x="19886620" y="2978304"/>
                  <a:pt x="19874644" y="2984939"/>
                  <a:pt x="19868660" y="2984939"/>
                </a:cubicBezTo>
                <a:cubicBezTo>
                  <a:pt x="19868660" y="2958395"/>
                  <a:pt x="19874644" y="2952866"/>
                  <a:pt x="19886620" y="2952866"/>
                </a:cubicBezTo>
                <a:close/>
                <a:moveTo>
                  <a:pt x="13065997" y="2952866"/>
                </a:moveTo>
                <a:lnTo>
                  <a:pt x="13060079" y="2962897"/>
                </a:lnTo>
                <a:lnTo>
                  <a:pt x="13062158" y="2959372"/>
                </a:lnTo>
                <a:cubicBezTo>
                  <a:pt x="13064291" y="2955758"/>
                  <a:pt x="13065997" y="2952866"/>
                  <a:pt x="13065997" y="2952866"/>
                </a:cubicBezTo>
                <a:close/>
                <a:moveTo>
                  <a:pt x="15351162" y="2951202"/>
                </a:moveTo>
                <a:cubicBezTo>
                  <a:pt x="15363540" y="2951907"/>
                  <a:pt x="15374336" y="2961780"/>
                  <a:pt x="15374336" y="2984916"/>
                </a:cubicBezTo>
                <a:cubicBezTo>
                  <a:pt x="15355376" y="2978145"/>
                  <a:pt x="15337470" y="2972502"/>
                  <a:pt x="15318510" y="2972502"/>
                </a:cubicBezTo>
                <a:cubicBezTo>
                  <a:pt x="15324830" y="2958961"/>
                  <a:pt x="15338786" y="2950496"/>
                  <a:pt x="15351162" y="2951202"/>
                </a:cubicBezTo>
                <a:close/>
                <a:moveTo>
                  <a:pt x="10882100" y="2949445"/>
                </a:moveTo>
                <a:cubicBezTo>
                  <a:pt x="10870009" y="2947968"/>
                  <a:pt x="10855500" y="2952806"/>
                  <a:pt x="10845828" y="2952806"/>
                </a:cubicBezTo>
                <a:cubicBezTo>
                  <a:pt x="10845828" y="3003312"/>
                  <a:pt x="10884518" y="2983968"/>
                  <a:pt x="10903863" y="2983968"/>
                </a:cubicBezTo>
                <a:cubicBezTo>
                  <a:pt x="10903863" y="2958714"/>
                  <a:pt x="10894191" y="2950922"/>
                  <a:pt x="10882100" y="2949445"/>
                </a:cubicBezTo>
                <a:close/>
                <a:moveTo>
                  <a:pt x="15301378" y="2938647"/>
                </a:moveTo>
                <a:cubicBezTo>
                  <a:pt x="15306302" y="2948278"/>
                  <a:pt x="15303840" y="2961522"/>
                  <a:pt x="15299532" y="2959415"/>
                </a:cubicBezTo>
                <a:lnTo>
                  <a:pt x="15298226" y="2957220"/>
                </a:lnTo>
                <a:lnTo>
                  <a:pt x="15303196" y="2970825"/>
                </a:lnTo>
                <a:cubicBezTo>
                  <a:pt x="15296634" y="2970825"/>
                  <a:pt x="15293352" y="2970825"/>
                  <a:pt x="15292532" y="2968580"/>
                </a:cubicBezTo>
                <a:lnTo>
                  <a:pt x="15296328" y="2954034"/>
                </a:lnTo>
                <a:lnTo>
                  <a:pt x="15294814" y="2951488"/>
                </a:lnTo>
                <a:cubicBezTo>
                  <a:pt x="15294814" y="2945068"/>
                  <a:pt x="15294814" y="2938647"/>
                  <a:pt x="15301378" y="2938647"/>
                </a:cubicBezTo>
                <a:close/>
                <a:moveTo>
                  <a:pt x="19834840" y="2924938"/>
                </a:moveTo>
                <a:cubicBezTo>
                  <a:pt x="19842528" y="2927243"/>
                  <a:pt x="19848676" y="2936467"/>
                  <a:pt x="19848676" y="2951840"/>
                </a:cubicBezTo>
                <a:cubicBezTo>
                  <a:pt x="19836376" y="2945690"/>
                  <a:pt x="19824080" y="2939541"/>
                  <a:pt x="19811784" y="2939541"/>
                </a:cubicBezTo>
                <a:cubicBezTo>
                  <a:pt x="19817932" y="2927243"/>
                  <a:pt x="19827156" y="2922632"/>
                  <a:pt x="19834840" y="2924938"/>
                </a:cubicBezTo>
                <a:close/>
                <a:moveTo>
                  <a:pt x="17397800" y="2924426"/>
                </a:moveTo>
                <a:cubicBezTo>
                  <a:pt x="17404364" y="2954971"/>
                  <a:pt x="17417488" y="2980249"/>
                  <a:pt x="17443740" y="2980249"/>
                </a:cubicBezTo>
                <a:lnTo>
                  <a:pt x="17445824" y="2986272"/>
                </a:lnTo>
                <a:lnTo>
                  <a:pt x="17447900" y="2971826"/>
                </a:lnTo>
                <a:lnTo>
                  <a:pt x="17451620" y="2974059"/>
                </a:lnTo>
                <a:lnTo>
                  <a:pt x="17485320" y="2953747"/>
                </a:lnTo>
                <a:cubicBezTo>
                  <a:pt x="17496608" y="2949707"/>
                  <a:pt x="17507868" y="2948265"/>
                  <a:pt x="17519096" y="2948875"/>
                </a:cubicBezTo>
                <a:cubicBezTo>
                  <a:pt x="17586464" y="2952544"/>
                  <a:pt x="17652620" y="3030135"/>
                  <a:pt x="17715740" y="3064347"/>
                </a:cubicBezTo>
                <a:cubicBezTo>
                  <a:pt x="17676896" y="3057832"/>
                  <a:pt x="17619712" y="3038282"/>
                  <a:pt x="17587344" y="3103452"/>
                </a:cubicBezTo>
                <a:cubicBezTo>
                  <a:pt x="17564684" y="3090419"/>
                  <a:pt x="17540408" y="3072497"/>
                  <a:pt x="17516940" y="3050637"/>
                </a:cubicBezTo>
                <a:lnTo>
                  <a:pt x="17459840" y="2984049"/>
                </a:lnTo>
                <a:lnTo>
                  <a:pt x="17447900" y="3003900"/>
                </a:lnTo>
                <a:lnTo>
                  <a:pt x="17447140" y="2998318"/>
                </a:lnTo>
                <a:lnTo>
                  <a:pt x="17408192" y="2987359"/>
                </a:lnTo>
                <a:cubicBezTo>
                  <a:pt x="17393700" y="2984988"/>
                  <a:pt x="17379208" y="2983409"/>
                  <a:pt x="17366080" y="2980249"/>
                </a:cubicBezTo>
                <a:cubicBezTo>
                  <a:pt x="17372644" y="2961290"/>
                  <a:pt x="17385768" y="2943385"/>
                  <a:pt x="17397800" y="2924426"/>
                </a:cubicBezTo>
                <a:close/>
                <a:moveTo>
                  <a:pt x="18394600" y="2919691"/>
                </a:moveTo>
                <a:cubicBezTo>
                  <a:pt x="18407240" y="2926459"/>
                  <a:pt x="18419880" y="2933231"/>
                  <a:pt x="18431464" y="2940002"/>
                </a:cubicBezTo>
                <a:cubicBezTo>
                  <a:pt x="18419880" y="2946773"/>
                  <a:pt x="18394600" y="2965956"/>
                  <a:pt x="18394600" y="2919691"/>
                </a:cubicBezTo>
                <a:close/>
                <a:moveTo>
                  <a:pt x="17242848" y="2919691"/>
                </a:moveTo>
                <a:cubicBezTo>
                  <a:pt x="17268312" y="2926324"/>
                  <a:pt x="17293780" y="2932962"/>
                  <a:pt x="17312876" y="2939596"/>
                </a:cubicBezTo>
                <a:cubicBezTo>
                  <a:pt x="17300144" y="2965034"/>
                  <a:pt x="17242848" y="2984940"/>
                  <a:pt x="17242848" y="2919691"/>
                </a:cubicBezTo>
                <a:close/>
                <a:moveTo>
                  <a:pt x="19711224" y="2919688"/>
                </a:moveTo>
                <a:cubicBezTo>
                  <a:pt x="19711224" y="2956549"/>
                  <a:pt x="19692776" y="2951282"/>
                  <a:pt x="19674332" y="2951282"/>
                </a:cubicBezTo>
                <a:cubicBezTo>
                  <a:pt x="19674332" y="2919688"/>
                  <a:pt x="19698924" y="2919688"/>
                  <a:pt x="19711224" y="2919688"/>
                </a:cubicBezTo>
                <a:close/>
                <a:moveTo>
                  <a:pt x="18693204" y="2919688"/>
                </a:moveTo>
                <a:cubicBezTo>
                  <a:pt x="18705500" y="2926005"/>
                  <a:pt x="18717800" y="2932322"/>
                  <a:pt x="18730096" y="2938645"/>
                </a:cubicBezTo>
                <a:cubicBezTo>
                  <a:pt x="18717800" y="2956549"/>
                  <a:pt x="18693204" y="2956549"/>
                  <a:pt x="18693204" y="2919688"/>
                </a:cubicBezTo>
                <a:close/>
                <a:moveTo>
                  <a:pt x="17767928" y="2919688"/>
                </a:moveTo>
                <a:cubicBezTo>
                  <a:pt x="17767928" y="2956549"/>
                  <a:pt x="17749484" y="2951284"/>
                  <a:pt x="17731036" y="2951284"/>
                </a:cubicBezTo>
                <a:cubicBezTo>
                  <a:pt x="17731036" y="2919688"/>
                  <a:pt x="17755632" y="2919688"/>
                  <a:pt x="17767928" y="2919688"/>
                </a:cubicBezTo>
                <a:close/>
                <a:moveTo>
                  <a:pt x="14564890" y="2919688"/>
                </a:moveTo>
                <a:cubicBezTo>
                  <a:pt x="14583336" y="2919688"/>
                  <a:pt x="14601782" y="2919688"/>
                  <a:pt x="14601782" y="2951284"/>
                </a:cubicBezTo>
                <a:cubicBezTo>
                  <a:pt x="14583336" y="2951284"/>
                  <a:pt x="14564890" y="2956550"/>
                  <a:pt x="14564890" y="2919688"/>
                </a:cubicBezTo>
                <a:close/>
                <a:moveTo>
                  <a:pt x="15973320" y="2893469"/>
                </a:moveTo>
                <a:cubicBezTo>
                  <a:pt x="15985762" y="2894683"/>
                  <a:pt x="15999980" y="2932345"/>
                  <a:pt x="15999980" y="2951785"/>
                </a:cubicBezTo>
                <a:cubicBezTo>
                  <a:pt x="15993660" y="2951785"/>
                  <a:pt x="15944156" y="2932345"/>
                  <a:pt x="15962062" y="2906428"/>
                </a:cubicBezTo>
                <a:cubicBezTo>
                  <a:pt x="15965222" y="2896708"/>
                  <a:pt x="15969172" y="2893064"/>
                  <a:pt x="15973320" y="2893469"/>
                </a:cubicBezTo>
                <a:close/>
                <a:moveTo>
                  <a:pt x="17529024" y="2891759"/>
                </a:moveTo>
                <a:cubicBezTo>
                  <a:pt x="17537476" y="2894065"/>
                  <a:pt x="17545164" y="2903288"/>
                  <a:pt x="17545164" y="2918658"/>
                </a:cubicBezTo>
                <a:cubicBezTo>
                  <a:pt x="17532864" y="2918658"/>
                  <a:pt x="17520568" y="2912511"/>
                  <a:pt x="17508272" y="2906362"/>
                </a:cubicBezTo>
                <a:cubicBezTo>
                  <a:pt x="17511344" y="2894065"/>
                  <a:pt x="17520568" y="2889453"/>
                  <a:pt x="17529024" y="2891759"/>
                </a:cubicBezTo>
                <a:close/>
                <a:moveTo>
                  <a:pt x="15059170" y="2888758"/>
                </a:moveTo>
                <a:cubicBezTo>
                  <a:pt x="15065278" y="2889267"/>
                  <a:pt x="15071094" y="2890082"/>
                  <a:pt x="15075748" y="2890082"/>
                </a:cubicBezTo>
                <a:cubicBezTo>
                  <a:pt x="15075748" y="2942299"/>
                  <a:pt x="15038520" y="2922718"/>
                  <a:pt x="15019906" y="2922718"/>
                </a:cubicBezTo>
                <a:cubicBezTo>
                  <a:pt x="15019906" y="2888452"/>
                  <a:pt x="15040846" y="2887228"/>
                  <a:pt x="15059170" y="2888758"/>
                </a:cubicBezTo>
                <a:close/>
                <a:moveTo>
                  <a:pt x="13732545" y="2888327"/>
                </a:moveTo>
                <a:cubicBezTo>
                  <a:pt x="13719649" y="2894774"/>
                  <a:pt x="13719649" y="2894774"/>
                  <a:pt x="13732545" y="2920566"/>
                </a:cubicBezTo>
                <a:cubicBezTo>
                  <a:pt x="13732545" y="2907666"/>
                  <a:pt x="13732545" y="2901221"/>
                  <a:pt x="13732545" y="2888327"/>
                </a:cubicBezTo>
                <a:close/>
                <a:moveTo>
                  <a:pt x="13675585" y="2888327"/>
                </a:moveTo>
                <a:lnTo>
                  <a:pt x="13680782" y="2891501"/>
                </a:lnTo>
                <a:lnTo>
                  <a:pt x="13676487" y="2893083"/>
                </a:lnTo>
                <a:close/>
                <a:moveTo>
                  <a:pt x="18905496" y="2886509"/>
                </a:moveTo>
                <a:cubicBezTo>
                  <a:pt x="18905496" y="2905773"/>
                  <a:pt x="18899508" y="2918616"/>
                  <a:pt x="18887532" y="2918616"/>
                </a:cubicBezTo>
                <a:cubicBezTo>
                  <a:pt x="18887532" y="2899352"/>
                  <a:pt x="18887532" y="2886509"/>
                  <a:pt x="18905496" y="2886509"/>
                </a:cubicBezTo>
                <a:close/>
                <a:moveTo>
                  <a:pt x="15824664" y="2886509"/>
                </a:moveTo>
                <a:cubicBezTo>
                  <a:pt x="15824664" y="2912196"/>
                  <a:pt x="15818676" y="2918617"/>
                  <a:pt x="15806702" y="2918617"/>
                </a:cubicBezTo>
                <a:cubicBezTo>
                  <a:pt x="15806702" y="2899352"/>
                  <a:pt x="15812690" y="2886509"/>
                  <a:pt x="15824664" y="2886509"/>
                </a:cubicBezTo>
                <a:close/>
                <a:moveTo>
                  <a:pt x="14787662" y="2886509"/>
                </a:moveTo>
                <a:cubicBezTo>
                  <a:pt x="14808137" y="2886509"/>
                  <a:pt x="14814962" y="2899355"/>
                  <a:pt x="14814962" y="2918618"/>
                </a:cubicBezTo>
                <a:cubicBezTo>
                  <a:pt x="14794487" y="2918618"/>
                  <a:pt x="14787662" y="2912196"/>
                  <a:pt x="14787662" y="2886509"/>
                </a:cubicBezTo>
                <a:close/>
                <a:moveTo>
                  <a:pt x="20540612" y="2886508"/>
                </a:moveTo>
                <a:cubicBezTo>
                  <a:pt x="20540612" y="2905773"/>
                  <a:pt x="20540612" y="2918616"/>
                  <a:pt x="20527484" y="2918616"/>
                </a:cubicBezTo>
                <a:cubicBezTo>
                  <a:pt x="20527484" y="2899352"/>
                  <a:pt x="20527484" y="2886508"/>
                  <a:pt x="20540612" y="2886508"/>
                </a:cubicBezTo>
                <a:close/>
                <a:moveTo>
                  <a:pt x="19773868" y="2886508"/>
                </a:moveTo>
                <a:cubicBezTo>
                  <a:pt x="19786164" y="2892929"/>
                  <a:pt x="19798460" y="2899352"/>
                  <a:pt x="19810760" y="2905773"/>
                </a:cubicBezTo>
                <a:cubicBezTo>
                  <a:pt x="19804608" y="2912195"/>
                  <a:pt x="19804608" y="2918616"/>
                  <a:pt x="19798460" y="2918616"/>
                </a:cubicBezTo>
                <a:cubicBezTo>
                  <a:pt x="19786164" y="2918616"/>
                  <a:pt x="19773868" y="2918616"/>
                  <a:pt x="19773868" y="2886508"/>
                </a:cubicBezTo>
                <a:close/>
                <a:moveTo>
                  <a:pt x="15322112" y="2886507"/>
                </a:moveTo>
                <a:cubicBezTo>
                  <a:pt x="15322112" y="2906088"/>
                  <a:pt x="15322112" y="2919143"/>
                  <a:pt x="15322112" y="2938724"/>
                </a:cubicBezTo>
                <a:cubicBezTo>
                  <a:pt x="15315288" y="2938724"/>
                  <a:pt x="15315288" y="2945251"/>
                  <a:pt x="15308462" y="2951777"/>
                </a:cubicBezTo>
                <a:cubicBezTo>
                  <a:pt x="15301638" y="2932196"/>
                  <a:pt x="15294814" y="2886507"/>
                  <a:pt x="15322112" y="2886507"/>
                </a:cubicBezTo>
                <a:close/>
                <a:moveTo>
                  <a:pt x="18636328" y="2886505"/>
                </a:moveTo>
                <a:cubicBezTo>
                  <a:pt x="18654772" y="2886505"/>
                  <a:pt x="18673220" y="2886505"/>
                  <a:pt x="18673220" y="2917249"/>
                </a:cubicBezTo>
                <a:cubicBezTo>
                  <a:pt x="18660920" y="2917249"/>
                  <a:pt x="18636328" y="2923397"/>
                  <a:pt x="18636328" y="2886505"/>
                </a:cubicBezTo>
                <a:close/>
                <a:moveTo>
                  <a:pt x="16195902" y="2880282"/>
                </a:moveTo>
                <a:cubicBezTo>
                  <a:pt x="16250164" y="2886567"/>
                  <a:pt x="16304896" y="2910186"/>
                  <a:pt x="16355874" y="2931780"/>
                </a:cubicBezTo>
                <a:cubicBezTo>
                  <a:pt x="16445422" y="2970173"/>
                  <a:pt x="16536050" y="3013897"/>
                  <a:pt x="16625598" y="3045891"/>
                </a:cubicBezTo>
                <a:cubicBezTo>
                  <a:pt x="16619124" y="3065080"/>
                  <a:pt x="16612652" y="3097079"/>
                  <a:pt x="16599704" y="3097079"/>
                </a:cubicBezTo>
                <a:cubicBezTo>
                  <a:pt x="16580284" y="3103477"/>
                  <a:pt x="16561944" y="3103477"/>
                  <a:pt x="16542524" y="3103477"/>
                </a:cubicBezTo>
                <a:cubicBezTo>
                  <a:pt x="16503684" y="3103477"/>
                  <a:pt x="16464844" y="3097079"/>
                  <a:pt x="16426002" y="3077884"/>
                </a:cubicBezTo>
                <a:cubicBezTo>
                  <a:pt x="16406582" y="3065080"/>
                  <a:pt x="16393636" y="3045891"/>
                  <a:pt x="16380690" y="3026695"/>
                </a:cubicBezTo>
                <a:cubicBezTo>
                  <a:pt x="16355874" y="3026695"/>
                  <a:pt x="16336454" y="3026695"/>
                  <a:pt x="16317034" y="3026695"/>
                </a:cubicBezTo>
                <a:cubicBezTo>
                  <a:pt x="16271722" y="3026695"/>
                  <a:pt x="16232882" y="3020296"/>
                  <a:pt x="16187568" y="3001100"/>
                </a:cubicBezTo>
                <a:cubicBezTo>
                  <a:pt x="16187568" y="2988303"/>
                  <a:pt x="16194040" y="2981904"/>
                  <a:pt x="16200514" y="2981904"/>
                </a:cubicBezTo>
                <a:cubicBezTo>
                  <a:pt x="16174620" y="2962709"/>
                  <a:pt x="16156280" y="2981904"/>
                  <a:pt x="16130386" y="2970173"/>
                </a:cubicBezTo>
                <a:cubicBezTo>
                  <a:pt x="16110966" y="2956310"/>
                  <a:pt x="16091546" y="2931780"/>
                  <a:pt x="16072126" y="2906187"/>
                </a:cubicBezTo>
                <a:cubicBezTo>
                  <a:pt x="16094782" y="2891791"/>
                  <a:pt x="16118182" y="2883792"/>
                  <a:pt x="16141950" y="2880492"/>
                </a:cubicBezTo>
                <a:cubicBezTo>
                  <a:pt x="16159778" y="2878019"/>
                  <a:pt x="16177814" y="2878188"/>
                  <a:pt x="16195902" y="2880282"/>
                </a:cubicBezTo>
                <a:close/>
                <a:moveTo>
                  <a:pt x="19605004" y="2872561"/>
                </a:moveTo>
                <a:cubicBezTo>
                  <a:pt x="19619332" y="2875021"/>
                  <a:pt x="19636840" y="2886506"/>
                  <a:pt x="19649572" y="2889788"/>
                </a:cubicBezTo>
                <a:cubicBezTo>
                  <a:pt x="19635248" y="2899633"/>
                  <a:pt x="19613760" y="2924241"/>
                  <a:pt x="19595852" y="2922088"/>
                </a:cubicBezTo>
                <a:lnTo>
                  <a:pt x="19592456" y="2919462"/>
                </a:lnTo>
                <a:lnTo>
                  <a:pt x="19583776" y="2929354"/>
                </a:lnTo>
                <a:cubicBezTo>
                  <a:pt x="19580784" y="2929354"/>
                  <a:pt x="19577788" y="2925941"/>
                  <a:pt x="19574796" y="2919115"/>
                </a:cubicBezTo>
                <a:cubicBezTo>
                  <a:pt x="19576292" y="2915703"/>
                  <a:pt x="19577788" y="2913571"/>
                  <a:pt x="19579284" y="2912398"/>
                </a:cubicBezTo>
                <a:lnTo>
                  <a:pt x="19582448" y="2911723"/>
                </a:lnTo>
                <a:lnTo>
                  <a:pt x="19579540" y="2909476"/>
                </a:lnTo>
                <a:cubicBezTo>
                  <a:pt x="19579540" y="2876662"/>
                  <a:pt x="19590680" y="2870099"/>
                  <a:pt x="19605004" y="2872561"/>
                </a:cubicBezTo>
                <a:close/>
                <a:moveTo>
                  <a:pt x="15218912" y="2867551"/>
                </a:moveTo>
                <a:cubicBezTo>
                  <a:pt x="15238778" y="2874031"/>
                  <a:pt x="15252024" y="2880511"/>
                  <a:pt x="15265268" y="2886990"/>
                </a:cubicBezTo>
                <a:cubicBezTo>
                  <a:pt x="15258646" y="2912908"/>
                  <a:pt x="15258646" y="2932345"/>
                  <a:pt x="15252024" y="2951785"/>
                </a:cubicBezTo>
                <a:cubicBezTo>
                  <a:pt x="15232156" y="2932345"/>
                  <a:pt x="15212288" y="2932345"/>
                  <a:pt x="15185798" y="2938827"/>
                </a:cubicBezTo>
                <a:cubicBezTo>
                  <a:pt x="15199044" y="2912908"/>
                  <a:pt x="15205666" y="2886990"/>
                  <a:pt x="15218912" y="2867551"/>
                </a:cubicBezTo>
                <a:close/>
                <a:moveTo>
                  <a:pt x="18602124" y="2864682"/>
                </a:moveTo>
                <a:cubicBezTo>
                  <a:pt x="18602124" y="2904360"/>
                  <a:pt x="18577528" y="2891134"/>
                  <a:pt x="18565232" y="2891134"/>
                </a:cubicBezTo>
                <a:cubicBezTo>
                  <a:pt x="18565232" y="2858067"/>
                  <a:pt x="18583676" y="2864682"/>
                  <a:pt x="18602124" y="2864682"/>
                </a:cubicBezTo>
                <a:close/>
                <a:moveTo>
                  <a:pt x="14076700" y="2864216"/>
                </a:moveTo>
                <a:cubicBezTo>
                  <a:pt x="14089339" y="2864216"/>
                  <a:pt x="14113564" y="2858067"/>
                  <a:pt x="14113564" y="2888811"/>
                </a:cubicBezTo>
                <a:cubicBezTo>
                  <a:pt x="14094605" y="2888811"/>
                  <a:pt x="14076700" y="2894959"/>
                  <a:pt x="14076700" y="2864216"/>
                </a:cubicBezTo>
                <a:close/>
                <a:moveTo>
                  <a:pt x="13578001" y="2864216"/>
                </a:moveTo>
                <a:cubicBezTo>
                  <a:pt x="13578001" y="2894959"/>
                  <a:pt x="13559555" y="2888811"/>
                  <a:pt x="13541109" y="2888811"/>
                </a:cubicBezTo>
                <a:cubicBezTo>
                  <a:pt x="13541109" y="2858068"/>
                  <a:pt x="13565704" y="2864216"/>
                  <a:pt x="13578001" y="2864216"/>
                </a:cubicBezTo>
                <a:close/>
                <a:moveTo>
                  <a:pt x="16056876" y="2862810"/>
                </a:moveTo>
                <a:cubicBezTo>
                  <a:pt x="16056876" y="2882392"/>
                  <a:pt x="16056876" y="2921552"/>
                  <a:pt x="16044468" y="2921552"/>
                </a:cubicBezTo>
                <a:cubicBezTo>
                  <a:pt x="16025852" y="2928080"/>
                  <a:pt x="16007238" y="2908499"/>
                  <a:pt x="16001034" y="2882392"/>
                </a:cubicBezTo>
                <a:cubicBezTo>
                  <a:pt x="16019648" y="2869337"/>
                  <a:pt x="16038262" y="2869337"/>
                  <a:pt x="16056876" y="2862810"/>
                </a:cubicBezTo>
                <a:close/>
                <a:moveTo>
                  <a:pt x="17451392" y="2862808"/>
                </a:moveTo>
                <a:cubicBezTo>
                  <a:pt x="17470008" y="2869421"/>
                  <a:pt x="17488624" y="2876034"/>
                  <a:pt x="17507236" y="2876034"/>
                </a:cubicBezTo>
                <a:cubicBezTo>
                  <a:pt x="17494828" y="2902488"/>
                  <a:pt x="17451392" y="2909102"/>
                  <a:pt x="17451392" y="2862808"/>
                </a:cubicBezTo>
                <a:close/>
                <a:moveTo>
                  <a:pt x="15697688" y="2862808"/>
                </a:moveTo>
                <a:cubicBezTo>
                  <a:pt x="15703676" y="2862808"/>
                  <a:pt x="15715650" y="2869632"/>
                  <a:pt x="15715650" y="2890107"/>
                </a:cubicBezTo>
                <a:cubicBezTo>
                  <a:pt x="15703676" y="2890107"/>
                  <a:pt x="15697688" y="2883283"/>
                  <a:pt x="15697688" y="2862808"/>
                </a:cubicBezTo>
                <a:close/>
                <a:moveTo>
                  <a:pt x="11828129" y="2862535"/>
                </a:moveTo>
                <a:cubicBezTo>
                  <a:pt x="11828129" y="2881878"/>
                  <a:pt x="11833502" y="2888327"/>
                  <a:pt x="11846399" y="2888327"/>
                </a:cubicBezTo>
                <a:cubicBezTo>
                  <a:pt x="11846399" y="2868983"/>
                  <a:pt x="11833502" y="2862535"/>
                  <a:pt x="11828129" y="2862535"/>
                </a:cubicBezTo>
                <a:close/>
                <a:moveTo>
                  <a:pt x="19230976" y="2859636"/>
                </a:moveTo>
                <a:cubicBezTo>
                  <a:pt x="19253588" y="2860233"/>
                  <a:pt x="19279520" y="2894851"/>
                  <a:pt x="19298820" y="2904400"/>
                </a:cubicBezTo>
                <a:cubicBezTo>
                  <a:pt x="19266656" y="2904400"/>
                  <a:pt x="19235564" y="2898034"/>
                  <a:pt x="19209836" y="2872568"/>
                </a:cubicBezTo>
                <a:cubicBezTo>
                  <a:pt x="19216268" y="2863018"/>
                  <a:pt x="19223436" y="2859439"/>
                  <a:pt x="19230976" y="2859636"/>
                </a:cubicBezTo>
                <a:close/>
                <a:moveTo>
                  <a:pt x="15155756" y="2857099"/>
                </a:moveTo>
                <a:cubicBezTo>
                  <a:pt x="15167976" y="2855443"/>
                  <a:pt x="15179382" y="2857099"/>
                  <a:pt x="15185898" y="2870343"/>
                </a:cubicBezTo>
                <a:cubicBezTo>
                  <a:pt x="15198932" y="2896833"/>
                  <a:pt x="15185898" y="2923322"/>
                  <a:pt x="15166346" y="2916699"/>
                </a:cubicBezTo>
                <a:cubicBezTo>
                  <a:pt x="15140278" y="2916699"/>
                  <a:pt x="15120726" y="2916699"/>
                  <a:pt x="15095742" y="2923322"/>
                </a:cubicBezTo>
                <a:cubicBezTo>
                  <a:pt x="15095742" y="2890210"/>
                  <a:pt x="15095742" y="2863721"/>
                  <a:pt x="15120726" y="2863721"/>
                </a:cubicBezTo>
                <a:cubicBezTo>
                  <a:pt x="15130502" y="2863721"/>
                  <a:pt x="15143536" y="2858754"/>
                  <a:pt x="15155756" y="2857099"/>
                </a:cubicBezTo>
                <a:close/>
                <a:moveTo>
                  <a:pt x="14905535" y="2855416"/>
                </a:moveTo>
                <a:cubicBezTo>
                  <a:pt x="14914225" y="2852003"/>
                  <a:pt x="14923729" y="2852003"/>
                  <a:pt x="14933504" y="2855416"/>
                </a:cubicBezTo>
                <a:cubicBezTo>
                  <a:pt x="14913953" y="2862239"/>
                  <a:pt x="14895488" y="2869065"/>
                  <a:pt x="14882454" y="2875890"/>
                </a:cubicBezTo>
                <a:cubicBezTo>
                  <a:pt x="14888971" y="2865652"/>
                  <a:pt x="14896846" y="2858827"/>
                  <a:pt x="14905535" y="2855416"/>
                </a:cubicBezTo>
                <a:close/>
                <a:moveTo>
                  <a:pt x="13028326" y="2853810"/>
                </a:moveTo>
                <a:cubicBezTo>
                  <a:pt x="13045709" y="2853810"/>
                  <a:pt x="13065577" y="2860290"/>
                  <a:pt x="13075510" y="2860290"/>
                </a:cubicBezTo>
                <a:cubicBezTo>
                  <a:pt x="13075510" y="2918606"/>
                  <a:pt x="13015908" y="2886208"/>
                  <a:pt x="12996041" y="2886208"/>
                </a:cubicBezTo>
                <a:cubicBezTo>
                  <a:pt x="12996041" y="2860290"/>
                  <a:pt x="13010942" y="2853810"/>
                  <a:pt x="13028326" y="2853810"/>
                </a:cubicBezTo>
                <a:close/>
                <a:moveTo>
                  <a:pt x="15960480" y="2843852"/>
                </a:moveTo>
                <a:cubicBezTo>
                  <a:pt x="15960480" y="2850677"/>
                  <a:pt x="15966800" y="2857501"/>
                  <a:pt x="15966800" y="2864325"/>
                </a:cubicBezTo>
                <a:cubicBezTo>
                  <a:pt x="15960480" y="2871149"/>
                  <a:pt x="15948894" y="2864325"/>
                  <a:pt x="15960480" y="2843852"/>
                </a:cubicBezTo>
                <a:close/>
                <a:moveTo>
                  <a:pt x="17972312" y="2843851"/>
                </a:moveTo>
                <a:cubicBezTo>
                  <a:pt x="18003948" y="2843851"/>
                  <a:pt x="18043220" y="2875449"/>
                  <a:pt x="18075948" y="2888087"/>
                </a:cubicBezTo>
                <a:cubicBezTo>
                  <a:pt x="18075948" y="2956551"/>
                  <a:pt x="17991948" y="2919688"/>
                  <a:pt x="17965768" y="2907045"/>
                </a:cubicBezTo>
                <a:cubicBezTo>
                  <a:pt x="17939588" y="2894407"/>
                  <a:pt x="17939588" y="2843851"/>
                  <a:pt x="17972312" y="2843851"/>
                </a:cubicBezTo>
                <a:close/>
                <a:moveTo>
                  <a:pt x="19208740" y="2843848"/>
                </a:moveTo>
                <a:cubicBezTo>
                  <a:pt x="19202180" y="2849834"/>
                  <a:pt x="19202180" y="2855822"/>
                  <a:pt x="19195616" y="2861809"/>
                </a:cubicBezTo>
                <a:cubicBezTo>
                  <a:pt x="19195616" y="2843848"/>
                  <a:pt x="19195616" y="2843848"/>
                  <a:pt x="19208740" y="2843848"/>
                </a:cubicBezTo>
                <a:close/>
                <a:moveTo>
                  <a:pt x="12033401" y="2830301"/>
                </a:moveTo>
                <a:cubicBezTo>
                  <a:pt x="12033401" y="2849642"/>
                  <a:pt x="12038775" y="2862535"/>
                  <a:pt x="12051672" y="2862535"/>
                </a:cubicBezTo>
                <a:cubicBezTo>
                  <a:pt x="12051672" y="2843195"/>
                  <a:pt x="12046298" y="2830301"/>
                  <a:pt x="12033401" y="2830301"/>
                </a:cubicBezTo>
                <a:close/>
                <a:moveTo>
                  <a:pt x="17110132" y="2829636"/>
                </a:moveTo>
                <a:cubicBezTo>
                  <a:pt x="17142448" y="2835991"/>
                  <a:pt x="17168304" y="2829636"/>
                  <a:pt x="17193080" y="2842347"/>
                </a:cubicBezTo>
                <a:cubicBezTo>
                  <a:pt x="17251248" y="2867773"/>
                  <a:pt x="17161840" y="2912272"/>
                  <a:pt x="17148912" y="2918627"/>
                </a:cubicBezTo>
                <a:cubicBezTo>
                  <a:pt x="17135988" y="2893201"/>
                  <a:pt x="17123060" y="2861418"/>
                  <a:pt x="17110132" y="2829636"/>
                </a:cubicBezTo>
                <a:close/>
                <a:moveTo>
                  <a:pt x="19711248" y="2829631"/>
                </a:moveTo>
                <a:cubicBezTo>
                  <a:pt x="19711248" y="2848893"/>
                  <a:pt x="19705260" y="2861738"/>
                  <a:pt x="19693288" y="2861738"/>
                </a:cubicBezTo>
                <a:cubicBezTo>
                  <a:pt x="19693288" y="2842473"/>
                  <a:pt x="19699276" y="2829631"/>
                  <a:pt x="19711248" y="2829631"/>
                </a:cubicBezTo>
                <a:close/>
                <a:moveTo>
                  <a:pt x="20488540" y="2829626"/>
                </a:moveTo>
                <a:cubicBezTo>
                  <a:pt x="20488540" y="2866517"/>
                  <a:pt x="20463944" y="2860369"/>
                  <a:pt x="20451648" y="2860369"/>
                </a:cubicBezTo>
                <a:cubicBezTo>
                  <a:pt x="20451648" y="2829626"/>
                  <a:pt x="20470092" y="2829626"/>
                  <a:pt x="20488540" y="2829626"/>
                </a:cubicBezTo>
                <a:close/>
                <a:moveTo>
                  <a:pt x="10620404" y="2827080"/>
                </a:moveTo>
                <a:cubicBezTo>
                  <a:pt x="10609925" y="2828694"/>
                  <a:pt x="10601865" y="2836747"/>
                  <a:pt x="10601865" y="2862535"/>
                </a:cubicBezTo>
                <a:cubicBezTo>
                  <a:pt x="10621210" y="2862535"/>
                  <a:pt x="10653451" y="2881878"/>
                  <a:pt x="10653451" y="2830301"/>
                </a:cubicBezTo>
                <a:cubicBezTo>
                  <a:pt x="10643779" y="2830301"/>
                  <a:pt x="10630882" y="2825468"/>
                  <a:pt x="10620404" y="2827080"/>
                </a:cubicBezTo>
                <a:close/>
                <a:moveTo>
                  <a:pt x="17386476" y="2825331"/>
                </a:moveTo>
                <a:cubicBezTo>
                  <a:pt x="17395920" y="2825331"/>
                  <a:pt x="17405496" y="2828639"/>
                  <a:pt x="17412412" y="2828639"/>
                </a:cubicBezTo>
                <a:cubicBezTo>
                  <a:pt x="17412412" y="2841864"/>
                  <a:pt x="17412412" y="2848477"/>
                  <a:pt x="17412412" y="2861705"/>
                </a:cubicBezTo>
                <a:cubicBezTo>
                  <a:pt x="17398580" y="2855091"/>
                  <a:pt x="17380492" y="2848477"/>
                  <a:pt x="17361340" y="2841864"/>
                </a:cubicBezTo>
                <a:cubicBezTo>
                  <a:pt x="17367724" y="2828640"/>
                  <a:pt x="17377032" y="2825331"/>
                  <a:pt x="17386476" y="2825331"/>
                </a:cubicBezTo>
                <a:close/>
                <a:moveTo>
                  <a:pt x="11956021" y="2822248"/>
                </a:moveTo>
                <a:cubicBezTo>
                  <a:pt x="11935064" y="2822248"/>
                  <a:pt x="11910883" y="2830301"/>
                  <a:pt x="11897986" y="2830301"/>
                </a:cubicBezTo>
                <a:cubicBezTo>
                  <a:pt x="11897986" y="2901221"/>
                  <a:pt x="11968918" y="2862535"/>
                  <a:pt x="11994711" y="2862535"/>
                </a:cubicBezTo>
                <a:cubicBezTo>
                  <a:pt x="11994711" y="2830301"/>
                  <a:pt x="11976978" y="2822248"/>
                  <a:pt x="11956021" y="2822248"/>
                </a:cubicBezTo>
                <a:close/>
                <a:moveTo>
                  <a:pt x="15870978" y="2820033"/>
                </a:moveTo>
                <a:cubicBezTo>
                  <a:pt x="15903458" y="2821572"/>
                  <a:pt x="15938522" y="2835103"/>
                  <a:pt x="15962034" y="2874477"/>
                </a:cubicBezTo>
                <a:cubicBezTo>
                  <a:pt x="15943388" y="2904009"/>
                  <a:pt x="15916836" y="2867094"/>
                  <a:pt x="15915670" y="2877247"/>
                </a:cubicBezTo>
                <a:lnTo>
                  <a:pt x="15917266" y="2886254"/>
                </a:lnTo>
                <a:lnTo>
                  <a:pt x="15922280" y="2883449"/>
                </a:lnTo>
                <a:cubicBezTo>
                  <a:pt x="15927202" y="2878633"/>
                  <a:pt x="15924742" y="2895490"/>
                  <a:pt x="15923202" y="2904219"/>
                </a:cubicBezTo>
                <a:lnTo>
                  <a:pt x="15923194" y="2904270"/>
                </a:lnTo>
                <a:lnTo>
                  <a:pt x="15924200" y="2907288"/>
                </a:lnTo>
                <a:lnTo>
                  <a:pt x="15922796" y="2906383"/>
                </a:lnTo>
                <a:lnTo>
                  <a:pt x="15922280" y="2909137"/>
                </a:lnTo>
                <a:lnTo>
                  <a:pt x="15920932" y="2905181"/>
                </a:lnTo>
                <a:lnTo>
                  <a:pt x="15877176" y="2876938"/>
                </a:lnTo>
                <a:cubicBezTo>
                  <a:pt x="15862584" y="2862992"/>
                  <a:pt x="15849612" y="2844946"/>
                  <a:pt x="15839882" y="2821983"/>
                </a:cubicBezTo>
                <a:cubicBezTo>
                  <a:pt x="15849610" y="2820341"/>
                  <a:pt x="15860150" y="2819526"/>
                  <a:pt x="15870978" y="2820033"/>
                </a:cubicBezTo>
                <a:close/>
                <a:moveTo>
                  <a:pt x="17348760" y="2811050"/>
                </a:moveTo>
                <a:cubicBezTo>
                  <a:pt x="17350400" y="2809329"/>
                  <a:pt x="17353680" y="2812769"/>
                  <a:pt x="17360244" y="2819586"/>
                </a:cubicBezTo>
                <a:cubicBezTo>
                  <a:pt x="17353680" y="2826408"/>
                  <a:pt x="17347120" y="2826408"/>
                  <a:pt x="17347120" y="2833234"/>
                </a:cubicBezTo>
                <a:cubicBezTo>
                  <a:pt x="17347120" y="2819585"/>
                  <a:pt x="17347120" y="2812769"/>
                  <a:pt x="17348760" y="2811050"/>
                </a:cubicBezTo>
                <a:close/>
                <a:moveTo>
                  <a:pt x="14763053" y="2801454"/>
                </a:moveTo>
                <a:cubicBezTo>
                  <a:pt x="14792430" y="2800636"/>
                  <a:pt x="14821142" y="2808831"/>
                  <a:pt x="14843473" y="2844944"/>
                </a:cubicBezTo>
                <a:cubicBezTo>
                  <a:pt x="14817951" y="2851506"/>
                  <a:pt x="14786049" y="2871193"/>
                  <a:pt x="14754147" y="2858068"/>
                </a:cubicBezTo>
                <a:cubicBezTo>
                  <a:pt x="14728625" y="2844944"/>
                  <a:pt x="14704167" y="2825255"/>
                  <a:pt x="14678645" y="2812121"/>
                </a:cubicBezTo>
                <a:cubicBezTo>
                  <a:pt x="14703635" y="2812121"/>
                  <a:pt x="14733676" y="2802277"/>
                  <a:pt x="14763053" y="2801454"/>
                </a:cubicBezTo>
                <a:close/>
                <a:moveTo>
                  <a:pt x="10692142" y="2798035"/>
                </a:moveTo>
                <a:cubicBezTo>
                  <a:pt x="10679245" y="2798035"/>
                  <a:pt x="10672797" y="2810946"/>
                  <a:pt x="10672797" y="2830301"/>
                </a:cubicBezTo>
                <a:cubicBezTo>
                  <a:pt x="10685693" y="2830301"/>
                  <a:pt x="10692142" y="2817421"/>
                  <a:pt x="10692142" y="2798035"/>
                </a:cubicBezTo>
                <a:close/>
                <a:moveTo>
                  <a:pt x="17052180" y="2796444"/>
                </a:moveTo>
                <a:cubicBezTo>
                  <a:pt x="17052180" y="2815563"/>
                  <a:pt x="17052180" y="2841018"/>
                  <a:pt x="17052180" y="2860116"/>
                </a:cubicBezTo>
                <a:cubicBezTo>
                  <a:pt x="17039252" y="2860116"/>
                  <a:pt x="17019864" y="2866482"/>
                  <a:pt x="17001548" y="2853749"/>
                </a:cubicBezTo>
                <a:cubicBezTo>
                  <a:pt x="16982160" y="2841018"/>
                  <a:pt x="17052180" y="2796444"/>
                  <a:pt x="17052180" y="2796444"/>
                </a:cubicBezTo>
                <a:close/>
                <a:moveTo>
                  <a:pt x="19654372" y="2796442"/>
                </a:moveTo>
                <a:cubicBezTo>
                  <a:pt x="19654372" y="2815725"/>
                  <a:pt x="19648384" y="2828557"/>
                  <a:pt x="19636408" y="2828557"/>
                </a:cubicBezTo>
                <a:cubicBezTo>
                  <a:pt x="19636408" y="2809275"/>
                  <a:pt x="19642396" y="2796442"/>
                  <a:pt x="19654372" y="2796442"/>
                </a:cubicBezTo>
                <a:close/>
                <a:moveTo>
                  <a:pt x="19228796" y="2796442"/>
                </a:moveTo>
                <a:cubicBezTo>
                  <a:pt x="19241924" y="2796442"/>
                  <a:pt x="19241924" y="2809275"/>
                  <a:pt x="19241924" y="2828557"/>
                </a:cubicBezTo>
                <a:cubicBezTo>
                  <a:pt x="19228796" y="2828557"/>
                  <a:pt x="19228796" y="2815725"/>
                  <a:pt x="19228796" y="2796442"/>
                </a:cubicBezTo>
                <a:close/>
                <a:moveTo>
                  <a:pt x="17317612" y="2796442"/>
                </a:moveTo>
                <a:cubicBezTo>
                  <a:pt x="17317612" y="2833344"/>
                  <a:pt x="17298348" y="2827196"/>
                  <a:pt x="17285504" y="2827196"/>
                </a:cubicBezTo>
                <a:cubicBezTo>
                  <a:pt x="17285504" y="2796442"/>
                  <a:pt x="17304772" y="2796442"/>
                  <a:pt x="17317612" y="2796442"/>
                </a:cubicBezTo>
                <a:close/>
                <a:moveTo>
                  <a:pt x="15356430" y="2786970"/>
                </a:moveTo>
                <a:cubicBezTo>
                  <a:pt x="15427336" y="2786970"/>
                  <a:pt x="15504688" y="2806825"/>
                  <a:pt x="15580966" y="2806825"/>
                </a:cubicBezTo>
                <a:cubicBezTo>
                  <a:pt x="15606750" y="2806825"/>
                  <a:pt x="15677656" y="2800212"/>
                  <a:pt x="15677656" y="2866442"/>
                </a:cubicBezTo>
                <a:cubicBezTo>
                  <a:pt x="15638980" y="2866442"/>
                  <a:pt x="15600304" y="2866442"/>
                  <a:pt x="15561628" y="2866442"/>
                </a:cubicBezTo>
                <a:cubicBezTo>
                  <a:pt x="15491796" y="2839954"/>
                  <a:pt x="15427336" y="2813476"/>
                  <a:pt x="15356430" y="2786970"/>
                </a:cubicBezTo>
                <a:close/>
                <a:moveTo>
                  <a:pt x="16981960" y="2778778"/>
                </a:moveTo>
                <a:cubicBezTo>
                  <a:pt x="16987264" y="2779181"/>
                  <a:pt x="16991908" y="2782825"/>
                  <a:pt x="16994872" y="2790923"/>
                </a:cubicBezTo>
                <a:cubicBezTo>
                  <a:pt x="17014260" y="2842768"/>
                  <a:pt x="16957168" y="2829808"/>
                  <a:pt x="16944244" y="2829808"/>
                </a:cubicBezTo>
                <a:cubicBezTo>
                  <a:pt x="16944244" y="2805493"/>
                  <a:pt x="16966056" y="2777562"/>
                  <a:pt x="16981960" y="2778778"/>
                </a:cubicBezTo>
                <a:close/>
                <a:moveTo>
                  <a:pt x="19129260" y="2772745"/>
                </a:moveTo>
                <a:cubicBezTo>
                  <a:pt x="19141232" y="2772745"/>
                  <a:pt x="19147220" y="2779570"/>
                  <a:pt x="19147220" y="2800041"/>
                </a:cubicBezTo>
                <a:cubicBezTo>
                  <a:pt x="19135248" y="2800041"/>
                  <a:pt x="19129260" y="2793219"/>
                  <a:pt x="19129260" y="2772745"/>
                </a:cubicBezTo>
                <a:close/>
                <a:moveTo>
                  <a:pt x="19090348" y="2772744"/>
                </a:moveTo>
                <a:cubicBezTo>
                  <a:pt x="19090348" y="2797558"/>
                  <a:pt x="19090348" y="2828593"/>
                  <a:pt x="19072384" y="2828593"/>
                </a:cubicBezTo>
                <a:cubicBezTo>
                  <a:pt x="19072384" y="2803766"/>
                  <a:pt x="19072384" y="2772744"/>
                  <a:pt x="19090348" y="2772744"/>
                </a:cubicBezTo>
                <a:close/>
                <a:moveTo>
                  <a:pt x="17260752" y="2772744"/>
                </a:moveTo>
                <a:cubicBezTo>
                  <a:pt x="17260752" y="2791359"/>
                  <a:pt x="17260752" y="2809980"/>
                  <a:pt x="17260752" y="2828593"/>
                </a:cubicBezTo>
                <a:cubicBezTo>
                  <a:pt x="17248112" y="2828593"/>
                  <a:pt x="17235472" y="2828593"/>
                  <a:pt x="17222836" y="2828593"/>
                </a:cubicBezTo>
                <a:cubicBezTo>
                  <a:pt x="17216516" y="2816193"/>
                  <a:pt x="17210196" y="2803766"/>
                  <a:pt x="17204928" y="2791359"/>
                </a:cubicBezTo>
                <a:cubicBezTo>
                  <a:pt x="17222836" y="2778948"/>
                  <a:pt x="17241792" y="2772744"/>
                  <a:pt x="17260752" y="2772744"/>
                </a:cubicBezTo>
                <a:close/>
                <a:moveTo>
                  <a:pt x="15730866" y="2772744"/>
                </a:moveTo>
                <a:cubicBezTo>
                  <a:pt x="15761958" y="2778949"/>
                  <a:pt x="15787688" y="2791359"/>
                  <a:pt x="15819850" y="2797558"/>
                </a:cubicBezTo>
                <a:cubicBezTo>
                  <a:pt x="15787688" y="2803766"/>
                  <a:pt x="15761958" y="2816193"/>
                  <a:pt x="15730866" y="2828593"/>
                </a:cubicBezTo>
                <a:cubicBezTo>
                  <a:pt x="15730866" y="2809980"/>
                  <a:pt x="15730866" y="2791359"/>
                  <a:pt x="15730866" y="2772744"/>
                </a:cubicBezTo>
                <a:close/>
                <a:moveTo>
                  <a:pt x="19595244" y="2770102"/>
                </a:moveTo>
                <a:cubicBezTo>
                  <a:pt x="19604336" y="2768447"/>
                  <a:pt x="19615908" y="2771753"/>
                  <a:pt x="19625828" y="2771753"/>
                </a:cubicBezTo>
                <a:cubicBezTo>
                  <a:pt x="19625828" y="2804813"/>
                  <a:pt x="19599376" y="2798205"/>
                  <a:pt x="19579536" y="2798205"/>
                </a:cubicBezTo>
                <a:cubicBezTo>
                  <a:pt x="19579536" y="2778367"/>
                  <a:pt x="19586148" y="2771754"/>
                  <a:pt x="19595244" y="2770102"/>
                </a:cubicBezTo>
                <a:close/>
                <a:moveTo>
                  <a:pt x="17184944" y="2741601"/>
                </a:moveTo>
                <a:cubicBezTo>
                  <a:pt x="17184944" y="2781097"/>
                  <a:pt x="17166496" y="2774327"/>
                  <a:pt x="17148052" y="2774327"/>
                </a:cubicBezTo>
                <a:cubicBezTo>
                  <a:pt x="17148052" y="2734829"/>
                  <a:pt x="17172644" y="2741601"/>
                  <a:pt x="17184944" y="2741601"/>
                </a:cubicBezTo>
                <a:close/>
                <a:moveTo>
                  <a:pt x="17730040" y="2739568"/>
                </a:moveTo>
                <a:cubicBezTo>
                  <a:pt x="17730040" y="2758367"/>
                  <a:pt x="17724052" y="2771638"/>
                  <a:pt x="17712076" y="2771638"/>
                </a:cubicBezTo>
                <a:cubicBezTo>
                  <a:pt x="17712076" y="2746203"/>
                  <a:pt x="17718064" y="2739568"/>
                  <a:pt x="17730040" y="2739568"/>
                </a:cubicBezTo>
                <a:close/>
                <a:moveTo>
                  <a:pt x="15184802" y="2739568"/>
                </a:moveTo>
                <a:cubicBezTo>
                  <a:pt x="15184802" y="2758368"/>
                  <a:pt x="15178814" y="2771638"/>
                  <a:pt x="15166838" y="2771638"/>
                </a:cubicBezTo>
                <a:cubicBezTo>
                  <a:pt x="15166838" y="2746204"/>
                  <a:pt x="15172826" y="2739568"/>
                  <a:pt x="15184802" y="2739568"/>
                </a:cubicBezTo>
                <a:close/>
                <a:moveTo>
                  <a:pt x="12595215" y="2737736"/>
                </a:moveTo>
                <a:cubicBezTo>
                  <a:pt x="12583124" y="2736259"/>
                  <a:pt x="12568615" y="2741094"/>
                  <a:pt x="12558943" y="2741094"/>
                </a:cubicBezTo>
                <a:cubicBezTo>
                  <a:pt x="12558943" y="2785149"/>
                  <a:pt x="12597633" y="2772256"/>
                  <a:pt x="12616978" y="2772256"/>
                </a:cubicBezTo>
                <a:cubicBezTo>
                  <a:pt x="12616978" y="2747005"/>
                  <a:pt x="12607305" y="2739212"/>
                  <a:pt x="12595215" y="2737736"/>
                </a:cubicBezTo>
                <a:close/>
                <a:moveTo>
                  <a:pt x="19019644" y="2736633"/>
                </a:moveTo>
                <a:cubicBezTo>
                  <a:pt x="19030016" y="2735153"/>
                  <a:pt x="19042784" y="2739999"/>
                  <a:pt x="19052364" y="2739999"/>
                </a:cubicBezTo>
                <a:cubicBezTo>
                  <a:pt x="19052364" y="2790626"/>
                  <a:pt x="19020440" y="2771235"/>
                  <a:pt x="19001288" y="2771235"/>
                </a:cubicBezTo>
                <a:cubicBezTo>
                  <a:pt x="19001288" y="2745923"/>
                  <a:pt x="19009268" y="2738113"/>
                  <a:pt x="19019644" y="2736633"/>
                </a:cubicBezTo>
                <a:close/>
                <a:moveTo>
                  <a:pt x="19515076" y="2706584"/>
                </a:moveTo>
                <a:cubicBezTo>
                  <a:pt x="19525160" y="2709775"/>
                  <a:pt x="19536020" y="2719353"/>
                  <a:pt x="19545324" y="2725737"/>
                </a:cubicBezTo>
                <a:cubicBezTo>
                  <a:pt x="19539120" y="2725737"/>
                  <a:pt x="19539120" y="2732121"/>
                  <a:pt x="19532916" y="2738505"/>
                </a:cubicBezTo>
                <a:cubicBezTo>
                  <a:pt x="19520504" y="2732121"/>
                  <a:pt x="19501892" y="2725737"/>
                  <a:pt x="19489480" y="2725737"/>
                </a:cubicBezTo>
                <a:cubicBezTo>
                  <a:pt x="19495688" y="2706584"/>
                  <a:pt x="19504992" y="2703392"/>
                  <a:pt x="19515076" y="2706584"/>
                </a:cubicBezTo>
                <a:close/>
                <a:moveTo>
                  <a:pt x="20317936" y="2706391"/>
                </a:moveTo>
                <a:cubicBezTo>
                  <a:pt x="20317936" y="2725656"/>
                  <a:pt x="20311948" y="2738499"/>
                  <a:pt x="20299976" y="2738499"/>
                </a:cubicBezTo>
                <a:cubicBezTo>
                  <a:pt x="20299976" y="2719233"/>
                  <a:pt x="20305960" y="2706391"/>
                  <a:pt x="20317936" y="2706391"/>
                </a:cubicBezTo>
                <a:close/>
                <a:moveTo>
                  <a:pt x="19938756" y="2706391"/>
                </a:moveTo>
                <a:cubicBezTo>
                  <a:pt x="19938756" y="2725656"/>
                  <a:pt x="19932768" y="2738499"/>
                  <a:pt x="19920796" y="2738499"/>
                </a:cubicBezTo>
                <a:cubicBezTo>
                  <a:pt x="19920796" y="2712813"/>
                  <a:pt x="19926780" y="2706391"/>
                  <a:pt x="19938756" y="2706391"/>
                </a:cubicBezTo>
                <a:close/>
                <a:moveTo>
                  <a:pt x="17654108" y="2706391"/>
                </a:moveTo>
                <a:cubicBezTo>
                  <a:pt x="17654108" y="2725656"/>
                  <a:pt x="17654108" y="2738499"/>
                  <a:pt x="17640984" y="2738499"/>
                </a:cubicBezTo>
                <a:cubicBezTo>
                  <a:pt x="17640984" y="2719234"/>
                  <a:pt x="17640984" y="2706391"/>
                  <a:pt x="17654108" y="2706391"/>
                </a:cubicBezTo>
                <a:close/>
                <a:moveTo>
                  <a:pt x="15557604" y="2706390"/>
                </a:moveTo>
                <a:cubicBezTo>
                  <a:pt x="15582882" y="2719660"/>
                  <a:pt x="15639760" y="2706390"/>
                  <a:pt x="15639760" y="2771641"/>
                </a:cubicBezTo>
                <a:cubicBezTo>
                  <a:pt x="15601842" y="2771641"/>
                  <a:pt x="15563924" y="2771641"/>
                  <a:pt x="15527058" y="2771641"/>
                </a:cubicBezTo>
                <a:cubicBezTo>
                  <a:pt x="15532324" y="2746204"/>
                  <a:pt x="15546018" y="2726296"/>
                  <a:pt x="15557604" y="2706390"/>
                </a:cubicBezTo>
                <a:close/>
                <a:moveTo>
                  <a:pt x="17071416" y="2704216"/>
                </a:moveTo>
                <a:cubicBezTo>
                  <a:pt x="17085792" y="2702439"/>
                  <a:pt x="17099256" y="2709548"/>
                  <a:pt x="17109048" y="2709548"/>
                </a:cubicBezTo>
                <a:cubicBezTo>
                  <a:pt x="17109048" y="2752732"/>
                  <a:pt x="17076412" y="2759051"/>
                  <a:pt x="17050304" y="2771691"/>
                </a:cubicBezTo>
                <a:cubicBezTo>
                  <a:pt x="17050304" y="2752732"/>
                  <a:pt x="17043776" y="2722187"/>
                  <a:pt x="17056832" y="2709548"/>
                </a:cubicBezTo>
                <a:cubicBezTo>
                  <a:pt x="17061728" y="2706389"/>
                  <a:pt x="17066620" y="2704809"/>
                  <a:pt x="17071416" y="2704216"/>
                </a:cubicBezTo>
                <a:close/>
                <a:moveTo>
                  <a:pt x="19477720" y="2690421"/>
                </a:moveTo>
                <a:cubicBezTo>
                  <a:pt x="19478540" y="2688924"/>
                  <a:pt x="19481824" y="2690421"/>
                  <a:pt x="19488388" y="2693415"/>
                </a:cubicBezTo>
                <a:cubicBezTo>
                  <a:pt x="19481824" y="2693415"/>
                  <a:pt x="19481824" y="2699402"/>
                  <a:pt x="19481824" y="2705389"/>
                </a:cubicBezTo>
                <a:cubicBezTo>
                  <a:pt x="19478540" y="2696408"/>
                  <a:pt x="19476900" y="2691919"/>
                  <a:pt x="19477720" y="2690421"/>
                </a:cubicBezTo>
                <a:close/>
                <a:moveTo>
                  <a:pt x="12790010" y="2683064"/>
                </a:moveTo>
                <a:cubicBezTo>
                  <a:pt x="12738423" y="2695958"/>
                  <a:pt x="12686836" y="2708855"/>
                  <a:pt x="12636324" y="2721752"/>
                </a:cubicBezTo>
                <a:cubicBezTo>
                  <a:pt x="12649220" y="2734643"/>
                  <a:pt x="12662117" y="2752914"/>
                  <a:pt x="12673939" y="2772256"/>
                </a:cubicBezTo>
                <a:cubicBezTo>
                  <a:pt x="12686836" y="2766883"/>
                  <a:pt x="12699732" y="2759362"/>
                  <a:pt x="12719078" y="2759362"/>
                </a:cubicBezTo>
                <a:cubicBezTo>
                  <a:pt x="12744871" y="2752914"/>
                  <a:pt x="12777113" y="2747539"/>
                  <a:pt x="12809355" y="2741094"/>
                </a:cubicBezTo>
                <a:cubicBezTo>
                  <a:pt x="12802906" y="2721752"/>
                  <a:pt x="12796458" y="2702408"/>
                  <a:pt x="12790010" y="2683064"/>
                </a:cubicBezTo>
                <a:close/>
                <a:moveTo>
                  <a:pt x="15389606" y="2677952"/>
                </a:moveTo>
                <a:cubicBezTo>
                  <a:pt x="15402450" y="2691005"/>
                  <a:pt x="15408872" y="2697532"/>
                  <a:pt x="15421716" y="2710586"/>
                </a:cubicBezTo>
                <a:cubicBezTo>
                  <a:pt x="15408872" y="2717113"/>
                  <a:pt x="15402450" y="2730168"/>
                  <a:pt x="15389606" y="2743221"/>
                </a:cubicBezTo>
                <a:cubicBezTo>
                  <a:pt x="15389606" y="2723640"/>
                  <a:pt x="15389606" y="2697532"/>
                  <a:pt x="15389606" y="2677952"/>
                </a:cubicBezTo>
                <a:close/>
                <a:moveTo>
                  <a:pt x="15358514" y="2677952"/>
                </a:moveTo>
                <a:cubicBezTo>
                  <a:pt x="15378990" y="2677952"/>
                  <a:pt x="15378990" y="2717113"/>
                  <a:pt x="15378990" y="2743221"/>
                </a:cubicBezTo>
                <a:cubicBezTo>
                  <a:pt x="15351690" y="2743221"/>
                  <a:pt x="15358514" y="2704060"/>
                  <a:pt x="15358514" y="2677952"/>
                </a:cubicBezTo>
                <a:close/>
                <a:moveTo>
                  <a:pt x="19090348" y="2677951"/>
                </a:moveTo>
                <a:cubicBezTo>
                  <a:pt x="19090348" y="2703637"/>
                  <a:pt x="19084360" y="2710058"/>
                  <a:pt x="19072384" y="2710058"/>
                </a:cubicBezTo>
                <a:cubicBezTo>
                  <a:pt x="19072384" y="2684372"/>
                  <a:pt x="19078372" y="2677951"/>
                  <a:pt x="19090348" y="2677951"/>
                </a:cubicBezTo>
                <a:close/>
                <a:moveTo>
                  <a:pt x="20279964" y="2677950"/>
                </a:moveTo>
                <a:cubicBezTo>
                  <a:pt x="20279964" y="2703637"/>
                  <a:pt x="20274696" y="2710058"/>
                  <a:pt x="20262056" y="2710058"/>
                </a:cubicBezTo>
                <a:cubicBezTo>
                  <a:pt x="20262056" y="2684372"/>
                  <a:pt x="20274696" y="2677950"/>
                  <a:pt x="20279964" y="2677950"/>
                </a:cubicBezTo>
                <a:close/>
                <a:moveTo>
                  <a:pt x="15317486" y="2675084"/>
                </a:moveTo>
                <a:cubicBezTo>
                  <a:pt x="15317486" y="2714765"/>
                  <a:pt x="15292892" y="2708152"/>
                  <a:pt x="15280594" y="2708152"/>
                </a:cubicBezTo>
                <a:cubicBezTo>
                  <a:pt x="15280594" y="2668471"/>
                  <a:pt x="15305188" y="2675084"/>
                  <a:pt x="15317486" y="2675084"/>
                </a:cubicBezTo>
                <a:close/>
                <a:moveTo>
                  <a:pt x="15066042" y="2650925"/>
                </a:moveTo>
                <a:cubicBezTo>
                  <a:pt x="15093454" y="2643406"/>
                  <a:pt x="15151552" y="2703541"/>
                  <a:pt x="15151552" y="2743630"/>
                </a:cubicBezTo>
                <a:cubicBezTo>
                  <a:pt x="15126970" y="2743630"/>
                  <a:pt x="15082082" y="2762173"/>
                  <a:pt x="15062844" y="2743630"/>
                </a:cubicBezTo>
                <a:cubicBezTo>
                  <a:pt x="15043606" y="2723995"/>
                  <a:pt x="15056432" y="2684723"/>
                  <a:pt x="15056432" y="2658542"/>
                </a:cubicBezTo>
                <a:cubicBezTo>
                  <a:pt x="15058836" y="2654451"/>
                  <a:pt x="15062126" y="2651997"/>
                  <a:pt x="15066042" y="2650925"/>
                </a:cubicBezTo>
                <a:close/>
                <a:moveTo>
                  <a:pt x="15203688" y="2644775"/>
                </a:moveTo>
                <a:cubicBezTo>
                  <a:pt x="15197266" y="2664356"/>
                  <a:pt x="15190846" y="2683937"/>
                  <a:pt x="15184424" y="2710044"/>
                </a:cubicBezTo>
                <a:cubicBezTo>
                  <a:pt x="15178002" y="2696990"/>
                  <a:pt x="15178002" y="2683937"/>
                  <a:pt x="15171580" y="2670883"/>
                </a:cubicBezTo>
                <a:cubicBezTo>
                  <a:pt x="15178002" y="2657828"/>
                  <a:pt x="15190846" y="2651302"/>
                  <a:pt x="15203688" y="2644775"/>
                </a:cubicBezTo>
                <a:close/>
                <a:moveTo>
                  <a:pt x="16426612" y="2644774"/>
                </a:moveTo>
                <a:cubicBezTo>
                  <a:pt x="16426612" y="2670459"/>
                  <a:pt x="16420624" y="2676880"/>
                  <a:pt x="16408650" y="2676880"/>
                </a:cubicBezTo>
                <a:cubicBezTo>
                  <a:pt x="16408650" y="2657616"/>
                  <a:pt x="16414638" y="2644774"/>
                  <a:pt x="16426612" y="2644774"/>
                </a:cubicBezTo>
                <a:close/>
                <a:moveTo>
                  <a:pt x="14223628" y="2644774"/>
                </a:moveTo>
                <a:cubicBezTo>
                  <a:pt x="14235603" y="2644774"/>
                  <a:pt x="14241590" y="2657617"/>
                  <a:pt x="14241590" y="2676880"/>
                </a:cubicBezTo>
                <a:cubicBezTo>
                  <a:pt x="14229615" y="2676880"/>
                  <a:pt x="14223628" y="2670459"/>
                  <a:pt x="14223628" y="2644774"/>
                </a:cubicBezTo>
                <a:close/>
                <a:moveTo>
                  <a:pt x="20246840" y="2644773"/>
                </a:moveTo>
                <a:cubicBezTo>
                  <a:pt x="20246840" y="2670458"/>
                  <a:pt x="20240852" y="2676879"/>
                  <a:pt x="20228880" y="2676879"/>
                </a:cubicBezTo>
                <a:cubicBezTo>
                  <a:pt x="20228880" y="2657615"/>
                  <a:pt x="20234864" y="2644773"/>
                  <a:pt x="20246840" y="2644773"/>
                </a:cubicBezTo>
                <a:close/>
                <a:moveTo>
                  <a:pt x="19867608" y="2644773"/>
                </a:moveTo>
                <a:cubicBezTo>
                  <a:pt x="19867608" y="2664038"/>
                  <a:pt x="19862340" y="2676879"/>
                  <a:pt x="19849700" y="2676879"/>
                </a:cubicBezTo>
                <a:cubicBezTo>
                  <a:pt x="19849700" y="2657615"/>
                  <a:pt x="19849700" y="2644773"/>
                  <a:pt x="19867608" y="2644773"/>
                </a:cubicBezTo>
                <a:close/>
                <a:moveTo>
                  <a:pt x="18110216" y="2644773"/>
                </a:moveTo>
                <a:cubicBezTo>
                  <a:pt x="18122192" y="2644773"/>
                  <a:pt x="18128180" y="2657616"/>
                  <a:pt x="18128180" y="2676880"/>
                </a:cubicBezTo>
                <a:cubicBezTo>
                  <a:pt x="18116204" y="2676880"/>
                  <a:pt x="18110216" y="2670459"/>
                  <a:pt x="18110216" y="2644773"/>
                </a:cubicBezTo>
                <a:close/>
                <a:moveTo>
                  <a:pt x="18064292" y="2644517"/>
                </a:moveTo>
                <a:cubicBezTo>
                  <a:pt x="18076396" y="2639905"/>
                  <a:pt x="18090232" y="2649128"/>
                  <a:pt x="18090232" y="2672186"/>
                </a:cubicBezTo>
                <a:cubicBezTo>
                  <a:pt x="18077932" y="2666037"/>
                  <a:pt x="18065636" y="2659888"/>
                  <a:pt x="18053340" y="2653740"/>
                </a:cubicBezTo>
                <a:cubicBezTo>
                  <a:pt x="18056412" y="2649128"/>
                  <a:pt x="18060256" y="2646054"/>
                  <a:pt x="18064292" y="2644517"/>
                </a:cubicBezTo>
                <a:close/>
                <a:moveTo>
                  <a:pt x="13694930" y="2644376"/>
                </a:moveTo>
                <a:cubicBezTo>
                  <a:pt x="13694930" y="2670168"/>
                  <a:pt x="13700304" y="2676615"/>
                  <a:pt x="13713200" y="2676615"/>
                </a:cubicBezTo>
                <a:cubicBezTo>
                  <a:pt x="13713200" y="2657271"/>
                  <a:pt x="13706752" y="2644376"/>
                  <a:pt x="13694930" y="2644376"/>
                </a:cubicBezTo>
                <a:close/>
                <a:moveTo>
                  <a:pt x="12956592" y="2644376"/>
                </a:moveTo>
                <a:cubicBezTo>
                  <a:pt x="12956592" y="2663721"/>
                  <a:pt x="12950144" y="2702408"/>
                  <a:pt x="12969489" y="2708855"/>
                </a:cubicBezTo>
                <a:cubicBezTo>
                  <a:pt x="12988834" y="2715302"/>
                  <a:pt x="13014628" y="2708855"/>
                  <a:pt x="13040421" y="2708855"/>
                </a:cubicBezTo>
                <a:cubicBezTo>
                  <a:pt x="13084485" y="2708855"/>
                  <a:pt x="13129623" y="2708855"/>
                  <a:pt x="13174762" y="2715302"/>
                </a:cubicBezTo>
                <a:cubicBezTo>
                  <a:pt x="13239246" y="2721752"/>
                  <a:pt x="13322000" y="2747539"/>
                  <a:pt x="13373586" y="2657271"/>
                </a:cubicBezTo>
                <a:cubicBezTo>
                  <a:pt x="13232797" y="2657271"/>
                  <a:pt x="13097382" y="2650824"/>
                  <a:pt x="12956592" y="2644376"/>
                </a:cubicBezTo>
                <a:close/>
                <a:moveTo>
                  <a:pt x="12148397" y="2644376"/>
                </a:moveTo>
                <a:cubicBezTo>
                  <a:pt x="12148397" y="2663721"/>
                  <a:pt x="12148397" y="2676615"/>
                  <a:pt x="12167742" y="2676615"/>
                </a:cubicBezTo>
                <a:cubicBezTo>
                  <a:pt x="12167742" y="2657271"/>
                  <a:pt x="12161294" y="2644376"/>
                  <a:pt x="12148397" y="2644376"/>
                </a:cubicBezTo>
                <a:close/>
                <a:moveTo>
                  <a:pt x="18793296" y="2643603"/>
                </a:moveTo>
                <a:cubicBezTo>
                  <a:pt x="18793296" y="2669388"/>
                  <a:pt x="18799748" y="2675834"/>
                  <a:pt x="18812652" y="2675834"/>
                </a:cubicBezTo>
                <a:cubicBezTo>
                  <a:pt x="18812652" y="2656495"/>
                  <a:pt x="18806200" y="2643603"/>
                  <a:pt x="18793296" y="2643603"/>
                </a:cubicBezTo>
                <a:close/>
                <a:moveTo>
                  <a:pt x="19036300" y="2642281"/>
                </a:moveTo>
                <a:cubicBezTo>
                  <a:pt x="19041988" y="2642791"/>
                  <a:pt x="19047576" y="2643606"/>
                  <a:pt x="19052364" y="2643606"/>
                </a:cubicBezTo>
                <a:cubicBezTo>
                  <a:pt x="19052364" y="2695822"/>
                  <a:pt x="19020440" y="2676241"/>
                  <a:pt x="19001288" y="2676241"/>
                </a:cubicBezTo>
                <a:cubicBezTo>
                  <a:pt x="19001288" y="2641974"/>
                  <a:pt x="19019244" y="2640750"/>
                  <a:pt x="19036300" y="2642281"/>
                </a:cubicBezTo>
                <a:close/>
                <a:moveTo>
                  <a:pt x="16888708" y="2642281"/>
                </a:moveTo>
                <a:cubicBezTo>
                  <a:pt x="16894816" y="2642791"/>
                  <a:pt x="16900632" y="2643608"/>
                  <a:pt x="16905288" y="2643608"/>
                </a:cubicBezTo>
                <a:cubicBezTo>
                  <a:pt x="16905288" y="2695823"/>
                  <a:pt x="16868060" y="2676242"/>
                  <a:pt x="16849444" y="2676242"/>
                </a:cubicBezTo>
                <a:cubicBezTo>
                  <a:pt x="16849444" y="2641974"/>
                  <a:pt x="16870384" y="2640751"/>
                  <a:pt x="16888708" y="2642281"/>
                </a:cubicBezTo>
                <a:close/>
                <a:moveTo>
                  <a:pt x="15084454" y="2637070"/>
                </a:moveTo>
                <a:lnTo>
                  <a:pt x="15090332" y="2642069"/>
                </a:lnTo>
                <a:cubicBezTo>
                  <a:pt x="15091838" y="2643348"/>
                  <a:pt x="15090834" y="2642496"/>
                  <a:pt x="15088826" y="2640789"/>
                </a:cubicBezTo>
                <a:close/>
                <a:moveTo>
                  <a:pt x="12238943" y="2636316"/>
                </a:moveTo>
                <a:cubicBezTo>
                  <a:pt x="12219061" y="2636316"/>
                  <a:pt x="12196760" y="2644376"/>
                  <a:pt x="12187087" y="2644376"/>
                </a:cubicBezTo>
                <a:cubicBezTo>
                  <a:pt x="12187087" y="2715302"/>
                  <a:pt x="12256945" y="2676615"/>
                  <a:pt x="12276290" y="2676615"/>
                </a:cubicBezTo>
                <a:cubicBezTo>
                  <a:pt x="12276290" y="2644376"/>
                  <a:pt x="12258826" y="2636316"/>
                  <a:pt x="12238943" y="2636316"/>
                </a:cubicBezTo>
                <a:close/>
                <a:moveTo>
                  <a:pt x="15083892" y="2628806"/>
                </a:moveTo>
                <a:lnTo>
                  <a:pt x="15084454" y="2637070"/>
                </a:lnTo>
                <a:lnTo>
                  <a:pt x="15084908" y="2643775"/>
                </a:lnTo>
                <a:cubicBezTo>
                  <a:pt x="15076782" y="2643775"/>
                  <a:pt x="15076782" y="2637787"/>
                  <a:pt x="15076782" y="2631800"/>
                </a:cubicBezTo>
                <a:cubicBezTo>
                  <a:pt x="15080844" y="2628806"/>
                  <a:pt x="15082876" y="2627310"/>
                  <a:pt x="15083892" y="2628806"/>
                </a:cubicBezTo>
                <a:close/>
                <a:moveTo>
                  <a:pt x="18245872" y="2616338"/>
                </a:moveTo>
                <a:cubicBezTo>
                  <a:pt x="18271840" y="2687841"/>
                  <a:pt x="18317288" y="2720342"/>
                  <a:pt x="18362736" y="2751760"/>
                </a:cubicBezTo>
                <a:cubicBezTo>
                  <a:pt x="18426576" y="2784258"/>
                  <a:pt x="18485008" y="2810267"/>
                  <a:pt x="18549932" y="2842765"/>
                </a:cubicBezTo>
                <a:cubicBezTo>
                  <a:pt x="18478516" y="2823268"/>
                  <a:pt x="18408180" y="2810267"/>
                  <a:pt x="18336764" y="2816767"/>
                </a:cubicBezTo>
                <a:cubicBezTo>
                  <a:pt x="18343256" y="2810267"/>
                  <a:pt x="18343256" y="2803747"/>
                  <a:pt x="18349748" y="2797259"/>
                </a:cubicBezTo>
                <a:cubicBezTo>
                  <a:pt x="18330272" y="2784258"/>
                  <a:pt x="18310796" y="2810267"/>
                  <a:pt x="18297812" y="2790759"/>
                </a:cubicBezTo>
                <a:cubicBezTo>
                  <a:pt x="18284824" y="2771259"/>
                  <a:pt x="18284824" y="2739841"/>
                  <a:pt x="18278332" y="2720342"/>
                </a:cubicBezTo>
                <a:cubicBezTo>
                  <a:pt x="18278332" y="2733341"/>
                  <a:pt x="18271840" y="2765843"/>
                  <a:pt x="18258856" y="2765843"/>
                </a:cubicBezTo>
                <a:cubicBezTo>
                  <a:pt x="18245872" y="2765843"/>
                  <a:pt x="18226392" y="2758259"/>
                  <a:pt x="18226392" y="2733341"/>
                </a:cubicBezTo>
                <a:cubicBezTo>
                  <a:pt x="18226392" y="2707342"/>
                  <a:pt x="18214492" y="2681341"/>
                  <a:pt x="18219900" y="2655340"/>
                </a:cubicBezTo>
                <a:cubicBezTo>
                  <a:pt x="18226392" y="2642340"/>
                  <a:pt x="18239380" y="2629340"/>
                  <a:pt x="18245872" y="2616338"/>
                </a:cubicBezTo>
                <a:close/>
                <a:moveTo>
                  <a:pt x="18020336" y="2613509"/>
                </a:moveTo>
                <a:cubicBezTo>
                  <a:pt x="18032400" y="2615526"/>
                  <a:pt x="18045176" y="2624907"/>
                  <a:pt x="18052284" y="2628397"/>
                </a:cubicBezTo>
                <a:cubicBezTo>
                  <a:pt x="18039648" y="2653216"/>
                  <a:pt x="18014368" y="2634602"/>
                  <a:pt x="17996460" y="2628397"/>
                </a:cubicBezTo>
                <a:cubicBezTo>
                  <a:pt x="17999620" y="2620641"/>
                  <a:pt x="18003900" y="2616374"/>
                  <a:pt x="18008740" y="2614436"/>
                </a:cubicBezTo>
                <a:cubicBezTo>
                  <a:pt x="18012368" y="2612981"/>
                  <a:pt x="18016312" y="2612836"/>
                  <a:pt x="18020336" y="2613509"/>
                </a:cubicBezTo>
                <a:close/>
                <a:moveTo>
                  <a:pt x="17683308" y="2612256"/>
                </a:moveTo>
                <a:cubicBezTo>
                  <a:pt x="17693228" y="2615562"/>
                  <a:pt x="17701496" y="2627136"/>
                  <a:pt x="17701496" y="2643671"/>
                </a:cubicBezTo>
                <a:cubicBezTo>
                  <a:pt x="17688268" y="2643671"/>
                  <a:pt x="17668428" y="2637057"/>
                  <a:pt x="17655200" y="2630443"/>
                </a:cubicBezTo>
                <a:cubicBezTo>
                  <a:pt x="17661816" y="2613909"/>
                  <a:pt x="17673388" y="2608950"/>
                  <a:pt x="17683308" y="2612256"/>
                </a:cubicBezTo>
                <a:close/>
                <a:moveTo>
                  <a:pt x="12488011" y="2612137"/>
                </a:moveTo>
                <a:cubicBezTo>
                  <a:pt x="12488011" y="2631480"/>
                  <a:pt x="12488011" y="2644376"/>
                  <a:pt x="12500908" y="2644376"/>
                </a:cubicBezTo>
                <a:cubicBezTo>
                  <a:pt x="12500908" y="2625034"/>
                  <a:pt x="12500908" y="2612137"/>
                  <a:pt x="12488011" y="2612137"/>
                </a:cubicBezTo>
                <a:close/>
                <a:moveTo>
                  <a:pt x="12411705" y="2612137"/>
                </a:moveTo>
                <a:cubicBezTo>
                  <a:pt x="12411705" y="2650824"/>
                  <a:pt x="12431051" y="2644376"/>
                  <a:pt x="12449321" y="2644376"/>
                </a:cubicBezTo>
                <a:cubicBezTo>
                  <a:pt x="12449321" y="2612137"/>
                  <a:pt x="12424602" y="2612137"/>
                  <a:pt x="12411705" y="2612137"/>
                </a:cubicBezTo>
                <a:close/>
                <a:moveTo>
                  <a:pt x="11975366" y="2612137"/>
                </a:moveTo>
                <a:cubicBezTo>
                  <a:pt x="11789438" y="2676615"/>
                  <a:pt x="11603510" y="2715302"/>
                  <a:pt x="11411134" y="2759362"/>
                </a:cubicBezTo>
                <a:cubicBezTo>
                  <a:pt x="11372444" y="2766883"/>
                  <a:pt x="11327306" y="2766883"/>
                  <a:pt x="11282167" y="2778702"/>
                </a:cubicBezTo>
                <a:cubicBezTo>
                  <a:pt x="11243477" y="2791595"/>
                  <a:pt x="11212310" y="2836748"/>
                  <a:pt x="11173620" y="2843195"/>
                </a:cubicBezTo>
                <a:cubicBezTo>
                  <a:pt x="11089791" y="2875432"/>
                  <a:pt x="11007037" y="2920566"/>
                  <a:pt x="10916760" y="2920566"/>
                </a:cubicBezTo>
                <a:cubicBezTo>
                  <a:pt x="10916760" y="2933464"/>
                  <a:pt x="10916760" y="2946355"/>
                  <a:pt x="10916760" y="2952806"/>
                </a:cubicBezTo>
                <a:cubicBezTo>
                  <a:pt x="11122033" y="2881878"/>
                  <a:pt x="11333754" y="2849642"/>
                  <a:pt x="11539027" y="2804473"/>
                </a:cubicBezTo>
                <a:cubicBezTo>
                  <a:pt x="11590614" y="2798035"/>
                  <a:pt x="11647574" y="2804473"/>
                  <a:pt x="11692713" y="2778702"/>
                </a:cubicBezTo>
                <a:cubicBezTo>
                  <a:pt x="11712058" y="2766883"/>
                  <a:pt x="11724955" y="2741094"/>
                  <a:pt x="11744300" y="2734643"/>
                </a:cubicBezTo>
                <a:cubicBezTo>
                  <a:pt x="11770093" y="2734643"/>
                  <a:pt x="11795887" y="2728196"/>
                  <a:pt x="11821680" y="2721752"/>
                </a:cubicBezTo>
                <a:cubicBezTo>
                  <a:pt x="11923779" y="2708855"/>
                  <a:pt x="12026953" y="2695958"/>
                  <a:pt x="12129052" y="2676615"/>
                </a:cubicBezTo>
                <a:cubicBezTo>
                  <a:pt x="12103259" y="2579897"/>
                  <a:pt x="12020505" y="2657271"/>
                  <a:pt x="11975366" y="2676615"/>
                </a:cubicBezTo>
                <a:cubicBezTo>
                  <a:pt x="11975366" y="2657271"/>
                  <a:pt x="11975366" y="2637928"/>
                  <a:pt x="11975366" y="2612137"/>
                </a:cubicBezTo>
                <a:close/>
                <a:moveTo>
                  <a:pt x="15279596" y="2611594"/>
                </a:moveTo>
                <a:cubicBezTo>
                  <a:pt x="15279596" y="2630859"/>
                  <a:pt x="15273608" y="2643702"/>
                  <a:pt x="15261634" y="2643702"/>
                </a:cubicBezTo>
                <a:cubicBezTo>
                  <a:pt x="15261634" y="2624438"/>
                  <a:pt x="15267622" y="2611594"/>
                  <a:pt x="15279596" y="2611594"/>
                </a:cubicBezTo>
                <a:close/>
                <a:moveTo>
                  <a:pt x="18154280" y="2611593"/>
                </a:moveTo>
                <a:cubicBezTo>
                  <a:pt x="18172728" y="2611593"/>
                  <a:pt x="18185024" y="2618016"/>
                  <a:pt x="18185024" y="2643702"/>
                </a:cubicBezTo>
                <a:cubicBezTo>
                  <a:pt x="18172728" y="2643702"/>
                  <a:pt x="18160432" y="2637280"/>
                  <a:pt x="18148132" y="2630858"/>
                </a:cubicBezTo>
                <a:cubicBezTo>
                  <a:pt x="18148132" y="2624438"/>
                  <a:pt x="18154280" y="2618016"/>
                  <a:pt x="18154280" y="2611593"/>
                </a:cubicBezTo>
                <a:close/>
                <a:moveTo>
                  <a:pt x="15019906" y="2611591"/>
                </a:moveTo>
                <a:cubicBezTo>
                  <a:pt x="15026054" y="2611591"/>
                  <a:pt x="15032202" y="2611591"/>
                  <a:pt x="15038352" y="2611591"/>
                </a:cubicBezTo>
                <a:cubicBezTo>
                  <a:pt x="15044500" y="2617738"/>
                  <a:pt x="15050648" y="2623888"/>
                  <a:pt x="15056798" y="2630037"/>
                </a:cubicBezTo>
                <a:cubicBezTo>
                  <a:pt x="15038352" y="2648483"/>
                  <a:pt x="15026054" y="2623888"/>
                  <a:pt x="15019906" y="2611591"/>
                </a:cubicBezTo>
                <a:close/>
                <a:moveTo>
                  <a:pt x="19375704" y="2610389"/>
                </a:moveTo>
                <a:cubicBezTo>
                  <a:pt x="19397744" y="2605733"/>
                  <a:pt x="19426304" y="2642984"/>
                  <a:pt x="19436240" y="2657884"/>
                </a:cubicBezTo>
                <a:cubicBezTo>
                  <a:pt x="19409748" y="2651263"/>
                  <a:pt x="19383260" y="2644640"/>
                  <a:pt x="19356768" y="2631394"/>
                </a:cubicBezTo>
                <a:cubicBezTo>
                  <a:pt x="19361736" y="2618151"/>
                  <a:pt x="19368360" y="2611941"/>
                  <a:pt x="19375704" y="2610389"/>
                </a:cubicBezTo>
                <a:close/>
                <a:moveTo>
                  <a:pt x="14057213" y="2602603"/>
                </a:moveTo>
                <a:cubicBezTo>
                  <a:pt x="14077488" y="2602603"/>
                  <a:pt x="14094604" y="2610665"/>
                  <a:pt x="14094604" y="2642914"/>
                </a:cubicBezTo>
                <a:cubicBezTo>
                  <a:pt x="14070378" y="2642914"/>
                  <a:pt x="14000862" y="2681614"/>
                  <a:pt x="14000862" y="2610665"/>
                </a:cubicBezTo>
                <a:cubicBezTo>
                  <a:pt x="14013502" y="2610665"/>
                  <a:pt x="14036937" y="2602603"/>
                  <a:pt x="14057213" y="2602603"/>
                </a:cubicBezTo>
                <a:close/>
                <a:moveTo>
                  <a:pt x="18522576" y="2597378"/>
                </a:moveTo>
                <a:cubicBezTo>
                  <a:pt x="18535700" y="2597378"/>
                  <a:pt x="18529136" y="2629481"/>
                  <a:pt x="18529136" y="2629481"/>
                </a:cubicBezTo>
                <a:cubicBezTo>
                  <a:pt x="18529136" y="2623060"/>
                  <a:pt x="18522576" y="2616638"/>
                  <a:pt x="18522576" y="2610217"/>
                </a:cubicBezTo>
                <a:cubicBezTo>
                  <a:pt x="18522576" y="2610217"/>
                  <a:pt x="18522576" y="2603797"/>
                  <a:pt x="18522576" y="2597378"/>
                </a:cubicBezTo>
                <a:close/>
                <a:moveTo>
                  <a:pt x="19318852" y="2587894"/>
                </a:moveTo>
                <a:cubicBezTo>
                  <a:pt x="19331148" y="2594716"/>
                  <a:pt x="19343448" y="2601543"/>
                  <a:pt x="19355744" y="2601543"/>
                </a:cubicBezTo>
                <a:cubicBezTo>
                  <a:pt x="19355744" y="2608369"/>
                  <a:pt x="19349596" y="2615194"/>
                  <a:pt x="19349596" y="2615194"/>
                </a:cubicBezTo>
                <a:cubicBezTo>
                  <a:pt x="19337300" y="2615194"/>
                  <a:pt x="19318852" y="2615194"/>
                  <a:pt x="19318852" y="2587894"/>
                </a:cubicBezTo>
                <a:close/>
                <a:moveTo>
                  <a:pt x="18091256" y="2587894"/>
                </a:moveTo>
                <a:cubicBezTo>
                  <a:pt x="18109872" y="2594505"/>
                  <a:pt x="18128484" y="2594505"/>
                  <a:pt x="18147100" y="2601122"/>
                </a:cubicBezTo>
                <a:cubicBezTo>
                  <a:pt x="18134692" y="2614348"/>
                  <a:pt x="18091256" y="2634189"/>
                  <a:pt x="18091256" y="2587894"/>
                </a:cubicBezTo>
                <a:close/>
                <a:moveTo>
                  <a:pt x="17622024" y="2587894"/>
                </a:moveTo>
                <a:cubicBezTo>
                  <a:pt x="17634868" y="2594313"/>
                  <a:pt x="17641288" y="2600737"/>
                  <a:pt x="17654132" y="2600737"/>
                </a:cubicBezTo>
                <a:cubicBezTo>
                  <a:pt x="17647708" y="2620001"/>
                  <a:pt x="17622024" y="2620001"/>
                  <a:pt x="17622024" y="2587894"/>
                </a:cubicBezTo>
                <a:close/>
                <a:moveTo>
                  <a:pt x="10773452" y="2587654"/>
                </a:moveTo>
                <a:cubicBezTo>
                  <a:pt x="10745341" y="2579494"/>
                  <a:pt x="10687306" y="2612137"/>
                  <a:pt x="10672797" y="2612137"/>
                </a:cubicBezTo>
                <a:cubicBezTo>
                  <a:pt x="10634106" y="2618587"/>
                  <a:pt x="10596491" y="2631480"/>
                  <a:pt x="10564249" y="2657271"/>
                </a:cubicBezTo>
                <a:cubicBezTo>
                  <a:pt x="10609388" y="2657271"/>
                  <a:pt x="10647003" y="2644376"/>
                  <a:pt x="10692142" y="2644376"/>
                </a:cubicBezTo>
                <a:cubicBezTo>
                  <a:pt x="10705038" y="2637928"/>
                  <a:pt x="10717935" y="2612137"/>
                  <a:pt x="10737280" y="2612137"/>
                </a:cubicBezTo>
                <a:cubicBezTo>
                  <a:pt x="10750177" y="2612137"/>
                  <a:pt x="10769522" y="2612137"/>
                  <a:pt x="10788867" y="2612137"/>
                </a:cubicBezTo>
                <a:cubicBezTo>
                  <a:pt x="10788867" y="2597635"/>
                  <a:pt x="10782822" y="2590373"/>
                  <a:pt x="10773452" y="2587654"/>
                </a:cubicBezTo>
                <a:close/>
                <a:moveTo>
                  <a:pt x="1340057" y="2585027"/>
                </a:moveTo>
                <a:cubicBezTo>
                  <a:pt x="1340057" y="2624709"/>
                  <a:pt x="1315832" y="2611482"/>
                  <a:pt x="1303190" y="2611482"/>
                </a:cubicBezTo>
                <a:cubicBezTo>
                  <a:pt x="1303190" y="2578414"/>
                  <a:pt x="1328469" y="2585027"/>
                  <a:pt x="1340057" y="2585027"/>
                </a:cubicBezTo>
                <a:close/>
                <a:moveTo>
                  <a:pt x="14844536" y="2584562"/>
                </a:moveTo>
                <a:cubicBezTo>
                  <a:pt x="14862982" y="2584562"/>
                  <a:pt x="14881428" y="2578414"/>
                  <a:pt x="14881428" y="2609157"/>
                </a:cubicBezTo>
                <a:cubicBezTo>
                  <a:pt x="14869131" y="2609157"/>
                  <a:pt x="14844536" y="2615305"/>
                  <a:pt x="14844536" y="2584562"/>
                </a:cubicBezTo>
                <a:close/>
                <a:moveTo>
                  <a:pt x="17995896" y="2568937"/>
                </a:moveTo>
                <a:cubicBezTo>
                  <a:pt x="18001584" y="2575761"/>
                  <a:pt x="18009544" y="2582585"/>
                  <a:pt x="18009544" y="2589410"/>
                </a:cubicBezTo>
                <a:cubicBezTo>
                  <a:pt x="18001584" y="2596235"/>
                  <a:pt x="17982244" y="2589410"/>
                  <a:pt x="17995896" y="2568937"/>
                </a:cubicBezTo>
                <a:close/>
                <a:moveTo>
                  <a:pt x="10564249" y="2554106"/>
                </a:moveTo>
                <a:cubicBezTo>
                  <a:pt x="10564249" y="2573448"/>
                  <a:pt x="10564249" y="2586345"/>
                  <a:pt x="10577146" y="2586345"/>
                </a:cubicBezTo>
                <a:cubicBezTo>
                  <a:pt x="10577146" y="2566999"/>
                  <a:pt x="10577146" y="2554106"/>
                  <a:pt x="10564249" y="2554106"/>
                </a:cubicBezTo>
                <a:close/>
                <a:moveTo>
                  <a:pt x="18878460" y="2546713"/>
                </a:moveTo>
                <a:lnTo>
                  <a:pt x="18875656" y="2550499"/>
                </a:lnTo>
                <a:cubicBezTo>
                  <a:pt x="18874276" y="2552361"/>
                  <a:pt x="18873316" y="2553657"/>
                  <a:pt x="18873316" y="2553657"/>
                </a:cubicBezTo>
                <a:close/>
                <a:moveTo>
                  <a:pt x="18829076" y="2540496"/>
                </a:moveTo>
                <a:cubicBezTo>
                  <a:pt x="18829076" y="2545432"/>
                  <a:pt x="18834344" y="2545432"/>
                  <a:pt x="18834344" y="2551357"/>
                </a:cubicBezTo>
                <a:lnTo>
                  <a:pt x="18831112" y="2554711"/>
                </a:lnTo>
                <a:lnTo>
                  <a:pt x="18825784" y="2560242"/>
                </a:lnTo>
                <a:cubicBezTo>
                  <a:pt x="18822756" y="2560242"/>
                  <a:pt x="18819596" y="2557281"/>
                  <a:pt x="18816436" y="2551357"/>
                </a:cubicBezTo>
                <a:cubicBezTo>
                  <a:pt x="18822756" y="2545432"/>
                  <a:pt x="18822756" y="2540496"/>
                  <a:pt x="18829076" y="2540496"/>
                </a:cubicBezTo>
                <a:close/>
                <a:moveTo>
                  <a:pt x="18883140" y="2540395"/>
                </a:moveTo>
                <a:lnTo>
                  <a:pt x="18880516" y="2543938"/>
                </a:lnTo>
                <a:lnTo>
                  <a:pt x="18878460" y="2546713"/>
                </a:lnTo>
                <a:close/>
                <a:moveTo>
                  <a:pt x="18884836" y="2538105"/>
                </a:moveTo>
                <a:cubicBezTo>
                  <a:pt x="18885796" y="2536809"/>
                  <a:pt x="18885556" y="2537134"/>
                  <a:pt x="18884656" y="2538349"/>
                </a:cubicBezTo>
                <a:lnTo>
                  <a:pt x="18883140" y="2540395"/>
                </a:lnTo>
                <a:close/>
                <a:moveTo>
                  <a:pt x="12449321" y="2522941"/>
                </a:moveTo>
                <a:cubicBezTo>
                  <a:pt x="12449321" y="2561628"/>
                  <a:pt x="12468666" y="2554106"/>
                  <a:pt x="12488011" y="2554106"/>
                </a:cubicBezTo>
                <a:cubicBezTo>
                  <a:pt x="12488011" y="2516495"/>
                  <a:pt x="12462218" y="2522941"/>
                  <a:pt x="12449321" y="2522941"/>
                </a:cubicBezTo>
                <a:close/>
                <a:moveTo>
                  <a:pt x="10601865" y="2522941"/>
                </a:moveTo>
                <a:cubicBezTo>
                  <a:pt x="10601865" y="2542284"/>
                  <a:pt x="10601865" y="2566999"/>
                  <a:pt x="10601865" y="2586345"/>
                </a:cubicBezTo>
                <a:cubicBezTo>
                  <a:pt x="10621210" y="2573448"/>
                  <a:pt x="10672797" y="2579897"/>
                  <a:pt x="10672797" y="2522941"/>
                </a:cubicBezTo>
                <a:cubicBezTo>
                  <a:pt x="10647003" y="2522941"/>
                  <a:pt x="10621210" y="2522941"/>
                  <a:pt x="10601865" y="2522941"/>
                </a:cubicBezTo>
                <a:close/>
                <a:moveTo>
                  <a:pt x="9789371" y="2522941"/>
                </a:moveTo>
                <a:cubicBezTo>
                  <a:pt x="9789371" y="2561628"/>
                  <a:pt x="9807641" y="2554106"/>
                  <a:pt x="9826986" y="2554106"/>
                </a:cubicBezTo>
                <a:cubicBezTo>
                  <a:pt x="9826986" y="2516495"/>
                  <a:pt x="9801193" y="2522941"/>
                  <a:pt x="9789371" y="2522941"/>
                </a:cubicBezTo>
                <a:close/>
                <a:moveTo>
                  <a:pt x="17848536" y="2521536"/>
                </a:moveTo>
                <a:cubicBezTo>
                  <a:pt x="17848536" y="2541441"/>
                  <a:pt x="17842548" y="2553605"/>
                  <a:pt x="17830572" y="2553605"/>
                </a:cubicBezTo>
                <a:cubicBezTo>
                  <a:pt x="17830572" y="2534806"/>
                  <a:pt x="17836560" y="2521536"/>
                  <a:pt x="17848536" y="2521536"/>
                </a:cubicBezTo>
                <a:close/>
                <a:moveTo>
                  <a:pt x="14695029" y="2510960"/>
                </a:moveTo>
                <a:cubicBezTo>
                  <a:pt x="14718913" y="2512710"/>
                  <a:pt x="14744408" y="2522405"/>
                  <a:pt x="14757289" y="2522405"/>
                </a:cubicBezTo>
                <a:cubicBezTo>
                  <a:pt x="14744408" y="2579497"/>
                  <a:pt x="14744408" y="2598887"/>
                  <a:pt x="14776611" y="2637665"/>
                </a:cubicBezTo>
                <a:cubicBezTo>
                  <a:pt x="14783052" y="2605350"/>
                  <a:pt x="14783052" y="2553644"/>
                  <a:pt x="14815256" y="2553644"/>
                </a:cubicBezTo>
                <a:cubicBezTo>
                  <a:pt x="14815256" y="2585960"/>
                  <a:pt x="14815256" y="2618278"/>
                  <a:pt x="14815256" y="2644129"/>
                </a:cubicBezTo>
                <a:cubicBezTo>
                  <a:pt x="14828137" y="2650591"/>
                  <a:pt x="14841019" y="2657055"/>
                  <a:pt x="14853900" y="2657055"/>
                </a:cubicBezTo>
                <a:cubicBezTo>
                  <a:pt x="14886104" y="2669982"/>
                  <a:pt x="14911866" y="2682908"/>
                  <a:pt x="14942997" y="2695834"/>
                </a:cubicBezTo>
                <a:cubicBezTo>
                  <a:pt x="14853900" y="2676445"/>
                  <a:pt x="14770171" y="2669982"/>
                  <a:pt x="14681074" y="2657055"/>
                </a:cubicBezTo>
                <a:cubicBezTo>
                  <a:pt x="14668193" y="2631203"/>
                  <a:pt x="14635989" y="2585960"/>
                  <a:pt x="14642430" y="2547181"/>
                </a:cubicBezTo>
                <a:cubicBezTo>
                  <a:pt x="14648870" y="2515403"/>
                  <a:pt x="14671145" y="2509210"/>
                  <a:pt x="14695029" y="2510960"/>
                </a:cubicBezTo>
                <a:close/>
                <a:moveTo>
                  <a:pt x="19171920" y="2497837"/>
                </a:moveTo>
                <a:cubicBezTo>
                  <a:pt x="19198028" y="2497837"/>
                  <a:pt x="19217608" y="2510134"/>
                  <a:pt x="19237188" y="2522431"/>
                </a:cubicBezTo>
                <a:cubicBezTo>
                  <a:pt x="19211080" y="2534728"/>
                  <a:pt x="19191500" y="2516283"/>
                  <a:pt x="19171920" y="2497837"/>
                </a:cubicBezTo>
                <a:close/>
                <a:moveTo>
                  <a:pt x="9860840" y="2495538"/>
                </a:moveTo>
                <a:cubicBezTo>
                  <a:pt x="9852780" y="2497149"/>
                  <a:pt x="9846331" y="2503598"/>
                  <a:pt x="9846331" y="2522941"/>
                </a:cubicBezTo>
                <a:cubicBezTo>
                  <a:pt x="9859228" y="2522941"/>
                  <a:pt x="9885021" y="2529389"/>
                  <a:pt x="9885021" y="2497149"/>
                </a:cubicBezTo>
                <a:cubicBezTo>
                  <a:pt x="9878573" y="2497149"/>
                  <a:pt x="9868901" y="2493927"/>
                  <a:pt x="9860840" y="2495538"/>
                </a:cubicBezTo>
                <a:close/>
                <a:moveTo>
                  <a:pt x="18479444" y="2483534"/>
                </a:moveTo>
                <a:lnTo>
                  <a:pt x="18477704" y="2488949"/>
                </a:lnTo>
                <a:lnTo>
                  <a:pt x="18475336" y="2496308"/>
                </a:lnTo>
                <a:close/>
                <a:moveTo>
                  <a:pt x="18425672" y="2478984"/>
                </a:moveTo>
                <a:cubicBezTo>
                  <a:pt x="18434232" y="2478984"/>
                  <a:pt x="18442788" y="2480974"/>
                  <a:pt x="18451184" y="2484158"/>
                </a:cubicBezTo>
                <a:lnTo>
                  <a:pt x="18475336" y="2496308"/>
                </a:lnTo>
                <a:lnTo>
                  <a:pt x="18475704" y="2496493"/>
                </a:lnTo>
                <a:cubicBezTo>
                  <a:pt x="18482024" y="2502860"/>
                  <a:pt x="18482024" y="2502860"/>
                  <a:pt x="18488344" y="2509226"/>
                </a:cubicBezTo>
                <a:cubicBezTo>
                  <a:pt x="18456744" y="2534692"/>
                  <a:pt x="18413560" y="2521959"/>
                  <a:pt x="18375640" y="2509226"/>
                </a:cubicBezTo>
                <a:cubicBezTo>
                  <a:pt x="18391440" y="2486943"/>
                  <a:pt x="18408556" y="2478984"/>
                  <a:pt x="18425672" y="2478984"/>
                </a:cubicBezTo>
                <a:close/>
                <a:moveTo>
                  <a:pt x="18481900" y="2475899"/>
                </a:moveTo>
                <a:lnTo>
                  <a:pt x="18480336" y="2480767"/>
                </a:lnTo>
                <a:lnTo>
                  <a:pt x="18479444" y="2483534"/>
                </a:lnTo>
                <a:close/>
                <a:moveTo>
                  <a:pt x="18482756" y="2473243"/>
                </a:moveTo>
                <a:lnTo>
                  <a:pt x="18481900" y="2475899"/>
                </a:lnTo>
                <a:lnTo>
                  <a:pt x="18481912" y="2475861"/>
                </a:lnTo>
                <a:cubicBezTo>
                  <a:pt x="18483036" y="2472371"/>
                  <a:pt x="18483596" y="2470625"/>
                  <a:pt x="18482756" y="2473243"/>
                </a:cubicBezTo>
                <a:close/>
                <a:moveTo>
                  <a:pt x="10826483" y="2464911"/>
                </a:moveTo>
                <a:cubicBezTo>
                  <a:pt x="10814661" y="2464911"/>
                  <a:pt x="10814661" y="2464911"/>
                  <a:pt x="10826483" y="2497149"/>
                </a:cubicBezTo>
                <a:cubicBezTo>
                  <a:pt x="10826483" y="2477804"/>
                  <a:pt x="10826483" y="2471358"/>
                  <a:pt x="10826483" y="2464911"/>
                </a:cubicBezTo>
                <a:close/>
                <a:moveTo>
                  <a:pt x="19170824" y="2464657"/>
                </a:moveTo>
                <a:cubicBezTo>
                  <a:pt x="19170824" y="2471077"/>
                  <a:pt x="19170824" y="2477499"/>
                  <a:pt x="19170824" y="2496762"/>
                </a:cubicBezTo>
                <a:cubicBezTo>
                  <a:pt x="19157700" y="2464657"/>
                  <a:pt x="19157700" y="2464657"/>
                  <a:pt x="19170824" y="2464657"/>
                </a:cubicBezTo>
                <a:close/>
                <a:moveTo>
                  <a:pt x="17001116" y="2464657"/>
                </a:moveTo>
                <a:cubicBezTo>
                  <a:pt x="17012704" y="2464657"/>
                  <a:pt x="17019024" y="2471077"/>
                  <a:pt x="17019024" y="2496762"/>
                </a:cubicBezTo>
                <a:cubicBezTo>
                  <a:pt x="17006384" y="2496762"/>
                  <a:pt x="17001116" y="2483920"/>
                  <a:pt x="17001116" y="2464657"/>
                </a:cubicBezTo>
                <a:close/>
                <a:moveTo>
                  <a:pt x="19625796" y="2464656"/>
                </a:moveTo>
                <a:cubicBezTo>
                  <a:pt x="19625796" y="2483920"/>
                  <a:pt x="19618968" y="2496762"/>
                  <a:pt x="19598496" y="2496762"/>
                </a:cubicBezTo>
                <a:cubicBezTo>
                  <a:pt x="19598496" y="2471077"/>
                  <a:pt x="19605320" y="2464656"/>
                  <a:pt x="19625796" y="2464656"/>
                </a:cubicBezTo>
                <a:close/>
                <a:moveTo>
                  <a:pt x="17704408" y="2460359"/>
                </a:moveTo>
                <a:cubicBezTo>
                  <a:pt x="17714492" y="2460359"/>
                  <a:pt x="17723796" y="2463666"/>
                  <a:pt x="17730000" y="2476892"/>
                </a:cubicBezTo>
                <a:cubicBezTo>
                  <a:pt x="17711388" y="2476892"/>
                  <a:pt x="17692772" y="2483507"/>
                  <a:pt x="17674160" y="2496733"/>
                </a:cubicBezTo>
                <a:cubicBezTo>
                  <a:pt x="17674160" y="2483507"/>
                  <a:pt x="17674160" y="2470279"/>
                  <a:pt x="17674160" y="2463666"/>
                </a:cubicBezTo>
                <a:cubicBezTo>
                  <a:pt x="17683468" y="2463666"/>
                  <a:pt x="17694324" y="2460359"/>
                  <a:pt x="17704408" y="2460359"/>
                </a:cubicBezTo>
                <a:close/>
                <a:moveTo>
                  <a:pt x="13332893" y="2457583"/>
                </a:moveTo>
                <a:cubicBezTo>
                  <a:pt x="13341851" y="2454704"/>
                  <a:pt x="13346970" y="2462382"/>
                  <a:pt x="13336732" y="2477737"/>
                </a:cubicBezTo>
                <a:cubicBezTo>
                  <a:pt x="13329907" y="2470913"/>
                  <a:pt x="13329907" y="2464088"/>
                  <a:pt x="13323082" y="2464088"/>
                </a:cubicBezTo>
                <a:cubicBezTo>
                  <a:pt x="13326494" y="2460675"/>
                  <a:pt x="13329907" y="2458543"/>
                  <a:pt x="13332893" y="2457583"/>
                </a:cubicBezTo>
                <a:close/>
                <a:moveTo>
                  <a:pt x="17730568" y="2450355"/>
                </a:moveTo>
                <a:lnTo>
                  <a:pt x="17726300" y="2463623"/>
                </a:lnTo>
                <a:cubicBezTo>
                  <a:pt x="17726300" y="2463623"/>
                  <a:pt x="17727420" y="2460132"/>
                  <a:pt x="17728824" y="2455770"/>
                </a:cubicBezTo>
                <a:close/>
                <a:moveTo>
                  <a:pt x="17731036" y="2445698"/>
                </a:moveTo>
                <a:lnTo>
                  <a:pt x="17732004" y="2445888"/>
                </a:lnTo>
                <a:lnTo>
                  <a:pt x="17742520" y="2447943"/>
                </a:lnTo>
                <a:cubicBezTo>
                  <a:pt x="17744164" y="2450189"/>
                  <a:pt x="17744164" y="2454680"/>
                  <a:pt x="17744164" y="2463660"/>
                </a:cubicBezTo>
                <a:lnTo>
                  <a:pt x="17731752" y="2446677"/>
                </a:lnTo>
                <a:lnTo>
                  <a:pt x="17731456" y="2447589"/>
                </a:lnTo>
                <a:lnTo>
                  <a:pt x="17730568" y="2450355"/>
                </a:lnTo>
                <a:lnTo>
                  <a:pt x="17731748" y="2446677"/>
                </a:lnTo>
                <a:close/>
                <a:moveTo>
                  <a:pt x="17733876" y="2440064"/>
                </a:moveTo>
                <a:cubicBezTo>
                  <a:pt x="17734720" y="2437446"/>
                  <a:pt x="17734156" y="2439191"/>
                  <a:pt x="17733036" y="2442682"/>
                </a:cubicBezTo>
                <a:lnTo>
                  <a:pt x="17732004" y="2445888"/>
                </a:lnTo>
                <a:close/>
                <a:moveTo>
                  <a:pt x="10916760" y="2432672"/>
                </a:moveTo>
                <a:cubicBezTo>
                  <a:pt x="10916760" y="2452014"/>
                  <a:pt x="10923208" y="2464911"/>
                  <a:pt x="10936105" y="2464911"/>
                </a:cubicBezTo>
                <a:cubicBezTo>
                  <a:pt x="10936105" y="2439119"/>
                  <a:pt x="10929656" y="2432672"/>
                  <a:pt x="10916760" y="2432672"/>
                </a:cubicBezTo>
                <a:close/>
                <a:moveTo>
                  <a:pt x="10429908" y="2432672"/>
                </a:moveTo>
                <a:cubicBezTo>
                  <a:pt x="10340706" y="2452014"/>
                  <a:pt x="10263325" y="2522941"/>
                  <a:pt x="10174123" y="2547657"/>
                </a:cubicBezTo>
                <a:cubicBezTo>
                  <a:pt x="10154778" y="2547657"/>
                  <a:pt x="10096743" y="2547657"/>
                  <a:pt x="10109639" y="2599243"/>
                </a:cubicBezTo>
                <a:cubicBezTo>
                  <a:pt x="10122536" y="2650824"/>
                  <a:pt x="10167675" y="2605690"/>
                  <a:pt x="10167675" y="2566999"/>
                </a:cubicBezTo>
                <a:cubicBezTo>
                  <a:pt x="10187020" y="2542284"/>
                  <a:pt x="10205290" y="2561628"/>
                  <a:pt x="10224635" y="2554106"/>
                </a:cubicBezTo>
                <a:cubicBezTo>
                  <a:pt x="10256877" y="2554106"/>
                  <a:pt x="10282671" y="2542284"/>
                  <a:pt x="10308464" y="2535836"/>
                </a:cubicBezTo>
                <a:cubicBezTo>
                  <a:pt x="10334257" y="2529389"/>
                  <a:pt x="10360051" y="2516495"/>
                  <a:pt x="10385844" y="2510046"/>
                </a:cubicBezTo>
                <a:cubicBezTo>
                  <a:pt x="10405189" y="2503598"/>
                  <a:pt x="10417011" y="2497149"/>
                  <a:pt x="10429908" y="2497149"/>
                </a:cubicBezTo>
                <a:cubicBezTo>
                  <a:pt x="10429908" y="2471358"/>
                  <a:pt x="10429908" y="2452014"/>
                  <a:pt x="10429908" y="2432672"/>
                </a:cubicBezTo>
                <a:close/>
                <a:moveTo>
                  <a:pt x="10032259" y="2432672"/>
                </a:moveTo>
                <a:cubicBezTo>
                  <a:pt x="10032259" y="2452014"/>
                  <a:pt x="10038707" y="2464911"/>
                  <a:pt x="10051604" y="2464911"/>
                </a:cubicBezTo>
                <a:cubicBezTo>
                  <a:pt x="10051604" y="2439119"/>
                  <a:pt x="10045156" y="2432672"/>
                  <a:pt x="10032259" y="2432672"/>
                </a:cubicBezTo>
                <a:close/>
                <a:moveTo>
                  <a:pt x="17843544" y="2431480"/>
                </a:moveTo>
                <a:cubicBezTo>
                  <a:pt x="17856516" y="2437997"/>
                  <a:pt x="17875976" y="2444514"/>
                  <a:pt x="17888948" y="2457549"/>
                </a:cubicBezTo>
                <a:cubicBezTo>
                  <a:pt x="17914892" y="2464066"/>
                  <a:pt x="17934348" y="2477100"/>
                  <a:pt x="17960292" y="2490135"/>
                </a:cubicBezTo>
                <a:cubicBezTo>
                  <a:pt x="17986236" y="2503170"/>
                  <a:pt x="18012180" y="2516204"/>
                  <a:pt x="18031640" y="2529239"/>
                </a:cubicBezTo>
                <a:cubicBezTo>
                  <a:pt x="18050016" y="2542273"/>
                  <a:pt x="18062988" y="2547704"/>
                  <a:pt x="18075960" y="2554221"/>
                </a:cubicBezTo>
                <a:cubicBezTo>
                  <a:pt x="18075960" y="2567255"/>
                  <a:pt x="18075960" y="2573773"/>
                  <a:pt x="18075960" y="2586807"/>
                </a:cubicBezTo>
                <a:cubicBezTo>
                  <a:pt x="18056500" y="2586807"/>
                  <a:pt x="18031640" y="2586807"/>
                  <a:pt x="18012180" y="2586807"/>
                </a:cubicBezTo>
                <a:cubicBezTo>
                  <a:pt x="17999208" y="2561824"/>
                  <a:pt x="17979752" y="2554221"/>
                  <a:pt x="17960292" y="2547704"/>
                </a:cubicBezTo>
                <a:cubicBezTo>
                  <a:pt x="17914892" y="2529239"/>
                  <a:pt x="17875976" y="2509687"/>
                  <a:pt x="17830572" y="2496652"/>
                </a:cubicBezTo>
                <a:cubicBezTo>
                  <a:pt x="17830572" y="2470584"/>
                  <a:pt x="17837060" y="2451032"/>
                  <a:pt x="17843544" y="2431480"/>
                </a:cubicBezTo>
                <a:close/>
                <a:moveTo>
                  <a:pt x="17147052" y="2431480"/>
                </a:moveTo>
                <a:cubicBezTo>
                  <a:pt x="17147052" y="2450745"/>
                  <a:pt x="17141064" y="2463588"/>
                  <a:pt x="17129092" y="2463588"/>
                </a:cubicBezTo>
                <a:cubicBezTo>
                  <a:pt x="17129092" y="2444323"/>
                  <a:pt x="17135076" y="2431480"/>
                  <a:pt x="17147052" y="2431480"/>
                </a:cubicBezTo>
                <a:close/>
                <a:moveTo>
                  <a:pt x="16322338" y="2431480"/>
                </a:moveTo>
                <a:cubicBezTo>
                  <a:pt x="16322338" y="2450745"/>
                  <a:pt x="16316350" y="2463588"/>
                  <a:pt x="16304374" y="2463588"/>
                </a:cubicBezTo>
                <a:cubicBezTo>
                  <a:pt x="16304374" y="2437902"/>
                  <a:pt x="16310362" y="2431480"/>
                  <a:pt x="16322338" y="2431480"/>
                </a:cubicBezTo>
                <a:close/>
                <a:moveTo>
                  <a:pt x="13824427" y="2431480"/>
                </a:moveTo>
                <a:cubicBezTo>
                  <a:pt x="13824427" y="2477774"/>
                  <a:pt x="13786123" y="2464547"/>
                  <a:pt x="13773355" y="2464547"/>
                </a:cubicBezTo>
                <a:cubicBezTo>
                  <a:pt x="13786123" y="2444707"/>
                  <a:pt x="13805275" y="2438093"/>
                  <a:pt x="13824427" y="2431480"/>
                </a:cubicBezTo>
                <a:close/>
                <a:moveTo>
                  <a:pt x="845495" y="2427183"/>
                </a:moveTo>
                <a:cubicBezTo>
                  <a:pt x="909640" y="2432309"/>
                  <a:pt x="974391" y="2467285"/>
                  <a:pt x="1032486" y="2491407"/>
                </a:cubicBezTo>
                <a:cubicBezTo>
                  <a:pt x="1116401" y="2523569"/>
                  <a:pt x="1199240" y="2554659"/>
                  <a:pt x="1283154" y="2586821"/>
                </a:cubicBezTo>
                <a:cubicBezTo>
                  <a:pt x="1283154" y="2676876"/>
                  <a:pt x="1142219" y="2567524"/>
                  <a:pt x="1122855" y="2554659"/>
                </a:cubicBezTo>
                <a:cubicBezTo>
                  <a:pt x="1013120" y="2478542"/>
                  <a:pt x="885099" y="2530001"/>
                  <a:pt x="781817" y="2433515"/>
                </a:cubicBezTo>
                <a:cubicBezTo>
                  <a:pt x="802796" y="2427083"/>
                  <a:pt x="824111" y="2425475"/>
                  <a:pt x="845495" y="2427183"/>
                </a:cubicBezTo>
                <a:close/>
                <a:moveTo>
                  <a:pt x="11472595" y="2422901"/>
                </a:moveTo>
                <a:cubicBezTo>
                  <a:pt x="11449623" y="2421390"/>
                  <a:pt x="11422419" y="2440731"/>
                  <a:pt x="11398238" y="2445566"/>
                </a:cubicBezTo>
                <a:cubicBezTo>
                  <a:pt x="11365996" y="2458463"/>
                  <a:pt x="11333754" y="2471358"/>
                  <a:pt x="11301512" y="2484256"/>
                </a:cubicBezTo>
                <a:cubicBezTo>
                  <a:pt x="11262822" y="2497149"/>
                  <a:pt x="11230580" y="2516495"/>
                  <a:pt x="11192965" y="2522941"/>
                </a:cubicBezTo>
                <a:cubicBezTo>
                  <a:pt x="11167171" y="2529389"/>
                  <a:pt x="11134929" y="2522941"/>
                  <a:pt x="11115584" y="2554106"/>
                </a:cubicBezTo>
                <a:cubicBezTo>
                  <a:pt x="11051101" y="2522941"/>
                  <a:pt x="10981243" y="2573448"/>
                  <a:pt x="10916760" y="2599243"/>
                </a:cubicBezTo>
                <a:cubicBezTo>
                  <a:pt x="10974795" y="2599243"/>
                  <a:pt x="11025307" y="2599243"/>
                  <a:pt x="11076894" y="2586345"/>
                </a:cubicBezTo>
                <a:cubicBezTo>
                  <a:pt x="11122033" y="2573448"/>
                  <a:pt x="11173620" y="2547657"/>
                  <a:pt x="11217683" y="2542284"/>
                </a:cubicBezTo>
                <a:cubicBezTo>
                  <a:pt x="11314409" y="2529389"/>
                  <a:pt x="11411134" y="2497149"/>
                  <a:pt x="11493888" y="2432672"/>
                </a:cubicBezTo>
                <a:cubicBezTo>
                  <a:pt x="11487440" y="2426225"/>
                  <a:pt x="11480253" y="2423404"/>
                  <a:pt x="11472595" y="2422901"/>
                </a:cubicBezTo>
                <a:close/>
                <a:moveTo>
                  <a:pt x="13900203" y="2400427"/>
                </a:moveTo>
                <a:cubicBezTo>
                  <a:pt x="13900203" y="2419778"/>
                  <a:pt x="13900203" y="2439119"/>
                  <a:pt x="13900203" y="2464911"/>
                </a:cubicBezTo>
                <a:cubicBezTo>
                  <a:pt x="13893755" y="2464911"/>
                  <a:pt x="13874409" y="2452014"/>
                  <a:pt x="13861513" y="2471358"/>
                </a:cubicBezTo>
                <a:cubicBezTo>
                  <a:pt x="13855064" y="2497149"/>
                  <a:pt x="13886231" y="2497149"/>
                  <a:pt x="13893755" y="2503598"/>
                </a:cubicBezTo>
                <a:cubicBezTo>
                  <a:pt x="13924922" y="2503598"/>
                  <a:pt x="13963612" y="2510046"/>
                  <a:pt x="13995854" y="2477804"/>
                </a:cubicBezTo>
                <a:cubicBezTo>
                  <a:pt x="13982957" y="2471358"/>
                  <a:pt x="13970060" y="2464911"/>
                  <a:pt x="13963612" y="2452014"/>
                </a:cubicBezTo>
                <a:cubicBezTo>
                  <a:pt x="13963612" y="2439119"/>
                  <a:pt x="13963612" y="2426225"/>
                  <a:pt x="13963612" y="2419778"/>
                </a:cubicBezTo>
                <a:cubicBezTo>
                  <a:pt x="13957163" y="2406870"/>
                  <a:pt x="13944267" y="2419778"/>
                  <a:pt x="13937818" y="2419778"/>
                </a:cubicBezTo>
                <a:cubicBezTo>
                  <a:pt x="13924922" y="2419778"/>
                  <a:pt x="13912025" y="2406870"/>
                  <a:pt x="13900203" y="2400427"/>
                </a:cubicBezTo>
                <a:close/>
                <a:moveTo>
                  <a:pt x="19041560" y="2393591"/>
                </a:moveTo>
                <a:cubicBezTo>
                  <a:pt x="19070144" y="2392376"/>
                  <a:pt x="19104508" y="2434899"/>
                  <a:pt x="19128208" y="2444618"/>
                </a:cubicBezTo>
                <a:cubicBezTo>
                  <a:pt x="19090288" y="2444618"/>
                  <a:pt x="19053424" y="2438139"/>
                  <a:pt x="19015508" y="2412219"/>
                </a:cubicBezTo>
                <a:cubicBezTo>
                  <a:pt x="19023144" y="2399260"/>
                  <a:pt x="19032028" y="2393995"/>
                  <a:pt x="19041560" y="2393591"/>
                </a:cubicBezTo>
                <a:close/>
                <a:moveTo>
                  <a:pt x="11128481" y="2381086"/>
                </a:moveTo>
                <a:cubicBezTo>
                  <a:pt x="11051101" y="2381086"/>
                  <a:pt x="11051101" y="2381086"/>
                  <a:pt x="10961898" y="2432672"/>
                </a:cubicBezTo>
                <a:cubicBezTo>
                  <a:pt x="11089791" y="2413338"/>
                  <a:pt x="11089791" y="2413338"/>
                  <a:pt x="11128481" y="2381086"/>
                </a:cubicBezTo>
                <a:close/>
                <a:moveTo>
                  <a:pt x="16987428" y="2369862"/>
                </a:moveTo>
                <a:cubicBezTo>
                  <a:pt x="17001120" y="2369862"/>
                  <a:pt x="17019024" y="2376283"/>
                  <a:pt x="17019024" y="2401967"/>
                </a:cubicBezTo>
                <a:cubicBezTo>
                  <a:pt x="17006384" y="2395546"/>
                  <a:pt x="16993744" y="2389125"/>
                  <a:pt x="16982160" y="2382704"/>
                </a:cubicBezTo>
                <a:cubicBezTo>
                  <a:pt x="16982160" y="2376283"/>
                  <a:pt x="16987428" y="2376283"/>
                  <a:pt x="16987428" y="2369862"/>
                </a:cubicBezTo>
                <a:close/>
                <a:moveTo>
                  <a:pt x="18534660" y="2366944"/>
                </a:moveTo>
                <a:cubicBezTo>
                  <a:pt x="18543128" y="2373742"/>
                  <a:pt x="18544340" y="2399727"/>
                  <a:pt x="18549180" y="2419067"/>
                </a:cubicBezTo>
                <a:cubicBezTo>
                  <a:pt x="18568536" y="2464188"/>
                  <a:pt x="18620156" y="2425513"/>
                  <a:pt x="18620156" y="2496418"/>
                </a:cubicBezTo>
                <a:cubicBezTo>
                  <a:pt x="18607248" y="2496418"/>
                  <a:pt x="18587892" y="2489973"/>
                  <a:pt x="18587892" y="2522203"/>
                </a:cubicBezTo>
                <a:cubicBezTo>
                  <a:pt x="18594344" y="2522203"/>
                  <a:pt x="18620156" y="2509311"/>
                  <a:pt x="18620156" y="2541541"/>
                </a:cubicBezTo>
                <a:cubicBezTo>
                  <a:pt x="18613704" y="2566250"/>
                  <a:pt x="18620156" y="2560878"/>
                  <a:pt x="18631984" y="2546914"/>
                </a:cubicBezTo>
                <a:cubicBezTo>
                  <a:pt x="18664248" y="2515755"/>
                  <a:pt x="18702960" y="2509311"/>
                  <a:pt x="18748128" y="2522203"/>
                </a:cubicBezTo>
                <a:lnTo>
                  <a:pt x="18765596" y="2529864"/>
                </a:lnTo>
                <a:lnTo>
                  <a:pt x="18759564" y="2520160"/>
                </a:lnTo>
                <a:cubicBezTo>
                  <a:pt x="18765548" y="2513738"/>
                  <a:pt x="18771536" y="2507316"/>
                  <a:pt x="18771536" y="2507316"/>
                </a:cubicBezTo>
                <a:cubicBezTo>
                  <a:pt x="18774532" y="2513738"/>
                  <a:pt x="18776028" y="2518554"/>
                  <a:pt x="18776028" y="2523370"/>
                </a:cubicBezTo>
                <a:lnTo>
                  <a:pt x="18773268" y="2533230"/>
                </a:lnTo>
                <a:lnTo>
                  <a:pt x="18781196" y="2536706"/>
                </a:lnTo>
                <a:cubicBezTo>
                  <a:pt x="18793296" y="2543152"/>
                  <a:pt x="18806200" y="2551210"/>
                  <a:pt x="18819104" y="2560878"/>
                </a:cubicBezTo>
                <a:cubicBezTo>
                  <a:pt x="18832008" y="2572696"/>
                  <a:pt x="18851368" y="2585588"/>
                  <a:pt x="18863196" y="2572696"/>
                </a:cubicBezTo>
                <a:cubicBezTo>
                  <a:pt x="18901912" y="2541541"/>
                  <a:pt x="18947076" y="2604927"/>
                  <a:pt x="18979340" y="2624266"/>
                </a:cubicBezTo>
                <a:cubicBezTo>
                  <a:pt x="18947076" y="2650048"/>
                  <a:pt x="18908364" y="2675834"/>
                  <a:pt x="18876100" y="2708063"/>
                </a:cubicBezTo>
                <a:cubicBezTo>
                  <a:pt x="18953528" y="2771448"/>
                  <a:pt x="19030960" y="2842360"/>
                  <a:pt x="19107312" y="2906818"/>
                </a:cubicBezTo>
                <a:cubicBezTo>
                  <a:pt x="19146028" y="2939048"/>
                  <a:pt x="19184740" y="2971278"/>
                  <a:pt x="19229908" y="3008879"/>
                </a:cubicBezTo>
                <a:cubicBezTo>
                  <a:pt x="19254644" y="3028218"/>
                  <a:pt x="19286904" y="3060446"/>
                  <a:pt x="19319168" y="3060446"/>
                </a:cubicBezTo>
                <a:cubicBezTo>
                  <a:pt x="19306264" y="3028218"/>
                  <a:pt x="19299808" y="2989542"/>
                  <a:pt x="19286904" y="2951942"/>
                </a:cubicBezTo>
                <a:cubicBezTo>
                  <a:pt x="19306264" y="2939048"/>
                  <a:pt x="19332072" y="2932601"/>
                  <a:pt x="19357880" y="2919712"/>
                </a:cubicBezTo>
                <a:cubicBezTo>
                  <a:pt x="19357880" y="2951942"/>
                  <a:pt x="19357880" y="2983096"/>
                  <a:pt x="19357880" y="3015325"/>
                </a:cubicBezTo>
                <a:cubicBezTo>
                  <a:pt x="19377240" y="3015325"/>
                  <a:pt x="19390144" y="2976653"/>
                  <a:pt x="19409500" y="2976653"/>
                </a:cubicBezTo>
                <a:cubicBezTo>
                  <a:pt x="19441764" y="2976653"/>
                  <a:pt x="19466496" y="3015325"/>
                  <a:pt x="19492308" y="3028218"/>
                </a:cubicBezTo>
                <a:cubicBezTo>
                  <a:pt x="19448216" y="3099124"/>
                  <a:pt x="19550380" y="3162515"/>
                  <a:pt x="19550380" y="3073341"/>
                </a:cubicBezTo>
                <a:cubicBezTo>
                  <a:pt x="19531020" y="3073341"/>
                  <a:pt x="19505212" y="3086232"/>
                  <a:pt x="19492308" y="3060446"/>
                </a:cubicBezTo>
                <a:cubicBezTo>
                  <a:pt x="19524568" y="3002434"/>
                  <a:pt x="19589092" y="3079786"/>
                  <a:pt x="19627808" y="3092678"/>
                </a:cubicBezTo>
                <a:cubicBezTo>
                  <a:pt x="19608452" y="3105569"/>
                  <a:pt x="19582640" y="3105569"/>
                  <a:pt x="19582640" y="3137801"/>
                </a:cubicBezTo>
                <a:cubicBezTo>
                  <a:pt x="19621356" y="3137801"/>
                  <a:pt x="19634260" y="3194740"/>
                  <a:pt x="19660068" y="3226970"/>
                </a:cubicBezTo>
                <a:cubicBezTo>
                  <a:pt x="19684804" y="3265647"/>
                  <a:pt x="19717068" y="3291431"/>
                  <a:pt x="19755780" y="3310769"/>
                </a:cubicBezTo>
                <a:cubicBezTo>
                  <a:pt x="19839664" y="3362334"/>
                  <a:pt x="19935372" y="3381680"/>
                  <a:pt x="20019256" y="3432170"/>
                </a:cubicBezTo>
                <a:cubicBezTo>
                  <a:pt x="20006348" y="3445062"/>
                  <a:pt x="20012804" y="3483739"/>
                  <a:pt x="19999896" y="3503076"/>
                </a:cubicBezTo>
                <a:cubicBezTo>
                  <a:pt x="19986992" y="3522414"/>
                  <a:pt x="19967636" y="3522414"/>
                  <a:pt x="19954732" y="3528860"/>
                </a:cubicBezTo>
                <a:cubicBezTo>
                  <a:pt x="19954732" y="3541751"/>
                  <a:pt x="19961184" y="3548197"/>
                  <a:pt x="19967636" y="3554644"/>
                </a:cubicBezTo>
                <a:cubicBezTo>
                  <a:pt x="19961184" y="3554644"/>
                  <a:pt x="19954732" y="3561091"/>
                  <a:pt x="19954732" y="3567536"/>
                </a:cubicBezTo>
                <a:lnTo>
                  <a:pt x="19956224" y="3592397"/>
                </a:lnTo>
                <a:lnTo>
                  <a:pt x="19956344" y="3594395"/>
                </a:lnTo>
                <a:cubicBezTo>
                  <a:pt x="19957956" y="3602182"/>
                  <a:pt x="19961184" y="3608356"/>
                  <a:pt x="19967636" y="3611589"/>
                </a:cubicBezTo>
                <a:cubicBezTo>
                  <a:pt x="19948280" y="3624478"/>
                  <a:pt x="19935372" y="3630923"/>
                  <a:pt x="19922468" y="3643813"/>
                </a:cubicBezTo>
                <a:cubicBezTo>
                  <a:pt x="19922468" y="3618033"/>
                  <a:pt x="19916016" y="3598691"/>
                  <a:pt x="19909564" y="3579354"/>
                </a:cubicBezTo>
                <a:cubicBezTo>
                  <a:pt x="19909564" y="3572907"/>
                  <a:pt x="19916016" y="3567536"/>
                  <a:pt x="19916016" y="3561091"/>
                </a:cubicBezTo>
                <a:cubicBezTo>
                  <a:pt x="19922468" y="3541751"/>
                  <a:pt x="19909564" y="3554644"/>
                  <a:pt x="19903112" y="3554644"/>
                </a:cubicBezTo>
                <a:cubicBezTo>
                  <a:pt x="19883752" y="3579354"/>
                  <a:pt x="19852568" y="3554644"/>
                  <a:pt x="19833208" y="3535307"/>
                </a:cubicBezTo>
                <a:cubicBezTo>
                  <a:pt x="19762232" y="3470848"/>
                  <a:pt x="19684804" y="3425725"/>
                  <a:pt x="19608452" y="3367695"/>
                </a:cubicBezTo>
                <a:cubicBezTo>
                  <a:pt x="19531020" y="3310769"/>
                  <a:pt x="19454668" y="3252754"/>
                  <a:pt x="19370788" y="3194740"/>
                </a:cubicBezTo>
                <a:cubicBezTo>
                  <a:pt x="19332072" y="3168956"/>
                  <a:pt x="19299808" y="3144246"/>
                  <a:pt x="19262172" y="3118462"/>
                </a:cubicBezTo>
                <a:cubicBezTo>
                  <a:pt x="19242812" y="3105569"/>
                  <a:pt x="19223456" y="3092678"/>
                  <a:pt x="19204100" y="3086232"/>
                </a:cubicBezTo>
                <a:cubicBezTo>
                  <a:pt x="19178288" y="3066896"/>
                  <a:pt x="19197648" y="3060446"/>
                  <a:pt x="19191196" y="3028218"/>
                </a:cubicBezTo>
                <a:cubicBezTo>
                  <a:pt x="19178288" y="2983096"/>
                  <a:pt x="19126668" y="2971278"/>
                  <a:pt x="19100860" y="2957311"/>
                </a:cubicBezTo>
                <a:cubicBezTo>
                  <a:pt x="19068600" y="2945494"/>
                  <a:pt x="19037412" y="2919712"/>
                  <a:pt x="18998696" y="2900372"/>
                </a:cubicBezTo>
                <a:cubicBezTo>
                  <a:pt x="18921268" y="2848806"/>
                  <a:pt x="18837388" y="2797226"/>
                  <a:pt x="18754580" y="2752111"/>
                </a:cubicBezTo>
                <a:cubicBezTo>
                  <a:pt x="18683604" y="2708063"/>
                  <a:pt x="18607248" y="2662938"/>
                  <a:pt x="18536272" y="2604927"/>
                </a:cubicBezTo>
                <a:cubicBezTo>
                  <a:pt x="18523368" y="2592034"/>
                  <a:pt x="18484656" y="2566250"/>
                  <a:pt x="18491108" y="2535095"/>
                </a:cubicBezTo>
                <a:cubicBezTo>
                  <a:pt x="18497560" y="2509311"/>
                  <a:pt x="18529820" y="2528649"/>
                  <a:pt x="18529820" y="2496418"/>
                </a:cubicBezTo>
                <a:cubicBezTo>
                  <a:pt x="18516916" y="2496418"/>
                  <a:pt x="18504012" y="2489973"/>
                  <a:pt x="18491108" y="2477081"/>
                </a:cubicBezTo>
                <a:cubicBezTo>
                  <a:pt x="18504012" y="2470634"/>
                  <a:pt x="18516916" y="2464188"/>
                  <a:pt x="18529820" y="2464188"/>
                </a:cubicBezTo>
                <a:cubicBezTo>
                  <a:pt x="18523368" y="2438405"/>
                  <a:pt x="18497560" y="2386835"/>
                  <a:pt x="18523368" y="2367497"/>
                </a:cubicBezTo>
                <a:cubicBezTo>
                  <a:pt x="18528208" y="2364544"/>
                  <a:pt x="18531836" y="2364678"/>
                  <a:pt x="18534660" y="2366944"/>
                </a:cubicBezTo>
                <a:close/>
                <a:moveTo>
                  <a:pt x="14178042" y="2365763"/>
                </a:moveTo>
                <a:cubicBezTo>
                  <a:pt x="14188125" y="2366531"/>
                  <a:pt x="14197432" y="2369606"/>
                  <a:pt x="14203637" y="2378829"/>
                </a:cubicBezTo>
                <a:cubicBezTo>
                  <a:pt x="14185022" y="2384977"/>
                  <a:pt x="14166408" y="2391126"/>
                  <a:pt x="14147793" y="2397274"/>
                </a:cubicBezTo>
                <a:cubicBezTo>
                  <a:pt x="14147793" y="2391126"/>
                  <a:pt x="14147793" y="2378829"/>
                  <a:pt x="14147793" y="2366531"/>
                </a:cubicBezTo>
                <a:cubicBezTo>
                  <a:pt x="14157101" y="2366531"/>
                  <a:pt x="14167959" y="2364994"/>
                  <a:pt x="14178042" y="2365763"/>
                </a:cubicBezTo>
                <a:close/>
                <a:moveTo>
                  <a:pt x="15749418" y="2360442"/>
                </a:moveTo>
                <a:cubicBezTo>
                  <a:pt x="15769250" y="2360578"/>
                  <a:pt x="15786672" y="2368725"/>
                  <a:pt x="15786672" y="2400767"/>
                </a:cubicBezTo>
                <a:cubicBezTo>
                  <a:pt x="15767374" y="2400767"/>
                  <a:pt x="15697690" y="2439870"/>
                  <a:pt x="15697690" y="2368181"/>
                </a:cubicBezTo>
                <a:cubicBezTo>
                  <a:pt x="15707338" y="2368181"/>
                  <a:pt x="15729584" y="2360306"/>
                  <a:pt x="15749418" y="2360442"/>
                </a:cubicBezTo>
                <a:close/>
                <a:moveTo>
                  <a:pt x="18389036" y="2358528"/>
                </a:moveTo>
                <a:cubicBezTo>
                  <a:pt x="18423704" y="2356568"/>
                  <a:pt x="18463592" y="2401794"/>
                  <a:pt x="18493048" y="2411447"/>
                </a:cubicBezTo>
                <a:cubicBezTo>
                  <a:pt x="18447228" y="2411447"/>
                  <a:pt x="18402500" y="2405010"/>
                  <a:pt x="18356684" y="2379282"/>
                </a:cubicBezTo>
                <a:cubicBezTo>
                  <a:pt x="18366500" y="2365077"/>
                  <a:pt x="18377480" y="2359181"/>
                  <a:pt x="18389036" y="2358528"/>
                </a:cubicBezTo>
                <a:close/>
                <a:moveTo>
                  <a:pt x="18495776" y="2349279"/>
                </a:moveTo>
                <a:cubicBezTo>
                  <a:pt x="18497416" y="2347907"/>
                  <a:pt x="18500696" y="2349653"/>
                  <a:pt x="18507260" y="2353146"/>
                </a:cubicBezTo>
                <a:cubicBezTo>
                  <a:pt x="18500696" y="2358135"/>
                  <a:pt x="18500696" y="2358135"/>
                  <a:pt x="18494136" y="2364123"/>
                </a:cubicBezTo>
                <a:cubicBezTo>
                  <a:pt x="18494136" y="2355142"/>
                  <a:pt x="18494136" y="2350651"/>
                  <a:pt x="18495776" y="2349279"/>
                </a:cubicBezTo>
                <a:close/>
                <a:moveTo>
                  <a:pt x="16969580" y="2349279"/>
                </a:moveTo>
                <a:cubicBezTo>
                  <a:pt x="16971224" y="2347907"/>
                  <a:pt x="16974504" y="2349653"/>
                  <a:pt x="16981068" y="2353146"/>
                </a:cubicBezTo>
                <a:cubicBezTo>
                  <a:pt x="16974504" y="2358135"/>
                  <a:pt x="16974504" y="2358135"/>
                  <a:pt x="16967940" y="2364123"/>
                </a:cubicBezTo>
                <a:cubicBezTo>
                  <a:pt x="16967940" y="2355142"/>
                  <a:pt x="16967940" y="2350651"/>
                  <a:pt x="16969580" y="2349279"/>
                </a:cubicBezTo>
                <a:close/>
                <a:moveTo>
                  <a:pt x="11692713" y="2348847"/>
                </a:moveTo>
                <a:cubicBezTo>
                  <a:pt x="11660471" y="2356369"/>
                  <a:pt x="11609959" y="2337027"/>
                  <a:pt x="11597062" y="2400427"/>
                </a:cubicBezTo>
                <a:cubicBezTo>
                  <a:pt x="11673368" y="2381086"/>
                  <a:pt x="11673368" y="2381086"/>
                  <a:pt x="11692713" y="2348847"/>
                </a:cubicBezTo>
                <a:close/>
                <a:moveTo>
                  <a:pt x="13918473" y="2337027"/>
                </a:moveTo>
                <a:cubicBezTo>
                  <a:pt x="13918473" y="2361740"/>
                  <a:pt x="13924922" y="2368190"/>
                  <a:pt x="13937818" y="2368190"/>
                </a:cubicBezTo>
                <a:cubicBezTo>
                  <a:pt x="13937818" y="2348847"/>
                  <a:pt x="13931370" y="2337027"/>
                  <a:pt x="13918473" y="2337027"/>
                </a:cubicBezTo>
                <a:close/>
                <a:moveTo>
                  <a:pt x="15583936" y="2336684"/>
                </a:moveTo>
                <a:cubicBezTo>
                  <a:pt x="15595910" y="2336684"/>
                  <a:pt x="15601898" y="2348849"/>
                  <a:pt x="15601898" y="2368757"/>
                </a:cubicBezTo>
                <a:cubicBezTo>
                  <a:pt x="15589924" y="2368757"/>
                  <a:pt x="15583936" y="2362120"/>
                  <a:pt x="15583936" y="2336684"/>
                </a:cubicBezTo>
                <a:close/>
                <a:moveTo>
                  <a:pt x="18265900" y="2322616"/>
                </a:moveTo>
                <a:cubicBezTo>
                  <a:pt x="18279500" y="2322616"/>
                  <a:pt x="18297004" y="2325826"/>
                  <a:pt x="18303468" y="2325826"/>
                </a:cubicBezTo>
                <a:cubicBezTo>
                  <a:pt x="18290544" y="2345090"/>
                  <a:pt x="18271152" y="2338669"/>
                  <a:pt x="18251764" y="2338669"/>
                </a:cubicBezTo>
                <a:cubicBezTo>
                  <a:pt x="18242608" y="2325826"/>
                  <a:pt x="18252304" y="2322616"/>
                  <a:pt x="18265900" y="2322616"/>
                </a:cubicBezTo>
                <a:close/>
                <a:moveTo>
                  <a:pt x="14337383" y="2322530"/>
                </a:moveTo>
                <a:cubicBezTo>
                  <a:pt x="14587803" y="2347248"/>
                  <a:pt x="14844672" y="2398834"/>
                  <a:pt x="15095092" y="2431077"/>
                </a:cubicBezTo>
                <a:cubicBezTo>
                  <a:pt x="15216540" y="2450421"/>
                  <a:pt x="15332614" y="2463317"/>
                  <a:pt x="15447614" y="2502007"/>
                </a:cubicBezTo>
                <a:cubicBezTo>
                  <a:pt x="15562614" y="2540695"/>
                  <a:pt x="15685138" y="2546069"/>
                  <a:pt x="15800138" y="2578310"/>
                </a:cubicBezTo>
                <a:cubicBezTo>
                  <a:pt x="15929110" y="2610551"/>
                  <a:pt x="16050558" y="2649240"/>
                  <a:pt x="16178454" y="2694378"/>
                </a:cubicBezTo>
                <a:cubicBezTo>
                  <a:pt x="16236492" y="2713722"/>
                  <a:pt x="16486912" y="2783576"/>
                  <a:pt x="16506258" y="2802908"/>
                </a:cubicBezTo>
                <a:cubicBezTo>
                  <a:pt x="16551398" y="2848065"/>
                  <a:pt x="16608360" y="2841618"/>
                  <a:pt x="16653500" y="2854514"/>
                </a:cubicBezTo>
                <a:cubicBezTo>
                  <a:pt x="16711538" y="2873857"/>
                  <a:pt x="16769574" y="2893202"/>
                  <a:pt x="16826540" y="2918995"/>
                </a:cubicBezTo>
                <a:cubicBezTo>
                  <a:pt x="16884576" y="2944787"/>
                  <a:pt x="16942612" y="2963057"/>
                  <a:pt x="17000652" y="2988849"/>
                </a:cubicBezTo>
                <a:cubicBezTo>
                  <a:pt x="17044716" y="3008194"/>
                  <a:pt x="17180136" y="3059779"/>
                  <a:pt x="17237100" y="3066234"/>
                </a:cubicBezTo>
                <a:cubicBezTo>
                  <a:pt x="17256444" y="3066234"/>
                  <a:pt x="17275792" y="3059779"/>
                  <a:pt x="17295136" y="3079125"/>
                </a:cubicBezTo>
                <a:cubicBezTo>
                  <a:pt x="17308032" y="3092026"/>
                  <a:pt x="17506864" y="3143608"/>
                  <a:pt x="17558452" y="3175848"/>
                </a:cubicBezTo>
                <a:cubicBezTo>
                  <a:pt x="17584248" y="3187669"/>
                  <a:pt x="17602520" y="3213464"/>
                  <a:pt x="17628312" y="3226360"/>
                </a:cubicBezTo>
                <a:cubicBezTo>
                  <a:pt x="17647660" y="3232807"/>
                  <a:pt x="17910976" y="3355321"/>
                  <a:pt x="17930320" y="3348874"/>
                </a:cubicBezTo>
                <a:cubicBezTo>
                  <a:pt x="17949668" y="3348874"/>
                  <a:pt x="17975464" y="3348874"/>
                  <a:pt x="17994808" y="3373613"/>
                </a:cubicBezTo>
                <a:cubicBezTo>
                  <a:pt x="18032424" y="3425183"/>
                  <a:pt x="18077564" y="3457419"/>
                  <a:pt x="18122704" y="3476768"/>
                </a:cubicBezTo>
                <a:cubicBezTo>
                  <a:pt x="18174292" y="3496111"/>
                  <a:pt x="18455880" y="3649795"/>
                  <a:pt x="18494572" y="3669140"/>
                </a:cubicBezTo>
                <a:cubicBezTo>
                  <a:pt x="18584852" y="3720724"/>
                  <a:pt x="18680508" y="3772311"/>
                  <a:pt x="18770788" y="3822821"/>
                </a:cubicBezTo>
                <a:cubicBezTo>
                  <a:pt x="18866440" y="3880855"/>
                  <a:pt x="18963172" y="3932447"/>
                  <a:pt x="19058824" y="3989399"/>
                </a:cubicBezTo>
                <a:cubicBezTo>
                  <a:pt x="19103964" y="4015196"/>
                  <a:pt x="19149104" y="4040988"/>
                  <a:pt x="19194244" y="4060333"/>
                </a:cubicBezTo>
                <a:cubicBezTo>
                  <a:pt x="19226488" y="4079678"/>
                  <a:pt x="19405972" y="4118365"/>
                  <a:pt x="19469384" y="4163505"/>
                </a:cubicBezTo>
                <a:cubicBezTo>
                  <a:pt x="19501628" y="4188223"/>
                  <a:pt x="19533872" y="4206396"/>
                  <a:pt x="19566112" y="4232189"/>
                </a:cubicBezTo>
                <a:cubicBezTo>
                  <a:pt x="19585460" y="4245085"/>
                  <a:pt x="19630600" y="4354705"/>
                  <a:pt x="19611252" y="4335361"/>
                </a:cubicBezTo>
                <a:cubicBezTo>
                  <a:pt x="19591908" y="4316016"/>
                  <a:pt x="19226488" y="4176401"/>
                  <a:pt x="19027656" y="4099024"/>
                </a:cubicBezTo>
                <a:cubicBezTo>
                  <a:pt x="18943824" y="4060333"/>
                  <a:pt x="18853544" y="4040988"/>
                  <a:pt x="18777236" y="3977580"/>
                </a:cubicBezTo>
                <a:cubicBezTo>
                  <a:pt x="18741768" y="3945339"/>
                  <a:pt x="18703348" y="3917933"/>
                  <a:pt x="18664116" y="3895366"/>
                </a:cubicBezTo>
                <a:lnTo>
                  <a:pt x="18615336" y="3873366"/>
                </a:lnTo>
                <a:lnTo>
                  <a:pt x="18546164" y="3842168"/>
                </a:lnTo>
                <a:cubicBezTo>
                  <a:pt x="18546164" y="3887300"/>
                  <a:pt x="18584852" y="3880855"/>
                  <a:pt x="18604200" y="3893754"/>
                </a:cubicBezTo>
                <a:cubicBezTo>
                  <a:pt x="18642892" y="3913099"/>
                  <a:pt x="18674060" y="3951788"/>
                  <a:pt x="18712752" y="3971132"/>
                </a:cubicBezTo>
                <a:cubicBezTo>
                  <a:pt x="18733708" y="3980536"/>
                  <a:pt x="18754196" y="3992024"/>
                  <a:pt x="18774348" y="4005068"/>
                </a:cubicBezTo>
                <a:lnTo>
                  <a:pt x="18788216" y="4015151"/>
                </a:lnTo>
                <a:lnTo>
                  <a:pt x="18783260" y="4000079"/>
                </a:lnTo>
                <a:cubicBezTo>
                  <a:pt x="18789244" y="3986165"/>
                  <a:pt x="18789244" y="3992589"/>
                  <a:pt x="18801220" y="4000079"/>
                </a:cubicBezTo>
                <a:cubicBezTo>
                  <a:pt x="18798228" y="4002756"/>
                  <a:pt x="18795232" y="4004093"/>
                  <a:pt x="18792988" y="4006367"/>
                </a:cubicBezTo>
                <a:lnTo>
                  <a:pt x="18789852" y="4016339"/>
                </a:lnTo>
                <a:lnTo>
                  <a:pt x="18833932" y="4048377"/>
                </a:lnTo>
                <a:cubicBezTo>
                  <a:pt x="18873160" y="4079678"/>
                  <a:pt x="18911584" y="4115143"/>
                  <a:pt x="18950272" y="4150608"/>
                </a:cubicBezTo>
                <a:cubicBezTo>
                  <a:pt x="18930928" y="4157057"/>
                  <a:pt x="18905132" y="4150608"/>
                  <a:pt x="18898684" y="4194574"/>
                </a:cubicBezTo>
                <a:cubicBezTo>
                  <a:pt x="18898684" y="4212844"/>
                  <a:pt x="18892236" y="4219292"/>
                  <a:pt x="18879340" y="4219292"/>
                </a:cubicBezTo>
                <a:cubicBezTo>
                  <a:pt x="18853544" y="4219292"/>
                  <a:pt x="18834200" y="4188223"/>
                  <a:pt x="18809480" y="4182849"/>
                </a:cubicBezTo>
                <a:cubicBezTo>
                  <a:pt x="18809480" y="4197800"/>
                  <a:pt x="18815660" y="4203710"/>
                  <a:pt x="18823584" y="4208277"/>
                </a:cubicBezTo>
                <a:lnTo>
                  <a:pt x="18835700" y="4214809"/>
                </a:lnTo>
                <a:lnTo>
                  <a:pt x="18847372" y="4208674"/>
                </a:lnTo>
                <a:cubicBezTo>
                  <a:pt x="18849616" y="4209291"/>
                  <a:pt x="18850864" y="4212007"/>
                  <a:pt x="18853360" y="4214969"/>
                </a:cubicBezTo>
                <a:cubicBezTo>
                  <a:pt x="18850864" y="4217932"/>
                  <a:pt x="18849616" y="4220894"/>
                  <a:pt x="18847372" y="4221635"/>
                </a:cubicBezTo>
                <a:lnTo>
                  <a:pt x="18837244" y="4215997"/>
                </a:lnTo>
                <a:lnTo>
                  <a:pt x="18848172" y="4225741"/>
                </a:lnTo>
                <a:cubicBezTo>
                  <a:pt x="18828824" y="4257982"/>
                  <a:pt x="18796584" y="4225741"/>
                  <a:pt x="18777236" y="4212844"/>
                </a:cubicBezTo>
                <a:cubicBezTo>
                  <a:pt x="18744992" y="4194574"/>
                  <a:pt x="18712752" y="4182849"/>
                  <a:pt x="18680508" y="4163505"/>
                </a:cubicBezTo>
                <a:cubicBezTo>
                  <a:pt x="18610648" y="4124816"/>
                  <a:pt x="18539712" y="4086126"/>
                  <a:pt x="18468780" y="4047437"/>
                </a:cubicBezTo>
                <a:cubicBezTo>
                  <a:pt x="18327984" y="3971132"/>
                  <a:pt x="18187192" y="3893754"/>
                  <a:pt x="18038872" y="3822821"/>
                </a:cubicBezTo>
                <a:cubicBezTo>
                  <a:pt x="17898080" y="3752968"/>
                  <a:pt x="17750836" y="3669140"/>
                  <a:pt x="17602520" y="3630451"/>
                </a:cubicBezTo>
                <a:cubicBezTo>
                  <a:pt x="17571352" y="3617555"/>
                  <a:pt x="17532660" y="3624002"/>
                  <a:pt x="17500416" y="3598206"/>
                </a:cubicBezTo>
                <a:cubicBezTo>
                  <a:pt x="17474620" y="3586387"/>
                  <a:pt x="17468172" y="3541249"/>
                  <a:pt x="17448828" y="3528353"/>
                </a:cubicBezTo>
                <a:cubicBezTo>
                  <a:pt x="17429480" y="3502559"/>
                  <a:pt x="17416584" y="3547694"/>
                  <a:pt x="17397240" y="3554146"/>
                </a:cubicBezTo>
                <a:cubicBezTo>
                  <a:pt x="17378968" y="3560593"/>
                  <a:pt x="17076960" y="3418733"/>
                  <a:pt x="17031820" y="3392942"/>
                </a:cubicBezTo>
                <a:cubicBezTo>
                  <a:pt x="17006024" y="3381122"/>
                  <a:pt x="16986680" y="3348874"/>
                  <a:pt x="16961960" y="3329530"/>
                </a:cubicBezTo>
                <a:cubicBezTo>
                  <a:pt x="16949060" y="3323082"/>
                  <a:pt x="16923268" y="3329530"/>
                  <a:pt x="16923268" y="3290841"/>
                </a:cubicBezTo>
                <a:cubicBezTo>
                  <a:pt x="16945836" y="3290841"/>
                  <a:pt x="16968140" y="3294066"/>
                  <a:pt x="16989636" y="3299710"/>
                </a:cubicBezTo>
                <a:lnTo>
                  <a:pt x="16998876" y="3303219"/>
                </a:lnTo>
                <a:lnTo>
                  <a:pt x="16995632" y="3290157"/>
                </a:lnTo>
                <a:cubicBezTo>
                  <a:pt x="16997876" y="3286745"/>
                  <a:pt x="17002364" y="3286745"/>
                  <a:pt x="17004860" y="3293569"/>
                </a:cubicBezTo>
                <a:cubicBezTo>
                  <a:pt x="17002364" y="3296981"/>
                  <a:pt x="17001120" y="3298689"/>
                  <a:pt x="17000496" y="3300395"/>
                </a:cubicBezTo>
                <a:lnTo>
                  <a:pt x="17000192" y="3303718"/>
                </a:lnTo>
                <a:lnTo>
                  <a:pt x="17051164" y="3323082"/>
                </a:lnTo>
                <a:cubicBezTo>
                  <a:pt x="17051164" y="3290841"/>
                  <a:pt x="17038268" y="3290841"/>
                  <a:pt x="17018920" y="3290841"/>
                </a:cubicBezTo>
                <a:cubicBezTo>
                  <a:pt x="17000652" y="3284394"/>
                  <a:pt x="16981304" y="3265049"/>
                  <a:pt x="16961960" y="3258601"/>
                </a:cubicBezTo>
                <a:cubicBezTo>
                  <a:pt x="16936164" y="3252153"/>
                  <a:pt x="16916820" y="3252153"/>
                  <a:pt x="16897472" y="3239254"/>
                </a:cubicBezTo>
                <a:cubicBezTo>
                  <a:pt x="16878128" y="3219911"/>
                  <a:pt x="16884576" y="3194117"/>
                  <a:pt x="16884576" y="3168325"/>
                </a:cubicBezTo>
                <a:cubicBezTo>
                  <a:pt x="16968408" y="3187669"/>
                  <a:pt x="17051164" y="3219911"/>
                  <a:pt x="17141444" y="3194117"/>
                </a:cubicBezTo>
                <a:cubicBezTo>
                  <a:pt x="17096304" y="3181222"/>
                  <a:pt x="17051164" y="3175848"/>
                  <a:pt x="17012472" y="3161879"/>
                </a:cubicBezTo>
                <a:cubicBezTo>
                  <a:pt x="16986680" y="3156504"/>
                  <a:pt x="16961960" y="3156504"/>
                  <a:pt x="16936164" y="3143608"/>
                </a:cubicBezTo>
                <a:cubicBezTo>
                  <a:pt x="16916820" y="3130709"/>
                  <a:pt x="16929716" y="3111367"/>
                  <a:pt x="16916820" y="3085574"/>
                </a:cubicBezTo>
                <a:cubicBezTo>
                  <a:pt x="16910372" y="3072677"/>
                  <a:pt x="16897472" y="3059779"/>
                  <a:pt x="16884576" y="3053332"/>
                </a:cubicBezTo>
                <a:cubicBezTo>
                  <a:pt x="16852332" y="3040434"/>
                  <a:pt x="16820092" y="3040434"/>
                  <a:pt x="16787848" y="3033986"/>
                </a:cubicBezTo>
                <a:cubicBezTo>
                  <a:pt x="16672846" y="3021090"/>
                  <a:pt x="16557846" y="2963057"/>
                  <a:pt x="16441772" y="2931889"/>
                </a:cubicBezTo>
                <a:cubicBezTo>
                  <a:pt x="16320324" y="2886754"/>
                  <a:pt x="15942006" y="2770680"/>
                  <a:pt x="15877520" y="2757784"/>
                </a:cubicBezTo>
                <a:cubicBezTo>
                  <a:pt x="15851726" y="2751337"/>
                  <a:pt x="15832380" y="2757784"/>
                  <a:pt x="15806586" y="2745966"/>
                </a:cubicBezTo>
                <a:cubicBezTo>
                  <a:pt x="15780792" y="2739515"/>
                  <a:pt x="15787240" y="2720168"/>
                  <a:pt x="15787240" y="2687931"/>
                </a:cubicBezTo>
                <a:cubicBezTo>
                  <a:pt x="15780792" y="2649240"/>
                  <a:pt x="15730278" y="2662135"/>
                  <a:pt x="15710932" y="2662135"/>
                </a:cubicBezTo>
                <a:cubicBezTo>
                  <a:pt x="15678690" y="2655689"/>
                  <a:pt x="15652894" y="2649240"/>
                  <a:pt x="15620652" y="2642793"/>
                </a:cubicBezTo>
                <a:cubicBezTo>
                  <a:pt x="15556166" y="2629896"/>
                  <a:pt x="15499204" y="2616998"/>
                  <a:pt x="15434718" y="2604104"/>
                </a:cubicBezTo>
                <a:cubicBezTo>
                  <a:pt x="15306820" y="2578310"/>
                  <a:pt x="15184298" y="2565413"/>
                  <a:pt x="15056400" y="2527799"/>
                </a:cubicBezTo>
                <a:cubicBezTo>
                  <a:pt x="15030606" y="2521352"/>
                  <a:pt x="15011260" y="2489110"/>
                  <a:pt x="14985466" y="2482665"/>
                </a:cubicBezTo>
                <a:cubicBezTo>
                  <a:pt x="14959672" y="2476213"/>
                  <a:pt x="14928504" y="2463317"/>
                  <a:pt x="14902709" y="2456869"/>
                </a:cubicBezTo>
                <a:cubicBezTo>
                  <a:pt x="14838223" y="2443973"/>
                  <a:pt x="14780186" y="2431077"/>
                  <a:pt x="14716775" y="2418183"/>
                </a:cubicBezTo>
                <a:cubicBezTo>
                  <a:pt x="14587803" y="2392385"/>
                  <a:pt x="14466355" y="2360144"/>
                  <a:pt x="14337383" y="2322530"/>
                </a:cubicBezTo>
                <a:close/>
                <a:moveTo>
                  <a:pt x="11757197" y="2317683"/>
                </a:moveTo>
                <a:cubicBezTo>
                  <a:pt x="11737851" y="2324131"/>
                  <a:pt x="11712058" y="2330579"/>
                  <a:pt x="11712058" y="2368190"/>
                </a:cubicBezTo>
                <a:cubicBezTo>
                  <a:pt x="11731403" y="2368190"/>
                  <a:pt x="11750748" y="2368190"/>
                  <a:pt x="11770093" y="2368190"/>
                </a:cubicBezTo>
                <a:cubicBezTo>
                  <a:pt x="11763645" y="2348847"/>
                  <a:pt x="11757197" y="2337027"/>
                  <a:pt x="11757197" y="2317683"/>
                </a:cubicBezTo>
                <a:close/>
                <a:moveTo>
                  <a:pt x="19052428" y="2312984"/>
                </a:moveTo>
                <a:cubicBezTo>
                  <a:pt x="19052428" y="2333459"/>
                  <a:pt x="19045444" y="2340284"/>
                  <a:pt x="19034468" y="2340284"/>
                </a:cubicBezTo>
                <a:cubicBezTo>
                  <a:pt x="19034468" y="2319809"/>
                  <a:pt x="19039456" y="2312984"/>
                  <a:pt x="19052428" y="2312984"/>
                </a:cubicBezTo>
                <a:close/>
                <a:moveTo>
                  <a:pt x="14280505" y="2309654"/>
                </a:moveTo>
                <a:cubicBezTo>
                  <a:pt x="14293144" y="2309654"/>
                  <a:pt x="14317369" y="2303505"/>
                  <a:pt x="14317369" y="2334248"/>
                </a:cubicBezTo>
                <a:cubicBezTo>
                  <a:pt x="14305783" y="2334248"/>
                  <a:pt x="14280505" y="2340396"/>
                  <a:pt x="14280505" y="2309654"/>
                </a:cubicBezTo>
                <a:close/>
                <a:moveTo>
                  <a:pt x="10449253" y="2291889"/>
                </a:moveTo>
                <a:cubicBezTo>
                  <a:pt x="10295567" y="2324131"/>
                  <a:pt x="10167675" y="2381086"/>
                  <a:pt x="10167675" y="2400427"/>
                </a:cubicBezTo>
                <a:cubicBezTo>
                  <a:pt x="10263325" y="2361740"/>
                  <a:pt x="10353603" y="2330579"/>
                  <a:pt x="10449253" y="2291889"/>
                </a:cubicBezTo>
                <a:close/>
                <a:moveTo>
                  <a:pt x="15292532" y="2288812"/>
                </a:moveTo>
                <a:cubicBezTo>
                  <a:pt x="15293352" y="2286253"/>
                  <a:pt x="15296634" y="2287959"/>
                  <a:pt x="15303196" y="2291371"/>
                </a:cubicBezTo>
                <a:cubicBezTo>
                  <a:pt x="15296634" y="2298195"/>
                  <a:pt x="15296634" y="2298195"/>
                  <a:pt x="15296634" y="2311846"/>
                </a:cubicBezTo>
                <a:cubicBezTo>
                  <a:pt x="15293352" y="2298195"/>
                  <a:pt x="15291710" y="2291371"/>
                  <a:pt x="15292532" y="2288812"/>
                </a:cubicBezTo>
                <a:close/>
                <a:moveTo>
                  <a:pt x="15242674" y="2279804"/>
                </a:moveTo>
                <a:cubicBezTo>
                  <a:pt x="15254648" y="2279804"/>
                  <a:pt x="15260636" y="2286226"/>
                  <a:pt x="15260636" y="2311914"/>
                </a:cubicBezTo>
                <a:cubicBezTo>
                  <a:pt x="15248660" y="2311914"/>
                  <a:pt x="15242674" y="2299068"/>
                  <a:pt x="15242674" y="2279804"/>
                </a:cubicBezTo>
                <a:close/>
                <a:moveTo>
                  <a:pt x="15152620" y="2279804"/>
                </a:moveTo>
                <a:cubicBezTo>
                  <a:pt x="15165748" y="2279804"/>
                  <a:pt x="15165748" y="2292648"/>
                  <a:pt x="15165748" y="2311914"/>
                </a:cubicBezTo>
                <a:cubicBezTo>
                  <a:pt x="15152620" y="2311914"/>
                  <a:pt x="15152620" y="2299069"/>
                  <a:pt x="15152620" y="2279804"/>
                </a:cubicBezTo>
                <a:close/>
                <a:moveTo>
                  <a:pt x="11828129" y="2278994"/>
                </a:moveTo>
                <a:cubicBezTo>
                  <a:pt x="11828129" y="2317683"/>
                  <a:pt x="11846399" y="2311236"/>
                  <a:pt x="11865744" y="2311236"/>
                </a:cubicBezTo>
                <a:cubicBezTo>
                  <a:pt x="11865744" y="2272546"/>
                  <a:pt x="11841025" y="2278994"/>
                  <a:pt x="11828129" y="2278994"/>
                </a:cubicBezTo>
                <a:close/>
                <a:moveTo>
                  <a:pt x="11789438" y="2278994"/>
                </a:moveTo>
                <a:cubicBezTo>
                  <a:pt x="11789438" y="2304791"/>
                  <a:pt x="11789438" y="2337027"/>
                  <a:pt x="11808783" y="2337027"/>
                </a:cubicBezTo>
                <a:cubicBezTo>
                  <a:pt x="11808783" y="2311236"/>
                  <a:pt x="11808783" y="2278994"/>
                  <a:pt x="11789438" y="2278994"/>
                </a:cubicBezTo>
                <a:close/>
                <a:moveTo>
                  <a:pt x="19014480" y="2276473"/>
                </a:moveTo>
                <a:cubicBezTo>
                  <a:pt x="19014480" y="2307217"/>
                  <a:pt x="18996036" y="2307217"/>
                  <a:pt x="18977588" y="2307217"/>
                </a:cubicBezTo>
                <a:cubicBezTo>
                  <a:pt x="18977588" y="2270324"/>
                  <a:pt x="19002184" y="2276473"/>
                  <a:pt x="19014480" y="2276473"/>
                </a:cubicBezTo>
                <a:close/>
                <a:moveTo>
                  <a:pt x="12830150" y="2246625"/>
                </a:moveTo>
                <a:cubicBezTo>
                  <a:pt x="12843422" y="2253153"/>
                  <a:pt x="12856693" y="2253153"/>
                  <a:pt x="12862223" y="2259680"/>
                </a:cubicBezTo>
                <a:cubicBezTo>
                  <a:pt x="12850057" y="2272734"/>
                  <a:pt x="12836786" y="2292315"/>
                  <a:pt x="12830150" y="2311896"/>
                </a:cubicBezTo>
                <a:cubicBezTo>
                  <a:pt x="12830150" y="2292315"/>
                  <a:pt x="12830150" y="2266207"/>
                  <a:pt x="12830150" y="2246625"/>
                </a:cubicBezTo>
                <a:close/>
                <a:moveTo>
                  <a:pt x="15057822" y="2246624"/>
                </a:moveTo>
                <a:cubicBezTo>
                  <a:pt x="15069796" y="2246624"/>
                  <a:pt x="15075784" y="2253047"/>
                  <a:pt x="15075784" y="2278730"/>
                </a:cubicBezTo>
                <a:cubicBezTo>
                  <a:pt x="15063810" y="2278730"/>
                  <a:pt x="15057822" y="2265888"/>
                  <a:pt x="15057822" y="2246624"/>
                </a:cubicBezTo>
                <a:close/>
                <a:moveTo>
                  <a:pt x="15000946" y="2246624"/>
                </a:moveTo>
                <a:cubicBezTo>
                  <a:pt x="15012920" y="2246624"/>
                  <a:pt x="15018908" y="2253047"/>
                  <a:pt x="15018908" y="2278730"/>
                </a:cubicBezTo>
                <a:cubicBezTo>
                  <a:pt x="15006932" y="2278730"/>
                  <a:pt x="15000946" y="2265888"/>
                  <a:pt x="15000946" y="2246624"/>
                </a:cubicBezTo>
                <a:close/>
                <a:moveTo>
                  <a:pt x="12939160" y="2246624"/>
                </a:moveTo>
                <a:cubicBezTo>
                  <a:pt x="12951135" y="2246624"/>
                  <a:pt x="12957122" y="2259467"/>
                  <a:pt x="12957122" y="2278730"/>
                </a:cubicBezTo>
                <a:cubicBezTo>
                  <a:pt x="12945147" y="2278730"/>
                  <a:pt x="12939160" y="2265889"/>
                  <a:pt x="12939160" y="2246624"/>
                </a:cubicBezTo>
                <a:close/>
                <a:moveTo>
                  <a:pt x="12887024" y="2246624"/>
                </a:moveTo>
                <a:cubicBezTo>
                  <a:pt x="12900152" y="2246624"/>
                  <a:pt x="12900152" y="2259467"/>
                  <a:pt x="12900152" y="2278730"/>
                </a:cubicBezTo>
                <a:cubicBezTo>
                  <a:pt x="12887024" y="2278730"/>
                  <a:pt x="12887024" y="2265889"/>
                  <a:pt x="12887024" y="2246624"/>
                </a:cubicBezTo>
                <a:close/>
                <a:moveTo>
                  <a:pt x="17244828" y="2243584"/>
                </a:moveTo>
                <a:cubicBezTo>
                  <a:pt x="17256460" y="2241992"/>
                  <a:pt x="17270424" y="2246766"/>
                  <a:pt x="17279728" y="2246766"/>
                </a:cubicBezTo>
                <a:cubicBezTo>
                  <a:pt x="17279728" y="2297699"/>
                  <a:pt x="17242500" y="2278600"/>
                  <a:pt x="17223884" y="2278600"/>
                </a:cubicBezTo>
                <a:cubicBezTo>
                  <a:pt x="17223884" y="2253134"/>
                  <a:pt x="17233192" y="2245175"/>
                  <a:pt x="17244828" y="2243584"/>
                </a:cubicBezTo>
                <a:close/>
                <a:moveTo>
                  <a:pt x="10504870" y="2243531"/>
                </a:moveTo>
                <a:cubicBezTo>
                  <a:pt x="10492779" y="2241919"/>
                  <a:pt x="10478270" y="2246753"/>
                  <a:pt x="10468598" y="2246753"/>
                </a:cubicBezTo>
                <a:cubicBezTo>
                  <a:pt x="10468598" y="2298334"/>
                  <a:pt x="10507289" y="2278994"/>
                  <a:pt x="10526634" y="2278994"/>
                </a:cubicBezTo>
                <a:cubicBezTo>
                  <a:pt x="10526634" y="2253207"/>
                  <a:pt x="10516961" y="2245142"/>
                  <a:pt x="10504870" y="2243531"/>
                </a:cubicBezTo>
                <a:close/>
                <a:moveTo>
                  <a:pt x="18934424" y="2241230"/>
                </a:moveTo>
                <a:cubicBezTo>
                  <a:pt x="18946396" y="2243624"/>
                  <a:pt x="18957568" y="2256393"/>
                  <a:pt x="18957568" y="2278736"/>
                </a:cubicBezTo>
                <a:cubicBezTo>
                  <a:pt x="18938416" y="2272352"/>
                  <a:pt x="18919260" y="2265969"/>
                  <a:pt x="18906492" y="2265969"/>
                </a:cubicBezTo>
                <a:cubicBezTo>
                  <a:pt x="18909684" y="2246816"/>
                  <a:pt x="18922452" y="2238836"/>
                  <a:pt x="18934424" y="2241230"/>
                </a:cubicBezTo>
                <a:close/>
                <a:moveTo>
                  <a:pt x="18874764" y="2221773"/>
                </a:moveTo>
                <a:cubicBezTo>
                  <a:pt x="18884900" y="2224079"/>
                  <a:pt x="18895960" y="2230227"/>
                  <a:pt x="18905440" y="2233302"/>
                </a:cubicBezTo>
                <a:cubicBezTo>
                  <a:pt x="18899120" y="2233302"/>
                  <a:pt x="18899120" y="2239451"/>
                  <a:pt x="18892800" y="2245599"/>
                </a:cubicBezTo>
                <a:cubicBezTo>
                  <a:pt x="18880160" y="2239451"/>
                  <a:pt x="18861200" y="2233302"/>
                  <a:pt x="18849616" y="2233302"/>
                </a:cubicBezTo>
                <a:cubicBezTo>
                  <a:pt x="18855408" y="2221003"/>
                  <a:pt x="18864624" y="2219466"/>
                  <a:pt x="18874764" y="2221773"/>
                </a:cubicBezTo>
                <a:close/>
                <a:moveTo>
                  <a:pt x="11641126" y="2220961"/>
                </a:moveTo>
                <a:cubicBezTo>
                  <a:pt x="11616407" y="2246753"/>
                  <a:pt x="11590614" y="2272546"/>
                  <a:pt x="11564820" y="2298334"/>
                </a:cubicBezTo>
                <a:cubicBezTo>
                  <a:pt x="11590614" y="2348847"/>
                  <a:pt x="11622856" y="2324131"/>
                  <a:pt x="11654023" y="2311236"/>
                </a:cubicBezTo>
                <a:cubicBezTo>
                  <a:pt x="11647574" y="2278994"/>
                  <a:pt x="11641126" y="2253207"/>
                  <a:pt x="11641126" y="2220961"/>
                </a:cubicBezTo>
                <a:close/>
                <a:moveTo>
                  <a:pt x="17184972" y="2213445"/>
                </a:moveTo>
                <a:cubicBezTo>
                  <a:pt x="17184972" y="2239131"/>
                  <a:pt x="17178984" y="2245554"/>
                  <a:pt x="17167008" y="2245554"/>
                </a:cubicBezTo>
                <a:cubicBezTo>
                  <a:pt x="17167008" y="2219865"/>
                  <a:pt x="17172996" y="2213445"/>
                  <a:pt x="17184972" y="2213445"/>
                </a:cubicBezTo>
                <a:close/>
                <a:moveTo>
                  <a:pt x="14957293" y="2213445"/>
                </a:moveTo>
                <a:cubicBezTo>
                  <a:pt x="14957293" y="2239133"/>
                  <a:pt x="14951306" y="2245554"/>
                  <a:pt x="14939331" y="2245554"/>
                </a:cubicBezTo>
                <a:cubicBezTo>
                  <a:pt x="14939331" y="2219865"/>
                  <a:pt x="14945318" y="2213445"/>
                  <a:pt x="14957293" y="2213445"/>
                </a:cubicBezTo>
                <a:close/>
                <a:moveTo>
                  <a:pt x="14906153" y="2213445"/>
                </a:moveTo>
                <a:cubicBezTo>
                  <a:pt x="14917130" y="2213445"/>
                  <a:pt x="14924115" y="2219865"/>
                  <a:pt x="14924115" y="2245554"/>
                </a:cubicBezTo>
                <a:cubicBezTo>
                  <a:pt x="14912140" y="2245554"/>
                  <a:pt x="14906153" y="2239133"/>
                  <a:pt x="14906153" y="2213445"/>
                </a:cubicBezTo>
                <a:close/>
                <a:moveTo>
                  <a:pt x="17242848" y="2199234"/>
                </a:moveTo>
                <a:cubicBezTo>
                  <a:pt x="17396656" y="2199234"/>
                  <a:pt x="17538636" y="2301716"/>
                  <a:pt x="17673088" y="2377508"/>
                </a:cubicBezTo>
                <a:cubicBezTo>
                  <a:pt x="17666632" y="2396722"/>
                  <a:pt x="17634364" y="2435154"/>
                  <a:pt x="17616080" y="2409533"/>
                </a:cubicBezTo>
                <a:cubicBezTo>
                  <a:pt x="17596720" y="2377508"/>
                  <a:pt x="17564452" y="2383913"/>
                  <a:pt x="17532184" y="2390317"/>
                </a:cubicBezTo>
                <a:cubicBezTo>
                  <a:pt x="17506368" y="2396722"/>
                  <a:pt x="17512820" y="2364698"/>
                  <a:pt x="17487008" y="2345482"/>
                </a:cubicBezTo>
                <a:cubicBezTo>
                  <a:pt x="17474100" y="2327334"/>
                  <a:pt x="17448284" y="2345482"/>
                  <a:pt x="17428924" y="2352955"/>
                </a:cubicBezTo>
                <a:cubicBezTo>
                  <a:pt x="17435380" y="2333740"/>
                  <a:pt x="17448284" y="2327334"/>
                  <a:pt x="17448284" y="2308120"/>
                </a:cubicBezTo>
                <a:cubicBezTo>
                  <a:pt x="17441832" y="2314525"/>
                  <a:pt x="17428924" y="2320931"/>
                  <a:pt x="17422472" y="2333740"/>
                </a:cubicBezTo>
                <a:cubicBezTo>
                  <a:pt x="17416016" y="2276095"/>
                  <a:pt x="17384824" y="2263284"/>
                  <a:pt x="17352556" y="2244070"/>
                </a:cubicBezTo>
                <a:cubicBezTo>
                  <a:pt x="17313836" y="2231259"/>
                  <a:pt x="17281568" y="2212043"/>
                  <a:pt x="17242848" y="2199234"/>
                </a:cubicBezTo>
                <a:close/>
                <a:moveTo>
                  <a:pt x="12282738" y="2188728"/>
                </a:moveTo>
                <a:cubicBezTo>
                  <a:pt x="12263393" y="2201616"/>
                  <a:pt x="12238674" y="2208069"/>
                  <a:pt x="12238674" y="2246753"/>
                </a:cubicBezTo>
                <a:cubicBezTo>
                  <a:pt x="12256945" y="2246753"/>
                  <a:pt x="12276290" y="2246753"/>
                  <a:pt x="12295635" y="2246753"/>
                </a:cubicBezTo>
                <a:cubicBezTo>
                  <a:pt x="12289187" y="2227413"/>
                  <a:pt x="12282738" y="2208069"/>
                  <a:pt x="12282738" y="2188728"/>
                </a:cubicBezTo>
                <a:close/>
                <a:moveTo>
                  <a:pt x="15280434" y="2183365"/>
                </a:moveTo>
                <a:lnTo>
                  <a:pt x="15286416" y="2187014"/>
                </a:lnTo>
                <a:lnTo>
                  <a:pt x="15280844" y="2185551"/>
                </a:lnTo>
                <a:close/>
                <a:moveTo>
                  <a:pt x="12468666" y="2182276"/>
                </a:moveTo>
                <a:cubicBezTo>
                  <a:pt x="12468666" y="2208069"/>
                  <a:pt x="12475114" y="2214516"/>
                  <a:pt x="12488011" y="2214516"/>
                </a:cubicBezTo>
                <a:cubicBezTo>
                  <a:pt x="12488011" y="2195172"/>
                  <a:pt x="12481563" y="2182276"/>
                  <a:pt x="12468666" y="2182276"/>
                </a:cubicBezTo>
                <a:close/>
                <a:moveTo>
                  <a:pt x="11846399" y="2182276"/>
                </a:moveTo>
                <a:cubicBezTo>
                  <a:pt x="11846399" y="2208069"/>
                  <a:pt x="11852847" y="2214516"/>
                  <a:pt x="11865744" y="2214516"/>
                </a:cubicBezTo>
                <a:cubicBezTo>
                  <a:pt x="11865744" y="2195172"/>
                  <a:pt x="11859296" y="2182276"/>
                  <a:pt x="11846399" y="2182276"/>
                </a:cubicBezTo>
                <a:close/>
                <a:moveTo>
                  <a:pt x="18661904" y="2180635"/>
                </a:moveTo>
                <a:cubicBezTo>
                  <a:pt x="18677732" y="2183857"/>
                  <a:pt x="18693564" y="2193518"/>
                  <a:pt x="18706440" y="2199959"/>
                </a:cubicBezTo>
                <a:cubicBezTo>
                  <a:pt x="18738636" y="2212842"/>
                  <a:pt x="18770828" y="2232165"/>
                  <a:pt x="18809464" y="2245047"/>
                </a:cubicBezTo>
                <a:cubicBezTo>
                  <a:pt x="18879216" y="2290136"/>
                  <a:pt x="18943604" y="2335224"/>
                  <a:pt x="19014432" y="2379238"/>
                </a:cubicBezTo>
                <a:cubicBezTo>
                  <a:pt x="18995116" y="2411447"/>
                  <a:pt x="18969360" y="2379238"/>
                  <a:pt x="18950044" y="2372798"/>
                </a:cubicBezTo>
                <a:cubicBezTo>
                  <a:pt x="18917848" y="2354548"/>
                  <a:pt x="18885656" y="2335224"/>
                  <a:pt x="18848096" y="2322341"/>
                </a:cubicBezTo>
                <a:cubicBezTo>
                  <a:pt x="18815900" y="2303019"/>
                  <a:pt x="18783708" y="2290136"/>
                  <a:pt x="18751512" y="2270812"/>
                </a:cubicBezTo>
                <a:cubicBezTo>
                  <a:pt x="18725756" y="2257930"/>
                  <a:pt x="18693564" y="2251491"/>
                  <a:pt x="18674244" y="2212842"/>
                </a:cubicBezTo>
                <a:cubicBezTo>
                  <a:pt x="18654928" y="2206400"/>
                  <a:pt x="18635612" y="2199959"/>
                  <a:pt x="18617368" y="2199959"/>
                </a:cubicBezTo>
                <a:cubicBezTo>
                  <a:pt x="18630248" y="2180635"/>
                  <a:pt x="18646076" y="2177414"/>
                  <a:pt x="18661904" y="2180635"/>
                </a:cubicBezTo>
                <a:close/>
                <a:moveTo>
                  <a:pt x="11247076" y="2180269"/>
                </a:moveTo>
                <a:cubicBezTo>
                  <a:pt x="11260204" y="2180269"/>
                  <a:pt x="11260204" y="2193111"/>
                  <a:pt x="11260204" y="2212375"/>
                </a:cubicBezTo>
                <a:cubicBezTo>
                  <a:pt x="11247076" y="2212375"/>
                  <a:pt x="11247076" y="2199532"/>
                  <a:pt x="11247076" y="2180269"/>
                </a:cubicBezTo>
                <a:close/>
                <a:moveTo>
                  <a:pt x="18811700" y="2180268"/>
                </a:moveTo>
                <a:cubicBezTo>
                  <a:pt x="18823996" y="2186416"/>
                  <a:pt x="18835268" y="2192565"/>
                  <a:pt x="18848592" y="2198714"/>
                </a:cubicBezTo>
                <a:cubicBezTo>
                  <a:pt x="18835268" y="2217160"/>
                  <a:pt x="18811700" y="2217160"/>
                  <a:pt x="18811700" y="2180268"/>
                </a:cubicBezTo>
                <a:close/>
                <a:moveTo>
                  <a:pt x="14754483" y="2180268"/>
                </a:moveTo>
                <a:cubicBezTo>
                  <a:pt x="14767326" y="2180268"/>
                  <a:pt x="14786592" y="2180268"/>
                  <a:pt x="14786592" y="2211011"/>
                </a:cubicBezTo>
                <a:cubicBezTo>
                  <a:pt x="14773748" y="2211011"/>
                  <a:pt x="14754483" y="2217160"/>
                  <a:pt x="14754483" y="2180268"/>
                </a:cubicBezTo>
                <a:close/>
                <a:moveTo>
                  <a:pt x="14697603" y="2180268"/>
                </a:moveTo>
                <a:cubicBezTo>
                  <a:pt x="14708580" y="2180268"/>
                  <a:pt x="14715565" y="2193111"/>
                  <a:pt x="14715565" y="2212374"/>
                </a:cubicBezTo>
                <a:cubicBezTo>
                  <a:pt x="14703590" y="2212374"/>
                  <a:pt x="14697603" y="2199532"/>
                  <a:pt x="14697603" y="2180268"/>
                </a:cubicBezTo>
                <a:close/>
                <a:moveTo>
                  <a:pt x="10695937" y="2175627"/>
                </a:moveTo>
                <a:cubicBezTo>
                  <a:pt x="10645458" y="2173813"/>
                  <a:pt x="10591655" y="2191949"/>
                  <a:pt x="10577146" y="2278994"/>
                </a:cubicBezTo>
                <a:cubicBezTo>
                  <a:pt x="10634106" y="2246753"/>
                  <a:pt x="10685693" y="2214516"/>
                  <a:pt x="10743729" y="2182276"/>
                </a:cubicBezTo>
                <a:cubicBezTo>
                  <a:pt x="10729220" y="2179054"/>
                  <a:pt x="10712763" y="2176230"/>
                  <a:pt x="10695937" y="2175627"/>
                </a:cubicBezTo>
                <a:close/>
                <a:moveTo>
                  <a:pt x="16337056" y="2173999"/>
                </a:moveTo>
                <a:cubicBezTo>
                  <a:pt x="16340048" y="2173999"/>
                  <a:pt x="16343042" y="2177208"/>
                  <a:pt x="16346036" y="2183630"/>
                </a:cubicBezTo>
                <a:lnTo>
                  <a:pt x="16339536" y="2197569"/>
                </a:lnTo>
                <a:lnTo>
                  <a:pt x="16341268" y="2198879"/>
                </a:lnTo>
                <a:cubicBezTo>
                  <a:pt x="16341268" y="2236109"/>
                  <a:pt x="16304374" y="2211289"/>
                  <a:pt x="16304374" y="2180265"/>
                </a:cubicBezTo>
                <a:cubicBezTo>
                  <a:pt x="16310522" y="2180265"/>
                  <a:pt x="16316672" y="2181817"/>
                  <a:pt x="16322820" y="2184919"/>
                </a:cubicBezTo>
                <a:lnTo>
                  <a:pt x="16338004" y="2196409"/>
                </a:lnTo>
                <a:lnTo>
                  <a:pt x="16328074" y="2183630"/>
                </a:lnTo>
                <a:cubicBezTo>
                  <a:pt x="16331068" y="2177208"/>
                  <a:pt x="16334062" y="2173999"/>
                  <a:pt x="16337056" y="2173999"/>
                </a:cubicBezTo>
                <a:close/>
                <a:moveTo>
                  <a:pt x="16457660" y="2170178"/>
                </a:moveTo>
                <a:cubicBezTo>
                  <a:pt x="16463106" y="2171096"/>
                  <a:pt x="16468350" y="2172727"/>
                  <a:pt x="16473190" y="2174357"/>
                </a:cubicBezTo>
                <a:cubicBezTo>
                  <a:pt x="16511916" y="2187403"/>
                  <a:pt x="16544186" y="2193925"/>
                  <a:pt x="16575380" y="2206970"/>
                </a:cubicBezTo>
                <a:cubicBezTo>
                  <a:pt x="16614106" y="2213492"/>
                  <a:pt x="16646376" y="2226537"/>
                  <a:pt x="16685100" y="2233059"/>
                </a:cubicBezTo>
                <a:cubicBezTo>
                  <a:pt x="16698008" y="2239582"/>
                  <a:pt x="16710916" y="2246104"/>
                  <a:pt x="16710916" y="2278716"/>
                </a:cubicBezTo>
                <a:cubicBezTo>
                  <a:pt x="16607650" y="2278716"/>
                  <a:pt x="16511916" y="2233059"/>
                  <a:pt x="16408650" y="2200446"/>
                </a:cubicBezTo>
                <a:cubicBezTo>
                  <a:pt x="16423172" y="2171096"/>
                  <a:pt x="16441324" y="2167428"/>
                  <a:pt x="16457660" y="2170178"/>
                </a:cubicBezTo>
                <a:close/>
                <a:moveTo>
                  <a:pt x="18613644" y="2164301"/>
                </a:moveTo>
                <a:cubicBezTo>
                  <a:pt x="18614660" y="2162804"/>
                  <a:pt x="18616688" y="2164301"/>
                  <a:pt x="18620752" y="2167294"/>
                </a:cubicBezTo>
                <a:cubicBezTo>
                  <a:pt x="18620752" y="2173282"/>
                  <a:pt x="18620752" y="2179269"/>
                  <a:pt x="18612628" y="2179269"/>
                </a:cubicBezTo>
                <a:cubicBezTo>
                  <a:pt x="18612628" y="2170288"/>
                  <a:pt x="18612628" y="2165797"/>
                  <a:pt x="18613644" y="2164301"/>
                </a:cubicBezTo>
                <a:close/>
                <a:moveTo>
                  <a:pt x="14522234" y="2151829"/>
                </a:moveTo>
                <a:cubicBezTo>
                  <a:pt x="14534531" y="2157358"/>
                  <a:pt x="14546829" y="2163994"/>
                  <a:pt x="14559126" y="2170631"/>
                </a:cubicBezTo>
                <a:cubicBezTo>
                  <a:pt x="14546829" y="2183902"/>
                  <a:pt x="14534531" y="2203809"/>
                  <a:pt x="14522234" y="2217080"/>
                </a:cubicBezTo>
                <a:cubicBezTo>
                  <a:pt x="14522234" y="2197173"/>
                  <a:pt x="14522234" y="2177265"/>
                  <a:pt x="14522234" y="2151829"/>
                </a:cubicBezTo>
                <a:close/>
                <a:moveTo>
                  <a:pt x="16147962" y="2151828"/>
                </a:moveTo>
                <a:cubicBezTo>
                  <a:pt x="16160602" y="2151828"/>
                  <a:pt x="16165868" y="2163992"/>
                  <a:pt x="16165868" y="2183897"/>
                </a:cubicBezTo>
                <a:cubicBezTo>
                  <a:pt x="16154282" y="2183897"/>
                  <a:pt x="16147962" y="2177261"/>
                  <a:pt x="16147962" y="2151828"/>
                </a:cubicBezTo>
                <a:close/>
                <a:moveTo>
                  <a:pt x="13697520" y="2151828"/>
                </a:moveTo>
                <a:cubicBezTo>
                  <a:pt x="13709107" y="2151828"/>
                  <a:pt x="13715427" y="2163992"/>
                  <a:pt x="13715427" y="2183898"/>
                </a:cubicBezTo>
                <a:cubicBezTo>
                  <a:pt x="13702787" y="2183898"/>
                  <a:pt x="13697520" y="2177262"/>
                  <a:pt x="13697520" y="2151828"/>
                </a:cubicBezTo>
                <a:close/>
                <a:moveTo>
                  <a:pt x="11318172" y="2151828"/>
                </a:moveTo>
                <a:cubicBezTo>
                  <a:pt x="11330147" y="2151828"/>
                  <a:pt x="11336134" y="2163992"/>
                  <a:pt x="11336134" y="2183898"/>
                </a:cubicBezTo>
                <a:cubicBezTo>
                  <a:pt x="11324159" y="2183898"/>
                  <a:pt x="11318172" y="2177262"/>
                  <a:pt x="11318172" y="2151828"/>
                </a:cubicBezTo>
                <a:close/>
                <a:moveTo>
                  <a:pt x="12500908" y="2151111"/>
                </a:moveTo>
                <a:cubicBezTo>
                  <a:pt x="12500908" y="2188728"/>
                  <a:pt x="12526701" y="2182276"/>
                  <a:pt x="12546046" y="2182276"/>
                </a:cubicBezTo>
                <a:cubicBezTo>
                  <a:pt x="12546046" y="2143586"/>
                  <a:pt x="12520253" y="2151111"/>
                  <a:pt x="12500908" y="2151111"/>
                </a:cubicBezTo>
                <a:close/>
                <a:moveTo>
                  <a:pt x="12014056" y="2151111"/>
                </a:moveTo>
                <a:cubicBezTo>
                  <a:pt x="12014056" y="2182276"/>
                  <a:pt x="12014056" y="2214516"/>
                  <a:pt x="12014056" y="2246753"/>
                </a:cubicBezTo>
                <a:cubicBezTo>
                  <a:pt x="11994711" y="2246753"/>
                  <a:pt x="11975366" y="2246753"/>
                  <a:pt x="11956021" y="2246753"/>
                </a:cubicBezTo>
                <a:cubicBezTo>
                  <a:pt x="11956021" y="2291889"/>
                  <a:pt x="11994711" y="2285443"/>
                  <a:pt x="12014056" y="2278994"/>
                </a:cubicBezTo>
                <a:cubicBezTo>
                  <a:pt x="12046298" y="2272546"/>
                  <a:pt x="12083914" y="2298334"/>
                  <a:pt x="12122604" y="2278994"/>
                </a:cubicBezTo>
                <a:cubicBezTo>
                  <a:pt x="12135501" y="2266099"/>
                  <a:pt x="12129052" y="2246753"/>
                  <a:pt x="12116155" y="2240307"/>
                </a:cubicBezTo>
                <a:cubicBezTo>
                  <a:pt x="12103259" y="2233859"/>
                  <a:pt x="12090362" y="2233859"/>
                  <a:pt x="12077465" y="2233859"/>
                </a:cubicBezTo>
                <a:cubicBezTo>
                  <a:pt x="12046298" y="2233859"/>
                  <a:pt x="12038775" y="2175828"/>
                  <a:pt x="12014056" y="2151111"/>
                </a:cubicBezTo>
                <a:close/>
                <a:moveTo>
                  <a:pt x="14635094" y="2143357"/>
                </a:moveTo>
                <a:cubicBezTo>
                  <a:pt x="14652478" y="2142687"/>
                  <a:pt x="14672346" y="2149120"/>
                  <a:pt x="14682280" y="2149120"/>
                </a:cubicBezTo>
                <a:cubicBezTo>
                  <a:pt x="14682280" y="2212371"/>
                  <a:pt x="14622676" y="2180210"/>
                  <a:pt x="14602808" y="2180210"/>
                </a:cubicBezTo>
                <a:cubicBezTo>
                  <a:pt x="14602808" y="2151800"/>
                  <a:pt x="14617709" y="2144027"/>
                  <a:pt x="14635094" y="2143357"/>
                </a:cubicBezTo>
                <a:close/>
                <a:moveTo>
                  <a:pt x="15190046" y="2132885"/>
                </a:moveTo>
                <a:cubicBezTo>
                  <a:pt x="15201344" y="2151950"/>
                  <a:pt x="15216274" y="2164637"/>
                  <a:pt x="15233206" y="2173044"/>
                </a:cubicBezTo>
                <a:lnTo>
                  <a:pt x="15280844" y="2185551"/>
                </a:lnTo>
                <a:lnTo>
                  <a:pt x="15285276" y="2209141"/>
                </a:lnTo>
                <a:cubicBezTo>
                  <a:pt x="15288504" y="2213975"/>
                  <a:pt x="15293346" y="2215586"/>
                  <a:pt x="15299802" y="2215586"/>
                </a:cubicBezTo>
                <a:cubicBezTo>
                  <a:pt x="15299802" y="2205919"/>
                  <a:pt x="15298188" y="2197864"/>
                  <a:pt x="15294960" y="2192225"/>
                </a:cubicBezTo>
                <a:lnTo>
                  <a:pt x="15286416" y="2187014"/>
                </a:lnTo>
                <a:lnTo>
                  <a:pt x="15288370" y="2187525"/>
                </a:lnTo>
                <a:cubicBezTo>
                  <a:pt x="15326972" y="2191420"/>
                  <a:pt x="15367056" y="2186586"/>
                  <a:pt x="15395570" y="2189810"/>
                </a:cubicBezTo>
                <a:cubicBezTo>
                  <a:pt x="15479500" y="2202698"/>
                  <a:pt x="15562354" y="2222032"/>
                  <a:pt x="15652742" y="2247805"/>
                </a:cubicBezTo>
                <a:cubicBezTo>
                  <a:pt x="15736134" y="2270361"/>
                  <a:pt x="15821140" y="2297748"/>
                  <a:pt x="15906954" y="2327420"/>
                </a:cubicBezTo>
                <a:lnTo>
                  <a:pt x="16083400" y="2390971"/>
                </a:lnTo>
                <a:lnTo>
                  <a:pt x="16078862" y="2383508"/>
                </a:lnTo>
                <a:cubicBezTo>
                  <a:pt x="16078114" y="2376283"/>
                  <a:pt x="16081106" y="2369862"/>
                  <a:pt x="16090088" y="2369862"/>
                </a:cubicBezTo>
                <a:cubicBezTo>
                  <a:pt x="16090088" y="2376283"/>
                  <a:pt x="16090088" y="2381100"/>
                  <a:pt x="16090088" y="2385915"/>
                </a:cubicBezTo>
                <a:lnTo>
                  <a:pt x="16090088" y="2393380"/>
                </a:lnTo>
                <a:lnTo>
                  <a:pt x="16166010" y="2420726"/>
                </a:lnTo>
                <a:cubicBezTo>
                  <a:pt x="16249940" y="2452947"/>
                  <a:pt x="16333870" y="2485168"/>
                  <a:pt x="16416724" y="2517388"/>
                </a:cubicBezTo>
                <a:cubicBezTo>
                  <a:pt x="16455462" y="2536721"/>
                  <a:pt x="16494200" y="2548535"/>
                  <a:pt x="16539392" y="2548535"/>
                </a:cubicBezTo>
                <a:cubicBezTo>
                  <a:pt x="16558762" y="2554979"/>
                  <a:pt x="16558762" y="2574312"/>
                  <a:pt x="16571674" y="2600090"/>
                </a:cubicBezTo>
                <a:cubicBezTo>
                  <a:pt x="16583510" y="2645198"/>
                  <a:pt x="16615790" y="2645198"/>
                  <a:pt x="16641616" y="2651642"/>
                </a:cubicBezTo>
                <a:cubicBezTo>
                  <a:pt x="16680354" y="2664532"/>
                  <a:pt x="16712634" y="2683863"/>
                  <a:pt x="16751372" y="2683863"/>
                </a:cubicBezTo>
                <a:cubicBezTo>
                  <a:pt x="16782576" y="2683863"/>
                  <a:pt x="16796564" y="2709639"/>
                  <a:pt x="16814860" y="2735416"/>
                </a:cubicBezTo>
                <a:cubicBezTo>
                  <a:pt x="16840684" y="2773006"/>
                  <a:pt x="16872964" y="2767637"/>
                  <a:pt x="16905244" y="2785893"/>
                </a:cubicBezTo>
                <a:cubicBezTo>
                  <a:pt x="16751372" y="2785893"/>
                  <a:pt x="16602878" y="2690308"/>
                  <a:pt x="16449006" y="2632309"/>
                </a:cubicBezTo>
                <a:cubicBezTo>
                  <a:pt x="16461918" y="2600090"/>
                  <a:pt x="16507112" y="2638754"/>
                  <a:pt x="16507112" y="2587200"/>
                </a:cubicBezTo>
                <a:cubicBezTo>
                  <a:pt x="16474830" y="2593644"/>
                  <a:pt x="16442550" y="2619421"/>
                  <a:pt x="16410268" y="2600090"/>
                </a:cubicBezTo>
                <a:cubicBezTo>
                  <a:pt x="16416724" y="2587200"/>
                  <a:pt x="16423182" y="2574312"/>
                  <a:pt x="16429638" y="2567868"/>
                </a:cubicBezTo>
                <a:cubicBezTo>
                  <a:pt x="16160628" y="2478722"/>
                  <a:pt x="15890544" y="2357358"/>
                  <a:pt x="15614004" y="2280027"/>
                </a:cubicBezTo>
                <a:cubicBezTo>
                  <a:pt x="15549442" y="2267140"/>
                  <a:pt x="15479500" y="2260695"/>
                  <a:pt x="15421394" y="2228474"/>
                </a:cubicBezTo>
                <a:cubicBezTo>
                  <a:pt x="15402026" y="2222032"/>
                  <a:pt x="15376200" y="2202698"/>
                  <a:pt x="15356832" y="2215586"/>
                </a:cubicBezTo>
                <a:cubicBezTo>
                  <a:pt x="15343920" y="2228474"/>
                  <a:pt x="15343920" y="2267140"/>
                  <a:pt x="15324550" y="2267140"/>
                </a:cubicBezTo>
                <a:cubicBezTo>
                  <a:pt x="15267522" y="2267140"/>
                  <a:pt x="15196502" y="2222032"/>
                  <a:pt x="15138398" y="2202698"/>
                </a:cubicBezTo>
                <a:cubicBezTo>
                  <a:pt x="15074912" y="2183365"/>
                  <a:pt x="15003894" y="2164033"/>
                  <a:pt x="14939331" y="2139329"/>
                </a:cubicBezTo>
                <a:cubicBezTo>
                  <a:pt x="15023262" y="2139329"/>
                  <a:pt x="15107192" y="2132885"/>
                  <a:pt x="15190046" y="2132885"/>
                </a:cubicBezTo>
                <a:close/>
                <a:moveTo>
                  <a:pt x="18508352" y="2125419"/>
                </a:moveTo>
                <a:cubicBezTo>
                  <a:pt x="18520652" y="2125419"/>
                  <a:pt x="18545244" y="2118648"/>
                  <a:pt x="18545244" y="2152502"/>
                </a:cubicBezTo>
                <a:cubicBezTo>
                  <a:pt x="18532948" y="2152502"/>
                  <a:pt x="18508352" y="2164916"/>
                  <a:pt x="18508352" y="2125419"/>
                </a:cubicBezTo>
                <a:close/>
                <a:moveTo>
                  <a:pt x="14919346" y="2125419"/>
                </a:moveTo>
                <a:cubicBezTo>
                  <a:pt x="14919346" y="2164916"/>
                  <a:pt x="14894751" y="2152503"/>
                  <a:pt x="14882454" y="2152503"/>
                </a:cubicBezTo>
                <a:cubicBezTo>
                  <a:pt x="14882454" y="2118648"/>
                  <a:pt x="14907049" y="2125419"/>
                  <a:pt x="14919346" y="2125419"/>
                </a:cubicBezTo>
                <a:close/>
                <a:moveTo>
                  <a:pt x="16261716" y="2123390"/>
                </a:moveTo>
                <a:cubicBezTo>
                  <a:pt x="16273690" y="2123390"/>
                  <a:pt x="16279678" y="2130215"/>
                  <a:pt x="16279678" y="2150689"/>
                </a:cubicBezTo>
                <a:cubicBezTo>
                  <a:pt x="16267704" y="2150689"/>
                  <a:pt x="16261716" y="2142727"/>
                  <a:pt x="16261716" y="2123390"/>
                </a:cubicBezTo>
                <a:close/>
                <a:moveTo>
                  <a:pt x="18693204" y="2123389"/>
                </a:moveTo>
                <a:cubicBezTo>
                  <a:pt x="18705180" y="2123389"/>
                  <a:pt x="18711168" y="2130215"/>
                  <a:pt x="18711168" y="2150689"/>
                </a:cubicBezTo>
                <a:cubicBezTo>
                  <a:pt x="18705180" y="2150689"/>
                  <a:pt x="18693204" y="2142727"/>
                  <a:pt x="18693204" y="2123389"/>
                </a:cubicBezTo>
                <a:close/>
                <a:moveTo>
                  <a:pt x="16123246" y="2118775"/>
                </a:moveTo>
                <a:lnTo>
                  <a:pt x="16125026" y="2121793"/>
                </a:lnTo>
                <a:cubicBezTo>
                  <a:pt x="16126304" y="2123963"/>
                  <a:pt x="16127104" y="2125319"/>
                  <a:pt x="16126884" y="2124947"/>
                </a:cubicBezTo>
                <a:close/>
                <a:moveTo>
                  <a:pt x="16122316" y="2117209"/>
                </a:moveTo>
                <a:lnTo>
                  <a:pt x="16122626" y="2117724"/>
                </a:lnTo>
                <a:lnTo>
                  <a:pt x="16123246" y="2118775"/>
                </a:lnTo>
                <a:close/>
                <a:moveTo>
                  <a:pt x="12411705" y="2105976"/>
                </a:moveTo>
                <a:cubicBezTo>
                  <a:pt x="12385912" y="2112430"/>
                  <a:pt x="12308532" y="2093081"/>
                  <a:pt x="12314980" y="2169380"/>
                </a:cubicBezTo>
                <a:cubicBezTo>
                  <a:pt x="12321428" y="2220961"/>
                  <a:pt x="12347222" y="2220961"/>
                  <a:pt x="12373015" y="2220961"/>
                </a:cubicBezTo>
                <a:cubicBezTo>
                  <a:pt x="12392360" y="2220961"/>
                  <a:pt x="12437499" y="2233859"/>
                  <a:pt x="12449321" y="2201616"/>
                </a:cubicBezTo>
                <a:cubicBezTo>
                  <a:pt x="12468666" y="2151111"/>
                  <a:pt x="12405257" y="2143586"/>
                  <a:pt x="12392360" y="2138215"/>
                </a:cubicBezTo>
                <a:cubicBezTo>
                  <a:pt x="12398809" y="2125320"/>
                  <a:pt x="12405257" y="2118874"/>
                  <a:pt x="12411705" y="2105976"/>
                </a:cubicBezTo>
                <a:close/>
                <a:moveTo>
                  <a:pt x="16114788" y="2104432"/>
                </a:moveTo>
                <a:cubicBezTo>
                  <a:pt x="16114788" y="2104432"/>
                  <a:pt x="16116494" y="2107326"/>
                  <a:pt x="16118628" y="2110942"/>
                </a:cubicBezTo>
                <a:lnTo>
                  <a:pt x="16120838" y="2114693"/>
                </a:lnTo>
                <a:close/>
                <a:moveTo>
                  <a:pt x="17981248" y="2101373"/>
                </a:moveTo>
                <a:cubicBezTo>
                  <a:pt x="17981248" y="2120637"/>
                  <a:pt x="17969272" y="2127057"/>
                  <a:pt x="17963284" y="2127057"/>
                </a:cubicBezTo>
                <a:cubicBezTo>
                  <a:pt x="17963284" y="2107794"/>
                  <a:pt x="17969272" y="2094952"/>
                  <a:pt x="17981248" y="2101373"/>
                </a:cubicBezTo>
                <a:close/>
                <a:moveTo>
                  <a:pt x="17104208" y="2099691"/>
                </a:moveTo>
                <a:cubicBezTo>
                  <a:pt x="17117240" y="2099691"/>
                  <a:pt x="17123760" y="2106090"/>
                  <a:pt x="17136792" y="2112489"/>
                </a:cubicBezTo>
                <a:cubicBezTo>
                  <a:pt x="17156344" y="2118887"/>
                  <a:pt x="17175896" y="2125286"/>
                  <a:pt x="17194360" y="2131685"/>
                </a:cubicBezTo>
                <a:cubicBezTo>
                  <a:pt x="17208480" y="2138083"/>
                  <a:pt x="17246496" y="2162611"/>
                  <a:pt x="17220428" y="2194605"/>
                </a:cubicBezTo>
                <a:cubicBezTo>
                  <a:pt x="17188928" y="2226598"/>
                  <a:pt x="17123760" y="2169010"/>
                  <a:pt x="17091172" y="2150880"/>
                </a:cubicBezTo>
                <a:cubicBezTo>
                  <a:pt x="17097692" y="2131685"/>
                  <a:pt x="17104208" y="2118887"/>
                  <a:pt x="17104208" y="2099691"/>
                </a:cubicBezTo>
                <a:close/>
                <a:moveTo>
                  <a:pt x="14260920" y="2099689"/>
                </a:moveTo>
                <a:cubicBezTo>
                  <a:pt x="14267326" y="2119242"/>
                  <a:pt x="14273732" y="2157259"/>
                  <a:pt x="14292950" y="2151828"/>
                </a:cubicBezTo>
                <a:cubicBezTo>
                  <a:pt x="14317506" y="2151828"/>
                  <a:pt x="14336723" y="2144225"/>
                  <a:pt x="14362347" y="2144225"/>
                </a:cubicBezTo>
                <a:cubicBezTo>
                  <a:pt x="14413594" y="2144225"/>
                  <a:pt x="14458436" y="2157259"/>
                  <a:pt x="14502209" y="2170292"/>
                </a:cubicBezTo>
                <a:cubicBezTo>
                  <a:pt x="14407188" y="2255018"/>
                  <a:pt x="14292950" y="2189845"/>
                  <a:pt x="14190455" y="2170292"/>
                </a:cubicBezTo>
                <a:cubicBezTo>
                  <a:pt x="14209673" y="2144225"/>
                  <a:pt x="14235296" y="2119242"/>
                  <a:pt x="14260920" y="2099689"/>
                </a:cubicBezTo>
                <a:close/>
                <a:moveTo>
                  <a:pt x="14190452" y="2094952"/>
                </a:moveTo>
                <a:cubicBezTo>
                  <a:pt x="14203577" y="2094952"/>
                  <a:pt x="14203577" y="2107794"/>
                  <a:pt x="14203577" y="2127058"/>
                </a:cubicBezTo>
                <a:cubicBezTo>
                  <a:pt x="14190452" y="2127058"/>
                  <a:pt x="14190452" y="2114216"/>
                  <a:pt x="14190452" y="2094952"/>
                </a:cubicBezTo>
                <a:close/>
                <a:moveTo>
                  <a:pt x="14133574" y="2094952"/>
                </a:moveTo>
                <a:cubicBezTo>
                  <a:pt x="14146699" y="2094952"/>
                  <a:pt x="14146699" y="2107794"/>
                  <a:pt x="14146699" y="2127058"/>
                </a:cubicBezTo>
                <a:cubicBezTo>
                  <a:pt x="14133574" y="2127058"/>
                  <a:pt x="14133574" y="2114216"/>
                  <a:pt x="14133574" y="2094952"/>
                </a:cubicBezTo>
                <a:close/>
                <a:moveTo>
                  <a:pt x="12431051" y="2093081"/>
                </a:moveTo>
                <a:cubicBezTo>
                  <a:pt x="12431051" y="2112430"/>
                  <a:pt x="12437499" y="2125320"/>
                  <a:pt x="12449321" y="2125320"/>
                </a:cubicBezTo>
                <a:cubicBezTo>
                  <a:pt x="12449321" y="2105976"/>
                  <a:pt x="12443947" y="2093081"/>
                  <a:pt x="12431051" y="2093081"/>
                </a:cubicBezTo>
                <a:close/>
                <a:moveTo>
                  <a:pt x="14837330" y="2086762"/>
                </a:moveTo>
                <a:cubicBezTo>
                  <a:pt x="14853886" y="2087572"/>
                  <a:pt x="14867131" y="2095672"/>
                  <a:pt x="14867131" y="2124830"/>
                </a:cubicBezTo>
                <a:cubicBezTo>
                  <a:pt x="14847264" y="2124830"/>
                  <a:pt x="14787662" y="2150749"/>
                  <a:pt x="14787662" y="2092433"/>
                </a:cubicBezTo>
                <a:cubicBezTo>
                  <a:pt x="14800907" y="2092433"/>
                  <a:pt x="14820774" y="2085953"/>
                  <a:pt x="14837330" y="2086762"/>
                </a:cubicBezTo>
                <a:close/>
                <a:moveTo>
                  <a:pt x="16905460" y="2068083"/>
                </a:moveTo>
                <a:cubicBezTo>
                  <a:pt x="16915524" y="2067979"/>
                  <a:pt x="16925588" y="2068393"/>
                  <a:pt x="16935248" y="2068393"/>
                </a:cubicBezTo>
                <a:cubicBezTo>
                  <a:pt x="16946520" y="2066737"/>
                  <a:pt x="16958128" y="2066737"/>
                  <a:pt x="16969904" y="2068083"/>
                </a:cubicBezTo>
                <a:cubicBezTo>
                  <a:pt x="17005228" y="2072118"/>
                  <a:pt x="17042064" y="2088261"/>
                  <a:pt x="17075880" y="2108129"/>
                </a:cubicBezTo>
                <a:cubicBezTo>
                  <a:pt x="17024352" y="2121375"/>
                  <a:pt x="16973896" y="2127997"/>
                  <a:pt x="16922364" y="2141243"/>
                </a:cubicBezTo>
                <a:cubicBezTo>
                  <a:pt x="16935248" y="2121375"/>
                  <a:pt x="16961012" y="2134620"/>
                  <a:pt x="16961012" y="2094884"/>
                </a:cubicBezTo>
                <a:cubicBezTo>
                  <a:pt x="16941688" y="2101507"/>
                  <a:pt x="16922364" y="2101507"/>
                  <a:pt x="16909484" y="2127997"/>
                </a:cubicBezTo>
                <a:cubicBezTo>
                  <a:pt x="16883720" y="2121375"/>
                  <a:pt x="16857952" y="2114752"/>
                  <a:pt x="16825748" y="2108129"/>
                </a:cubicBezTo>
                <a:cubicBezTo>
                  <a:pt x="16845072" y="2073360"/>
                  <a:pt x="16875264" y="2068393"/>
                  <a:pt x="16905460" y="2068083"/>
                </a:cubicBezTo>
                <a:close/>
                <a:moveTo>
                  <a:pt x="14640725" y="2061772"/>
                </a:moveTo>
                <a:cubicBezTo>
                  <a:pt x="14652700" y="2061772"/>
                  <a:pt x="14658687" y="2074615"/>
                  <a:pt x="14658687" y="2093880"/>
                </a:cubicBezTo>
                <a:cubicBezTo>
                  <a:pt x="14646712" y="2093880"/>
                  <a:pt x="14640725" y="2081037"/>
                  <a:pt x="14640725" y="2061772"/>
                </a:cubicBezTo>
                <a:close/>
                <a:moveTo>
                  <a:pt x="14602808" y="2061772"/>
                </a:moveTo>
                <a:cubicBezTo>
                  <a:pt x="14614783" y="2061772"/>
                  <a:pt x="14620770" y="2074615"/>
                  <a:pt x="14620770" y="2093881"/>
                </a:cubicBezTo>
                <a:cubicBezTo>
                  <a:pt x="14608795" y="2093881"/>
                  <a:pt x="14602808" y="2081037"/>
                  <a:pt x="14602808" y="2061772"/>
                </a:cubicBezTo>
                <a:close/>
                <a:moveTo>
                  <a:pt x="13882368" y="2061772"/>
                </a:moveTo>
                <a:cubicBezTo>
                  <a:pt x="13894343" y="2061772"/>
                  <a:pt x="13900330" y="2074616"/>
                  <a:pt x="13900330" y="2093881"/>
                </a:cubicBezTo>
                <a:cubicBezTo>
                  <a:pt x="13887357" y="2093881"/>
                  <a:pt x="13882368" y="2081038"/>
                  <a:pt x="13882368" y="2061772"/>
                </a:cubicBezTo>
                <a:close/>
                <a:moveTo>
                  <a:pt x="18584188" y="2061771"/>
                </a:moveTo>
                <a:cubicBezTo>
                  <a:pt x="18596164" y="2061771"/>
                  <a:pt x="18602152" y="2074615"/>
                  <a:pt x="18602152" y="2093880"/>
                </a:cubicBezTo>
                <a:cubicBezTo>
                  <a:pt x="18590176" y="2093880"/>
                  <a:pt x="18584188" y="2081037"/>
                  <a:pt x="18584188" y="2061771"/>
                </a:cubicBezTo>
                <a:close/>
                <a:moveTo>
                  <a:pt x="15787742" y="2061771"/>
                </a:moveTo>
                <a:cubicBezTo>
                  <a:pt x="15799716" y="2061771"/>
                  <a:pt x="15805704" y="2074615"/>
                  <a:pt x="15805704" y="2093880"/>
                </a:cubicBezTo>
                <a:cubicBezTo>
                  <a:pt x="15793728" y="2093880"/>
                  <a:pt x="15787742" y="2081037"/>
                  <a:pt x="15787742" y="2061771"/>
                </a:cubicBezTo>
                <a:close/>
                <a:moveTo>
                  <a:pt x="14076700" y="2061769"/>
                </a:moveTo>
                <a:cubicBezTo>
                  <a:pt x="14089339" y="2061769"/>
                  <a:pt x="14113564" y="2061769"/>
                  <a:pt x="14113564" y="2092513"/>
                </a:cubicBezTo>
                <a:cubicBezTo>
                  <a:pt x="14094605" y="2092513"/>
                  <a:pt x="14076700" y="2098661"/>
                  <a:pt x="14076700" y="2061769"/>
                </a:cubicBezTo>
                <a:close/>
                <a:moveTo>
                  <a:pt x="12597633" y="2060841"/>
                </a:moveTo>
                <a:cubicBezTo>
                  <a:pt x="12597633" y="2080184"/>
                  <a:pt x="12604082" y="2093081"/>
                  <a:pt x="12616978" y="2093081"/>
                </a:cubicBezTo>
                <a:cubicBezTo>
                  <a:pt x="12616978" y="2073737"/>
                  <a:pt x="12610530" y="2060841"/>
                  <a:pt x="12597633" y="2060841"/>
                </a:cubicBezTo>
                <a:close/>
                <a:moveTo>
                  <a:pt x="11089791" y="2060841"/>
                </a:moveTo>
                <a:cubicBezTo>
                  <a:pt x="11057549" y="2067288"/>
                  <a:pt x="11025307" y="2060841"/>
                  <a:pt x="10994140" y="2080184"/>
                </a:cubicBezTo>
                <a:cubicBezTo>
                  <a:pt x="10968347" y="2099528"/>
                  <a:pt x="10942553" y="2112430"/>
                  <a:pt x="10910311" y="2118874"/>
                </a:cubicBezTo>
                <a:cubicBezTo>
                  <a:pt x="10942553" y="2138215"/>
                  <a:pt x="10974795" y="2118874"/>
                  <a:pt x="11000588" y="2099528"/>
                </a:cubicBezTo>
                <a:cubicBezTo>
                  <a:pt x="11031756" y="2086632"/>
                  <a:pt x="11057549" y="2093081"/>
                  <a:pt x="11089791" y="2093081"/>
                </a:cubicBezTo>
                <a:cubicBezTo>
                  <a:pt x="11089791" y="2080184"/>
                  <a:pt x="11089791" y="2073737"/>
                  <a:pt x="11089791" y="2060841"/>
                </a:cubicBezTo>
                <a:close/>
                <a:moveTo>
                  <a:pt x="14582825" y="2058905"/>
                </a:moveTo>
                <a:cubicBezTo>
                  <a:pt x="14582825" y="2098587"/>
                  <a:pt x="14564379" y="2091973"/>
                  <a:pt x="14545933" y="2091973"/>
                </a:cubicBezTo>
                <a:cubicBezTo>
                  <a:pt x="14545933" y="2052292"/>
                  <a:pt x="14570528" y="2058905"/>
                  <a:pt x="14582825" y="2058905"/>
                </a:cubicBezTo>
                <a:close/>
                <a:moveTo>
                  <a:pt x="16127910" y="2047554"/>
                </a:moveTo>
                <a:lnTo>
                  <a:pt x="16122178" y="2116971"/>
                </a:lnTo>
                <a:lnTo>
                  <a:pt x="16121348" y="2127023"/>
                </a:lnTo>
                <a:lnTo>
                  <a:pt x="16120838" y="2114693"/>
                </a:lnTo>
                <a:lnTo>
                  <a:pt x="16119708" y="2087288"/>
                </a:lnTo>
                <a:cubicBezTo>
                  <a:pt x="16121348" y="2074043"/>
                  <a:pt x="16124630" y="2060799"/>
                  <a:pt x="16127910" y="2047554"/>
                </a:cubicBezTo>
                <a:close/>
                <a:moveTo>
                  <a:pt x="12841596" y="2035049"/>
                </a:moveTo>
                <a:cubicBezTo>
                  <a:pt x="12841596" y="2054393"/>
                  <a:pt x="12854493" y="2060841"/>
                  <a:pt x="12859867" y="2060841"/>
                </a:cubicBezTo>
                <a:cubicBezTo>
                  <a:pt x="12859867" y="2041497"/>
                  <a:pt x="12854493" y="2035049"/>
                  <a:pt x="12841596" y="2035049"/>
                </a:cubicBezTo>
                <a:close/>
                <a:moveTo>
                  <a:pt x="11109136" y="2035049"/>
                </a:moveTo>
                <a:cubicBezTo>
                  <a:pt x="11109136" y="2054393"/>
                  <a:pt x="11115584" y="2060841"/>
                  <a:pt x="11128481" y="2060841"/>
                </a:cubicBezTo>
                <a:cubicBezTo>
                  <a:pt x="11128481" y="2041497"/>
                  <a:pt x="11122033" y="2035049"/>
                  <a:pt x="11109136" y="2035049"/>
                </a:cubicBezTo>
                <a:close/>
                <a:moveTo>
                  <a:pt x="14394263" y="2033332"/>
                </a:moveTo>
                <a:cubicBezTo>
                  <a:pt x="14407106" y="2033332"/>
                  <a:pt x="14419950" y="2033332"/>
                  <a:pt x="14426372" y="2033332"/>
                </a:cubicBezTo>
                <a:cubicBezTo>
                  <a:pt x="14426372" y="2051947"/>
                  <a:pt x="14426372" y="2070561"/>
                  <a:pt x="14426372" y="2089176"/>
                </a:cubicBezTo>
                <a:cubicBezTo>
                  <a:pt x="14419950" y="2089176"/>
                  <a:pt x="14407106" y="2089176"/>
                  <a:pt x="14394263" y="2089176"/>
                </a:cubicBezTo>
                <a:cubicBezTo>
                  <a:pt x="14394263" y="2070561"/>
                  <a:pt x="14394263" y="2051947"/>
                  <a:pt x="14394263" y="2033332"/>
                </a:cubicBezTo>
                <a:close/>
                <a:moveTo>
                  <a:pt x="19829744" y="2033331"/>
                </a:moveTo>
                <a:cubicBezTo>
                  <a:pt x="19829744" y="2053805"/>
                  <a:pt x="19823756" y="2060630"/>
                  <a:pt x="19811784" y="2060630"/>
                </a:cubicBezTo>
                <a:cubicBezTo>
                  <a:pt x="19811784" y="2040156"/>
                  <a:pt x="19817772" y="2033331"/>
                  <a:pt x="19829744" y="2033331"/>
                </a:cubicBezTo>
                <a:close/>
                <a:moveTo>
                  <a:pt x="11178456" y="2031019"/>
                </a:moveTo>
                <a:cubicBezTo>
                  <a:pt x="11167171" y="2030213"/>
                  <a:pt x="11154275" y="2035049"/>
                  <a:pt x="11147826" y="2035049"/>
                </a:cubicBezTo>
                <a:cubicBezTo>
                  <a:pt x="11147826" y="2080184"/>
                  <a:pt x="11186516" y="2060841"/>
                  <a:pt x="11199413" y="2060841"/>
                </a:cubicBezTo>
                <a:cubicBezTo>
                  <a:pt x="11199413" y="2038273"/>
                  <a:pt x="11189741" y="2031825"/>
                  <a:pt x="11178456" y="2031019"/>
                </a:cubicBezTo>
                <a:close/>
                <a:moveTo>
                  <a:pt x="16039142" y="2016016"/>
                </a:moveTo>
                <a:cubicBezTo>
                  <a:pt x="16058294" y="2016016"/>
                  <a:pt x="16071062" y="2035168"/>
                  <a:pt x="16071062" y="2060704"/>
                </a:cubicBezTo>
                <a:cubicBezTo>
                  <a:pt x="16051910" y="2060704"/>
                  <a:pt x="16032758" y="2060704"/>
                  <a:pt x="16019990" y="2060704"/>
                </a:cubicBezTo>
                <a:cubicBezTo>
                  <a:pt x="16019990" y="2041552"/>
                  <a:pt x="16026374" y="2009632"/>
                  <a:pt x="16039142" y="2016016"/>
                </a:cubicBezTo>
                <a:close/>
                <a:moveTo>
                  <a:pt x="16166922" y="2000155"/>
                </a:moveTo>
                <a:cubicBezTo>
                  <a:pt x="16178896" y="2000155"/>
                  <a:pt x="16184884" y="2012997"/>
                  <a:pt x="16184884" y="2032260"/>
                </a:cubicBezTo>
                <a:cubicBezTo>
                  <a:pt x="16172908" y="2032260"/>
                  <a:pt x="16166922" y="2019418"/>
                  <a:pt x="16166922" y="2000155"/>
                </a:cubicBezTo>
                <a:close/>
                <a:moveTo>
                  <a:pt x="14299466" y="2000155"/>
                </a:moveTo>
                <a:cubicBezTo>
                  <a:pt x="14312439" y="2000155"/>
                  <a:pt x="14317428" y="2012997"/>
                  <a:pt x="14317428" y="2032260"/>
                </a:cubicBezTo>
                <a:cubicBezTo>
                  <a:pt x="14306451" y="2032260"/>
                  <a:pt x="14299466" y="2019418"/>
                  <a:pt x="14299466" y="2000155"/>
                </a:cubicBezTo>
                <a:close/>
                <a:moveTo>
                  <a:pt x="12188884" y="2000155"/>
                </a:moveTo>
                <a:cubicBezTo>
                  <a:pt x="12195313" y="2019505"/>
                  <a:pt x="12201743" y="2032405"/>
                  <a:pt x="12208172" y="2045305"/>
                </a:cubicBezTo>
                <a:cubicBezTo>
                  <a:pt x="12182454" y="2064655"/>
                  <a:pt x="12098871" y="2103355"/>
                  <a:pt x="12092441" y="2038855"/>
                </a:cubicBezTo>
                <a:cubicBezTo>
                  <a:pt x="12086012" y="2013055"/>
                  <a:pt x="12176025" y="2006605"/>
                  <a:pt x="12188884" y="2000155"/>
                </a:cubicBezTo>
                <a:close/>
                <a:moveTo>
                  <a:pt x="18451476" y="2000154"/>
                </a:moveTo>
                <a:cubicBezTo>
                  <a:pt x="18463448" y="2000154"/>
                  <a:pt x="18469436" y="2006575"/>
                  <a:pt x="18469436" y="2032260"/>
                </a:cubicBezTo>
                <a:cubicBezTo>
                  <a:pt x="18457464" y="2032260"/>
                  <a:pt x="18451476" y="2019417"/>
                  <a:pt x="18451476" y="2000154"/>
                </a:cubicBezTo>
                <a:close/>
                <a:moveTo>
                  <a:pt x="13031555" y="1999585"/>
                </a:moveTo>
                <a:cubicBezTo>
                  <a:pt x="13019464" y="1997973"/>
                  <a:pt x="13004955" y="2002809"/>
                  <a:pt x="12995282" y="2002809"/>
                </a:cubicBezTo>
                <a:cubicBezTo>
                  <a:pt x="12995282" y="2047945"/>
                  <a:pt x="13033973" y="2035049"/>
                  <a:pt x="13053318" y="2035049"/>
                </a:cubicBezTo>
                <a:cubicBezTo>
                  <a:pt x="13053318" y="2009257"/>
                  <a:pt x="13043646" y="2001197"/>
                  <a:pt x="13031555" y="1999585"/>
                </a:cubicBezTo>
                <a:close/>
                <a:moveTo>
                  <a:pt x="11286197" y="1997167"/>
                </a:moveTo>
                <a:cubicBezTo>
                  <a:pt x="11270882" y="1996361"/>
                  <a:pt x="11253149" y="2002809"/>
                  <a:pt x="11243477" y="2002809"/>
                </a:cubicBezTo>
                <a:cubicBezTo>
                  <a:pt x="11243477" y="2060841"/>
                  <a:pt x="11295064" y="2035049"/>
                  <a:pt x="11314409" y="2035049"/>
                </a:cubicBezTo>
                <a:cubicBezTo>
                  <a:pt x="11314409" y="2006033"/>
                  <a:pt x="11301512" y="1997973"/>
                  <a:pt x="11286197" y="1997167"/>
                </a:cubicBezTo>
                <a:close/>
                <a:moveTo>
                  <a:pt x="14236957" y="1995551"/>
                </a:moveTo>
                <a:cubicBezTo>
                  <a:pt x="14254341" y="1995551"/>
                  <a:pt x="14274209" y="2003497"/>
                  <a:pt x="14284143" y="2003497"/>
                </a:cubicBezTo>
                <a:cubicBezTo>
                  <a:pt x="14284143" y="2060707"/>
                  <a:pt x="14224539" y="2035280"/>
                  <a:pt x="14204671" y="2035280"/>
                </a:cubicBezTo>
                <a:cubicBezTo>
                  <a:pt x="14204671" y="2003497"/>
                  <a:pt x="14219572" y="1995551"/>
                  <a:pt x="14236957" y="1995551"/>
                </a:cubicBezTo>
                <a:close/>
                <a:moveTo>
                  <a:pt x="13735437" y="1971717"/>
                </a:moveTo>
                <a:cubicBezTo>
                  <a:pt x="13819236" y="1971717"/>
                  <a:pt x="13896588" y="1971717"/>
                  <a:pt x="13979312" y="1971717"/>
                </a:cubicBezTo>
                <a:cubicBezTo>
                  <a:pt x="13979312" y="2004218"/>
                  <a:pt x="13921298" y="2017219"/>
                  <a:pt x="13947082" y="2056220"/>
                </a:cubicBezTo>
                <a:cubicBezTo>
                  <a:pt x="13966420" y="2101721"/>
                  <a:pt x="14024434" y="2062720"/>
                  <a:pt x="14056665" y="2062720"/>
                </a:cubicBezTo>
                <a:cubicBezTo>
                  <a:pt x="14056665" y="2082221"/>
                  <a:pt x="14056665" y="2108222"/>
                  <a:pt x="14056665" y="2127722"/>
                </a:cubicBezTo>
                <a:cubicBezTo>
                  <a:pt x="14030880" y="2121222"/>
                  <a:pt x="14005096" y="2114722"/>
                  <a:pt x="13979312" y="2108222"/>
                </a:cubicBezTo>
                <a:cubicBezTo>
                  <a:pt x="13998650" y="2140723"/>
                  <a:pt x="14056665" y="2127722"/>
                  <a:pt x="14056665" y="2185141"/>
                </a:cubicBezTo>
                <a:cubicBezTo>
                  <a:pt x="14011542" y="2185141"/>
                  <a:pt x="13966420" y="2185141"/>
                  <a:pt x="13927744" y="2185141"/>
                </a:cubicBezTo>
                <a:cubicBezTo>
                  <a:pt x="13903034" y="2191641"/>
                  <a:pt x="13883696" y="2198141"/>
                  <a:pt x="13864358" y="2191641"/>
                </a:cubicBezTo>
                <a:cubicBezTo>
                  <a:pt x="13832128" y="2178641"/>
                  <a:pt x="13857912" y="2159139"/>
                  <a:pt x="13877250" y="2153723"/>
                </a:cubicBezTo>
                <a:cubicBezTo>
                  <a:pt x="13896588" y="2146140"/>
                  <a:pt x="13914852" y="2146140"/>
                  <a:pt x="13927744" y="2114722"/>
                </a:cubicBezTo>
                <a:cubicBezTo>
                  <a:pt x="13934190" y="2088721"/>
                  <a:pt x="13934190" y="2030219"/>
                  <a:pt x="13914852" y="2010719"/>
                </a:cubicBezTo>
                <a:cubicBezTo>
                  <a:pt x="13903034" y="1984718"/>
                  <a:pt x="13857912" y="2004218"/>
                  <a:pt x="13838574" y="2004218"/>
                </a:cubicBezTo>
                <a:cubicBezTo>
                  <a:pt x="13812789" y="2010719"/>
                  <a:pt x="13735437" y="2030219"/>
                  <a:pt x="13735437" y="1971717"/>
                </a:cubicBezTo>
                <a:close/>
                <a:moveTo>
                  <a:pt x="14019822" y="1971714"/>
                </a:moveTo>
                <a:cubicBezTo>
                  <a:pt x="14032119" y="1971714"/>
                  <a:pt x="14044417" y="1971714"/>
                  <a:pt x="14056714" y="1971714"/>
                </a:cubicBezTo>
                <a:cubicBezTo>
                  <a:pt x="14056714" y="1991295"/>
                  <a:pt x="14056714" y="2010876"/>
                  <a:pt x="14056714" y="2036984"/>
                </a:cubicBezTo>
                <a:cubicBezTo>
                  <a:pt x="14044417" y="2036984"/>
                  <a:pt x="14032119" y="2036984"/>
                  <a:pt x="14019822" y="2036984"/>
                </a:cubicBezTo>
                <a:cubicBezTo>
                  <a:pt x="14019822" y="2010876"/>
                  <a:pt x="14019822" y="1991295"/>
                  <a:pt x="14019822" y="1971714"/>
                </a:cubicBezTo>
                <a:close/>
                <a:moveTo>
                  <a:pt x="16619262" y="1970570"/>
                </a:moveTo>
                <a:cubicBezTo>
                  <a:pt x="16619262" y="2002809"/>
                  <a:pt x="16638608" y="2002809"/>
                  <a:pt x="16657954" y="2002809"/>
                </a:cubicBezTo>
                <a:cubicBezTo>
                  <a:pt x="16657954" y="1964122"/>
                  <a:pt x="16632160" y="1970570"/>
                  <a:pt x="16619262" y="1970570"/>
                </a:cubicBezTo>
                <a:close/>
                <a:moveTo>
                  <a:pt x="11333754" y="1970570"/>
                </a:moveTo>
                <a:cubicBezTo>
                  <a:pt x="11333754" y="1989913"/>
                  <a:pt x="11333754" y="2009257"/>
                  <a:pt x="11333754" y="2035049"/>
                </a:cubicBezTo>
                <a:cubicBezTo>
                  <a:pt x="11353099" y="2022153"/>
                  <a:pt x="11391789" y="2015705"/>
                  <a:pt x="11391789" y="1970570"/>
                </a:cubicBezTo>
                <a:cubicBezTo>
                  <a:pt x="11372444" y="1970570"/>
                  <a:pt x="11353099" y="1970570"/>
                  <a:pt x="11333754" y="1970570"/>
                </a:cubicBezTo>
                <a:close/>
                <a:moveTo>
                  <a:pt x="18202116" y="1969073"/>
                </a:moveTo>
                <a:cubicBezTo>
                  <a:pt x="18213700" y="1970705"/>
                  <a:pt x="18222916" y="1978864"/>
                  <a:pt x="18222916" y="2004972"/>
                </a:cubicBezTo>
                <a:cubicBezTo>
                  <a:pt x="18205012" y="2004972"/>
                  <a:pt x="18167092" y="2018026"/>
                  <a:pt x="18167092" y="1972337"/>
                </a:cubicBezTo>
                <a:cubicBezTo>
                  <a:pt x="18176572" y="1972337"/>
                  <a:pt x="18190528" y="1967441"/>
                  <a:pt x="18202116" y="1969073"/>
                </a:cubicBezTo>
                <a:close/>
                <a:moveTo>
                  <a:pt x="11696783" y="1960705"/>
                </a:moveTo>
                <a:cubicBezTo>
                  <a:pt x="11700195" y="1960705"/>
                  <a:pt x="11703608" y="1963916"/>
                  <a:pt x="11710433" y="1970338"/>
                </a:cubicBezTo>
                <a:cubicBezTo>
                  <a:pt x="11703608" y="1970338"/>
                  <a:pt x="11703608" y="1976760"/>
                  <a:pt x="11696783" y="1989603"/>
                </a:cubicBezTo>
                <a:cubicBezTo>
                  <a:pt x="11696783" y="1983182"/>
                  <a:pt x="11689958" y="1976760"/>
                  <a:pt x="11683133" y="1970338"/>
                </a:cubicBezTo>
                <a:cubicBezTo>
                  <a:pt x="11689958" y="1963916"/>
                  <a:pt x="11693370" y="1960705"/>
                  <a:pt x="11696783" y="1960705"/>
                </a:cubicBezTo>
                <a:close/>
                <a:moveTo>
                  <a:pt x="12365153" y="1943012"/>
                </a:moveTo>
                <a:cubicBezTo>
                  <a:pt x="12366650" y="1944592"/>
                  <a:pt x="12368146" y="1949069"/>
                  <a:pt x="12374134" y="1951702"/>
                </a:cubicBezTo>
                <a:cubicBezTo>
                  <a:pt x="12368147" y="1951702"/>
                  <a:pt x="12362159" y="1951702"/>
                  <a:pt x="12356172" y="1951702"/>
                </a:cubicBezTo>
                <a:cubicBezTo>
                  <a:pt x="12362159" y="1942749"/>
                  <a:pt x="12363656" y="1941432"/>
                  <a:pt x="12365153" y="1943012"/>
                </a:cubicBezTo>
                <a:close/>
                <a:moveTo>
                  <a:pt x="13318343" y="1938535"/>
                </a:moveTo>
                <a:cubicBezTo>
                  <a:pt x="13331570" y="1951589"/>
                  <a:pt x="13351411" y="1958116"/>
                  <a:pt x="13364638" y="1971170"/>
                </a:cubicBezTo>
                <a:cubicBezTo>
                  <a:pt x="13351411" y="1977697"/>
                  <a:pt x="13331570" y="1990751"/>
                  <a:pt x="13318343" y="2003805"/>
                </a:cubicBezTo>
                <a:cubicBezTo>
                  <a:pt x="13318343" y="1984224"/>
                  <a:pt x="13318343" y="1958116"/>
                  <a:pt x="13318343" y="1938535"/>
                </a:cubicBezTo>
                <a:close/>
                <a:moveTo>
                  <a:pt x="12421964" y="1938535"/>
                </a:moveTo>
                <a:cubicBezTo>
                  <a:pt x="12428789" y="1964643"/>
                  <a:pt x="12428789" y="1984224"/>
                  <a:pt x="12435614" y="2003805"/>
                </a:cubicBezTo>
                <a:cubicBezTo>
                  <a:pt x="12415139" y="2003805"/>
                  <a:pt x="12408314" y="1964643"/>
                  <a:pt x="12421964" y="1938535"/>
                </a:cubicBezTo>
                <a:close/>
                <a:moveTo>
                  <a:pt x="18110216" y="1938534"/>
                </a:moveTo>
                <a:cubicBezTo>
                  <a:pt x="18122192" y="1938534"/>
                  <a:pt x="18128180" y="1946026"/>
                  <a:pt x="18128180" y="1970643"/>
                </a:cubicBezTo>
                <a:cubicBezTo>
                  <a:pt x="18116204" y="1970643"/>
                  <a:pt x="18110216" y="1964221"/>
                  <a:pt x="18110216" y="1938534"/>
                </a:cubicBezTo>
                <a:close/>
                <a:moveTo>
                  <a:pt x="12383475" y="1938533"/>
                </a:moveTo>
                <a:cubicBezTo>
                  <a:pt x="12356175" y="1984828"/>
                  <a:pt x="12383475" y="1938533"/>
                  <a:pt x="12383475" y="1938533"/>
                </a:cubicBezTo>
                <a:close/>
                <a:moveTo>
                  <a:pt x="16540538" y="1935509"/>
                </a:moveTo>
                <a:cubicBezTo>
                  <a:pt x="16528448" y="1933763"/>
                  <a:pt x="16513940" y="1938330"/>
                  <a:pt x="16504266" y="1938330"/>
                </a:cubicBezTo>
                <a:cubicBezTo>
                  <a:pt x="16504266" y="1989913"/>
                  <a:pt x="16542958" y="1970570"/>
                  <a:pt x="16562302" y="1970570"/>
                </a:cubicBezTo>
                <a:cubicBezTo>
                  <a:pt x="16562302" y="1945315"/>
                  <a:pt x="16552630" y="1937255"/>
                  <a:pt x="16540538" y="1935509"/>
                </a:cubicBezTo>
                <a:close/>
                <a:moveTo>
                  <a:pt x="13512141" y="1934663"/>
                </a:moveTo>
                <a:cubicBezTo>
                  <a:pt x="13527677" y="1935620"/>
                  <a:pt x="13540053" y="1943823"/>
                  <a:pt x="13540053" y="1972809"/>
                </a:cubicBezTo>
                <a:cubicBezTo>
                  <a:pt x="13521094" y="1972809"/>
                  <a:pt x="13465271" y="1999059"/>
                  <a:pt x="13465271" y="1939995"/>
                </a:cubicBezTo>
                <a:cubicBezTo>
                  <a:pt x="13477910" y="1939995"/>
                  <a:pt x="13496605" y="1933706"/>
                  <a:pt x="13512141" y="1934663"/>
                </a:cubicBezTo>
                <a:close/>
                <a:moveTo>
                  <a:pt x="17463408" y="1927584"/>
                </a:moveTo>
                <a:lnTo>
                  <a:pt x="17462720" y="1930268"/>
                </a:lnTo>
                <a:cubicBezTo>
                  <a:pt x="17461692" y="1934257"/>
                  <a:pt x="17460872" y="1937447"/>
                  <a:pt x="17460872" y="1937447"/>
                </a:cubicBezTo>
                <a:close/>
                <a:moveTo>
                  <a:pt x="11635483" y="1919987"/>
                </a:moveTo>
                <a:lnTo>
                  <a:pt x="11632840" y="1930269"/>
                </a:lnTo>
                <a:cubicBezTo>
                  <a:pt x="11631814" y="1934257"/>
                  <a:pt x="11630994" y="1937447"/>
                  <a:pt x="11630994" y="1937447"/>
                </a:cubicBezTo>
                <a:cubicBezTo>
                  <a:pt x="11632635" y="1931066"/>
                  <a:pt x="11633865" y="1926280"/>
                  <a:pt x="11634762" y="1922791"/>
                </a:cubicBezTo>
                <a:close/>
                <a:moveTo>
                  <a:pt x="12375132" y="1919572"/>
                </a:moveTo>
                <a:cubicBezTo>
                  <a:pt x="12387429" y="1919572"/>
                  <a:pt x="12399727" y="1919572"/>
                  <a:pt x="12412024" y="1919572"/>
                </a:cubicBezTo>
                <a:cubicBezTo>
                  <a:pt x="12405876" y="1925892"/>
                  <a:pt x="12405876" y="1932212"/>
                  <a:pt x="12405876" y="1937479"/>
                </a:cubicBezTo>
                <a:cubicBezTo>
                  <a:pt x="12393578" y="1937479"/>
                  <a:pt x="12381281" y="1932212"/>
                  <a:pt x="12375132" y="1919572"/>
                </a:cubicBezTo>
                <a:close/>
                <a:moveTo>
                  <a:pt x="11526130" y="1913613"/>
                </a:moveTo>
                <a:cubicBezTo>
                  <a:pt x="11506785" y="1920063"/>
                  <a:pt x="11430479" y="1932957"/>
                  <a:pt x="11448750" y="1989913"/>
                </a:cubicBezTo>
                <a:cubicBezTo>
                  <a:pt x="11461646" y="1938330"/>
                  <a:pt x="11506785" y="1970570"/>
                  <a:pt x="11526130" y="1970570"/>
                </a:cubicBezTo>
                <a:cubicBezTo>
                  <a:pt x="11526130" y="1951226"/>
                  <a:pt x="11526130" y="1932957"/>
                  <a:pt x="11526130" y="1913613"/>
                </a:cubicBezTo>
                <a:close/>
                <a:moveTo>
                  <a:pt x="17427460" y="1907166"/>
                </a:moveTo>
                <a:cubicBezTo>
                  <a:pt x="17427460" y="1945853"/>
                  <a:pt x="17453252" y="1945853"/>
                  <a:pt x="17466152" y="1951226"/>
                </a:cubicBezTo>
                <a:cubicBezTo>
                  <a:pt x="17472600" y="1943435"/>
                  <a:pt x="17474212" y="1937189"/>
                  <a:pt x="17472800" y="1932101"/>
                </a:cubicBezTo>
                <a:lnTo>
                  <a:pt x="17464508" y="1923313"/>
                </a:lnTo>
                <a:lnTo>
                  <a:pt x="17461312" y="1919928"/>
                </a:lnTo>
                <a:cubicBezTo>
                  <a:pt x="17450028" y="1913614"/>
                  <a:pt x="17433908" y="1910390"/>
                  <a:pt x="17427460" y="1907166"/>
                </a:cubicBezTo>
                <a:close/>
                <a:moveTo>
                  <a:pt x="13639647" y="1905357"/>
                </a:moveTo>
                <a:cubicBezTo>
                  <a:pt x="13639647" y="1925263"/>
                  <a:pt x="13633660" y="1937427"/>
                  <a:pt x="13621685" y="1937427"/>
                </a:cubicBezTo>
                <a:cubicBezTo>
                  <a:pt x="13621685" y="1918627"/>
                  <a:pt x="13627672" y="1905357"/>
                  <a:pt x="13639647" y="1905357"/>
                </a:cubicBezTo>
                <a:close/>
                <a:moveTo>
                  <a:pt x="12468929" y="1905357"/>
                </a:moveTo>
                <a:cubicBezTo>
                  <a:pt x="12468929" y="1931898"/>
                  <a:pt x="12462942" y="1937427"/>
                  <a:pt x="12450967" y="1937427"/>
                </a:cubicBezTo>
                <a:cubicBezTo>
                  <a:pt x="12450967" y="1918627"/>
                  <a:pt x="12457952" y="1905357"/>
                  <a:pt x="12468929" y="1905357"/>
                </a:cubicBezTo>
                <a:close/>
                <a:moveTo>
                  <a:pt x="16455904" y="1901389"/>
                </a:moveTo>
                <a:cubicBezTo>
                  <a:pt x="16439782" y="1900718"/>
                  <a:pt x="16420438" y="1907166"/>
                  <a:pt x="16407542" y="1907166"/>
                </a:cubicBezTo>
                <a:cubicBezTo>
                  <a:pt x="16407542" y="1970570"/>
                  <a:pt x="16465578" y="1938330"/>
                  <a:pt x="16484922" y="1938330"/>
                </a:cubicBezTo>
                <a:cubicBezTo>
                  <a:pt x="16484922" y="1909852"/>
                  <a:pt x="16472024" y="1902061"/>
                  <a:pt x="16455904" y="1901389"/>
                </a:cubicBezTo>
                <a:close/>
                <a:moveTo>
                  <a:pt x="11958362" y="1872181"/>
                </a:moveTo>
                <a:cubicBezTo>
                  <a:pt x="11958362" y="1910960"/>
                  <a:pt x="11971187" y="1935736"/>
                  <a:pt x="11939124" y="1943277"/>
                </a:cubicBezTo>
                <a:cubicBezTo>
                  <a:pt x="11919887" y="1943277"/>
                  <a:pt x="11926299" y="1974516"/>
                  <a:pt x="11926299" y="2000369"/>
                </a:cubicBezTo>
                <a:cubicBezTo>
                  <a:pt x="11900649" y="1974516"/>
                  <a:pt x="11868586" y="1955126"/>
                  <a:pt x="11844005" y="1980979"/>
                </a:cubicBezTo>
                <a:cubicBezTo>
                  <a:pt x="11824767" y="1993906"/>
                  <a:pt x="11799117" y="2013295"/>
                  <a:pt x="11773467" y="2013295"/>
                </a:cubicBezTo>
                <a:cubicBezTo>
                  <a:pt x="11779879" y="2000369"/>
                  <a:pt x="11786292" y="1987443"/>
                  <a:pt x="11792704" y="1980979"/>
                </a:cubicBezTo>
                <a:cubicBezTo>
                  <a:pt x="11779879" y="1974516"/>
                  <a:pt x="11767054" y="1968052"/>
                  <a:pt x="11754229" y="1968052"/>
                </a:cubicBezTo>
                <a:cubicBezTo>
                  <a:pt x="11754229" y="1904497"/>
                  <a:pt x="11792704" y="1898034"/>
                  <a:pt x="11824767" y="1898034"/>
                </a:cubicBezTo>
                <a:cubicBezTo>
                  <a:pt x="11868586" y="1885107"/>
                  <a:pt x="11913474" y="1878644"/>
                  <a:pt x="11958362" y="1872181"/>
                </a:cubicBezTo>
                <a:close/>
                <a:moveTo>
                  <a:pt x="16363748" y="1869283"/>
                </a:moveTo>
                <a:cubicBezTo>
                  <a:pt x="16347090" y="1868478"/>
                  <a:pt x="16328012" y="1874926"/>
                  <a:pt x="16318338" y="1874926"/>
                </a:cubicBezTo>
                <a:cubicBezTo>
                  <a:pt x="16318338" y="1938330"/>
                  <a:pt x="16368852" y="1907166"/>
                  <a:pt x="16394646" y="1907166"/>
                </a:cubicBezTo>
                <a:cubicBezTo>
                  <a:pt x="16394646" y="1878155"/>
                  <a:pt x="16380406" y="1870090"/>
                  <a:pt x="16363748" y="1869283"/>
                </a:cubicBezTo>
                <a:close/>
                <a:moveTo>
                  <a:pt x="19033468" y="1848478"/>
                </a:moveTo>
                <a:cubicBezTo>
                  <a:pt x="19033468" y="1868953"/>
                  <a:pt x="19027480" y="1875778"/>
                  <a:pt x="19015508" y="1875778"/>
                </a:cubicBezTo>
                <a:cubicBezTo>
                  <a:pt x="19015508" y="1855303"/>
                  <a:pt x="19021492" y="1848478"/>
                  <a:pt x="19033468" y="1848478"/>
                </a:cubicBezTo>
                <a:close/>
                <a:moveTo>
                  <a:pt x="12029867" y="1846457"/>
                </a:moveTo>
                <a:cubicBezTo>
                  <a:pt x="12058053" y="1851076"/>
                  <a:pt x="12093100" y="1881955"/>
                  <a:pt x="12113368" y="1890055"/>
                </a:cubicBezTo>
                <a:cubicBezTo>
                  <a:pt x="12067967" y="1890055"/>
                  <a:pt x="12030132" y="1883575"/>
                  <a:pt x="11991217" y="1877096"/>
                </a:cubicBezTo>
                <a:cubicBezTo>
                  <a:pt x="11998514" y="1850367"/>
                  <a:pt x="12012955" y="1843685"/>
                  <a:pt x="12029867" y="1846457"/>
                </a:cubicBezTo>
                <a:close/>
                <a:moveTo>
                  <a:pt x="16267558" y="1842686"/>
                </a:moveTo>
                <a:cubicBezTo>
                  <a:pt x="16250632" y="1842686"/>
                  <a:pt x="16231286" y="1849134"/>
                  <a:pt x="16221614" y="1849134"/>
                </a:cubicBezTo>
                <a:cubicBezTo>
                  <a:pt x="16221614" y="1907166"/>
                  <a:pt x="16279650" y="1874926"/>
                  <a:pt x="16298994" y="1874926"/>
                </a:cubicBezTo>
                <a:cubicBezTo>
                  <a:pt x="16298994" y="1849134"/>
                  <a:pt x="16284484" y="1842686"/>
                  <a:pt x="16267558" y="1842686"/>
                </a:cubicBezTo>
                <a:close/>
                <a:moveTo>
                  <a:pt x="12897459" y="1819784"/>
                </a:moveTo>
                <a:cubicBezTo>
                  <a:pt x="12908296" y="1815173"/>
                  <a:pt x="12919133" y="1824396"/>
                  <a:pt x="12919133" y="1847453"/>
                </a:cubicBezTo>
                <a:cubicBezTo>
                  <a:pt x="12906289" y="1841304"/>
                  <a:pt x="12893446" y="1835156"/>
                  <a:pt x="12887024" y="1829007"/>
                </a:cubicBezTo>
                <a:cubicBezTo>
                  <a:pt x="12890235" y="1824396"/>
                  <a:pt x="12893847" y="1821321"/>
                  <a:pt x="12897459" y="1819784"/>
                </a:cubicBezTo>
                <a:close/>
                <a:moveTo>
                  <a:pt x="16163578" y="1816895"/>
                </a:moveTo>
                <a:cubicBezTo>
                  <a:pt x="16163578" y="1849134"/>
                  <a:pt x="16189372" y="1849134"/>
                  <a:pt x="16202270" y="1849134"/>
                </a:cubicBezTo>
                <a:cubicBezTo>
                  <a:pt x="16202270" y="1810447"/>
                  <a:pt x="16182924" y="1816895"/>
                  <a:pt x="16163578" y="1816895"/>
                </a:cubicBezTo>
                <a:close/>
                <a:moveTo>
                  <a:pt x="16125962" y="1816895"/>
                </a:moveTo>
                <a:cubicBezTo>
                  <a:pt x="16125962" y="1836238"/>
                  <a:pt x="16132412" y="1849134"/>
                  <a:pt x="16145308" y="1849134"/>
                </a:cubicBezTo>
                <a:cubicBezTo>
                  <a:pt x="16145308" y="1829790"/>
                  <a:pt x="16138860" y="1816895"/>
                  <a:pt x="16125962" y="1816895"/>
                </a:cubicBezTo>
                <a:close/>
                <a:moveTo>
                  <a:pt x="18976520" y="1816710"/>
                </a:moveTo>
                <a:cubicBezTo>
                  <a:pt x="18976520" y="1847453"/>
                  <a:pt x="18957252" y="1847453"/>
                  <a:pt x="18944412" y="1847453"/>
                </a:cubicBezTo>
                <a:cubicBezTo>
                  <a:pt x="18944412" y="1810561"/>
                  <a:pt x="18963676" y="1816710"/>
                  <a:pt x="18976520" y="1816710"/>
                </a:cubicBezTo>
                <a:close/>
                <a:moveTo>
                  <a:pt x="18039120" y="1815299"/>
                </a:moveTo>
                <a:cubicBezTo>
                  <a:pt x="18052244" y="1815299"/>
                  <a:pt x="18052244" y="1828142"/>
                  <a:pt x="18052244" y="1847407"/>
                </a:cubicBezTo>
                <a:cubicBezTo>
                  <a:pt x="18039120" y="1847407"/>
                  <a:pt x="18039120" y="1834564"/>
                  <a:pt x="18039120" y="1815299"/>
                </a:cubicBezTo>
                <a:close/>
                <a:moveTo>
                  <a:pt x="17792656" y="1815299"/>
                </a:moveTo>
                <a:cubicBezTo>
                  <a:pt x="17805296" y="1815299"/>
                  <a:pt x="17810560" y="1828143"/>
                  <a:pt x="17810560" y="1847408"/>
                </a:cubicBezTo>
                <a:cubicBezTo>
                  <a:pt x="17798976" y="1847408"/>
                  <a:pt x="17792656" y="1834564"/>
                  <a:pt x="17792656" y="1815299"/>
                </a:cubicBezTo>
                <a:close/>
                <a:moveTo>
                  <a:pt x="12468929" y="1815299"/>
                </a:moveTo>
                <a:cubicBezTo>
                  <a:pt x="12468929" y="1834565"/>
                  <a:pt x="12462942" y="1847408"/>
                  <a:pt x="12450967" y="1847408"/>
                </a:cubicBezTo>
                <a:cubicBezTo>
                  <a:pt x="12450967" y="1828143"/>
                  <a:pt x="12457952" y="1815299"/>
                  <a:pt x="12468929" y="1815299"/>
                </a:cubicBezTo>
                <a:close/>
                <a:moveTo>
                  <a:pt x="12866517" y="1813923"/>
                </a:moveTo>
                <a:cubicBezTo>
                  <a:pt x="12872738" y="1812643"/>
                  <a:pt x="12873331" y="1822881"/>
                  <a:pt x="12863851" y="1833118"/>
                </a:cubicBezTo>
                <a:cubicBezTo>
                  <a:pt x="12863851" y="1829705"/>
                  <a:pt x="12863851" y="1827999"/>
                  <a:pt x="12863193" y="1826293"/>
                </a:cubicBezTo>
                <a:lnTo>
                  <a:pt x="12861645" y="1824001"/>
                </a:lnTo>
                <a:lnTo>
                  <a:pt x="12862144" y="1828427"/>
                </a:lnTo>
                <a:cubicBezTo>
                  <a:pt x="12849107" y="1828427"/>
                  <a:pt x="12849107" y="1828427"/>
                  <a:pt x="12856218" y="1815299"/>
                </a:cubicBezTo>
                <a:lnTo>
                  <a:pt x="12859182" y="1819051"/>
                </a:lnTo>
                <a:close/>
                <a:moveTo>
                  <a:pt x="18908284" y="1787523"/>
                </a:moveTo>
                <a:cubicBezTo>
                  <a:pt x="18916740" y="1790829"/>
                  <a:pt x="18924424" y="1802403"/>
                  <a:pt x="18924424" y="1818937"/>
                </a:cubicBezTo>
                <a:cubicBezTo>
                  <a:pt x="18912128" y="1812323"/>
                  <a:pt x="18899832" y="1812323"/>
                  <a:pt x="18887532" y="1805710"/>
                </a:cubicBezTo>
                <a:cubicBezTo>
                  <a:pt x="18890608" y="1789176"/>
                  <a:pt x="18899828" y="1784216"/>
                  <a:pt x="18908284" y="1787523"/>
                </a:cubicBezTo>
                <a:close/>
                <a:moveTo>
                  <a:pt x="16055030" y="1784655"/>
                </a:moveTo>
                <a:cubicBezTo>
                  <a:pt x="16055030" y="1816895"/>
                  <a:pt x="16074376" y="1816895"/>
                  <a:pt x="16087274" y="1816895"/>
                </a:cubicBezTo>
                <a:cubicBezTo>
                  <a:pt x="16087274" y="1778207"/>
                  <a:pt x="16067928" y="1784655"/>
                  <a:pt x="16055030" y="1784655"/>
                </a:cubicBezTo>
                <a:close/>
                <a:moveTo>
                  <a:pt x="19450568" y="1782119"/>
                </a:moveTo>
                <a:cubicBezTo>
                  <a:pt x="19450568" y="1801382"/>
                  <a:pt x="19444580" y="1814225"/>
                  <a:pt x="19432604" y="1814225"/>
                </a:cubicBezTo>
                <a:cubicBezTo>
                  <a:pt x="19432604" y="1794961"/>
                  <a:pt x="19438592" y="1782119"/>
                  <a:pt x="19450568" y="1782119"/>
                </a:cubicBezTo>
                <a:close/>
                <a:moveTo>
                  <a:pt x="13695273" y="1778260"/>
                </a:moveTo>
                <a:cubicBezTo>
                  <a:pt x="13697518" y="1779063"/>
                  <a:pt x="13698765" y="1782274"/>
                  <a:pt x="13701260" y="1785484"/>
                </a:cubicBezTo>
                <a:cubicBezTo>
                  <a:pt x="13701260" y="1785484"/>
                  <a:pt x="13696271" y="1791905"/>
                  <a:pt x="13696271" y="1804748"/>
                </a:cubicBezTo>
                <a:cubicBezTo>
                  <a:pt x="13690283" y="1798327"/>
                  <a:pt x="13690283" y="1791905"/>
                  <a:pt x="13683298" y="1785484"/>
                </a:cubicBezTo>
                <a:cubicBezTo>
                  <a:pt x="13689784" y="1779063"/>
                  <a:pt x="13693028" y="1777458"/>
                  <a:pt x="13695273" y="1778260"/>
                </a:cubicBezTo>
                <a:close/>
                <a:moveTo>
                  <a:pt x="15920690" y="1758863"/>
                </a:moveTo>
                <a:cubicBezTo>
                  <a:pt x="15920690" y="1778207"/>
                  <a:pt x="15927138" y="1784655"/>
                  <a:pt x="15940034" y="1784655"/>
                </a:cubicBezTo>
                <a:cubicBezTo>
                  <a:pt x="15940034" y="1765311"/>
                  <a:pt x="15933586" y="1758863"/>
                  <a:pt x="15920690" y="1758863"/>
                </a:cubicBezTo>
                <a:close/>
                <a:moveTo>
                  <a:pt x="17674160" y="1758421"/>
                </a:moveTo>
                <a:cubicBezTo>
                  <a:pt x="17687812" y="1758421"/>
                  <a:pt x="17701460" y="1765245"/>
                  <a:pt x="17701460" y="1785720"/>
                </a:cubicBezTo>
                <a:cubicBezTo>
                  <a:pt x="17687812" y="1785720"/>
                  <a:pt x="17674160" y="1778895"/>
                  <a:pt x="17674160" y="1758421"/>
                </a:cubicBezTo>
                <a:close/>
                <a:moveTo>
                  <a:pt x="18855804" y="1757267"/>
                </a:moveTo>
                <a:cubicBezTo>
                  <a:pt x="18865940" y="1759573"/>
                  <a:pt x="18877000" y="1765722"/>
                  <a:pt x="18886480" y="1768796"/>
                </a:cubicBezTo>
                <a:cubicBezTo>
                  <a:pt x="18880160" y="1768796"/>
                  <a:pt x="18880160" y="1774945"/>
                  <a:pt x="18873840" y="1781094"/>
                </a:cubicBezTo>
                <a:cubicBezTo>
                  <a:pt x="18861200" y="1774945"/>
                  <a:pt x="18842240" y="1774945"/>
                  <a:pt x="18830656" y="1768796"/>
                </a:cubicBezTo>
                <a:cubicBezTo>
                  <a:pt x="18836448" y="1756499"/>
                  <a:pt x="18845664" y="1754962"/>
                  <a:pt x="18855804" y="1757267"/>
                </a:cubicBezTo>
                <a:close/>
                <a:moveTo>
                  <a:pt x="13497861" y="1747265"/>
                </a:moveTo>
                <a:cubicBezTo>
                  <a:pt x="13539186" y="1746450"/>
                  <a:pt x="13582110" y="1764101"/>
                  <a:pt x="13630100" y="1786368"/>
                </a:cubicBezTo>
                <a:cubicBezTo>
                  <a:pt x="13540519" y="1792885"/>
                  <a:pt x="13458403" y="1805920"/>
                  <a:pt x="13375221" y="1818954"/>
                </a:cubicBezTo>
                <a:cubicBezTo>
                  <a:pt x="13416812" y="1767360"/>
                  <a:pt x="13456537" y="1748080"/>
                  <a:pt x="13497861" y="1747265"/>
                </a:cubicBezTo>
                <a:close/>
                <a:moveTo>
                  <a:pt x="18801700" y="1728798"/>
                </a:moveTo>
                <a:cubicBezTo>
                  <a:pt x="18811008" y="1731036"/>
                  <a:pt x="18820312" y="1737356"/>
                  <a:pt x="18829620" y="1741042"/>
                </a:cubicBezTo>
                <a:cubicBezTo>
                  <a:pt x="18811008" y="1752628"/>
                  <a:pt x="18792392" y="1746308"/>
                  <a:pt x="18773780" y="1741042"/>
                </a:cubicBezTo>
                <a:cubicBezTo>
                  <a:pt x="18783084" y="1728403"/>
                  <a:pt x="18792392" y="1726560"/>
                  <a:pt x="18801700" y="1728798"/>
                </a:cubicBezTo>
                <a:close/>
                <a:moveTo>
                  <a:pt x="14094163" y="1728691"/>
                </a:moveTo>
                <a:cubicBezTo>
                  <a:pt x="14101699" y="1747002"/>
                  <a:pt x="14108158" y="1766391"/>
                  <a:pt x="14113540" y="1785780"/>
                </a:cubicBezTo>
                <a:cubicBezTo>
                  <a:pt x="13998351" y="1785780"/>
                  <a:pt x="13883162" y="1785780"/>
                  <a:pt x="13773355" y="1785780"/>
                </a:cubicBezTo>
                <a:cubicBezTo>
                  <a:pt x="13786273" y="1715765"/>
                  <a:pt x="13850866" y="1734076"/>
                  <a:pt x="13883162" y="1741617"/>
                </a:cubicBezTo>
                <a:cubicBezTo>
                  <a:pt x="13953137" y="1747002"/>
                  <a:pt x="14024188" y="1734076"/>
                  <a:pt x="14094163" y="1728691"/>
                </a:cubicBezTo>
                <a:close/>
                <a:moveTo>
                  <a:pt x="13095574" y="1726822"/>
                </a:moveTo>
                <a:cubicBezTo>
                  <a:pt x="13108417" y="1726822"/>
                  <a:pt x="13127683" y="1720502"/>
                  <a:pt x="13127683" y="1757366"/>
                </a:cubicBezTo>
                <a:cubicBezTo>
                  <a:pt x="13114839" y="1757366"/>
                  <a:pt x="13095574" y="1757366"/>
                  <a:pt x="13095574" y="1726822"/>
                </a:cubicBezTo>
                <a:close/>
                <a:moveTo>
                  <a:pt x="17849532" y="1725244"/>
                </a:moveTo>
                <a:cubicBezTo>
                  <a:pt x="17868144" y="1725244"/>
                  <a:pt x="17886760" y="1730510"/>
                  <a:pt x="17905372" y="1737883"/>
                </a:cubicBezTo>
                <a:cubicBezTo>
                  <a:pt x="17886760" y="1762108"/>
                  <a:pt x="17868144" y="1755788"/>
                  <a:pt x="17849532" y="1755788"/>
                </a:cubicBezTo>
                <a:cubicBezTo>
                  <a:pt x="17849532" y="1743149"/>
                  <a:pt x="17849532" y="1730510"/>
                  <a:pt x="17849532" y="1725244"/>
                </a:cubicBezTo>
                <a:close/>
                <a:moveTo>
                  <a:pt x="12799195" y="1725244"/>
                </a:moveTo>
                <a:cubicBezTo>
                  <a:pt x="12881579" y="1730567"/>
                  <a:pt x="12971453" y="1743344"/>
                  <a:pt x="13061326" y="1749732"/>
                </a:cubicBezTo>
                <a:cubicBezTo>
                  <a:pt x="13009970" y="1762509"/>
                  <a:pt x="12958614" y="1768897"/>
                  <a:pt x="12900838" y="1794450"/>
                </a:cubicBezTo>
                <a:cubicBezTo>
                  <a:pt x="12862321" y="1820003"/>
                  <a:pt x="12818454" y="1781674"/>
                  <a:pt x="12773517" y="1794450"/>
                </a:cubicBezTo>
                <a:cubicBezTo>
                  <a:pt x="12747839" y="1794450"/>
                  <a:pt x="12735000" y="1820003"/>
                  <a:pt x="12709322" y="1839168"/>
                </a:cubicBezTo>
                <a:cubicBezTo>
                  <a:pt x="12690063" y="1851945"/>
                  <a:pt x="12670805" y="1858333"/>
                  <a:pt x="12652616" y="1864722"/>
                </a:cubicBezTo>
                <a:cubicBezTo>
                  <a:pt x="12614099" y="1871110"/>
                  <a:pt x="12601260" y="1858333"/>
                  <a:pt x="12588421" y="1807227"/>
                </a:cubicBezTo>
                <a:cubicBezTo>
                  <a:pt x="12620519" y="1768897"/>
                  <a:pt x="12657966" y="1762509"/>
                  <a:pt x="12696483" y="1749732"/>
                </a:cubicBezTo>
                <a:cubicBezTo>
                  <a:pt x="12715742" y="1749732"/>
                  <a:pt x="12735000" y="1743344"/>
                  <a:pt x="12760678" y="1738020"/>
                </a:cubicBezTo>
                <a:cubicBezTo>
                  <a:pt x="12773517" y="1738020"/>
                  <a:pt x="12779937" y="1725244"/>
                  <a:pt x="12799195" y="1725244"/>
                </a:cubicBezTo>
                <a:close/>
                <a:moveTo>
                  <a:pt x="13704364" y="1725242"/>
                </a:moveTo>
                <a:cubicBezTo>
                  <a:pt x="13717003" y="1730508"/>
                  <a:pt x="13723322" y="1743148"/>
                  <a:pt x="13729642" y="1755787"/>
                </a:cubicBezTo>
                <a:cubicBezTo>
                  <a:pt x="13723322" y="1762107"/>
                  <a:pt x="13710683" y="1768427"/>
                  <a:pt x="13704364" y="1781066"/>
                </a:cubicBezTo>
                <a:cubicBezTo>
                  <a:pt x="13692778" y="1768427"/>
                  <a:pt x="13699098" y="1743148"/>
                  <a:pt x="13704364" y="1725242"/>
                </a:cubicBezTo>
                <a:close/>
                <a:moveTo>
                  <a:pt x="19272752" y="1696806"/>
                </a:moveTo>
                <a:cubicBezTo>
                  <a:pt x="19292048" y="1696806"/>
                  <a:pt x="19304912" y="1703194"/>
                  <a:pt x="19324212" y="1715970"/>
                </a:cubicBezTo>
                <a:cubicBezTo>
                  <a:pt x="19356372" y="1728747"/>
                  <a:pt x="19382104" y="1759624"/>
                  <a:pt x="19407832" y="1797954"/>
                </a:cubicBezTo>
                <a:cubicBezTo>
                  <a:pt x="19394968" y="1810730"/>
                  <a:pt x="19388536" y="1823507"/>
                  <a:pt x="19382104" y="1842672"/>
                </a:cubicBezTo>
                <a:cubicBezTo>
                  <a:pt x="19330644" y="1804342"/>
                  <a:pt x="19279184" y="1772401"/>
                  <a:pt x="19228796" y="1741524"/>
                </a:cubicBezTo>
                <a:cubicBezTo>
                  <a:pt x="19241660" y="1728747"/>
                  <a:pt x="19260956" y="1715970"/>
                  <a:pt x="19272752" y="1696806"/>
                </a:cubicBezTo>
                <a:close/>
                <a:moveTo>
                  <a:pt x="13541106" y="1696804"/>
                </a:moveTo>
                <a:cubicBezTo>
                  <a:pt x="13553081" y="1696804"/>
                  <a:pt x="13559068" y="1703225"/>
                  <a:pt x="13559068" y="1728909"/>
                </a:cubicBezTo>
                <a:cubicBezTo>
                  <a:pt x="13547093" y="1728909"/>
                  <a:pt x="13541106" y="1716067"/>
                  <a:pt x="13541106" y="1696804"/>
                </a:cubicBezTo>
                <a:close/>
                <a:moveTo>
                  <a:pt x="13413135" y="1696804"/>
                </a:moveTo>
                <a:cubicBezTo>
                  <a:pt x="13425110" y="1696804"/>
                  <a:pt x="13431097" y="1703225"/>
                  <a:pt x="13431097" y="1728910"/>
                </a:cubicBezTo>
                <a:cubicBezTo>
                  <a:pt x="13419122" y="1728910"/>
                  <a:pt x="13413135" y="1716067"/>
                  <a:pt x="13413135" y="1696804"/>
                </a:cubicBezTo>
                <a:close/>
                <a:moveTo>
                  <a:pt x="18724572" y="1696803"/>
                </a:moveTo>
                <a:cubicBezTo>
                  <a:pt x="18736984" y="1696803"/>
                  <a:pt x="18755600" y="1703225"/>
                  <a:pt x="18768008" y="1709646"/>
                </a:cubicBezTo>
                <a:cubicBezTo>
                  <a:pt x="18749392" y="1728909"/>
                  <a:pt x="18730780" y="1716067"/>
                  <a:pt x="18712164" y="1709646"/>
                </a:cubicBezTo>
                <a:cubicBezTo>
                  <a:pt x="18718368" y="1703225"/>
                  <a:pt x="18718368" y="1696803"/>
                  <a:pt x="18724572" y="1696803"/>
                </a:cubicBezTo>
                <a:close/>
                <a:moveTo>
                  <a:pt x="17799912" y="1693674"/>
                </a:moveTo>
                <a:cubicBezTo>
                  <a:pt x="17803912" y="1693674"/>
                  <a:pt x="17807664" y="1694097"/>
                  <a:pt x="17810560" y="1694097"/>
                </a:cubicBezTo>
                <a:cubicBezTo>
                  <a:pt x="17810560" y="1733595"/>
                  <a:pt x="17792652" y="1727953"/>
                  <a:pt x="17773696" y="1727953"/>
                </a:cubicBezTo>
                <a:cubicBezTo>
                  <a:pt x="17773696" y="1697483"/>
                  <a:pt x="17787912" y="1693674"/>
                  <a:pt x="17799912" y="1693674"/>
                </a:cubicBezTo>
                <a:close/>
                <a:moveTo>
                  <a:pt x="14430369" y="1677843"/>
                </a:moveTo>
                <a:cubicBezTo>
                  <a:pt x="14442778" y="1696995"/>
                  <a:pt x="14461393" y="1709763"/>
                  <a:pt x="14473803" y="1728915"/>
                </a:cubicBezTo>
                <a:cubicBezTo>
                  <a:pt x="14455188" y="1728915"/>
                  <a:pt x="14436574" y="1728915"/>
                  <a:pt x="14417959" y="1728915"/>
                </a:cubicBezTo>
                <a:cubicBezTo>
                  <a:pt x="14424164" y="1709763"/>
                  <a:pt x="14424164" y="1696995"/>
                  <a:pt x="14430369" y="1677843"/>
                </a:cubicBezTo>
                <a:close/>
                <a:moveTo>
                  <a:pt x="19265620" y="1677842"/>
                </a:moveTo>
                <a:cubicBezTo>
                  <a:pt x="19260152" y="1683829"/>
                  <a:pt x="19260152" y="1689816"/>
                  <a:pt x="19252496" y="1695804"/>
                </a:cubicBezTo>
                <a:cubicBezTo>
                  <a:pt x="19252496" y="1677842"/>
                  <a:pt x="19252496" y="1677842"/>
                  <a:pt x="19265620" y="1677842"/>
                </a:cubicBezTo>
                <a:close/>
                <a:moveTo>
                  <a:pt x="14361488" y="1671350"/>
                </a:moveTo>
                <a:cubicBezTo>
                  <a:pt x="14366821" y="1670447"/>
                  <a:pt x="14371311" y="1681284"/>
                  <a:pt x="14362330" y="1695733"/>
                </a:cubicBezTo>
                <a:cubicBezTo>
                  <a:pt x="14362330" y="1689311"/>
                  <a:pt x="14356343" y="1682889"/>
                  <a:pt x="14356343" y="1676468"/>
                </a:cubicBezTo>
                <a:cubicBezTo>
                  <a:pt x="14357840" y="1673257"/>
                  <a:pt x="14359711" y="1671651"/>
                  <a:pt x="14361488" y="1671350"/>
                </a:cubicBezTo>
                <a:close/>
                <a:moveTo>
                  <a:pt x="18664768" y="1663624"/>
                </a:moveTo>
                <a:cubicBezTo>
                  <a:pt x="18683920" y="1670008"/>
                  <a:pt x="18696688" y="1676393"/>
                  <a:pt x="18715840" y="1676393"/>
                </a:cubicBezTo>
                <a:cubicBezTo>
                  <a:pt x="18703072" y="1689161"/>
                  <a:pt x="18664768" y="1714699"/>
                  <a:pt x="18664768" y="1663624"/>
                </a:cubicBezTo>
                <a:close/>
                <a:moveTo>
                  <a:pt x="18635276" y="1630447"/>
                </a:moveTo>
                <a:cubicBezTo>
                  <a:pt x="18635276" y="1656132"/>
                  <a:pt x="18628956" y="1662553"/>
                  <a:pt x="18617368" y="1662553"/>
                </a:cubicBezTo>
                <a:cubicBezTo>
                  <a:pt x="18617368" y="1643290"/>
                  <a:pt x="18623688" y="1630447"/>
                  <a:pt x="18635276" y="1630447"/>
                </a:cubicBezTo>
                <a:close/>
                <a:moveTo>
                  <a:pt x="17361340" y="1630447"/>
                </a:moveTo>
                <a:cubicBezTo>
                  <a:pt x="17374468" y="1630447"/>
                  <a:pt x="17374468" y="1643290"/>
                  <a:pt x="17374468" y="1662553"/>
                </a:cubicBezTo>
                <a:cubicBezTo>
                  <a:pt x="17361340" y="1662553"/>
                  <a:pt x="17361340" y="1649711"/>
                  <a:pt x="17361340" y="1630447"/>
                </a:cubicBezTo>
                <a:close/>
                <a:moveTo>
                  <a:pt x="14316122" y="1598740"/>
                </a:moveTo>
                <a:cubicBezTo>
                  <a:pt x="14316122" y="1624531"/>
                  <a:pt x="14322571" y="1630979"/>
                  <a:pt x="14335467" y="1630979"/>
                </a:cubicBezTo>
                <a:cubicBezTo>
                  <a:pt x="14335467" y="1611636"/>
                  <a:pt x="14329019" y="1598740"/>
                  <a:pt x="14316122" y="1598740"/>
                </a:cubicBezTo>
                <a:close/>
                <a:moveTo>
                  <a:pt x="13299383" y="1597266"/>
                </a:moveTo>
                <a:cubicBezTo>
                  <a:pt x="13408966" y="1610391"/>
                  <a:pt x="13517474" y="1616954"/>
                  <a:pt x="13620611" y="1630080"/>
                </a:cubicBezTo>
                <a:cubicBezTo>
                  <a:pt x="13620611" y="1695708"/>
                  <a:pt x="13492764" y="1662894"/>
                  <a:pt x="13466980" y="1662894"/>
                </a:cubicBezTo>
                <a:cubicBezTo>
                  <a:pt x="13434750" y="1662894"/>
                  <a:pt x="13396074" y="1662894"/>
                  <a:pt x="13363843" y="1662894"/>
                </a:cubicBezTo>
                <a:cubicBezTo>
                  <a:pt x="13338059" y="1662894"/>
                  <a:pt x="13318721" y="1662894"/>
                  <a:pt x="13299383" y="1662894"/>
                </a:cubicBezTo>
                <a:cubicBezTo>
                  <a:pt x="13299383" y="1643205"/>
                  <a:pt x="13299383" y="1623517"/>
                  <a:pt x="13299383" y="1597266"/>
                </a:cubicBezTo>
                <a:close/>
                <a:moveTo>
                  <a:pt x="17529708" y="1596145"/>
                </a:moveTo>
                <a:cubicBezTo>
                  <a:pt x="17547480" y="1599370"/>
                  <a:pt x="17566872" y="1609045"/>
                  <a:pt x="17579796" y="1612270"/>
                </a:cubicBezTo>
                <a:cubicBezTo>
                  <a:pt x="17618576" y="1631620"/>
                  <a:pt x="17669204" y="1625170"/>
                  <a:pt x="17701520" y="1676770"/>
                </a:cubicBezTo>
                <a:cubicBezTo>
                  <a:pt x="17630428" y="1657420"/>
                  <a:pt x="17560408" y="1638070"/>
                  <a:pt x="17489312" y="1618720"/>
                </a:cubicBezTo>
                <a:cubicBezTo>
                  <a:pt x="17495776" y="1596145"/>
                  <a:pt x="17511936" y="1592920"/>
                  <a:pt x="17529708" y="1596145"/>
                </a:cubicBezTo>
                <a:close/>
                <a:moveTo>
                  <a:pt x="16853976" y="1593818"/>
                </a:moveTo>
                <a:cubicBezTo>
                  <a:pt x="16871360" y="1594628"/>
                  <a:pt x="16886260" y="1602727"/>
                  <a:pt x="16886260" y="1631886"/>
                </a:cubicBezTo>
                <a:cubicBezTo>
                  <a:pt x="16866392" y="1631886"/>
                  <a:pt x="16806792" y="1657804"/>
                  <a:pt x="16806792" y="1599488"/>
                </a:cubicBezTo>
                <a:cubicBezTo>
                  <a:pt x="16816724" y="1599488"/>
                  <a:pt x="16836592" y="1593008"/>
                  <a:pt x="16853976" y="1593818"/>
                </a:cubicBezTo>
                <a:close/>
                <a:moveTo>
                  <a:pt x="9923617" y="1577913"/>
                </a:moveTo>
                <a:cubicBezTo>
                  <a:pt x="9909732" y="1581285"/>
                  <a:pt x="9892276" y="1595113"/>
                  <a:pt x="9885021" y="1598740"/>
                </a:cubicBezTo>
                <a:cubicBezTo>
                  <a:pt x="9865676" y="1605189"/>
                  <a:pt x="9826986" y="1579396"/>
                  <a:pt x="9826986" y="1630979"/>
                </a:cubicBezTo>
                <a:cubicBezTo>
                  <a:pt x="9852780" y="1624531"/>
                  <a:pt x="9878573" y="1624531"/>
                  <a:pt x="9904367" y="1618084"/>
                </a:cubicBezTo>
                <a:cubicBezTo>
                  <a:pt x="9910815" y="1592292"/>
                  <a:pt x="9930160" y="1598740"/>
                  <a:pt x="9943057" y="1598740"/>
                </a:cubicBezTo>
                <a:cubicBezTo>
                  <a:pt x="9943057" y="1587456"/>
                  <a:pt x="9940236" y="1581411"/>
                  <a:pt x="9935803" y="1578791"/>
                </a:cubicBezTo>
                <a:cubicBezTo>
                  <a:pt x="9932478" y="1576827"/>
                  <a:pt x="9928246" y="1576789"/>
                  <a:pt x="9923617" y="1577913"/>
                </a:cubicBezTo>
                <a:close/>
                <a:moveTo>
                  <a:pt x="17451392" y="1573569"/>
                </a:moveTo>
                <a:cubicBezTo>
                  <a:pt x="17463692" y="1580394"/>
                  <a:pt x="17475988" y="1580394"/>
                  <a:pt x="17488284" y="1587219"/>
                </a:cubicBezTo>
                <a:cubicBezTo>
                  <a:pt x="17482136" y="1594043"/>
                  <a:pt x="17482136" y="1594043"/>
                  <a:pt x="17482136" y="1600868"/>
                </a:cubicBezTo>
                <a:cubicBezTo>
                  <a:pt x="17469840" y="1600868"/>
                  <a:pt x="17451392" y="1600868"/>
                  <a:pt x="17451392" y="1573569"/>
                </a:cubicBezTo>
                <a:close/>
                <a:moveTo>
                  <a:pt x="13185628" y="1573569"/>
                </a:moveTo>
                <a:cubicBezTo>
                  <a:pt x="13197603" y="1573569"/>
                  <a:pt x="13203590" y="1580394"/>
                  <a:pt x="13203590" y="1600868"/>
                </a:cubicBezTo>
                <a:cubicBezTo>
                  <a:pt x="13197603" y="1600868"/>
                  <a:pt x="13185628" y="1594044"/>
                  <a:pt x="13185628" y="1573569"/>
                </a:cubicBezTo>
                <a:close/>
                <a:moveTo>
                  <a:pt x="13113024" y="1542860"/>
                </a:moveTo>
                <a:cubicBezTo>
                  <a:pt x="13113024" y="1575445"/>
                  <a:pt x="13132247" y="1575445"/>
                  <a:pt x="13151469" y="1575445"/>
                </a:cubicBezTo>
                <a:cubicBezTo>
                  <a:pt x="13151469" y="1537429"/>
                  <a:pt x="13125839" y="1542860"/>
                  <a:pt x="13113024" y="1542860"/>
                </a:cubicBezTo>
                <a:close/>
                <a:moveTo>
                  <a:pt x="14842739" y="1540708"/>
                </a:moveTo>
                <a:cubicBezTo>
                  <a:pt x="14836290" y="1547156"/>
                  <a:pt x="14836290" y="1547156"/>
                  <a:pt x="14842739" y="1572949"/>
                </a:cubicBezTo>
                <a:cubicBezTo>
                  <a:pt x="14842739" y="1560052"/>
                  <a:pt x="14842739" y="1547156"/>
                  <a:pt x="14842739" y="1540708"/>
                </a:cubicBezTo>
                <a:close/>
                <a:moveTo>
                  <a:pt x="10012914" y="1540708"/>
                </a:moveTo>
                <a:cubicBezTo>
                  <a:pt x="10012914" y="1560052"/>
                  <a:pt x="10019362" y="1572949"/>
                  <a:pt x="10032259" y="1572949"/>
                </a:cubicBezTo>
                <a:cubicBezTo>
                  <a:pt x="10032259" y="1547156"/>
                  <a:pt x="10025811" y="1540708"/>
                  <a:pt x="10012914" y="1540708"/>
                </a:cubicBezTo>
                <a:close/>
                <a:moveTo>
                  <a:pt x="18977592" y="1540388"/>
                </a:moveTo>
                <a:cubicBezTo>
                  <a:pt x="19004080" y="1540388"/>
                  <a:pt x="19030572" y="1540388"/>
                  <a:pt x="19057060" y="1540388"/>
                </a:cubicBezTo>
                <a:cubicBezTo>
                  <a:pt x="19049336" y="1559002"/>
                  <a:pt x="19042712" y="1577617"/>
                  <a:pt x="19037192" y="1596231"/>
                </a:cubicBezTo>
                <a:cubicBezTo>
                  <a:pt x="19017328" y="1590027"/>
                  <a:pt x="18977592" y="1583822"/>
                  <a:pt x="18977592" y="1540388"/>
                </a:cubicBezTo>
                <a:close/>
                <a:moveTo>
                  <a:pt x="16678428" y="1521110"/>
                </a:moveTo>
                <a:cubicBezTo>
                  <a:pt x="16690406" y="1515455"/>
                  <a:pt x="16701586" y="1520033"/>
                  <a:pt x="16711168" y="1551811"/>
                </a:cubicBezTo>
                <a:cubicBezTo>
                  <a:pt x="16723946" y="1597054"/>
                  <a:pt x="16768664" y="1571200"/>
                  <a:pt x="16786768" y="1571200"/>
                </a:cubicBezTo>
                <a:cubicBezTo>
                  <a:pt x="16775054" y="1603517"/>
                  <a:pt x="16768664" y="1629370"/>
                  <a:pt x="16743110" y="1616443"/>
                </a:cubicBezTo>
                <a:cubicBezTo>
                  <a:pt x="16711168" y="1590590"/>
                  <a:pt x="16672838" y="1571200"/>
                  <a:pt x="16640896" y="1551811"/>
                </a:cubicBezTo>
                <a:cubicBezTo>
                  <a:pt x="16653672" y="1542654"/>
                  <a:pt x="16666450" y="1526765"/>
                  <a:pt x="16678428" y="1521110"/>
                </a:cubicBezTo>
                <a:close/>
                <a:moveTo>
                  <a:pt x="12450967" y="1507211"/>
                </a:moveTo>
                <a:cubicBezTo>
                  <a:pt x="12462942" y="1507211"/>
                  <a:pt x="12468929" y="1513847"/>
                  <a:pt x="12468929" y="1539281"/>
                </a:cubicBezTo>
                <a:cubicBezTo>
                  <a:pt x="12457952" y="1539281"/>
                  <a:pt x="12450967" y="1526011"/>
                  <a:pt x="12450967" y="1507211"/>
                </a:cubicBezTo>
                <a:close/>
                <a:moveTo>
                  <a:pt x="14462017" y="1506186"/>
                </a:moveTo>
                <a:cubicBezTo>
                  <a:pt x="14449926" y="1504708"/>
                  <a:pt x="14435418" y="1509543"/>
                  <a:pt x="14425745" y="1509543"/>
                </a:cubicBezTo>
                <a:cubicBezTo>
                  <a:pt x="14425745" y="1560052"/>
                  <a:pt x="14464435" y="1540708"/>
                  <a:pt x="14483780" y="1540708"/>
                </a:cubicBezTo>
                <a:cubicBezTo>
                  <a:pt x="14483780" y="1515454"/>
                  <a:pt x="14474107" y="1507663"/>
                  <a:pt x="14462017" y="1506186"/>
                </a:cubicBezTo>
                <a:close/>
                <a:moveTo>
                  <a:pt x="16585860" y="1504277"/>
                </a:moveTo>
                <a:cubicBezTo>
                  <a:pt x="16597446" y="1502796"/>
                  <a:pt x="16611402" y="1507643"/>
                  <a:pt x="16620882" y="1507643"/>
                </a:cubicBezTo>
                <a:cubicBezTo>
                  <a:pt x="16620882" y="1558270"/>
                  <a:pt x="16582964" y="1538881"/>
                  <a:pt x="16565058" y="1538881"/>
                </a:cubicBezTo>
                <a:cubicBezTo>
                  <a:pt x="16565058" y="1513568"/>
                  <a:pt x="16574274" y="1505758"/>
                  <a:pt x="16585860" y="1504277"/>
                </a:cubicBezTo>
                <a:close/>
                <a:moveTo>
                  <a:pt x="12443410" y="1503902"/>
                </a:moveTo>
                <a:cubicBezTo>
                  <a:pt x="12406601" y="1503096"/>
                  <a:pt x="12369791" y="1506320"/>
                  <a:pt x="12334325" y="1522439"/>
                </a:cubicBezTo>
                <a:cubicBezTo>
                  <a:pt x="12340773" y="1535335"/>
                  <a:pt x="12347222" y="1540708"/>
                  <a:pt x="12353670" y="1553604"/>
                </a:cubicBezTo>
                <a:cubicBezTo>
                  <a:pt x="12347222" y="1553604"/>
                  <a:pt x="12269841" y="1572949"/>
                  <a:pt x="12289187" y="1592292"/>
                </a:cubicBezTo>
                <a:cubicBezTo>
                  <a:pt x="12308532" y="1605189"/>
                  <a:pt x="12314980" y="1605189"/>
                  <a:pt x="12321428" y="1643876"/>
                </a:cubicBezTo>
                <a:cubicBezTo>
                  <a:pt x="12334325" y="1682563"/>
                  <a:pt x="12373015" y="1663219"/>
                  <a:pt x="12385912" y="1663219"/>
                </a:cubicBezTo>
                <a:cubicBezTo>
                  <a:pt x="12418154" y="1656771"/>
                  <a:pt x="12449321" y="1656771"/>
                  <a:pt x="12475114" y="1676115"/>
                </a:cubicBezTo>
                <a:cubicBezTo>
                  <a:pt x="12500908" y="1663219"/>
                  <a:pt x="12558943" y="1663219"/>
                  <a:pt x="12558943" y="1598740"/>
                </a:cubicBezTo>
                <a:cubicBezTo>
                  <a:pt x="12520253" y="1598740"/>
                  <a:pt x="12481563" y="1598740"/>
                  <a:pt x="12449321" y="1598740"/>
                </a:cubicBezTo>
                <a:cubicBezTo>
                  <a:pt x="12449321" y="1527813"/>
                  <a:pt x="12526701" y="1547156"/>
                  <a:pt x="12552495" y="1509543"/>
                </a:cubicBezTo>
                <a:cubicBezTo>
                  <a:pt x="12517029" y="1509543"/>
                  <a:pt x="12480219" y="1504708"/>
                  <a:pt x="12443410" y="1503902"/>
                </a:cubicBezTo>
                <a:close/>
                <a:moveTo>
                  <a:pt x="14306988" y="1503096"/>
                </a:moveTo>
                <a:cubicBezTo>
                  <a:pt x="14271790" y="1506320"/>
                  <a:pt x="14236593" y="1515992"/>
                  <a:pt x="14201127" y="1522439"/>
                </a:cubicBezTo>
                <a:cubicBezTo>
                  <a:pt x="14233368" y="1540708"/>
                  <a:pt x="14272059" y="1572949"/>
                  <a:pt x="14310749" y="1566500"/>
                </a:cubicBezTo>
                <a:cubicBezTo>
                  <a:pt x="14341916" y="1560052"/>
                  <a:pt x="14380606" y="1547156"/>
                  <a:pt x="14412848" y="1522439"/>
                </a:cubicBezTo>
                <a:cubicBezTo>
                  <a:pt x="14377382" y="1503096"/>
                  <a:pt x="14342185" y="1499872"/>
                  <a:pt x="14306988" y="1503096"/>
                </a:cubicBezTo>
                <a:close/>
                <a:moveTo>
                  <a:pt x="14147122" y="1501350"/>
                </a:moveTo>
                <a:cubicBezTo>
                  <a:pt x="14125358" y="1501484"/>
                  <a:pt x="14101177" y="1509543"/>
                  <a:pt x="14091504" y="1509543"/>
                </a:cubicBezTo>
                <a:cubicBezTo>
                  <a:pt x="14091504" y="1572949"/>
                  <a:pt x="14162436" y="1540708"/>
                  <a:pt x="14188230" y="1540708"/>
                </a:cubicBezTo>
                <a:cubicBezTo>
                  <a:pt x="14188230" y="1509006"/>
                  <a:pt x="14168885" y="1501215"/>
                  <a:pt x="14147122" y="1501350"/>
                </a:cubicBezTo>
                <a:close/>
                <a:moveTo>
                  <a:pt x="13906114" y="1492618"/>
                </a:moveTo>
                <a:cubicBezTo>
                  <a:pt x="13895098" y="1493424"/>
                  <a:pt x="13884082" y="1499872"/>
                  <a:pt x="13874409" y="1509543"/>
                </a:cubicBezTo>
                <a:cubicBezTo>
                  <a:pt x="13893755" y="1509543"/>
                  <a:pt x="13918473" y="1509543"/>
                  <a:pt x="13937818" y="1509543"/>
                </a:cubicBezTo>
                <a:cubicBezTo>
                  <a:pt x="13928145" y="1496648"/>
                  <a:pt x="13917130" y="1491812"/>
                  <a:pt x="13906114" y="1492618"/>
                </a:cubicBezTo>
                <a:close/>
                <a:moveTo>
                  <a:pt x="14521395" y="1483753"/>
                </a:moveTo>
                <a:cubicBezTo>
                  <a:pt x="14516022" y="1503096"/>
                  <a:pt x="14509573" y="1522439"/>
                  <a:pt x="14502050" y="1540708"/>
                </a:cubicBezTo>
                <a:cubicBezTo>
                  <a:pt x="14553637" y="1540708"/>
                  <a:pt x="14605224" y="1535335"/>
                  <a:pt x="14656811" y="1540708"/>
                </a:cubicBezTo>
                <a:cubicBezTo>
                  <a:pt x="14669708" y="1540708"/>
                  <a:pt x="14746013" y="1535335"/>
                  <a:pt x="14721295" y="1515992"/>
                </a:cubicBezTo>
                <a:cubicBezTo>
                  <a:pt x="14663259" y="1470856"/>
                  <a:pt x="14585879" y="1490200"/>
                  <a:pt x="14521395" y="1483753"/>
                </a:cubicBezTo>
                <a:close/>
                <a:moveTo>
                  <a:pt x="13260395" y="1478775"/>
                </a:moveTo>
                <a:cubicBezTo>
                  <a:pt x="13253988" y="1504844"/>
                  <a:pt x="13260395" y="1542860"/>
                  <a:pt x="13241173" y="1562411"/>
                </a:cubicBezTo>
                <a:cubicBezTo>
                  <a:pt x="13228358" y="1575445"/>
                  <a:pt x="13209136" y="1549377"/>
                  <a:pt x="13189913" y="1542860"/>
                </a:cubicBezTo>
                <a:cubicBezTo>
                  <a:pt x="13164284" y="1537429"/>
                  <a:pt x="13164284" y="1568928"/>
                  <a:pt x="13151469" y="1601514"/>
                </a:cubicBezTo>
                <a:cubicBezTo>
                  <a:pt x="13148265" y="1617807"/>
                  <a:pt x="13143459" y="1621065"/>
                  <a:pt x="13137853" y="1622694"/>
                </a:cubicBezTo>
                <a:lnTo>
                  <a:pt x="13131159" y="1624684"/>
                </a:lnTo>
                <a:lnTo>
                  <a:pt x="13137235" y="1629878"/>
                </a:lnTo>
                <a:cubicBezTo>
                  <a:pt x="13132745" y="1634997"/>
                  <a:pt x="13128254" y="1640115"/>
                  <a:pt x="13123763" y="1636596"/>
                </a:cubicBezTo>
                <a:lnTo>
                  <a:pt x="13121080" y="1632582"/>
                </a:lnTo>
                <a:lnTo>
                  <a:pt x="13119432" y="1634099"/>
                </a:lnTo>
                <a:cubicBezTo>
                  <a:pt x="13119432" y="1640616"/>
                  <a:pt x="13125839" y="1647133"/>
                  <a:pt x="13125839" y="1647133"/>
                </a:cubicBezTo>
                <a:cubicBezTo>
                  <a:pt x="13087395" y="1666685"/>
                  <a:pt x="13050018" y="1679719"/>
                  <a:pt x="13011573" y="1679719"/>
                </a:cubicBezTo>
                <a:cubicBezTo>
                  <a:pt x="13005166" y="1686236"/>
                  <a:pt x="12941092" y="1673202"/>
                  <a:pt x="12960314" y="1640616"/>
                </a:cubicBezTo>
                <a:cubicBezTo>
                  <a:pt x="12992351" y="1601514"/>
                  <a:pt x="13050018" y="1608031"/>
                  <a:pt x="13082055" y="1601514"/>
                </a:cubicBezTo>
                <a:cubicBezTo>
                  <a:pt x="13043611" y="1529826"/>
                  <a:pt x="12973129" y="1555894"/>
                  <a:pt x="12921869" y="1575445"/>
                </a:cubicBezTo>
                <a:cubicBezTo>
                  <a:pt x="12921869" y="1549377"/>
                  <a:pt x="12915462" y="1511361"/>
                  <a:pt x="12941092" y="1511361"/>
                </a:cubicBezTo>
                <a:cubicBezTo>
                  <a:pt x="12973129" y="1504844"/>
                  <a:pt x="13011573" y="1504844"/>
                  <a:pt x="13050018" y="1498326"/>
                </a:cubicBezTo>
                <a:cubicBezTo>
                  <a:pt x="13119432" y="1491809"/>
                  <a:pt x="13189913" y="1485292"/>
                  <a:pt x="13260395" y="1478775"/>
                </a:cubicBezTo>
                <a:close/>
                <a:moveTo>
                  <a:pt x="18304544" y="1478773"/>
                </a:moveTo>
                <a:cubicBezTo>
                  <a:pt x="18310532" y="1478773"/>
                  <a:pt x="18322508" y="1485194"/>
                  <a:pt x="18322508" y="1510879"/>
                </a:cubicBezTo>
                <a:cubicBezTo>
                  <a:pt x="18310532" y="1510879"/>
                  <a:pt x="18304544" y="1504458"/>
                  <a:pt x="18304544" y="1478773"/>
                </a:cubicBezTo>
                <a:close/>
                <a:moveTo>
                  <a:pt x="13957163" y="1477304"/>
                </a:moveTo>
                <a:cubicBezTo>
                  <a:pt x="13957163" y="1503096"/>
                  <a:pt x="13957163" y="1522439"/>
                  <a:pt x="13957163" y="1540708"/>
                </a:cubicBezTo>
                <a:cubicBezTo>
                  <a:pt x="13970060" y="1540708"/>
                  <a:pt x="13989405" y="1540708"/>
                  <a:pt x="14002302" y="1540708"/>
                </a:cubicBezTo>
                <a:cubicBezTo>
                  <a:pt x="14021647" y="1540708"/>
                  <a:pt x="14047441" y="1540708"/>
                  <a:pt x="14073234" y="1540708"/>
                </a:cubicBezTo>
                <a:cubicBezTo>
                  <a:pt x="14073234" y="1464408"/>
                  <a:pt x="13982957" y="1490200"/>
                  <a:pt x="13957163" y="1477304"/>
                </a:cubicBezTo>
                <a:close/>
                <a:moveTo>
                  <a:pt x="18830660" y="1445595"/>
                </a:moveTo>
                <a:cubicBezTo>
                  <a:pt x="18874384" y="1458309"/>
                  <a:pt x="18925572" y="1451952"/>
                  <a:pt x="18957564" y="1509164"/>
                </a:cubicBezTo>
                <a:cubicBezTo>
                  <a:pt x="18919172" y="1515521"/>
                  <a:pt x="18849856" y="1534592"/>
                  <a:pt x="18830660" y="1445595"/>
                </a:cubicBezTo>
                <a:close/>
                <a:moveTo>
                  <a:pt x="18247672" y="1445595"/>
                </a:moveTo>
                <a:cubicBezTo>
                  <a:pt x="18259644" y="1445595"/>
                  <a:pt x="18265632" y="1458438"/>
                  <a:pt x="18265632" y="1477703"/>
                </a:cubicBezTo>
                <a:cubicBezTo>
                  <a:pt x="18253656" y="1477703"/>
                  <a:pt x="18247672" y="1471282"/>
                  <a:pt x="18247672" y="1445595"/>
                </a:cubicBezTo>
                <a:close/>
                <a:moveTo>
                  <a:pt x="16584018" y="1445595"/>
                </a:moveTo>
                <a:cubicBezTo>
                  <a:pt x="16595994" y="1445595"/>
                  <a:pt x="16601982" y="1458438"/>
                  <a:pt x="16601982" y="1477704"/>
                </a:cubicBezTo>
                <a:cubicBezTo>
                  <a:pt x="16591004" y="1477704"/>
                  <a:pt x="16584018" y="1471282"/>
                  <a:pt x="16584018" y="1445595"/>
                </a:cubicBezTo>
                <a:close/>
                <a:moveTo>
                  <a:pt x="9737784" y="1406377"/>
                </a:moveTo>
                <a:cubicBezTo>
                  <a:pt x="9692645" y="1419273"/>
                  <a:pt x="9660403" y="1477304"/>
                  <a:pt x="9621713" y="1503096"/>
                </a:cubicBezTo>
                <a:cubicBezTo>
                  <a:pt x="9584098" y="1522439"/>
                  <a:pt x="9538959" y="1515992"/>
                  <a:pt x="9500269" y="1527813"/>
                </a:cubicBezTo>
                <a:cubicBezTo>
                  <a:pt x="9474476" y="1535335"/>
                  <a:pt x="9461579" y="1566500"/>
                  <a:pt x="9435785" y="1579396"/>
                </a:cubicBezTo>
                <a:cubicBezTo>
                  <a:pt x="9416440" y="1585848"/>
                  <a:pt x="9390647" y="1592292"/>
                  <a:pt x="9371302" y="1598740"/>
                </a:cubicBezTo>
                <a:cubicBezTo>
                  <a:pt x="9353031" y="1605189"/>
                  <a:pt x="9288548" y="1605189"/>
                  <a:pt x="9282099" y="1643876"/>
                </a:cubicBezTo>
                <a:cubicBezTo>
                  <a:pt x="9275651" y="1669667"/>
                  <a:pt x="9327238" y="1669667"/>
                  <a:pt x="9333686" y="1669667"/>
                </a:cubicBezTo>
                <a:cubicBezTo>
                  <a:pt x="9359480" y="1663219"/>
                  <a:pt x="9364853" y="1643876"/>
                  <a:pt x="9378825" y="1637427"/>
                </a:cubicBezTo>
                <a:cubicBezTo>
                  <a:pt x="9397095" y="1624531"/>
                  <a:pt x="9416440" y="1624531"/>
                  <a:pt x="9435785" y="1618084"/>
                </a:cubicBezTo>
                <a:cubicBezTo>
                  <a:pt x="9538959" y="1585848"/>
                  <a:pt x="9634610" y="1535335"/>
                  <a:pt x="9737784" y="1483753"/>
                </a:cubicBezTo>
                <a:cubicBezTo>
                  <a:pt x="9737784" y="1457960"/>
                  <a:pt x="9737784" y="1432169"/>
                  <a:pt x="9737784" y="1406377"/>
                </a:cubicBezTo>
                <a:close/>
                <a:moveTo>
                  <a:pt x="16351776" y="1388716"/>
                </a:moveTo>
                <a:cubicBezTo>
                  <a:pt x="16363624" y="1388716"/>
                  <a:pt x="16374484" y="1395541"/>
                  <a:pt x="16374484" y="1416016"/>
                </a:cubicBezTo>
                <a:cubicBezTo>
                  <a:pt x="16363624" y="1416016"/>
                  <a:pt x="16351776" y="1409191"/>
                  <a:pt x="16351776" y="1388716"/>
                </a:cubicBezTo>
                <a:close/>
                <a:moveTo>
                  <a:pt x="9904367" y="1387034"/>
                </a:moveTo>
                <a:cubicBezTo>
                  <a:pt x="9872125" y="1393482"/>
                  <a:pt x="9839883" y="1393482"/>
                  <a:pt x="9807641" y="1406377"/>
                </a:cubicBezTo>
                <a:cubicBezTo>
                  <a:pt x="9826986" y="1445064"/>
                  <a:pt x="9852780" y="1451512"/>
                  <a:pt x="9878573" y="1445064"/>
                </a:cubicBezTo>
                <a:cubicBezTo>
                  <a:pt x="9897918" y="1445064"/>
                  <a:pt x="9904367" y="1419273"/>
                  <a:pt x="9904367" y="1387034"/>
                </a:cubicBezTo>
                <a:close/>
                <a:moveTo>
                  <a:pt x="16242756" y="1355540"/>
                </a:moveTo>
                <a:cubicBezTo>
                  <a:pt x="16254730" y="1355540"/>
                  <a:pt x="16260718" y="1368382"/>
                  <a:pt x="16260718" y="1387645"/>
                </a:cubicBezTo>
                <a:cubicBezTo>
                  <a:pt x="16248744" y="1387645"/>
                  <a:pt x="16242756" y="1374803"/>
                  <a:pt x="16242756" y="1355540"/>
                </a:cubicBezTo>
                <a:close/>
                <a:moveTo>
                  <a:pt x="16000036" y="1355540"/>
                </a:moveTo>
                <a:cubicBezTo>
                  <a:pt x="16000036" y="1374804"/>
                  <a:pt x="15994048" y="1387646"/>
                  <a:pt x="15982074" y="1387646"/>
                </a:cubicBezTo>
                <a:cubicBezTo>
                  <a:pt x="15982074" y="1368382"/>
                  <a:pt x="15988060" y="1355540"/>
                  <a:pt x="16000036" y="1355540"/>
                </a:cubicBezTo>
                <a:close/>
                <a:moveTo>
                  <a:pt x="17261808" y="1355537"/>
                </a:moveTo>
                <a:cubicBezTo>
                  <a:pt x="17288296" y="1361742"/>
                  <a:pt x="17314784" y="1367947"/>
                  <a:pt x="17341276" y="1398971"/>
                </a:cubicBezTo>
                <a:cubicBezTo>
                  <a:pt x="17314784" y="1398971"/>
                  <a:pt x="17261808" y="1411381"/>
                  <a:pt x="17261808" y="1355537"/>
                </a:cubicBezTo>
                <a:close/>
                <a:moveTo>
                  <a:pt x="18042940" y="1347424"/>
                </a:moveTo>
                <a:cubicBezTo>
                  <a:pt x="18072904" y="1342833"/>
                  <a:pt x="18108368" y="1376603"/>
                  <a:pt x="18132828" y="1386083"/>
                </a:cubicBezTo>
                <a:cubicBezTo>
                  <a:pt x="18132828" y="1398722"/>
                  <a:pt x="18132828" y="1405042"/>
                  <a:pt x="18132828" y="1411362"/>
                </a:cubicBezTo>
                <a:cubicBezTo>
                  <a:pt x="18093692" y="1398722"/>
                  <a:pt x="18054556" y="1379763"/>
                  <a:pt x="18015420" y="1367124"/>
                </a:cubicBezTo>
                <a:cubicBezTo>
                  <a:pt x="18023576" y="1354748"/>
                  <a:pt x="18032952" y="1348955"/>
                  <a:pt x="18042940" y="1347424"/>
                </a:cubicBezTo>
                <a:close/>
                <a:moveTo>
                  <a:pt x="17167012" y="1332460"/>
                </a:moveTo>
                <a:cubicBezTo>
                  <a:pt x="17191236" y="1338893"/>
                  <a:pt x="17241792" y="1327100"/>
                  <a:pt x="17241792" y="1383919"/>
                </a:cubicBezTo>
                <a:cubicBezTo>
                  <a:pt x="17216516" y="1416081"/>
                  <a:pt x="17185968" y="1358190"/>
                  <a:pt x="17167012" y="1332460"/>
                </a:cubicBezTo>
                <a:close/>
                <a:moveTo>
                  <a:pt x="17076956" y="1322361"/>
                </a:moveTo>
                <a:cubicBezTo>
                  <a:pt x="17090084" y="1322361"/>
                  <a:pt x="17090084" y="1335204"/>
                  <a:pt x="17090084" y="1354469"/>
                </a:cubicBezTo>
                <a:cubicBezTo>
                  <a:pt x="17076956" y="1354469"/>
                  <a:pt x="17076956" y="1341626"/>
                  <a:pt x="17076956" y="1322361"/>
                </a:cubicBezTo>
                <a:close/>
                <a:moveTo>
                  <a:pt x="17508272" y="1322360"/>
                </a:moveTo>
                <a:cubicBezTo>
                  <a:pt x="17520244" y="1322360"/>
                  <a:pt x="17526232" y="1335204"/>
                  <a:pt x="17526232" y="1354469"/>
                </a:cubicBezTo>
                <a:cubicBezTo>
                  <a:pt x="17514256" y="1354469"/>
                  <a:pt x="17508272" y="1341626"/>
                  <a:pt x="17508272" y="1322360"/>
                </a:cubicBezTo>
                <a:close/>
                <a:moveTo>
                  <a:pt x="17982244" y="1322357"/>
                </a:moveTo>
                <a:cubicBezTo>
                  <a:pt x="17995516" y="1329531"/>
                  <a:pt x="18008784" y="1334655"/>
                  <a:pt x="18014316" y="1340803"/>
                </a:cubicBezTo>
                <a:cubicBezTo>
                  <a:pt x="18001044" y="1359250"/>
                  <a:pt x="17982244" y="1353101"/>
                  <a:pt x="17982244" y="1322357"/>
                </a:cubicBezTo>
                <a:close/>
                <a:moveTo>
                  <a:pt x="14316122" y="1297837"/>
                </a:moveTo>
                <a:cubicBezTo>
                  <a:pt x="14316122" y="1330077"/>
                  <a:pt x="14341916" y="1322555"/>
                  <a:pt x="14354813" y="1322555"/>
                </a:cubicBezTo>
                <a:cubicBezTo>
                  <a:pt x="14354813" y="1291390"/>
                  <a:pt x="14329019" y="1297837"/>
                  <a:pt x="14316122" y="1297837"/>
                </a:cubicBezTo>
                <a:close/>
                <a:moveTo>
                  <a:pt x="17148052" y="1265483"/>
                </a:moveTo>
                <a:cubicBezTo>
                  <a:pt x="17160348" y="1265483"/>
                  <a:pt x="17172644" y="1265483"/>
                  <a:pt x="17184944" y="1265483"/>
                </a:cubicBezTo>
                <a:cubicBezTo>
                  <a:pt x="17184944" y="1271904"/>
                  <a:pt x="17184944" y="1284748"/>
                  <a:pt x="17184944" y="1297591"/>
                </a:cubicBezTo>
                <a:cubicBezTo>
                  <a:pt x="17172644" y="1297591"/>
                  <a:pt x="17160348" y="1297591"/>
                  <a:pt x="17148052" y="1297591"/>
                </a:cubicBezTo>
                <a:cubicBezTo>
                  <a:pt x="17148052" y="1284748"/>
                  <a:pt x="17148052" y="1271904"/>
                  <a:pt x="17148052" y="1265483"/>
                </a:cubicBezTo>
                <a:close/>
                <a:moveTo>
                  <a:pt x="16166922" y="1265483"/>
                </a:moveTo>
                <a:cubicBezTo>
                  <a:pt x="16178896" y="1265483"/>
                  <a:pt x="16184884" y="1278326"/>
                  <a:pt x="16184884" y="1297591"/>
                </a:cubicBezTo>
                <a:cubicBezTo>
                  <a:pt x="16172908" y="1297591"/>
                  <a:pt x="16166922" y="1284748"/>
                  <a:pt x="16166922" y="1265483"/>
                </a:cubicBezTo>
                <a:close/>
                <a:moveTo>
                  <a:pt x="16000036" y="1265483"/>
                </a:moveTo>
                <a:cubicBezTo>
                  <a:pt x="16000036" y="1284748"/>
                  <a:pt x="15994048" y="1297592"/>
                  <a:pt x="15982074" y="1297592"/>
                </a:cubicBezTo>
                <a:cubicBezTo>
                  <a:pt x="15982074" y="1271905"/>
                  <a:pt x="15988060" y="1265483"/>
                  <a:pt x="16000036" y="1265483"/>
                </a:cubicBezTo>
                <a:close/>
                <a:moveTo>
                  <a:pt x="15944156" y="1265483"/>
                </a:moveTo>
                <a:cubicBezTo>
                  <a:pt x="15956796" y="1265483"/>
                  <a:pt x="15962062" y="1278326"/>
                  <a:pt x="15962062" y="1297592"/>
                </a:cubicBezTo>
                <a:cubicBezTo>
                  <a:pt x="15950476" y="1297592"/>
                  <a:pt x="15944156" y="1284748"/>
                  <a:pt x="15944156" y="1265483"/>
                </a:cubicBezTo>
                <a:close/>
                <a:moveTo>
                  <a:pt x="15773526" y="1246523"/>
                </a:moveTo>
                <a:cubicBezTo>
                  <a:pt x="15819356" y="1246523"/>
                  <a:pt x="15871732" y="1253003"/>
                  <a:pt x="15924108" y="1278921"/>
                </a:cubicBezTo>
                <a:cubicBezTo>
                  <a:pt x="15897920" y="1285401"/>
                  <a:pt x="15878278" y="1304840"/>
                  <a:pt x="15858638" y="1317799"/>
                </a:cubicBezTo>
                <a:cubicBezTo>
                  <a:pt x="15838996" y="1330758"/>
                  <a:pt x="15825902" y="1317799"/>
                  <a:pt x="15806262" y="1311320"/>
                </a:cubicBezTo>
                <a:cubicBezTo>
                  <a:pt x="15812808" y="1298360"/>
                  <a:pt x="15819356" y="1285401"/>
                  <a:pt x="15825902" y="1278921"/>
                </a:cubicBezTo>
                <a:cubicBezTo>
                  <a:pt x="15812808" y="1265962"/>
                  <a:pt x="15793168" y="1253003"/>
                  <a:pt x="15773526" y="1246523"/>
                </a:cubicBezTo>
                <a:close/>
                <a:moveTo>
                  <a:pt x="17810560" y="1200999"/>
                </a:moveTo>
                <a:cubicBezTo>
                  <a:pt x="17810560" y="1240681"/>
                  <a:pt x="17786336" y="1234067"/>
                  <a:pt x="17773696" y="1234067"/>
                </a:cubicBezTo>
                <a:cubicBezTo>
                  <a:pt x="17773696" y="1194386"/>
                  <a:pt x="17798972" y="1200999"/>
                  <a:pt x="17810560" y="1200999"/>
                </a:cubicBezTo>
                <a:close/>
                <a:moveTo>
                  <a:pt x="16824752" y="1199127"/>
                </a:moveTo>
                <a:cubicBezTo>
                  <a:pt x="16824752" y="1224814"/>
                  <a:pt x="16818764" y="1231236"/>
                  <a:pt x="16806788" y="1231236"/>
                </a:cubicBezTo>
                <a:cubicBezTo>
                  <a:pt x="16806788" y="1205549"/>
                  <a:pt x="16812776" y="1199127"/>
                  <a:pt x="16824752" y="1199127"/>
                </a:cubicBezTo>
                <a:close/>
                <a:moveTo>
                  <a:pt x="15678730" y="1199127"/>
                </a:moveTo>
                <a:cubicBezTo>
                  <a:pt x="15684718" y="1199127"/>
                  <a:pt x="15696694" y="1205549"/>
                  <a:pt x="15696694" y="1231236"/>
                </a:cubicBezTo>
                <a:cubicBezTo>
                  <a:pt x="15684718" y="1231236"/>
                  <a:pt x="15678730" y="1224814"/>
                  <a:pt x="15678730" y="1199127"/>
                </a:cubicBezTo>
                <a:close/>
                <a:moveTo>
                  <a:pt x="15526532" y="1161698"/>
                </a:moveTo>
                <a:cubicBezTo>
                  <a:pt x="15546808" y="1161698"/>
                  <a:pt x="15570242" y="1169761"/>
                  <a:pt x="15582882" y="1169761"/>
                </a:cubicBezTo>
                <a:cubicBezTo>
                  <a:pt x="15582882" y="1240711"/>
                  <a:pt x="15514420" y="1202011"/>
                  <a:pt x="15489142" y="1202011"/>
                </a:cubicBezTo>
                <a:cubicBezTo>
                  <a:pt x="15489142" y="1169761"/>
                  <a:pt x="15506258" y="1161698"/>
                  <a:pt x="15526532" y="1161698"/>
                </a:cubicBezTo>
                <a:close/>
                <a:moveTo>
                  <a:pt x="16824752" y="1137507"/>
                </a:moveTo>
                <a:cubicBezTo>
                  <a:pt x="16824752" y="1163192"/>
                  <a:pt x="16818764" y="1169613"/>
                  <a:pt x="16806788" y="1169613"/>
                </a:cubicBezTo>
                <a:cubicBezTo>
                  <a:pt x="16806788" y="1150350"/>
                  <a:pt x="16812776" y="1137507"/>
                  <a:pt x="16824752" y="1137507"/>
                </a:cubicBezTo>
                <a:close/>
                <a:moveTo>
                  <a:pt x="15342210" y="1137507"/>
                </a:moveTo>
                <a:cubicBezTo>
                  <a:pt x="15360380" y="1137507"/>
                  <a:pt x="15386030" y="1137507"/>
                  <a:pt x="15405268" y="1137507"/>
                </a:cubicBezTo>
                <a:cubicBezTo>
                  <a:pt x="15424508" y="1137507"/>
                  <a:pt x="15437332" y="1137507"/>
                  <a:pt x="15450158" y="1137507"/>
                </a:cubicBezTo>
                <a:cubicBezTo>
                  <a:pt x="15450158" y="1150350"/>
                  <a:pt x="15450158" y="1163192"/>
                  <a:pt x="15450158" y="1169613"/>
                </a:cubicBezTo>
                <a:cubicBezTo>
                  <a:pt x="15430920" y="1169613"/>
                  <a:pt x="15405268" y="1169613"/>
                  <a:pt x="15379618" y="1169613"/>
                </a:cubicBezTo>
                <a:cubicBezTo>
                  <a:pt x="15366792" y="1169613"/>
                  <a:pt x="15353966" y="1169613"/>
                  <a:pt x="15342210" y="1169613"/>
                </a:cubicBezTo>
                <a:cubicBezTo>
                  <a:pt x="15342210" y="1163192"/>
                  <a:pt x="15342210" y="1150350"/>
                  <a:pt x="15342210" y="1137507"/>
                </a:cubicBezTo>
                <a:close/>
                <a:moveTo>
                  <a:pt x="10314912" y="1136639"/>
                </a:moveTo>
                <a:cubicBezTo>
                  <a:pt x="10314912" y="1162431"/>
                  <a:pt x="10321361" y="1168880"/>
                  <a:pt x="10334257" y="1168880"/>
                </a:cubicBezTo>
                <a:cubicBezTo>
                  <a:pt x="10334257" y="1149535"/>
                  <a:pt x="10327809" y="1136639"/>
                  <a:pt x="10314912" y="1136639"/>
                </a:cubicBezTo>
                <a:close/>
                <a:moveTo>
                  <a:pt x="10372948" y="1111922"/>
                </a:moveTo>
                <a:cubicBezTo>
                  <a:pt x="10372948" y="1130193"/>
                  <a:pt x="10379396" y="1136639"/>
                  <a:pt x="10392293" y="1136639"/>
                </a:cubicBezTo>
                <a:cubicBezTo>
                  <a:pt x="10392293" y="1117295"/>
                  <a:pt x="10385844" y="1111922"/>
                  <a:pt x="10372948" y="1111922"/>
                </a:cubicBezTo>
                <a:close/>
                <a:moveTo>
                  <a:pt x="15848742" y="1111643"/>
                </a:moveTo>
                <a:cubicBezTo>
                  <a:pt x="15848742" y="1129922"/>
                  <a:pt x="15855192" y="1136372"/>
                  <a:pt x="15868094" y="1136372"/>
                </a:cubicBezTo>
                <a:cubicBezTo>
                  <a:pt x="15868094" y="1117019"/>
                  <a:pt x="15861644" y="1111643"/>
                  <a:pt x="15848742" y="1111643"/>
                </a:cubicBezTo>
                <a:close/>
                <a:moveTo>
                  <a:pt x="17584748" y="1108531"/>
                </a:moveTo>
                <a:cubicBezTo>
                  <a:pt x="17597740" y="1111139"/>
                  <a:pt x="17606196" y="1119593"/>
                  <a:pt x="17606196" y="1137320"/>
                </a:cubicBezTo>
                <a:cubicBezTo>
                  <a:pt x="17587792" y="1137320"/>
                  <a:pt x="17568308" y="1137320"/>
                  <a:pt x="17568308" y="1170048"/>
                </a:cubicBezTo>
                <a:cubicBezTo>
                  <a:pt x="17582920" y="1170048"/>
                  <a:pt x="17607888" y="1162684"/>
                  <a:pt x="17619456" y="1178332"/>
                </a:cubicBezTo>
                <a:lnTo>
                  <a:pt x="17624884" y="1199651"/>
                </a:lnTo>
                <a:lnTo>
                  <a:pt x="17642892" y="1202967"/>
                </a:lnTo>
                <a:cubicBezTo>
                  <a:pt x="17649316" y="1206810"/>
                  <a:pt x="17654132" y="1214496"/>
                  <a:pt x="17654132" y="1229868"/>
                </a:cubicBezTo>
                <a:cubicBezTo>
                  <a:pt x="17644500" y="1229868"/>
                  <a:pt x="17631256" y="1233326"/>
                  <a:pt x="17625236" y="1219492"/>
                </a:cubicBezTo>
                <a:lnTo>
                  <a:pt x="17622540" y="1202380"/>
                </a:lnTo>
                <a:lnTo>
                  <a:pt x="17582464" y="1197354"/>
                </a:lnTo>
                <a:cubicBezTo>
                  <a:pt x="17539080" y="1187229"/>
                  <a:pt x="17495236" y="1165138"/>
                  <a:pt x="17451396" y="1150411"/>
                </a:cubicBezTo>
                <a:cubicBezTo>
                  <a:pt x="17466008" y="1145502"/>
                  <a:pt x="17545780" y="1100707"/>
                  <a:pt x="17584748" y="1108531"/>
                </a:cubicBezTo>
                <a:close/>
                <a:moveTo>
                  <a:pt x="15265552" y="1103815"/>
                </a:moveTo>
                <a:cubicBezTo>
                  <a:pt x="15287702" y="1104753"/>
                  <a:pt x="15312312" y="1112794"/>
                  <a:pt x="15322156" y="1112794"/>
                </a:cubicBezTo>
                <a:cubicBezTo>
                  <a:pt x="15322156" y="1169613"/>
                  <a:pt x="15243404" y="1137451"/>
                  <a:pt x="15223716" y="1137451"/>
                </a:cubicBezTo>
                <a:cubicBezTo>
                  <a:pt x="15223716" y="1109042"/>
                  <a:pt x="15243404" y="1102877"/>
                  <a:pt x="15265552" y="1103815"/>
                </a:cubicBezTo>
                <a:close/>
                <a:moveTo>
                  <a:pt x="17304464" y="1080632"/>
                </a:moveTo>
                <a:cubicBezTo>
                  <a:pt x="17317592" y="1080632"/>
                  <a:pt x="17317592" y="1093474"/>
                  <a:pt x="17317592" y="1112737"/>
                </a:cubicBezTo>
                <a:cubicBezTo>
                  <a:pt x="17304464" y="1112737"/>
                  <a:pt x="17304464" y="1099895"/>
                  <a:pt x="17304464" y="1080632"/>
                </a:cubicBezTo>
                <a:close/>
                <a:moveTo>
                  <a:pt x="16408650" y="1080632"/>
                </a:moveTo>
                <a:cubicBezTo>
                  <a:pt x="16420624" y="1080632"/>
                  <a:pt x="16426612" y="1093474"/>
                  <a:pt x="16426612" y="1112737"/>
                </a:cubicBezTo>
                <a:cubicBezTo>
                  <a:pt x="16414638" y="1112737"/>
                  <a:pt x="16408650" y="1099895"/>
                  <a:pt x="16408650" y="1080632"/>
                </a:cubicBezTo>
                <a:close/>
                <a:moveTo>
                  <a:pt x="15073768" y="1077829"/>
                </a:moveTo>
                <a:cubicBezTo>
                  <a:pt x="15085400" y="1079445"/>
                  <a:pt x="15094708" y="1087524"/>
                  <a:pt x="15094708" y="1113376"/>
                </a:cubicBezTo>
                <a:cubicBezTo>
                  <a:pt x="15076094" y="1113376"/>
                  <a:pt x="15038866" y="1131688"/>
                  <a:pt x="15038866" y="1081061"/>
                </a:cubicBezTo>
                <a:cubicBezTo>
                  <a:pt x="15048174" y="1081061"/>
                  <a:pt x="15062134" y="1076214"/>
                  <a:pt x="15073768" y="1077829"/>
                </a:cubicBezTo>
                <a:close/>
                <a:moveTo>
                  <a:pt x="15472422" y="1077500"/>
                </a:moveTo>
                <a:cubicBezTo>
                  <a:pt x="15476456" y="1077500"/>
                  <a:pt x="15480300" y="1077923"/>
                  <a:pt x="15483374" y="1077923"/>
                </a:cubicBezTo>
                <a:cubicBezTo>
                  <a:pt x="15483374" y="1117420"/>
                  <a:pt x="15464928" y="1111778"/>
                  <a:pt x="15446482" y="1111778"/>
                </a:cubicBezTo>
                <a:cubicBezTo>
                  <a:pt x="15446482" y="1081308"/>
                  <a:pt x="15460316" y="1077500"/>
                  <a:pt x="15472422" y="1077500"/>
                </a:cubicBezTo>
                <a:close/>
                <a:moveTo>
                  <a:pt x="17496292" y="1077499"/>
                </a:moveTo>
                <a:cubicBezTo>
                  <a:pt x="17500328" y="1077499"/>
                  <a:pt x="17504172" y="1077922"/>
                  <a:pt x="17507244" y="1077922"/>
                </a:cubicBezTo>
                <a:cubicBezTo>
                  <a:pt x="17507244" y="1117420"/>
                  <a:pt x="17488800" y="1111778"/>
                  <a:pt x="17470352" y="1111778"/>
                </a:cubicBezTo>
                <a:cubicBezTo>
                  <a:pt x="17470352" y="1081308"/>
                  <a:pt x="17484188" y="1077499"/>
                  <a:pt x="17496292" y="1077499"/>
                </a:cubicBezTo>
                <a:close/>
                <a:moveTo>
                  <a:pt x="17033204" y="1047453"/>
                </a:moveTo>
                <a:cubicBezTo>
                  <a:pt x="17033204" y="1066718"/>
                  <a:pt x="17033204" y="1079562"/>
                  <a:pt x="17020076" y="1079562"/>
                </a:cubicBezTo>
                <a:cubicBezTo>
                  <a:pt x="17020076" y="1060296"/>
                  <a:pt x="17020076" y="1047453"/>
                  <a:pt x="17033204" y="1047453"/>
                </a:cubicBezTo>
                <a:close/>
                <a:moveTo>
                  <a:pt x="16280676" y="1047453"/>
                </a:moveTo>
                <a:cubicBezTo>
                  <a:pt x="16292650" y="1047453"/>
                  <a:pt x="16298638" y="1060296"/>
                  <a:pt x="16298638" y="1079562"/>
                </a:cubicBezTo>
                <a:cubicBezTo>
                  <a:pt x="16286664" y="1079562"/>
                  <a:pt x="16280676" y="1066718"/>
                  <a:pt x="16280676" y="1047453"/>
                </a:cubicBezTo>
                <a:close/>
                <a:moveTo>
                  <a:pt x="16223798" y="1044121"/>
                </a:moveTo>
                <a:cubicBezTo>
                  <a:pt x="16242246" y="1044121"/>
                  <a:pt x="16260692" y="1037971"/>
                  <a:pt x="16260692" y="1074864"/>
                </a:cubicBezTo>
                <a:cubicBezTo>
                  <a:pt x="16242246" y="1074864"/>
                  <a:pt x="16223798" y="1074864"/>
                  <a:pt x="16223798" y="1044121"/>
                </a:cubicBezTo>
                <a:close/>
                <a:moveTo>
                  <a:pt x="17431380" y="1044120"/>
                </a:moveTo>
                <a:cubicBezTo>
                  <a:pt x="17431380" y="1074864"/>
                  <a:pt x="17413476" y="1074864"/>
                  <a:pt x="17394520" y="1074864"/>
                </a:cubicBezTo>
                <a:cubicBezTo>
                  <a:pt x="17394520" y="1037970"/>
                  <a:pt x="17418744" y="1044120"/>
                  <a:pt x="17431380" y="1044120"/>
                </a:cubicBezTo>
                <a:close/>
                <a:moveTo>
                  <a:pt x="11093277" y="1043667"/>
                </a:moveTo>
                <a:cubicBezTo>
                  <a:pt x="11098109" y="1044472"/>
                  <a:pt x="11102941" y="1046077"/>
                  <a:pt x="11109384" y="1046077"/>
                </a:cubicBezTo>
                <a:lnTo>
                  <a:pt x="11090615" y="1044067"/>
                </a:lnTo>
                <a:close/>
                <a:moveTo>
                  <a:pt x="16165868" y="1022268"/>
                </a:moveTo>
                <a:cubicBezTo>
                  <a:pt x="16165868" y="1041368"/>
                  <a:pt x="16165868" y="1060470"/>
                  <a:pt x="16165868" y="1079570"/>
                </a:cubicBezTo>
                <a:cubicBezTo>
                  <a:pt x="16135322" y="1073203"/>
                  <a:pt x="16103724" y="1073203"/>
                  <a:pt x="16072126" y="1066836"/>
                </a:cubicBezTo>
                <a:cubicBezTo>
                  <a:pt x="16091086" y="1009534"/>
                  <a:pt x="16141642" y="1028634"/>
                  <a:pt x="16165868" y="1022268"/>
                </a:cubicBezTo>
                <a:close/>
                <a:moveTo>
                  <a:pt x="15263666" y="1016154"/>
                </a:moveTo>
                <a:cubicBezTo>
                  <a:pt x="15282962" y="1009531"/>
                  <a:pt x="15302260" y="1022776"/>
                  <a:pt x="15321558" y="1022776"/>
                </a:cubicBezTo>
                <a:cubicBezTo>
                  <a:pt x="15321558" y="1049268"/>
                  <a:pt x="15326918" y="1075759"/>
                  <a:pt x="15302260" y="1082382"/>
                </a:cubicBezTo>
                <a:cubicBezTo>
                  <a:pt x="15282962" y="1089005"/>
                  <a:pt x="15263666" y="1082382"/>
                  <a:pt x="15244368" y="1082382"/>
                </a:cubicBezTo>
                <a:cubicBezTo>
                  <a:pt x="15244368" y="1049268"/>
                  <a:pt x="15237934" y="1022776"/>
                  <a:pt x="15263666" y="1016154"/>
                </a:cubicBezTo>
                <a:close/>
                <a:moveTo>
                  <a:pt x="10865077" y="986522"/>
                </a:moveTo>
                <a:cubicBezTo>
                  <a:pt x="10871994" y="985747"/>
                  <a:pt x="10879680" y="987298"/>
                  <a:pt x="10885828" y="987298"/>
                </a:cubicBezTo>
                <a:cubicBezTo>
                  <a:pt x="10885828" y="1012118"/>
                  <a:pt x="10848936" y="1036937"/>
                  <a:pt x="10848936" y="999708"/>
                </a:cubicBezTo>
                <a:cubicBezTo>
                  <a:pt x="10852010" y="990400"/>
                  <a:pt x="10858159" y="987298"/>
                  <a:pt x="10865077" y="986522"/>
                </a:cubicBezTo>
                <a:close/>
                <a:moveTo>
                  <a:pt x="17138572" y="977964"/>
                </a:moveTo>
                <a:cubicBezTo>
                  <a:pt x="17210260" y="971614"/>
                  <a:pt x="17274344" y="1003366"/>
                  <a:pt x="17346032" y="1035119"/>
                </a:cubicBezTo>
                <a:cubicBezTo>
                  <a:pt x="17319964" y="1047821"/>
                  <a:pt x="17287376" y="1060522"/>
                  <a:pt x="17267828" y="1079573"/>
                </a:cubicBezTo>
                <a:cubicBezTo>
                  <a:pt x="17267828" y="1060522"/>
                  <a:pt x="17267828" y="1041469"/>
                  <a:pt x="17267828" y="1022418"/>
                </a:cubicBezTo>
                <a:cubicBezTo>
                  <a:pt x="17235240" y="1022418"/>
                  <a:pt x="17210260" y="1041469"/>
                  <a:pt x="17184192" y="1035119"/>
                </a:cubicBezTo>
                <a:cubicBezTo>
                  <a:pt x="17158124" y="1035119"/>
                  <a:pt x="17151604" y="1003366"/>
                  <a:pt x="17138572" y="977964"/>
                </a:cubicBezTo>
                <a:close/>
                <a:moveTo>
                  <a:pt x="16740434" y="957394"/>
                </a:moveTo>
                <a:cubicBezTo>
                  <a:pt x="16753558" y="957394"/>
                  <a:pt x="16753558" y="970236"/>
                  <a:pt x="16753558" y="989500"/>
                </a:cubicBezTo>
                <a:cubicBezTo>
                  <a:pt x="16740434" y="989500"/>
                  <a:pt x="16740434" y="976657"/>
                  <a:pt x="16740434" y="957394"/>
                </a:cubicBezTo>
                <a:close/>
                <a:moveTo>
                  <a:pt x="16129004" y="957394"/>
                </a:moveTo>
                <a:cubicBezTo>
                  <a:pt x="16140978" y="957394"/>
                  <a:pt x="16146966" y="963815"/>
                  <a:pt x="16146966" y="989500"/>
                </a:cubicBezTo>
                <a:cubicBezTo>
                  <a:pt x="16134992" y="989500"/>
                  <a:pt x="16129004" y="976657"/>
                  <a:pt x="16129004" y="957394"/>
                </a:cubicBezTo>
                <a:close/>
                <a:moveTo>
                  <a:pt x="15863578" y="957394"/>
                </a:moveTo>
                <a:cubicBezTo>
                  <a:pt x="15875554" y="957394"/>
                  <a:pt x="15881542" y="963815"/>
                  <a:pt x="15881542" y="989500"/>
                </a:cubicBezTo>
                <a:cubicBezTo>
                  <a:pt x="15869566" y="989500"/>
                  <a:pt x="15863578" y="976658"/>
                  <a:pt x="15863578" y="957394"/>
                </a:cubicBezTo>
                <a:close/>
                <a:moveTo>
                  <a:pt x="17033192" y="925119"/>
                </a:moveTo>
                <a:cubicBezTo>
                  <a:pt x="17033192" y="965745"/>
                  <a:pt x="17013284" y="958974"/>
                  <a:pt x="17001120" y="958974"/>
                </a:cubicBezTo>
                <a:cubicBezTo>
                  <a:pt x="17001120" y="919477"/>
                  <a:pt x="17019920" y="925119"/>
                  <a:pt x="17033192" y="925119"/>
                </a:cubicBezTo>
                <a:close/>
                <a:moveTo>
                  <a:pt x="11341645" y="915543"/>
                </a:moveTo>
                <a:cubicBezTo>
                  <a:pt x="11410466" y="914633"/>
                  <a:pt x="11478501" y="934366"/>
                  <a:pt x="11506688" y="1046077"/>
                </a:cubicBezTo>
                <a:cubicBezTo>
                  <a:pt x="11468032" y="1046077"/>
                  <a:pt x="11435818" y="1046077"/>
                  <a:pt x="11398235" y="1046077"/>
                </a:cubicBezTo>
                <a:cubicBezTo>
                  <a:pt x="11385349" y="1020389"/>
                  <a:pt x="11372464" y="994703"/>
                  <a:pt x="11391792" y="969016"/>
                </a:cubicBezTo>
                <a:cubicBezTo>
                  <a:pt x="11372464" y="962595"/>
                  <a:pt x="11353135" y="956173"/>
                  <a:pt x="11333807" y="956173"/>
                </a:cubicBezTo>
                <a:cubicBezTo>
                  <a:pt x="11340250" y="988281"/>
                  <a:pt x="11346692" y="1020389"/>
                  <a:pt x="11346692" y="1052499"/>
                </a:cubicBezTo>
                <a:cubicBezTo>
                  <a:pt x="11154483" y="1115644"/>
                  <a:pt x="10962273" y="1186282"/>
                  <a:pt x="10770064" y="1231233"/>
                </a:cubicBezTo>
                <a:cubicBezTo>
                  <a:pt x="10770064" y="1186282"/>
                  <a:pt x="10763621" y="1128488"/>
                  <a:pt x="10795835" y="1115644"/>
                </a:cubicBezTo>
                <a:cubicBezTo>
                  <a:pt x="10826975" y="1097450"/>
                  <a:pt x="10865632" y="1091028"/>
                  <a:pt x="10897846" y="1078185"/>
                </a:cubicBezTo>
                <a:cubicBezTo>
                  <a:pt x="10930059" y="1065342"/>
                  <a:pt x="10968716" y="1052499"/>
                  <a:pt x="11000930" y="1046077"/>
                </a:cubicBezTo>
                <a:cubicBezTo>
                  <a:pt x="11020258" y="1046077"/>
                  <a:pt x="11007373" y="1052499"/>
                  <a:pt x="11020258" y="1071764"/>
                </a:cubicBezTo>
                <a:cubicBezTo>
                  <a:pt x="11025627" y="1084607"/>
                  <a:pt x="11038513" y="1078185"/>
                  <a:pt x="11051398" y="1078185"/>
                </a:cubicBezTo>
                <a:cubicBezTo>
                  <a:pt x="11051398" y="1046077"/>
                  <a:pt x="11032070" y="1046077"/>
                  <a:pt x="11020258" y="1046077"/>
                </a:cubicBezTo>
                <a:cubicBezTo>
                  <a:pt x="11035828" y="1042865"/>
                  <a:pt x="11050056" y="1041259"/>
                  <a:pt x="11064418" y="1041259"/>
                </a:cubicBezTo>
                <a:lnTo>
                  <a:pt x="11090615" y="1044067"/>
                </a:lnTo>
                <a:lnTo>
                  <a:pt x="11077170" y="1046077"/>
                </a:lnTo>
                <a:cubicBezTo>
                  <a:pt x="11070727" y="1052499"/>
                  <a:pt x="11064284" y="1071764"/>
                  <a:pt x="11077170" y="1078185"/>
                </a:cubicBezTo>
                <a:cubicBezTo>
                  <a:pt x="11102941" y="1084607"/>
                  <a:pt x="11102941" y="1046077"/>
                  <a:pt x="11122269" y="1046077"/>
                </a:cubicBezTo>
                <a:cubicBezTo>
                  <a:pt x="11148040" y="1039654"/>
                  <a:pt x="11180254" y="1078185"/>
                  <a:pt x="11206025" y="1039654"/>
                </a:cubicBezTo>
                <a:cubicBezTo>
                  <a:pt x="11217837" y="1007546"/>
                  <a:pt x="11212468" y="962595"/>
                  <a:pt x="11225354" y="924065"/>
                </a:cubicBezTo>
                <a:cubicBezTo>
                  <a:pt x="11258776" y="924065"/>
                  <a:pt x="11300352" y="916088"/>
                  <a:pt x="11341645" y="915543"/>
                </a:cubicBezTo>
                <a:close/>
                <a:moveTo>
                  <a:pt x="11568284" y="905254"/>
                </a:moveTo>
                <a:cubicBezTo>
                  <a:pt x="11561722" y="910521"/>
                  <a:pt x="11561722" y="917894"/>
                  <a:pt x="11555159" y="923161"/>
                </a:cubicBezTo>
                <a:cubicBezTo>
                  <a:pt x="11555159" y="905254"/>
                  <a:pt x="11555159" y="905254"/>
                  <a:pt x="11568284" y="905254"/>
                </a:cubicBezTo>
                <a:close/>
                <a:moveTo>
                  <a:pt x="15678730" y="891038"/>
                </a:moveTo>
                <a:cubicBezTo>
                  <a:pt x="15690706" y="891038"/>
                  <a:pt x="15696694" y="904308"/>
                  <a:pt x="15696694" y="923108"/>
                </a:cubicBezTo>
                <a:cubicBezTo>
                  <a:pt x="15684718" y="923108"/>
                  <a:pt x="15678730" y="917579"/>
                  <a:pt x="15678730" y="891038"/>
                </a:cubicBezTo>
                <a:close/>
                <a:moveTo>
                  <a:pt x="11506728" y="891038"/>
                </a:moveTo>
                <a:cubicBezTo>
                  <a:pt x="11506728" y="903677"/>
                  <a:pt x="11506728" y="916316"/>
                  <a:pt x="11506728" y="921583"/>
                </a:cubicBezTo>
                <a:cubicBezTo>
                  <a:pt x="11492767" y="921583"/>
                  <a:pt x="11475316" y="925137"/>
                  <a:pt x="11462227" y="916695"/>
                </a:cubicBezTo>
                <a:lnTo>
                  <a:pt x="11452907" y="905999"/>
                </a:lnTo>
                <a:lnTo>
                  <a:pt x="11457633" y="923783"/>
                </a:lnTo>
                <a:cubicBezTo>
                  <a:pt x="11457633" y="929312"/>
                  <a:pt x="11455992" y="934013"/>
                  <a:pt x="11452710" y="937331"/>
                </a:cubicBezTo>
                <a:cubicBezTo>
                  <a:pt x="11449428" y="934013"/>
                  <a:pt x="11447787" y="929312"/>
                  <a:pt x="11447787" y="923783"/>
                </a:cubicBezTo>
                <a:lnTo>
                  <a:pt x="11452605" y="905652"/>
                </a:lnTo>
                <a:lnTo>
                  <a:pt x="11450884" y="903677"/>
                </a:lnTo>
                <a:cubicBezTo>
                  <a:pt x="11469499" y="903677"/>
                  <a:pt x="11488113" y="897358"/>
                  <a:pt x="11506728" y="891038"/>
                </a:cubicBezTo>
                <a:close/>
                <a:moveTo>
                  <a:pt x="15469696" y="886905"/>
                </a:moveTo>
                <a:cubicBezTo>
                  <a:pt x="15489560" y="886769"/>
                  <a:pt x="15507042" y="894644"/>
                  <a:pt x="15507042" y="926687"/>
                </a:cubicBezTo>
                <a:cubicBezTo>
                  <a:pt x="15481614" y="926687"/>
                  <a:pt x="15418046" y="965790"/>
                  <a:pt x="15418046" y="895187"/>
                </a:cubicBezTo>
                <a:cubicBezTo>
                  <a:pt x="15427580" y="895187"/>
                  <a:pt x="15449830" y="887040"/>
                  <a:pt x="15469696" y="886905"/>
                </a:cubicBezTo>
                <a:close/>
                <a:moveTo>
                  <a:pt x="16787832" y="862601"/>
                </a:moveTo>
                <a:cubicBezTo>
                  <a:pt x="16904024" y="875828"/>
                  <a:pt x="16904024" y="875828"/>
                  <a:pt x="16962124" y="908896"/>
                </a:cubicBezTo>
                <a:cubicBezTo>
                  <a:pt x="16904024" y="889055"/>
                  <a:pt x="16845928" y="875828"/>
                  <a:pt x="16787832" y="862601"/>
                </a:cubicBezTo>
                <a:close/>
                <a:moveTo>
                  <a:pt x="11623835" y="857110"/>
                </a:moveTo>
                <a:cubicBezTo>
                  <a:pt x="11634857" y="857908"/>
                  <a:pt x="11645746" y="859503"/>
                  <a:pt x="11654776" y="859503"/>
                </a:cubicBezTo>
                <a:cubicBezTo>
                  <a:pt x="11654776" y="897784"/>
                  <a:pt x="11617594" y="885024"/>
                  <a:pt x="11617594" y="922242"/>
                </a:cubicBezTo>
                <a:cubicBezTo>
                  <a:pt x="11642028" y="922242"/>
                  <a:pt x="11705770" y="922242"/>
                  <a:pt x="11661150" y="973284"/>
                </a:cubicBezTo>
                <a:cubicBezTo>
                  <a:pt x="11623968" y="1017947"/>
                  <a:pt x="11566600" y="998806"/>
                  <a:pt x="11528355" y="1017947"/>
                </a:cubicBezTo>
                <a:cubicBezTo>
                  <a:pt x="11528355" y="992426"/>
                  <a:pt x="11521981" y="960524"/>
                  <a:pt x="11534729" y="947763"/>
                </a:cubicBezTo>
                <a:cubicBezTo>
                  <a:pt x="11547478" y="935003"/>
                  <a:pt x="11566600" y="941383"/>
                  <a:pt x="11572974" y="916925"/>
                </a:cubicBezTo>
                <a:cubicBezTo>
                  <a:pt x="11579349" y="897784"/>
                  <a:pt x="11572974" y="865883"/>
                  <a:pt x="11592097" y="859503"/>
                </a:cubicBezTo>
                <a:cubicBezTo>
                  <a:pt x="11601658" y="856312"/>
                  <a:pt x="11612813" y="856312"/>
                  <a:pt x="11623835" y="857110"/>
                </a:cubicBezTo>
                <a:close/>
                <a:moveTo>
                  <a:pt x="11225206" y="835722"/>
                </a:moveTo>
                <a:cubicBezTo>
                  <a:pt x="11225206" y="867961"/>
                  <a:pt x="11243477" y="861514"/>
                  <a:pt x="11256374" y="861514"/>
                </a:cubicBezTo>
                <a:cubicBezTo>
                  <a:pt x="11256374" y="829275"/>
                  <a:pt x="11237028" y="835722"/>
                  <a:pt x="11225206" y="835722"/>
                </a:cubicBezTo>
                <a:close/>
                <a:moveTo>
                  <a:pt x="16736772" y="835129"/>
                </a:moveTo>
                <a:cubicBezTo>
                  <a:pt x="16754590" y="835945"/>
                  <a:pt x="16770790" y="839208"/>
                  <a:pt x="16770790" y="848999"/>
                </a:cubicBezTo>
                <a:cubicBezTo>
                  <a:pt x="16777272" y="868580"/>
                  <a:pt x="16693034" y="894688"/>
                  <a:pt x="16693034" y="835945"/>
                </a:cubicBezTo>
                <a:cubicBezTo>
                  <a:pt x="16699514" y="835945"/>
                  <a:pt x="16718954" y="834313"/>
                  <a:pt x="16736772" y="835129"/>
                </a:cubicBezTo>
                <a:close/>
                <a:moveTo>
                  <a:pt x="15582938" y="834163"/>
                </a:moveTo>
                <a:cubicBezTo>
                  <a:pt x="15582938" y="854638"/>
                  <a:pt x="15576950" y="861463"/>
                  <a:pt x="15564976" y="861463"/>
                </a:cubicBezTo>
                <a:cubicBezTo>
                  <a:pt x="15564976" y="840988"/>
                  <a:pt x="15570964" y="834163"/>
                  <a:pt x="15582938" y="834163"/>
                </a:cubicBezTo>
                <a:close/>
                <a:moveTo>
                  <a:pt x="17568160" y="831207"/>
                </a:moveTo>
                <a:cubicBezTo>
                  <a:pt x="17593848" y="829599"/>
                  <a:pt x="17619404" y="836032"/>
                  <a:pt x="17641460" y="852116"/>
                </a:cubicBezTo>
                <a:cubicBezTo>
                  <a:pt x="17660828" y="864983"/>
                  <a:pt x="17680192" y="890718"/>
                  <a:pt x="17706016" y="903585"/>
                </a:cubicBezTo>
                <a:cubicBezTo>
                  <a:pt x="17738296" y="916452"/>
                  <a:pt x="17764120" y="921814"/>
                  <a:pt x="17796400" y="934681"/>
                </a:cubicBezTo>
                <a:cubicBezTo>
                  <a:pt x="17911528" y="979716"/>
                  <a:pt x="18020200" y="1024751"/>
                  <a:pt x="18136404" y="1076222"/>
                </a:cubicBezTo>
                <a:cubicBezTo>
                  <a:pt x="18251532" y="1126619"/>
                  <a:pt x="18367736" y="1178088"/>
                  <a:pt x="18482864" y="1235990"/>
                </a:cubicBezTo>
                <a:cubicBezTo>
                  <a:pt x="18540964" y="1261725"/>
                  <a:pt x="18599068" y="1287459"/>
                  <a:pt x="18656092" y="1318555"/>
                </a:cubicBezTo>
                <a:cubicBezTo>
                  <a:pt x="18688372" y="1331422"/>
                  <a:pt x="18720652" y="1344290"/>
                  <a:pt x="18746476" y="1363591"/>
                </a:cubicBezTo>
                <a:cubicBezTo>
                  <a:pt x="18759388" y="1370024"/>
                  <a:pt x="18778752" y="1376458"/>
                  <a:pt x="18791664" y="1382891"/>
                </a:cubicBezTo>
                <a:cubicBezTo>
                  <a:pt x="18791664" y="1395759"/>
                  <a:pt x="18791664" y="1415060"/>
                  <a:pt x="18791664" y="1427927"/>
                </a:cubicBezTo>
                <a:cubicBezTo>
                  <a:pt x="18765840" y="1472962"/>
                  <a:pt x="18707740" y="1415060"/>
                  <a:pt x="18681916" y="1402192"/>
                </a:cubicBezTo>
                <a:cubicBezTo>
                  <a:pt x="18630272" y="1370024"/>
                  <a:pt x="18579700" y="1350723"/>
                  <a:pt x="18528052" y="1326061"/>
                </a:cubicBezTo>
                <a:cubicBezTo>
                  <a:pt x="18412924" y="1274592"/>
                  <a:pt x="18296720" y="1223123"/>
                  <a:pt x="18181592" y="1171654"/>
                </a:cubicBezTo>
                <a:cubicBezTo>
                  <a:pt x="17956716" y="1063355"/>
                  <a:pt x="17725384" y="960415"/>
                  <a:pt x="17494052" y="858550"/>
                </a:cubicBezTo>
                <a:cubicBezTo>
                  <a:pt x="17516648" y="842466"/>
                  <a:pt x="17542472" y="832815"/>
                  <a:pt x="17568160" y="831207"/>
                </a:cubicBezTo>
                <a:close/>
                <a:moveTo>
                  <a:pt x="12382469" y="827846"/>
                </a:moveTo>
                <a:cubicBezTo>
                  <a:pt x="12400402" y="828674"/>
                  <a:pt x="12416704" y="836953"/>
                  <a:pt x="12416704" y="863443"/>
                </a:cubicBezTo>
                <a:cubicBezTo>
                  <a:pt x="12371058" y="870066"/>
                  <a:pt x="12318891" y="876689"/>
                  <a:pt x="12273245" y="889934"/>
                </a:cubicBezTo>
                <a:cubicBezTo>
                  <a:pt x="12247161" y="823707"/>
                  <a:pt x="12318891" y="836953"/>
                  <a:pt x="12338453" y="836953"/>
                </a:cubicBezTo>
                <a:cubicBezTo>
                  <a:pt x="12344974" y="833641"/>
                  <a:pt x="12364537" y="827018"/>
                  <a:pt x="12382469" y="827846"/>
                </a:cubicBezTo>
                <a:close/>
                <a:moveTo>
                  <a:pt x="12084950" y="822623"/>
                </a:moveTo>
                <a:lnTo>
                  <a:pt x="12083793" y="825913"/>
                </a:lnTo>
                <a:cubicBezTo>
                  <a:pt x="12082390" y="829904"/>
                  <a:pt x="12081267" y="833096"/>
                  <a:pt x="12081267" y="833096"/>
                </a:cubicBezTo>
                <a:close/>
                <a:moveTo>
                  <a:pt x="17391356" y="815200"/>
                </a:moveTo>
                <a:cubicBezTo>
                  <a:pt x="17396620" y="821621"/>
                  <a:pt x="17396620" y="828042"/>
                  <a:pt x="17402940" y="834463"/>
                </a:cubicBezTo>
                <a:cubicBezTo>
                  <a:pt x="17396620" y="840884"/>
                  <a:pt x="17396620" y="840884"/>
                  <a:pt x="17391356" y="847305"/>
                </a:cubicBezTo>
                <a:lnTo>
                  <a:pt x="17390976" y="846016"/>
                </a:lnTo>
                <a:lnTo>
                  <a:pt x="17380088" y="851544"/>
                </a:lnTo>
                <a:cubicBezTo>
                  <a:pt x="17363928" y="859106"/>
                  <a:pt x="17342380" y="864923"/>
                  <a:pt x="17342380" y="832348"/>
                </a:cubicBezTo>
                <a:cubicBezTo>
                  <a:pt x="17348764" y="832348"/>
                  <a:pt x="17358340" y="829245"/>
                  <a:pt x="17367916" y="829245"/>
                </a:cubicBezTo>
                <a:cubicBezTo>
                  <a:pt x="17372704" y="829245"/>
                  <a:pt x="17377492" y="830021"/>
                  <a:pt x="17381884" y="832348"/>
                </a:cubicBezTo>
                <a:lnTo>
                  <a:pt x="17389280" y="840284"/>
                </a:lnTo>
                <a:lnTo>
                  <a:pt x="17386616" y="831253"/>
                </a:lnTo>
                <a:cubicBezTo>
                  <a:pt x="17386616" y="826437"/>
                  <a:pt x="17388196" y="821621"/>
                  <a:pt x="17391356" y="815200"/>
                </a:cubicBezTo>
                <a:close/>
                <a:moveTo>
                  <a:pt x="13682197" y="813388"/>
                </a:moveTo>
                <a:cubicBezTo>
                  <a:pt x="13655708" y="825798"/>
                  <a:pt x="13629218" y="838208"/>
                  <a:pt x="13602728" y="856822"/>
                </a:cubicBezTo>
                <a:cubicBezTo>
                  <a:pt x="13602728" y="800978"/>
                  <a:pt x="13662330" y="819593"/>
                  <a:pt x="13682197" y="813388"/>
                </a:cubicBezTo>
                <a:close/>
                <a:moveTo>
                  <a:pt x="17431380" y="800980"/>
                </a:moveTo>
                <a:cubicBezTo>
                  <a:pt x="17431380" y="833089"/>
                  <a:pt x="17406104" y="833089"/>
                  <a:pt x="17394520" y="813824"/>
                </a:cubicBezTo>
                <a:cubicBezTo>
                  <a:pt x="17406104" y="807402"/>
                  <a:pt x="17418744" y="800980"/>
                  <a:pt x="17431380" y="800980"/>
                </a:cubicBezTo>
                <a:close/>
                <a:moveTo>
                  <a:pt x="11450884" y="800980"/>
                </a:moveTo>
                <a:cubicBezTo>
                  <a:pt x="11462859" y="800980"/>
                  <a:pt x="11468846" y="807402"/>
                  <a:pt x="11468846" y="833089"/>
                </a:cubicBezTo>
                <a:cubicBezTo>
                  <a:pt x="11456871" y="833089"/>
                  <a:pt x="11450884" y="820246"/>
                  <a:pt x="11450884" y="800980"/>
                </a:cubicBezTo>
                <a:close/>
                <a:moveTo>
                  <a:pt x="16628722" y="793569"/>
                </a:moveTo>
                <a:cubicBezTo>
                  <a:pt x="16646934" y="794345"/>
                  <a:pt x="16663492" y="805203"/>
                  <a:pt x="16663492" y="833125"/>
                </a:cubicBezTo>
                <a:cubicBezTo>
                  <a:pt x="16637000" y="820715"/>
                  <a:pt x="16610510" y="820715"/>
                  <a:pt x="16584018" y="814510"/>
                </a:cubicBezTo>
                <a:cubicBezTo>
                  <a:pt x="16590642" y="802101"/>
                  <a:pt x="16610510" y="792793"/>
                  <a:pt x="16628722" y="793569"/>
                </a:cubicBezTo>
                <a:close/>
                <a:moveTo>
                  <a:pt x="12113375" y="772545"/>
                </a:moveTo>
                <a:cubicBezTo>
                  <a:pt x="12106930" y="791935"/>
                  <a:pt x="12106930" y="811325"/>
                  <a:pt x="12100485" y="837178"/>
                </a:cubicBezTo>
                <a:cubicBezTo>
                  <a:pt x="12097263" y="825867"/>
                  <a:pt x="12093637" y="821020"/>
                  <a:pt x="12089727" y="819808"/>
                </a:cubicBezTo>
                <a:lnTo>
                  <a:pt x="12085398" y="821350"/>
                </a:lnTo>
                <a:lnTo>
                  <a:pt x="12077256" y="824251"/>
                </a:lnTo>
                <a:cubicBezTo>
                  <a:pt x="12068529" y="830715"/>
                  <a:pt x="12059130" y="840409"/>
                  <a:pt x="12049999" y="830715"/>
                </a:cubicBezTo>
                <a:cubicBezTo>
                  <a:pt x="12030664" y="811325"/>
                  <a:pt x="12017774" y="830715"/>
                  <a:pt x="12037109" y="850104"/>
                </a:cubicBezTo>
                <a:cubicBezTo>
                  <a:pt x="11940434" y="895347"/>
                  <a:pt x="11837315" y="913660"/>
                  <a:pt x="11735269" y="901810"/>
                </a:cubicBezTo>
                <a:cubicBezTo>
                  <a:pt x="11761049" y="804862"/>
                  <a:pt x="11831944" y="804862"/>
                  <a:pt x="11888874" y="791935"/>
                </a:cubicBezTo>
                <a:cubicBezTo>
                  <a:pt x="11966214" y="779008"/>
                  <a:pt x="12037109" y="779008"/>
                  <a:pt x="12113375" y="772545"/>
                </a:cubicBezTo>
                <a:close/>
                <a:moveTo>
                  <a:pt x="15318510" y="772543"/>
                </a:moveTo>
                <a:cubicBezTo>
                  <a:pt x="15330486" y="772543"/>
                  <a:pt x="15336474" y="785386"/>
                  <a:pt x="15336474" y="804652"/>
                </a:cubicBezTo>
                <a:cubicBezTo>
                  <a:pt x="15323500" y="804652"/>
                  <a:pt x="15318510" y="791808"/>
                  <a:pt x="15318510" y="772543"/>
                </a:cubicBezTo>
                <a:close/>
                <a:moveTo>
                  <a:pt x="16489224" y="772540"/>
                </a:moveTo>
                <a:cubicBezTo>
                  <a:pt x="16520822" y="772540"/>
                  <a:pt x="16552420" y="778745"/>
                  <a:pt x="16582966" y="791154"/>
                </a:cubicBezTo>
                <a:cubicBezTo>
                  <a:pt x="16565060" y="815974"/>
                  <a:pt x="16489224" y="828384"/>
                  <a:pt x="16489224" y="772540"/>
                </a:cubicBezTo>
                <a:close/>
                <a:moveTo>
                  <a:pt x="14811358" y="772540"/>
                </a:moveTo>
                <a:cubicBezTo>
                  <a:pt x="14817780" y="778689"/>
                  <a:pt x="14830623" y="778689"/>
                  <a:pt x="14843467" y="790986"/>
                </a:cubicBezTo>
                <a:cubicBezTo>
                  <a:pt x="14830623" y="809432"/>
                  <a:pt x="14811358" y="803284"/>
                  <a:pt x="14811358" y="772540"/>
                </a:cubicBezTo>
                <a:close/>
                <a:moveTo>
                  <a:pt x="13019098" y="745785"/>
                </a:moveTo>
                <a:cubicBezTo>
                  <a:pt x="13026784" y="747390"/>
                  <a:pt x="13032933" y="755416"/>
                  <a:pt x="13032933" y="771469"/>
                </a:cubicBezTo>
                <a:cubicBezTo>
                  <a:pt x="13020636" y="765048"/>
                  <a:pt x="13008338" y="758627"/>
                  <a:pt x="12996041" y="758627"/>
                </a:cubicBezTo>
                <a:cubicBezTo>
                  <a:pt x="13002189" y="748995"/>
                  <a:pt x="13011412" y="744179"/>
                  <a:pt x="13019098" y="745785"/>
                </a:cubicBezTo>
                <a:close/>
                <a:moveTo>
                  <a:pt x="13493756" y="739366"/>
                </a:moveTo>
                <a:cubicBezTo>
                  <a:pt x="13493756" y="784127"/>
                  <a:pt x="13505598" y="809704"/>
                  <a:pt x="13524975" y="828888"/>
                </a:cubicBezTo>
                <a:cubicBezTo>
                  <a:pt x="13537894" y="841676"/>
                  <a:pt x="13563730" y="822493"/>
                  <a:pt x="13563730" y="860860"/>
                </a:cubicBezTo>
                <a:cubicBezTo>
                  <a:pt x="13524975" y="860860"/>
                  <a:pt x="13223545" y="918410"/>
                  <a:pt x="13223545" y="835282"/>
                </a:cubicBezTo>
                <a:cubicBezTo>
                  <a:pt x="13236463" y="835282"/>
                  <a:pt x="13249382" y="835282"/>
                  <a:pt x="13262300" y="835282"/>
                </a:cubicBezTo>
                <a:cubicBezTo>
                  <a:pt x="13262300" y="809704"/>
                  <a:pt x="13262300" y="790521"/>
                  <a:pt x="13262300" y="771338"/>
                </a:cubicBezTo>
                <a:cubicBezTo>
                  <a:pt x="13281678" y="777732"/>
                  <a:pt x="13299979" y="777732"/>
                  <a:pt x="13319357" y="784127"/>
                </a:cubicBezTo>
                <a:cubicBezTo>
                  <a:pt x="13312898" y="790521"/>
                  <a:pt x="13306438" y="803310"/>
                  <a:pt x="13299979" y="816099"/>
                </a:cubicBezTo>
                <a:cubicBezTo>
                  <a:pt x="13345194" y="816099"/>
                  <a:pt x="13390408" y="816099"/>
                  <a:pt x="13435623" y="816099"/>
                </a:cubicBezTo>
                <a:cubicBezTo>
                  <a:pt x="13429163" y="803310"/>
                  <a:pt x="13422704" y="796915"/>
                  <a:pt x="13416245" y="784127"/>
                </a:cubicBezTo>
                <a:cubicBezTo>
                  <a:pt x="13435623" y="764943"/>
                  <a:pt x="13461460" y="739366"/>
                  <a:pt x="13493756" y="739366"/>
                </a:cubicBezTo>
                <a:close/>
                <a:moveTo>
                  <a:pt x="15075758" y="736500"/>
                </a:moveTo>
                <a:cubicBezTo>
                  <a:pt x="15075758" y="776181"/>
                  <a:pt x="15051162" y="769567"/>
                  <a:pt x="15038866" y="769567"/>
                </a:cubicBezTo>
                <a:cubicBezTo>
                  <a:pt x="15038866" y="729886"/>
                  <a:pt x="15057312" y="736500"/>
                  <a:pt x="15075758" y="736500"/>
                </a:cubicBezTo>
                <a:close/>
                <a:moveTo>
                  <a:pt x="11568850" y="733767"/>
                </a:moveTo>
                <a:cubicBezTo>
                  <a:pt x="11553536" y="732826"/>
                  <a:pt x="11535803" y="739005"/>
                  <a:pt x="11526130" y="739005"/>
                </a:cubicBezTo>
                <a:cubicBezTo>
                  <a:pt x="11526130" y="797036"/>
                  <a:pt x="11577717" y="771244"/>
                  <a:pt x="11597062" y="771244"/>
                </a:cubicBezTo>
                <a:cubicBezTo>
                  <a:pt x="11597062" y="742766"/>
                  <a:pt x="11584165" y="734707"/>
                  <a:pt x="11568850" y="733767"/>
                </a:cubicBezTo>
                <a:close/>
                <a:moveTo>
                  <a:pt x="11744314" y="726040"/>
                </a:moveTo>
                <a:lnTo>
                  <a:pt x="11742534" y="731101"/>
                </a:lnTo>
                <a:cubicBezTo>
                  <a:pt x="11741131" y="735089"/>
                  <a:pt x="11740008" y="738280"/>
                  <a:pt x="11740008" y="738280"/>
                </a:cubicBezTo>
                <a:close/>
                <a:moveTo>
                  <a:pt x="13443216" y="723397"/>
                </a:moveTo>
                <a:cubicBezTo>
                  <a:pt x="13444856" y="721900"/>
                  <a:pt x="13448138" y="723397"/>
                  <a:pt x="13454700" y="726390"/>
                </a:cubicBezTo>
                <a:cubicBezTo>
                  <a:pt x="13448138" y="726390"/>
                  <a:pt x="13441575" y="732378"/>
                  <a:pt x="13441575" y="738365"/>
                </a:cubicBezTo>
                <a:cubicBezTo>
                  <a:pt x="13441575" y="729384"/>
                  <a:pt x="13441575" y="724893"/>
                  <a:pt x="13443216" y="723397"/>
                </a:cubicBezTo>
                <a:close/>
                <a:moveTo>
                  <a:pt x="11745513" y="722634"/>
                </a:moveTo>
                <a:lnTo>
                  <a:pt x="11744314" y="726040"/>
                </a:lnTo>
                <a:lnTo>
                  <a:pt x="11745165" y="723622"/>
                </a:lnTo>
                <a:close/>
                <a:moveTo>
                  <a:pt x="13946986" y="715666"/>
                </a:moveTo>
                <a:cubicBezTo>
                  <a:pt x="13946986" y="746544"/>
                  <a:pt x="13953438" y="772098"/>
                  <a:pt x="13959889" y="804040"/>
                </a:cubicBezTo>
                <a:cubicBezTo>
                  <a:pt x="13979244" y="804040"/>
                  <a:pt x="13992148" y="804040"/>
                  <a:pt x="14005051" y="804040"/>
                </a:cubicBezTo>
                <a:cubicBezTo>
                  <a:pt x="14024406" y="804040"/>
                  <a:pt x="14037310" y="804040"/>
                  <a:pt x="14056665" y="804040"/>
                </a:cubicBezTo>
                <a:cubicBezTo>
                  <a:pt x="14056665" y="823205"/>
                  <a:pt x="14056665" y="842370"/>
                  <a:pt x="14056665" y="861535"/>
                </a:cubicBezTo>
                <a:cubicBezTo>
                  <a:pt x="14005051" y="855147"/>
                  <a:pt x="13953438" y="842370"/>
                  <a:pt x="13902899" y="835982"/>
                </a:cubicBezTo>
                <a:cubicBezTo>
                  <a:pt x="13831930" y="835982"/>
                  <a:pt x="13767413" y="855147"/>
                  <a:pt x="13697520" y="861535"/>
                </a:cubicBezTo>
                <a:cubicBezTo>
                  <a:pt x="13697520" y="772098"/>
                  <a:pt x="13760962" y="804040"/>
                  <a:pt x="13799672" y="797651"/>
                </a:cubicBezTo>
                <a:cubicBezTo>
                  <a:pt x="13851286" y="784874"/>
                  <a:pt x="13902899" y="765709"/>
                  <a:pt x="13946986" y="715666"/>
                </a:cubicBezTo>
                <a:close/>
                <a:moveTo>
                  <a:pt x="12397752" y="706185"/>
                </a:moveTo>
                <a:cubicBezTo>
                  <a:pt x="12397752" y="771656"/>
                  <a:pt x="12345962" y="738921"/>
                  <a:pt x="12320067" y="738921"/>
                </a:cubicBezTo>
                <a:cubicBezTo>
                  <a:pt x="12320067" y="784750"/>
                  <a:pt x="12326540" y="804391"/>
                  <a:pt x="12300645" y="810938"/>
                </a:cubicBezTo>
                <a:cubicBezTo>
                  <a:pt x="12274750" y="810938"/>
                  <a:pt x="12256408" y="830579"/>
                  <a:pt x="12236986" y="837126"/>
                </a:cubicBezTo>
                <a:cubicBezTo>
                  <a:pt x="12217565" y="843673"/>
                  <a:pt x="12159301" y="856767"/>
                  <a:pt x="12152827" y="810938"/>
                </a:cubicBezTo>
                <a:cubicBezTo>
                  <a:pt x="12133406" y="725827"/>
                  <a:pt x="12191670" y="725827"/>
                  <a:pt x="12224039" y="725827"/>
                </a:cubicBezTo>
                <a:cubicBezTo>
                  <a:pt x="12281224" y="732374"/>
                  <a:pt x="12339488" y="713824"/>
                  <a:pt x="12397752" y="706185"/>
                </a:cubicBezTo>
                <a:close/>
                <a:moveTo>
                  <a:pt x="14768702" y="706184"/>
                </a:moveTo>
                <a:cubicBezTo>
                  <a:pt x="14796002" y="706184"/>
                  <a:pt x="14789177" y="745346"/>
                  <a:pt x="14789177" y="771455"/>
                </a:cubicBezTo>
                <a:cubicBezTo>
                  <a:pt x="14768702" y="771455"/>
                  <a:pt x="14768702" y="732292"/>
                  <a:pt x="14768702" y="706184"/>
                </a:cubicBezTo>
                <a:close/>
                <a:moveTo>
                  <a:pt x="14056741" y="706184"/>
                </a:moveTo>
                <a:cubicBezTo>
                  <a:pt x="14056741" y="731870"/>
                  <a:pt x="14050754" y="738292"/>
                  <a:pt x="14038779" y="738292"/>
                </a:cubicBezTo>
                <a:cubicBezTo>
                  <a:pt x="14038779" y="719027"/>
                  <a:pt x="14044766" y="706184"/>
                  <a:pt x="14056741" y="706184"/>
                </a:cubicBezTo>
                <a:close/>
                <a:moveTo>
                  <a:pt x="13849192" y="706184"/>
                </a:moveTo>
                <a:cubicBezTo>
                  <a:pt x="13862317" y="706184"/>
                  <a:pt x="13862317" y="719027"/>
                  <a:pt x="13862317" y="738292"/>
                </a:cubicBezTo>
                <a:cubicBezTo>
                  <a:pt x="13849192" y="738292"/>
                  <a:pt x="13849192" y="725449"/>
                  <a:pt x="13849192" y="706184"/>
                </a:cubicBezTo>
                <a:close/>
                <a:moveTo>
                  <a:pt x="14882454" y="706183"/>
                </a:moveTo>
                <a:cubicBezTo>
                  <a:pt x="14894429" y="706183"/>
                  <a:pt x="14900416" y="719027"/>
                  <a:pt x="14900416" y="738292"/>
                </a:cubicBezTo>
                <a:cubicBezTo>
                  <a:pt x="14888441" y="738292"/>
                  <a:pt x="14882454" y="731870"/>
                  <a:pt x="14882454" y="706183"/>
                </a:cubicBezTo>
                <a:close/>
                <a:moveTo>
                  <a:pt x="14602811" y="673007"/>
                </a:moveTo>
                <a:cubicBezTo>
                  <a:pt x="14628901" y="673007"/>
                  <a:pt x="14648469" y="673007"/>
                  <a:pt x="14674560" y="673007"/>
                </a:cubicBezTo>
                <a:cubicBezTo>
                  <a:pt x="14687605" y="673007"/>
                  <a:pt x="14700650" y="673007"/>
                  <a:pt x="14720218" y="673007"/>
                </a:cubicBezTo>
                <a:cubicBezTo>
                  <a:pt x="14720218" y="686278"/>
                  <a:pt x="14720218" y="699548"/>
                  <a:pt x="14720218" y="705077"/>
                </a:cubicBezTo>
                <a:cubicBezTo>
                  <a:pt x="14694127" y="705077"/>
                  <a:pt x="14668037" y="705077"/>
                  <a:pt x="14648469" y="705077"/>
                </a:cubicBezTo>
                <a:cubicBezTo>
                  <a:pt x="14628901" y="705077"/>
                  <a:pt x="14615856" y="705077"/>
                  <a:pt x="14602811" y="705077"/>
                </a:cubicBezTo>
                <a:cubicBezTo>
                  <a:pt x="14602811" y="699548"/>
                  <a:pt x="14602811" y="686278"/>
                  <a:pt x="14602811" y="673007"/>
                </a:cubicBezTo>
                <a:close/>
                <a:moveTo>
                  <a:pt x="13223548" y="673006"/>
                </a:moveTo>
                <a:cubicBezTo>
                  <a:pt x="13235845" y="673006"/>
                  <a:pt x="13248143" y="673006"/>
                  <a:pt x="13260440" y="673006"/>
                </a:cubicBezTo>
                <a:cubicBezTo>
                  <a:pt x="13248143" y="703551"/>
                  <a:pt x="13235845" y="735149"/>
                  <a:pt x="13223548" y="766747"/>
                </a:cubicBezTo>
                <a:cubicBezTo>
                  <a:pt x="13223548" y="735149"/>
                  <a:pt x="13223548" y="703551"/>
                  <a:pt x="13223548" y="673006"/>
                </a:cubicBezTo>
                <a:close/>
                <a:moveTo>
                  <a:pt x="14414802" y="673004"/>
                </a:moveTo>
                <a:cubicBezTo>
                  <a:pt x="14446400" y="673004"/>
                  <a:pt x="14477998" y="673004"/>
                  <a:pt x="14502224" y="673004"/>
                </a:cubicBezTo>
                <a:cubicBezTo>
                  <a:pt x="14502224" y="711599"/>
                  <a:pt x="14477998" y="711599"/>
                  <a:pt x="14465359" y="716959"/>
                </a:cubicBezTo>
                <a:cubicBezTo>
                  <a:pt x="14452720" y="723391"/>
                  <a:pt x="14433761" y="761985"/>
                  <a:pt x="14421121" y="736256"/>
                </a:cubicBezTo>
                <a:cubicBezTo>
                  <a:pt x="14408482" y="723391"/>
                  <a:pt x="14414802" y="692302"/>
                  <a:pt x="14414802" y="673004"/>
                </a:cubicBezTo>
                <a:close/>
                <a:moveTo>
                  <a:pt x="16178126" y="671295"/>
                </a:moveTo>
                <a:cubicBezTo>
                  <a:pt x="16270636" y="671844"/>
                  <a:pt x="16364350" y="692007"/>
                  <a:pt x="16450238" y="758286"/>
                </a:cubicBezTo>
                <a:cubicBezTo>
                  <a:pt x="16392444" y="809392"/>
                  <a:pt x="16316456" y="783839"/>
                  <a:pt x="16252242" y="771062"/>
                </a:cubicBezTo>
                <a:cubicBezTo>
                  <a:pt x="16194448" y="758286"/>
                  <a:pt x="16124880" y="745509"/>
                  <a:pt x="16086350" y="676302"/>
                </a:cubicBezTo>
                <a:cubicBezTo>
                  <a:pt x="16116584" y="673108"/>
                  <a:pt x="16147288" y="671112"/>
                  <a:pt x="16178126" y="671295"/>
                </a:cubicBezTo>
                <a:close/>
                <a:moveTo>
                  <a:pt x="13732922" y="660993"/>
                </a:moveTo>
                <a:cubicBezTo>
                  <a:pt x="13771622" y="661675"/>
                  <a:pt x="13805450" y="677766"/>
                  <a:pt x="13805450" y="739400"/>
                </a:cubicBezTo>
                <a:cubicBezTo>
                  <a:pt x="13772975" y="739400"/>
                  <a:pt x="13740499" y="752491"/>
                  <a:pt x="13708024" y="739400"/>
                </a:cubicBezTo>
                <a:cubicBezTo>
                  <a:pt x="13682043" y="726310"/>
                  <a:pt x="13657145" y="694674"/>
                  <a:pt x="13631165" y="675038"/>
                </a:cubicBezTo>
                <a:cubicBezTo>
                  <a:pt x="13650650" y="675038"/>
                  <a:pt x="13694222" y="660312"/>
                  <a:pt x="13732922" y="660993"/>
                </a:cubicBezTo>
                <a:close/>
                <a:moveTo>
                  <a:pt x="14270365" y="655771"/>
                </a:moveTo>
                <a:cubicBezTo>
                  <a:pt x="14278429" y="655771"/>
                  <a:pt x="14286492" y="658997"/>
                  <a:pt x="14289718" y="668673"/>
                </a:cubicBezTo>
                <a:cubicBezTo>
                  <a:pt x="14289718" y="681575"/>
                  <a:pt x="14257462" y="675124"/>
                  <a:pt x="14251011" y="681575"/>
                </a:cubicBezTo>
                <a:cubicBezTo>
                  <a:pt x="14231658" y="706304"/>
                  <a:pt x="14289718" y="713830"/>
                  <a:pt x="14289718" y="713830"/>
                </a:cubicBezTo>
                <a:cubicBezTo>
                  <a:pt x="14296169" y="706304"/>
                  <a:pt x="14340252" y="700928"/>
                  <a:pt x="14340252" y="725657"/>
                </a:cubicBezTo>
                <a:cubicBezTo>
                  <a:pt x="14340252" y="738559"/>
                  <a:pt x="14315522" y="738559"/>
                  <a:pt x="14309071" y="738559"/>
                </a:cubicBezTo>
                <a:cubicBezTo>
                  <a:pt x="14296169" y="738559"/>
                  <a:pt x="14276816" y="738559"/>
                  <a:pt x="14263913" y="738559"/>
                </a:cubicBezTo>
                <a:cubicBezTo>
                  <a:pt x="14257462" y="764363"/>
                  <a:pt x="14251011" y="783716"/>
                  <a:pt x="14251011" y="809520"/>
                </a:cubicBezTo>
                <a:cubicBezTo>
                  <a:pt x="14270364" y="815971"/>
                  <a:pt x="14296169" y="828873"/>
                  <a:pt x="14320898" y="835324"/>
                </a:cubicBezTo>
                <a:cubicBezTo>
                  <a:pt x="14320898" y="815971"/>
                  <a:pt x="14309071" y="783716"/>
                  <a:pt x="14327350" y="770814"/>
                </a:cubicBezTo>
                <a:cubicBezTo>
                  <a:pt x="14333801" y="764363"/>
                  <a:pt x="14346703" y="757912"/>
                  <a:pt x="14359605" y="770814"/>
                </a:cubicBezTo>
                <a:cubicBezTo>
                  <a:pt x="14366056" y="783716"/>
                  <a:pt x="14353154" y="809520"/>
                  <a:pt x="14359605" y="828873"/>
                </a:cubicBezTo>
                <a:cubicBezTo>
                  <a:pt x="14366056" y="841775"/>
                  <a:pt x="14385410" y="835324"/>
                  <a:pt x="14398312" y="835324"/>
                </a:cubicBezTo>
                <a:cubicBezTo>
                  <a:pt x="14437019" y="828873"/>
                  <a:pt x="14430568" y="790167"/>
                  <a:pt x="14456372" y="751461"/>
                </a:cubicBezTo>
                <a:cubicBezTo>
                  <a:pt x="14469274" y="732108"/>
                  <a:pt x="14495079" y="770814"/>
                  <a:pt x="14506906" y="783716"/>
                </a:cubicBezTo>
                <a:cubicBezTo>
                  <a:pt x="14501530" y="790167"/>
                  <a:pt x="14495079" y="803069"/>
                  <a:pt x="14488628" y="815971"/>
                </a:cubicBezTo>
                <a:cubicBezTo>
                  <a:pt x="14506906" y="822422"/>
                  <a:pt x="14526259" y="828873"/>
                  <a:pt x="14545613" y="835324"/>
                </a:cubicBezTo>
                <a:cubicBezTo>
                  <a:pt x="14545613" y="796618"/>
                  <a:pt x="14545613" y="770814"/>
                  <a:pt x="14571417" y="764363"/>
                </a:cubicBezTo>
                <a:cubicBezTo>
                  <a:pt x="14597222" y="757912"/>
                  <a:pt x="14616575" y="757912"/>
                  <a:pt x="14635929" y="757912"/>
                </a:cubicBezTo>
                <a:cubicBezTo>
                  <a:pt x="14642380" y="757912"/>
                  <a:pt x="14712267" y="751461"/>
                  <a:pt x="14712267" y="764363"/>
                </a:cubicBezTo>
                <a:cubicBezTo>
                  <a:pt x="14712267" y="770814"/>
                  <a:pt x="14687538" y="770814"/>
                  <a:pt x="14681087" y="777265"/>
                </a:cubicBezTo>
                <a:cubicBezTo>
                  <a:pt x="14668184" y="783716"/>
                  <a:pt x="14668184" y="822422"/>
                  <a:pt x="14661733" y="841775"/>
                </a:cubicBezTo>
                <a:cubicBezTo>
                  <a:pt x="14726244" y="841775"/>
                  <a:pt x="14789681" y="854677"/>
                  <a:pt x="14847741" y="861128"/>
                </a:cubicBezTo>
                <a:cubicBezTo>
                  <a:pt x="14847741" y="841775"/>
                  <a:pt x="14847741" y="809520"/>
                  <a:pt x="14860643" y="803069"/>
                </a:cubicBezTo>
                <a:cubicBezTo>
                  <a:pt x="14886448" y="796618"/>
                  <a:pt x="14905801" y="809520"/>
                  <a:pt x="14925154" y="815971"/>
                </a:cubicBezTo>
                <a:cubicBezTo>
                  <a:pt x="14917628" y="828873"/>
                  <a:pt x="14917628" y="848226"/>
                  <a:pt x="14912252" y="861128"/>
                </a:cubicBezTo>
                <a:cubicBezTo>
                  <a:pt x="14936981" y="867579"/>
                  <a:pt x="14962786" y="899834"/>
                  <a:pt x="14988590" y="893383"/>
                </a:cubicBezTo>
                <a:cubicBezTo>
                  <a:pt x="15003106" y="888545"/>
                  <a:pt x="15013992" y="865563"/>
                  <a:pt x="15026692" y="867982"/>
                </a:cubicBezTo>
                <a:lnTo>
                  <a:pt x="15031764" y="872674"/>
                </a:lnTo>
                <a:lnTo>
                  <a:pt x="15024646" y="861223"/>
                </a:lnTo>
                <a:cubicBezTo>
                  <a:pt x="15030634" y="848380"/>
                  <a:pt x="15036620" y="848380"/>
                  <a:pt x="15042608" y="861223"/>
                </a:cubicBezTo>
                <a:lnTo>
                  <a:pt x="15037422" y="877910"/>
                </a:lnTo>
                <a:lnTo>
                  <a:pt x="15040200" y="880481"/>
                </a:lnTo>
                <a:cubicBezTo>
                  <a:pt x="15046650" y="867579"/>
                  <a:pt x="15046650" y="861128"/>
                  <a:pt x="15040200" y="848226"/>
                </a:cubicBezTo>
                <a:cubicBezTo>
                  <a:pt x="15053102" y="835324"/>
                  <a:pt x="15078906" y="828873"/>
                  <a:pt x="15091808" y="848226"/>
                </a:cubicBezTo>
                <a:cubicBezTo>
                  <a:pt x="15104710" y="867579"/>
                  <a:pt x="15111162" y="886932"/>
                  <a:pt x="15122990" y="886932"/>
                </a:cubicBezTo>
                <a:cubicBezTo>
                  <a:pt x="15174598" y="893383"/>
                  <a:pt x="15226208" y="893383"/>
                  <a:pt x="15277816" y="899834"/>
                </a:cubicBezTo>
                <a:cubicBezTo>
                  <a:pt x="15277816" y="880481"/>
                  <a:pt x="15277816" y="861128"/>
                  <a:pt x="15277816" y="841775"/>
                </a:cubicBezTo>
                <a:cubicBezTo>
                  <a:pt x="15297170" y="841775"/>
                  <a:pt x="15316522" y="841775"/>
                  <a:pt x="15328350" y="854677"/>
                </a:cubicBezTo>
                <a:cubicBezTo>
                  <a:pt x="15347704" y="874030"/>
                  <a:pt x="15335876" y="906285"/>
                  <a:pt x="15335876" y="937465"/>
                </a:cubicBezTo>
                <a:cubicBezTo>
                  <a:pt x="15342328" y="995523"/>
                  <a:pt x="15450922" y="969720"/>
                  <a:pt x="15476726" y="969720"/>
                </a:cubicBezTo>
                <a:cubicBezTo>
                  <a:pt x="15508982" y="969720"/>
                  <a:pt x="15547688" y="976170"/>
                  <a:pt x="15578870" y="982622"/>
                </a:cubicBezTo>
                <a:cubicBezTo>
                  <a:pt x="15604674" y="982622"/>
                  <a:pt x="15617576" y="1001975"/>
                  <a:pt x="15636930" y="1014876"/>
                </a:cubicBezTo>
                <a:cubicBezTo>
                  <a:pt x="15682088" y="1040681"/>
                  <a:pt x="15727246" y="969720"/>
                  <a:pt x="15764876" y="989073"/>
                </a:cubicBezTo>
                <a:cubicBezTo>
                  <a:pt x="15784230" y="995523"/>
                  <a:pt x="15784230" y="1040681"/>
                  <a:pt x="15803584" y="1040681"/>
                </a:cubicBezTo>
                <a:cubicBezTo>
                  <a:pt x="15835840" y="1040681"/>
                  <a:pt x="15855192" y="1027778"/>
                  <a:pt x="15880998" y="1014876"/>
                </a:cubicBezTo>
                <a:cubicBezTo>
                  <a:pt x="15906802" y="1008426"/>
                  <a:pt x="15939058" y="995523"/>
                  <a:pt x="15958410" y="1014876"/>
                </a:cubicBezTo>
                <a:cubicBezTo>
                  <a:pt x="15983140" y="1034229"/>
                  <a:pt x="15996042" y="1066486"/>
                  <a:pt x="16015396" y="1085839"/>
                </a:cubicBezTo>
                <a:cubicBezTo>
                  <a:pt x="16118614" y="1175078"/>
                  <a:pt x="16233658" y="1149274"/>
                  <a:pt x="16343328" y="1168627"/>
                </a:cubicBezTo>
                <a:cubicBezTo>
                  <a:pt x="16343328" y="1149274"/>
                  <a:pt x="16336878" y="1111643"/>
                  <a:pt x="16356230" y="1111643"/>
                </a:cubicBezTo>
                <a:cubicBezTo>
                  <a:pt x="16356230" y="1129922"/>
                  <a:pt x="16356230" y="1149274"/>
                  <a:pt x="16356230" y="1168627"/>
                </a:cubicBezTo>
                <a:cubicBezTo>
                  <a:pt x="16374508" y="1168627"/>
                  <a:pt x="16387410" y="1168627"/>
                  <a:pt x="16400314" y="1168627"/>
                </a:cubicBezTo>
                <a:cubicBezTo>
                  <a:pt x="16413216" y="1175078"/>
                  <a:pt x="16426118" y="1194431"/>
                  <a:pt x="16432568" y="1200882"/>
                </a:cubicBezTo>
                <a:cubicBezTo>
                  <a:pt x="16451922" y="1207334"/>
                  <a:pt x="16471276" y="1187980"/>
                  <a:pt x="16484178" y="1175078"/>
                </a:cubicBezTo>
                <a:cubicBezTo>
                  <a:pt x="16490630" y="1162176"/>
                  <a:pt x="16484178" y="1142823"/>
                  <a:pt x="16490630" y="1124546"/>
                </a:cubicBezTo>
                <a:cubicBezTo>
                  <a:pt x="16497080" y="1149274"/>
                  <a:pt x="16503532" y="1175078"/>
                  <a:pt x="16509982" y="1200882"/>
                </a:cubicBezTo>
                <a:cubicBezTo>
                  <a:pt x="16522884" y="1207334"/>
                  <a:pt x="16535786" y="1213784"/>
                  <a:pt x="16555140" y="1213784"/>
                </a:cubicBezTo>
                <a:cubicBezTo>
                  <a:pt x="16568042" y="1220235"/>
                  <a:pt x="16586320" y="1226686"/>
                  <a:pt x="16605674" y="1233137"/>
                </a:cubicBezTo>
                <a:cubicBezTo>
                  <a:pt x="16605674" y="1213784"/>
                  <a:pt x="16612126" y="1187980"/>
                  <a:pt x="16612126" y="1168627"/>
                </a:cubicBezTo>
                <a:cubicBezTo>
                  <a:pt x="16618576" y="1194431"/>
                  <a:pt x="16625028" y="1252490"/>
                  <a:pt x="16644382" y="1258942"/>
                </a:cubicBezTo>
                <a:cubicBezTo>
                  <a:pt x="16676636" y="1265392"/>
                  <a:pt x="16708892" y="1220235"/>
                  <a:pt x="16741148" y="1200882"/>
                </a:cubicBezTo>
                <a:cubicBezTo>
                  <a:pt x="16741148" y="1220235"/>
                  <a:pt x="16721794" y="1265392"/>
                  <a:pt x="16734696" y="1265392"/>
                </a:cubicBezTo>
                <a:cubicBezTo>
                  <a:pt x="16760502" y="1278294"/>
                  <a:pt x="16785232" y="1278294"/>
                  <a:pt x="16811036" y="1291197"/>
                </a:cubicBezTo>
                <a:cubicBezTo>
                  <a:pt x="16843292" y="1310550"/>
                  <a:pt x="16875548" y="1317000"/>
                  <a:pt x="16907804" y="1317000"/>
                </a:cubicBezTo>
                <a:cubicBezTo>
                  <a:pt x="16933608" y="1322376"/>
                  <a:pt x="16965864" y="1310550"/>
                  <a:pt x="16990592" y="1322376"/>
                </a:cubicBezTo>
                <a:cubicBezTo>
                  <a:pt x="17016396" y="1329902"/>
                  <a:pt x="17022848" y="1386886"/>
                  <a:pt x="17048652" y="1393337"/>
                </a:cubicBezTo>
                <a:cubicBezTo>
                  <a:pt x="17087360" y="1406239"/>
                  <a:pt x="17119616" y="1419141"/>
                  <a:pt x="17158324" y="1425592"/>
                </a:cubicBezTo>
                <a:cubicBezTo>
                  <a:pt x="17221760" y="1444946"/>
                  <a:pt x="17286268" y="1464298"/>
                  <a:pt x="17350780" y="1509455"/>
                </a:cubicBezTo>
                <a:cubicBezTo>
                  <a:pt x="17344328" y="1522358"/>
                  <a:pt x="17337880" y="1535259"/>
                  <a:pt x="17331428" y="1553537"/>
                </a:cubicBezTo>
                <a:cubicBezTo>
                  <a:pt x="17312076" y="1547086"/>
                  <a:pt x="17299172" y="1547086"/>
                  <a:pt x="17286268" y="1540635"/>
                </a:cubicBezTo>
                <a:cubicBezTo>
                  <a:pt x="17254012" y="1535259"/>
                  <a:pt x="17228208" y="1522358"/>
                  <a:pt x="17195952" y="1515907"/>
                </a:cubicBezTo>
                <a:cubicBezTo>
                  <a:pt x="17138968" y="1503004"/>
                  <a:pt x="17080908" y="1483651"/>
                  <a:pt x="17022848" y="1464298"/>
                </a:cubicBezTo>
                <a:cubicBezTo>
                  <a:pt x="16907804" y="1432043"/>
                  <a:pt x="16791684" y="1399788"/>
                  <a:pt x="16676636" y="1367533"/>
                </a:cubicBezTo>
                <a:cubicBezTo>
                  <a:pt x="16555140" y="1335278"/>
                  <a:pt x="16432568" y="1304099"/>
                  <a:pt x="16317524" y="1278294"/>
                </a:cubicBezTo>
                <a:cubicBezTo>
                  <a:pt x="16259464" y="1258942"/>
                  <a:pt x="16194952" y="1246039"/>
                  <a:pt x="16137968" y="1239589"/>
                </a:cubicBezTo>
                <a:cubicBezTo>
                  <a:pt x="16118614" y="1233137"/>
                  <a:pt x="16105712" y="1207334"/>
                  <a:pt x="16079906" y="1200882"/>
                </a:cubicBezTo>
                <a:cubicBezTo>
                  <a:pt x="16060554" y="1194431"/>
                  <a:pt x="16041200" y="1187980"/>
                  <a:pt x="16021846" y="1181529"/>
                </a:cubicBezTo>
                <a:cubicBezTo>
                  <a:pt x="16021846" y="1168627"/>
                  <a:pt x="16028298" y="1162176"/>
                  <a:pt x="16041200" y="1149274"/>
                </a:cubicBezTo>
                <a:cubicBezTo>
                  <a:pt x="15963786" y="1149274"/>
                  <a:pt x="15893900" y="1142823"/>
                  <a:pt x="15822936" y="1136372"/>
                </a:cubicBezTo>
                <a:cubicBezTo>
                  <a:pt x="15822936" y="1124546"/>
                  <a:pt x="15822936" y="1105192"/>
                  <a:pt x="15829388" y="1092290"/>
                </a:cubicBezTo>
                <a:cubicBezTo>
                  <a:pt x="15777778" y="1092290"/>
                  <a:pt x="15733696" y="1092290"/>
                  <a:pt x="15682088" y="1092290"/>
                </a:cubicBezTo>
                <a:cubicBezTo>
                  <a:pt x="15688538" y="1105192"/>
                  <a:pt x="15694990" y="1111643"/>
                  <a:pt x="15701440" y="1124546"/>
                </a:cubicBezTo>
                <a:cubicBezTo>
                  <a:pt x="15669184" y="1129922"/>
                  <a:pt x="15636930" y="1136372"/>
                  <a:pt x="15604674" y="1136372"/>
                </a:cubicBezTo>
                <a:cubicBezTo>
                  <a:pt x="15604674" y="1117019"/>
                  <a:pt x="15604674" y="1098741"/>
                  <a:pt x="15604674" y="1079389"/>
                </a:cubicBezTo>
                <a:cubicBezTo>
                  <a:pt x="15617576" y="1085839"/>
                  <a:pt x="15630478" y="1092290"/>
                  <a:pt x="15643380" y="1105192"/>
                </a:cubicBezTo>
                <a:cubicBezTo>
                  <a:pt x="15649832" y="1085839"/>
                  <a:pt x="15656282" y="1066486"/>
                  <a:pt x="15662734" y="1047134"/>
                </a:cubicBezTo>
                <a:cubicBezTo>
                  <a:pt x="15624026" y="1047134"/>
                  <a:pt x="15585320" y="1047134"/>
                  <a:pt x="15547688" y="1047134"/>
                </a:cubicBezTo>
                <a:cubicBezTo>
                  <a:pt x="15547688" y="1079389"/>
                  <a:pt x="15572418" y="1079389"/>
                  <a:pt x="15585320" y="1079389"/>
                </a:cubicBezTo>
                <a:cubicBezTo>
                  <a:pt x="15572418" y="1105192"/>
                  <a:pt x="15565966" y="1124546"/>
                  <a:pt x="15547688" y="1111643"/>
                </a:cubicBezTo>
                <a:cubicBezTo>
                  <a:pt x="15528336" y="1105192"/>
                  <a:pt x="15508982" y="1085839"/>
                  <a:pt x="15515432" y="1047134"/>
                </a:cubicBezTo>
                <a:cubicBezTo>
                  <a:pt x="15290718" y="956818"/>
                  <a:pt x="15059552" y="956818"/>
                  <a:pt x="14828387" y="931014"/>
                </a:cubicBezTo>
                <a:cubicBezTo>
                  <a:pt x="14809034" y="931014"/>
                  <a:pt x="14793309" y="917104"/>
                  <a:pt x="14775770" y="910149"/>
                </a:cubicBezTo>
                <a:lnTo>
                  <a:pt x="14770946" y="909133"/>
                </a:lnTo>
                <a:lnTo>
                  <a:pt x="14781783" y="924059"/>
                </a:lnTo>
                <a:cubicBezTo>
                  <a:pt x="14778370" y="930695"/>
                  <a:pt x="14771545" y="930695"/>
                  <a:pt x="14767280" y="926686"/>
                </a:cubicBezTo>
                <a:lnTo>
                  <a:pt x="14768003" y="908513"/>
                </a:lnTo>
                <a:lnTo>
                  <a:pt x="14757425" y="906285"/>
                </a:lnTo>
                <a:cubicBezTo>
                  <a:pt x="14726244" y="906285"/>
                  <a:pt x="14693989" y="899834"/>
                  <a:pt x="14668184" y="899834"/>
                </a:cubicBezTo>
                <a:cubicBezTo>
                  <a:pt x="14610124" y="893383"/>
                  <a:pt x="14552064" y="893383"/>
                  <a:pt x="14501530" y="886932"/>
                </a:cubicBezTo>
                <a:cubicBezTo>
                  <a:pt x="14385410" y="880481"/>
                  <a:pt x="14263913" y="867579"/>
                  <a:pt x="14147793" y="861128"/>
                </a:cubicBezTo>
                <a:cubicBezTo>
                  <a:pt x="14154244" y="828873"/>
                  <a:pt x="14173598" y="796618"/>
                  <a:pt x="14192951" y="783716"/>
                </a:cubicBezTo>
                <a:cubicBezTo>
                  <a:pt x="14205853" y="777265"/>
                  <a:pt x="14225207" y="770814"/>
                  <a:pt x="14225207" y="738559"/>
                </a:cubicBezTo>
                <a:cubicBezTo>
                  <a:pt x="14205853" y="738559"/>
                  <a:pt x="14186500" y="738559"/>
                  <a:pt x="14167146" y="738559"/>
                </a:cubicBezTo>
                <a:cubicBezTo>
                  <a:pt x="14167146" y="681575"/>
                  <a:pt x="14225207" y="662222"/>
                  <a:pt x="14251011" y="662222"/>
                </a:cubicBezTo>
                <a:cubicBezTo>
                  <a:pt x="14254237" y="658997"/>
                  <a:pt x="14262301" y="655771"/>
                  <a:pt x="14270365" y="655771"/>
                </a:cubicBezTo>
                <a:close/>
                <a:moveTo>
                  <a:pt x="12014056" y="649811"/>
                </a:moveTo>
                <a:cubicBezTo>
                  <a:pt x="12014056" y="669154"/>
                  <a:pt x="12020505" y="675602"/>
                  <a:pt x="12033401" y="675602"/>
                </a:cubicBezTo>
                <a:cubicBezTo>
                  <a:pt x="12033401" y="656258"/>
                  <a:pt x="12026953" y="649811"/>
                  <a:pt x="12014056" y="649811"/>
                </a:cubicBezTo>
                <a:close/>
                <a:moveTo>
                  <a:pt x="11897986" y="649811"/>
                </a:moveTo>
                <a:cubicBezTo>
                  <a:pt x="11897986" y="669154"/>
                  <a:pt x="11910883" y="675602"/>
                  <a:pt x="11923779" y="675602"/>
                </a:cubicBezTo>
                <a:cubicBezTo>
                  <a:pt x="11923779" y="656258"/>
                  <a:pt x="11910883" y="649811"/>
                  <a:pt x="11897986" y="649811"/>
                </a:cubicBezTo>
                <a:close/>
                <a:moveTo>
                  <a:pt x="14113619" y="649309"/>
                </a:moveTo>
                <a:cubicBezTo>
                  <a:pt x="14113619" y="669783"/>
                  <a:pt x="14102642" y="676608"/>
                  <a:pt x="14095657" y="676608"/>
                </a:cubicBezTo>
                <a:cubicBezTo>
                  <a:pt x="14095657" y="656134"/>
                  <a:pt x="14102642" y="649309"/>
                  <a:pt x="14113619" y="649309"/>
                </a:cubicBezTo>
                <a:close/>
                <a:moveTo>
                  <a:pt x="13988245" y="638642"/>
                </a:moveTo>
                <a:cubicBezTo>
                  <a:pt x="14023843" y="640245"/>
                  <a:pt x="14062676" y="649865"/>
                  <a:pt x="14075621" y="649865"/>
                </a:cubicBezTo>
                <a:cubicBezTo>
                  <a:pt x="14075621" y="719336"/>
                  <a:pt x="13946175" y="675516"/>
                  <a:pt x="13920286" y="675516"/>
                </a:cubicBezTo>
                <a:cubicBezTo>
                  <a:pt x="13920286" y="643452"/>
                  <a:pt x="13952648" y="637039"/>
                  <a:pt x="13988245" y="638642"/>
                </a:cubicBezTo>
                <a:close/>
                <a:moveTo>
                  <a:pt x="14966848" y="632600"/>
                </a:moveTo>
                <a:cubicBezTo>
                  <a:pt x="14993576" y="630969"/>
                  <a:pt x="15018854" y="644023"/>
                  <a:pt x="15018854" y="676658"/>
                </a:cubicBezTo>
                <a:cubicBezTo>
                  <a:pt x="14980936" y="676658"/>
                  <a:pt x="14943018" y="676658"/>
                  <a:pt x="14906153" y="676658"/>
                </a:cubicBezTo>
                <a:cubicBezTo>
                  <a:pt x="14911946" y="650550"/>
                  <a:pt x="14940121" y="634232"/>
                  <a:pt x="14966848" y="632600"/>
                </a:cubicBezTo>
                <a:close/>
                <a:moveTo>
                  <a:pt x="13454765" y="625642"/>
                </a:moveTo>
                <a:cubicBezTo>
                  <a:pt x="13492482" y="627542"/>
                  <a:pt x="13521084" y="639703"/>
                  <a:pt x="13521084" y="673754"/>
                </a:cubicBezTo>
                <a:cubicBezTo>
                  <a:pt x="13464646" y="686726"/>
                  <a:pt x="13407143" y="693211"/>
                  <a:pt x="13349640" y="705102"/>
                </a:cubicBezTo>
                <a:cubicBezTo>
                  <a:pt x="13324083" y="705102"/>
                  <a:pt x="13280423" y="705102"/>
                  <a:pt x="13280423" y="647810"/>
                </a:cubicBezTo>
                <a:cubicBezTo>
                  <a:pt x="13303717" y="647810"/>
                  <a:pt x="13391902" y="622475"/>
                  <a:pt x="13454765" y="625642"/>
                </a:cubicBezTo>
                <a:close/>
                <a:moveTo>
                  <a:pt x="12167742" y="617572"/>
                </a:moveTo>
                <a:cubicBezTo>
                  <a:pt x="12167742" y="636915"/>
                  <a:pt x="12174191" y="649811"/>
                  <a:pt x="12187087" y="649811"/>
                </a:cubicBezTo>
                <a:cubicBezTo>
                  <a:pt x="12187087" y="630467"/>
                  <a:pt x="12180639" y="617572"/>
                  <a:pt x="12167742" y="617572"/>
                </a:cubicBezTo>
                <a:close/>
                <a:moveTo>
                  <a:pt x="15944156" y="616130"/>
                </a:moveTo>
                <a:cubicBezTo>
                  <a:pt x="15974702" y="628995"/>
                  <a:pt x="16006300" y="635427"/>
                  <a:pt x="16037898" y="648292"/>
                </a:cubicBezTo>
                <a:cubicBezTo>
                  <a:pt x="16018938" y="667589"/>
                  <a:pt x="15993660" y="686886"/>
                  <a:pt x="15981020" y="705111"/>
                </a:cubicBezTo>
                <a:cubicBezTo>
                  <a:pt x="15968382" y="699751"/>
                  <a:pt x="15956796" y="686886"/>
                  <a:pt x="15944156" y="674021"/>
                </a:cubicBezTo>
                <a:cubicBezTo>
                  <a:pt x="15944156" y="654724"/>
                  <a:pt x="15944156" y="635427"/>
                  <a:pt x="15944156" y="616130"/>
                </a:cubicBezTo>
                <a:close/>
                <a:moveTo>
                  <a:pt x="14844536" y="616129"/>
                </a:moveTo>
                <a:cubicBezTo>
                  <a:pt x="14856511" y="616129"/>
                  <a:pt x="14862498" y="628972"/>
                  <a:pt x="14862498" y="648235"/>
                </a:cubicBezTo>
                <a:cubicBezTo>
                  <a:pt x="14850523" y="648235"/>
                  <a:pt x="14844536" y="635393"/>
                  <a:pt x="14844536" y="616129"/>
                </a:cubicBezTo>
                <a:close/>
                <a:moveTo>
                  <a:pt x="14474837" y="582950"/>
                </a:moveTo>
                <a:cubicBezTo>
                  <a:pt x="14487962" y="582950"/>
                  <a:pt x="14487962" y="595793"/>
                  <a:pt x="14487962" y="615059"/>
                </a:cubicBezTo>
                <a:cubicBezTo>
                  <a:pt x="14474837" y="615059"/>
                  <a:pt x="14474837" y="602215"/>
                  <a:pt x="14474837" y="582950"/>
                </a:cubicBezTo>
                <a:close/>
                <a:moveTo>
                  <a:pt x="12242167" y="582109"/>
                </a:moveTo>
                <a:cubicBezTo>
                  <a:pt x="12230345" y="580497"/>
                  <a:pt x="12216106" y="585333"/>
                  <a:pt x="12206433" y="585333"/>
                </a:cubicBezTo>
                <a:cubicBezTo>
                  <a:pt x="12206433" y="636915"/>
                  <a:pt x="12244048" y="617572"/>
                  <a:pt x="12263393" y="617572"/>
                </a:cubicBezTo>
                <a:cubicBezTo>
                  <a:pt x="12263393" y="591780"/>
                  <a:pt x="12253989" y="583721"/>
                  <a:pt x="12242167" y="582109"/>
                </a:cubicBezTo>
                <a:close/>
                <a:moveTo>
                  <a:pt x="14199329" y="577557"/>
                </a:moveTo>
                <a:cubicBezTo>
                  <a:pt x="14211739" y="579951"/>
                  <a:pt x="14222597" y="592720"/>
                  <a:pt x="14222597" y="615065"/>
                </a:cubicBezTo>
                <a:cubicBezTo>
                  <a:pt x="14203982" y="608681"/>
                  <a:pt x="14185368" y="608681"/>
                  <a:pt x="14166753" y="602296"/>
                </a:cubicBezTo>
                <a:cubicBezTo>
                  <a:pt x="14172958" y="583143"/>
                  <a:pt x="14186919" y="575163"/>
                  <a:pt x="14199329" y="577557"/>
                </a:cubicBezTo>
                <a:close/>
                <a:moveTo>
                  <a:pt x="13668243" y="571593"/>
                </a:moveTo>
                <a:cubicBezTo>
                  <a:pt x="13674924" y="571057"/>
                  <a:pt x="13681695" y="571440"/>
                  <a:pt x="13688143" y="572052"/>
                </a:cubicBezTo>
                <a:cubicBezTo>
                  <a:pt x="13696741" y="572867"/>
                  <a:pt x="13704765" y="574091"/>
                  <a:pt x="13711239" y="574091"/>
                </a:cubicBezTo>
                <a:cubicBezTo>
                  <a:pt x="13769503" y="580618"/>
                  <a:pt x="13827767" y="574091"/>
                  <a:pt x="13886031" y="574091"/>
                </a:cubicBezTo>
                <a:cubicBezTo>
                  <a:pt x="13801872" y="587145"/>
                  <a:pt x="13711239" y="600199"/>
                  <a:pt x="13621685" y="619780"/>
                </a:cubicBezTo>
                <a:cubicBezTo>
                  <a:pt x="13628968" y="583066"/>
                  <a:pt x="13648200" y="573199"/>
                  <a:pt x="13668243" y="571593"/>
                </a:cubicBezTo>
                <a:close/>
                <a:moveTo>
                  <a:pt x="14158289" y="566983"/>
                </a:moveTo>
                <a:cubicBezTo>
                  <a:pt x="14159304" y="565486"/>
                  <a:pt x="14161336" y="566983"/>
                  <a:pt x="14165399" y="569977"/>
                </a:cubicBezTo>
                <a:cubicBezTo>
                  <a:pt x="14165399" y="575964"/>
                  <a:pt x="14165399" y="575964"/>
                  <a:pt x="14157273" y="581951"/>
                </a:cubicBezTo>
                <a:cubicBezTo>
                  <a:pt x="14157273" y="572970"/>
                  <a:pt x="14157273" y="568480"/>
                  <a:pt x="14158289" y="566983"/>
                </a:cubicBezTo>
                <a:close/>
                <a:moveTo>
                  <a:pt x="11506785" y="559541"/>
                </a:moveTo>
                <a:cubicBezTo>
                  <a:pt x="11506785" y="578885"/>
                  <a:pt x="11513233" y="585333"/>
                  <a:pt x="11526130" y="585333"/>
                </a:cubicBezTo>
                <a:cubicBezTo>
                  <a:pt x="11526130" y="565989"/>
                  <a:pt x="11519682" y="559541"/>
                  <a:pt x="11506785" y="559541"/>
                </a:cubicBezTo>
                <a:close/>
                <a:moveTo>
                  <a:pt x="13920286" y="559254"/>
                </a:moveTo>
                <a:cubicBezTo>
                  <a:pt x="13932261" y="559254"/>
                  <a:pt x="13938248" y="566078"/>
                  <a:pt x="13938248" y="586553"/>
                </a:cubicBezTo>
                <a:cubicBezTo>
                  <a:pt x="13926273" y="586553"/>
                  <a:pt x="13920286" y="579728"/>
                  <a:pt x="13920286" y="559254"/>
                </a:cubicBezTo>
                <a:close/>
                <a:moveTo>
                  <a:pt x="15604568" y="559251"/>
                </a:moveTo>
                <a:cubicBezTo>
                  <a:pt x="15713582" y="578288"/>
                  <a:pt x="15815116" y="597325"/>
                  <a:pt x="15924130" y="616362"/>
                </a:cubicBezTo>
                <a:cubicBezTo>
                  <a:pt x="15924130" y="686165"/>
                  <a:pt x="15821528" y="654436"/>
                  <a:pt x="15802290" y="648091"/>
                </a:cubicBezTo>
                <a:cubicBezTo>
                  <a:pt x="15752058" y="635399"/>
                  <a:pt x="15707170" y="629054"/>
                  <a:pt x="15662282" y="622708"/>
                </a:cubicBezTo>
                <a:cubicBezTo>
                  <a:pt x="15649456" y="622708"/>
                  <a:pt x="15630218" y="622708"/>
                  <a:pt x="15610980" y="622708"/>
                </a:cubicBezTo>
                <a:cubicBezTo>
                  <a:pt x="15598154" y="616362"/>
                  <a:pt x="15604568" y="571943"/>
                  <a:pt x="15604568" y="559251"/>
                </a:cubicBezTo>
                <a:close/>
                <a:moveTo>
                  <a:pt x="14308592" y="558611"/>
                </a:moveTo>
                <a:cubicBezTo>
                  <a:pt x="14343180" y="562581"/>
                  <a:pt x="14380912" y="578292"/>
                  <a:pt x="14402667" y="581883"/>
                </a:cubicBezTo>
                <a:cubicBezTo>
                  <a:pt x="14351099" y="581883"/>
                  <a:pt x="14299531" y="581883"/>
                  <a:pt x="14242591" y="581883"/>
                </a:cubicBezTo>
                <a:cubicBezTo>
                  <a:pt x="14250648" y="569115"/>
                  <a:pt x="14262265" y="562332"/>
                  <a:pt x="14275761" y="559439"/>
                </a:cubicBezTo>
                <a:cubicBezTo>
                  <a:pt x="14285883" y="557270"/>
                  <a:pt x="14297063" y="557288"/>
                  <a:pt x="14308592" y="558611"/>
                </a:cubicBezTo>
                <a:close/>
                <a:moveTo>
                  <a:pt x="14038648" y="548746"/>
                </a:moveTo>
                <a:cubicBezTo>
                  <a:pt x="14059056" y="550359"/>
                  <a:pt x="14082491" y="560033"/>
                  <a:pt x="14094604" y="560033"/>
                </a:cubicBezTo>
                <a:cubicBezTo>
                  <a:pt x="14094604" y="624533"/>
                  <a:pt x="14019821" y="585833"/>
                  <a:pt x="14000862" y="585833"/>
                </a:cubicBezTo>
                <a:cubicBezTo>
                  <a:pt x="14000862" y="553583"/>
                  <a:pt x="14018241" y="547133"/>
                  <a:pt x="14038648" y="548746"/>
                </a:cubicBezTo>
                <a:close/>
                <a:moveTo>
                  <a:pt x="13957208" y="497634"/>
                </a:moveTo>
                <a:cubicBezTo>
                  <a:pt x="13957208" y="516435"/>
                  <a:pt x="13951221" y="529707"/>
                  <a:pt x="13939246" y="529707"/>
                </a:cubicBezTo>
                <a:cubicBezTo>
                  <a:pt x="13939246" y="503164"/>
                  <a:pt x="13945233" y="497634"/>
                  <a:pt x="13957208" y="497634"/>
                </a:cubicBezTo>
                <a:close/>
                <a:moveTo>
                  <a:pt x="13563987" y="483352"/>
                </a:moveTo>
                <a:cubicBezTo>
                  <a:pt x="13586136" y="484303"/>
                  <a:pt x="13610747" y="494078"/>
                  <a:pt x="13620591" y="494078"/>
                </a:cubicBezTo>
                <a:cubicBezTo>
                  <a:pt x="13620591" y="558164"/>
                  <a:pt x="13548400" y="525578"/>
                  <a:pt x="13522149" y="525578"/>
                </a:cubicBezTo>
                <a:cubicBezTo>
                  <a:pt x="13522149" y="490277"/>
                  <a:pt x="13541837" y="482402"/>
                  <a:pt x="13563987" y="483352"/>
                </a:cubicBezTo>
                <a:close/>
                <a:moveTo>
                  <a:pt x="13394797" y="464807"/>
                </a:moveTo>
                <a:cubicBezTo>
                  <a:pt x="13404105" y="463504"/>
                  <a:pt x="13414915" y="464722"/>
                  <a:pt x="13427727" y="467969"/>
                </a:cubicBezTo>
                <a:cubicBezTo>
                  <a:pt x="13453351" y="474465"/>
                  <a:pt x="13485380" y="474465"/>
                  <a:pt x="13503531" y="493950"/>
                </a:cubicBezTo>
                <a:cubicBezTo>
                  <a:pt x="13516342" y="499363"/>
                  <a:pt x="13503531" y="538333"/>
                  <a:pt x="13503531" y="557819"/>
                </a:cubicBezTo>
                <a:cubicBezTo>
                  <a:pt x="13497125" y="629265"/>
                  <a:pt x="13414915" y="596789"/>
                  <a:pt x="13382886" y="603284"/>
                </a:cubicBezTo>
                <a:cubicBezTo>
                  <a:pt x="13325233" y="603284"/>
                  <a:pt x="13268647" y="609779"/>
                  <a:pt x="13204588" y="616274"/>
                </a:cubicBezTo>
                <a:cubicBezTo>
                  <a:pt x="13204588" y="551323"/>
                  <a:pt x="13312421" y="564314"/>
                  <a:pt x="13338044" y="557819"/>
                </a:cubicBezTo>
                <a:cubicBezTo>
                  <a:pt x="13352458" y="495303"/>
                  <a:pt x="13366871" y="468714"/>
                  <a:pt x="13394797" y="464807"/>
                </a:cubicBezTo>
                <a:close/>
                <a:moveTo>
                  <a:pt x="15519158" y="464455"/>
                </a:moveTo>
                <a:cubicBezTo>
                  <a:pt x="15519158" y="483693"/>
                  <a:pt x="15525636" y="509343"/>
                  <a:pt x="15525636" y="527512"/>
                </a:cubicBezTo>
                <a:cubicBezTo>
                  <a:pt x="15545068" y="527512"/>
                  <a:pt x="15563422" y="527512"/>
                  <a:pt x="15582856" y="527512"/>
                </a:cubicBezTo>
                <a:cubicBezTo>
                  <a:pt x="15576378" y="540338"/>
                  <a:pt x="15569900" y="572400"/>
                  <a:pt x="15556944" y="572400"/>
                </a:cubicBezTo>
                <a:cubicBezTo>
                  <a:pt x="15538592" y="572400"/>
                  <a:pt x="15525636" y="572400"/>
                  <a:pt x="15506202" y="565988"/>
                </a:cubicBezTo>
                <a:cubicBezTo>
                  <a:pt x="15467336" y="553163"/>
                  <a:pt x="15428470" y="527512"/>
                  <a:pt x="15389604" y="509343"/>
                </a:cubicBezTo>
                <a:cubicBezTo>
                  <a:pt x="15415514" y="509343"/>
                  <a:pt x="15441426" y="509343"/>
                  <a:pt x="15467336" y="509343"/>
                </a:cubicBezTo>
                <a:cubicBezTo>
                  <a:pt x="15486770" y="501862"/>
                  <a:pt x="15499724" y="483693"/>
                  <a:pt x="15519158" y="464455"/>
                </a:cubicBezTo>
                <a:close/>
                <a:moveTo>
                  <a:pt x="13765350" y="461326"/>
                </a:moveTo>
                <a:cubicBezTo>
                  <a:pt x="13777455" y="461326"/>
                  <a:pt x="13791290" y="465134"/>
                  <a:pt x="13791290" y="495604"/>
                </a:cubicBezTo>
                <a:cubicBezTo>
                  <a:pt x="13772844" y="495604"/>
                  <a:pt x="13754398" y="501246"/>
                  <a:pt x="13754398" y="461749"/>
                </a:cubicBezTo>
                <a:cubicBezTo>
                  <a:pt x="13757472" y="461749"/>
                  <a:pt x="13761315" y="461326"/>
                  <a:pt x="13765350" y="461326"/>
                </a:cubicBezTo>
                <a:close/>
                <a:moveTo>
                  <a:pt x="15318510" y="398101"/>
                </a:moveTo>
                <a:cubicBezTo>
                  <a:pt x="15330486" y="398101"/>
                  <a:pt x="15336474" y="410943"/>
                  <a:pt x="15336474" y="430207"/>
                </a:cubicBezTo>
                <a:cubicBezTo>
                  <a:pt x="15323500" y="430207"/>
                  <a:pt x="15318510" y="417364"/>
                  <a:pt x="15318510" y="398101"/>
                </a:cubicBezTo>
                <a:close/>
                <a:moveTo>
                  <a:pt x="12650983" y="396298"/>
                </a:moveTo>
                <a:cubicBezTo>
                  <a:pt x="12602470" y="399018"/>
                  <a:pt x="12558943" y="417152"/>
                  <a:pt x="12558943" y="431660"/>
                </a:cubicBezTo>
                <a:cubicBezTo>
                  <a:pt x="12604082" y="418764"/>
                  <a:pt x="12654594" y="412316"/>
                  <a:pt x="12699732" y="399421"/>
                </a:cubicBezTo>
                <a:cubicBezTo>
                  <a:pt x="12683880" y="396197"/>
                  <a:pt x="12667155" y="395391"/>
                  <a:pt x="12650983" y="396298"/>
                </a:cubicBezTo>
                <a:close/>
                <a:moveTo>
                  <a:pt x="12437499" y="386525"/>
                </a:moveTo>
                <a:cubicBezTo>
                  <a:pt x="12418154" y="392973"/>
                  <a:pt x="12411705" y="425212"/>
                  <a:pt x="12398809" y="438108"/>
                </a:cubicBezTo>
                <a:cubicBezTo>
                  <a:pt x="12366567" y="457451"/>
                  <a:pt x="12327877" y="431660"/>
                  <a:pt x="12295635" y="431660"/>
                </a:cubicBezTo>
                <a:cubicBezTo>
                  <a:pt x="12295635" y="444555"/>
                  <a:pt x="12295635" y="457451"/>
                  <a:pt x="12295635" y="463899"/>
                </a:cubicBezTo>
                <a:cubicBezTo>
                  <a:pt x="12366567" y="457451"/>
                  <a:pt x="12443947" y="470347"/>
                  <a:pt x="12500908" y="412316"/>
                </a:cubicBezTo>
                <a:cubicBezTo>
                  <a:pt x="12481563" y="405869"/>
                  <a:pt x="12462218" y="380077"/>
                  <a:pt x="12437499" y="386525"/>
                </a:cubicBezTo>
                <a:close/>
                <a:moveTo>
                  <a:pt x="12353670" y="373629"/>
                </a:moveTo>
                <a:cubicBezTo>
                  <a:pt x="12353670" y="405869"/>
                  <a:pt x="12379464" y="399421"/>
                  <a:pt x="12392360" y="399421"/>
                </a:cubicBezTo>
                <a:cubicBezTo>
                  <a:pt x="12392360" y="367182"/>
                  <a:pt x="12366567" y="373629"/>
                  <a:pt x="12353670" y="373629"/>
                </a:cubicBezTo>
                <a:close/>
                <a:moveTo>
                  <a:pt x="12558943" y="341390"/>
                </a:moveTo>
                <a:cubicBezTo>
                  <a:pt x="12558943" y="360734"/>
                  <a:pt x="12565391" y="373629"/>
                  <a:pt x="12578288" y="373629"/>
                </a:cubicBezTo>
                <a:cubicBezTo>
                  <a:pt x="12578288" y="354286"/>
                  <a:pt x="12571840" y="341390"/>
                  <a:pt x="12558943" y="341390"/>
                </a:cubicBezTo>
                <a:close/>
                <a:moveTo>
                  <a:pt x="14713667" y="304568"/>
                </a:moveTo>
                <a:cubicBezTo>
                  <a:pt x="14725253" y="306319"/>
                  <a:pt x="14734470" y="314398"/>
                  <a:pt x="14734470" y="339712"/>
                </a:cubicBezTo>
                <a:cubicBezTo>
                  <a:pt x="14716564" y="339712"/>
                  <a:pt x="14678645" y="359102"/>
                  <a:pt x="14678645" y="307396"/>
                </a:cubicBezTo>
                <a:cubicBezTo>
                  <a:pt x="14688124" y="307396"/>
                  <a:pt x="14702081" y="302818"/>
                  <a:pt x="14713667" y="304568"/>
                </a:cubicBezTo>
                <a:close/>
                <a:moveTo>
                  <a:pt x="14337383" y="284347"/>
                </a:moveTo>
                <a:cubicBezTo>
                  <a:pt x="14356951" y="284347"/>
                  <a:pt x="14383041" y="284347"/>
                  <a:pt x="14409132" y="284347"/>
                </a:cubicBezTo>
                <a:cubicBezTo>
                  <a:pt x="14422177" y="284347"/>
                  <a:pt x="14435222" y="284347"/>
                  <a:pt x="14454790" y="284347"/>
                </a:cubicBezTo>
                <a:cubicBezTo>
                  <a:pt x="14454790" y="290271"/>
                  <a:pt x="14454790" y="295208"/>
                  <a:pt x="14454790" y="307056"/>
                </a:cubicBezTo>
                <a:cubicBezTo>
                  <a:pt x="14428699" y="307056"/>
                  <a:pt x="14402609" y="307056"/>
                  <a:pt x="14383041" y="307056"/>
                </a:cubicBezTo>
                <a:cubicBezTo>
                  <a:pt x="14363473" y="307056"/>
                  <a:pt x="14350428" y="307056"/>
                  <a:pt x="14337383" y="307056"/>
                </a:cubicBezTo>
                <a:cubicBezTo>
                  <a:pt x="14337383" y="295208"/>
                  <a:pt x="14337383" y="290271"/>
                  <a:pt x="14337383" y="284347"/>
                </a:cubicBezTo>
                <a:close/>
                <a:moveTo>
                  <a:pt x="13436834" y="284347"/>
                </a:moveTo>
                <a:cubicBezTo>
                  <a:pt x="13448809" y="284347"/>
                  <a:pt x="13454796" y="290271"/>
                  <a:pt x="13454796" y="307056"/>
                </a:cubicBezTo>
                <a:cubicBezTo>
                  <a:pt x="13442821" y="307056"/>
                  <a:pt x="13436834" y="302119"/>
                  <a:pt x="13436834" y="284347"/>
                </a:cubicBezTo>
                <a:close/>
                <a:moveTo>
                  <a:pt x="13691975" y="240912"/>
                </a:moveTo>
                <a:cubicBezTo>
                  <a:pt x="13689288" y="240912"/>
                  <a:pt x="13687609" y="242121"/>
                  <a:pt x="13687810" y="245748"/>
                </a:cubicBezTo>
                <a:lnTo>
                  <a:pt x="13688089" y="246505"/>
                </a:lnTo>
                <a:lnTo>
                  <a:pt x="13694072" y="241390"/>
                </a:lnTo>
                <a:close/>
                <a:moveTo>
                  <a:pt x="13855064" y="1806"/>
                </a:moveTo>
                <a:cubicBezTo>
                  <a:pt x="13867961" y="8254"/>
                  <a:pt x="13874409" y="21149"/>
                  <a:pt x="13880858" y="34045"/>
                </a:cubicBezTo>
                <a:cubicBezTo>
                  <a:pt x="13900203" y="34045"/>
                  <a:pt x="13912025" y="34045"/>
                  <a:pt x="13931370" y="34045"/>
                </a:cubicBezTo>
                <a:cubicBezTo>
                  <a:pt x="13957163" y="34045"/>
                  <a:pt x="13989405" y="27597"/>
                  <a:pt x="14021647" y="34045"/>
                </a:cubicBezTo>
                <a:cubicBezTo>
                  <a:pt x="14143091" y="34045"/>
                  <a:pt x="14272059" y="53388"/>
                  <a:pt x="14393503" y="98523"/>
                </a:cubicBezTo>
                <a:cubicBezTo>
                  <a:pt x="14393503" y="72732"/>
                  <a:pt x="14393503" y="53388"/>
                  <a:pt x="14393503" y="34045"/>
                </a:cubicBezTo>
                <a:cubicBezTo>
                  <a:pt x="14412848" y="34045"/>
                  <a:pt x="14432193" y="34045"/>
                  <a:pt x="14451538" y="40493"/>
                </a:cubicBezTo>
                <a:cubicBezTo>
                  <a:pt x="14579431" y="46941"/>
                  <a:pt x="14707323" y="53388"/>
                  <a:pt x="14836290" y="72732"/>
                </a:cubicBezTo>
                <a:cubicBezTo>
                  <a:pt x="14900774" y="85627"/>
                  <a:pt x="14964183" y="98523"/>
                  <a:pt x="15022218" y="116792"/>
                </a:cubicBezTo>
                <a:cubicBezTo>
                  <a:pt x="15080254" y="136135"/>
                  <a:pt x="15131840" y="168374"/>
                  <a:pt x="15188802" y="187718"/>
                </a:cubicBezTo>
                <a:cubicBezTo>
                  <a:pt x="15317768" y="219957"/>
                  <a:pt x="15439212" y="226405"/>
                  <a:pt x="15567106" y="252196"/>
                </a:cubicBezTo>
                <a:cubicBezTo>
                  <a:pt x="15689624" y="277987"/>
                  <a:pt x="15817518" y="309151"/>
                  <a:pt x="15946484" y="334943"/>
                </a:cubicBezTo>
                <a:cubicBezTo>
                  <a:pt x="16074376" y="367182"/>
                  <a:pt x="16202270" y="399421"/>
                  <a:pt x="16331236" y="425212"/>
                </a:cubicBezTo>
                <a:cubicBezTo>
                  <a:pt x="16452680" y="451003"/>
                  <a:pt x="16580574" y="470347"/>
                  <a:pt x="16703092" y="520854"/>
                </a:cubicBezTo>
                <a:cubicBezTo>
                  <a:pt x="16830988" y="565989"/>
                  <a:pt x="16953504" y="624019"/>
                  <a:pt x="17074948" y="675602"/>
                </a:cubicBezTo>
                <a:cubicBezTo>
                  <a:pt x="17139432" y="701393"/>
                  <a:pt x="17196392" y="726110"/>
                  <a:pt x="17260876" y="751901"/>
                </a:cubicBezTo>
                <a:cubicBezTo>
                  <a:pt x="17286672" y="764797"/>
                  <a:pt x="17338256" y="777692"/>
                  <a:pt x="17338256" y="835722"/>
                </a:cubicBezTo>
                <a:cubicBezTo>
                  <a:pt x="17267324" y="816379"/>
                  <a:pt x="17203916" y="797036"/>
                  <a:pt x="17139432" y="777692"/>
                </a:cubicBezTo>
                <a:cubicBezTo>
                  <a:pt x="16632160" y="624019"/>
                  <a:pt x="16119514" y="489690"/>
                  <a:pt x="15605794" y="392973"/>
                </a:cubicBezTo>
                <a:cubicBezTo>
                  <a:pt x="15093150" y="296256"/>
                  <a:pt x="14572982" y="258644"/>
                  <a:pt x="14053889" y="219957"/>
                </a:cubicBezTo>
                <a:cubicBezTo>
                  <a:pt x="14053889" y="239300"/>
                  <a:pt x="14060337" y="284435"/>
                  <a:pt x="14040992" y="284435"/>
                </a:cubicBezTo>
                <a:cubicBezTo>
                  <a:pt x="14021647" y="284435"/>
                  <a:pt x="14028095" y="232852"/>
                  <a:pt x="14021647" y="219957"/>
                </a:cubicBezTo>
                <a:cubicBezTo>
                  <a:pt x="13957163" y="277987"/>
                  <a:pt x="13880858" y="194166"/>
                  <a:pt x="13809926" y="219957"/>
                </a:cubicBezTo>
                <a:cubicBezTo>
                  <a:pt x="13777684" y="232852"/>
                  <a:pt x="13745442" y="258644"/>
                  <a:pt x="13713200" y="245748"/>
                </a:cubicBezTo>
                <a:lnTo>
                  <a:pt x="13696151" y="241864"/>
                </a:lnTo>
                <a:lnTo>
                  <a:pt x="13701260" y="250600"/>
                </a:lnTo>
                <a:cubicBezTo>
                  <a:pt x="13698765" y="254012"/>
                  <a:pt x="13697518" y="257425"/>
                  <a:pt x="13695273" y="258278"/>
                </a:cubicBezTo>
                <a:lnTo>
                  <a:pt x="13692173" y="257601"/>
                </a:lnTo>
                <a:lnTo>
                  <a:pt x="13694930" y="265091"/>
                </a:lnTo>
                <a:cubicBezTo>
                  <a:pt x="13598205" y="258644"/>
                  <a:pt x="13501479" y="252196"/>
                  <a:pt x="13412277" y="252196"/>
                </a:cubicBezTo>
                <a:cubicBezTo>
                  <a:pt x="13412277" y="265091"/>
                  <a:pt x="13418725" y="290883"/>
                  <a:pt x="13412277" y="303778"/>
                </a:cubicBezTo>
                <a:cubicBezTo>
                  <a:pt x="13405828" y="315599"/>
                  <a:pt x="13367138" y="315599"/>
                  <a:pt x="13360690" y="315599"/>
                </a:cubicBezTo>
                <a:cubicBezTo>
                  <a:pt x="13334896" y="309151"/>
                  <a:pt x="13334896" y="277987"/>
                  <a:pt x="13322000" y="258644"/>
                </a:cubicBezTo>
                <a:cubicBezTo>
                  <a:pt x="13309103" y="239300"/>
                  <a:pt x="13277936" y="245748"/>
                  <a:pt x="13277936" y="284435"/>
                </a:cubicBezTo>
                <a:cubicBezTo>
                  <a:pt x="13289758" y="284435"/>
                  <a:pt x="13302654" y="284435"/>
                  <a:pt x="13315551" y="284435"/>
                </a:cubicBezTo>
                <a:cubicBezTo>
                  <a:pt x="13315551" y="315599"/>
                  <a:pt x="13284384" y="315599"/>
                  <a:pt x="13270413" y="309151"/>
                </a:cubicBezTo>
                <a:cubicBezTo>
                  <a:pt x="13252142" y="303778"/>
                  <a:pt x="13258591" y="271539"/>
                  <a:pt x="13258591" y="252196"/>
                </a:cubicBezTo>
                <a:cubicBezTo>
                  <a:pt x="13213452" y="277987"/>
                  <a:pt x="13161865" y="290883"/>
                  <a:pt x="13116727" y="290883"/>
                </a:cubicBezTo>
                <a:cubicBezTo>
                  <a:pt x="13103830" y="290883"/>
                  <a:pt x="13084485" y="277987"/>
                  <a:pt x="13079111" y="303778"/>
                </a:cubicBezTo>
                <a:cubicBezTo>
                  <a:pt x="13072663" y="328495"/>
                  <a:pt x="13065140" y="341390"/>
                  <a:pt x="13046869" y="347838"/>
                </a:cubicBezTo>
                <a:cubicBezTo>
                  <a:pt x="13008179" y="360734"/>
                  <a:pt x="12963041" y="354286"/>
                  <a:pt x="12924350" y="360734"/>
                </a:cubicBezTo>
                <a:cubicBezTo>
                  <a:pt x="12872764" y="367182"/>
                  <a:pt x="12822251" y="380077"/>
                  <a:pt x="12770664" y="386525"/>
                </a:cubicBezTo>
                <a:cubicBezTo>
                  <a:pt x="12898557" y="386525"/>
                  <a:pt x="13021076" y="380077"/>
                  <a:pt x="13148968" y="373629"/>
                </a:cubicBezTo>
                <a:cubicBezTo>
                  <a:pt x="13181210" y="373629"/>
                  <a:pt x="13219900" y="373629"/>
                  <a:pt x="13252142" y="380077"/>
                </a:cubicBezTo>
                <a:cubicBezTo>
                  <a:pt x="13277936" y="380077"/>
                  <a:pt x="13296206" y="360734"/>
                  <a:pt x="13322000" y="347838"/>
                </a:cubicBezTo>
                <a:cubicBezTo>
                  <a:pt x="13367138" y="322047"/>
                  <a:pt x="13425173" y="341390"/>
                  <a:pt x="13470312" y="341390"/>
                </a:cubicBezTo>
                <a:cubicBezTo>
                  <a:pt x="13598205" y="347838"/>
                  <a:pt x="13726097" y="354286"/>
                  <a:pt x="13855064" y="347838"/>
                </a:cubicBezTo>
                <a:cubicBezTo>
                  <a:pt x="13963612" y="347838"/>
                  <a:pt x="14073234" y="341390"/>
                  <a:pt x="14175333" y="373629"/>
                </a:cubicBezTo>
                <a:cubicBezTo>
                  <a:pt x="14194678" y="380077"/>
                  <a:pt x="14214023" y="386525"/>
                  <a:pt x="14226920" y="360734"/>
                </a:cubicBezTo>
                <a:cubicBezTo>
                  <a:pt x="14233368" y="341390"/>
                  <a:pt x="14233368" y="315599"/>
                  <a:pt x="14252713" y="322047"/>
                </a:cubicBezTo>
                <a:cubicBezTo>
                  <a:pt x="14284955" y="322047"/>
                  <a:pt x="14322571" y="367182"/>
                  <a:pt x="14361261" y="373629"/>
                </a:cubicBezTo>
                <a:cubicBezTo>
                  <a:pt x="14419296" y="386525"/>
                  <a:pt x="14477331" y="386525"/>
                  <a:pt x="14540740" y="392973"/>
                </a:cubicBezTo>
                <a:cubicBezTo>
                  <a:pt x="14598776" y="399421"/>
                  <a:pt x="14663259" y="405869"/>
                  <a:pt x="14726668" y="412316"/>
                </a:cubicBezTo>
                <a:cubicBezTo>
                  <a:pt x="14855636" y="431660"/>
                  <a:pt x="14983528" y="451003"/>
                  <a:pt x="15117870" y="463899"/>
                </a:cubicBezTo>
                <a:cubicBezTo>
                  <a:pt x="15163008" y="470347"/>
                  <a:pt x="15214594" y="476794"/>
                  <a:pt x="15266182" y="476794"/>
                </a:cubicBezTo>
                <a:cubicBezTo>
                  <a:pt x="15285526" y="476794"/>
                  <a:pt x="15337114" y="476794"/>
                  <a:pt x="15337114" y="527302"/>
                </a:cubicBezTo>
                <a:cubicBezTo>
                  <a:pt x="15214594" y="540198"/>
                  <a:pt x="15099598" y="476794"/>
                  <a:pt x="14977080" y="509033"/>
                </a:cubicBezTo>
                <a:cubicBezTo>
                  <a:pt x="14957735" y="514407"/>
                  <a:pt x="14938390" y="540198"/>
                  <a:pt x="14926568" y="496138"/>
                </a:cubicBezTo>
                <a:cubicBezTo>
                  <a:pt x="14920119" y="463899"/>
                  <a:pt x="14894326" y="463899"/>
                  <a:pt x="14874981" y="470347"/>
                </a:cubicBezTo>
                <a:cubicBezTo>
                  <a:pt x="14816945" y="476794"/>
                  <a:pt x="14758910" y="476794"/>
                  <a:pt x="14701950" y="476794"/>
                </a:cubicBezTo>
                <a:cubicBezTo>
                  <a:pt x="14445090" y="476794"/>
                  <a:pt x="14188230" y="451003"/>
                  <a:pt x="13931370" y="438108"/>
                </a:cubicBezTo>
                <a:cubicBezTo>
                  <a:pt x="13797029" y="438108"/>
                  <a:pt x="13669137" y="431660"/>
                  <a:pt x="13540169" y="438108"/>
                </a:cubicBezTo>
                <a:cubicBezTo>
                  <a:pt x="13489657" y="438108"/>
                  <a:pt x="13431622" y="425212"/>
                  <a:pt x="13380035" y="438108"/>
                </a:cubicBezTo>
                <a:cubicBezTo>
                  <a:pt x="13367138" y="444555"/>
                  <a:pt x="13354241" y="463899"/>
                  <a:pt x="13334896" y="463899"/>
                </a:cubicBezTo>
                <a:cubicBezTo>
                  <a:pt x="13322000" y="470347"/>
                  <a:pt x="13302654" y="463899"/>
                  <a:pt x="13289758" y="457451"/>
                </a:cubicBezTo>
                <a:cubicBezTo>
                  <a:pt x="13181210" y="431660"/>
                  <a:pt x="13065140" y="483242"/>
                  <a:pt x="12956592" y="501511"/>
                </a:cubicBezTo>
                <a:cubicBezTo>
                  <a:pt x="12828700" y="520854"/>
                  <a:pt x="12699732" y="527302"/>
                  <a:pt x="12571840" y="546646"/>
                </a:cubicBezTo>
                <a:cubicBezTo>
                  <a:pt x="12507356" y="553094"/>
                  <a:pt x="12443947" y="565989"/>
                  <a:pt x="12373015" y="572437"/>
                </a:cubicBezTo>
                <a:cubicBezTo>
                  <a:pt x="12353670" y="572437"/>
                  <a:pt x="12321428" y="565989"/>
                  <a:pt x="12302083" y="585333"/>
                </a:cubicBezTo>
                <a:cubicBezTo>
                  <a:pt x="12295635" y="598228"/>
                  <a:pt x="12302083" y="617572"/>
                  <a:pt x="12295635" y="636915"/>
                </a:cubicBezTo>
                <a:cubicBezTo>
                  <a:pt x="12289187" y="706766"/>
                  <a:pt x="12174191" y="675602"/>
                  <a:pt x="12148397" y="675602"/>
                </a:cubicBezTo>
                <a:cubicBezTo>
                  <a:pt x="12148397" y="649811"/>
                  <a:pt x="12154846" y="624019"/>
                  <a:pt x="12129052" y="617572"/>
                </a:cubicBezTo>
                <a:cubicBezTo>
                  <a:pt x="12109707" y="611124"/>
                  <a:pt x="12090362" y="617572"/>
                  <a:pt x="12071017" y="617572"/>
                </a:cubicBezTo>
                <a:cubicBezTo>
                  <a:pt x="12071017" y="656258"/>
                  <a:pt x="12109707" y="643363"/>
                  <a:pt x="12109707" y="675602"/>
                </a:cubicBezTo>
                <a:cubicBezTo>
                  <a:pt x="12071017" y="688497"/>
                  <a:pt x="12033401" y="694945"/>
                  <a:pt x="11994711" y="706766"/>
                </a:cubicBezTo>
                <a:cubicBezTo>
                  <a:pt x="11994711" y="688497"/>
                  <a:pt x="11994711" y="669154"/>
                  <a:pt x="11994711" y="649811"/>
                </a:cubicBezTo>
                <a:cubicBezTo>
                  <a:pt x="11962469" y="675602"/>
                  <a:pt x="11930228" y="706766"/>
                  <a:pt x="11897986" y="732557"/>
                </a:cubicBezTo>
                <a:cubicBezTo>
                  <a:pt x="11872192" y="669154"/>
                  <a:pt x="11828129" y="662706"/>
                  <a:pt x="11782990" y="675602"/>
                </a:cubicBezTo>
                <a:cubicBezTo>
                  <a:pt x="11770093" y="675602"/>
                  <a:pt x="11757197" y="694945"/>
                  <a:pt x="11776542" y="706766"/>
                </a:cubicBezTo>
                <a:cubicBezTo>
                  <a:pt x="11795887" y="719662"/>
                  <a:pt x="11821680" y="706766"/>
                  <a:pt x="11841025" y="706766"/>
                </a:cubicBezTo>
                <a:cubicBezTo>
                  <a:pt x="11846399" y="706766"/>
                  <a:pt x="11872192" y="719662"/>
                  <a:pt x="11865744" y="739005"/>
                </a:cubicBezTo>
                <a:cubicBezTo>
                  <a:pt x="11852847" y="758349"/>
                  <a:pt x="11808783" y="745453"/>
                  <a:pt x="11795887" y="739005"/>
                </a:cubicBezTo>
                <a:cubicBezTo>
                  <a:pt x="11782990" y="735781"/>
                  <a:pt x="11770093" y="730946"/>
                  <a:pt x="11757197" y="726244"/>
                </a:cubicBezTo>
                <a:lnTo>
                  <a:pt x="11745513" y="722634"/>
                </a:lnTo>
                <a:lnTo>
                  <a:pt x="11718506" y="714289"/>
                </a:lnTo>
                <a:cubicBezTo>
                  <a:pt x="11692713" y="706766"/>
                  <a:pt x="11666919" y="714289"/>
                  <a:pt x="11635752" y="706766"/>
                </a:cubicBezTo>
                <a:cubicBezTo>
                  <a:pt x="11635752" y="758349"/>
                  <a:pt x="11705610" y="739005"/>
                  <a:pt x="11673368" y="803483"/>
                </a:cubicBezTo>
                <a:cubicBezTo>
                  <a:pt x="11654023" y="829275"/>
                  <a:pt x="11622856" y="809931"/>
                  <a:pt x="11603510" y="809931"/>
                </a:cubicBezTo>
                <a:cubicBezTo>
                  <a:pt x="11571269" y="816379"/>
                  <a:pt x="11545475" y="829275"/>
                  <a:pt x="11519682" y="822827"/>
                </a:cubicBezTo>
                <a:cubicBezTo>
                  <a:pt x="11493888" y="822827"/>
                  <a:pt x="11493888" y="771244"/>
                  <a:pt x="11468095" y="771244"/>
                </a:cubicBezTo>
                <a:cubicBezTo>
                  <a:pt x="11448750" y="777692"/>
                  <a:pt x="11435853" y="797036"/>
                  <a:pt x="11417583" y="809931"/>
                </a:cubicBezTo>
                <a:cubicBezTo>
                  <a:pt x="11398238" y="829275"/>
                  <a:pt x="11346651" y="867961"/>
                  <a:pt x="11327306" y="848618"/>
                </a:cubicBezTo>
                <a:cubicBezTo>
                  <a:pt x="11320857" y="835722"/>
                  <a:pt x="11320857" y="816379"/>
                  <a:pt x="11314409" y="803483"/>
                </a:cubicBezTo>
                <a:cubicBezTo>
                  <a:pt x="11301512" y="803483"/>
                  <a:pt x="11288615" y="809931"/>
                  <a:pt x="11275719" y="816379"/>
                </a:cubicBezTo>
                <a:cubicBezTo>
                  <a:pt x="11282167" y="829275"/>
                  <a:pt x="11282167" y="848618"/>
                  <a:pt x="11288615" y="861514"/>
                </a:cubicBezTo>
                <a:cubicBezTo>
                  <a:pt x="11212310" y="893753"/>
                  <a:pt x="11134929" y="937813"/>
                  <a:pt x="11051101" y="937813"/>
                </a:cubicBezTo>
                <a:cubicBezTo>
                  <a:pt x="11083342" y="919544"/>
                  <a:pt x="11115584" y="893753"/>
                  <a:pt x="11147826" y="874409"/>
                </a:cubicBezTo>
                <a:cubicBezTo>
                  <a:pt x="11102688" y="880857"/>
                  <a:pt x="11057549" y="874409"/>
                  <a:pt x="11012410" y="900201"/>
                </a:cubicBezTo>
                <a:cubicBezTo>
                  <a:pt x="10974795" y="924917"/>
                  <a:pt x="10936105" y="944261"/>
                  <a:pt x="10890966" y="957156"/>
                </a:cubicBezTo>
                <a:cubicBezTo>
                  <a:pt x="10845828" y="970052"/>
                  <a:pt x="10801764" y="995843"/>
                  <a:pt x="10756625" y="1015186"/>
                </a:cubicBezTo>
                <a:cubicBezTo>
                  <a:pt x="10724383" y="1028082"/>
                  <a:pt x="10685693" y="1040978"/>
                  <a:pt x="10653451" y="1079682"/>
                </a:cubicBezTo>
                <a:cubicBezTo>
                  <a:pt x="10647003" y="1060339"/>
                  <a:pt x="10647003" y="1040978"/>
                  <a:pt x="10640555" y="1021634"/>
                </a:cubicBezTo>
                <a:cubicBezTo>
                  <a:pt x="10609388" y="1053891"/>
                  <a:pt x="10583594" y="1086131"/>
                  <a:pt x="10544904" y="1092579"/>
                </a:cubicBezTo>
                <a:cubicBezTo>
                  <a:pt x="10520185" y="1099026"/>
                  <a:pt x="10500840" y="1086131"/>
                  <a:pt x="10475047" y="1124818"/>
                </a:cubicBezTo>
                <a:cubicBezTo>
                  <a:pt x="10436357" y="1181774"/>
                  <a:pt x="10379396" y="1201118"/>
                  <a:pt x="10327809" y="1214014"/>
                </a:cubicBezTo>
                <a:cubicBezTo>
                  <a:pt x="10295567" y="1226910"/>
                  <a:pt x="10263325" y="1239806"/>
                  <a:pt x="10231084" y="1259150"/>
                </a:cubicBezTo>
                <a:cubicBezTo>
                  <a:pt x="10199917" y="1278493"/>
                  <a:pt x="10167675" y="1272046"/>
                  <a:pt x="10135433" y="1278493"/>
                </a:cubicBezTo>
                <a:cubicBezTo>
                  <a:pt x="10070949" y="1291390"/>
                  <a:pt x="10006466" y="1335450"/>
                  <a:pt x="9943057" y="1367690"/>
                </a:cubicBezTo>
                <a:cubicBezTo>
                  <a:pt x="10019362" y="1354794"/>
                  <a:pt x="10096743" y="1330077"/>
                  <a:pt x="10174123" y="1335450"/>
                </a:cubicBezTo>
                <a:cubicBezTo>
                  <a:pt x="10192393" y="1335450"/>
                  <a:pt x="10224635" y="1348346"/>
                  <a:pt x="10237532" y="1317181"/>
                </a:cubicBezTo>
                <a:cubicBezTo>
                  <a:pt x="10250429" y="1304285"/>
                  <a:pt x="10250429" y="1272046"/>
                  <a:pt x="10263325" y="1265598"/>
                </a:cubicBezTo>
                <a:cubicBezTo>
                  <a:pt x="10302016" y="1259150"/>
                  <a:pt x="10340706" y="1265598"/>
                  <a:pt x="10372948" y="1259150"/>
                </a:cubicBezTo>
                <a:cubicBezTo>
                  <a:pt x="10405189" y="1259150"/>
                  <a:pt x="10442805" y="1246254"/>
                  <a:pt x="10475047" y="1233358"/>
                </a:cubicBezTo>
                <a:cubicBezTo>
                  <a:pt x="10507289" y="1220462"/>
                  <a:pt x="10544904" y="1188223"/>
                  <a:pt x="10583594" y="1214014"/>
                </a:cubicBezTo>
                <a:cubicBezTo>
                  <a:pt x="10596491" y="1220462"/>
                  <a:pt x="10621210" y="1239806"/>
                  <a:pt x="10621210" y="1201118"/>
                </a:cubicBezTo>
                <a:cubicBezTo>
                  <a:pt x="10611538" y="1201118"/>
                  <a:pt x="10603746" y="1201118"/>
                  <a:pt x="10596760" y="1198700"/>
                </a:cubicBezTo>
                <a:lnTo>
                  <a:pt x="10582800" y="1186653"/>
                </a:lnTo>
                <a:lnTo>
                  <a:pt x="10591854" y="1199432"/>
                </a:lnTo>
                <a:cubicBezTo>
                  <a:pt x="10588442" y="1205854"/>
                  <a:pt x="10581617" y="1207459"/>
                  <a:pt x="10577351" y="1204248"/>
                </a:cubicBezTo>
                <a:lnTo>
                  <a:pt x="10578117" y="1182613"/>
                </a:lnTo>
                <a:lnTo>
                  <a:pt x="10577146" y="1181774"/>
                </a:lnTo>
                <a:lnTo>
                  <a:pt x="10578145" y="1181822"/>
                </a:lnTo>
                <a:lnTo>
                  <a:pt x="10578204" y="1180167"/>
                </a:lnTo>
                <a:lnTo>
                  <a:pt x="10579420" y="1181883"/>
                </a:lnTo>
                <a:lnTo>
                  <a:pt x="10610866" y="1183386"/>
                </a:lnTo>
                <a:cubicBezTo>
                  <a:pt x="10621210" y="1183386"/>
                  <a:pt x="10630882" y="1181775"/>
                  <a:pt x="10640555" y="1175327"/>
                </a:cubicBezTo>
                <a:cubicBezTo>
                  <a:pt x="10659900" y="1162431"/>
                  <a:pt x="10653451" y="1136639"/>
                  <a:pt x="10653451" y="1111922"/>
                </a:cubicBezTo>
                <a:cubicBezTo>
                  <a:pt x="10692142" y="1136639"/>
                  <a:pt x="10743729" y="1207566"/>
                  <a:pt x="10692142" y="1259150"/>
                </a:cubicBezTo>
                <a:cubicBezTo>
                  <a:pt x="10640555" y="1310733"/>
                  <a:pt x="10583594" y="1317181"/>
                  <a:pt x="10526634" y="1322555"/>
                </a:cubicBezTo>
                <a:cubicBezTo>
                  <a:pt x="10526634" y="1304285"/>
                  <a:pt x="10526634" y="1265598"/>
                  <a:pt x="10507289" y="1265598"/>
                </a:cubicBezTo>
                <a:cubicBezTo>
                  <a:pt x="10507289" y="1291390"/>
                  <a:pt x="10513737" y="1317181"/>
                  <a:pt x="10507289" y="1341898"/>
                </a:cubicBezTo>
                <a:cubicBezTo>
                  <a:pt x="10500840" y="1380585"/>
                  <a:pt x="10455702" y="1361242"/>
                  <a:pt x="10442805" y="1354794"/>
                </a:cubicBezTo>
                <a:cubicBezTo>
                  <a:pt x="10410563" y="1354794"/>
                  <a:pt x="10385844" y="1348346"/>
                  <a:pt x="10353603" y="1354794"/>
                </a:cubicBezTo>
                <a:cubicBezTo>
                  <a:pt x="10327809" y="1361242"/>
                  <a:pt x="10334257" y="1393482"/>
                  <a:pt x="10314912" y="1419273"/>
                </a:cubicBezTo>
                <a:cubicBezTo>
                  <a:pt x="10295567" y="1445064"/>
                  <a:pt x="10269774" y="1445064"/>
                  <a:pt x="10250429" y="1451512"/>
                </a:cubicBezTo>
                <a:cubicBezTo>
                  <a:pt x="10224635" y="1457960"/>
                  <a:pt x="10199917" y="1470856"/>
                  <a:pt x="10174123" y="1490200"/>
                </a:cubicBezTo>
                <a:cubicBezTo>
                  <a:pt x="10148330" y="1515992"/>
                  <a:pt x="10122536" y="1515992"/>
                  <a:pt x="10090294" y="1509543"/>
                </a:cubicBezTo>
                <a:cubicBezTo>
                  <a:pt x="10070949" y="1509543"/>
                  <a:pt x="10051604" y="1496648"/>
                  <a:pt x="10051604" y="1540708"/>
                </a:cubicBezTo>
                <a:cubicBezTo>
                  <a:pt x="10161226" y="1527813"/>
                  <a:pt x="10269774" y="1496648"/>
                  <a:pt x="10379396" y="1457960"/>
                </a:cubicBezTo>
                <a:cubicBezTo>
                  <a:pt x="10494392" y="1425721"/>
                  <a:pt x="10609388" y="1393482"/>
                  <a:pt x="10717935" y="1361242"/>
                </a:cubicBezTo>
                <a:cubicBezTo>
                  <a:pt x="10750177" y="1354794"/>
                  <a:pt x="10769522" y="1322555"/>
                  <a:pt x="10795316" y="1317181"/>
                </a:cubicBezTo>
                <a:cubicBezTo>
                  <a:pt x="10820034" y="1304285"/>
                  <a:pt x="10845828" y="1304285"/>
                  <a:pt x="10878070" y="1297837"/>
                </a:cubicBezTo>
                <a:cubicBezTo>
                  <a:pt x="10929656" y="1284941"/>
                  <a:pt x="10987692" y="1265598"/>
                  <a:pt x="11044652" y="1252702"/>
                </a:cubicBezTo>
                <a:cubicBezTo>
                  <a:pt x="11154274" y="1226910"/>
                  <a:pt x="11269270" y="1201118"/>
                  <a:pt x="11378892" y="1168880"/>
                </a:cubicBezTo>
                <a:cubicBezTo>
                  <a:pt x="11846399" y="1060339"/>
                  <a:pt x="12314980" y="963604"/>
                  <a:pt x="12790010" y="893753"/>
                </a:cubicBezTo>
                <a:cubicBezTo>
                  <a:pt x="12790010" y="931365"/>
                  <a:pt x="12751319" y="919544"/>
                  <a:pt x="12751319" y="957156"/>
                </a:cubicBezTo>
                <a:cubicBezTo>
                  <a:pt x="12770664" y="957156"/>
                  <a:pt x="12790010" y="957156"/>
                  <a:pt x="12809355" y="957156"/>
                </a:cubicBezTo>
                <a:cubicBezTo>
                  <a:pt x="12809355" y="931365"/>
                  <a:pt x="12809355" y="912021"/>
                  <a:pt x="12809355" y="893753"/>
                </a:cubicBezTo>
                <a:cubicBezTo>
                  <a:pt x="12835148" y="893753"/>
                  <a:pt x="12859867" y="893753"/>
                  <a:pt x="12885660" y="919544"/>
                </a:cubicBezTo>
                <a:cubicBezTo>
                  <a:pt x="12885660" y="887305"/>
                  <a:pt x="12885660" y="855066"/>
                  <a:pt x="12885660" y="822827"/>
                </a:cubicBezTo>
                <a:cubicBezTo>
                  <a:pt x="12898557" y="809931"/>
                  <a:pt x="12911454" y="797036"/>
                  <a:pt x="12917902" y="784140"/>
                </a:cubicBezTo>
                <a:cubicBezTo>
                  <a:pt x="12898557" y="764797"/>
                  <a:pt x="12879212" y="745453"/>
                  <a:pt x="12859867" y="726110"/>
                </a:cubicBezTo>
                <a:cubicBezTo>
                  <a:pt x="12879212" y="719662"/>
                  <a:pt x="12917902" y="726110"/>
                  <a:pt x="12917902" y="675602"/>
                </a:cubicBezTo>
                <a:cubicBezTo>
                  <a:pt x="12898557" y="675602"/>
                  <a:pt x="12815803" y="643363"/>
                  <a:pt x="12809355" y="701393"/>
                </a:cubicBezTo>
                <a:cubicBezTo>
                  <a:pt x="12796458" y="771244"/>
                  <a:pt x="12757768" y="771244"/>
                  <a:pt x="12719078" y="784140"/>
                </a:cubicBezTo>
                <a:cubicBezTo>
                  <a:pt x="12623427" y="816379"/>
                  <a:pt x="12526701" y="842170"/>
                  <a:pt x="12431051" y="861514"/>
                </a:cubicBezTo>
                <a:cubicBezTo>
                  <a:pt x="12431051" y="816379"/>
                  <a:pt x="12418154" y="758349"/>
                  <a:pt x="12437499" y="719662"/>
                </a:cubicBezTo>
                <a:cubicBezTo>
                  <a:pt x="12449321" y="694945"/>
                  <a:pt x="12481563" y="688497"/>
                  <a:pt x="12500908" y="682050"/>
                </a:cubicBezTo>
                <a:cubicBezTo>
                  <a:pt x="12526701" y="675602"/>
                  <a:pt x="12552495" y="669154"/>
                  <a:pt x="12578288" y="662706"/>
                </a:cubicBezTo>
                <a:cubicBezTo>
                  <a:pt x="12680387" y="624019"/>
                  <a:pt x="12796458" y="604676"/>
                  <a:pt x="12905005" y="598228"/>
                </a:cubicBezTo>
                <a:cubicBezTo>
                  <a:pt x="12956592" y="598228"/>
                  <a:pt x="13008179" y="604676"/>
                  <a:pt x="13065140" y="611124"/>
                </a:cubicBezTo>
                <a:cubicBezTo>
                  <a:pt x="13079111" y="611124"/>
                  <a:pt x="13116727" y="604676"/>
                  <a:pt x="13123175" y="630467"/>
                </a:cubicBezTo>
                <a:cubicBezTo>
                  <a:pt x="13136072" y="649811"/>
                  <a:pt x="13103830" y="656258"/>
                  <a:pt x="13097382" y="656258"/>
                </a:cubicBezTo>
                <a:cubicBezTo>
                  <a:pt x="13053318" y="656258"/>
                  <a:pt x="13021076" y="624019"/>
                  <a:pt x="12995282" y="706766"/>
                </a:cubicBezTo>
                <a:cubicBezTo>
                  <a:pt x="12988834" y="732557"/>
                  <a:pt x="12975937" y="739005"/>
                  <a:pt x="12956592" y="739005"/>
                </a:cubicBezTo>
                <a:cubicBezTo>
                  <a:pt x="12950144" y="771244"/>
                  <a:pt x="12943696" y="803483"/>
                  <a:pt x="12943696" y="842170"/>
                </a:cubicBezTo>
                <a:cubicBezTo>
                  <a:pt x="12969489" y="842170"/>
                  <a:pt x="13001731" y="848618"/>
                  <a:pt x="13027524" y="848618"/>
                </a:cubicBezTo>
                <a:cubicBezTo>
                  <a:pt x="13053318" y="855066"/>
                  <a:pt x="13084485" y="842170"/>
                  <a:pt x="13103830" y="861514"/>
                </a:cubicBezTo>
                <a:cubicBezTo>
                  <a:pt x="13129623" y="887305"/>
                  <a:pt x="13084485" y="900201"/>
                  <a:pt x="13079111" y="900201"/>
                </a:cubicBezTo>
                <a:cubicBezTo>
                  <a:pt x="13053318" y="900201"/>
                  <a:pt x="13027524" y="893753"/>
                  <a:pt x="13001731" y="893753"/>
                </a:cubicBezTo>
                <a:cubicBezTo>
                  <a:pt x="12988834" y="893753"/>
                  <a:pt x="12950144" y="880857"/>
                  <a:pt x="12937247" y="906648"/>
                </a:cubicBezTo>
                <a:cubicBezTo>
                  <a:pt x="12930799" y="937813"/>
                  <a:pt x="12969489" y="931365"/>
                  <a:pt x="12975937" y="931365"/>
                </a:cubicBezTo>
                <a:cubicBezTo>
                  <a:pt x="13033973" y="931365"/>
                  <a:pt x="13084485" y="924917"/>
                  <a:pt x="13142520" y="924917"/>
                </a:cubicBezTo>
                <a:cubicBezTo>
                  <a:pt x="13380035" y="919544"/>
                  <a:pt x="13617550" y="919544"/>
                  <a:pt x="13855064" y="912021"/>
                </a:cubicBezTo>
                <a:cubicBezTo>
                  <a:pt x="14099027" y="912021"/>
                  <a:pt x="14341916" y="924917"/>
                  <a:pt x="14585879" y="919544"/>
                </a:cubicBezTo>
                <a:cubicBezTo>
                  <a:pt x="14637466" y="919544"/>
                  <a:pt x="14689053" y="906648"/>
                  <a:pt x="14739565" y="924917"/>
                </a:cubicBezTo>
                <a:cubicBezTo>
                  <a:pt x="14765358" y="931365"/>
                  <a:pt x="14784704" y="950708"/>
                  <a:pt x="14810497" y="950708"/>
                </a:cubicBezTo>
                <a:cubicBezTo>
                  <a:pt x="14829842" y="950708"/>
                  <a:pt x="14855636" y="944261"/>
                  <a:pt x="14874981" y="944261"/>
                </a:cubicBezTo>
                <a:cubicBezTo>
                  <a:pt x="14900774" y="944261"/>
                  <a:pt x="14920119" y="963604"/>
                  <a:pt x="14944838" y="982947"/>
                </a:cubicBezTo>
                <a:cubicBezTo>
                  <a:pt x="14970631" y="1002291"/>
                  <a:pt x="14996426" y="995843"/>
                  <a:pt x="15028666" y="995843"/>
                </a:cubicBezTo>
                <a:cubicBezTo>
                  <a:pt x="15067358" y="989395"/>
                  <a:pt x="15117870" y="982947"/>
                  <a:pt x="15150110" y="1034530"/>
                </a:cubicBezTo>
                <a:cubicBezTo>
                  <a:pt x="14836290" y="1008739"/>
                  <a:pt x="14527844" y="1002291"/>
                  <a:pt x="14220472" y="1002291"/>
                </a:cubicBezTo>
                <a:cubicBezTo>
                  <a:pt x="14367709" y="1028082"/>
                  <a:pt x="14521395" y="1053891"/>
                  <a:pt x="14669708" y="1079682"/>
                </a:cubicBezTo>
                <a:cubicBezTo>
                  <a:pt x="14739565" y="1099026"/>
                  <a:pt x="14816945" y="1111922"/>
                  <a:pt x="14887877" y="1124818"/>
                </a:cubicBezTo>
                <a:cubicBezTo>
                  <a:pt x="14957735" y="1130193"/>
                  <a:pt x="15015770" y="1181774"/>
                  <a:pt x="15080254" y="1188223"/>
                </a:cubicBezTo>
                <a:cubicBezTo>
                  <a:pt x="15227490" y="1207566"/>
                  <a:pt x="15374730" y="1246254"/>
                  <a:pt x="15528414" y="1272046"/>
                </a:cubicBezTo>
                <a:cubicBezTo>
                  <a:pt x="15599346" y="1291390"/>
                  <a:pt x="15676726" y="1297837"/>
                  <a:pt x="15747658" y="1317181"/>
                </a:cubicBezTo>
                <a:cubicBezTo>
                  <a:pt x="15778826" y="1330077"/>
                  <a:pt x="15811068" y="1341898"/>
                  <a:pt x="15849758" y="1341898"/>
                </a:cubicBezTo>
                <a:cubicBezTo>
                  <a:pt x="15862654" y="1341898"/>
                  <a:pt x="15869102" y="1322555"/>
                  <a:pt x="15882000" y="1322555"/>
                </a:cubicBezTo>
                <a:cubicBezTo>
                  <a:pt x="15894898" y="1322555"/>
                  <a:pt x="15907794" y="1322555"/>
                  <a:pt x="15920690" y="1322555"/>
                </a:cubicBezTo>
                <a:cubicBezTo>
                  <a:pt x="15920690" y="1361242"/>
                  <a:pt x="15882000" y="1348346"/>
                  <a:pt x="15882000" y="1387034"/>
                </a:cubicBezTo>
                <a:cubicBezTo>
                  <a:pt x="16067928" y="1438617"/>
                  <a:pt x="16253856" y="1490200"/>
                  <a:pt x="16439784" y="1547156"/>
                </a:cubicBezTo>
                <a:cubicBezTo>
                  <a:pt x="16530062" y="1572949"/>
                  <a:pt x="16619262" y="1605189"/>
                  <a:pt x="16709540" y="1637427"/>
                </a:cubicBezTo>
                <a:cubicBezTo>
                  <a:pt x="16748230" y="1656771"/>
                  <a:pt x="16793372" y="1663219"/>
                  <a:pt x="16830988" y="1689010"/>
                </a:cubicBezTo>
                <a:cubicBezTo>
                  <a:pt x="16856780" y="1695459"/>
                  <a:pt x="16837436" y="1758863"/>
                  <a:pt x="16863228" y="1758863"/>
                </a:cubicBezTo>
                <a:cubicBezTo>
                  <a:pt x="16863228" y="1721250"/>
                  <a:pt x="16856780" y="1695459"/>
                  <a:pt x="16882572" y="1689010"/>
                </a:cubicBezTo>
                <a:cubicBezTo>
                  <a:pt x="16901920" y="1689010"/>
                  <a:pt x="16901920" y="1656771"/>
                  <a:pt x="16901920" y="1630979"/>
                </a:cubicBezTo>
                <a:cubicBezTo>
                  <a:pt x="17023364" y="1637427"/>
                  <a:pt x="17139432" y="1650323"/>
                  <a:pt x="17254428" y="1695459"/>
                </a:cubicBezTo>
                <a:cubicBezTo>
                  <a:pt x="17312464" y="1714803"/>
                  <a:pt x="17357604" y="1752415"/>
                  <a:pt x="17409188" y="1784655"/>
                </a:cubicBezTo>
                <a:cubicBezTo>
                  <a:pt x="17459700" y="1816895"/>
                  <a:pt x="17511288" y="1810447"/>
                  <a:pt x="17562876" y="1816895"/>
                </a:cubicBezTo>
                <a:cubicBezTo>
                  <a:pt x="17793944" y="1849134"/>
                  <a:pt x="18025008" y="1951226"/>
                  <a:pt x="18248552" y="2054393"/>
                </a:cubicBezTo>
                <a:cubicBezTo>
                  <a:pt x="18704236" y="2272546"/>
                  <a:pt x="19134128" y="2579897"/>
                  <a:pt x="19576916" y="2843195"/>
                </a:cubicBezTo>
                <a:cubicBezTo>
                  <a:pt x="19570468" y="2856089"/>
                  <a:pt x="19564020" y="2888327"/>
                  <a:pt x="19551120" y="2888327"/>
                </a:cubicBezTo>
                <a:lnTo>
                  <a:pt x="19550420" y="2888216"/>
                </a:lnTo>
                <a:lnTo>
                  <a:pt x="19551100" y="2893081"/>
                </a:lnTo>
                <a:cubicBezTo>
                  <a:pt x="19550352" y="2897898"/>
                  <a:pt x="19548852" y="2902714"/>
                  <a:pt x="19548852" y="2909137"/>
                </a:cubicBezTo>
                <a:cubicBezTo>
                  <a:pt x="19545860" y="2902714"/>
                  <a:pt x="19542868" y="2897898"/>
                  <a:pt x="19542120" y="2893081"/>
                </a:cubicBezTo>
                <a:lnTo>
                  <a:pt x="19544548" y="2887289"/>
                </a:lnTo>
                <a:lnTo>
                  <a:pt x="19535804" y="2885909"/>
                </a:lnTo>
                <a:cubicBezTo>
                  <a:pt x="19530164" y="2885103"/>
                  <a:pt x="19525328" y="2885103"/>
                  <a:pt x="19525328" y="2888327"/>
                </a:cubicBezTo>
                <a:cubicBezTo>
                  <a:pt x="19531776" y="2914116"/>
                  <a:pt x="19570468" y="2933464"/>
                  <a:pt x="19583364" y="2946355"/>
                </a:cubicBezTo>
                <a:cubicBezTo>
                  <a:pt x="19609156" y="2964624"/>
                  <a:pt x="19634952" y="2977523"/>
                  <a:pt x="19654296" y="3003312"/>
                </a:cubicBezTo>
                <a:cubicBezTo>
                  <a:pt x="19634952" y="3042000"/>
                  <a:pt x="19589812" y="2977523"/>
                  <a:pt x="19564020" y="2958175"/>
                </a:cubicBezTo>
                <a:cubicBezTo>
                  <a:pt x="19531776" y="2933464"/>
                  <a:pt x="19460844" y="2933464"/>
                  <a:pt x="19436124" y="2888327"/>
                </a:cubicBezTo>
                <a:cubicBezTo>
                  <a:pt x="19423228" y="2868983"/>
                  <a:pt x="19429676" y="2836748"/>
                  <a:pt x="19423228" y="2810946"/>
                </a:cubicBezTo>
                <a:cubicBezTo>
                  <a:pt x="19423228" y="2785149"/>
                  <a:pt x="19403884" y="2772256"/>
                  <a:pt x="19384540" y="2759362"/>
                </a:cubicBezTo>
                <a:cubicBezTo>
                  <a:pt x="19339400" y="2728196"/>
                  <a:pt x="19287812" y="2715302"/>
                  <a:pt x="19243748" y="2695958"/>
                </a:cubicBezTo>
                <a:cubicBezTo>
                  <a:pt x="19192164" y="2670168"/>
                  <a:pt x="19140576" y="2650824"/>
                  <a:pt x="19088988" y="2631480"/>
                </a:cubicBezTo>
                <a:cubicBezTo>
                  <a:pt x="19043852" y="2612137"/>
                  <a:pt x="19006236" y="2566999"/>
                  <a:pt x="18961096" y="2547657"/>
                </a:cubicBezTo>
                <a:cubicBezTo>
                  <a:pt x="18928856" y="2535836"/>
                  <a:pt x="18883716" y="2573448"/>
                  <a:pt x="18883716" y="2510046"/>
                </a:cubicBezTo>
                <a:cubicBezTo>
                  <a:pt x="18877268" y="2471358"/>
                  <a:pt x="18794512" y="2458463"/>
                  <a:pt x="18775168" y="2445566"/>
                </a:cubicBezTo>
                <a:cubicBezTo>
                  <a:pt x="18563448" y="2356369"/>
                  <a:pt x="18345276" y="2259652"/>
                  <a:pt x="18127108" y="2162932"/>
                </a:cubicBezTo>
                <a:lnTo>
                  <a:pt x="17978276" y="2099225"/>
                </a:lnTo>
                <a:lnTo>
                  <a:pt x="17977048" y="2101046"/>
                </a:lnTo>
                <a:cubicBezTo>
                  <a:pt x="17974588" y="2101046"/>
                  <a:pt x="17971304" y="2099015"/>
                  <a:pt x="17968024" y="2094952"/>
                </a:cubicBezTo>
                <a:lnTo>
                  <a:pt x="17968336" y="2094952"/>
                </a:lnTo>
                <a:lnTo>
                  <a:pt x="17805764" y="2022153"/>
                </a:lnTo>
                <a:cubicBezTo>
                  <a:pt x="17755252" y="1996361"/>
                  <a:pt x="17710112" y="1970570"/>
                  <a:pt x="17658528" y="1957674"/>
                </a:cubicBezTo>
                <a:cubicBezTo>
                  <a:pt x="17606940" y="1951226"/>
                  <a:pt x="17562876" y="1964122"/>
                  <a:pt x="17511288" y="1970570"/>
                </a:cubicBezTo>
                <a:cubicBezTo>
                  <a:pt x="17652080" y="2041497"/>
                  <a:pt x="17793944" y="2093081"/>
                  <a:pt x="17934732" y="2156485"/>
                </a:cubicBezTo>
                <a:cubicBezTo>
                  <a:pt x="17998140" y="2188728"/>
                  <a:pt x="18062624" y="2220961"/>
                  <a:pt x="18127108" y="2253207"/>
                </a:cubicBezTo>
                <a:cubicBezTo>
                  <a:pt x="18133556" y="2259652"/>
                  <a:pt x="18165796" y="2272546"/>
                  <a:pt x="18165796" y="2285443"/>
                </a:cubicBezTo>
                <a:cubicBezTo>
                  <a:pt x="18152900" y="2311236"/>
                  <a:pt x="18127108" y="2304791"/>
                  <a:pt x="18127108" y="2337027"/>
                </a:cubicBezTo>
                <a:cubicBezTo>
                  <a:pt x="18146452" y="2343474"/>
                  <a:pt x="18165796" y="2348847"/>
                  <a:pt x="18185144" y="2361740"/>
                </a:cubicBezTo>
                <a:cubicBezTo>
                  <a:pt x="18185144" y="2343474"/>
                  <a:pt x="18178696" y="2317683"/>
                  <a:pt x="18191592" y="2304791"/>
                </a:cubicBezTo>
                <a:cubicBezTo>
                  <a:pt x="18204488" y="2285443"/>
                  <a:pt x="18222760" y="2291889"/>
                  <a:pt x="18242104" y="2291889"/>
                </a:cubicBezTo>
                <a:cubicBezTo>
                  <a:pt x="18229208" y="2311235"/>
                  <a:pt x="18230820" y="2325474"/>
                  <a:pt x="18238072" y="2335818"/>
                </a:cubicBezTo>
                <a:lnTo>
                  <a:pt x="18239140" y="2336553"/>
                </a:lnTo>
                <a:lnTo>
                  <a:pt x="18245036" y="2322465"/>
                </a:lnTo>
                <a:cubicBezTo>
                  <a:pt x="18248196" y="2328886"/>
                  <a:pt x="18248196" y="2333701"/>
                  <a:pt x="18247404" y="2338518"/>
                </a:cubicBezTo>
                <a:lnTo>
                  <a:pt x="18246904" y="2341904"/>
                </a:lnTo>
                <a:lnTo>
                  <a:pt x="18267896" y="2356369"/>
                </a:lnTo>
                <a:cubicBezTo>
                  <a:pt x="18287244" y="2356369"/>
                  <a:pt x="18293692" y="2343474"/>
                  <a:pt x="18306588" y="2343474"/>
                </a:cubicBezTo>
                <a:cubicBezTo>
                  <a:pt x="18325932" y="2337027"/>
                  <a:pt x="18338828" y="2348847"/>
                  <a:pt x="18351724" y="2356369"/>
                </a:cubicBezTo>
                <a:cubicBezTo>
                  <a:pt x="18338828" y="2381086"/>
                  <a:pt x="18313036" y="2393980"/>
                  <a:pt x="18300140" y="2413338"/>
                </a:cubicBezTo>
                <a:cubicBezTo>
                  <a:pt x="18325932" y="2432672"/>
                  <a:pt x="18351724" y="2452014"/>
                  <a:pt x="18371072" y="2477804"/>
                </a:cubicBezTo>
                <a:cubicBezTo>
                  <a:pt x="18351724" y="2497149"/>
                  <a:pt x="18319484" y="2477804"/>
                  <a:pt x="18293692" y="2458463"/>
                </a:cubicBezTo>
                <a:cubicBezTo>
                  <a:pt x="18261448" y="2439119"/>
                  <a:pt x="18235656" y="2426225"/>
                  <a:pt x="18204488" y="2413338"/>
                </a:cubicBezTo>
                <a:cubicBezTo>
                  <a:pt x="18133556" y="2374638"/>
                  <a:pt x="18069072" y="2343474"/>
                  <a:pt x="18005664" y="2311236"/>
                </a:cubicBezTo>
                <a:cubicBezTo>
                  <a:pt x="17947628" y="2278994"/>
                  <a:pt x="17902488" y="2233859"/>
                  <a:pt x="17838008" y="2220961"/>
                </a:cubicBezTo>
                <a:cubicBezTo>
                  <a:pt x="17774596" y="2208069"/>
                  <a:pt x="17710112" y="2182276"/>
                  <a:pt x="17652080" y="2162932"/>
                </a:cubicBezTo>
                <a:cubicBezTo>
                  <a:pt x="17370500" y="2067288"/>
                  <a:pt x="17094296" y="1977018"/>
                  <a:pt x="16811640" y="1894269"/>
                </a:cubicBezTo>
                <a:cubicBezTo>
                  <a:pt x="16562302" y="1816895"/>
                  <a:pt x="16305442" y="1733071"/>
                  <a:pt x="16055030" y="1663219"/>
                </a:cubicBezTo>
                <a:cubicBezTo>
                  <a:pt x="15933586" y="1624531"/>
                  <a:pt x="15804620" y="1592292"/>
                  <a:pt x="15683176" y="1560052"/>
                </a:cubicBezTo>
                <a:cubicBezTo>
                  <a:pt x="15618692" y="1547156"/>
                  <a:pt x="15560658" y="1535335"/>
                  <a:pt x="15503696" y="1503096"/>
                </a:cubicBezTo>
                <a:cubicBezTo>
                  <a:pt x="15458558" y="1477304"/>
                  <a:pt x="15400522" y="1412826"/>
                  <a:pt x="15355384" y="1451512"/>
                </a:cubicBezTo>
                <a:cubicBezTo>
                  <a:pt x="15304872" y="1496648"/>
                  <a:pt x="15259734" y="1457960"/>
                  <a:pt x="15201698" y="1432169"/>
                </a:cubicBezTo>
                <a:cubicBezTo>
                  <a:pt x="15143662" y="1406377"/>
                  <a:pt x="15093150" y="1393482"/>
                  <a:pt x="15035114" y="1380585"/>
                </a:cubicBezTo>
                <a:cubicBezTo>
                  <a:pt x="14920119" y="1354794"/>
                  <a:pt x="14797600" y="1354794"/>
                  <a:pt x="14682604" y="1335450"/>
                </a:cubicBezTo>
                <a:cubicBezTo>
                  <a:pt x="14650363" y="1322555"/>
                  <a:pt x="14393503" y="1252702"/>
                  <a:pt x="14393503" y="1322555"/>
                </a:cubicBezTo>
                <a:cubicBezTo>
                  <a:pt x="14445090" y="1322555"/>
                  <a:pt x="14502050" y="1304285"/>
                  <a:pt x="14553637" y="1322555"/>
                </a:cubicBezTo>
                <a:lnTo>
                  <a:pt x="14578113" y="1332752"/>
                </a:lnTo>
                <a:lnTo>
                  <a:pt x="14574370" y="1320307"/>
                </a:lnTo>
                <a:cubicBezTo>
                  <a:pt x="14580357" y="1308142"/>
                  <a:pt x="14586345" y="1308142"/>
                  <a:pt x="14592332" y="1320307"/>
                </a:cubicBezTo>
                <a:lnTo>
                  <a:pt x="14583496" y="1334995"/>
                </a:lnTo>
                <a:lnTo>
                  <a:pt x="14621345" y="1350764"/>
                </a:lnTo>
                <a:cubicBezTo>
                  <a:pt x="14643914" y="1359630"/>
                  <a:pt x="14666484" y="1367690"/>
                  <a:pt x="14689053" y="1374138"/>
                </a:cubicBezTo>
                <a:cubicBezTo>
                  <a:pt x="14797600" y="1399929"/>
                  <a:pt x="14907222" y="1432169"/>
                  <a:pt x="15009322" y="1457960"/>
                </a:cubicBezTo>
                <a:cubicBezTo>
                  <a:pt x="15221042" y="1515992"/>
                  <a:pt x="15432764" y="1579396"/>
                  <a:pt x="15644486" y="1637427"/>
                </a:cubicBezTo>
                <a:cubicBezTo>
                  <a:pt x="15856206" y="1695459"/>
                  <a:pt x="16067928" y="1758863"/>
                  <a:pt x="16273202" y="1823342"/>
                </a:cubicBezTo>
                <a:cubicBezTo>
                  <a:pt x="16381748" y="1855581"/>
                  <a:pt x="16491370" y="1887821"/>
                  <a:pt x="16599918" y="1920063"/>
                </a:cubicBezTo>
                <a:cubicBezTo>
                  <a:pt x="16645058" y="1932957"/>
                  <a:pt x="16696644" y="1951226"/>
                  <a:pt x="16741782" y="1957674"/>
                </a:cubicBezTo>
                <a:cubicBezTo>
                  <a:pt x="16779400" y="1964122"/>
                  <a:pt x="16767576" y="2022153"/>
                  <a:pt x="16767576" y="2060841"/>
                </a:cubicBezTo>
                <a:cubicBezTo>
                  <a:pt x="16785848" y="2060841"/>
                  <a:pt x="16798744" y="2054393"/>
                  <a:pt x="16811640" y="2060841"/>
                </a:cubicBezTo>
                <a:cubicBezTo>
                  <a:pt x="16824540" y="2060841"/>
                  <a:pt x="16830988" y="2086632"/>
                  <a:pt x="16818088" y="2093081"/>
                </a:cubicBezTo>
                <a:cubicBezTo>
                  <a:pt x="16779400" y="2099528"/>
                  <a:pt x="16735334" y="2073737"/>
                  <a:pt x="16696644" y="2060841"/>
                </a:cubicBezTo>
                <a:cubicBezTo>
                  <a:pt x="16580574" y="2022153"/>
                  <a:pt x="16465578" y="1989913"/>
                  <a:pt x="16350582" y="1957674"/>
                </a:cubicBezTo>
                <a:cubicBezTo>
                  <a:pt x="16119514" y="1894269"/>
                  <a:pt x="15888450" y="1836238"/>
                  <a:pt x="15657382" y="1816895"/>
                </a:cubicBezTo>
                <a:cubicBezTo>
                  <a:pt x="15657382" y="1836238"/>
                  <a:pt x="15657382" y="1862030"/>
                  <a:pt x="15644486" y="1874926"/>
                </a:cubicBezTo>
                <a:cubicBezTo>
                  <a:pt x="15631590" y="1849134"/>
                  <a:pt x="15625140" y="1810447"/>
                  <a:pt x="15599346" y="1797550"/>
                </a:cubicBezTo>
                <a:cubicBezTo>
                  <a:pt x="15580002" y="1778207"/>
                  <a:pt x="15560658" y="1784655"/>
                  <a:pt x="15542386" y="1784655"/>
                </a:cubicBezTo>
                <a:cubicBezTo>
                  <a:pt x="15484350" y="1784655"/>
                  <a:pt x="15426316" y="1778207"/>
                  <a:pt x="15368280" y="1771759"/>
                </a:cubicBezTo>
                <a:cubicBezTo>
                  <a:pt x="15259734" y="1758863"/>
                  <a:pt x="15143662" y="1745967"/>
                  <a:pt x="15035114" y="1727698"/>
                </a:cubicBezTo>
                <a:cubicBezTo>
                  <a:pt x="14804049" y="1689010"/>
                  <a:pt x="14579431" y="1643876"/>
                  <a:pt x="14354813" y="1598740"/>
                </a:cubicBezTo>
                <a:cubicBezTo>
                  <a:pt x="14354813" y="1682563"/>
                  <a:pt x="14296777" y="1689010"/>
                  <a:pt x="14259162" y="1708354"/>
                </a:cubicBezTo>
                <a:cubicBezTo>
                  <a:pt x="14316122" y="1752415"/>
                  <a:pt x="14380606" y="1740594"/>
                  <a:pt x="14445090" y="1752415"/>
                </a:cubicBezTo>
                <a:cubicBezTo>
                  <a:pt x="14464435" y="1752415"/>
                  <a:pt x="14490228" y="1765311"/>
                  <a:pt x="14509573" y="1758863"/>
                </a:cubicBezTo>
                <a:cubicBezTo>
                  <a:pt x="14527844" y="1752415"/>
                  <a:pt x="14527844" y="1727698"/>
                  <a:pt x="14534292" y="1701906"/>
                </a:cubicBezTo>
                <a:cubicBezTo>
                  <a:pt x="14553637" y="1637427"/>
                  <a:pt x="14663259" y="1727698"/>
                  <a:pt x="14689053" y="1740594"/>
                </a:cubicBezTo>
                <a:cubicBezTo>
                  <a:pt x="14714846" y="1752415"/>
                  <a:pt x="14752462" y="1778207"/>
                  <a:pt x="14778255" y="1778207"/>
                </a:cubicBezTo>
                <a:cubicBezTo>
                  <a:pt x="14791152" y="1778207"/>
                  <a:pt x="14797600" y="1745967"/>
                  <a:pt x="14804049" y="1727698"/>
                </a:cubicBezTo>
                <a:cubicBezTo>
                  <a:pt x="14931941" y="1855581"/>
                  <a:pt x="15093150" y="1855581"/>
                  <a:pt x="15240388" y="1862030"/>
                </a:cubicBezTo>
                <a:cubicBezTo>
                  <a:pt x="15285526" y="1862030"/>
                  <a:pt x="15330666" y="1862030"/>
                  <a:pt x="15374730" y="1855581"/>
                </a:cubicBezTo>
                <a:cubicBezTo>
                  <a:pt x="15394074" y="1855581"/>
                  <a:pt x="15413418" y="1849134"/>
                  <a:pt x="15432764" y="1849134"/>
                </a:cubicBezTo>
                <a:cubicBezTo>
                  <a:pt x="15439212" y="1868478"/>
                  <a:pt x="15452110" y="1874926"/>
                  <a:pt x="15471454" y="1881373"/>
                </a:cubicBezTo>
                <a:cubicBezTo>
                  <a:pt x="15510146" y="1894269"/>
                  <a:pt x="15547760" y="1881373"/>
                  <a:pt x="15586450" y="1887821"/>
                </a:cubicBezTo>
                <a:cubicBezTo>
                  <a:pt x="15612244" y="1894269"/>
                  <a:pt x="15644486" y="1907166"/>
                  <a:pt x="15663830" y="1874926"/>
                </a:cubicBezTo>
                <a:cubicBezTo>
                  <a:pt x="15670278" y="1900718"/>
                  <a:pt x="15670278" y="1920063"/>
                  <a:pt x="15676726" y="1938330"/>
                </a:cubicBezTo>
                <a:cubicBezTo>
                  <a:pt x="15683176" y="1945853"/>
                  <a:pt x="15696072" y="1945853"/>
                  <a:pt x="15702522" y="1945853"/>
                </a:cubicBezTo>
                <a:cubicBezTo>
                  <a:pt x="15728314" y="1951226"/>
                  <a:pt x="15753034" y="1957674"/>
                  <a:pt x="15778826" y="1964122"/>
                </a:cubicBezTo>
                <a:cubicBezTo>
                  <a:pt x="15817518" y="1970570"/>
                  <a:pt x="15862654" y="1983465"/>
                  <a:pt x="15901346" y="2015705"/>
                </a:cubicBezTo>
                <a:cubicBezTo>
                  <a:pt x="15791722" y="2002809"/>
                  <a:pt x="15683176" y="1989913"/>
                  <a:pt x="15573554" y="1977018"/>
                </a:cubicBezTo>
                <a:cubicBezTo>
                  <a:pt x="15535938" y="1977018"/>
                  <a:pt x="15465006" y="1996361"/>
                  <a:pt x="15439212" y="1964122"/>
                </a:cubicBezTo>
                <a:lnTo>
                  <a:pt x="15435056" y="1958224"/>
                </a:lnTo>
                <a:lnTo>
                  <a:pt x="15436004" y="1965833"/>
                </a:lnTo>
                <a:lnTo>
                  <a:pt x="15432090" y="1964842"/>
                </a:lnTo>
                <a:lnTo>
                  <a:pt x="15436004" y="1970714"/>
                </a:lnTo>
                <a:cubicBezTo>
                  <a:pt x="15430016" y="1970714"/>
                  <a:pt x="15424030" y="1970714"/>
                  <a:pt x="15418042" y="1970714"/>
                </a:cubicBezTo>
                <a:lnTo>
                  <a:pt x="15423422" y="1962646"/>
                </a:lnTo>
                <a:lnTo>
                  <a:pt x="15422532" y="1962421"/>
                </a:lnTo>
                <a:cubicBezTo>
                  <a:pt x="15421036" y="1960715"/>
                  <a:pt x="15419914" y="1958156"/>
                  <a:pt x="15419164" y="1954316"/>
                </a:cubicBezTo>
                <a:lnTo>
                  <a:pt x="15418200" y="1940768"/>
                </a:lnTo>
                <a:lnTo>
                  <a:pt x="15413418" y="1945853"/>
                </a:lnTo>
                <a:cubicBezTo>
                  <a:pt x="15406970" y="1964122"/>
                  <a:pt x="15387626" y="1964122"/>
                  <a:pt x="15374730" y="1957674"/>
                </a:cubicBezTo>
                <a:cubicBezTo>
                  <a:pt x="15348934" y="1957674"/>
                  <a:pt x="15311320" y="1970570"/>
                  <a:pt x="15285526" y="1951226"/>
                </a:cubicBezTo>
                <a:cubicBezTo>
                  <a:pt x="15272630" y="1938330"/>
                  <a:pt x="15272630" y="1913613"/>
                  <a:pt x="15259734" y="1894269"/>
                </a:cubicBezTo>
                <a:cubicBezTo>
                  <a:pt x="15253286" y="1874926"/>
                  <a:pt x="15233940" y="1868478"/>
                  <a:pt x="15221042" y="1868478"/>
                </a:cubicBezTo>
                <a:cubicBezTo>
                  <a:pt x="15214594" y="1868478"/>
                  <a:pt x="15156558" y="1881373"/>
                  <a:pt x="15163008" y="1907166"/>
                </a:cubicBezTo>
                <a:cubicBezTo>
                  <a:pt x="15175904" y="1932957"/>
                  <a:pt x="15221042" y="1881373"/>
                  <a:pt x="15221042" y="1938330"/>
                </a:cubicBezTo>
                <a:cubicBezTo>
                  <a:pt x="14881429" y="1862030"/>
                  <a:pt x="14540740" y="1810447"/>
                  <a:pt x="14194678" y="1791103"/>
                </a:cubicBezTo>
                <a:cubicBezTo>
                  <a:pt x="14201127" y="1752415"/>
                  <a:pt x="14214023" y="1727698"/>
                  <a:pt x="14233368" y="1714803"/>
                </a:cubicBezTo>
                <a:cubicBezTo>
                  <a:pt x="14105476" y="1605189"/>
                  <a:pt x="13950715" y="1637427"/>
                  <a:pt x="13803477" y="1663219"/>
                </a:cubicBezTo>
                <a:cubicBezTo>
                  <a:pt x="13803477" y="1624531"/>
                  <a:pt x="13848616" y="1637427"/>
                  <a:pt x="13848616" y="1598740"/>
                </a:cubicBezTo>
                <a:cubicBezTo>
                  <a:pt x="13809926" y="1598740"/>
                  <a:pt x="13771236" y="1611636"/>
                  <a:pt x="13738994" y="1598740"/>
                </a:cubicBezTo>
                <a:cubicBezTo>
                  <a:pt x="13726097" y="1592292"/>
                  <a:pt x="13726097" y="1547156"/>
                  <a:pt x="13719649" y="1535335"/>
                </a:cubicBezTo>
                <a:cubicBezTo>
                  <a:pt x="13706752" y="1503096"/>
                  <a:pt x="13662688" y="1503096"/>
                  <a:pt x="13643343" y="1496648"/>
                </a:cubicBezTo>
                <a:cubicBezTo>
                  <a:pt x="13630447" y="1490200"/>
                  <a:pt x="13617550" y="1480528"/>
                  <a:pt x="13603847" y="1470856"/>
                </a:cubicBezTo>
                <a:lnTo>
                  <a:pt x="13600816" y="1469093"/>
                </a:lnTo>
                <a:lnTo>
                  <a:pt x="13603909" y="1483018"/>
                </a:lnTo>
                <a:cubicBezTo>
                  <a:pt x="13603089" y="1487031"/>
                  <a:pt x="13599807" y="1487031"/>
                  <a:pt x="13593245" y="1477398"/>
                </a:cubicBezTo>
                <a:cubicBezTo>
                  <a:pt x="13593245" y="1474187"/>
                  <a:pt x="13594886" y="1470977"/>
                  <a:pt x="13596527" y="1468569"/>
                </a:cubicBezTo>
                <a:lnTo>
                  <a:pt x="13597619" y="1467233"/>
                </a:lnTo>
                <a:lnTo>
                  <a:pt x="13559514" y="1445064"/>
                </a:lnTo>
                <a:cubicBezTo>
                  <a:pt x="13565963" y="1457960"/>
                  <a:pt x="13565963" y="1470856"/>
                  <a:pt x="13572411" y="1477304"/>
                </a:cubicBezTo>
                <a:cubicBezTo>
                  <a:pt x="13578859" y="1490200"/>
                  <a:pt x="13591756" y="1477304"/>
                  <a:pt x="13598205" y="1483753"/>
                </a:cubicBezTo>
                <a:cubicBezTo>
                  <a:pt x="13604653" y="1496648"/>
                  <a:pt x="13598205" y="1522439"/>
                  <a:pt x="13598205" y="1540708"/>
                </a:cubicBezTo>
                <a:cubicBezTo>
                  <a:pt x="13501479" y="1527813"/>
                  <a:pt x="13405828" y="1515992"/>
                  <a:pt x="13302654" y="1509543"/>
                </a:cubicBezTo>
                <a:cubicBezTo>
                  <a:pt x="13367138" y="1432169"/>
                  <a:pt x="13450967" y="1470856"/>
                  <a:pt x="13520824" y="1477304"/>
                </a:cubicBezTo>
                <a:cubicBezTo>
                  <a:pt x="13520824" y="1451512"/>
                  <a:pt x="13514376" y="1419273"/>
                  <a:pt x="13540169" y="1412826"/>
                </a:cubicBezTo>
                <a:cubicBezTo>
                  <a:pt x="13559514" y="1406377"/>
                  <a:pt x="13572411" y="1412826"/>
                  <a:pt x="13591756" y="1419273"/>
                </a:cubicBezTo>
                <a:cubicBezTo>
                  <a:pt x="13611101" y="1419273"/>
                  <a:pt x="13656240" y="1432169"/>
                  <a:pt x="13656240" y="1387034"/>
                </a:cubicBezTo>
                <a:cubicBezTo>
                  <a:pt x="13501479" y="1393482"/>
                  <a:pt x="13354241" y="1374138"/>
                  <a:pt x="13200555" y="1374138"/>
                </a:cubicBezTo>
                <a:cubicBezTo>
                  <a:pt x="13059766" y="1380585"/>
                  <a:pt x="12911454" y="1387034"/>
                  <a:pt x="12777113" y="1477304"/>
                </a:cubicBezTo>
                <a:cubicBezTo>
                  <a:pt x="12822251" y="1483753"/>
                  <a:pt x="12859867" y="1496648"/>
                  <a:pt x="12898557" y="1509543"/>
                </a:cubicBezTo>
                <a:cubicBezTo>
                  <a:pt x="12898557" y="1527813"/>
                  <a:pt x="12892109" y="1547156"/>
                  <a:pt x="12892109" y="1572949"/>
                </a:cubicBezTo>
                <a:cubicBezTo>
                  <a:pt x="12872764" y="1547156"/>
                  <a:pt x="12859867" y="1547156"/>
                  <a:pt x="12848045" y="1579396"/>
                </a:cubicBezTo>
                <a:cubicBezTo>
                  <a:pt x="12879212" y="1592292"/>
                  <a:pt x="12924350" y="1598740"/>
                  <a:pt x="12898557" y="1669667"/>
                </a:cubicBezTo>
                <a:cubicBezTo>
                  <a:pt x="12885660" y="1708354"/>
                  <a:pt x="12841596" y="1689010"/>
                  <a:pt x="12822251" y="1689010"/>
                </a:cubicBezTo>
                <a:cubicBezTo>
                  <a:pt x="12790010" y="1689010"/>
                  <a:pt x="12770664" y="1708354"/>
                  <a:pt x="12744871" y="1727698"/>
                </a:cubicBezTo>
                <a:cubicBezTo>
                  <a:pt x="12712629" y="1745967"/>
                  <a:pt x="12667491" y="1740594"/>
                  <a:pt x="12629875" y="1740594"/>
                </a:cubicBezTo>
                <a:cubicBezTo>
                  <a:pt x="12597633" y="1740594"/>
                  <a:pt x="12565391" y="1740594"/>
                  <a:pt x="12526701" y="1745967"/>
                </a:cubicBezTo>
                <a:cubicBezTo>
                  <a:pt x="12456844" y="1752415"/>
                  <a:pt x="12379464" y="1765311"/>
                  <a:pt x="12302083" y="1778207"/>
                </a:cubicBezTo>
                <a:cubicBezTo>
                  <a:pt x="12225778" y="1797550"/>
                  <a:pt x="12154846" y="1816895"/>
                  <a:pt x="12077465" y="1816895"/>
                </a:cubicBezTo>
                <a:cubicBezTo>
                  <a:pt x="12038775" y="1816895"/>
                  <a:pt x="12020505" y="1829790"/>
                  <a:pt x="11988263" y="1849134"/>
                </a:cubicBezTo>
                <a:cubicBezTo>
                  <a:pt x="11962469" y="1868478"/>
                  <a:pt x="11930228" y="1862030"/>
                  <a:pt x="11897986" y="1862030"/>
                </a:cubicBezTo>
                <a:cubicBezTo>
                  <a:pt x="11833502" y="1868478"/>
                  <a:pt x="11763645" y="1881373"/>
                  <a:pt x="11699161" y="1920063"/>
                </a:cubicBezTo>
                <a:cubicBezTo>
                  <a:pt x="11673368" y="1938330"/>
                  <a:pt x="11660471" y="1938330"/>
                  <a:pt x="11635752" y="1920063"/>
                </a:cubicBezTo>
                <a:lnTo>
                  <a:pt x="11635483" y="1919987"/>
                </a:lnTo>
                <a:lnTo>
                  <a:pt x="11616508" y="1914622"/>
                </a:lnTo>
                <a:cubicBezTo>
                  <a:pt x="11597465" y="1912808"/>
                  <a:pt x="11579329" y="1920063"/>
                  <a:pt x="11564820" y="1920063"/>
                </a:cubicBezTo>
                <a:cubicBezTo>
                  <a:pt x="11603510" y="1964122"/>
                  <a:pt x="11660471" y="1932957"/>
                  <a:pt x="11692713" y="1989913"/>
                </a:cubicBezTo>
                <a:cubicBezTo>
                  <a:pt x="11468095" y="2041497"/>
                  <a:pt x="11243477" y="2112430"/>
                  <a:pt x="11019934" y="2195172"/>
                </a:cubicBezTo>
                <a:cubicBezTo>
                  <a:pt x="10910311" y="2233859"/>
                  <a:pt x="10801764" y="2266099"/>
                  <a:pt x="10692142" y="2311236"/>
                </a:cubicBezTo>
                <a:cubicBezTo>
                  <a:pt x="10640555" y="2330579"/>
                  <a:pt x="10590043" y="2361740"/>
                  <a:pt x="10538456" y="2393980"/>
                </a:cubicBezTo>
                <a:cubicBezTo>
                  <a:pt x="10513737" y="2406870"/>
                  <a:pt x="10487943" y="2400427"/>
                  <a:pt x="10468598" y="2406870"/>
                </a:cubicBezTo>
                <a:cubicBezTo>
                  <a:pt x="10449253" y="2413338"/>
                  <a:pt x="10455702" y="2445566"/>
                  <a:pt x="10449253" y="2464911"/>
                </a:cubicBezTo>
                <a:cubicBezTo>
                  <a:pt x="10653451" y="2387533"/>
                  <a:pt x="10865173" y="2311236"/>
                  <a:pt x="11070446" y="2246753"/>
                </a:cubicBezTo>
                <a:cubicBezTo>
                  <a:pt x="11070446" y="2266099"/>
                  <a:pt x="11070446" y="2291889"/>
                  <a:pt x="11070446" y="2311236"/>
                </a:cubicBezTo>
                <a:cubicBezTo>
                  <a:pt x="11230580" y="2259652"/>
                  <a:pt x="11385341" y="2201616"/>
                  <a:pt x="11545475" y="2169380"/>
                </a:cubicBezTo>
                <a:cubicBezTo>
                  <a:pt x="11616407" y="2151111"/>
                  <a:pt x="11686264" y="2143586"/>
                  <a:pt x="11763645" y="2156485"/>
                </a:cubicBezTo>
                <a:cubicBezTo>
                  <a:pt x="11776542" y="2162932"/>
                  <a:pt x="11808783" y="2162932"/>
                  <a:pt x="11815232" y="2125320"/>
                </a:cubicBezTo>
                <a:cubicBezTo>
                  <a:pt x="11821680" y="2099528"/>
                  <a:pt x="11828129" y="2080184"/>
                  <a:pt x="11846399" y="2080184"/>
                </a:cubicBezTo>
                <a:cubicBezTo>
                  <a:pt x="11878641" y="2086632"/>
                  <a:pt x="11910883" y="2099528"/>
                  <a:pt x="11943124" y="2099528"/>
                </a:cubicBezTo>
                <a:cubicBezTo>
                  <a:pt x="11968918" y="2099528"/>
                  <a:pt x="11949573" y="2125320"/>
                  <a:pt x="11968918" y="2125320"/>
                </a:cubicBezTo>
                <a:cubicBezTo>
                  <a:pt x="11988263" y="2125320"/>
                  <a:pt x="12007608" y="2131768"/>
                  <a:pt x="12026953" y="2125320"/>
                </a:cubicBezTo>
                <a:cubicBezTo>
                  <a:pt x="12038775" y="2125320"/>
                  <a:pt x="12033401" y="2112430"/>
                  <a:pt x="12033401" y="2099528"/>
                </a:cubicBezTo>
                <a:cubicBezTo>
                  <a:pt x="12038775" y="2086632"/>
                  <a:pt x="12051672" y="2086632"/>
                  <a:pt x="12058120" y="2086632"/>
                </a:cubicBezTo>
                <a:cubicBezTo>
                  <a:pt x="12077465" y="2086632"/>
                  <a:pt x="12096810" y="2086632"/>
                  <a:pt x="12116155" y="2086632"/>
                </a:cubicBezTo>
                <a:cubicBezTo>
                  <a:pt x="12148397" y="2086632"/>
                  <a:pt x="12212881" y="2099528"/>
                  <a:pt x="12212881" y="2035049"/>
                </a:cubicBezTo>
                <a:cubicBezTo>
                  <a:pt x="12212881" y="1977018"/>
                  <a:pt x="12174191" y="1862030"/>
                  <a:pt x="12135501" y="1907166"/>
                </a:cubicBezTo>
                <a:cubicBezTo>
                  <a:pt x="12135501" y="1887821"/>
                  <a:pt x="12129052" y="1868478"/>
                  <a:pt x="12129052" y="1849134"/>
                </a:cubicBezTo>
                <a:cubicBezTo>
                  <a:pt x="12225778" y="1842686"/>
                  <a:pt x="12327877" y="1836238"/>
                  <a:pt x="12431051" y="1829790"/>
                </a:cubicBezTo>
                <a:cubicBezTo>
                  <a:pt x="12379464" y="1842686"/>
                  <a:pt x="12321428" y="1829790"/>
                  <a:pt x="12276290" y="1868478"/>
                </a:cubicBezTo>
                <a:cubicBezTo>
                  <a:pt x="12219329" y="1913613"/>
                  <a:pt x="12340773" y="1920063"/>
                  <a:pt x="12353670" y="1920063"/>
                </a:cubicBezTo>
                <a:cubicBezTo>
                  <a:pt x="12334325" y="1951226"/>
                  <a:pt x="12295635" y="1957674"/>
                  <a:pt x="12276290" y="1983465"/>
                </a:cubicBezTo>
                <a:cubicBezTo>
                  <a:pt x="12244048" y="2035049"/>
                  <a:pt x="12308532" y="2041497"/>
                  <a:pt x="12327877" y="2041497"/>
                </a:cubicBezTo>
                <a:cubicBezTo>
                  <a:pt x="12424602" y="2041497"/>
                  <a:pt x="12533150" y="2073737"/>
                  <a:pt x="12623427" y="2002809"/>
                </a:cubicBezTo>
                <a:cubicBezTo>
                  <a:pt x="12673939" y="1964122"/>
                  <a:pt x="12751319" y="1989913"/>
                  <a:pt x="12802906" y="1989913"/>
                </a:cubicBezTo>
                <a:cubicBezTo>
                  <a:pt x="12867390" y="1983465"/>
                  <a:pt x="12930799" y="1977018"/>
                  <a:pt x="13001731" y="1977018"/>
                </a:cubicBezTo>
                <a:cubicBezTo>
                  <a:pt x="13033973" y="1977018"/>
                  <a:pt x="13065140" y="1977018"/>
                  <a:pt x="13103830" y="1977018"/>
                </a:cubicBezTo>
                <a:cubicBezTo>
                  <a:pt x="13123175" y="1977018"/>
                  <a:pt x="13148968" y="1964122"/>
                  <a:pt x="13168314" y="1970570"/>
                </a:cubicBezTo>
                <a:cubicBezTo>
                  <a:pt x="13181210" y="1977018"/>
                  <a:pt x="13194107" y="1996361"/>
                  <a:pt x="13174762" y="2002809"/>
                </a:cubicBezTo>
                <a:cubicBezTo>
                  <a:pt x="13161865" y="2009257"/>
                  <a:pt x="13142520" y="2002809"/>
                  <a:pt x="13123175" y="2002809"/>
                </a:cubicBezTo>
                <a:cubicBezTo>
                  <a:pt x="13136072" y="2093081"/>
                  <a:pt x="13161865" y="2086632"/>
                  <a:pt x="13213452" y="2054393"/>
                </a:cubicBezTo>
                <a:cubicBezTo>
                  <a:pt x="13232797" y="2035049"/>
                  <a:pt x="13239246" y="2047945"/>
                  <a:pt x="13252142" y="2073737"/>
                </a:cubicBezTo>
                <a:cubicBezTo>
                  <a:pt x="13270413" y="2105976"/>
                  <a:pt x="13289758" y="2093081"/>
                  <a:pt x="13309103" y="2086632"/>
                </a:cubicBezTo>
                <a:cubicBezTo>
                  <a:pt x="13341345" y="2073737"/>
                  <a:pt x="13373586" y="2073737"/>
                  <a:pt x="13399380" y="2067288"/>
                </a:cubicBezTo>
                <a:cubicBezTo>
                  <a:pt x="13425173" y="2067288"/>
                  <a:pt x="13444518" y="2073737"/>
                  <a:pt x="13470312" y="2054393"/>
                </a:cubicBezTo>
                <a:cubicBezTo>
                  <a:pt x="13514376" y="2015705"/>
                  <a:pt x="13565963" y="2035049"/>
                  <a:pt x="13617550" y="2035049"/>
                </a:cubicBezTo>
                <a:cubicBezTo>
                  <a:pt x="13617550" y="1989913"/>
                  <a:pt x="13591756" y="1983465"/>
                  <a:pt x="13572411" y="1970570"/>
                </a:cubicBezTo>
                <a:cubicBezTo>
                  <a:pt x="13604653" y="1970570"/>
                  <a:pt x="13643343" y="1977018"/>
                  <a:pt x="13675585" y="1983465"/>
                </a:cubicBezTo>
                <a:cubicBezTo>
                  <a:pt x="13662688" y="1989913"/>
                  <a:pt x="13649791" y="2002809"/>
                  <a:pt x="13636895" y="2015705"/>
                </a:cubicBezTo>
                <a:cubicBezTo>
                  <a:pt x="13649791" y="2028601"/>
                  <a:pt x="13662688" y="2041497"/>
                  <a:pt x="13675585" y="2060841"/>
                </a:cubicBezTo>
                <a:cubicBezTo>
                  <a:pt x="13688482" y="2047945"/>
                  <a:pt x="13694930" y="2028601"/>
                  <a:pt x="13713200" y="2035049"/>
                </a:cubicBezTo>
                <a:cubicBezTo>
                  <a:pt x="13726097" y="2047945"/>
                  <a:pt x="13738994" y="2060841"/>
                  <a:pt x="13751891" y="2060841"/>
                </a:cubicBezTo>
                <a:cubicBezTo>
                  <a:pt x="13764787" y="2060841"/>
                  <a:pt x="13784132" y="2060841"/>
                  <a:pt x="13797029" y="2067288"/>
                </a:cubicBezTo>
                <a:cubicBezTo>
                  <a:pt x="13816374" y="2073737"/>
                  <a:pt x="13777684" y="2086632"/>
                  <a:pt x="13777684" y="2093081"/>
                </a:cubicBezTo>
                <a:cubicBezTo>
                  <a:pt x="13745442" y="2105976"/>
                  <a:pt x="13713200" y="2099528"/>
                  <a:pt x="13680959" y="2099528"/>
                </a:cubicBezTo>
                <a:cubicBezTo>
                  <a:pt x="13604653" y="2105976"/>
                  <a:pt x="13520824" y="2105976"/>
                  <a:pt x="13444518" y="2112430"/>
                </a:cubicBezTo>
                <a:cubicBezTo>
                  <a:pt x="13405828" y="2118874"/>
                  <a:pt x="13367138" y="2118874"/>
                  <a:pt x="13328448" y="2118874"/>
                </a:cubicBezTo>
                <a:cubicBezTo>
                  <a:pt x="13296206" y="2125320"/>
                  <a:pt x="13265039" y="2118874"/>
                  <a:pt x="13239246" y="2151111"/>
                </a:cubicBezTo>
                <a:cubicBezTo>
                  <a:pt x="13258591" y="2156485"/>
                  <a:pt x="13315551" y="2156485"/>
                  <a:pt x="13322000" y="2195172"/>
                </a:cubicBezTo>
                <a:cubicBezTo>
                  <a:pt x="13322000" y="2214516"/>
                  <a:pt x="13289758" y="2220961"/>
                  <a:pt x="13284384" y="2220961"/>
                </a:cubicBezTo>
                <a:cubicBezTo>
                  <a:pt x="13258591" y="2220961"/>
                  <a:pt x="13232797" y="2227413"/>
                  <a:pt x="13207004" y="2220961"/>
                </a:cubicBezTo>
                <a:cubicBezTo>
                  <a:pt x="13181210" y="2214516"/>
                  <a:pt x="13181210" y="2188728"/>
                  <a:pt x="13181210" y="2151111"/>
                </a:cubicBezTo>
                <a:cubicBezTo>
                  <a:pt x="13079111" y="2162932"/>
                  <a:pt x="12969489" y="2175828"/>
                  <a:pt x="12859867" y="2188728"/>
                </a:cubicBezTo>
                <a:cubicBezTo>
                  <a:pt x="12802906" y="2195172"/>
                  <a:pt x="12751319" y="2208069"/>
                  <a:pt x="12693284" y="2208069"/>
                </a:cubicBezTo>
                <a:cubicBezTo>
                  <a:pt x="12673939" y="2208069"/>
                  <a:pt x="12604082" y="2188728"/>
                  <a:pt x="12597633" y="2240307"/>
                </a:cubicBezTo>
                <a:cubicBezTo>
                  <a:pt x="12597633" y="2266099"/>
                  <a:pt x="12610530" y="2298334"/>
                  <a:pt x="12591185" y="2311236"/>
                </a:cubicBezTo>
                <a:cubicBezTo>
                  <a:pt x="12578288" y="2324131"/>
                  <a:pt x="12558943" y="2317683"/>
                  <a:pt x="12546046" y="2324131"/>
                </a:cubicBezTo>
                <a:cubicBezTo>
                  <a:pt x="12494459" y="2330579"/>
                  <a:pt x="12443947" y="2337027"/>
                  <a:pt x="12385912" y="2343474"/>
                </a:cubicBezTo>
                <a:cubicBezTo>
                  <a:pt x="12282738" y="2361740"/>
                  <a:pt x="12180639" y="2387533"/>
                  <a:pt x="12071017" y="2406870"/>
                </a:cubicBezTo>
                <a:cubicBezTo>
                  <a:pt x="11859296" y="2464911"/>
                  <a:pt x="11641126" y="2510046"/>
                  <a:pt x="11430479" y="2561628"/>
                </a:cubicBezTo>
                <a:cubicBezTo>
                  <a:pt x="11333754" y="2579897"/>
                  <a:pt x="11237028" y="2605690"/>
                  <a:pt x="11141378" y="2618587"/>
                </a:cubicBezTo>
                <a:cubicBezTo>
                  <a:pt x="11122033" y="2618587"/>
                  <a:pt x="11109136" y="2625034"/>
                  <a:pt x="11089791" y="2631480"/>
                </a:cubicBezTo>
                <a:cubicBezTo>
                  <a:pt x="11076894" y="2644376"/>
                  <a:pt x="11076894" y="2670168"/>
                  <a:pt x="11070446" y="2689511"/>
                </a:cubicBezTo>
                <a:cubicBezTo>
                  <a:pt x="11051101" y="2734643"/>
                  <a:pt x="10981243" y="2683064"/>
                  <a:pt x="10961898" y="2676615"/>
                </a:cubicBezTo>
                <a:cubicBezTo>
                  <a:pt x="10961898" y="2695958"/>
                  <a:pt x="10961898" y="2721752"/>
                  <a:pt x="10961898" y="2741094"/>
                </a:cubicBezTo>
                <a:cubicBezTo>
                  <a:pt x="10884518" y="2728196"/>
                  <a:pt x="10814661" y="2752914"/>
                  <a:pt x="10750177" y="2785149"/>
                </a:cubicBezTo>
                <a:cubicBezTo>
                  <a:pt x="10807138" y="2772256"/>
                  <a:pt x="10858724" y="2759362"/>
                  <a:pt x="10916760" y="2752914"/>
                </a:cubicBezTo>
                <a:cubicBezTo>
                  <a:pt x="10968347" y="2747539"/>
                  <a:pt x="11019934" y="2741094"/>
                  <a:pt x="11070446" y="2715302"/>
                </a:cubicBezTo>
                <a:cubicBezTo>
                  <a:pt x="11173620" y="2670168"/>
                  <a:pt x="11288615" y="2670168"/>
                  <a:pt x="11398238" y="2650824"/>
                </a:cubicBezTo>
                <a:cubicBezTo>
                  <a:pt x="11622856" y="2612137"/>
                  <a:pt x="11846399" y="2561628"/>
                  <a:pt x="12071017" y="2497149"/>
                </a:cubicBezTo>
                <a:cubicBezTo>
                  <a:pt x="12071017" y="2516495"/>
                  <a:pt x="12071017" y="2554106"/>
                  <a:pt x="12090362" y="2554106"/>
                </a:cubicBezTo>
                <a:cubicBezTo>
                  <a:pt x="12090362" y="2535836"/>
                  <a:pt x="12090362" y="2516495"/>
                  <a:pt x="12090362" y="2497149"/>
                </a:cubicBezTo>
                <a:cubicBezTo>
                  <a:pt x="12103259" y="2490703"/>
                  <a:pt x="12116155" y="2490703"/>
                  <a:pt x="12135501" y="2484256"/>
                </a:cubicBezTo>
                <a:cubicBezTo>
                  <a:pt x="12154846" y="2484256"/>
                  <a:pt x="12180639" y="2477804"/>
                  <a:pt x="12206433" y="2477804"/>
                </a:cubicBezTo>
                <a:cubicBezTo>
                  <a:pt x="12193536" y="2484256"/>
                  <a:pt x="12187087" y="2497149"/>
                  <a:pt x="12187087" y="2510046"/>
                </a:cubicBezTo>
                <a:cubicBezTo>
                  <a:pt x="12193536" y="2516495"/>
                  <a:pt x="12206433" y="2516495"/>
                  <a:pt x="12219329" y="2522941"/>
                </a:cubicBezTo>
                <a:cubicBezTo>
                  <a:pt x="12219329" y="2432672"/>
                  <a:pt x="12302083" y="2445566"/>
                  <a:pt x="12340773" y="2432672"/>
                </a:cubicBezTo>
                <a:cubicBezTo>
                  <a:pt x="12418154" y="2419778"/>
                  <a:pt x="12488011" y="2406870"/>
                  <a:pt x="12565391" y="2387533"/>
                </a:cubicBezTo>
                <a:cubicBezTo>
                  <a:pt x="12591185" y="2381086"/>
                  <a:pt x="12629875" y="2348847"/>
                  <a:pt x="12654594" y="2374638"/>
                </a:cubicBezTo>
                <a:cubicBezTo>
                  <a:pt x="12680387" y="2393980"/>
                  <a:pt x="12693284" y="2406870"/>
                  <a:pt x="12719078" y="2400427"/>
                </a:cubicBezTo>
                <a:cubicBezTo>
                  <a:pt x="12796458" y="2387533"/>
                  <a:pt x="12872764" y="2381086"/>
                  <a:pt x="12950144" y="2374638"/>
                </a:cubicBezTo>
                <a:cubicBezTo>
                  <a:pt x="13265039" y="2348847"/>
                  <a:pt x="13572411" y="2330579"/>
                  <a:pt x="13880858" y="2337027"/>
                </a:cubicBezTo>
                <a:cubicBezTo>
                  <a:pt x="13855064" y="2337027"/>
                  <a:pt x="13829271" y="2343474"/>
                  <a:pt x="13803477" y="2348847"/>
                </a:cubicBezTo>
                <a:cubicBezTo>
                  <a:pt x="13809926" y="2361740"/>
                  <a:pt x="13816374" y="2374638"/>
                  <a:pt x="13822823" y="2381086"/>
                </a:cubicBezTo>
                <a:cubicBezTo>
                  <a:pt x="13797029" y="2400427"/>
                  <a:pt x="13764787" y="2413338"/>
                  <a:pt x="13732545" y="2445566"/>
                </a:cubicBezTo>
                <a:cubicBezTo>
                  <a:pt x="13719649" y="2458463"/>
                  <a:pt x="13694930" y="2458463"/>
                  <a:pt x="13694930" y="2497149"/>
                </a:cubicBezTo>
                <a:cubicBezTo>
                  <a:pt x="13706752" y="2484256"/>
                  <a:pt x="13726097" y="2471358"/>
                  <a:pt x="13738994" y="2471358"/>
                </a:cubicBezTo>
                <a:cubicBezTo>
                  <a:pt x="13758339" y="2471358"/>
                  <a:pt x="13771236" y="2490703"/>
                  <a:pt x="13784132" y="2497149"/>
                </a:cubicBezTo>
                <a:cubicBezTo>
                  <a:pt x="13803477" y="2503598"/>
                  <a:pt x="13842168" y="2510046"/>
                  <a:pt x="13848616" y="2471358"/>
                </a:cubicBezTo>
                <a:cubicBezTo>
                  <a:pt x="13855064" y="2445566"/>
                  <a:pt x="13848616" y="2393980"/>
                  <a:pt x="13867961" y="2381086"/>
                </a:cubicBezTo>
                <a:cubicBezTo>
                  <a:pt x="13874409" y="2374638"/>
                  <a:pt x="13886231" y="2374638"/>
                  <a:pt x="13893755" y="2361740"/>
                </a:cubicBezTo>
                <a:cubicBezTo>
                  <a:pt x="13900203" y="2356369"/>
                  <a:pt x="13900203" y="2330579"/>
                  <a:pt x="13905577" y="2317683"/>
                </a:cubicBezTo>
                <a:cubicBezTo>
                  <a:pt x="13918473" y="2285443"/>
                  <a:pt x="13957163" y="2304791"/>
                  <a:pt x="13976509" y="2304791"/>
                </a:cubicBezTo>
                <a:cubicBezTo>
                  <a:pt x="14015199" y="2304791"/>
                  <a:pt x="14060337" y="2298334"/>
                  <a:pt x="14099027" y="2291889"/>
                </a:cubicBezTo>
                <a:cubicBezTo>
                  <a:pt x="14123746" y="2285443"/>
                  <a:pt x="14175333" y="2266099"/>
                  <a:pt x="14201127" y="2285443"/>
                </a:cubicBezTo>
                <a:cubicBezTo>
                  <a:pt x="14207575" y="2295116"/>
                  <a:pt x="14210799" y="2309625"/>
                  <a:pt x="14212411" y="2324803"/>
                </a:cubicBezTo>
                <a:lnTo>
                  <a:pt x="14213855" y="2363672"/>
                </a:lnTo>
                <a:lnTo>
                  <a:pt x="14217894" y="2366503"/>
                </a:lnTo>
                <a:cubicBezTo>
                  <a:pt x="14211907" y="2372428"/>
                  <a:pt x="14205919" y="2378352"/>
                  <a:pt x="14199932" y="2366503"/>
                </a:cubicBezTo>
                <a:lnTo>
                  <a:pt x="14204446" y="2363340"/>
                </a:lnTo>
                <a:lnTo>
                  <a:pt x="14169506" y="2345640"/>
                </a:lnTo>
                <a:cubicBezTo>
                  <a:pt x="14124216" y="2332190"/>
                  <a:pt x="14077264" y="2341862"/>
                  <a:pt x="14034544" y="2337027"/>
                </a:cubicBezTo>
                <a:cubicBezTo>
                  <a:pt x="14034544" y="2400427"/>
                  <a:pt x="14086131" y="2368190"/>
                  <a:pt x="14110849" y="2368190"/>
                </a:cubicBezTo>
                <a:cubicBezTo>
                  <a:pt x="14110849" y="2400427"/>
                  <a:pt x="14086131" y="2406870"/>
                  <a:pt x="14073234" y="2419778"/>
                </a:cubicBezTo>
                <a:cubicBezTo>
                  <a:pt x="14053889" y="2439119"/>
                  <a:pt x="14028095" y="2464911"/>
                  <a:pt x="14015199" y="2497149"/>
                </a:cubicBezTo>
                <a:cubicBezTo>
                  <a:pt x="14034544" y="2503598"/>
                  <a:pt x="14053889" y="2516495"/>
                  <a:pt x="14073234" y="2522941"/>
                </a:cubicBezTo>
                <a:cubicBezTo>
                  <a:pt x="14073234" y="2503598"/>
                  <a:pt x="14066786" y="2464911"/>
                  <a:pt x="14091504" y="2464911"/>
                </a:cubicBezTo>
                <a:cubicBezTo>
                  <a:pt x="14091504" y="2516495"/>
                  <a:pt x="14105476" y="2522941"/>
                  <a:pt x="14130195" y="2529389"/>
                </a:cubicBezTo>
                <a:cubicBezTo>
                  <a:pt x="14149540" y="2529389"/>
                  <a:pt x="14188230" y="2535836"/>
                  <a:pt x="14188230" y="2497149"/>
                </a:cubicBezTo>
                <a:cubicBezTo>
                  <a:pt x="14168885" y="2497149"/>
                  <a:pt x="14155988" y="2497149"/>
                  <a:pt x="14143091" y="2497149"/>
                </a:cubicBezTo>
                <a:cubicBezTo>
                  <a:pt x="14143091" y="2471358"/>
                  <a:pt x="14143091" y="2452014"/>
                  <a:pt x="14143091" y="2432672"/>
                </a:cubicBezTo>
                <a:cubicBezTo>
                  <a:pt x="14181781" y="2445566"/>
                  <a:pt x="14220472" y="2458463"/>
                  <a:pt x="14259162" y="2477804"/>
                </a:cubicBezTo>
                <a:cubicBezTo>
                  <a:pt x="14246265" y="2490703"/>
                  <a:pt x="14239817" y="2503598"/>
                  <a:pt x="14233368" y="2522941"/>
                </a:cubicBezTo>
                <a:cubicBezTo>
                  <a:pt x="14246265" y="2522941"/>
                  <a:pt x="14272059" y="2510046"/>
                  <a:pt x="14278507" y="2542284"/>
                </a:cubicBezTo>
                <a:cubicBezTo>
                  <a:pt x="14284955" y="2516495"/>
                  <a:pt x="14272059" y="2484256"/>
                  <a:pt x="14284955" y="2464911"/>
                </a:cubicBezTo>
                <a:cubicBezTo>
                  <a:pt x="14296777" y="2445566"/>
                  <a:pt x="14329019" y="2458463"/>
                  <a:pt x="14348364" y="2458463"/>
                </a:cubicBezTo>
                <a:cubicBezTo>
                  <a:pt x="14348364" y="2458463"/>
                  <a:pt x="14380606" y="2471358"/>
                  <a:pt x="14374158" y="2484256"/>
                </a:cubicBezTo>
                <a:cubicBezTo>
                  <a:pt x="14361261" y="2510046"/>
                  <a:pt x="14335467" y="2497149"/>
                  <a:pt x="14316122" y="2497149"/>
                </a:cubicBezTo>
                <a:cubicBezTo>
                  <a:pt x="14316122" y="2516495"/>
                  <a:pt x="14322571" y="2535836"/>
                  <a:pt x="14322571" y="2554106"/>
                </a:cubicBezTo>
                <a:cubicBezTo>
                  <a:pt x="14387054" y="2484256"/>
                  <a:pt x="14464435" y="2566999"/>
                  <a:pt x="14534292" y="2547657"/>
                </a:cubicBezTo>
                <a:cubicBezTo>
                  <a:pt x="14483780" y="2535836"/>
                  <a:pt x="14438641" y="2522941"/>
                  <a:pt x="14393503" y="2510046"/>
                </a:cubicBezTo>
                <a:cubicBezTo>
                  <a:pt x="14470883" y="2445566"/>
                  <a:pt x="14553637" y="2497149"/>
                  <a:pt x="14637466" y="2510046"/>
                </a:cubicBezTo>
                <a:cubicBezTo>
                  <a:pt x="14611672" y="2529389"/>
                  <a:pt x="14566534" y="2547657"/>
                  <a:pt x="14579431" y="2605690"/>
                </a:cubicBezTo>
                <a:cubicBezTo>
                  <a:pt x="14592327" y="2644376"/>
                  <a:pt x="14637466" y="2586345"/>
                  <a:pt x="14637466" y="2644376"/>
                </a:cubicBezTo>
                <a:cubicBezTo>
                  <a:pt x="14451538" y="2612137"/>
                  <a:pt x="14265610" y="2579897"/>
                  <a:pt x="14079682" y="2561628"/>
                </a:cubicBezTo>
                <a:cubicBezTo>
                  <a:pt x="13989405" y="2554106"/>
                  <a:pt x="13900203" y="2535836"/>
                  <a:pt x="13809926" y="2535836"/>
                </a:cubicBezTo>
                <a:cubicBezTo>
                  <a:pt x="13777684" y="2535836"/>
                  <a:pt x="13732545" y="2554106"/>
                  <a:pt x="13700304" y="2535836"/>
                </a:cubicBezTo>
                <a:cubicBezTo>
                  <a:pt x="13669137" y="2516495"/>
                  <a:pt x="13688482" y="2452014"/>
                  <a:pt x="13688482" y="2419778"/>
                </a:cubicBezTo>
                <a:cubicBezTo>
                  <a:pt x="13604653" y="2419778"/>
                  <a:pt x="13520824" y="2426225"/>
                  <a:pt x="13438070" y="2432672"/>
                </a:cubicBezTo>
                <a:lnTo>
                  <a:pt x="13499431" y="2462859"/>
                </a:lnTo>
                <a:lnTo>
                  <a:pt x="13505185" y="2450516"/>
                </a:lnTo>
                <a:cubicBezTo>
                  <a:pt x="13507431" y="2450516"/>
                  <a:pt x="13510424" y="2455331"/>
                  <a:pt x="13516412" y="2464962"/>
                </a:cubicBezTo>
                <a:lnTo>
                  <a:pt x="13512292" y="2468496"/>
                </a:lnTo>
                <a:lnTo>
                  <a:pt x="13538725" y="2478915"/>
                </a:lnTo>
                <a:cubicBezTo>
                  <a:pt x="13549909" y="2482241"/>
                  <a:pt x="13561126" y="2484256"/>
                  <a:pt x="13572411" y="2484256"/>
                </a:cubicBezTo>
                <a:cubicBezTo>
                  <a:pt x="13591756" y="2484256"/>
                  <a:pt x="13636895" y="2477804"/>
                  <a:pt x="13636895" y="2522941"/>
                </a:cubicBezTo>
                <a:cubicBezTo>
                  <a:pt x="13553066" y="2522941"/>
                  <a:pt x="13475686" y="2522941"/>
                  <a:pt x="13392932" y="2522941"/>
                </a:cubicBezTo>
                <a:cubicBezTo>
                  <a:pt x="13392932" y="2503598"/>
                  <a:pt x="13399380" y="2484256"/>
                  <a:pt x="13399380" y="2464911"/>
                </a:cubicBezTo>
                <a:lnTo>
                  <a:pt x="13403724" y="2467517"/>
                </a:lnTo>
                <a:lnTo>
                  <a:pt x="13403655" y="2467412"/>
                </a:lnTo>
                <a:cubicBezTo>
                  <a:pt x="13409642" y="2454185"/>
                  <a:pt x="13411139" y="2450878"/>
                  <a:pt x="13412636" y="2452532"/>
                </a:cubicBezTo>
                <a:lnTo>
                  <a:pt x="13413461" y="2453899"/>
                </a:lnTo>
                <a:lnTo>
                  <a:pt x="13409959" y="2446573"/>
                </a:lnTo>
                <a:cubicBezTo>
                  <a:pt x="13405425" y="2425415"/>
                  <a:pt x="13409052" y="2398815"/>
                  <a:pt x="13380035" y="2393980"/>
                </a:cubicBezTo>
                <a:cubicBezTo>
                  <a:pt x="13354241" y="2393980"/>
                  <a:pt x="13328448" y="2406870"/>
                  <a:pt x="13302654" y="2400427"/>
                </a:cubicBezTo>
                <a:cubicBezTo>
                  <a:pt x="13289758" y="2393980"/>
                  <a:pt x="13270413" y="2393980"/>
                  <a:pt x="13252142" y="2400427"/>
                </a:cubicBezTo>
                <a:cubicBezTo>
                  <a:pt x="13226349" y="2406870"/>
                  <a:pt x="13239246" y="2464911"/>
                  <a:pt x="13239246" y="2497149"/>
                </a:cubicBezTo>
                <a:cubicBezTo>
                  <a:pt x="13252142" y="2484256"/>
                  <a:pt x="13270413" y="2477804"/>
                  <a:pt x="13284384" y="2464911"/>
                </a:cubicBezTo>
                <a:cubicBezTo>
                  <a:pt x="13284384" y="2484256"/>
                  <a:pt x="13289758" y="2503598"/>
                  <a:pt x="13296206" y="2522941"/>
                </a:cubicBezTo>
                <a:cubicBezTo>
                  <a:pt x="13265039" y="2516495"/>
                  <a:pt x="13232797" y="2510046"/>
                  <a:pt x="13200555" y="2510046"/>
                </a:cubicBezTo>
                <a:cubicBezTo>
                  <a:pt x="13207004" y="2490703"/>
                  <a:pt x="13219900" y="2471358"/>
                  <a:pt x="13213452" y="2452014"/>
                </a:cubicBezTo>
                <a:cubicBezTo>
                  <a:pt x="13200555" y="2432672"/>
                  <a:pt x="13194107" y="2413338"/>
                  <a:pt x="13174762" y="2406870"/>
                </a:cubicBezTo>
                <a:cubicBezTo>
                  <a:pt x="13148968" y="2400427"/>
                  <a:pt x="13123175" y="2419778"/>
                  <a:pt x="13090933" y="2426225"/>
                </a:cubicBezTo>
                <a:cubicBezTo>
                  <a:pt x="13027524" y="2439119"/>
                  <a:pt x="12956592" y="2445566"/>
                  <a:pt x="12892109" y="2464911"/>
                </a:cubicBezTo>
                <a:cubicBezTo>
                  <a:pt x="12822251" y="2490703"/>
                  <a:pt x="12751319" y="2477804"/>
                  <a:pt x="12680387" y="2484256"/>
                </a:cubicBezTo>
                <a:cubicBezTo>
                  <a:pt x="12623427" y="2490703"/>
                  <a:pt x="12558943" y="2484256"/>
                  <a:pt x="12500908" y="2535836"/>
                </a:cubicBezTo>
                <a:cubicBezTo>
                  <a:pt x="12513805" y="2547657"/>
                  <a:pt x="12533150" y="2554106"/>
                  <a:pt x="12546046" y="2566999"/>
                </a:cubicBezTo>
                <a:cubicBezTo>
                  <a:pt x="12533150" y="2573448"/>
                  <a:pt x="12526701" y="2586345"/>
                  <a:pt x="12526701" y="2599243"/>
                </a:cubicBezTo>
                <a:cubicBezTo>
                  <a:pt x="12905005" y="2612137"/>
                  <a:pt x="13289758" y="2612137"/>
                  <a:pt x="13675585" y="2612137"/>
                </a:cubicBezTo>
                <a:cubicBezTo>
                  <a:pt x="13611101" y="2618587"/>
                  <a:pt x="13546618" y="2625034"/>
                  <a:pt x="13483209" y="2631480"/>
                </a:cubicBezTo>
                <a:cubicBezTo>
                  <a:pt x="13457415" y="2637928"/>
                  <a:pt x="13431622" y="2631480"/>
                  <a:pt x="13405828" y="2644376"/>
                </a:cubicBezTo>
                <a:cubicBezTo>
                  <a:pt x="13386483" y="2650824"/>
                  <a:pt x="13392932" y="2689511"/>
                  <a:pt x="13392932" y="2708855"/>
                </a:cubicBezTo>
                <a:cubicBezTo>
                  <a:pt x="13457415" y="2695958"/>
                  <a:pt x="13533721" y="2657271"/>
                  <a:pt x="13598205" y="2689511"/>
                </a:cubicBezTo>
                <a:cubicBezTo>
                  <a:pt x="13636895" y="2708855"/>
                  <a:pt x="13669137" y="2734643"/>
                  <a:pt x="13675585" y="2657271"/>
                </a:cubicBezTo>
                <a:cubicBezTo>
                  <a:pt x="13675585" y="2586345"/>
                  <a:pt x="13738994" y="2612137"/>
                  <a:pt x="13764787" y="2612137"/>
                </a:cubicBezTo>
                <a:cubicBezTo>
                  <a:pt x="13797029" y="2618587"/>
                  <a:pt x="13835719" y="2612137"/>
                  <a:pt x="13867961" y="2605690"/>
                </a:cubicBezTo>
                <a:cubicBezTo>
                  <a:pt x="13886231" y="2605690"/>
                  <a:pt x="13937818" y="2592790"/>
                  <a:pt x="13950715" y="2618587"/>
                </a:cubicBezTo>
                <a:cubicBezTo>
                  <a:pt x="13970060" y="2644376"/>
                  <a:pt x="13900203" y="2650824"/>
                  <a:pt x="13893755" y="2644376"/>
                </a:cubicBezTo>
                <a:cubicBezTo>
                  <a:pt x="13874409" y="2644376"/>
                  <a:pt x="13855064" y="2644376"/>
                  <a:pt x="13829271" y="2644376"/>
                </a:cubicBezTo>
                <a:cubicBezTo>
                  <a:pt x="13809926" y="2637928"/>
                  <a:pt x="13745442" y="2625034"/>
                  <a:pt x="13732545" y="2670168"/>
                </a:cubicBezTo>
                <a:cubicBezTo>
                  <a:pt x="13719649" y="2708855"/>
                  <a:pt x="13751891" y="2702408"/>
                  <a:pt x="13764787" y="2702408"/>
                </a:cubicBezTo>
                <a:cubicBezTo>
                  <a:pt x="13797029" y="2702408"/>
                  <a:pt x="13835719" y="2695958"/>
                  <a:pt x="13874409" y="2695958"/>
                </a:cubicBezTo>
                <a:cubicBezTo>
                  <a:pt x="13950715" y="2689511"/>
                  <a:pt x="14028095" y="2683064"/>
                  <a:pt x="14110849" y="2676615"/>
                </a:cubicBezTo>
                <a:cubicBezTo>
                  <a:pt x="14110849" y="2695958"/>
                  <a:pt x="14110849" y="2721752"/>
                  <a:pt x="14110849" y="2741094"/>
                </a:cubicBezTo>
                <a:cubicBezTo>
                  <a:pt x="14123746" y="2741094"/>
                  <a:pt x="14136643" y="2741094"/>
                  <a:pt x="14155988" y="2741094"/>
                </a:cubicBezTo>
                <a:cubicBezTo>
                  <a:pt x="14181781" y="2741094"/>
                  <a:pt x="14214023" y="2747539"/>
                  <a:pt x="14246265" y="2747539"/>
                </a:cubicBezTo>
                <a:cubicBezTo>
                  <a:pt x="14304300" y="2747539"/>
                  <a:pt x="14361261" y="2752914"/>
                  <a:pt x="14425745" y="2752914"/>
                </a:cubicBezTo>
                <a:cubicBezTo>
                  <a:pt x="14477331" y="2759362"/>
                  <a:pt x="14534292" y="2772256"/>
                  <a:pt x="14592327" y="2766883"/>
                </a:cubicBezTo>
                <a:cubicBezTo>
                  <a:pt x="14624569" y="2759362"/>
                  <a:pt x="14637466" y="2772256"/>
                  <a:pt x="14637466" y="2830301"/>
                </a:cubicBezTo>
                <a:cubicBezTo>
                  <a:pt x="14534830" y="2814184"/>
                  <a:pt x="14430581" y="2807707"/>
                  <a:pt x="14326333" y="2801257"/>
                </a:cubicBezTo>
                <a:lnTo>
                  <a:pt x="14262063" y="2796778"/>
                </a:lnTo>
                <a:lnTo>
                  <a:pt x="14275019" y="2805263"/>
                </a:lnTo>
                <a:cubicBezTo>
                  <a:pt x="14278013" y="2810894"/>
                  <a:pt x="14279510" y="2818930"/>
                  <a:pt x="14279510" y="2828558"/>
                </a:cubicBezTo>
                <a:cubicBezTo>
                  <a:pt x="14273522" y="2828558"/>
                  <a:pt x="14269032" y="2825351"/>
                  <a:pt x="14266038" y="2819735"/>
                </a:cubicBezTo>
                <a:lnTo>
                  <a:pt x="14261607" y="2796747"/>
                </a:lnTo>
                <a:lnTo>
                  <a:pt x="14170161" y="2790378"/>
                </a:lnTo>
                <a:cubicBezTo>
                  <a:pt x="14118238" y="2785949"/>
                  <a:pt x="14066517" y="2780312"/>
                  <a:pt x="14015199" y="2772256"/>
                </a:cubicBezTo>
                <a:cubicBezTo>
                  <a:pt x="13931370" y="2759362"/>
                  <a:pt x="13835719" y="2721752"/>
                  <a:pt x="13758339" y="2785149"/>
                </a:cubicBezTo>
                <a:cubicBezTo>
                  <a:pt x="13738994" y="2804473"/>
                  <a:pt x="13726097" y="2778702"/>
                  <a:pt x="13713200" y="2766883"/>
                </a:cubicBezTo>
                <a:cubicBezTo>
                  <a:pt x="13700304" y="2759362"/>
                  <a:pt x="13675585" y="2759362"/>
                  <a:pt x="13662688" y="2752914"/>
                </a:cubicBezTo>
                <a:cubicBezTo>
                  <a:pt x="13636895" y="2741094"/>
                  <a:pt x="13598205" y="2747539"/>
                  <a:pt x="13598205" y="2798035"/>
                </a:cubicBezTo>
                <a:cubicBezTo>
                  <a:pt x="13591756" y="2778702"/>
                  <a:pt x="13578859" y="2759362"/>
                  <a:pt x="13572411" y="2741094"/>
                </a:cubicBezTo>
                <a:cubicBezTo>
                  <a:pt x="13533721" y="2798035"/>
                  <a:pt x="13483209" y="2798035"/>
                  <a:pt x="13431622" y="2798035"/>
                </a:cubicBezTo>
                <a:cubicBezTo>
                  <a:pt x="13367138" y="2798035"/>
                  <a:pt x="13302654" y="2785149"/>
                  <a:pt x="13239246" y="2785149"/>
                </a:cubicBezTo>
                <a:cubicBezTo>
                  <a:pt x="13245694" y="2778702"/>
                  <a:pt x="13245694" y="2772256"/>
                  <a:pt x="13252142" y="2772256"/>
                </a:cubicBezTo>
                <a:cubicBezTo>
                  <a:pt x="13239246" y="2747539"/>
                  <a:pt x="13207004" y="2759362"/>
                  <a:pt x="13194107" y="2766883"/>
                </a:cubicBezTo>
                <a:cubicBezTo>
                  <a:pt x="13161865" y="2772256"/>
                  <a:pt x="13136072" y="2772256"/>
                  <a:pt x="13103830" y="2772256"/>
                </a:cubicBezTo>
                <a:cubicBezTo>
                  <a:pt x="13065140" y="2772256"/>
                  <a:pt x="13008179" y="2759362"/>
                  <a:pt x="12982386" y="2830301"/>
                </a:cubicBezTo>
                <a:cubicBezTo>
                  <a:pt x="12937247" y="2747539"/>
                  <a:pt x="12854493" y="2778702"/>
                  <a:pt x="12790010" y="2791595"/>
                </a:cubicBezTo>
                <a:cubicBezTo>
                  <a:pt x="12751319" y="2791595"/>
                  <a:pt x="12654594" y="2759362"/>
                  <a:pt x="12654594" y="2862535"/>
                </a:cubicBezTo>
                <a:cubicBezTo>
                  <a:pt x="12623427" y="2836748"/>
                  <a:pt x="12584737" y="2823864"/>
                  <a:pt x="12546046" y="2836748"/>
                </a:cubicBezTo>
                <a:cubicBezTo>
                  <a:pt x="12513805" y="2843195"/>
                  <a:pt x="12488011" y="2881878"/>
                  <a:pt x="12456844" y="2894774"/>
                </a:cubicBezTo>
                <a:cubicBezTo>
                  <a:pt x="12418154" y="2907666"/>
                  <a:pt x="12379464" y="2901221"/>
                  <a:pt x="12340773" y="2901221"/>
                </a:cubicBezTo>
                <a:cubicBezTo>
                  <a:pt x="12302083" y="2901221"/>
                  <a:pt x="12263393" y="2907666"/>
                  <a:pt x="12219329" y="2907666"/>
                </a:cubicBezTo>
                <a:cubicBezTo>
                  <a:pt x="12225778" y="2901221"/>
                  <a:pt x="12225778" y="2894774"/>
                  <a:pt x="12232226" y="2888327"/>
                </a:cubicBezTo>
                <a:cubicBezTo>
                  <a:pt x="12187087" y="2856089"/>
                  <a:pt x="12135501" y="2920566"/>
                  <a:pt x="12090362" y="2888327"/>
                </a:cubicBezTo>
                <a:cubicBezTo>
                  <a:pt x="12090362" y="2933464"/>
                  <a:pt x="12090362" y="2958175"/>
                  <a:pt x="12058120" y="2958175"/>
                </a:cubicBezTo>
                <a:cubicBezTo>
                  <a:pt x="12033401" y="2958175"/>
                  <a:pt x="12007608" y="2952806"/>
                  <a:pt x="11981815" y="2964624"/>
                </a:cubicBezTo>
                <a:cubicBezTo>
                  <a:pt x="11923779" y="2983968"/>
                  <a:pt x="11859296" y="2983968"/>
                  <a:pt x="11808783" y="3029103"/>
                </a:cubicBezTo>
                <a:cubicBezTo>
                  <a:pt x="11923779" y="3035555"/>
                  <a:pt x="12046298" y="3035555"/>
                  <a:pt x="12167742" y="3048447"/>
                </a:cubicBezTo>
                <a:cubicBezTo>
                  <a:pt x="12167742" y="3029103"/>
                  <a:pt x="12154846" y="2990416"/>
                  <a:pt x="12174191" y="2983968"/>
                </a:cubicBezTo>
                <a:cubicBezTo>
                  <a:pt x="12193536" y="2972146"/>
                  <a:pt x="12219329" y="2983968"/>
                  <a:pt x="12238674" y="2983968"/>
                </a:cubicBezTo>
                <a:cubicBezTo>
                  <a:pt x="12238674" y="3016207"/>
                  <a:pt x="12187087" y="3035555"/>
                  <a:pt x="12219329" y="3067798"/>
                </a:cubicBezTo>
                <a:cubicBezTo>
                  <a:pt x="12238674" y="3093583"/>
                  <a:pt x="12276290" y="3067798"/>
                  <a:pt x="12295635" y="3061340"/>
                </a:cubicBezTo>
                <a:cubicBezTo>
                  <a:pt x="12379464" y="3029103"/>
                  <a:pt x="12462218" y="3003312"/>
                  <a:pt x="12539598" y="2983968"/>
                </a:cubicBezTo>
                <a:cubicBezTo>
                  <a:pt x="12584737" y="2977523"/>
                  <a:pt x="12623427" y="2972146"/>
                  <a:pt x="12662117" y="2977523"/>
                </a:cubicBezTo>
                <a:cubicBezTo>
                  <a:pt x="12699732" y="2983968"/>
                  <a:pt x="12731974" y="3003312"/>
                  <a:pt x="12764216" y="3022655"/>
                </a:cubicBezTo>
                <a:lnTo>
                  <a:pt x="12769727" y="3023950"/>
                </a:lnTo>
                <a:lnTo>
                  <a:pt x="12759050" y="3014790"/>
                </a:lnTo>
                <a:cubicBezTo>
                  <a:pt x="12771025" y="2995527"/>
                  <a:pt x="12771025" y="2995527"/>
                  <a:pt x="12777012" y="3014790"/>
                </a:cubicBezTo>
                <a:lnTo>
                  <a:pt x="12770482" y="3024128"/>
                </a:lnTo>
                <a:lnTo>
                  <a:pt x="12794225" y="3029707"/>
                </a:lnTo>
                <a:cubicBezTo>
                  <a:pt x="12825005" y="3030313"/>
                  <a:pt x="12857449" y="3014596"/>
                  <a:pt x="12885660" y="3009759"/>
                </a:cubicBezTo>
                <a:cubicBezTo>
                  <a:pt x="12917902" y="3009759"/>
                  <a:pt x="12937247" y="3035555"/>
                  <a:pt x="12956592" y="2983968"/>
                </a:cubicBezTo>
                <a:cubicBezTo>
                  <a:pt x="12969489" y="2952806"/>
                  <a:pt x="12982386" y="2964624"/>
                  <a:pt x="13001731" y="2977523"/>
                </a:cubicBezTo>
                <a:cubicBezTo>
                  <a:pt x="13014628" y="2983968"/>
                  <a:pt x="13014628" y="2964624"/>
                  <a:pt x="13021076" y="2946355"/>
                </a:cubicBezTo>
                <a:cubicBezTo>
                  <a:pt x="13030749" y="2931845"/>
                  <a:pt x="13044049" y="2949377"/>
                  <a:pt x="13052814" y="2962222"/>
                </a:cubicBezTo>
                <a:lnTo>
                  <a:pt x="13056973" y="2968159"/>
                </a:lnTo>
                <a:lnTo>
                  <a:pt x="13059766" y="2972146"/>
                </a:lnTo>
                <a:cubicBezTo>
                  <a:pt x="13079111" y="2977523"/>
                  <a:pt x="13090933" y="2977523"/>
                  <a:pt x="13110278" y="2972146"/>
                </a:cubicBezTo>
                <a:cubicBezTo>
                  <a:pt x="13200555" y="2958175"/>
                  <a:pt x="13284384" y="2907666"/>
                  <a:pt x="13373586" y="2914116"/>
                </a:cubicBezTo>
                <a:cubicBezTo>
                  <a:pt x="13463864" y="2927011"/>
                  <a:pt x="13546618" y="2946355"/>
                  <a:pt x="13636895" y="2907666"/>
                </a:cubicBezTo>
                <a:lnTo>
                  <a:pt x="13676487" y="2893083"/>
                </a:lnTo>
                <a:lnTo>
                  <a:pt x="13680018" y="2911699"/>
                </a:lnTo>
                <a:cubicBezTo>
                  <a:pt x="13683108" y="2917341"/>
                  <a:pt x="13687945" y="2920566"/>
                  <a:pt x="13694930" y="2920566"/>
                </a:cubicBezTo>
                <a:cubicBezTo>
                  <a:pt x="13694930" y="2910893"/>
                  <a:pt x="13693318" y="2902833"/>
                  <a:pt x="13690094" y="2897191"/>
                </a:cubicBezTo>
                <a:lnTo>
                  <a:pt x="13680782" y="2891501"/>
                </a:lnTo>
                <a:lnTo>
                  <a:pt x="13695417" y="2886110"/>
                </a:lnTo>
                <a:cubicBezTo>
                  <a:pt x="13755114" y="2870998"/>
                  <a:pt x="13817986" y="2872207"/>
                  <a:pt x="13880858" y="2862535"/>
                </a:cubicBezTo>
                <a:cubicBezTo>
                  <a:pt x="13880858" y="2881878"/>
                  <a:pt x="13880858" y="2901221"/>
                  <a:pt x="13880858" y="2920566"/>
                </a:cubicBezTo>
                <a:cubicBezTo>
                  <a:pt x="14053889" y="2894774"/>
                  <a:pt x="14220472" y="2927011"/>
                  <a:pt x="14393503" y="2952806"/>
                </a:cubicBezTo>
                <a:cubicBezTo>
                  <a:pt x="14393503" y="2894774"/>
                  <a:pt x="14335467" y="2952806"/>
                  <a:pt x="14335467" y="2888327"/>
                </a:cubicBezTo>
                <a:cubicBezTo>
                  <a:pt x="14367709" y="2888327"/>
                  <a:pt x="14399951" y="2888327"/>
                  <a:pt x="14432193" y="2888327"/>
                </a:cubicBezTo>
                <a:cubicBezTo>
                  <a:pt x="14457986" y="2888327"/>
                  <a:pt x="14457986" y="2933464"/>
                  <a:pt x="14470883" y="2952806"/>
                </a:cubicBezTo>
                <a:cubicBezTo>
                  <a:pt x="14490228" y="2901221"/>
                  <a:pt x="14527844" y="2958175"/>
                  <a:pt x="14553637" y="2972146"/>
                </a:cubicBezTo>
                <a:cubicBezTo>
                  <a:pt x="14605224" y="2983968"/>
                  <a:pt x="14650363" y="2983968"/>
                  <a:pt x="14701950" y="2983968"/>
                </a:cubicBezTo>
                <a:cubicBezTo>
                  <a:pt x="14778255" y="2983968"/>
                  <a:pt x="14868532" y="2983968"/>
                  <a:pt x="14938390" y="3061340"/>
                </a:cubicBezTo>
                <a:cubicBezTo>
                  <a:pt x="14746013" y="3048447"/>
                  <a:pt x="14560086" y="3035555"/>
                  <a:pt x="14374158" y="3029103"/>
                </a:cubicBezTo>
                <a:cubicBezTo>
                  <a:pt x="14380606" y="3042000"/>
                  <a:pt x="14393503" y="3061340"/>
                  <a:pt x="14399951" y="3074240"/>
                </a:cubicBezTo>
                <a:cubicBezTo>
                  <a:pt x="14341916" y="3087134"/>
                  <a:pt x="14278507" y="3093583"/>
                  <a:pt x="14220472" y="3106481"/>
                </a:cubicBezTo>
                <a:cubicBezTo>
                  <a:pt x="14226920" y="3054895"/>
                  <a:pt x="14252713" y="3061340"/>
                  <a:pt x="14278507" y="3074240"/>
                </a:cubicBezTo>
                <a:cubicBezTo>
                  <a:pt x="14278507" y="3042000"/>
                  <a:pt x="14284955" y="3016207"/>
                  <a:pt x="14259162" y="3009759"/>
                </a:cubicBezTo>
                <a:cubicBezTo>
                  <a:pt x="14233368" y="3003312"/>
                  <a:pt x="14214023" y="3009759"/>
                  <a:pt x="14194678" y="3009759"/>
                </a:cubicBezTo>
                <a:cubicBezTo>
                  <a:pt x="14143091" y="3009759"/>
                  <a:pt x="14091504" y="2996864"/>
                  <a:pt x="14040992" y="3003312"/>
                </a:cubicBezTo>
                <a:lnTo>
                  <a:pt x="13993733" y="3009219"/>
                </a:lnTo>
                <a:lnTo>
                  <a:pt x="13976509" y="3011371"/>
                </a:lnTo>
                <a:cubicBezTo>
                  <a:pt x="13953939" y="3014596"/>
                  <a:pt x="13931370" y="3016207"/>
                  <a:pt x="13912025" y="3009759"/>
                </a:cubicBezTo>
                <a:cubicBezTo>
                  <a:pt x="13893755" y="3003312"/>
                  <a:pt x="13855064" y="2983968"/>
                  <a:pt x="13880858" y="3029103"/>
                </a:cubicBezTo>
                <a:cubicBezTo>
                  <a:pt x="13861513" y="3042000"/>
                  <a:pt x="13842168" y="3074240"/>
                  <a:pt x="13816374" y="3074240"/>
                </a:cubicBezTo>
                <a:cubicBezTo>
                  <a:pt x="13803477" y="3074240"/>
                  <a:pt x="13797029" y="3061340"/>
                  <a:pt x="13784132" y="3048447"/>
                </a:cubicBezTo>
                <a:cubicBezTo>
                  <a:pt x="13777684" y="3042000"/>
                  <a:pt x="13764787" y="3048447"/>
                  <a:pt x="13758339" y="3048447"/>
                </a:cubicBezTo>
                <a:cubicBezTo>
                  <a:pt x="13732545" y="3048447"/>
                  <a:pt x="13680959" y="3067798"/>
                  <a:pt x="13662688" y="3048447"/>
                </a:cubicBezTo>
                <a:cubicBezTo>
                  <a:pt x="13649791" y="3035555"/>
                  <a:pt x="13656240" y="3003312"/>
                  <a:pt x="13656240" y="2983968"/>
                </a:cubicBezTo>
                <a:cubicBezTo>
                  <a:pt x="13636895" y="3003312"/>
                  <a:pt x="13617550" y="3022655"/>
                  <a:pt x="13598205" y="3048447"/>
                </a:cubicBezTo>
                <a:cubicBezTo>
                  <a:pt x="13598205" y="3022655"/>
                  <a:pt x="13598205" y="3003312"/>
                  <a:pt x="13598205" y="2983968"/>
                </a:cubicBezTo>
                <a:cubicBezTo>
                  <a:pt x="13483209" y="3016207"/>
                  <a:pt x="13367138" y="3022655"/>
                  <a:pt x="13252142" y="3042000"/>
                </a:cubicBezTo>
                <a:cubicBezTo>
                  <a:pt x="13136072" y="3054895"/>
                  <a:pt x="13021076" y="3067798"/>
                  <a:pt x="12905005" y="3087134"/>
                </a:cubicBezTo>
                <a:cubicBezTo>
                  <a:pt x="12693284" y="3112926"/>
                  <a:pt x="12475114" y="3132271"/>
                  <a:pt x="12263393" y="3169883"/>
                </a:cubicBezTo>
                <a:cubicBezTo>
                  <a:pt x="12212881" y="3177405"/>
                  <a:pt x="11750748" y="3279496"/>
                  <a:pt x="11750748" y="3234361"/>
                </a:cubicBezTo>
                <a:cubicBezTo>
                  <a:pt x="11750748" y="3234361"/>
                  <a:pt x="11770093" y="3221465"/>
                  <a:pt x="11770093" y="3215019"/>
                </a:cubicBezTo>
                <a:cubicBezTo>
                  <a:pt x="11776542" y="3195674"/>
                  <a:pt x="11744300" y="3195674"/>
                  <a:pt x="11737851" y="3195674"/>
                </a:cubicBezTo>
                <a:cubicBezTo>
                  <a:pt x="11699161" y="3195674"/>
                  <a:pt x="11724955" y="3260153"/>
                  <a:pt x="11686264" y="3273049"/>
                </a:cubicBezTo>
                <a:cubicBezTo>
                  <a:pt x="11660471" y="3273049"/>
                  <a:pt x="11609959" y="3234361"/>
                  <a:pt x="11597062" y="3279496"/>
                </a:cubicBezTo>
                <a:cubicBezTo>
                  <a:pt x="11590614" y="3305285"/>
                  <a:pt x="11584165" y="3350421"/>
                  <a:pt x="11564820" y="3350421"/>
                </a:cubicBezTo>
                <a:cubicBezTo>
                  <a:pt x="11564820" y="3318183"/>
                  <a:pt x="11564820" y="3292393"/>
                  <a:pt x="11564820" y="3260153"/>
                </a:cubicBezTo>
                <a:cubicBezTo>
                  <a:pt x="11474543" y="3311735"/>
                  <a:pt x="11391789" y="3368664"/>
                  <a:pt x="11295064" y="3382670"/>
                </a:cubicBezTo>
                <a:cubicBezTo>
                  <a:pt x="11295064" y="3305285"/>
                  <a:pt x="11199413" y="3356866"/>
                  <a:pt x="11199413" y="3413830"/>
                </a:cubicBezTo>
                <a:cubicBezTo>
                  <a:pt x="11186516" y="3407382"/>
                  <a:pt x="11173620" y="3400935"/>
                  <a:pt x="11160723" y="3388041"/>
                </a:cubicBezTo>
                <a:cubicBezTo>
                  <a:pt x="11154274" y="3407382"/>
                  <a:pt x="11147826" y="3426726"/>
                  <a:pt x="11147826" y="3446069"/>
                </a:cubicBezTo>
                <a:cubicBezTo>
                  <a:pt x="11122033" y="3446069"/>
                  <a:pt x="11102688" y="3452516"/>
                  <a:pt x="11083342" y="3458965"/>
                </a:cubicBezTo>
                <a:cubicBezTo>
                  <a:pt x="11038204" y="3478308"/>
                  <a:pt x="10994140" y="3497652"/>
                  <a:pt x="10942553" y="3510547"/>
                </a:cubicBezTo>
                <a:cubicBezTo>
                  <a:pt x="10845828" y="3536339"/>
                  <a:pt x="10750177" y="3580399"/>
                  <a:pt x="10659900" y="3625537"/>
                </a:cubicBezTo>
                <a:cubicBezTo>
                  <a:pt x="10455702" y="3722252"/>
                  <a:pt x="10256877" y="3817897"/>
                  <a:pt x="10058053" y="3908169"/>
                </a:cubicBezTo>
                <a:cubicBezTo>
                  <a:pt x="9852780" y="4003812"/>
                  <a:pt x="9653955" y="4100532"/>
                  <a:pt x="9448682" y="4196035"/>
                </a:cubicBezTo>
                <a:cubicBezTo>
                  <a:pt x="9346583" y="4246544"/>
                  <a:pt x="9249858" y="4291679"/>
                  <a:pt x="9147758" y="4336814"/>
                </a:cubicBezTo>
                <a:cubicBezTo>
                  <a:pt x="9109068" y="4362606"/>
                  <a:pt x="9063930" y="4369054"/>
                  <a:pt x="9025240" y="4393771"/>
                </a:cubicBezTo>
                <a:cubicBezTo>
                  <a:pt x="9005894" y="4406667"/>
                  <a:pt x="8986549" y="4426011"/>
                  <a:pt x="8968279" y="4426011"/>
                </a:cubicBezTo>
                <a:cubicBezTo>
                  <a:pt x="8954308" y="4426011"/>
                  <a:pt x="8941411" y="4432458"/>
                  <a:pt x="8941411" y="4458250"/>
                </a:cubicBezTo>
                <a:cubicBezTo>
                  <a:pt x="9044585" y="4432458"/>
                  <a:pt x="9141310" y="4381950"/>
                  <a:pt x="9243409" y="4426011"/>
                </a:cubicBezTo>
                <a:cubicBezTo>
                  <a:pt x="9243409" y="4375502"/>
                  <a:pt x="9204719" y="4406667"/>
                  <a:pt x="9185374" y="4381950"/>
                </a:cubicBezTo>
                <a:cubicBezTo>
                  <a:pt x="9217616" y="4330366"/>
                  <a:pt x="9269203" y="4356158"/>
                  <a:pt x="9307893" y="4317471"/>
                </a:cubicBezTo>
                <a:cubicBezTo>
                  <a:pt x="9340135" y="4272335"/>
                  <a:pt x="9390647" y="4291679"/>
                  <a:pt x="9435785" y="4291679"/>
                </a:cubicBezTo>
                <a:cubicBezTo>
                  <a:pt x="9429337" y="4291679"/>
                  <a:pt x="9422889" y="4298127"/>
                  <a:pt x="9422889" y="4304575"/>
                </a:cubicBezTo>
                <a:cubicBezTo>
                  <a:pt x="9442234" y="4330366"/>
                  <a:pt x="9468027" y="4298127"/>
                  <a:pt x="9487372" y="4291679"/>
                </a:cubicBezTo>
                <a:cubicBezTo>
                  <a:pt x="9519614" y="4285231"/>
                  <a:pt x="9551856" y="4278783"/>
                  <a:pt x="9584098" y="4272335"/>
                </a:cubicBezTo>
                <a:cubicBezTo>
                  <a:pt x="9576575" y="4252991"/>
                  <a:pt x="9571201" y="4233648"/>
                  <a:pt x="9564753" y="4214304"/>
                </a:cubicBezTo>
                <a:cubicBezTo>
                  <a:pt x="9551856" y="4227200"/>
                  <a:pt x="9538959" y="4233648"/>
                  <a:pt x="9526062" y="4246544"/>
                </a:cubicBezTo>
                <a:cubicBezTo>
                  <a:pt x="9526062" y="4214304"/>
                  <a:pt x="9526062" y="4184354"/>
                  <a:pt x="9551856" y="4184354"/>
                </a:cubicBezTo>
                <a:cubicBezTo>
                  <a:pt x="9576575" y="4177906"/>
                  <a:pt x="9602368" y="4196035"/>
                  <a:pt x="9628162" y="4177906"/>
                </a:cubicBezTo>
                <a:cubicBezTo>
                  <a:pt x="9647507" y="4171458"/>
                  <a:pt x="9666852" y="4145668"/>
                  <a:pt x="9686197" y="4152114"/>
                </a:cubicBezTo>
                <a:cubicBezTo>
                  <a:pt x="9699094" y="4158563"/>
                  <a:pt x="9711990" y="4165011"/>
                  <a:pt x="9705542" y="4189587"/>
                </a:cubicBezTo>
                <a:cubicBezTo>
                  <a:pt x="9705542" y="4184354"/>
                  <a:pt x="9763577" y="4184354"/>
                  <a:pt x="9776474" y="4177906"/>
                </a:cubicBezTo>
                <a:cubicBezTo>
                  <a:pt x="9794744" y="4171458"/>
                  <a:pt x="9859228" y="4177906"/>
                  <a:pt x="9865676" y="4132769"/>
                </a:cubicBezTo>
                <a:cubicBezTo>
                  <a:pt x="9872125" y="4087636"/>
                  <a:pt x="9859228" y="4036052"/>
                  <a:pt x="9904367" y="4036052"/>
                </a:cubicBezTo>
                <a:lnTo>
                  <a:pt x="9930340" y="4033882"/>
                </a:lnTo>
                <a:lnTo>
                  <a:pt x="9952595" y="4032023"/>
                </a:lnTo>
                <a:cubicBezTo>
                  <a:pt x="9966970" y="4026380"/>
                  <a:pt x="9981210" y="4016708"/>
                  <a:pt x="10000017" y="4003812"/>
                </a:cubicBezTo>
                <a:cubicBezTo>
                  <a:pt x="10012914" y="3984469"/>
                  <a:pt x="10096743" y="3914616"/>
                  <a:pt x="10103191" y="3990915"/>
                </a:cubicBezTo>
                <a:cubicBezTo>
                  <a:pt x="10109639" y="4048948"/>
                  <a:pt x="10148330" y="4016708"/>
                  <a:pt x="10174123" y="4003812"/>
                </a:cubicBezTo>
                <a:cubicBezTo>
                  <a:pt x="10269774" y="3959751"/>
                  <a:pt x="10366499" y="3914616"/>
                  <a:pt x="10462150" y="3895275"/>
                </a:cubicBezTo>
                <a:cubicBezTo>
                  <a:pt x="10417011" y="3990915"/>
                  <a:pt x="10347154" y="3953304"/>
                  <a:pt x="10289119" y="3998439"/>
                </a:cubicBezTo>
                <a:cubicBezTo>
                  <a:pt x="10263325" y="4016708"/>
                  <a:pt x="10263325" y="4068293"/>
                  <a:pt x="10224635" y="4068293"/>
                </a:cubicBezTo>
                <a:cubicBezTo>
                  <a:pt x="10199917" y="4068293"/>
                  <a:pt x="10167675" y="4042499"/>
                  <a:pt x="10148330" y="4074739"/>
                </a:cubicBezTo>
                <a:cubicBezTo>
                  <a:pt x="10122536" y="4113427"/>
                  <a:pt x="10109639" y="4132769"/>
                  <a:pt x="10077398" y="4145668"/>
                </a:cubicBezTo>
                <a:cubicBezTo>
                  <a:pt x="10045156" y="4152114"/>
                  <a:pt x="10006466" y="4152114"/>
                  <a:pt x="9975299" y="4165011"/>
                </a:cubicBezTo>
                <a:cubicBezTo>
                  <a:pt x="9949505" y="4177906"/>
                  <a:pt x="9930160" y="4207856"/>
                  <a:pt x="9904367" y="4207856"/>
                </a:cubicBezTo>
                <a:cubicBezTo>
                  <a:pt x="9901143" y="4211080"/>
                  <a:pt x="9888246" y="4212692"/>
                  <a:pt x="9876156" y="4212020"/>
                </a:cubicBezTo>
                <a:lnTo>
                  <a:pt x="9865805" y="4207797"/>
                </a:lnTo>
                <a:lnTo>
                  <a:pt x="9866316" y="4208037"/>
                </a:lnTo>
                <a:cubicBezTo>
                  <a:pt x="9868561" y="4212046"/>
                  <a:pt x="9868561" y="4220065"/>
                  <a:pt x="9865567" y="4226700"/>
                </a:cubicBezTo>
                <a:lnTo>
                  <a:pt x="9864944" y="4225750"/>
                </a:lnTo>
                <a:lnTo>
                  <a:pt x="9865676" y="4227200"/>
                </a:lnTo>
                <a:cubicBezTo>
                  <a:pt x="9839883" y="4233648"/>
                  <a:pt x="9820538" y="4246544"/>
                  <a:pt x="9794744" y="4246544"/>
                </a:cubicBezTo>
                <a:cubicBezTo>
                  <a:pt x="9781848" y="4246544"/>
                  <a:pt x="9794744" y="4278783"/>
                  <a:pt x="9781848" y="4278783"/>
                </a:cubicBezTo>
                <a:cubicBezTo>
                  <a:pt x="9737784" y="4291679"/>
                  <a:pt x="9699094" y="4317471"/>
                  <a:pt x="9653955" y="4330366"/>
                </a:cubicBezTo>
                <a:cubicBezTo>
                  <a:pt x="9571201" y="4369054"/>
                  <a:pt x="9480924" y="4393771"/>
                  <a:pt x="9397095" y="4413115"/>
                </a:cubicBezTo>
                <a:cubicBezTo>
                  <a:pt x="9403544" y="4419563"/>
                  <a:pt x="9409992" y="4432458"/>
                  <a:pt x="9416440" y="4445354"/>
                </a:cubicBezTo>
                <a:cubicBezTo>
                  <a:pt x="9390647" y="4451802"/>
                  <a:pt x="9371302" y="4432458"/>
                  <a:pt x="9353031" y="4445354"/>
                </a:cubicBezTo>
                <a:cubicBezTo>
                  <a:pt x="9333686" y="4464698"/>
                  <a:pt x="9314341" y="4484042"/>
                  <a:pt x="9294996" y="4496938"/>
                </a:cubicBezTo>
                <a:cubicBezTo>
                  <a:pt x="9256306" y="4522729"/>
                  <a:pt x="9211167" y="4542073"/>
                  <a:pt x="9173552" y="4561417"/>
                </a:cubicBezTo>
                <a:cubicBezTo>
                  <a:pt x="9089723" y="4611925"/>
                  <a:pt x="8999446" y="4663509"/>
                  <a:pt x="8916692" y="4708644"/>
                </a:cubicBezTo>
                <a:cubicBezTo>
                  <a:pt x="8736138" y="4804288"/>
                  <a:pt x="8563107" y="4894559"/>
                  <a:pt x="8390076" y="4990203"/>
                </a:cubicBezTo>
                <a:cubicBezTo>
                  <a:pt x="8307322" y="5035338"/>
                  <a:pt x="8217044" y="5086922"/>
                  <a:pt x="8133216" y="5132057"/>
                </a:cubicBezTo>
                <a:cubicBezTo>
                  <a:pt x="8095600" y="5157849"/>
                  <a:pt x="8050462" y="5177193"/>
                  <a:pt x="8011772" y="5195462"/>
                </a:cubicBezTo>
                <a:cubicBezTo>
                  <a:pt x="7992426" y="5202984"/>
                  <a:pt x="7916121" y="5227701"/>
                  <a:pt x="7909672" y="5259941"/>
                </a:cubicBezTo>
                <a:cubicBezTo>
                  <a:pt x="7903224" y="5285733"/>
                  <a:pt x="7960184" y="5292180"/>
                  <a:pt x="7966633" y="5292180"/>
                </a:cubicBezTo>
                <a:cubicBezTo>
                  <a:pt x="7979530" y="5298628"/>
                  <a:pt x="7979530" y="5317972"/>
                  <a:pt x="7979530" y="5337316"/>
                </a:cubicBezTo>
                <a:cubicBezTo>
                  <a:pt x="7979530" y="5356660"/>
                  <a:pt x="7985978" y="5369555"/>
                  <a:pt x="7992426" y="5388899"/>
                </a:cubicBezTo>
                <a:cubicBezTo>
                  <a:pt x="8011772" y="5439408"/>
                  <a:pt x="7960184" y="5471647"/>
                  <a:pt x="7934391" y="5478095"/>
                </a:cubicBezTo>
                <a:cubicBezTo>
                  <a:pt x="7927943" y="5484543"/>
                  <a:pt x="7851637" y="5523231"/>
                  <a:pt x="7864534" y="5542574"/>
                </a:cubicBezTo>
                <a:cubicBezTo>
                  <a:pt x="7870982" y="5555470"/>
                  <a:pt x="7903224" y="5523231"/>
                  <a:pt x="7909672" y="5516783"/>
                </a:cubicBezTo>
                <a:cubicBezTo>
                  <a:pt x="7927943" y="5503887"/>
                  <a:pt x="7953736" y="5503887"/>
                  <a:pt x="7973082" y="5490991"/>
                </a:cubicBezTo>
                <a:cubicBezTo>
                  <a:pt x="7992426" y="5478095"/>
                  <a:pt x="8011772" y="5465199"/>
                  <a:pt x="8031116" y="5452304"/>
                </a:cubicBezTo>
                <a:cubicBezTo>
                  <a:pt x="8044014" y="5445856"/>
                  <a:pt x="8056910" y="5414691"/>
                  <a:pt x="8069807" y="5414691"/>
                </a:cubicBezTo>
                <a:cubicBezTo>
                  <a:pt x="8076255" y="5414691"/>
                  <a:pt x="8082704" y="5426512"/>
                  <a:pt x="8089152" y="5420064"/>
                </a:cubicBezTo>
                <a:cubicBezTo>
                  <a:pt x="8102048" y="5420064"/>
                  <a:pt x="8108497" y="5400720"/>
                  <a:pt x="8121394" y="5388899"/>
                </a:cubicBezTo>
                <a:cubicBezTo>
                  <a:pt x="8139664" y="5376003"/>
                  <a:pt x="8159009" y="5382451"/>
                  <a:pt x="8184802" y="5382451"/>
                </a:cubicBezTo>
                <a:cubicBezTo>
                  <a:pt x="8223493" y="5376003"/>
                  <a:pt x="8262183" y="5350212"/>
                  <a:pt x="8281528" y="5285733"/>
                </a:cubicBezTo>
                <a:cubicBezTo>
                  <a:pt x="8253317" y="5291374"/>
                  <a:pt x="8210295" y="5341447"/>
                  <a:pt x="8182700" y="5319320"/>
                </a:cubicBezTo>
                <a:lnTo>
                  <a:pt x="8173922" y="5307736"/>
                </a:lnTo>
                <a:lnTo>
                  <a:pt x="8174231" y="5310551"/>
                </a:lnTo>
                <a:cubicBezTo>
                  <a:pt x="8174979" y="5312257"/>
                  <a:pt x="8176476" y="5313964"/>
                  <a:pt x="8179469" y="5317376"/>
                </a:cubicBezTo>
                <a:cubicBezTo>
                  <a:pt x="8173482" y="5324201"/>
                  <a:pt x="8168991" y="5324201"/>
                  <a:pt x="8167495" y="5320789"/>
                </a:cubicBezTo>
                <a:lnTo>
                  <a:pt x="8172660" y="5306070"/>
                </a:lnTo>
                <a:lnTo>
                  <a:pt x="8171906" y="5305076"/>
                </a:lnTo>
                <a:cubicBezTo>
                  <a:pt x="8223493" y="5259941"/>
                  <a:pt x="8268632" y="5209432"/>
                  <a:pt x="8320218" y="5157849"/>
                </a:cubicBezTo>
                <a:cubicBezTo>
                  <a:pt x="8333115" y="5138505"/>
                  <a:pt x="8377179" y="5074026"/>
                  <a:pt x="8396524" y="5119161"/>
                </a:cubicBezTo>
                <a:lnTo>
                  <a:pt x="8398315" y="5105641"/>
                </a:lnTo>
                <a:lnTo>
                  <a:pt x="8397856" y="5102556"/>
                </a:lnTo>
                <a:cubicBezTo>
                  <a:pt x="8397446" y="5098944"/>
                  <a:pt x="8397240" y="5095532"/>
                  <a:pt x="8397548" y="5093425"/>
                </a:cubicBezTo>
                <a:lnTo>
                  <a:pt x="8398918" y="5092780"/>
                </a:lnTo>
                <a:lnTo>
                  <a:pt x="8409421" y="5074026"/>
                </a:lnTo>
                <a:cubicBezTo>
                  <a:pt x="8415869" y="5061130"/>
                  <a:pt x="8428766" y="5048234"/>
                  <a:pt x="8441663" y="5041786"/>
                </a:cubicBezTo>
                <a:cubicBezTo>
                  <a:pt x="8467456" y="5015995"/>
                  <a:pt x="8499698" y="4997726"/>
                  <a:pt x="8530865" y="4984830"/>
                </a:cubicBezTo>
                <a:cubicBezTo>
                  <a:pt x="8530865" y="5004174"/>
                  <a:pt x="8530865" y="5022443"/>
                  <a:pt x="8530865" y="5041786"/>
                </a:cubicBezTo>
                <a:cubicBezTo>
                  <a:pt x="8512595" y="5041786"/>
                  <a:pt x="8486801" y="5041786"/>
                  <a:pt x="8486801" y="5074026"/>
                </a:cubicBezTo>
                <a:cubicBezTo>
                  <a:pt x="8506146" y="5074026"/>
                  <a:pt x="8525491" y="5074026"/>
                  <a:pt x="8543762" y="5074026"/>
                </a:cubicBezTo>
                <a:cubicBezTo>
                  <a:pt x="8550210" y="5048234"/>
                  <a:pt x="8557733" y="5022443"/>
                  <a:pt x="8563107" y="4997726"/>
                </a:cubicBezTo>
                <a:cubicBezTo>
                  <a:pt x="8569555" y="5009547"/>
                  <a:pt x="8582452" y="5028891"/>
                  <a:pt x="8595349" y="5041786"/>
                </a:cubicBezTo>
                <a:cubicBezTo>
                  <a:pt x="8614694" y="4997726"/>
                  <a:pt x="8646935" y="4971934"/>
                  <a:pt x="8679177" y="4952590"/>
                </a:cubicBezTo>
                <a:cubicBezTo>
                  <a:pt x="8679177" y="4978382"/>
                  <a:pt x="8672729" y="5015995"/>
                  <a:pt x="8685626" y="5041786"/>
                </a:cubicBezTo>
                <a:cubicBezTo>
                  <a:pt x="8685626" y="5054682"/>
                  <a:pt x="8698522" y="5041786"/>
                  <a:pt x="8698522" y="5028891"/>
                </a:cubicBezTo>
                <a:cubicBezTo>
                  <a:pt x="8704971" y="5009547"/>
                  <a:pt x="8698522" y="4984830"/>
                  <a:pt x="8698522" y="4965486"/>
                </a:cubicBezTo>
                <a:cubicBezTo>
                  <a:pt x="8692074" y="4901007"/>
                  <a:pt x="8711419" y="4875215"/>
                  <a:pt x="8749035" y="4868767"/>
                </a:cubicBezTo>
                <a:cubicBezTo>
                  <a:pt x="8787725" y="4855872"/>
                  <a:pt x="8832863" y="4830080"/>
                  <a:pt x="8871553" y="4868767"/>
                </a:cubicBezTo>
                <a:cubicBezTo>
                  <a:pt x="8852208" y="4881663"/>
                  <a:pt x="8826415" y="4888111"/>
                  <a:pt x="8813518" y="4907455"/>
                </a:cubicBezTo>
                <a:cubicBezTo>
                  <a:pt x="8865105" y="4907455"/>
                  <a:pt x="8910244" y="4868767"/>
                  <a:pt x="8960756" y="4888111"/>
                </a:cubicBezTo>
                <a:cubicBezTo>
                  <a:pt x="8960756" y="4868767"/>
                  <a:pt x="8973653" y="4817184"/>
                  <a:pt x="8960756" y="4798915"/>
                </a:cubicBezTo>
                <a:cubicBezTo>
                  <a:pt x="8948934" y="4792467"/>
                  <a:pt x="8936037" y="4804288"/>
                  <a:pt x="8929589" y="4792467"/>
                </a:cubicBezTo>
                <a:cubicBezTo>
                  <a:pt x="8916692" y="4773123"/>
                  <a:pt x="8941411" y="4753780"/>
                  <a:pt x="8948934" y="4747332"/>
                </a:cubicBezTo>
                <a:cubicBezTo>
                  <a:pt x="8980101" y="4727988"/>
                  <a:pt x="9031688" y="4715092"/>
                  <a:pt x="9063930" y="4734436"/>
                </a:cubicBezTo>
                <a:cubicBezTo>
                  <a:pt x="9044585" y="4786019"/>
                  <a:pt x="9057481" y="4842976"/>
                  <a:pt x="9076826" y="4888111"/>
                </a:cubicBezTo>
                <a:cubicBezTo>
                  <a:pt x="9018791" y="4907455"/>
                  <a:pt x="8960756" y="4926799"/>
                  <a:pt x="8903795" y="4959038"/>
                </a:cubicBezTo>
                <a:cubicBezTo>
                  <a:pt x="8878002" y="4971934"/>
                  <a:pt x="8858657" y="4984830"/>
                  <a:pt x="8832863" y="5004174"/>
                </a:cubicBezTo>
                <a:cubicBezTo>
                  <a:pt x="8819967" y="5015995"/>
                  <a:pt x="8800621" y="5035338"/>
                  <a:pt x="8781276" y="5035338"/>
                </a:cubicBezTo>
                <a:lnTo>
                  <a:pt x="8773438" y="5035965"/>
                </a:lnTo>
                <a:lnTo>
                  <a:pt x="8781360" y="5042472"/>
                </a:lnTo>
                <a:cubicBezTo>
                  <a:pt x="8778200" y="5045884"/>
                  <a:pt x="8775040" y="5049297"/>
                  <a:pt x="8772012" y="5050150"/>
                </a:cubicBezTo>
                <a:lnTo>
                  <a:pt x="8767963" y="5049272"/>
                </a:lnTo>
                <a:lnTo>
                  <a:pt x="8770472" y="5059093"/>
                </a:lnTo>
                <a:cubicBezTo>
                  <a:pt x="8770472" y="5063909"/>
                  <a:pt x="8769105" y="5068725"/>
                  <a:pt x="8766370" y="5075146"/>
                </a:cubicBezTo>
                <a:cubicBezTo>
                  <a:pt x="8766370" y="5068725"/>
                  <a:pt x="8758714" y="5062304"/>
                  <a:pt x="8758714" y="5055883"/>
                </a:cubicBezTo>
                <a:cubicBezTo>
                  <a:pt x="8758714" y="5055883"/>
                  <a:pt x="8760628" y="5054277"/>
                  <a:pt x="8762542" y="5051869"/>
                </a:cubicBezTo>
                <a:lnTo>
                  <a:pt x="8765308" y="5045489"/>
                </a:lnTo>
                <a:lnTo>
                  <a:pt x="8763453" y="5042472"/>
                </a:lnTo>
                <a:lnTo>
                  <a:pt x="8767145" y="5036469"/>
                </a:lnTo>
                <a:lnTo>
                  <a:pt x="8761126" y="5036950"/>
                </a:lnTo>
                <a:cubicBezTo>
                  <a:pt x="8753871" y="5036950"/>
                  <a:pt x="8745811" y="5038562"/>
                  <a:pt x="8736138" y="5048234"/>
                </a:cubicBezTo>
                <a:cubicBezTo>
                  <a:pt x="8730764" y="5061130"/>
                  <a:pt x="8724316" y="5086922"/>
                  <a:pt x="8736138" y="5093370"/>
                </a:cubicBezTo>
                <a:cubicBezTo>
                  <a:pt x="8755483" y="5106266"/>
                  <a:pt x="8781276" y="5080474"/>
                  <a:pt x="8794173" y="5074026"/>
                </a:cubicBezTo>
                <a:cubicBezTo>
                  <a:pt x="8813518" y="5054682"/>
                  <a:pt x="8832863" y="5054682"/>
                  <a:pt x="8852208" y="5054682"/>
                </a:cubicBezTo>
                <a:cubicBezTo>
                  <a:pt x="8878002" y="5054682"/>
                  <a:pt x="8903795" y="5054682"/>
                  <a:pt x="8923140" y="5028891"/>
                </a:cubicBezTo>
                <a:cubicBezTo>
                  <a:pt x="8941411" y="5009547"/>
                  <a:pt x="8954308" y="4990203"/>
                  <a:pt x="8980101" y="4990203"/>
                </a:cubicBezTo>
                <a:cubicBezTo>
                  <a:pt x="9018791" y="4990203"/>
                  <a:pt x="9044585" y="4939694"/>
                  <a:pt x="9089723" y="4933247"/>
                </a:cubicBezTo>
                <a:cubicBezTo>
                  <a:pt x="9102620" y="4926799"/>
                  <a:pt x="9128413" y="4926799"/>
                  <a:pt x="9134862" y="4894559"/>
                </a:cubicBezTo>
                <a:cubicBezTo>
                  <a:pt x="9134862" y="4868767"/>
                  <a:pt x="9128413" y="4849424"/>
                  <a:pt x="9128413" y="4823632"/>
                </a:cubicBezTo>
                <a:cubicBezTo>
                  <a:pt x="9134862" y="4798915"/>
                  <a:pt x="9154207" y="4804288"/>
                  <a:pt x="9166029" y="4792467"/>
                </a:cubicBezTo>
                <a:cubicBezTo>
                  <a:pt x="9178926" y="4779571"/>
                  <a:pt x="9173552" y="4753780"/>
                  <a:pt x="9178926" y="4734436"/>
                </a:cubicBezTo>
                <a:cubicBezTo>
                  <a:pt x="9191822" y="4766675"/>
                  <a:pt x="9224064" y="4817184"/>
                  <a:pt x="9198271" y="4855872"/>
                </a:cubicBezTo>
                <a:cubicBezTo>
                  <a:pt x="9217616" y="4894559"/>
                  <a:pt x="9269203" y="4836528"/>
                  <a:pt x="9288548" y="4823632"/>
                </a:cubicBezTo>
                <a:cubicBezTo>
                  <a:pt x="9340135" y="4786019"/>
                  <a:pt x="9390647" y="4773123"/>
                  <a:pt x="9448682" y="4753780"/>
                </a:cubicBezTo>
                <a:cubicBezTo>
                  <a:pt x="9500269" y="4727988"/>
                  <a:pt x="9545408" y="4695748"/>
                  <a:pt x="9589471" y="4650613"/>
                </a:cubicBezTo>
                <a:cubicBezTo>
                  <a:pt x="9628162" y="4611925"/>
                  <a:pt x="9679748" y="4611925"/>
                  <a:pt x="9718439" y="4605477"/>
                </a:cubicBezTo>
                <a:cubicBezTo>
                  <a:pt x="9750680" y="4605477"/>
                  <a:pt x="9846331" y="4611925"/>
                  <a:pt x="9852780" y="4548521"/>
                </a:cubicBezTo>
                <a:cubicBezTo>
                  <a:pt x="9859228" y="4516281"/>
                  <a:pt x="9839883" y="4509833"/>
                  <a:pt x="9833435" y="4484042"/>
                </a:cubicBezTo>
                <a:cubicBezTo>
                  <a:pt x="9820538" y="4464698"/>
                  <a:pt x="9826986" y="4426011"/>
                  <a:pt x="9826986" y="4400219"/>
                </a:cubicBezTo>
                <a:cubicBezTo>
                  <a:pt x="9826986" y="4369054"/>
                  <a:pt x="9820538" y="4336814"/>
                  <a:pt x="9846331" y="4330366"/>
                </a:cubicBezTo>
                <a:cubicBezTo>
                  <a:pt x="9865676" y="4330366"/>
                  <a:pt x="9885021" y="4336814"/>
                  <a:pt x="9910815" y="4330366"/>
                </a:cubicBezTo>
                <a:cubicBezTo>
                  <a:pt x="9955953" y="4317471"/>
                  <a:pt x="9994644" y="4278783"/>
                  <a:pt x="10038707" y="4246544"/>
                </a:cubicBezTo>
                <a:cubicBezTo>
                  <a:pt x="10038707" y="4291679"/>
                  <a:pt x="10058053" y="4356158"/>
                  <a:pt x="10025811" y="4381950"/>
                </a:cubicBezTo>
                <a:cubicBezTo>
                  <a:pt x="10006466" y="4393771"/>
                  <a:pt x="9981747" y="4388398"/>
                  <a:pt x="9962402" y="4393771"/>
                </a:cubicBezTo>
                <a:cubicBezTo>
                  <a:pt x="9949505" y="4400219"/>
                  <a:pt x="9949505" y="4419563"/>
                  <a:pt x="9943057" y="4438906"/>
                </a:cubicBezTo>
                <a:cubicBezTo>
                  <a:pt x="9936608" y="4464698"/>
                  <a:pt x="9930160" y="4451802"/>
                  <a:pt x="9917263" y="4451802"/>
                </a:cubicBezTo>
                <a:cubicBezTo>
                  <a:pt x="9885021" y="4458250"/>
                  <a:pt x="9904367" y="4522729"/>
                  <a:pt x="9904367" y="4548521"/>
                </a:cubicBezTo>
                <a:cubicBezTo>
                  <a:pt x="10096743" y="4464698"/>
                  <a:pt x="10295567" y="4381950"/>
                  <a:pt x="10487943" y="4298127"/>
                </a:cubicBezTo>
                <a:cubicBezTo>
                  <a:pt x="10583594" y="4259439"/>
                  <a:pt x="10679245" y="4214304"/>
                  <a:pt x="10775970" y="4189587"/>
                </a:cubicBezTo>
                <a:cubicBezTo>
                  <a:pt x="10820034" y="4184354"/>
                  <a:pt x="10858724" y="4152114"/>
                  <a:pt x="10903863" y="4139219"/>
                </a:cubicBezTo>
                <a:cubicBezTo>
                  <a:pt x="10949002" y="4126322"/>
                  <a:pt x="10987692" y="4113427"/>
                  <a:pt x="11031756" y="4100532"/>
                </a:cubicBezTo>
                <a:cubicBezTo>
                  <a:pt x="10929656" y="4152114"/>
                  <a:pt x="10832931" y="4214304"/>
                  <a:pt x="10730832" y="4265887"/>
                </a:cubicBezTo>
                <a:cubicBezTo>
                  <a:pt x="10634106" y="4317471"/>
                  <a:pt x="10532007" y="4343262"/>
                  <a:pt x="10436357" y="4381950"/>
                </a:cubicBezTo>
                <a:cubicBezTo>
                  <a:pt x="10385844" y="4400219"/>
                  <a:pt x="10334257" y="4432458"/>
                  <a:pt x="10282671" y="4458250"/>
                </a:cubicBezTo>
                <a:cubicBezTo>
                  <a:pt x="10237532" y="4477594"/>
                  <a:pt x="10192393" y="4484042"/>
                  <a:pt x="10148330" y="4490490"/>
                </a:cubicBezTo>
                <a:cubicBezTo>
                  <a:pt x="10045156" y="4496938"/>
                  <a:pt x="9949505" y="4554969"/>
                  <a:pt x="9852780" y="4618373"/>
                </a:cubicBezTo>
                <a:cubicBezTo>
                  <a:pt x="9801193" y="4650613"/>
                  <a:pt x="9757129" y="4682852"/>
                  <a:pt x="9705542" y="4715092"/>
                </a:cubicBezTo>
                <a:cubicBezTo>
                  <a:pt x="9660403" y="4740884"/>
                  <a:pt x="9615265" y="4766675"/>
                  <a:pt x="9571201" y="4798915"/>
                </a:cubicBezTo>
                <a:cubicBezTo>
                  <a:pt x="9526062" y="4836528"/>
                  <a:pt x="9474476" y="4823632"/>
                  <a:pt x="9429337" y="4830080"/>
                </a:cubicBezTo>
                <a:cubicBezTo>
                  <a:pt x="9378825" y="4842976"/>
                  <a:pt x="9333686" y="4868767"/>
                  <a:pt x="9288548" y="4888111"/>
                </a:cubicBezTo>
                <a:cubicBezTo>
                  <a:pt x="9185374" y="4939694"/>
                  <a:pt x="9089723" y="5009547"/>
                  <a:pt x="8992998" y="5061130"/>
                </a:cubicBezTo>
                <a:cubicBezTo>
                  <a:pt x="8936037" y="5086922"/>
                  <a:pt x="8884450" y="5112713"/>
                  <a:pt x="8832863" y="5144953"/>
                </a:cubicBezTo>
                <a:cubicBezTo>
                  <a:pt x="8787725" y="5164297"/>
                  <a:pt x="8743661" y="5195462"/>
                  <a:pt x="8698522" y="5195462"/>
                </a:cubicBezTo>
                <a:cubicBezTo>
                  <a:pt x="8704971" y="5227701"/>
                  <a:pt x="8730764" y="5285733"/>
                  <a:pt x="8711419" y="5324420"/>
                </a:cubicBezTo>
                <a:cubicBezTo>
                  <a:pt x="8698522" y="5343764"/>
                  <a:pt x="8672729" y="5337316"/>
                  <a:pt x="8653384" y="5343764"/>
                </a:cubicBezTo>
                <a:cubicBezTo>
                  <a:pt x="8627590" y="5356660"/>
                  <a:pt x="8595349" y="5369555"/>
                  <a:pt x="8569555" y="5388899"/>
                </a:cubicBezTo>
                <a:cubicBezTo>
                  <a:pt x="8550210" y="5408243"/>
                  <a:pt x="8530865" y="5432960"/>
                  <a:pt x="8506146" y="5445856"/>
                </a:cubicBezTo>
                <a:cubicBezTo>
                  <a:pt x="8441663" y="5478095"/>
                  <a:pt x="8377179" y="5503887"/>
                  <a:pt x="8313770" y="5549022"/>
                </a:cubicBezTo>
                <a:cubicBezTo>
                  <a:pt x="8255734" y="5587710"/>
                  <a:pt x="8197700" y="5638219"/>
                  <a:pt x="8139664" y="5683354"/>
                </a:cubicBezTo>
                <a:cubicBezTo>
                  <a:pt x="8229942" y="5709146"/>
                  <a:pt x="8313770" y="5651114"/>
                  <a:pt x="8396524" y="5605979"/>
                </a:cubicBezTo>
                <a:cubicBezTo>
                  <a:pt x="8415869" y="5594158"/>
                  <a:pt x="8461008" y="5594158"/>
                  <a:pt x="8467456" y="5549022"/>
                </a:cubicBezTo>
                <a:cubicBezTo>
                  <a:pt x="8473904" y="5503887"/>
                  <a:pt x="8473904" y="5471647"/>
                  <a:pt x="8506146" y="5484543"/>
                </a:cubicBezTo>
                <a:cubicBezTo>
                  <a:pt x="8499698" y="5490991"/>
                  <a:pt x="8493249" y="5503887"/>
                  <a:pt x="8486801" y="5516783"/>
                </a:cubicBezTo>
                <a:cubicBezTo>
                  <a:pt x="8506146" y="5510335"/>
                  <a:pt x="8525491" y="5510335"/>
                  <a:pt x="8538388" y="5510335"/>
                </a:cubicBezTo>
                <a:cubicBezTo>
                  <a:pt x="8525491" y="5452304"/>
                  <a:pt x="8557733" y="5432960"/>
                  <a:pt x="8582452" y="5458752"/>
                </a:cubicBezTo>
                <a:cubicBezTo>
                  <a:pt x="8582452" y="5458752"/>
                  <a:pt x="8576003" y="5465199"/>
                  <a:pt x="8576003" y="5471647"/>
                </a:cubicBezTo>
                <a:cubicBezTo>
                  <a:pt x="8576003" y="5478095"/>
                  <a:pt x="8582452" y="5484543"/>
                  <a:pt x="8582452" y="5490991"/>
                </a:cubicBezTo>
                <a:cubicBezTo>
                  <a:pt x="8601797" y="5426512"/>
                  <a:pt x="8659832" y="5432960"/>
                  <a:pt x="8692074" y="5426512"/>
                </a:cubicBezTo>
                <a:cubicBezTo>
                  <a:pt x="8749035" y="5400720"/>
                  <a:pt x="8807070" y="5369555"/>
                  <a:pt x="8865105" y="5343764"/>
                </a:cubicBezTo>
                <a:cubicBezTo>
                  <a:pt x="8973653" y="5292180"/>
                  <a:pt x="9083275" y="5221253"/>
                  <a:pt x="9191822" y="5170745"/>
                </a:cubicBezTo>
                <a:cubicBezTo>
                  <a:pt x="9307893" y="5119161"/>
                  <a:pt x="9422889" y="5061130"/>
                  <a:pt x="9538959" y="4990203"/>
                </a:cubicBezTo>
                <a:cubicBezTo>
                  <a:pt x="9589471" y="4965486"/>
                  <a:pt x="9634610" y="4907455"/>
                  <a:pt x="9686197" y="4894559"/>
                </a:cubicBezTo>
                <a:cubicBezTo>
                  <a:pt x="9705542" y="4888111"/>
                  <a:pt x="9724887" y="4894559"/>
                  <a:pt x="9744232" y="4894559"/>
                </a:cubicBezTo>
                <a:cubicBezTo>
                  <a:pt x="9757129" y="4888111"/>
                  <a:pt x="9750680" y="4836528"/>
                  <a:pt x="9750680" y="4823632"/>
                </a:cubicBezTo>
                <a:cubicBezTo>
                  <a:pt x="9666852" y="4862319"/>
                  <a:pt x="9584098" y="4913903"/>
                  <a:pt x="9500269" y="4946142"/>
                </a:cubicBezTo>
                <a:cubicBezTo>
                  <a:pt x="9461579" y="4965486"/>
                  <a:pt x="9429337" y="4978382"/>
                  <a:pt x="9390647" y="4997726"/>
                </a:cubicBezTo>
                <a:cubicBezTo>
                  <a:pt x="9359480" y="5009547"/>
                  <a:pt x="9364853" y="5048234"/>
                  <a:pt x="9346583" y="5067578"/>
                </a:cubicBezTo>
                <a:cubicBezTo>
                  <a:pt x="9327238" y="5086922"/>
                  <a:pt x="9301444" y="5080474"/>
                  <a:pt x="9275651" y="5080474"/>
                </a:cubicBezTo>
                <a:cubicBezTo>
                  <a:pt x="9230512" y="5080474"/>
                  <a:pt x="9191822" y="5106266"/>
                  <a:pt x="9147758" y="5125609"/>
                </a:cubicBezTo>
                <a:cubicBezTo>
                  <a:pt x="9070378" y="5164297"/>
                  <a:pt x="8992998" y="5209432"/>
                  <a:pt x="8916692" y="5195462"/>
                </a:cubicBezTo>
                <a:cubicBezTo>
                  <a:pt x="8929589" y="5144953"/>
                  <a:pt x="8980101" y="5132057"/>
                  <a:pt x="9005894" y="5119161"/>
                </a:cubicBezTo>
                <a:cubicBezTo>
                  <a:pt x="9051033" y="5099818"/>
                  <a:pt x="9096172" y="5067578"/>
                  <a:pt x="9134862" y="5041786"/>
                </a:cubicBezTo>
                <a:cubicBezTo>
                  <a:pt x="9243409" y="4978382"/>
                  <a:pt x="9359480" y="4926799"/>
                  <a:pt x="9468027" y="4875215"/>
                </a:cubicBezTo>
                <a:cubicBezTo>
                  <a:pt x="9584098" y="4823632"/>
                  <a:pt x="9692645" y="4773123"/>
                  <a:pt x="9807641" y="4721540"/>
                </a:cubicBezTo>
                <a:cubicBezTo>
                  <a:pt x="9910815" y="4676405"/>
                  <a:pt x="10019362" y="4599030"/>
                  <a:pt x="10128985" y="4580760"/>
                </a:cubicBezTo>
                <a:cubicBezTo>
                  <a:pt x="10128985" y="4663509"/>
                  <a:pt x="10090294" y="4624821"/>
                  <a:pt x="10058053" y="4663509"/>
                </a:cubicBezTo>
                <a:cubicBezTo>
                  <a:pt x="10025811" y="4695748"/>
                  <a:pt x="9987121" y="4702196"/>
                  <a:pt x="9955953" y="4715092"/>
                </a:cubicBezTo>
                <a:cubicBezTo>
                  <a:pt x="9917263" y="4727988"/>
                  <a:pt x="9885021" y="4740884"/>
                  <a:pt x="9852780" y="4760227"/>
                </a:cubicBezTo>
                <a:cubicBezTo>
                  <a:pt x="9833435" y="4766675"/>
                  <a:pt x="9776474" y="4779571"/>
                  <a:pt x="9770026" y="4823632"/>
                </a:cubicBezTo>
                <a:cubicBezTo>
                  <a:pt x="9770026" y="4849424"/>
                  <a:pt x="9763577" y="4888111"/>
                  <a:pt x="9789371" y="4894559"/>
                </a:cubicBezTo>
                <a:cubicBezTo>
                  <a:pt x="9814089" y="4894559"/>
                  <a:pt x="9820538" y="4888111"/>
                  <a:pt x="9826986" y="4849424"/>
                </a:cubicBezTo>
                <a:cubicBezTo>
                  <a:pt x="9826986" y="4817184"/>
                  <a:pt x="9852780" y="4817184"/>
                  <a:pt x="9865676" y="4842976"/>
                </a:cubicBezTo>
                <a:lnTo>
                  <a:pt x="9867618" y="4830031"/>
                </a:lnTo>
                <a:lnTo>
                  <a:pt x="9867175" y="4826849"/>
                </a:lnTo>
                <a:lnTo>
                  <a:pt x="9866965" y="4819327"/>
                </a:lnTo>
                <a:lnTo>
                  <a:pt x="9865676" y="4810736"/>
                </a:lnTo>
                <a:cubicBezTo>
                  <a:pt x="9891470" y="4804288"/>
                  <a:pt x="9930160" y="4823632"/>
                  <a:pt x="9949505" y="4786019"/>
                </a:cubicBezTo>
                <a:cubicBezTo>
                  <a:pt x="9962402" y="4753780"/>
                  <a:pt x="9968850" y="4740884"/>
                  <a:pt x="9994644" y="4760227"/>
                </a:cubicBezTo>
                <a:cubicBezTo>
                  <a:pt x="10045156" y="4798915"/>
                  <a:pt x="9981747" y="4849424"/>
                  <a:pt x="9955953" y="4868767"/>
                </a:cubicBezTo>
                <a:cubicBezTo>
                  <a:pt x="9981747" y="4888111"/>
                  <a:pt x="10000017" y="4901007"/>
                  <a:pt x="10025811" y="4920351"/>
                </a:cubicBezTo>
                <a:cubicBezTo>
                  <a:pt x="9981747" y="4984830"/>
                  <a:pt x="9923712" y="4990203"/>
                  <a:pt x="9865676" y="5015995"/>
                </a:cubicBezTo>
                <a:cubicBezTo>
                  <a:pt x="9801193" y="5054682"/>
                  <a:pt x="9737784" y="5080474"/>
                  <a:pt x="9666852" y="5106266"/>
                </a:cubicBezTo>
                <a:cubicBezTo>
                  <a:pt x="9628162" y="5125609"/>
                  <a:pt x="9589471" y="5138505"/>
                  <a:pt x="9558304" y="5151401"/>
                </a:cubicBezTo>
                <a:cubicBezTo>
                  <a:pt x="9526062" y="5164297"/>
                  <a:pt x="9500269" y="5177193"/>
                  <a:pt x="9474476" y="5157849"/>
                </a:cubicBezTo>
                <a:lnTo>
                  <a:pt x="9472484" y="5156878"/>
                </a:lnTo>
                <a:lnTo>
                  <a:pt x="9476907" y="5170517"/>
                </a:lnTo>
                <a:cubicBezTo>
                  <a:pt x="9475410" y="5174530"/>
                  <a:pt x="9470920" y="5174530"/>
                  <a:pt x="9464932" y="5164898"/>
                </a:cubicBezTo>
                <a:cubicBezTo>
                  <a:pt x="9464932" y="5161687"/>
                  <a:pt x="9466429" y="5158476"/>
                  <a:pt x="9467926" y="5156068"/>
                </a:cubicBezTo>
                <a:lnTo>
                  <a:pt x="9468697" y="5155034"/>
                </a:lnTo>
                <a:lnTo>
                  <a:pt x="9443040" y="5142535"/>
                </a:lnTo>
                <a:cubicBezTo>
                  <a:pt x="9432561" y="5140117"/>
                  <a:pt x="9422889" y="5141729"/>
                  <a:pt x="9416440" y="5151401"/>
                </a:cubicBezTo>
                <a:cubicBezTo>
                  <a:pt x="9403544" y="5157849"/>
                  <a:pt x="9378825" y="5170745"/>
                  <a:pt x="9378825" y="5195462"/>
                </a:cubicBezTo>
                <a:cubicBezTo>
                  <a:pt x="9403544" y="5183641"/>
                  <a:pt x="9442234" y="5138505"/>
                  <a:pt x="9468027" y="5183641"/>
                </a:cubicBezTo>
                <a:cubicBezTo>
                  <a:pt x="9384198" y="5240597"/>
                  <a:pt x="9301444" y="5292180"/>
                  <a:pt x="9211167" y="5343764"/>
                </a:cubicBezTo>
                <a:cubicBezTo>
                  <a:pt x="9173552" y="5363108"/>
                  <a:pt x="9141310" y="5376003"/>
                  <a:pt x="9102620" y="5400720"/>
                </a:cubicBezTo>
                <a:cubicBezTo>
                  <a:pt x="9089723" y="5408243"/>
                  <a:pt x="9070378" y="5420064"/>
                  <a:pt x="9057481" y="5414691"/>
                </a:cubicBezTo>
                <a:cubicBezTo>
                  <a:pt x="9051033" y="5414691"/>
                  <a:pt x="9038136" y="5388899"/>
                  <a:pt x="9025240" y="5395347"/>
                </a:cubicBezTo>
                <a:cubicBezTo>
                  <a:pt x="9025240" y="5396690"/>
                  <a:pt x="9026449" y="5400519"/>
                  <a:pt x="9027860" y="5405607"/>
                </a:cubicBezTo>
                <a:lnTo>
                  <a:pt x="9029904" y="5415120"/>
                </a:lnTo>
                <a:lnTo>
                  <a:pt x="9037858" y="5406503"/>
                </a:lnTo>
                <a:cubicBezTo>
                  <a:pt x="9040852" y="5406503"/>
                  <a:pt x="9043846" y="5409746"/>
                  <a:pt x="9046839" y="5416233"/>
                </a:cubicBezTo>
                <a:lnTo>
                  <a:pt x="9030144" y="5416233"/>
                </a:lnTo>
                <a:lnTo>
                  <a:pt x="9031689" y="5423422"/>
                </a:lnTo>
                <a:cubicBezTo>
                  <a:pt x="9033301" y="5436184"/>
                  <a:pt x="9031688" y="5449080"/>
                  <a:pt x="9018791" y="5452304"/>
                </a:cubicBezTo>
                <a:cubicBezTo>
                  <a:pt x="9005894" y="5452304"/>
                  <a:pt x="8986549" y="5452304"/>
                  <a:pt x="8968279" y="5439408"/>
                </a:cubicBezTo>
                <a:cubicBezTo>
                  <a:pt x="8954308" y="5432960"/>
                  <a:pt x="8941411" y="5426512"/>
                  <a:pt x="8929589" y="5426512"/>
                </a:cubicBezTo>
                <a:cubicBezTo>
                  <a:pt x="8916692" y="5432960"/>
                  <a:pt x="8916692" y="5452304"/>
                  <a:pt x="8903795" y="5458752"/>
                </a:cubicBezTo>
                <a:cubicBezTo>
                  <a:pt x="8890899" y="5471647"/>
                  <a:pt x="8871553" y="5445856"/>
                  <a:pt x="8884450" y="5490991"/>
                </a:cubicBezTo>
                <a:cubicBezTo>
                  <a:pt x="8730764" y="5594158"/>
                  <a:pt x="8582452" y="5715594"/>
                  <a:pt x="8415869" y="5741385"/>
                </a:cubicBezTo>
                <a:cubicBezTo>
                  <a:pt x="8325592" y="5754281"/>
                  <a:pt x="8249286" y="5805864"/>
                  <a:pt x="8171906" y="5856373"/>
                </a:cubicBezTo>
                <a:cubicBezTo>
                  <a:pt x="8089152" y="5907956"/>
                  <a:pt x="8005323" y="5959540"/>
                  <a:pt x="7922569" y="6011123"/>
                </a:cubicBezTo>
                <a:cubicBezTo>
                  <a:pt x="7947288" y="6024019"/>
                  <a:pt x="7979530" y="6042288"/>
                  <a:pt x="8005323" y="6030467"/>
                </a:cubicBezTo>
                <a:cubicBezTo>
                  <a:pt x="8024668" y="6030467"/>
                  <a:pt x="8044014" y="6011123"/>
                  <a:pt x="8056910" y="6042288"/>
                </a:cubicBezTo>
                <a:lnTo>
                  <a:pt x="8058033" y="6038764"/>
                </a:lnTo>
                <a:lnTo>
                  <a:pt x="8054135" y="6026397"/>
                </a:lnTo>
                <a:lnTo>
                  <a:pt x="8057813" y="6014107"/>
                </a:lnTo>
                <a:lnTo>
                  <a:pt x="8056910" y="6011123"/>
                </a:lnTo>
                <a:cubicBezTo>
                  <a:pt x="8108497" y="5959540"/>
                  <a:pt x="8165458" y="5946644"/>
                  <a:pt x="8223493" y="5914404"/>
                </a:cubicBezTo>
                <a:cubicBezTo>
                  <a:pt x="8281528" y="5888613"/>
                  <a:pt x="8333115" y="5849925"/>
                  <a:pt x="8390076" y="5830581"/>
                </a:cubicBezTo>
                <a:cubicBezTo>
                  <a:pt x="8506146" y="5792969"/>
                  <a:pt x="8601797" y="5689802"/>
                  <a:pt x="8711419" y="5638219"/>
                </a:cubicBezTo>
                <a:cubicBezTo>
                  <a:pt x="8743661" y="5625323"/>
                  <a:pt x="8774828" y="5605979"/>
                  <a:pt x="8807070" y="5600606"/>
                </a:cubicBezTo>
                <a:lnTo>
                  <a:pt x="8824041" y="5601471"/>
                </a:lnTo>
                <a:lnTo>
                  <a:pt x="8820327" y="5593734"/>
                </a:lnTo>
                <a:cubicBezTo>
                  <a:pt x="8832302" y="5573893"/>
                  <a:pt x="8826314" y="5587120"/>
                  <a:pt x="8838289" y="5593734"/>
                </a:cubicBezTo>
                <a:lnTo>
                  <a:pt x="8833196" y="5601939"/>
                </a:lnTo>
                <a:lnTo>
                  <a:pt x="8846567" y="5602621"/>
                </a:lnTo>
                <a:cubicBezTo>
                  <a:pt x="8860269" y="5603292"/>
                  <a:pt x="8874778" y="5603292"/>
                  <a:pt x="8890899" y="5600606"/>
                </a:cubicBezTo>
                <a:cubicBezTo>
                  <a:pt x="8948934" y="5581262"/>
                  <a:pt x="9012343" y="5542574"/>
                  <a:pt x="9070378" y="5510335"/>
                </a:cubicBezTo>
                <a:cubicBezTo>
                  <a:pt x="9128413" y="5471647"/>
                  <a:pt x="9185374" y="5432960"/>
                  <a:pt x="9249858" y="5395347"/>
                </a:cubicBezTo>
                <a:cubicBezTo>
                  <a:pt x="9275651" y="5376003"/>
                  <a:pt x="9301444" y="5356660"/>
                  <a:pt x="9327238" y="5343764"/>
                </a:cubicBezTo>
                <a:cubicBezTo>
                  <a:pt x="9353031" y="5330868"/>
                  <a:pt x="9371302" y="5356660"/>
                  <a:pt x="9384198" y="5382451"/>
                </a:cubicBezTo>
                <a:cubicBezTo>
                  <a:pt x="9371302" y="5400720"/>
                  <a:pt x="9359480" y="5426512"/>
                  <a:pt x="9340135" y="5432960"/>
                </a:cubicBezTo>
                <a:cubicBezTo>
                  <a:pt x="9314341" y="5445856"/>
                  <a:pt x="9294996" y="5458752"/>
                  <a:pt x="9269203" y="5471647"/>
                </a:cubicBezTo>
                <a:cubicBezTo>
                  <a:pt x="9217616" y="5497439"/>
                  <a:pt x="9159580" y="5523231"/>
                  <a:pt x="9109068" y="5549022"/>
                </a:cubicBezTo>
                <a:cubicBezTo>
                  <a:pt x="8999446" y="5605979"/>
                  <a:pt x="8897347" y="5657562"/>
                  <a:pt x="8794173" y="5709146"/>
                </a:cubicBezTo>
                <a:cubicBezTo>
                  <a:pt x="8685626" y="5760729"/>
                  <a:pt x="8582452" y="5818760"/>
                  <a:pt x="8473904" y="5869269"/>
                </a:cubicBezTo>
                <a:cubicBezTo>
                  <a:pt x="8422317" y="5901508"/>
                  <a:pt x="8364282" y="5927300"/>
                  <a:pt x="8313770" y="5959540"/>
                </a:cubicBezTo>
                <a:cubicBezTo>
                  <a:pt x="8268632" y="5985331"/>
                  <a:pt x="8217044" y="6024019"/>
                  <a:pt x="8171906" y="6042288"/>
                </a:cubicBezTo>
                <a:cubicBezTo>
                  <a:pt x="8147187" y="6048736"/>
                  <a:pt x="8114946" y="6035840"/>
                  <a:pt x="8102048" y="6061632"/>
                </a:cubicBezTo>
                <a:cubicBezTo>
                  <a:pt x="8082704" y="6087423"/>
                  <a:pt x="8076255" y="6087423"/>
                  <a:pt x="8056910" y="6087423"/>
                </a:cubicBezTo>
                <a:cubicBezTo>
                  <a:pt x="8011772" y="6080975"/>
                  <a:pt x="7973082" y="6132559"/>
                  <a:pt x="7934391" y="6158350"/>
                </a:cubicBezTo>
                <a:cubicBezTo>
                  <a:pt x="7838740" y="6216382"/>
                  <a:pt x="7742015" y="6253994"/>
                  <a:pt x="7646364" y="6305578"/>
                </a:cubicBezTo>
                <a:cubicBezTo>
                  <a:pt x="7549639" y="6357161"/>
                  <a:pt x="7453988" y="6408744"/>
                  <a:pt x="7350814" y="6446357"/>
                </a:cubicBezTo>
                <a:cubicBezTo>
                  <a:pt x="7325021" y="6459253"/>
                  <a:pt x="7300302" y="6465701"/>
                  <a:pt x="7280957" y="6478597"/>
                </a:cubicBezTo>
                <a:cubicBezTo>
                  <a:pt x="7261612" y="6491493"/>
                  <a:pt x="7248715" y="6517284"/>
                  <a:pt x="7229370" y="6523732"/>
                </a:cubicBezTo>
                <a:cubicBezTo>
                  <a:pt x="7210025" y="6530180"/>
                  <a:pt x="7190680" y="6549524"/>
                  <a:pt x="7171335" y="6555972"/>
                </a:cubicBezTo>
                <a:cubicBezTo>
                  <a:pt x="7145542" y="6562420"/>
                  <a:pt x="7126196" y="6568868"/>
                  <a:pt x="7101478" y="6575316"/>
                </a:cubicBezTo>
                <a:cubicBezTo>
                  <a:pt x="7151990" y="6601107"/>
                  <a:pt x="7203576" y="6562420"/>
                  <a:pt x="7248715" y="6530180"/>
                </a:cubicBezTo>
                <a:cubicBezTo>
                  <a:pt x="7300302" y="6491493"/>
                  <a:pt x="7357262" y="6478597"/>
                  <a:pt x="7408850" y="6452805"/>
                </a:cubicBezTo>
                <a:cubicBezTo>
                  <a:pt x="7460436" y="6427013"/>
                  <a:pt x="7517397" y="6402296"/>
                  <a:pt x="7568984" y="6370057"/>
                </a:cubicBezTo>
                <a:cubicBezTo>
                  <a:pt x="7594778" y="6357161"/>
                  <a:pt x="7620571" y="6344265"/>
                  <a:pt x="7646364" y="6331369"/>
                </a:cubicBezTo>
                <a:cubicBezTo>
                  <a:pt x="7672158" y="6318474"/>
                  <a:pt x="7691503" y="6292682"/>
                  <a:pt x="7717296" y="6279786"/>
                </a:cubicBezTo>
                <a:cubicBezTo>
                  <a:pt x="7767808" y="6247547"/>
                  <a:pt x="7819396" y="6235725"/>
                  <a:pt x="7870982" y="6209934"/>
                </a:cubicBezTo>
                <a:cubicBezTo>
                  <a:pt x="7927943" y="6177694"/>
                  <a:pt x="7979530" y="6145455"/>
                  <a:pt x="8037565" y="6119663"/>
                </a:cubicBezTo>
                <a:cubicBezTo>
                  <a:pt x="8089152" y="6106767"/>
                  <a:pt x="8133216" y="6087423"/>
                  <a:pt x="8184802" y="6048736"/>
                </a:cubicBezTo>
                <a:cubicBezTo>
                  <a:pt x="8223493" y="6016496"/>
                  <a:pt x="8275080" y="6030467"/>
                  <a:pt x="8325592" y="5998227"/>
                </a:cubicBezTo>
                <a:cubicBezTo>
                  <a:pt x="8344937" y="5985331"/>
                  <a:pt x="8364282" y="5959540"/>
                  <a:pt x="8390076" y="5946644"/>
                </a:cubicBezTo>
                <a:cubicBezTo>
                  <a:pt x="8415869" y="5933748"/>
                  <a:pt x="8441663" y="5920852"/>
                  <a:pt x="8467456" y="5907956"/>
                </a:cubicBezTo>
                <a:cubicBezTo>
                  <a:pt x="8525491" y="5882165"/>
                  <a:pt x="8582452" y="5849925"/>
                  <a:pt x="8640487" y="5825208"/>
                </a:cubicBezTo>
                <a:cubicBezTo>
                  <a:pt x="8755483" y="5767177"/>
                  <a:pt x="8878002" y="5715594"/>
                  <a:pt x="8992998" y="5664010"/>
                </a:cubicBezTo>
                <a:cubicBezTo>
                  <a:pt x="9109068" y="5605979"/>
                  <a:pt x="9230512" y="5549022"/>
                  <a:pt x="9346583" y="5490991"/>
                </a:cubicBezTo>
                <a:cubicBezTo>
                  <a:pt x="9397095" y="5465199"/>
                  <a:pt x="9448682" y="5445856"/>
                  <a:pt x="9506717" y="5414691"/>
                </a:cubicBezTo>
                <a:cubicBezTo>
                  <a:pt x="9519614" y="5400720"/>
                  <a:pt x="9571201" y="5356660"/>
                  <a:pt x="9584098" y="5395347"/>
                </a:cubicBezTo>
                <a:cubicBezTo>
                  <a:pt x="9384198" y="5523231"/>
                  <a:pt x="9173552" y="5619949"/>
                  <a:pt x="8968279" y="5728489"/>
                </a:cubicBezTo>
                <a:cubicBezTo>
                  <a:pt x="8755483" y="5837029"/>
                  <a:pt x="8538388" y="5953092"/>
                  <a:pt x="8325592" y="6061632"/>
                </a:cubicBezTo>
                <a:cubicBezTo>
                  <a:pt x="8114946" y="6171246"/>
                  <a:pt x="7896776" y="6279786"/>
                  <a:pt x="7685054" y="6395849"/>
                </a:cubicBezTo>
                <a:cubicBezTo>
                  <a:pt x="7575432" y="6446357"/>
                  <a:pt x="7466885" y="6504388"/>
                  <a:pt x="7363711" y="6555972"/>
                </a:cubicBezTo>
                <a:cubicBezTo>
                  <a:pt x="7312124" y="6588211"/>
                  <a:pt x="7261612" y="6614003"/>
                  <a:pt x="7203576" y="6638720"/>
                </a:cubicBezTo>
                <a:cubicBezTo>
                  <a:pt x="7171335" y="6658064"/>
                  <a:pt x="7119748" y="6670960"/>
                  <a:pt x="7095029" y="6716095"/>
                </a:cubicBezTo>
                <a:cubicBezTo>
                  <a:pt x="7101478" y="6728991"/>
                  <a:pt x="7106851" y="6735439"/>
                  <a:pt x="7113300" y="6748335"/>
                </a:cubicBezTo>
                <a:cubicBezTo>
                  <a:pt x="7104165" y="6751558"/>
                  <a:pt x="7096373" y="6753170"/>
                  <a:pt x="7088447" y="6754782"/>
                </a:cubicBezTo>
                <a:lnTo>
                  <a:pt x="7064365" y="6760834"/>
                </a:lnTo>
                <a:lnTo>
                  <a:pt x="7065628" y="6762189"/>
                </a:lnTo>
                <a:cubicBezTo>
                  <a:pt x="7065628" y="6768610"/>
                  <a:pt x="7059641" y="6775031"/>
                  <a:pt x="7059641" y="6781452"/>
                </a:cubicBezTo>
                <a:cubicBezTo>
                  <a:pt x="7059641" y="6775031"/>
                  <a:pt x="7053653" y="6768610"/>
                  <a:pt x="7047666" y="6762189"/>
                </a:cubicBezTo>
                <a:cubicBezTo>
                  <a:pt x="7050660" y="6755767"/>
                  <a:pt x="7053654" y="6752557"/>
                  <a:pt x="7056647" y="6752557"/>
                </a:cubicBezTo>
                <a:lnTo>
                  <a:pt x="7062228" y="6758542"/>
                </a:lnTo>
                <a:lnTo>
                  <a:pt x="7058758" y="6741887"/>
                </a:lnTo>
                <a:cubicBezTo>
                  <a:pt x="7059564" y="6735439"/>
                  <a:pt x="7062788" y="6728991"/>
                  <a:pt x="7069236" y="6722543"/>
                </a:cubicBezTo>
                <a:cubicBezTo>
                  <a:pt x="6966062" y="6696751"/>
                  <a:pt x="6863963" y="6774126"/>
                  <a:pt x="6793031" y="6889114"/>
                </a:cubicBezTo>
                <a:cubicBezTo>
                  <a:pt x="6773686" y="6843979"/>
                  <a:pt x="6741444" y="6863322"/>
                  <a:pt x="6722098" y="6882666"/>
                </a:cubicBezTo>
                <a:cubicBezTo>
                  <a:pt x="6690932" y="6902010"/>
                  <a:pt x="6652242" y="6914906"/>
                  <a:pt x="6620000" y="6934249"/>
                </a:cubicBezTo>
                <a:cubicBezTo>
                  <a:pt x="6549574" y="6966489"/>
                  <a:pt x="6473264" y="7005177"/>
                  <a:pt x="6402329" y="7042789"/>
                </a:cubicBezTo>
                <a:cubicBezTo>
                  <a:pt x="6363638" y="7062133"/>
                  <a:pt x="6324944" y="7081477"/>
                  <a:pt x="6286253" y="7094373"/>
                </a:cubicBezTo>
                <a:cubicBezTo>
                  <a:pt x="6248635" y="7113716"/>
                  <a:pt x="6209943" y="7107269"/>
                  <a:pt x="6177699" y="7126612"/>
                </a:cubicBezTo>
                <a:cubicBezTo>
                  <a:pt x="6151905" y="7145956"/>
                  <a:pt x="6126108" y="7178196"/>
                  <a:pt x="6093865" y="7191091"/>
                </a:cubicBezTo>
                <a:cubicBezTo>
                  <a:pt x="6062697" y="7203987"/>
                  <a:pt x="6030453" y="7210435"/>
                  <a:pt x="6004659" y="7216883"/>
                </a:cubicBezTo>
                <a:cubicBezTo>
                  <a:pt x="5850963" y="7254496"/>
                  <a:pt x="5696190" y="7318975"/>
                  <a:pt x="5548951" y="7377006"/>
                </a:cubicBezTo>
                <a:cubicBezTo>
                  <a:pt x="5465116" y="7409246"/>
                  <a:pt x="5388806" y="7435038"/>
                  <a:pt x="5304974" y="7466202"/>
                </a:cubicBezTo>
                <a:cubicBezTo>
                  <a:pt x="5266284" y="7479098"/>
                  <a:pt x="5228668" y="7498442"/>
                  <a:pt x="5189971" y="7498442"/>
                </a:cubicBezTo>
                <a:cubicBezTo>
                  <a:pt x="5170628" y="7498442"/>
                  <a:pt x="5151276" y="7491994"/>
                  <a:pt x="5151276" y="7530682"/>
                </a:cubicBezTo>
                <a:cubicBezTo>
                  <a:pt x="5177074" y="7530682"/>
                  <a:pt x="5209321" y="7537130"/>
                  <a:pt x="5235115" y="7517786"/>
                </a:cubicBezTo>
                <a:cubicBezTo>
                  <a:pt x="5259834" y="7504890"/>
                  <a:pt x="5279178" y="7491994"/>
                  <a:pt x="5304974" y="7485546"/>
                </a:cubicBezTo>
                <a:cubicBezTo>
                  <a:pt x="5369461" y="7459755"/>
                  <a:pt x="5427499" y="7447933"/>
                  <a:pt x="5490908" y="7428590"/>
                </a:cubicBezTo>
                <a:cubicBezTo>
                  <a:pt x="5619886" y="7383454"/>
                  <a:pt x="5754231" y="7344767"/>
                  <a:pt x="5882127" y="7299631"/>
                </a:cubicBezTo>
                <a:cubicBezTo>
                  <a:pt x="6011105" y="7254496"/>
                  <a:pt x="6145455" y="7210435"/>
                  <a:pt x="6274431" y="7165300"/>
                </a:cubicBezTo>
                <a:cubicBezTo>
                  <a:pt x="6337843" y="7139508"/>
                  <a:pt x="6402329" y="7120164"/>
                  <a:pt x="6466814" y="7094373"/>
                </a:cubicBezTo>
                <a:cubicBezTo>
                  <a:pt x="6523777" y="7075029"/>
                  <a:pt x="6581817" y="7042789"/>
                  <a:pt x="6639344" y="7055685"/>
                </a:cubicBezTo>
                <a:cubicBezTo>
                  <a:pt x="6613552" y="7100821"/>
                  <a:pt x="6581817" y="7107269"/>
                  <a:pt x="6543126" y="7120164"/>
                </a:cubicBezTo>
                <a:cubicBezTo>
                  <a:pt x="6510881" y="7133060"/>
                  <a:pt x="6473264" y="7152404"/>
                  <a:pt x="6434573" y="7171748"/>
                </a:cubicBezTo>
                <a:cubicBezTo>
                  <a:pt x="6357188" y="7203987"/>
                  <a:pt x="6286253" y="7242675"/>
                  <a:pt x="6209943" y="7267392"/>
                </a:cubicBezTo>
                <a:cubicBezTo>
                  <a:pt x="5959517" y="7364110"/>
                  <a:pt x="5709089" y="7441485"/>
                  <a:pt x="5453294" y="7517786"/>
                </a:cubicBezTo>
                <a:cubicBezTo>
                  <a:pt x="5202869" y="7595161"/>
                  <a:pt x="4945995" y="7671461"/>
                  <a:pt x="4695573" y="7729492"/>
                </a:cubicBezTo>
                <a:cubicBezTo>
                  <a:pt x="4182900" y="7845555"/>
                  <a:pt x="3669147" y="7915407"/>
                  <a:pt x="3150022" y="7915407"/>
                </a:cubicBezTo>
                <a:cubicBezTo>
                  <a:pt x="3187639" y="7941199"/>
                  <a:pt x="3265024" y="7941199"/>
                  <a:pt x="3265024" y="8025022"/>
                </a:cubicBezTo>
                <a:cubicBezTo>
                  <a:pt x="3239229" y="8025022"/>
                  <a:pt x="3111329" y="7979886"/>
                  <a:pt x="3111329" y="8050813"/>
                </a:cubicBezTo>
                <a:cubicBezTo>
                  <a:pt x="3368205" y="8076605"/>
                  <a:pt x="3624007" y="8088426"/>
                  <a:pt x="3874434" y="8094874"/>
                </a:cubicBezTo>
                <a:cubicBezTo>
                  <a:pt x="4118412" y="8094874"/>
                  <a:pt x="4368838" y="8081978"/>
                  <a:pt x="4612815" y="8069083"/>
                </a:cubicBezTo>
                <a:cubicBezTo>
                  <a:pt x="4663330" y="8063709"/>
                  <a:pt x="4702022" y="8044366"/>
                  <a:pt x="4753611" y="8018574"/>
                </a:cubicBezTo>
                <a:cubicBezTo>
                  <a:pt x="4798752" y="7992782"/>
                  <a:pt x="4849267" y="8025022"/>
                  <a:pt x="4887960" y="7986334"/>
                </a:cubicBezTo>
                <a:cubicBezTo>
                  <a:pt x="4933102" y="7941199"/>
                  <a:pt x="4984690" y="7960543"/>
                  <a:pt x="5029830" y="7960543"/>
                </a:cubicBezTo>
                <a:cubicBezTo>
                  <a:pt x="5086794" y="7960543"/>
                  <a:pt x="5144828" y="7941199"/>
                  <a:pt x="5202869" y="7928303"/>
                </a:cubicBezTo>
                <a:cubicBezTo>
                  <a:pt x="5453294" y="7863824"/>
                  <a:pt x="5696190" y="7787524"/>
                  <a:pt x="5940168" y="7716596"/>
                </a:cubicBezTo>
                <a:cubicBezTo>
                  <a:pt x="5940168" y="7813315"/>
                  <a:pt x="5844515" y="7806867"/>
                  <a:pt x="5805821" y="7819763"/>
                </a:cubicBezTo>
                <a:cubicBezTo>
                  <a:pt x="5728434" y="7839107"/>
                  <a:pt x="5651055" y="7858451"/>
                  <a:pt x="5581194" y="7883168"/>
                </a:cubicBezTo>
                <a:cubicBezTo>
                  <a:pt x="5427499" y="7921855"/>
                  <a:pt x="5272732" y="7966991"/>
                  <a:pt x="5125487" y="8005678"/>
                </a:cubicBezTo>
                <a:cubicBezTo>
                  <a:pt x="4818097" y="8081978"/>
                  <a:pt x="4516084" y="8146457"/>
                  <a:pt x="4208696" y="8191593"/>
                </a:cubicBezTo>
                <a:cubicBezTo>
                  <a:pt x="4239864" y="8204489"/>
                  <a:pt x="4285004" y="8198041"/>
                  <a:pt x="4297903" y="8256072"/>
                </a:cubicBezTo>
                <a:cubicBezTo>
                  <a:pt x="3765880" y="8492495"/>
                  <a:pt x="3187639" y="8396851"/>
                  <a:pt x="2642717" y="8281864"/>
                </a:cubicBezTo>
                <a:cubicBezTo>
                  <a:pt x="2392327" y="8230280"/>
                  <a:pt x="2155892" y="8120666"/>
                  <a:pt x="1918385" y="7992782"/>
                </a:cubicBezTo>
                <a:cubicBezTo>
                  <a:pt x="1795863" y="7928303"/>
                  <a:pt x="1674418" y="7863824"/>
                  <a:pt x="1552978" y="7793971"/>
                </a:cubicBezTo>
                <a:cubicBezTo>
                  <a:pt x="1527182" y="7774628"/>
                  <a:pt x="1488493" y="7735940"/>
                  <a:pt x="1456251" y="7735940"/>
                </a:cubicBezTo>
                <a:cubicBezTo>
                  <a:pt x="1436911" y="7735940"/>
                  <a:pt x="1353076" y="7697253"/>
                  <a:pt x="1321914" y="7684357"/>
                </a:cubicBezTo>
                <a:cubicBezTo>
                  <a:pt x="1296116" y="7677909"/>
                  <a:pt x="1270323" y="7666088"/>
                  <a:pt x="1238085" y="7653192"/>
                </a:cubicBezTo>
                <a:cubicBezTo>
                  <a:pt x="1180048" y="7627400"/>
                  <a:pt x="1123086" y="7582265"/>
                  <a:pt x="1065052" y="7562921"/>
                </a:cubicBezTo>
                <a:cubicBezTo>
                  <a:pt x="1007014" y="7537130"/>
                  <a:pt x="942526" y="7550025"/>
                  <a:pt x="885577" y="7562921"/>
                </a:cubicBezTo>
                <a:cubicBezTo>
                  <a:pt x="846885" y="7562921"/>
                  <a:pt x="724365" y="7614505"/>
                  <a:pt x="699644" y="7550025"/>
                </a:cubicBezTo>
                <a:cubicBezTo>
                  <a:pt x="673850" y="7498442"/>
                  <a:pt x="737259" y="7485546"/>
                  <a:pt x="756601" y="7485546"/>
                </a:cubicBezTo>
                <a:cubicBezTo>
                  <a:pt x="808191" y="7479098"/>
                  <a:pt x="859780" y="7472650"/>
                  <a:pt x="911364" y="7459755"/>
                </a:cubicBezTo>
                <a:cubicBezTo>
                  <a:pt x="937153" y="7453307"/>
                  <a:pt x="942526" y="7441485"/>
                  <a:pt x="955422" y="7409246"/>
                </a:cubicBezTo>
                <a:cubicBezTo>
                  <a:pt x="961872" y="7389902"/>
                  <a:pt x="974770" y="7377006"/>
                  <a:pt x="994116" y="7383454"/>
                </a:cubicBezTo>
                <a:cubicBezTo>
                  <a:pt x="1007014" y="7389902"/>
                  <a:pt x="1058602" y="7428590"/>
                  <a:pt x="1058602" y="7383454"/>
                </a:cubicBezTo>
                <a:cubicBezTo>
                  <a:pt x="1048929" y="7383454"/>
                  <a:pt x="1040064" y="7380633"/>
                  <a:pt x="1031594" y="7376301"/>
                </a:cubicBezTo>
                <a:lnTo>
                  <a:pt x="1023024" y="7370645"/>
                </a:lnTo>
                <a:lnTo>
                  <a:pt x="1027511" y="7385989"/>
                </a:lnTo>
                <a:cubicBezTo>
                  <a:pt x="1024515" y="7389401"/>
                  <a:pt x="1020026" y="7389401"/>
                  <a:pt x="1017781" y="7385989"/>
                </a:cubicBezTo>
                <a:lnTo>
                  <a:pt x="1020847" y="7369209"/>
                </a:lnTo>
                <a:lnTo>
                  <a:pt x="1007014" y="7360080"/>
                </a:lnTo>
                <a:cubicBezTo>
                  <a:pt x="990891" y="7347991"/>
                  <a:pt x="974770" y="7335095"/>
                  <a:pt x="955422" y="7331871"/>
                </a:cubicBezTo>
                <a:cubicBezTo>
                  <a:pt x="917812" y="7325423"/>
                  <a:pt x="879127" y="7325423"/>
                  <a:pt x="840431" y="7318975"/>
                </a:cubicBezTo>
                <a:cubicBezTo>
                  <a:pt x="808191" y="7318975"/>
                  <a:pt x="756601" y="7344767"/>
                  <a:pt x="737259" y="7299631"/>
                </a:cubicBezTo>
                <a:cubicBezTo>
                  <a:pt x="724365" y="7267392"/>
                  <a:pt x="737259" y="7223331"/>
                  <a:pt x="756601" y="7210435"/>
                </a:cubicBezTo>
                <a:cubicBezTo>
                  <a:pt x="775945" y="7191091"/>
                  <a:pt x="801741" y="7191091"/>
                  <a:pt x="827533" y="7191091"/>
                </a:cubicBezTo>
                <a:cubicBezTo>
                  <a:pt x="904916" y="7184644"/>
                  <a:pt x="981221" y="7178196"/>
                  <a:pt x="1058602" y="7178196"/>
                </a:cubicBezTo>
                <a:cubicBezTo>
                  <a:pt x="1000565" y="7133060"/>
                  <a:pt x="750154" y="6863322"/>
                  <a:pt x="731887" y="6843979"/>
                </a:cubicBezTo>
                <a:cubicBezTo>
                  <a:pt x="680297" y="6787022"/>
                  <a:pt x="628715" y="6728991"/>
                  <a:pt x="570677" y="6670960"/>
                </a:cubicBezTo>
                <a:cubicBezTo>
                  <a:pt x="468577" y="6555972"/>
                  <a:pt x="358957" y="6440984"/>
                  <a:pt x="243959" y="6376505"/>
                </a:cubicBezTo>
                <a:cubicBezTo>
                  <a:pt x="224614" y="6370057"/>
                  <a:pt x="198821" y="6350713"/>
                  <a:pt x="192374" y="6318474"/>
                </a:cubicBezTo>
                <a:cubicBezTo>
                  <a:pt x="185924" y="6286234"/>
                  <a:pt x="179477" y="6266890"/>
                  <a:pt x="160132" y="6247547"/>
                </a:cubicBezTo>
                <a:cubicBezTo>
                  <a:pt x="127890" y="6221755"/>
                  <a:pt x="90276" y="6235725"/>
                  <a:pt x="58034" y="6221755"/>
                </a:cubicBezTo>
                <a:cubicBezTo>
                  <a:pt x="83827" y="6209934"/>
                  <a:pt x="108547" y="6216382"/>
                  <a:pt x="134339" y="6197038"/>
                </a:cubicBezTo>
                <a:cubicBezTo>
                  <a:pt x="160132" y="6177694"/>
                  <a:pt x="147235" y="6139007"/>
                  <a:pt x="160132" y="6106767"/>
                </a:cubicBezTo>
                <a:cubicBezTo>
                  <a:pt x="173028" y="6074527"/>
                  <a:pt x="211718" y="6093871"/>
                  <a:pt x="224614" y="6061632"/>
                </a:cubicBezTo>
                <a:cubicBezTo>
                  <a:pt x="250409" y="6024019"/>
                  <a:pt x="205270" y="5991779"/>
                  <a:pt x="185924" y="5978883"/>
                </a:cubicBezTo>
                <a:cubicBezTo>
                  <a:pt x="243959" y="5985331"/>
                  <a:pt x="301994" y="5991779"/>
                  <a:pt x="358957" y="5998227"/>
                </a:cubicBezTo>
                <a:cubicBezTo>
                  <a:pt x="404096" y="6004675"/>
                  <a:pt x="455682" y="6030467"/>
                  <a:pt x="500825" y="5991779"/>
                </a:cubicBezTo>
                <a:cubicBezTo>
                  <a:pt x="416998" y="5895060"/>
                  <a:pt x="333164" y="5805864"/>
                  <a:pt x="243959" y="5728489"/>
                </a:cubicBezTo>
                <a:cubicBezTo>
                  <a:pt x="224614" y="5709146"/>
                  <a:pt x="205270" y="5696250"/>
                  <a:pt x="185924" y="5683354"/>
                </a:cubicBezTo>
                <a:cubicBezTo>
                  <a:pt x="173028" y="5676906"/>
                  <a:pt x="153683" y="5670458"/>
                  <a:pt x="153683" y="5651114"/>
                </a:cubicBezTo>
                <a:cubicBezTo>
                  <a:pt x="147235" y="5631771"/>
                  <a:pt x="153683" y="5613502"/>
                  <a:pt x="153683" y="5594158"/>
                </a:cubicBezTo>
                <a:cubicBezTo>
                  <a:pt x="140787" y="5594158"/>
                  <a:pt x="134339" y="5587710"/>
                  <a:pt x="121442" y="5581262"/>
                </a:cubicBezTo>
                <a:cubicBezTo>
                  <a:pt x="103172" y="5574814"/>
                  <a:pt x="83827" y="5568366"/>
                  <a:pt x="64482" y="5561918"/>
                </a:cubicBezTo>
                <a:cubicBezTo>
                  <a:pt x="38690" y="5555470"/>
                  <a:pt x="0" y="5555470"/>
                  <a:pt x="0" y="5503887"/>
                </a:cubicBezTo>
                <a:cubicBezTo>
                  <a:pt x="0" y="5452304"/>
                  <a:pt x="38690" y="5465199"/>
                  <a:pt x="58034" y="5452304"/>
                </a:cubicBezTo>
                <a:cubicBezTo>
                  <a:pt x="140787" y="5414691"/>
                  <a:pt x="269753" y="5388899"/>
                  <a:pt x="295546" y="5408243"/>
                </a:cubicBezTo>
                <a:cubicBezTo>
                  <a:pt x="326717" y="5426512"/>
                  <a:pt x="346059" y="5439408"/>
                  <a:pt x="358957" y="5458752"/>
                </a:cubicBezTo>
                <a:cubicBezTo>
                  <a:pt x="371855" y="5432960"/>
                  <a:pt x="365404" y="5376003"/>
                  <a:pt x="384754" y="5363108"/>
                </a:cubicBezTo>
                <a:cubicBezTo>
                  <a:pt x="423440" y="5350212"/>
                  <a:pt x="436339" y="5484543"/>
                  <a:pt x="397648" y="5484543"/>
                </a:cubicBezTo>
                <a:cubicBezTo>
                  <a:pt x="531991" y="5631771"/>
                  <a:pt x="706092" y="5696250"/>
                  <a:pt x="866231" y="5722041"/>
                </a:cubicBezTo>
                <a:cubicBezTo>
                  <a:pt x="866231" y="5702698"/>
                  <a:pt x="859780" y="5670458"/>
                  <a:pt x="872681" y="5657562"/>
                </a:cubicBezTo>
                <a:cubicBezTo>
                  <a:pt x="885577" y="5638219"/>
                  <a:pt x="904916" y="5644666"/>
                  <a:pt x="924259" y="5644666"/>
                </a:cubicBezTo>
                <a:cubicBezTo>
                  <a:pt x="898470" y="5613502"/>
                  <a:pt x="879127" y="5574814"/>
                  <a:pt x="846885" y="5561918"/>
                </a:cubicBezTo>
                <a:cubicBezTo>
                  <a:pt x="821085" y="5536127"/>
                  <a:pt x="795292" y="5516783"/>
                  <a:pt x="775945" y="5478095"/>
                </a:cubicBezTo>
                <a:cubicBezTo>
                  <a:pt x="756601" y="5439408"/>
                  <a:pt x="731887" y="5414691"/>
                  <a:pt x="699644" y="5400720"/>
                </a:cubicBezTo>
                <a:cubicBezTo>
                  <a:pt x="680297" y="5388899"/>
                  <a:pt x="635163" y="5382451"/>
                  <a:pt x="622265" y="5343764"/>
                </a:cubicBezTo>
                <a:cubicBezTo>
                  <a:pt x="615815" y="5305076"/>
                  <a:pt x="622265" y="5285733"/>
                  <a:pt x="590021" y="5272837"/>
                </a:cubicBezTo>
                <a:cubicBezTo>
                  <a:pt x="551335" y="5259941"/>
                  <a:pt x="519093" y="5247045"/>
                  <a:pt x="481475" y="5227701"/>
                </a:cubicBezTo>
                <a:cubicBezTo>
                  <a:pt x="410556" y="5190088"/>
                  <a:pt x="339611" y="5144953"/>
                  <a:pt x="276201" y="5099818"/>
                </a:cubicBezTo>
                <a:cubicBezTo>
                  <a:pt x="289097" y="5080474"/>
                  <a:pt x="308442" y="5067578"/>
                  <a:pt x="321342" y="5054682"/>
                </a:cubicBezTo>
                <a:cubicBezTo>
                  <a:pt x="295546" y="5041786"/>
                  <a:pt x="269753" y="5041786"/>
                  <a:pt x="250409" y="5022443"/>
                </a:cubicBezTo>
                <a:cubicBezTo>
                  <a:pt x="231062" y="5004174"/>
                  <a:pt x="237511" y="4959038"/>
                  <a:pt x="218167" y="4952590"/>
                </a:cubicBezTo>
                <a:cubicBezTo>
                  <a:pt x="166580" y="4913903"/>
                  <a:pt x="116069" y="4933247"/>
                  <a:pt x="77379" y="4849424"/>
                </a:cubicBezTo>
                <a:cubicBezTo>
                  <a:pt x="121442" y="4842976"/>
                  <a:pt x="166580" y="4823632"/>
                  <a:pt x="218167" y="4830080"/>
                </a:cubicBezTo>
                <a:cubicBezTo>
                  <a:pt x="263304" y="4842976"/>
                  <a:pt x="269753" y="4901007"/>
                  <a:pt x="308442" y="4939694"/>
                </a:cubicBezTo>
                <a:cubicBezTo>
                  <a:pt x="352508" y="4990203"/>
                  <a:pt x="429890" y="4959038"/>
                  <a:pt x="481475" y="4933247"/>
                </a:cubicBezTo>
                <a:cubicBezTo>
                  <a:pt x="526613" y="4913903"/>
                  <a:pt x="583570" y="4868767"/>
                  <a:pt x="628715" y="4901007"/>
                </a:cubicBezTo>
                <a:cubicBezTo>
                  <a:pt x="660959" y="4913903"/>
                  <a:pt x="641609" y="4868767"/>
                  <a:pt x="622265" y="4855872"/>
                </a:cubicBezTo>
                <a:cubicBezTo>
                  <a:pt x="602922" y="4849424"/>
                  <a:pt x="583570" y="4842976"/>
                  <a:pt x="557782" y="4836528"/>
                </a:cubicBezTo>
                <a:cubicBezTo>
                  <a:pt x="538440" y="4830080"/>
                  <a:pt x="513724" y="4823632"/>
                  <a:pt x="494372" y="4792467"/>
                </a:cubicBezTo>
                <a:cubicBezTo>
                  <a:pt x="481475" y="4766675"/>
                  <a:pt x="500825" y="4734436"/>
                  <a:pt x="519093" y="4727988"/>
                </a:cubicBezTo>
                <a:cubicBezTo>
                  <a:pt x="609369" y="4682852"/>
                  <a:pt x="731887" y="4817184"/>
                  <a:pt x="795292" y="4907455"/>
                </a:cubicBezTo>
                <a:cubicBezTo>
                  <a:pt x="801741" y="4888111"/>
                  <a:pt x="808191" y="4875215"/>
                  <a:pt x="821085" y="4855872"/>
                </a:cubicBezTo>
                <a:cubicBezTo>
                  <a:pt x="827533" y="4868767"/>
                  <a:pt x="833981" y="4875215"/>
                  <a:pt x="840431" y="4881663"/>
                </a:cubicBezTo>
                <a:cubicBezTo>
                  <a:pt x="859780" y="4894559"/>
                  <a:pt x="879127" y="4888111"/>
                  <a:pt x="898470" y="4907455"/>
                </a:cubicBezTo>
                <a:cubicBezTo>
                  <a:pt x="917812" y="4933247"/>
                  <a:pt x="911364" y="4978382"/>
                  <a:pt x="942526" y="4984830"/>
                </a:cubicBezTo>
                <a:cubicBezTo>
                  <a:pt x="1000565" y="4990203"/>
                  <a:pt x="1071500" y="4946142"/>
                  <a:pt x="1097292" y="4855872"/>
                </a:cubicBezTo>
                <a:cubicBezTo>
                  <a:pt x="1052150" y="4842976"/>
                  <a:pt x="1007014" y="4830080"/>
                  <a:pt x="961872" y="4830080"/>
                </a:cubicBezTo>
                <a:cubicBezTo>
                  <a:pt x="924259" y="4830080"/>
                  <a:pt x="879127" y="4836528"/>
                  <a:pt x="846885" y="4810736"/>
                </a:cubicBezTo>
                <a:cubicBezTo>
                  <a:pt x="821085" y="4792467"/>
                  <a:pt x="840431" y="4740884"/>
                  <a:pt x="808191" y="4721540"/>
                </a:cubicBezTo>
                <a:cubicBezTo>
                  <a:pt x="788844" y="4708644"/>
                  <a:pt x="769495" y="4708644"/>
                  <a:pt x="750154" y="4702196"/>
                </a:cubicBezTo>
                <a:cubicBezTo>
                  <a:pt x="712540" y="4689300"/>
                  <a:pt x="680297" y="4663509"/>
                  <a:pt x="641609" y="4644165"/>
                </a:cubicBezTo>
                <a:cubicBezTo>
                  <a:pt x="622265" y="4631269"/>
                  <a:pt x="596471" y="4618373"/>
                  <a:pt x="577123" y="4593656"/>
                </a:cubicBezTo>
                <a:cubicBezTo>
                  <a:pt x="557782" y="4554969"/>
                  <a:pt x="557782" y="4516281"/>
                  <a:pt x="526613" y="4496938"/>
                </a:cubicBezTo>
                <a:cubicBezTo>
                  <a:pt x="500825" y="4484042"/>
                  <a:pt x="475027" y="4477594"/>
                  <a:pt x="449233" y="4471146"/>
                </a:cubicBezTo>
                <a:cubicBezTo>
                  <a:pt x="507270" y="4419563"/>
                  <a:pt x="577123" y="4375502"/>
                  <a:pt x="602922" y="4272335"/>
                </a:cubicBezTo>
                <a:cubicBezTo>
                  <a:pt x="551335" y="4259439"/>
                  <a:pt x="500825" y="4240096"/>
                  <a:pt x="449233" y="4227200"/>
                </a:cubicBezTo>
                <a:cubicBezTo>
                  <a:pt x="442785" y="4227200"/>
                  <a:pt x="352508" y="4220752"/>
                  <a:pt x="358957" y="4196035"/>
                </a:cubicBezTo>
                <a:cubicBezTo>
                  <a:pt x="371855" y="4165011"/>
                  <a:pt x="442785" y="4184354"/>
                  <a:pt x="462128" y="4184354"/>
                </a:cubicBezTo>
                <a:cubicBezTo>
                  <a:pt x="468577" y="4184354"/>
                  <a:pt x="513724" y="4177906"/>
                  <a:pt x="507270" y="4158563"/>
                </a:cubicBezTo>
                <a:cubicBezTo>
                  <a:pt x="487921" y="4126322"/>
                  <a:pt x="436339" y="4126322"/>
                  <a:pt x="410556" y="4119876"/>
                </a:cubicBezTo>
                <a:cubicBezTo>
                  <a:pt x="308442" y="4106979"/>
                  <a:pt x="211718" y="4094084"/>
                  <a:pt x="108547" y="4087636"/>
                </a:cubicBezTo>
                <a:cubicBezTo>
                  <a:pt x="127890" y="3966206"/>
                  <a:pt x="231062" y="3990915"/>
                  <a:pt x="282648" y="4010258"/>
                </a:cubicBezTo>
                <a:cubicBezTo>
                  <a:pt x="346059" y="4029605"/>
                  <a:pt x="410556" y="4042499"/>
                  <a:pt x="468577" y="4023156"/>
                </a:cubicBezTo>
                <a:cubicBezTo>
                  <a:pt x="500825" y="4016708"/>
                  <a:pt x="531991" y="4010258"/>
                  <a:pt x="564229" y="3998439"/>
                </a:cubicBezTo>
                <a:cubicBezTo>
                  <a:pt x="577123" y="3998439"/>
                  <a:pt x="590021" y="3990915"/>
                  <a:pt x="609369" y="3984469"/>
                </a:cubicBezTo>
                <a:cubicBezTo>
                  <a:pt x="609369" y="3972648"/>
                  <a:pt x="615815" y="3953304"/>
                  <a:pt x="622265" y="3940409"/>
                </a:cubicBezTo>
                <a:cubicBezTo>
                  <a:pt x="538440" y="3921065"/>
                  <a:pt x="462128" y="3908169"/>
                  <a:pt x="378306" y="3888822"/>
                </a:cubicBezTo>
                <a:cubicBezTo>
                  <a:pt x="481475" y="3837243"/>
                  <a:pt x="590021" y="3863039"/>
                  <a:pt x="699644" y="3908169"/>
                </a:cubicBezTo>
                <a:cubicBezTo>
                  <a:pt x="743708" y="3927511"/>
                  <a:pt x="795292" y="3946857"/>
                  <a:pt x="846885" y="3979098"/>
                </a:cubicBezTo>
                <a:cubicBezTo>
                  <a:pt x="872681" y="3998439"/>
                  <a:pt x="898470" y="3990915"/>
                  <a:pt x="929631" y="3998439"/>
                </a:cubicBezTo>
                <a:cubicBezTo>
                  <a:pt x="948972" y="4003812"/>
                  <a:pt x="961872" y="4023156"/>
                  <a:pt x="981221" y="4029605"/>
                </a:cubicBezTo>
                <a:cubicBezTo>
                  <a:pt x="981221" y="3953706"/>
                  <a:pt x="913631" y="3977719"/>
                  <a:pt x="862946" y="3973605"/>
                </a:cubicBezTo>
                <a:lnTo>
                  <a:pt x="861166" y="3973165"/>
                </a:lnTo>
                <a:lnTo>
                  <a:pt x="861361" y="3973462"/>
                </a:lnTo>
                <a:cubicBezTo>
                  <a:pt x="854540" y="3976875"/>
                  <a:pt x="847713" y="3976875"/>
                  <a:pt x="844301" y="3973462"/>
                </a:cubicBezTo>
                <a:lnTo>
                  <a:pt x="845016" y="3969164"/>
                </a:lnTo>
                <a:lnTo>
                  <a:pt x="835225" y="3966739"/>
                </a:lnTo>
                <a:cubicBezTo>
                  <a:pt x="819005" y="3958542"/>
                  <a:pt x="808191" y="3941752"/>
                  <a:pt x="808191" y="3908169"/>
                </a:cubicBezTo>
                <a:cubicBezTo>
                  <a:pt x="833981" y="3908169"/>
                  <a:pt x="853334" y="3914616"/>
                  <a:pt x="872681" y="3901721"/>
                </a:cubicBezTo>
                <a:cubicBezTo>
                  <a:pt x="885577" y="3895275"/>
                  <a:pt x="892023" y="3882376"/>
                  <a:pt x="872681" y="3869481"/>
                </a:cubicBezTo>
                <a:cubicBezTo>
                  <a:pt x="853334" y="3856586"/>
                  <a:pt x="833981" y="3856586"/>
                  <a:pt x="814638" y="3843691"/>
                </a:cubicBezTo>
                <a:cubicBezTo>
                  <a:pt x="801741" y="3830801"/>
                  <a:pt x="788844" y="3811449"/>
                  <a:pt x="775945" y="3798554"/>
                </a:cubicBezTo>
                <a:cubicBezTo>
                  <a:pt x="846885" y="3817897"/>
                  <a:pt x="929631" y="3908169"/>
                  <a:pt x="1000565" y="3824343"/>
                </a:cubicBezTo>
                <a:cubicBezTo>
                  <a:pt x="911364" y="3767389"/>
                  <a:pt x="821085" y="3709359"/>
                  <a:pt x="737259" y="3644881"/>
                </a:cubicBezTo>
                <a:cubicBezTo>
                  <a:pt x="750154" y="3587921"/>
                  <a:pt x="814638" y="3631983"/>
                  <a:pt x="840431" y="3631983"/>
                </a:cubicBezTo>
                <a:cubicBezTo>
                  <a:pt x="840431" y="3593294"/>
                  <a:pt x="846885" y="3555685"/>
                  <a:pt x="833981" y="3516994"/>
                </a:cubicBezTo>
                <a:cubicBezTo>
                  <a:pt x="827533" y="3484756"/>
                  <a:pt x="801741" y="3465411"/>
                  <a:pt x="782393" y="3452516"/>
                </a:cubicBezTo>
                <a:cubicBezTo>
                  <a:pt x="731887" y="3407382"/>
                  <a:pt x="743708" y="3337527"/>
                  <a:pt x="731887" y="3260153"/>
                </a:cubicBezTo>
                <a:cubicBezTo>
                  <a:pt x="724365" y="3195674"/>
                  <a:pt x="680297" y="3169883"/>
                  <a:pt x="641609" y="3151613"/>
                </a:cubicBezTo>
                <a:cubicBezTo>
                  <a:pt x="583570" y="3119374"/>
                  <a:pt x="526613" y="3074240"/>
                  <a:pt x="475027" y="3029103"/>
                </a:cubicBezTo>
                <a:cubicBezTo>
                  <a:pt x="494372" y="2990416"/>
                  <a:pt x="538440" y="3022655"/>
                  <a:pt x="564229" y="3035555"/>
                </a:cubicBezTo>
                <a:cubicBezTo>
                  <a:pt x="602922" y="3048447"/>
                  <a:pt x="641609" y="3054895"/>
                  <a:pt x="680297" y="3054895"/>
                </a:cubicBezTo>
                <a:cubicBezTo>
                  <a:pt x="737259" y="3061340"/>
                  <a:pt x="814638" y="3061340"/>
                  <a:pt x="859780" y="2983968"/>
                </a:cubicBezTo>
                <a:cubicBezTo>
                  <a:pt x="718991" y="2894774"/>
                  <a:pt x="577123" y="2817421"/>
                  <a:pt x="436339" y="2752914"/>
                </a:cubicBezTo>
                <a:cubicBezTo>
                  <a:pt x="590021" y="2689511"/>
                  <a:pt x="743708" y="2644376"/>
                  <a:pt x="904916" y="2637928"/>
                </a:cubicBezTo>
                <a:cubicBezTo>
                  <a:pt x="981221" y="2637928"/>
                  <a:pt x="1065052" y="2644376"/>
                  <a:pt x="1147801" y="2657271"/>
                </a:cubicBezTo>
                <a:cubicBezTo>
                  <a:pt x="1186494" y="2663721"/>
                  <a:pt x="1225190" y="2676615"/>
                  <a:pt x="1263872" y="2683064"/>
                </a:cubicBezTo>
                <a:cubicBezTo>
                  <a:pt x="1302563" y="2695958"/>
                  <a:pt x="1340181" y="2670168"/>
                  <a:pt x="1378874" y="2657271"/>
                </a:cubicBezTo>
                <a:cubicBezTo>
                  <a:pt x="1372424" y="2650824"/>
                  <a:pt x="1365974" y="2637928"/>
                  <a:pt x="1359525" y="2625034"/>
                </a:cubicBezTo>
                <a:cubicBezTo>
                  <a:pt x="1436911" y="2618587"/>
                  <a:pt x="1520744" y="2612137"/>
                  <a:pt x="1597039" y="2579897"/>
                </a:cubicBezTo>
                <a:cubicBezTo>
                  <a:pt x="1674418" y="2547657"/>
                  <a:pt x="1750721" y="2516495"/>
                  <a:pt x="1828106" y="2503598"/>
                </a:cubicBezTo>
                <a:cubicBezTo>
                  <a:pt x="1988240" y="2471358"/>
                  <a:pt x="2155892" y="2471358"/>
                  <a:pt x="2316023" y="2490703"/>
                </a:cubicBezTo>
                <a:cubicBezTo>
                  <a:pt x="2571782" y="2510046"/>
                  <a:pt x="2828657" y="2573448"/>
                  <a:pt x="3079083" y="2605690"/>
                </a:cubicBezTo>
                <a:cubicBezTo>
                  <a:pt x="3342409" y="2644376"/>
                  <a:pt x="3598210" y="2625034"/>
                  <a:pt x="3855086" y="2618587"/>
                </a:cubicBezTo>
                <a:cubicBezTo>
                  <a:pt x="4118412" y="2612137"/>
                  <a:pt x="4375287" y="2605690"/>
                  <a:pt x="4638609" y="2605690"/>
                </a:cubicBezTo>
                <a:cubicBezTo>
                  <a:pt x="4894408" y="2599243"/>
                  <a:pt x="5138382" y="2522941"/>
                  <a:pt x="5388806" y="2445566"/>
                </a:cubicBezTo>
                <a:cubicBezTo>
                  <a:pt x="5895026" y="2298334"/>
                  <a:pt x="6395880" y="2131768"/>
                  <a:pt x="6896204" y="1926509"/>
                </a:cubicBezTo>
                <a:cubicBezTo>
                  <a:pt x="7145542" y="1823342"/>
                  <a:pt x="7395953" y="1765311"/>
                  <a:pt x="7652812" y="1689010"/>
                </a:cubicBezTo>
                <a:cubicBezTo>
                  <a:pt x="7774257" y="1650323"/>
                  <a:pt x="7903224" y="1611636"/>
                  <a:pt x="8024668" y="1566500"/>
                </a:cubicBezTo>
                <a:cubicBezTo>
                  <a:pt x="8139664" y="1522439"/>
                  <a:pt x="8480353" y="1367690"/>
                  <a:pt x="8530865" y="1348346"/>
                </a:cubicBezTo>
                <a:cubicBezTo>
                  <a:pt x="8588900" y="1330077"/>
                  <a:pt x="8653384" y="1304285"/>
                  <a:pt x="8711419" y="1284941"/>
                </a:cubicBezTo>
                <a:cubicBezTo>
                  <a:pt x="8839312" y="1233358"/>
                  <a:pt x="8960756" y="1188223"/>
                  <a:pt x="9089723" y="1136639"/>
                </a:cubicBezTo>
                <a:cubicBezTo>
                  <a:pt x="9340135" y="1040978"/>
                  <a:pt x="9595920" y="937813"/>
                  <a:pt x="9846331" y="848618"/>
                </a:cubicBezTo>
                <a:cubicBezTo>
                  <a:pt x="10347154" y="662706"/>
                  <a:pt x="10852276" y="489690"/>
                  <a:pt x="11359547" y="347838"/>
                </a:cubicBezTo>
                <a:cubicBezTo>
                  <a:pt x="11609959" y="277987"/>
                  <a:pt x="11865744" y="213509"/>
                  <a:pt x="12122604" y="174822"/>
                </a:cubicBezTo>
                <a:cubicBezTo>
                  <a:pt x="12379464" y="136135"/>
                  <a:pt x="12642772" y="110344"/>
                  <a:pt x="12898557" y="79180"/>
                </a:cubicBezTo>
                <a:cubicBezTo>
                  <a:pt x="13155417" y="53388"/>
                  <a:pt x="13418725" y="27597"/>
                  <a:pt x="13675585" y="14702"/>
                </a:cubicBezTo>
                <a:cubicBezTo>
                  <a:pt x="13706752" y="14702"/>
                  <a:pt x="13745442" y="14702"/>
                  <a:pt x="13777684" y="8254"/>
                </a:cubicBezTo>
                <a:cubicBezTo>
                  <a:pt x="13803477" y="8254"/>
                  <a:pt x="13829271" y="-4642"/>
                  <a:pt x="13855064" y="1806"/>
                </a:cubicBezTo>
                <a:close/>
              </a:path>
            </a:pathLst>
          </a:custGeom>
          <a:effectLst/>
        </p:spPr>
        <p:txBody>
          <a:bodyPr wrap="square">
            <a:noAutofit/>
          </a:bodyPr>
          <a:lstStyle>
            <a:lvl1pPr marL="0" indent="0">
              <a:buNone/>
              <a:defRPr sz="2100" b="0" i="0">
                <a:ln>
                  <a:noFill/>
                </a:ln>
                <a:solidFill>
                  <a:schemeClr val="bg1">
                    <a:lumMod val="85000"/>
                  </a:schemeClr>
                </a:solidFill>
                <a:latin typeface="Poppins Light" charset="0"/>
                <a:ea typeface="Poppins Light" charset="0"/>
                <a:cs typeface="Poppins Light" charset="0"/>
              </a:defRPr>
            </a:lvl1p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fade/>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k Brush Image">
    <p:spTree>
      <p:nvGrpSpPr>
        <p:cNvPr id="1" name=""/>
        <p:cNvGrpSpPr/>
        <p:nvPr/>
      </p:nvGrpSpPr>
      <p:grpSpPr>
        <a:xfrm>
          <a:off x="0" y="0"/>
          <a:ext cx="0" cy="0"/>
          <a:chOff x="0" y="0"/>
          <a:chExt cx="0" cy="0"/>
        </a:xfrm>
      </p:grpSpPr>
      <p:sp>
        <p:nvSpPr>
          <p:cNvPr id="6" name="Picture Placeholder 5"/>
          <p:cNvSpPr>
            <a:spLocks noGrp="1"/>
          </p:cNvSpPr>
          <p:nvPr>
            <p:ph type="pic" sz="quarter" idx="26"/>
          </p:nvPr>
        </p:nvSpPr>
        <p:spPr>
          <a:xfrm>
            <a:off x="120035" y="172616"/>
            <a:ext cx="12048044" cy="4551658"/>
          </a:xfrm>
          <a:custGeom>
            <a:avLst/>
            <a:gdLst>
              <a:gd name="connsiteX0" fmla="*/ 16679500 w 24089813"/>
              <a:gd name="connsiteY0" fmla="*/ 3654731 h 9103316"/>
              <a:gd name="connsiteX1" fmla="*/ 16694426 w 24089813"/>
              <a:gd name="connsiteY1" fmla="*/ 3659045 h 9103316"/>
              <a:gd name="connsiteX2" fmla="*/ 16694334 w 24089813"/>
              <a:gd name="connsiteY2" fmla="*/ 3659054 h 9103316"/>
              <a:gd name="connsiteX3" fmla="*/ 16679500 w 24089813"/>
              <a:gd name="connsiteY3" fmla="*/ 3654731 h 9103316"/>
              <a:gd name="connsiteX4" fmla="*/ 9147575 w 24089813"/>
              <a:gd name="connsiteY4" fmla="*/ 3616609 h 9103316"/>
              <a:gd name="connsiteX5" fmla="*/ 9281613 w 24089813"/>
              <a:gd name="connsiteY5" fmla="*/ 3654731 h 9103316"/>
              <a:gd name="connsiteX6" fmla="*/ 9281613 w 24089813"/>
              <a:gd name="connsiteY6" fmla="*/ 3654731 h 9103316"/>
              <a:gd name="connsiteX7" fmla="*/ 9147575 w 24089813"/>
              <a:gd name="connsiteY7" fmla="*/ 3616609 h 9103316"/>
              <a:gd name="connsiteX8" fmla="*/ 1415209 w 24089813"/>
              <a:gd name="connsiteY8" fmla="*/ 3360828 h 9103316"/>
              <a:gd name="connsiteX9" fmla="*/ 1402912 w 24089813"/>
              <a:gd name="connsiteY9" fmla="*/ 3366976 h 9103316"/>
              <a:gd name="connsiteX10" fmla="*/ 1415209 w 24089813"/>
              <a:gd name="connsiteY10" fmla="*/ 3360828 h 9103316"/>
              <a:gd name="connsiteX11" fmla="*/ 8154207 w 24089813"/>
              <a:gd name="connsiteY11" fmla="*/ 2474410 h 9103316"/>
              <a:gd name="connsiteX12" fmla="*/ 8201934 w 24089813"/>
              <a:gd name="connsiteY12" fmla="*/ 2498793 h 9103316"/>
              <a:gd name="connsiteX13" fmla="*/ 8154207 w 24089813"/>
              <a:gd name="connsiteY13" fmla="*/ 2474410 h 9103316"/>
              <a:gd name="connsiteX14" fmla="*/ 8107862 w 24089813"/>
              <a:gd name="connsiteY14" fmla="*/ 1708621 h 9103316"/>
              <a:gd name="connsiteX15" fmla="*/ 8111345 w 24089813"/>
              <a:gd name="connsiteY15" fmla="*/ 1708706 h 9103316"/>
              <a:gd name="connsiteX16" fmla="*/ 8086342 w 24089813"/>
              <a:gd name="connsiteY16" fmla="*/ 1711772 h 9103316"/>
              <a:gd name="connsiteX17" fmla="*/ 8107862 w 24089813"/>
              <a:gd name="connsiteY17" fmla="*/ 1708621 h 9103316"/>
              <a:gd name="connsiteX18" fmla="*/ 11352431 w 24089813"/>
              <a:gd name="connsiteY18" fmla="*/ 0 h 9103316"/>
              <a:gd name="connsiteX19" fmla="*/ 11588534 w 24089813"/>
              <a:gd name="connsiteY19" fmla="*/ 76243 h 9103316"/>
              <a:gd name="connsiteX20" fmla="*/ 11844312 w 24089813"/>
              <a:gd name="connsiteY20" fmla="*/ 134040 h 9103316"/>
              <a:gd name="connsiteX21" fmla="*/ 11978349 w 24089813"/>
              <a:gd name="connsiteY21" fmla="*/ 217661 h 9103316"/>
              <a:gd name="connsiteX22" fmla="*/ 12136981 w 24089813"/>
              <a:gd name="connsiteY22" fmla="*/ 236107 h 9103316"/>
              <a:gd name="connsiteX23" fmla="*/ 12666983 w 24089813"/>
              <a:gd name="connsiteY23" fmla="*/ 530010 h 9103316"/>
              <a:gd name="connsiteX24" fmla="*/ 13178539 w 24089813"/>
              <a:gd name="connsiteY24" fmla="*/ 843589 h 9103316"/>
              <a:gd name="connsiteX25" fmla="*/ 16015461 w 24089813"/>
              <a:gd name="connsiteY25" fmla="*/ 2555360 h 9103316"/>
              <a:gd name="connsiteX26" fmla="*/ 16699176 w 24089813"/>
              <a:gd name="connsiteY26" fmla="*/ 2811142 h 9103316"/>
              <a:gd name="connsiteX27" fmla="*/ 17114816 w 24089813"/>
              <a:gd name="connsiteY27" fmla="*/ 2926736 h 9103316"/>
              <a:gd name="connsiteX28" fmla="*/ 18021106 w 24089813"/>
              <a:gd name="connsiteY28" fmla="*/ 3066924 h 9103316"/>
              <a:gd name="connsiteX29" fmla="*/ 18156372 w 24089813"/>
              <a:gd name="connsiteY29" fmla="*/ 3105045 h 9103316"/>
              <a:gd name="connsiteX30" fmla="*/ 18136698 w 24089813"/>
              <a:gd name="connsiteY30" fmla="*/ 3143167 h 9103316"/>
              <a:gd name="connsiteX31" fmla="*/ 18864682 w 24089813"/>
              <a:gd name="connsiteY31" fmla="*/ 3245234 h 9103316"/>
              <a:gd name="connsiteX32" fmla="*/ 19299996 w 24089813"/>
              <a:gd name="connsiteY32" fmla="*/ 3341152 h 9103316"/>
              <a:gd name="connsiteX33" fmla="*/ 19497978 w 24089813"/>
              <a:gd name="connsiteY33" fmla="*/ 3360828 h 9103316"/>
              <a:gd name="connsiteX34" fmla="*/ 19452478 w 24089813"/>
              <a:gd name="connsiteY34" fmla="*/ 3380503 h 9103316"/>
              <a:gd name="connsiteX35" fmla="*/ 19414358 w 24089813"/>
              <a:gd name="connsiteY35" fmla="*/ 3380503 h 9103316"/>
              <a:gd name="connsiteX36" fmla="*/ 19452478 w 24089813"/>
              <a:gd name="connsiteY36" fmla="*/ 3380503 h 9103316"/>
              <a:gd name="connsiteX37" fmla="*/ 19504126 w 24089813"/>
              <a:gd name="connsiteY37" fmla="*/ 3437070 h 9103316"/>
              <a:gd name="connsiteX38" fmla="*/ 19485534 w 24089813"/>
              <a:gd name="connsiteY38" fmla="*/ 3431905 h 9103316"/>
              <a:gd name="connsiteX39" fmla="*/ 19459858 w 24089813"/>
              <a:gd name="connsiteY39" fmla="*/ 3418624 h 9103316"/>
              <a:gd name="connsiteX40" fmla="*/ 19479226 w 24089813"/>
              <a:gd name="connsiteY40" fmla="*/ 3430153 h 9103316"/>
              <a:gd name="connsiteX41" fmla="*/ 19485534 w 24089813"/>
              <a:gd name="connsiteY41" fmla="*/ 3431905 h 9103316"/>
              <a:gd name="connsiteX42" fmla="*/ 19486604 w 24089813"/>
              <a:gd name="connsiteY42" fmla="*/ 3432459 h 9103316"/>
              <a:gd name="connsiteX43" fmla="*/ 19504126 w 24089813"/>
              <a:gd name="connsiteY43" fmla="*/ 3437070 h 9103316"/>
              <a:gd name="connsiteX44" fmla="*/ 20085776 w 24089813"/>
              <a:gd name="connsiteY44" fmla="*/ 3482570 h 9103316"/>
              <a:gd name="connsiteX45" fmla="*/ 21702834 w 24089813"/>
              <a:gd name="connsiteY45" fmla="*/ 3462894 h 9103316"/>
              <a:gd name="connsiteX46" fmla="*/ 21836872 w 24089813"/>
              <a:gd name="connsiteY46" fmla="*/ 3482570 h 9103316"/>
              <a:gd name="connsiteX47" fmla="*/ 21715130 w 24089813"/>
              <a:gd name="connsiteY47" fmla="*/ 3532988 h 9103316"/>
              <a:gd name="connsiteX48" fmla="*/ 20973620 w 24089813"/>
              <a:gd name="connsiteY48" fmla="*/ 3558812 h 9103316"/>
              <a:gd name="connsiteX49" fmla="*/ 19791876 w 24089813"/>
              <a:gd name="connsiteY49" fmla="*/ 3539137 h 9103316"/>
              <a:gd name="connsiteX50" fmla="*/ 19434034 w 24089813"/>
              <a:gd name="connsiteY50" fmla="*/ 3520691 h 9103316"/>
              <a:gd name="connsiteX51" fmla="*/ 19536098 w 24089813"/>
              <a:gd name="connsiteY51" fmla="*/ 3578488 h 9103316"/>
              <a:gd name="connsiteX52" fmla="*/ 20009534 w 24089813"/>
              <a:gd name="connsiteY52" fmla="*/ 3616609 h 9103316"/>
              <a:gd name="connsiteX53" fmla="*/ 20341554 w 24089813"/>
              <a:gd name="connsiteY53" fmla="*/ 3635055 h 9103316"/>
              <a:gd name="connsiteX54" fmla="*/ 20851880 w 24089813"/>
              <a:gd name="connsiteY54" fmla="*/ 3654731 h 9103316"/>
              <a:gd name="connsiteX55" fmla="*/ 21145778 w 24089813"/>
              <a:gd name="connsiteY55" fmla="*/ 3680555 h 9103316"/>
              <a:gd name="connsiteX56" fmla="*/ 20417796 w 24089813"/>
              <a:gd name="connsiteY56" fmla="*/ 3680555 h 9103316"/>
              <a:gd name="connsiteX57" fmla="*/ 20379674 w 24089813"/>
              <a:gd name="connsiteY57" fmla="*/ 3718676 h 9103316"/>
              <a:gd name="connsiteX58" fmla="*/ 20085776 w 24089813"/>
              <a:gd name="connsiteY58" fmla="*/ 3756798 h 9103316"/>
              <a:gd name="connsiteX59" fmla="*/ 19925914 w 24089813"/>
              <a:gd name="connsiteY59" fmla="*/ 3814595 h 9103316"/>
              <a:gd name="connsiteX60" fmla="*/ 19734080 w 24089813"/>
              <a:gd name="connsiteY60" fmla="*/ 3814595 h 9103316"/>
              <a:gd name="connsiteX61" fmla="*/ 19714406 w 24089813"/>
              <a:gd name="connsiteY61" fmla="*/ 3890837 h 9103316"/>
              <a:gd name="connsiteX62" fmla="*/ 18967976 w 24089813"/>
              <a:gd name="connsiteY62" fmla="*/ 3852716 h 9103316"/>
              <a:gd name="connsiteX63" fmla="*/ 18808114 w 24089813"/>
              <a:gd name="connsiteY63" fmla="*/ 3890837 h 9103316"/>
              <a:gd name="connsiteX64" fmla="*/ 19414358 w 24089813"/>
              <a:gd name="connsiteY64" fmla="*/ 3974458 h 9103316"/>
              <a:gd name="connsiteX65" fmla="*/ 19925914 w 24089813"/>
              <a:gd name="connsiteY65" fmla="*/ 4012579 h 9103316"/>
              <a:gd name="connsiteX66" fmla="*/ 19612340 w 24089813"/>
              <a:gd name="connsiteY66" fmla="*/ 4050701 h 9103316"/>
              <a:gd name="connsiteX67" fmla="*/ 19434034 w 24089813"/>
              <a:gd name="connsiteY67" fmla="*/ 4108498 h 9103316"/>
              <a:gd name="connsiteX68" fmla="*/ 18986422 w 24089813"/>
              <a:gd name="connsiteY68" fmla="*/ 4088822 h 9103316"/>
              <a:gd name="connsiteX69" fmla="*/ 19555774 w 24089813"/>
              <a:gd name="connsiteY69" fmla="*/ 4146619 h 9103316"/>
              <a:gd name="connsiteX70" fmla="*/ 20597332 w 24089813"/>
              <a:gd name="connsiteY70" fmla="*/ 4210565 h 9103316"/>
              <a:gd name="connsiteX71" fmla="*/ 22194714 w 24089813"/>
              <a:gd name="connsiteY71" fmla="*/ 4248686 h 9103316"/>
              <a:gd name="connsiteX72" fmla="*/ 22526734 w 24089813"/>
              <a:gd name="connsiteY72" fmla="*/ 4248686 h 9103316"/>
              <a:gd name="connsiteX73" fmla="*/ 22290632 w 24089813"/>
              <a:gd name="connsiteY73" fmla="*/ 4286807 h 9103316"/>
              <a:gd name="connsiteX74" fmla="*/ 21229398 w 24089813"/>
              <a:gd name="connsiteY74" fmla="*/ 4364280 h 9103316"/>
              <a:gd name="connsiteX75" fmla="*/ 21107658 w 24089813"/>
              <a:gd name="connsiteY75" fmla="*/ 4364280 h 9103316"/>
              <a:gd name="connsiteX76" fmla="*/ 20935500 w 24089813"/>
              <a:gd name="connsiteY76" fmla="*/ 4364280 h 9103316"/>
              <a:gd name="connsiteX77" fmla="*/ 21107658 w 24089813"/>
              <a:gd name="connsiteY77" fmla="*/ 4364280 h 9103316"/>
              <a:gd name="connsiteX78" fmla="*/ 21229398 w 24089813"/>
              <a:gd name="connsiteY78" fmla="*/ 4364280 h 9103316"/>
              <a:gd name="connsiteX79" fmla="*/ 21542972 w 24089813"/>
              <a:gd name="connsiteY79" fmla="*/ 4364280 h 9103316"/>
              <a:gd name="connsiteX80" fmla="*/ 22366872 w 24089813"/>
              <a:gd name="connsiteY80" fmla="*/ 4344604 h 9103316"/>
              <a:gd name="connsiteX81" fmla="*/ 22960820 w 24089813"/>
              <a:gd name="connsiteY81" fmla="*/ 4306483 h 9103316"/>
              <a:gd name="connsiteX82" fmla="*/ 22705042 w 24089813"/>
              <a:gd name="connsiteY82" fmla="*/ 4364280 h 9103316"/>
              <a:gd name="connsiteX83" fmla="*/ 22960820 w 24089813"/>
              <a:gd name="connsiteY83" fmla="*/ 4428225 h 9103316"/>
              <a:gd name="connsiteX84" fmla="*/ 22762838 w 24089813"/>
              <a:gd name="connsiteY84" fmla="*/ 4466346 h 9103316"/>
              <a:gd name="connsiteX85" fmla="*/ 22724716 w 24089813"/>
              <a:gd name="connsiteY85" fmla="*/ 4504468 h 9103316"/>
              <a:gd name="connsiteX86" fmla="*/ 22015178 w 24089813"/>
              <a:gd name="connsiteY86" fmla="*/ 4579481 h 9103316"/>
              <a:gd name="connsiteX87" fmla="*/ 22015178 w 24089813"/>
              <a:gd name="connsiteY87" fmla="*/ 4579481 h 9103316"/>
              <a:gd name="connsiteX88" fmla="*/ 22270956 w 24089813"/>
              <a:gd name="connsiteY88" fmla="*/ 4579481 h 9103316"/>
              <a:gd name="connsiteX89" fmla="*/ 21913112 w 24089813"/>
              <a:gd name="connsiteY89" fmla="*/ 4663102 h 9103316"/>
              <a:gd name="connsiteX90" fmla="*/ 21191278 w 24089813"/>
              <a:gd name="connsiteY90" fmla="*/ 4701223 h 9103316"/>
              <a:gd name="connsiteX91" fmla="*/ 20341554 w 24089813"/>
              <a:gd name="connsiteY91" fmla="*/ 4720899 h 9103316"/>
              <a:gd name="connsiteX92" fmla="*/ 20679722 w 24089813"/>
              <a:gd name="connsiteY92" fmla="*/ 4759021 h 9103316"/>
              <a:gd name="connsiteX93" fmla="*/ 22328752 w 24089813"/>
              <a:gd name="connsiteY93" fmla="*/ 4759021 h 9103316"/>
              <a:gd name="connsiteX94" fmla="*/ 22980494 w 24089813"/>
              <a:gd name="connsiteY94" fmla="*/ 4739345 h 9103316"/>
              <a:gd name="connsiteX95" fmla="*/ 22666920 w 24089813"/>
              <a:gd name="connsiteY95" fmla="*/ 4797141 h 9103316"/>
              <a:gd name="connsiteX96" fmla="*/ 22922698 w 24089813"/>
              <a:gd name="connsiteY96" fmla="*/ 4797141 h 9103316"/>
              <a:gd name="connsiteX97" fmla="*/ 22878430 w 24089813"/>
              <a:gd name="connsiteY97" fmla="*/ 4854938 h 9103316"/>
              <a:gd name="connsiteX98" fmla="*/ 22980494 w 24089813"/>
              <a:gd name="connsiteY98" fmla="*/ 4854938 h 9103316"/>
              <a:gd name="connsiteX99" fmla="*/ 22724716 w 24089813"/>
              <a:gd name="connsiteY99" fmla="*/ 4937330 h 9103316"/>
              <a:gd name="connsiteX100" fmla="*/ 21031416 w 24089813"/>
              <a:gd name="connsiteY100" fmla="*/ 5071369 h 9103316"/>
              <a:gd name="connsiteX101" fmla="*/ 20207516 w 24089813"/>
              <a:gd name="connsiteY101" fmla="*/ 5071369 h 9103316"/>
              <a:gd name="connsiteX102" fmla="*/ 20679722 w 24089813"/>
              <a:gd name="connsiteY102" fmla="*/ 5091045 h 9103316"/>
              <a:gd name="connsiteX103" fmla="*/ 21325316 w 24089813"/>
              <a:gd name="connsiteY103" fmla="*/ 5109491 h 9103316"/>
              <a:gd name="connsiteX104" fmla="*/ 22641096 w 24089813"/>
              <a:gd name="connsiteY104" fmla="*/ 5129166 h 9103316"/>
              <a:gd name="connsiteX105" fmla="*/ 22942374 w 24089813"/>
              <a:gd name="connsiteY105" fmla="*/ 5091045 h 9103316"/>
              <a:gd name="connsiteX106" fmla="*/ 22724716 w 24089813"/>
              <a:gd name="connsiteY106" fmla="*/ 5148842 h 9103316"/>
              <a:gd name="connsiteX107" fmla="*/ 22213160 w 24089813"/>
              <a:gd name="connsiteY107" fmla="*/ 5231233 h 9103316"/>
              <a:gd name="connsiteX108" fmla="*/ 22034854 w 24089813"/>
              <a:gd name="connsiteY108" fmla="*/ 5289030 h 9103316"/>
              <a:gd name="connsiteX109" fmla="*/ 22980494 w 24089813"/>
              <a:gd name="connsiteY109" fmla="*/ 5231233 h 9103316"/>
              <a:gd name="connsiteX110" fmla="*/ 23178476 w 24089813"/>
              <a:gd name="connsiteY110" fmla="*/ 5269354 h 9103316"/>
              <a:gd name="connsiteX111" fmla="*/ 22922698 w 24089813"/>
              <a:gd name="connsiteY111" fmla="*/ 5327152 h 9103316"/>
              <a:gd name="connsiteX112" fmla="*/ 21427380 w 24089813"/>
              <a:gd name="connsiteY112" fmla="*/ 5467339 h 9103316"/>
              <a:gd name="connsiteX113" fmla="*/ 20955174 w 24089813"/>
              <a:gd name="connsiteY113" fmla="*/ 5525136 h 9103316"/>
              <a:gd name="connsiteX114" fmla="*/ 20635452 w 24089813"/>
              <a:gd name="connsiteY114" fmla="*/ 5525136 h 9103316"/>
              <a:gd name="connsiteX115" fmla="*/ 21049862 w 24089813"/>
              <a:gd name="connsiteY115" fmla="*/ 5544812 h 9103316"/>
              <a:gd name="connsiteX116" fmla="*/ 21503622 w 24089813"/>
              <a:gd name="connsiteY116" fmla="*/ 5544812 h 9103316"/>
              <a:gd name="connsiteX117" fmla="*/ 21447056 w 24089813"/>
              <a:gd name="connsiteY117" fmla="*/ 5621054 h 9103316"/>
              <a:gd name="connsiteX118" fmla="*/ 20481740 w 24089813"/>
              <a:gd name="connsiteY118" fmla="*/ 5666554 h 9103316"/>
              <a:gd name="connsiteX119" fmla="*/ 19536098 w 24089813"/>
              <a:gd name="connsiteY119" fmla="*/ 5640730 h 9103316"/>
              <a:gd name="connsiteX120" fmla="*/ 19338116 w 24089813"/>
              <a:gd name="connsiteY120" fmla="*/ 5621054 h 9103316"/>
              <a:gd name="connsiteX121" fmla="*/ 19516424 w 24089813"/>
              <a:gd name="connsiteY121" fmla="*/ 5666554 h 9103316"/>
              <a:gd name="connsiteX122" fmla="*/ 21383112 w 24089813"/>
              <a:gd name="connsiteY122" fmla="*/ 5685000 h 9103316"/>
              <a:gd name="connsiteX123" fmla="*/ 22213160 w 24089813"/>
              <a:gd name="connsiteY123" fmla="*/ 5685000 h 9103316"/>
              <a:gd name="connsiteX124" fmla="*/ 22564854 w 24089813"/>
              <a:gd name="connsiteY124" fmla="*/ 5640730 h 9103316"/>
              <a:gd name="connsiteX125" fmla="*/ 22641096 w 24089813"/>
              <a:gd name="connsiteY125" fmla="*/ 5704675 h 9103316"/>
              <a:gd name="connsiteX126" fmla="*/ 22820634 w 24089813"/>
              <a:gd name="connsiteY126" fmla="*/ 5704675 h 9103316"/>
              <a:gd name="connsiteX127" fmla="*/ 22762838 w 24089813"/>
              <a:gd name="connsiteY127" fmla="*/ 5742797 h 9103316"/>
              <a:gd name="connsiteX128" fmla="*/ 22896874 w 24089813"/>
              <a:gd name="connsiteY128" fmla="*/ 5819039 h 9103316"/>
              <a:gd name="connsiteX129" fmla="*/ 23132978 w 24089813"/>
              <a:gd name="connsiteY129" fmla="*/ 5800594 h 9103316"/>
              <a:gd name="connsiteX130" fmla="*/ 23188142 w 24089813"/>
              <a:gd name="connsiteY130" fmla="*/ 5825322 h 9103316"/>
              <a:gd name="connsiteX131" fmla="*/ 23204262 w 24089813"/>
              <a:gd name="connsiteY131" fmla="*/ 5832909 h 9103316"/>
              <a:gd name="connsiteX132" fmla="*/ 23203672 w 24089813"/>
              <a:gd name="connsiteY132" fmla="*/ 5833140 h 9103316"/>
              <a:gd name="connsiteX133" fmla="*/ 23216598 w 24089813"/>
              <a:gd name="connsiteY133" fmla="*/ 5838715 h 9103316"/>
              <a:gd name="connsiteX134" fmla="*/ 23204262 w 24089813"/>
              <a:gd name="connsiteY134" fmla="*/ 5832909 h 9103316"/>
              <a:gd name="connsiteX135" fmla="*/ 23209104 w 24089813"/>
              <a:gd name="connsiteY135" fmla="*/ 5831010 h 9103316"/>
              <a:gd name="connsiteX136" fmla="*/ 23312514 w 24089813"/>
              <a:gd name="connsiteY136" fmla="*/ 5876836 h 9103316"/>
              <a:gd name="connsiteX137" fmla="*/ 23196922 w 24089813"/>
              <a:gd name="connsiteY137" fmla="*/ 5876836 h 9103316"/>
              <a:gd name="connsiteX138" fmla="*/ 22960820 w 24089813"/>
              <a:gd name="connsiteY138" fmla="*/ 5960457 h 9103316"/>
              <a:gd name="connsiteX139" fmla="*/ 22744392 w 24089813"/>
              <a:gd name="connsiteY139" fmla="*/ 6036700 h 9103316"/>
              <a:gd name="connsiteX140" fmla="*/ 22820634 w 24089813"/>
              <a:gd name="connsiteY140" fmla="*/ 6055146 h 9103316"/>
              <a:gd name="connsiteX141" fmla="*/ 22053298 w 24089813"/>
              <a:gd name="connsiteY141" fmla="*/ 6158442 h 9103316"/>
              <a:gd name="connsiteX142" fmla="*/ 22328752 w 24089813"/>
              <a:gd name="connsiteY142" fmla="*/ 6158442 h 9103316"/>
              <a:gd name="connsiteX143" fmla="*/ 22366872 w 24089813"/>
              <a:gd name="connsiteY143" fmla="*/ 6196564 h 9103316"/>
              <a:gd name="connsiteX144" fmla="*/ 23037060 w 24089813"/>
              <a:gd name="connsiteY144" fmla="*/ 6158442 h 9103316"/>
              <a:gd name="connsiteX145" fmla="*/ 22922698 w 24089813"/>
              <a:gd name="connsiteY145" fmla="*/ 6176888 h 9103316"/>
              <a:gd name="connsiteX146" fmla="*/ 22213160 w 24089813"/>
              <a:gd name="connsiteY146" fmla="*/ 6272806 h 9103316"/>
              <a:gd name="connsiteX147" fmla="*/ 22468938 w 24089813"/>
              <a:gd name="connsiteY147" fmla="*/ 6310928 h 9103316"/>
              <a:gd name="connsiteX148" fmla="*/ 22724716 w 24089813"/>
              <a:gd name="connsiteY148" fmla="*/ 6310928 h 9103316"/>
              <a:gd name="connsiteX149" fmla="*/ 23018616 w 24089813"/>
              <a:gd name="connsiteY149" fmla="*/ 6330603 h 9103316"/>
              <a:gd name="connsiteX150" fmla="*/ 21874992 w 24089813"/>
              <a:gd name="connsiteY150" fmla="*/ 6528588 h 9103316"/>
              <a:gd name="connsiteX151" fmla="*/ 21401556 w 24089813"/>
              <a:gd name="connsiteY151" fmla="*/ 6566710 h 9103316"/>
              <a:gd name="connsiteX152" fmla="*/ 21389260 w 24089813"/>
              <a:gd name="connsiteY152" fmla="*/ 6624507 h 9103316"/>
              <a:gd name="connsiteX153" fmla="*/ 21344990 w 24089813"/>
              <a:gd name="connsiteY153" fmla="*/ 6604831 h 9103316"/>
              <a:gd name="connsiteX154" fmla="*/ 21389260 w 24089813"/>
              <a:gd name="connsiteY154" fmla="*/ 6624507 h 9103316"/>
              <a:gd name="connsiteX155" fmla="*/ 21797520 w 24089813"/>
              <a:gd name="connsiteY155" fmla="*/ 6604831 h 9103316"/>
              <a:gd name="connsiteX156" fmla="*/ 22347198 w 24089813"/>
              <a:gd name="connsiteY156" fmla="*/ 6566710 h 9103316"/>
              <a:gd name="connsiteX157" fmla="*/ 23132978 w 24089813"/>
              <a:gd name="connsiteY157" fmla="*/ 6528588 h 9103316"/>
              <a:gd name="connsiteX158" fmla="*/ 22878430 w 24089813"/>
              <a:gd name="connsiteY158" fmla="*/ 6604831 h 9103316"/>
              <a:gd name="connsiteX159" fmla="*/ 22251280 w 24089813"/>
              <a:gd name="connsiteY159" fmla="*/ 6688452 h 9103316"/>
              <a:gd name="connsiteX160" fmla="*/ 21919262 w 24089813"/>
              <a:gd name="connsiteY160" fmla="*/ 6706898 h 9103316"/>
              <a:gd name="connsiteX161" fmla="*/ 22091420 w 24089813"/>
              <a:gd name="connsiteY161" fmla="*/ 6764695 h 9103316"/>
              <a:gd name="connsiteX162" fmla="*/ 21049862 w 24089813"/>
              <a:gd name="connsiteY162" fmla="*/ 6822492 h 9103316"/>
              <a:gd name="connsiteX163" fmla="*/ 20935500 w 24089813"/>
              <a:gd name="connsiteY163" fmla="*/ 6860613 h 9103316"/>
              <a:gd name="connsiteX164" fmla="*/ 20283758 w 24089813"/>
              <a:gd name="connsiteY164" fmla="*/ 6880289 h 9103316"/>
              <a:gd name="connsiteX165" fmla="*/ 20597332 w 24089813"/>
              <a:gd name="connsiteY165" fmla="*/ 6906113 h 9103316"/>
              <a:gd name="connsiteX166" fmla="*/ 20955174 w 24089813"/>
              <a:gd name="connsiteY166" fmla="*/ 6924559 h 9103316"/>
              <a:gd name="connsiteX167" fmla="*/ 20597332 w 24089813"/>
              <a:gd name="connsiteY167" fmla="*/ 6924559 h 9103316"/>
              <a:gd name="connsiteX168" fmla="*/ 19989858 w 24089813"/>
              <a:gd name="connsiteY168" fmla="*/ 6944234 h 9103316"/>
              <a:gd name="connsiteX169" fmla="*/ 20557982 w 24089813"/>
              <a:gd name="connsiteY169" fmla="*/ 6962680 h 9103316"/>
              <a:gd name="connsiteX170" fmla="*/ 20367378 w 24089813"/>
              <a:gd name="connsiteY170" fmla="*/ 6982355 h 9103316"/>
              <a:gd name="connsiteX171" fmla="*/ 20775638 w 24089813"/>
              <a:gd name="connsiteY171" fmla="*/ 7000801 h 9103316"/>
              <a:gd name="connsiteX172" fmla="*/ 21465502 w 24089813"/>
              <a:gd name="connsiteY172" fmla="*/ 7020476 h 9103316"/>
              <a:gd name="connsiteX173" fmla="*/ 22507058 w 24089813"/>
              <a:gd name="connsiteY173" fmla="*/ 6956531 h 9103316"/>
              <a:gd name="connsiteX174" fmla="*/ 22449262 w 24089813"/>
              <a:gd name="connsiteY174" fmla="*/ 7000801 h 9103316"/>
              <a:gd name="connsiteX175" fmla="*/ 22213160 w 24089813"/>
              <a:gd name="connsiteY175" fmla="*/ 7078274 h 9103316"/>
              <a:gd name="connsiteX176" fmla="*/ 22584530 w 24089813"/>
              <a:gd name="connsiteY176" fmla="*/ 7116394 h 9103316"/>
              <a:gd name="connsiteX177" fmla="*/ 22449262 w 24089813"/>
              <a:gd name="connsiteY177" fmla="*/ 7142219 h 9103316"/>
              <a:gd name="connsiteX178" fmla="*/ 22290632 w 24089813"/>
              <a:gd name="connsiteY178" fmla="*/ 7180340 h 9103316"/>
              <a:gd name="connsiteX179" fmla="*/ 22820634 w 24089813"/>
              <a:gd name="connsiteY179" fmla="*/ 7116394 h 9103316"/>
              <a:gd name="connsiteX180" fmla="*/ 23236272 w 24089813"/>
              <a:gd name="connsiteY180" fmla="*/ 7096719 h 9103316"/>
              <a:gd name="connsiteX181" fmla="*/ 22910402 w 24089813"/>
              <a:gd name="connsiteY181" fmla="*/ 7180340 h 9103316"/>
              <a:gd name="connsiteX182" fmla="*/ 22858754 w 24089813"/>
              <a:gd name="connsiteY182" fmla="*/ 7180340 h 9103316"/>
              <a:gd name="connsiteX183" fmla="*/ 22910402 w 24089813"/>
              <a:gd name="connsiteY183" fmla="*/ 7180340 h 9103316"/>
              <a:gd name="connsiteX184" fmla="*/ 22960820 w 24089813"/>
              <a:gd name="connsiteY184" fmla="*/ 7198786 h 9103316"/>
              <a:gd name="connsiteX185" fmla="*/ 22800958 w 24089813"/>
              <a:gd name="connsiteY185" fmla="*/ 7218462 h 9103316"/>
              <a:gd name="connsiteX186" fmla="*/ 22800958 w 24089813"/>
              <a:gd name="connsiteY186" fmla="*/ 7218462 h 9103316"/>
              <a:gd name="connsiteX187" fmla="*/ 22622650 w 24089813"/>
              <a:gd name="connsiteY187" fmla="*/ 7238137 h 9103316"/>
              <a:gd name="connsiteX188" fmla="*/ 22488614 w 24089813"/>
              <a:gd name="connsiteY188" fmla="*/ 7276258 h 9103316"/>
              <a:gd name="connsiteX189" fmla="*/ 23037060 w 24089813"/>
              <a:gd name="connsiteY189" fmla="*/ 7218462 h 9103316"/>
              <a:gd name="connsiteX190" fmla="*/ 23312514 w 24089813"/>
              <a:gd name="connsiteY190" fmla="*/ 7256583 h 9103316"/>
              <a:gd name="connsiteX191" fmla="*/ 23606412 w 24089813"/>
              <a:gd name="connsiteY191" fmla="*/ 7256583 h 9103316"/>
              <a:gd name="connsiteX192" fmla="*/ 22922698 w 24089813"/>
              <a:gd name="connsiteY192" fmla="*/ 7372176 h 9103316"/>
              <a:gd name="connsiteX193" fmla="*/ 22072974 w 24089813"/>
              <a:gd name="connsiteY193" fmla="*/ 7454568 h 9103316"/>
              <a:gd name="connsiteX194" fmla="*/ 22034854 w 24089813"/>
              <a:gd name="connsiteY194" fmla="*/ 7493919 h 9103316"/>
              <a:gd name="connsiteX195" fmla="*/ 21702834 w 24089813"/>
              <a:gd name="connsiteY195" fmla="*/ 7532040 h 9103316"/>
              <a:gd name="connsiteX196" fmla="*/ 21779076 w 24089813"/>
              <a:gd name="connsiteY196" fmla="*/ 7550486 h 9103316"/>
              <a:gd name="connsiteX197" fmla="*/ 22386548 w 24089813"/>
              <a:gd name="connsiteY197" fmla="*/ 7532040 h 9103316"/>
              <a:gd name="connsiteX198" fmla="*/ 22507058 w 24089813"/>
              <a:gd name="connsiteY198" fmla="*/ 7493919 h 9103316"/>
              <a:gd name="connsiteX199" fmla="*/ 22468938 w 24089813"/>
              <a:gd name="connsiteY199" fmla="*/ 7550486 h 9103316"/>
              <a:gd name="connsiteX200" fmla="*/ 22820634 w 24089813"/>
              <a:gd name="connsiteY200" fmla="*/ 7532040 h 9103316"/>
              <a:gd name="connsiteX201" fmla="*/ 23178476 w 24089813"/>
              <a:gd name="connsiteY201" fmla="*/ 7493919 h 9103316"/>
              <a:gd name="connsiteX202" fmla="*/ 22724716 w 24089813"/>
              <a:gd name="connsiteY202" fmla="*/ 7550486 h 9103316"/>
              <a:gd name="connsiteX203" fmla="*/ 22347198 w 24089813"/>
              <a:gd name="connsiteY203" fmla="*/ 7634107 h 9103316"/>
              <a:gd name="connsiteX204" fmla="*/ 23216598 w 24089813"/>
              <a:gd name="connsiteY204" fmla="*/ 7532040 h 9103316"/>
              <a:gd name="connsiteX205" fmla="*/ 23824070 w 24089813"/>
              <a:gd name="connsiteY205" fmla="*/ 7493919 h 9103316"/>
              <a:gd name="connsiteX206" fmla="*/ 23862190 w 24089813"/>
              <a:gd name="connsiteY206" fmla="*/ 7532040 h 9103316"/>
              <a:gd name="connsiteX207" fmla="*/ 23964256 w 24089813"/>
              <a:gd name="connsiteY207" fmla="*/ 7532040 h 9103316"/>
              <a:gd name="connsiteX208" fmla="*/ 23568292 w 24089813"/>
              <a:gd name="connsiteY208" fmla="*/ 7608283 h 9103316"/>
              <a:gd name="connsiteX209" fmla="*/ 23746598 w 24089813"/>
              <a:gd name="connsiteY209" fmla="*/ 7608283 h 9103316"/>
              <a:gd name="connsiteX210" fmla="*/ 23784720 w 24089813"/>
              <a:gd name="connsiteY210" fmla="*/ 7652553 h 9103316"/>
              <a:gd name="connsiteX211" fmla="*/ 23880636 w 24089813"/>
              <a:gd name="connsiteY211" fmla="*/ 7690674 h 9103316"/>
              <a:gd name="connsiteX212" fmla="*/ 23472376 w 24089813"/>
              <a:gd name="connsiteY212" fmla="*/ 7748472 h 9103316"/>
              <a:gd name="connsiteX213" fmla="*/ 23350634 w 24089813"/>
              <a:gd name="connsiteY213" fmla="*/ 7806268 h 9103316"/>
              <a:gd name="connsiteX214" fmla="*/ 22744392 w 24089813"/>
              <a:gd name="connsiteY214" fmla="*/ 7889889 h 9103316"/>
              <a:gd name="connsiteX215" fmla="*/ 22091420 w 24089813"/>
              <a:gd name="connsiteY215" fmla="*/ 7946456 h 9103316"/>
              <a:gd name="connsiteX216" fmla="*/ 22290632 w 24089813"/>
              <a:gd name="connsiteY216" fmla="*/ 7966132 h 9103316"/>
              <a:gd name="connsiteX217" fmla="*/ 23842516 w 24089813"/>
              <a:gd name="connsiteY217" fmla="*/ 7806268 h 9103316"/>
              <a:gd name="connsiteX218" fmla="*/ 24060172 w 24089813"/>
              <a:gd name="connsiteY218" fmla="*/ 7825944 h 9103316"/>
              <a:gd name="connsiteX219" fmla="*/ 23926136 w 24089813"/>
              <a:gd name="connsiteY219" fmla="*/ 7864065 h 9103316"/>
              <a:gd name="connsiteX220" fmla="*/ 21919262 w 24089813"/>
              <a:gd name="connsiteY220" fmla="*/ 8119847 h 9103316"/>
              <a:gd name="connsiteX221" fmla="*/ 21919262 w 24089813"/>
              <a:gd name="connsiteY221" fmla="*/ 8119847 h 9103316"/>
              <a:gd name="connsiteX222" fmla="*/ 22386548 w 24089813"/>
              <a:gd name="connsiteY222" fmla="*/ 8100172 h 9103316"/>
              <a:gd name="connsiteX223" fmla="*/ 22328752 w 24089813"/>
              <a:gd name="connsiteY223" fmla="*/ 8119847 h 9103316"/>
              <a:gd name="connsiteX224" fmla="*/ 22526734 w 24089813"/>
              <a:gd name="connsiteY224" fmla="*/ 8144442 h 9103316"/>
              <a:gd name="connsiteX225" fmla="*/ 22980494 w 24089813"/>
              <a:gd name="connsiteY225" fmla="*/ 8144442 h 9103316"/>
              <a:gd name="connsiteX226" fmla="*/ 22960820 w 24089813"/>
              <a:gd name="connsiteY226" fmla="*/ 8164117 h 9103316"/>
              <a:gd name="connsiteX227" fmla="*/ 21893438 w 24089813"/>
              <a:gd name="connsiteY227" fmla="*/ 8278481 h 9103316"/>
              <a:gd name="connsiteX228" fmla="*/ 22194714 w 24089813"/>
              <a:gd name="connsiteY228" fmla="*/ 8298156 h 9103316"/>
              <a:gd name="connsiteX229" fmla="*/ 22686596 w 24089813"/>
              <a:gd name="connsiteY229" fmla="*/ 8278481 h 9103316"/>
              <a:gd name="connsiteX230" fmla="*/ 22724716 w 24089813"/>
              <a:gd name="connsiteY230" fmla="*/ 8298156 h 9103316"/>
              <a:gd name="connsiteX231" fmla="*/ 22488614 w 24089813"/>
              <a:gd name="connsiteY231" fmla="*/ 8355954 h 9103316"/>
              <a:gd name="connsiteX232" fmla="*/ 22980494 w 24089813"/>
              <a:gd name="connsiteY232" fmla="*/ 8298156 h 9103316"/>
              <a:gd name="connsiteX233" fmla="*/ 23350634 w 24089813"/>
              <a:gd name="connsiteY233" fmla="*/ 8278481 h 9103316"/>
              <a:gd name="connsiteX234" fmla="*/ 23216598 w 24089813"/>
              <a:gd name="connsiteY234" fmla="*/ 8317832 h 9103316"/>
              <a:gd name="connsiteX235" fmla="*/ 23350634 w 24089813"/>
              <a:gd name="connsiteY235" fmla="*/ 8336278 h 9103316"/>
              <a:gd name="connsiteX236" fmla="*/ 23746598 w 24089813"/>
              <a:gd name="connsiteY236" fmla="*/ 8355954 h 9103316"/>
              <a:gd name="connsiteX237" fmla="*/ 24079848 w 24089813"/>
              <a:gd name="connsiteY237" fmla="*/ 8355954 h 9103316"/>
              <a:gd name="connsiteX238" fmla="*/ 23964256 w 24089813"/>
              <a:gd name="connsiteY238" fmla="*/ 8419899 h 9103316"/>
              <a:gd name="connsiteX239" fmla="*/ 23842516 w 24089813"/>
              <a:gd name="connsiteY239" fmla="*/ 8496142 h 9103316"/>
              <a:gd name="connsiteX240" fmla="*/ 23018616 w 24089813"/>
              <a:gd name="connsiteY240" fmla="*/ 8611735 h 9103316"/>
              <a:gd name="connsiteX241" fmla="*/ 22213160 w 24089813"/>
              <a:gd name="connsiteY241" fmla="*/ 8751924 h 9103316"/>
              <a:gd name="connsiteX242" fmla="*/ 19102014 w 24089813"/>
              <a:gd name="connsiteY242" fmla="*/ 8790045 h 9103316"/>
              <a:gd name="connsiteX243" fmla="*/ 18354354 w 24089813"/>
              <a:gd name="connsiteY243" fmla="*/ 8790045 h 9103316"/>
              <a:gd name="connsiteX244" fmla="*/ 17606696 w 24089813"/>
              <a:gd name="connsiteY244" fmla="*/ 8694127 h 9103316"/>
              <a:gd name="connsiteX245" fmla="*/ 17152936 w 24089813"/>
              <a:gd name="connsiteY245" fmla="*/ 8675681 h 9103316"/>
              <a:gd name="connsiteX246" fmla="*/ 17152936 w 24089813"/>
              <a:gd name="connsiteY246" fmla="*/ 8675681 h 9103316"/>
              <a:gd name="connsiteX247" fmla="*/ 17587020 w 24089813"/>
              <a:gd name="connsiteY247" fmla="*/ 8732248 h 9103316"/>
              <a:gd name="connsiteX248" fmla="*/ 17900594 w 24089813"/>
              <a:gd name="connsiteY248" fmla="*/ 8809720 h 9103316"/>
              <a:gd name="connsiteX249" fmla="*/ 17606696 w 24089813"/>
              <a:gd name="connsiteY249" fmla="*/ 8771599 h 9103316"/>
              <a:gd name="connsiteX250" fmla="*/ 17491104 w 24089813"/>
              <a:gd name="connsiteY250" fmla="*/ 8751924 h 9103316"/>
              <a:gd name="connsiteX251" fmla="*/ 17369364 w 24089813"/>
              <a:gd name="connsiteY251" fmla="*/ 8732248 h 9103316"/>
              <a:gd name="connsiteX252" fmla="*/ 17255002 w 24089813"/>
              <a:gd name="connsiteY252" fmla="*/ 8713802 h 9103316"/>
              <a:gd name="connsiteX253" fmla="*/ 17255002 w 24089813"/>
              <a:gd name="connsiteY253" fmla="*/ 8713802 h 9103316"/>
              <a:gd name="connsiteX254" fmla="*/ 17369364 w 24089813"/>
              <a:gd name="connsiteY254" fmla="*/ 8732248 h 9103316"/>
              <a:gd name="connsiteX255" fmla="*/ 17491104 w 24089813"/>
              <a:gd name="connsiteY255" fmla="*/ 8751924 h 9103316"/>
              <a:gd name="connsiteX256" fmla="*/ 17606696 w 24089813"/>
              <a:gd name="connsiteY256" fmla="*/ 8771599 h 9103316"/>
              <a:gd name="connsiteX257" fmla="*/ 18552336 w 24089813"/>
              <a:gd name="connsiteY257" fmla="*/ 8931463 h 9103316"/>
              <a:gd name="connsiteX258" fmla="*/ 20993296 w 24089813"/>
              <a:gd name="connsiteY258" fmla="*/ 9007705 h 9103316"/>
              <a:gd name="connsiteX259" fmla="*/ 21523298 w 24089813"/>
              <a:gd name="connsiteY259" fmla="*/ 9026151 h 9103316"/>
              <a:gd name="connsiteX260" fmla="*/ 21619214 w 24089813"/>
              <a:gd name="connsiteY260" fmla="*/ 8988030 h 9103316"/>
              <a:gd name="connsiteX261" fmla="*/ 21977058 w 24089813"/>
              <a:gd name="connsiteY261" fmla="*/ 9045827 h 9103316"/>
              <a:gd name="connsiteX262" fmla="*/ 21561418 w 24089813"/>
              <a:gd name="connsiteY262" fmla="*/ 9083948 h 9103316"/>
              <a:gd name="connsiteX263" fmla="*/ 19555774 w 24089813"/>
              <a:gd name="connsiteY263" fmla="*/ 9083948 h 9103316"/>
              <a:gd name="connsiteX264" fmla="*/ 17216880 w 24089813"/>
              <a:gd name="connsiteY264" fmla="*/ 8911787 h 9103316"/>
              <a:gd name="connsiteX265" fmla="*/ 16289685 w 24089813"/>
              <a:gd name="connsiteY265" fmla="*/ 8713802 h 9103316"/>
              <a:gd name="connsiteX266" fmla="*/ 14775922 w 24089813"/>
              <a:gd name="connsiteY266" fmla="*/ 8144442 h 9103316"/>
              <a:gd name="connsiteX267" fmla="*/ 14871838 w 24089813"/>
              <a:gd name="connsiteY267" fmla="*/ 8240360 h 9103316"/>
              <a:gd name="connsiteX268" fmla="*/ 16725000 w 24089813"/>
              <a:gd name="connsiteY268" fmla="*/ 8892112 h 9103316"/>
              <a:gd name="connsiteX269" fmla="*/ 16367156 w 24089813"/>
              <a:gd name="connsiteY269" fmla="*/ 8847842 h 9103316"/>
              <a:gd name="connsiteX270" fmla="*/ 13944643 w 24089813"/>
              <a:gd name="connsiteY270" fmla="*/ 7825944 h 9103316"/>
              <a:gd name="connsiteX271" fmla="*/ 12175102 w 24089813"/>
              <a:gd name="connsiteY271" fmla="*/ 6650331 h 9103316"/>
              <a:gd name="connsiteX272" fmla="*/ 11550413 w 24089813"/>
              <a:gd name="connsiteY272" fmla="*/ 6272806 h 9103316"/>
              <a:gd name="connsiteX273" fmla="*/ 11153219 w 24089813"/>
              <a:gd name="connsiteY273" fmla="*/ 6176888 h 9103316"/>
              <a:gd name="connsiteX274" fmla="*/ 10661338 w 24089813"/>
              <a:gd name="connsiteY274" fmla="*/ 5921106 h 9103316"/>
              <a:gd name="connsiteX275" fmla="*/ 9045511 w 24089813"/>
              <a:gd name="connsiteY275" fmla="*/ 5365272 h 9103316"/>
              <a:gd name="connsiteX276" fmla="*/ 8987714 w 24089813"/>
              <a:gd name="connsiteY276" fmla="*/ 5384948 h 9103316"/>
              <a:gd name="connsiteX277" fmla="*/ 9038132 w 24089813"/>
              <a:gd name="connsiteY277" fmla="*/ 5365272 h 9103316"/>
              <a:gd name="connsiteX278" fmla="*/ 8968039 w 24089813"/>
              <a:gd name="connsiteY278" fmla="*/ 5346827 h 9103316"/>
              <a:gd name="connsiteX279" fmla="*/ 8891797 w 24089813"/>
              <a:gd name="connsiteY279" fmla="*/ 5327152 h 9103316"/>
              <a:gd name="connsiteX280" fmla="*/ 8891797 w 24089813"/>
              <a:gd name="connsiteY280" fmla="*/ 5327152 h 9103316"/>
              <a:gd name="connsiteX281" fmla="*/ 8891797 w 24089813"/>
              <a:gd name="connsiteY281" fmla="*/ 5346827 h 9103316"/>
              <a:gd name="connsiteX282" fmla="*/ 8731936 w 24089813"/>
              <a:gd name="connsiteY282" fmla="*/ 5308705 h 9103316"/>
              <a:gd name="connsiteX283" fmla="*/ 8731936 w 24089813"/>
              <a:gd name="connsiteY283" fmla="*/ 5308705 h 9103316"/>
              <a:gd name="connsiteX284" fmla="*/ 8636019 w 24089813"/>
              <a:gd name="connsiteY284" fmla="*/ 5269354 h 9103316"/>
              <a:gd name="connsiteX285" fmla="*/ 8533954 w 24089813"/>
              <a:gd name="connsiteY285" fmla="*/ 5250908 h 9103316"/>
              <a:gd name="connsiteX286" fmla="*/ 8457712 w 24089813"/>
              <a:gd name="connsiteY286" fmla="*/ 5244760 h 9103316"/>
              <a:gd name="connsiteX287" fmla="*/ 7140702 w 24089813"/>
              <a:gd name="connsiteY287" fmla="*/ 5071369 h 9103316"/>
              <a:gd name="connsiteX288" fmla="*/ 6195061 w 24089813"/>
              <a:gd name="connsiteY288" fmla="*/ 5033248 h 9103316"/>
              <a:gd name="connsiteX289" fmla="*/ 4521436 w 24089813"/>
              <a:gd name="connsiteY289" fmla="*/ 4975451 h 9103316"/>
              <a:gd name="connsiteX290" fmla="*/ 1096716 w 24089813"/>
              <a:gd name="connsiteY290" fmla="*/ 5448893 h 9103316"/>
              <a:gd name="connsiteX291" fmla="*/ 489243 w 24089813"/>
              <a:gd name="connsiteY291" fmla="*/ 5666554 h 9103316"/>
              <a:gd name="connsiteX292" fmla="*/ 413001 w 24089813"/>
              <a:gd name="connsiteY292" fmla="*/ 5563258 h 9103316"/>
              <a:gd name="connsiteX293" fmla="*/ 271585 w 24089813"/>
              <a:gd name="connsiteY293" fmla="*/ 5582933 h 9103316"/>
              <a:gd name="connsiteX294" fmla="*/ 55158 w 24089813"/>
              <a:gd name="connsiteY294" fmla="*/ 5487015 h 9103316"/>
              <a:gd name="connsiteX295" fmla="*/ 233465 w 24089813"/>
              <a:gd name="connsiteY295" fmla="*/ 5365272 h 9103316"/>
              <a:gd name="connsiteX296" fmla="*/ 73604 w 24089813"/>
              <a:gd name="connsiteY296" fmla="*/ 5250908 h 9103316"/>
              <a:gd name="connsiteX297" fmla="*/ 329381 w 24089813"/>
              <a:gd name="connsiteY297" fmla="*/ 5148842 h 9103316"/>
              <a:gd name="connsiteX298" fmla="*/ 175669 w 24089813"/>
              <a:gd name="connsiteY298" fmla="*/ 5174666 h 9103316"/>
              <a:gd name="connsiteX299" fmla="*/ 233465 w 24089813"/>
              <a:gd name="connsiteY299" fmla="*/ 5109491 h 9103316"/>
              <a:gd name="connsiteX300" fmla="*/ 309706 w 24089813"/>
              <a:gd name="connsiteY300" fmla="*/ 5084896 h 9103316"/>
              <a:gd name="connsiteX301" fmla="*/ 213790 w 24089813"/>
              <a:gd name="connsiteY301" fmla="*/ 5071369 h 9103316"/>
              <a:gd name="connsiteX302" fmla="*/ 349057 w 24089813"/>
              <a:gd name="connsiteY302" fmla="*/ 4854938 h 9103316"/>
              <a:gd name="connsiteX303" fmla="*/ 195344 w 24089813"/>
              <a:gd name="connsiteY303" fmla="*/ 4797141 h 9103316"/>
              <a:gd name="connsiteX304" fmla="*/ 405623 w 24089813"/>
              <a:gd name="connsiteY304" fmla="*/ 4643426 h 9103316"/>
              <a:gd name="connsiteX305" fmla="*/ 451122 w 24089813"/>
              <a:gd name="connsiteY305" fmla="*/ 4573332 h 9103316"/>
              <a:gd name="connsiteX306" fmla="*/ 413001 w 24089813"/>
              <a:gd name="connsiteY306" fmla="*/ 4504468 h 9103316"/>
              <a:gd name="connsiteX307" fmla="*/ 489243 w 24089813"/>
              <a:gd name="connsiteY307" fmla="*/ 4504468 h 9103316"/>
              <a:gd name="connsiteX308" fmla="*/ 451122 w 24089813"/>
              <a:gd name="connsiteY308" fmla="*/ 4402402 h 9103316"/>
              <a:gd name="connsiteX309" fmla="*/ 623280 w 24089813"/>
              <a:gd name="connsiteY309" fmla="*/ 4286807 h 9103316"/>
              <a:gd name="connsiteX310" fmla="*/ 687225 w 24089813"/>
              <a:gd name="connsiteY310" fmla="*/ 4248686 h 9103316"/>
              <a:gd name="connsiteX311" fmla="*/ 603605 w 24089813"/>
              <a:gd name="connsiteY311" fmla="*/ 4248686 h 9103316"/>
              <a:gd name="connsiteX312" fmla="*/ 451122 w 24089813"/>
              <a:gd name="connsiteY312" fmla="*/ 4146619 h 9103316"/>
              <a:gd name="connsiteX313" fmla="*/ 687225 w 24089813"/>
              <a:gd name="connsiteY313" fmla="*/ 4108498 h 9103316"/>
              <a:gd name="connsiteX314" fmla="*/ 547039 w 24089813"/>
              <a:gd name="connsiteY314" fmla="*/ 4088822 h 9103316"/>
              <a:gd name="connsiteX315" fmla="*/ 547039 w 24089813"/>
              <a:gd name="connsiteY315" fmla="*/ 4012579 h 9103316"/>
              <a:gd name="connsiteX316" fmla="*/ 1179106 w 24089813"/>
              <a:gd name="connsiteY316" fmla="*/ 3635055 h 9103316"/>
              <a:gd name="connsiteX317" fmla="*/ 3422083 w 24089813"/>
              <a:gd name="connsiteY317" fmla="*/ 3264909 h 9103316"/>
              <a:gd name="connsiteX318" fmla="*/ 8821704 w 24089813"/>
              <a:gd name="connsiteY318" fmla="*/ 3539137 h 9103316"/>
              <a:gd name="connsiteX319" fmla="*/ 5607263 w 24089813"/>
              <a:gd name="connsiteY319" fmla="*/ 3066924 h 9103316"/>
              <a:gd name="connsiteX320" fmla="*/ 4559557 w 24089813"/>
              <a:gd name="connsiteY320" fmla="*/ 3066924 h 9103316"/>
              <a:gd name="connsiteX321" fmla="*/ 4227538 w 24089813"/>
              <a:gd name="connsiteY321" fmla="*/ 3066924 h 9103316"/>
              <a:gd name="connsiteX322" fmla="*/ 5287541 w 24089813"/>
              <a:gd name="connsiteY322" fmla="*/ 3009127 h 9103316"/>
              <a:gd name="connsiteX323" fmla="*/ 5505198 w 24089813"/>
              <a:gd name="connsiteY323" fmla="*/ 2971006 h 9103316"/>
              <a:gd name="connsiteX324" fmla="*/ 4367723 w 24089813"/>
              <a:gd name="connsiteY324" fmla="*/ 3009127 h 9103316"/>
              <a:gd name="connsiteX325" fmla="*/ 3204425 w 24089813"/>
              <a:gd name="connsiteY325" fmla="*/ 3066924 h 9103316"/>
              <a:gd name="connsiteX326" fmla="*/ 1332818 w 24089813"/>
              <a:gd name="connsiteY326" fmla="*/ 3418624 h 9103316"/>
              <a:gd name="connsiteX327" fmla="*/ 1019244 w 24089813"/>
              <a:gd name="connsiteY327" fmla="*/ 3482570 h 9103316"/>
              <a:gd name="connsiteX328" fmla="*/ 1402912 w 24089813"/>
              <a:gd name="connsiteY328" fmla="*/ 3366976 h 9103316"/>
              <a:gd name="connsiteX329" fmla="*/ 1946440 w 24089813"/>
              <a:gd name="connsiteY329" fmla="*/ 3226788 h 9103316"/>
              <a:gd name="connsiteX330" fmla="*/ 3128184 w 24089813"/>
              <a:gd name="connsiteY330" fmla="*/ 3047249 h 9103316"/>
              <a:gd name="connsiteX331" fmla="*/ 6054875 w 24089813"/>
              <a:gd name="connsiteY331" fmla="*/ 2907061 h 9103316"/>
              <a:gd name="connsiteX332" fmla="*/ 6393043 w 24089813"/>
              <a:gd name="connsiteY332" fmla="*/ 2887385 h 9103316"/>
              <a:gd name="connsiteX333" fmla="*/ 5587588 w 24089813"/>
              <a:gd name="connsiteY333" fmla="*/ 2830818 h 9103316"/>
              <a:gd name="connsiteX334" fmla="*/ 5287541 w 24089813"/>
              <a:gd name="connsiteY334" fmla="*/ 2811142 h 9103316"/>
              <a:gd name="connsiteX335" fmla="*/ 6706617 w 24089813"/>
              <a:gd name="connsiteY335" fmla="*/ 2849264 h 9103316"/>
              <a:gd name="connsiteX336" fmla="*/ 11294635 w 24089813"/>
              <a:gd name="connsiteY336" fmla="*/ 3992904 h 9103316"/>
              <a:gd name="connsiteX337" fmla="*/ 11332756 w 24089813"/>
              <a:gd name="connsiteY337" fmla="*/ 4012579 h 9103316"/>
              <a:gd name="connsiteX338" fmla="*/ 11332756 w 24089813"/>
              <a:gd name="connsiteY338" fmla="*/ 4012579 h 9103316"/>
              <a:gd name="connsiteX339" fmla="*/ 11294635 w 24089813"/>
              <a:gd name="connsiteY339" fmla="*/ 3992904 h 9103316"/>
              <a:gd name="connsiteX340" fmla="*/ 8297851 w 24089813"/>
              <a:gd name="connsiteY340" fmla="*/ 2990682 h 9103316"/>
              <a:gd name="connsiteX341" fmla="*/ 7926482 w 24089813"/>
              <a:gd name="connsiteY341" fmla="*/ 2907061 h 9103316"/>
              <a:gd name="connsiteX342" fmla="*/ 7964602 w 24089813"/>
              <a:gd name="connsiteY342" fmla="*/ 2849264 h 9103316"/>
              <a:gd name="connsiteX343" fmla="*/ 7582165 w 24089813"/>
              <a:gd name="connsiteY343" fmla="*/ 2792696 h 9103316"/>
              <a:gd name="connsiteX344" fmla="*/ 7358359 w 24089813"/>
              <a:gd name="connsiteY344" fmla="*/ 2747197 h 9103316"/>
              <a:gd name="connsiteX345" fmla="*/ 7550193 w 24089813"/>
              <a:gd name="connsiteY345" fmla="*/ 2734900 h 9103316"/>
              <a:gd name="connsiteX346" fmla="*/ 8438037 w 24089813"/>
              <a:gd name="connsiteY346" fmla="*/ 2849264 h 9103316"/>
              <a:gd name="connsiteX347" fmla="*/ 10776930 w 24089813"/>
              <a:gd name="connsiteY347" fmla="*/ 3520691 h 9103316"/>
              <a:gd name="connsiteX348" fmla="*/ 10776930 w 24089813"/>
              <a:gd name="connsiteY348" fmla="*/ 3520691 h 9103316"/>
              <a:gd name="connsiteX349" fmla="*/ 10265374 w 24089813"/>
              <a:gd name="connsiteY349" fmla="*/ 3284585 h 9103316"/>
              <a:gd name="connsiteX350" fmla="*/ 7850240 w 24089813"/>
              <a:gd name="connsiteY350" fmla="*/ 2651278 h 9103316"/>
              <a:gd name="connsiteX351" fmla="*/ 8815555 w 24089813"/>
              <a:gd name="connsiteY351" fmla="*/ 2792696 h 9103316"/>
              <a:gd name="connsiteX352" fmla="*/ 9071334 w 24089813"/>
              <a:gd name="connsiteY352" fmla="*/ 2830818 h 9103316"/>
              <a:gd name="connsiteX353" fmla="*/ 8834001 w 24089813"/>
              <a:gd name="connsiteY353" fmla="*/ 2773021 h 9103316"/>
              <a:gd name="connsiteX354" fmla="*/ 8399917 w 24089813"/>
              <a:gd name="connsiteY354" fmla="*/ 2670954 h 9103316"/>
              <a:gd name="connsiteX355" fmla="*/ 8655694 w 24089813"/>
              <a:gd name="connsiteY355" fmla="*/ 2613157 h 9103316"/>
              <a:gd name="connsiteX356" fmla="*/ 8201934 w 24089813"/>
              <a:gd name="connsiteY356" fmla="*/ 2498793 h 9103316"/>
              <a:gd name="connsiteX357" fmla="*/ 10029271 w 24089813"/>
              <a:gd name="connsiteY357" fmla="*/ 2907061 h 9103316"/>
              <a:gd name="connsiteX358" fmla="*/ 10029271 w 24089813"/>
              <a:gd name="connsiteY358" fmla="*/ 2907061 h 9103316"/>
              <a:gd name="connsiteX359" fmla="*/ 8495833 w 24089813"/>
              <a:gd name="connsiteY359" fmla="*/ 2479118 h 9103316"/>
              <a:gd name="connsiteX360" fmla="*/ 7671933 w 24089813"/>
              <a:gd name="connsiteY360" fmla="*/ 2319254 h 9103316"/>
              <a:gd name="connsiteX361" fmla="*/ 6802534 w 24089813"/>
              <a:gd name="connsiteY361" fmla="*/ 2179066 h 9103316"/>
              <a:gd name="connsiteX362" fmla="*/ 6884924 w 24089813"/>
              <a:gd name="connsiteY362" fmla="*/ 2140944 h 9103316"/>
              <a:gd name="connsiteX363" fmla="*/ 7236619 w 24089813"/>
              <a:gd name="connsiteY363" fmla="*/ 2159390 h 9103316"/>
              <a:gd name="connsiteX364" fmla="*/ 8457712 w 24089813"/>
              <a:gd name="connsiteY364" fmla="*/ 2281133 h 9103316"/>
              <a:gd name="connsiteX365" fmla="*/ 8713490 w 24089813"/>
              <a:gd name="connsiteY365" fmla="*/ 2299578 h 9103316"/>
              <a:gd name="connsiteX366" fmla="*/ 8399917 w 24089813"/>
              <a:gd name="connsiteY366" fmla="*/ 2223336 h 9103316"/>
              <a:gd name="connsiteX367" fmla="*/ 8770057 w 24089813"/>
              <a:gd name="connsiteY367" fmla="*/ 2223336 h 9103316"/>
              <a:gd name="connsiteX368" fmla="*/ 9166021 w 24089813"/>
              <a:gd name="connsiteY368" fmla="*/ 2281133 h 9103316"/>
              <a:gd name="connsiteX369" fmla="*/ 8297851 w 24089813"/>
              <a:gd name="connsiteY369" fmla="*/ 2063472 h 9103316"/>
              <a:gd name="connsiteX370" fmla="*/ 8457712 w 24089813"/>
              <a:gd name="connsiteY370" fmla="*/ 2025351 h 9103316"/>
              <a:gd name="connsiteX371" fmla="*/ 9089779 w 24089813"/>
              <a:gd name="connsiteY371" fmla="*/ 2101593 h 9103316"/>
              <a:gd name="connsiteX372" fmla="*/ 9345557 w 24089813"/>
              <a:gd name="connsiteY372" fmla="*/ 2140944 h 9103316"/>
              <a:gd name="connsiteX373" fmla="*/ 9045511 w 24089813"/>
              <a:gd name="connsiteY373" fmla="*/ 2063472 h 9103316"/>
              <a:gd name="connsiteX374" fmla="*/ 8553629 w 24089813"/>
              <a:gd name="connsiteY374" fmla="*/ 1903608 h 9103316"/>
              <a:gd name="connsiteX375" fmla="*/ 8003953 w 24089813"/>
              <a:gd name="connsiteY375" fmla="*/ 1807690 h 9103316"/>
              <a:gd name="connsiteX376" fmla="*/ 8201934 w 24089813"/>
              <a:gd name="connsiteY376" fmla="*/ 1731447 h 9103316"/>
              <a:gd name="connsiteX377" fmla="*/ 8148750 w 24089813"/>
              <a:gd name="connsiteY377" fmla="*/ 1709620 h 9103316"/>
              <a:gd name="connsiteX378" fmla="*/ 8111345 w 24089813"/>
              <a:gd name="connsiteY378" fmla="*/ 1708706 h 9103316"/>
              <a:gd name="connsiteX379" fmla="*/ 8168444 w 24089813"/>
              <a:gd name="connsiteY379" fmla="*/ 1701703 h 9103316"/>
              <a:gd name="connsiteX380" fmla="*/ 8438037 w 24089813"/>
              <a:gd name="connsiteY380" fmla="*/ 1731447 h 9103316"/>
              <a:gd name="connsiteX381" fmla="*/ 8438037 w 24089813"/>
              <a:gd name="connsiteY381" fmla="*/ 1731447 h 9103316"/>
              <a:gd name="connsiteX382" fmla="*/ 8361795 w 24089813"/>
              <a:gd name="connsiteY382" fmla="*/ 1667502 h 9103316"/>
              <a:gd name="connsiteX383" fmla="*/ 8968039 w 24089813"/>
              <a:gd name="connsiteY383" fmla="*/ 1769569 h 9103316"/>
              <a:gd name="connsiteX384" fmla="*/ 9147575 w 24089813"/>
              <a:gd name="connsiteY384" fmla="*/ 1807690 h 9103316"/>
              <a:gd name="connsiteX385" fmla="*/ 9147575 w 24089813"/>
              <a:gd name="connsiteY385" fmla="*/ 1807690 h 9103316"/>
              <a:gd name="connsiteX386" fmla="*/ 8968039 w 24089813"/>
              <a:gd name="connsiteY386" fmla="*/ 1769569 h 9103316"/>
              <a:gd name="connsiteX387" fmla="*/ 8240055 w 24089813"/>
              <a:gd name="connsiteY387" fmla="*/ 1591259 h 9103316"/>
              <a:gd name="connsiteX388" fmla="*/ 10093217 w 24089813"/>
              <a:gd name="connsiteY388" fmla="*/ 1941730 h 9103316"/>
              <a:gd name="connsiteX389" fmla="*/ 11408997 w 24089813"/>
              <a:gd name="connsiteY389" fmla="*/ 2459442 h 9103316"/>
              <a:gd name="connsiteX390" fmla="*/ 13158863 w 24089813"/>
              <a:gd name="connsiteY390" fmla="*/ 3443219 h 9103316"/>
              <a:gd name="connsiteX391" fmla="*/ 13728215 w 24089813"/>
              <a:gd name="connsiteY391" fmla="*/ 3794919 h 9103316"/>
              <a:gd name="connsiteX392" fmla="*/ 13708540 w 24089813"/>
              <a:gd name="connsiteY392" fmla="*/ 3756798 h 9103316"/>
              <a:gd name="connsiteX393" fmla="*/ 13236335 w 24089813"/>
              <a:gd name="connsiteY393" fmla="*/ 3418624 h 9103316"/>
              <a:gd name="connsiteX394" fmla="*/ 11504914 w 24089813"/>
              <a:gd name="connsiteY394" fmla="*/ 2377051 h 9103316"/>
              <a:gd name="connsiteX395" fmla="*/ 8987714 w 24089813"/>
              <a:gd name="connsiteY395" fmla="*/ 1457220 h 9103316"/>
              <a:gd name="connsiteX396" fmla="*/ 8789732 w 24089813"/>
              <a:gd name="connsiteY396" fmla="*/ 1411720 h 9103316"/>
              <a:gd name="connsiteX397" fmla="*/ 8834001 w 24089813"/>
              <a:gd name="connsiteY397" fmla="*/ 1373599 h 9103316"/>
              <a:gd name="connsiteX398" fmla="*/ 8297851 w 24089813"/>
              <a:gd name="connsiteY398" fmla="*/ 1259234 h 9103316"/>
              <a:gd name="connsiteX399" fmla="*/ 10521152 w 24089813"/>
              <a:gd name="connsiteY399" fmla="*/ 1807690 h 9103316"/>
              <a:gd name="connsiteX400" fmla="*/ 10585097 w 24089813"/>
              <a:gd name="connsiteY400" fmla="*/ 1827366 h 9103316"/>
              <a:gd name="connsiteX401" fmla="*/ 10642893 w 24089813"/>
              <a:gd name="connsiteY401" fmla="*/ 1847041 h 9103316"/>
              <a:gd name="connsiteX402" fmla="*/ 10642893 w 24089813"/>
              <a:gd name="connsiteY402" fmla="*/ 1847041 h 9103316"/>
              <a:gd name="connsiteX403" fmla="*/ 10585097 w 24089813"/>
              <a:gd name="connsiteY403" fmla="*/ 1827366 h 9103316"/>
              <a:gd name="connsiteX404" fmla="*/ 10521152 w 24089813"/>
              <a:gd name="connsiteY404" fmla="*/ 1807690 h 9103316"/>
              <a:gd name="connsiteX405" fmla="*/ 9479596 w 24089813"/>
              <a:gd name="connsiteY405" fmla="*/ 1373599 h 9103316"/>
              <a:gd name="connsiteX406" fmla="*/ 9479596 w 24089813"/>
              <a:gd name="connsiteY406" fmla="*/ 1373599 h 9103316"/>
              <a:gd name="connsiteX407" fmla="*/ 9403353 w 24089813"/>
              <a:gd name="connsiteY407" fmla="*/ 1315802 h 9103316"/>
              <a:gd name="connsiteX408" fmla="*/ 10151012 w 24089813"/>
              <a:gd name="connsiteY408" fmla="*/ 1495341 h 9103316"/>
              <a:gd name="connsiteX409" fmla="*/ 10207578 w 24089813"/>
              <a:gd name="connsiteY409" fmla="*/ 1513787 h 9103316"/>
              <a:gd name="connsiteX410" fmla="*/ 10265374 w 24089813"/>
              <a:gd name="connsiteY410" fmla="*/ 1533462 h 9103316"/>
              <a:gd name="connsiteX411" fmla="*/ 10265374 w 24089813"/>
              <a:gd name="connsiteY411" fmla="*/ 1533462 h 9103316"/>
              <a:gd name="connsiteX412" fmla="*/ 10207578 w 24089813"/>
              <a:gd name="connsiteY412" fmla="*/ 1513787 h 9103316"/>
              <a:gd name="connsiteX413" fmla="*/ 10151012 w 24089813"/>
              <a:gd name="connsiteY413" fmla="*/ 1495341 h 9103316"/>
              <a:gd name="connsiteX414" fmla="*/ 9659132 w 24089813"/>
              <a:gd name="connsiteY414" fmla="*/ 1315802 h 9103316"/>
              <a:gd name="connsiteX415" fmla="*/ 9127900 w 24089813"/>
              <a:gd name="connsiteY415" fmla="*/ 1157168 h 9103316"/>
              <a:gd name="connsiteX416" fmla="*/ 9403353 w 24089813"/>
              <a:gd name="connsiteY416" fmla="*/ 1157168 h 9103316"/>
              <a:gd name="connsiteX417" fmla="*/ 8597898 w 24089813"/>
              <a:gd name="connsiteY417" fmla="*/ 983777 h 9103316"/>
              <a:gd name="connsiteX418" fmla="*/ 8418362 w 24089813"/>
              <a:gd name="connsiteY418" fmla="*/ 919832 h 9103316"/>
              <a:gd name="connsiteX419" fmla="*/ 10189133 w 24089813"/>
              <a:gd name="connsiteY419" fmla="*/ 1353923 h 9103316"/>
              <a:gd name="connsiteX420" fmla="*/ 10425236 w 24089813"/>
              <a:gd name="connsiteY420" fmla="*/ 1411720 h 9103316"/>
              <a:gd name="connsiteX421" fmla="*/ 9677577 w 24089813"/>
              <a:gd name="connsiteY421" fmla="*/ 1117817 h 9103316"/>
              <a:gd name="connsiteX422" fmla="*/ 10367440 w 24089813"/>
              <a:gd name="connsiteY422" fmla="*/ 1315802 h 9103316"/>
              <a:gd name="connsiteX423" fmla="*/ 10367440 w 24089813"/>
              <a:gd name="connsiteY423" fmla="*/ 1315802 h 9103316"/>
              <a:gd name="connsiteX424" fmla="*/ 10009596 w 24089813"/>
              <a:gd name="connsiteY424" fmla="*/ 1117817 h 9103316"/>
              <a:gd name="connsiteX425" fmla="*/ 10348994 w 24089813"/>
              <a:gd name="connsiteY425" fmla="*/ 1219884 h 9103316"/>
              <a:gd name="connsiteX426" fmla="*/ 10521152 w 24089813"/>
              <a:gd name="connsiteY426" fmla="*/ 1219884 h 9103316"/>
              <a:gd name="connsiteX427" fmla="*/ 10802754 w 24089813"/>
              <a:gd name="connsiteY427" fmla="*/ 1335477 h 9103316"/>
              <a:gd name="connsiteX428" fmla="*/ 10661338 w 24089813"/>
              <a:gd name="connsiteY428" fmla="*/ 1259234 h 9103316"/>
              <a:gd name="connsiteX429" fmla="*/ 10719134 w 24089813"/>
              <a:gd name="connsiteY429" fmla="*/ 1239559 h 9103316"/>
              <a:gd name="connsiteX430" fmla="*/ 9601335 w 24089813"/>
              <a:gd name="connsiteY430" fmla="*/ 823913 h 9103316"/>
              <a:gd name="connsiteX431" fmla="*/ 8495833 w 24089813"/>
              <a:gd name="connsiteY431" fmla="*/ 569361 h 9103316"/>
              <a:gd name="connsiteX432" fmla="*/ 8380242 w 24089813"/>
              <a:gd name="connsiteY432" fmla="*/ 511564 h 9103316"/>
              <a:gd name="connsiteX433" fmla="*/ 9747670 w 24089813"/>
              <a:gd name="connsiteY433" fmla="*/ 683725 h 9103316"/>
              <a:gd name="connsiteX434" fmla="*/ 9817763 w 24089813"/>
              <a:gd name="connsiteY434" fmla="*/ 683725 h 9103316"/>
              <a:gd name="connsiteX435" fmla="*/ 10151012 w 24089813"/>
              <a:gd name="connsiteY435" fmla="*/ 766117 h 9103316"/>
              <a:gd name="connsiteX436" fmla="*/ 10348994 w 24089813"/>
              <a:gd name="connsiteY436" fmla="*/ 747671 h 9103316"/>
              <a:gd name="connsiteX437" fmla="*/ 9563214 w 24089813"/>
              <a:gd name="connsiteY437" fmla="*/ 491889 h 9103316"/>
              <a:gd name="connsiteX438" fmla="*/ 9991151 w 24089813"/>
              <a:gd name="connsiteY438" fmla="*/ 530010 h 9103316"/>
              <a:gd name="connsiteX439" fmla="*/ 10246929 w 24089813"/>
              <a:gd name="connsiteY439" fmla="*/ 607482 h 9103316"/>
              <a:gd name="connsiteX440" fmla="*/ 10483032 w 24089813"/>
              <a:gd name="connsiteY440" fmla="*/ 664050 h 9103316"/>
              <a:gd name="connsiteX441" fmla="*/ 10131337 w 24089813"/>
              <a:gd name="connsiteY441" fmla="*/ 530010 h 9103316"/>
              <a:gd name="connsiteX442" fmla="*/ 9895234 w 24089813"/>
              <a:gd name="connsiteY442" fmla="*/ 332025 h 9103316"/>
              <a:gd name="connsiteX443" fmla="*/ 10348994 w 24089813"/>
              <a:gd name="connsiteY443" fmla="*/ 491889 h 9103316"/>
              <a:gd name="connsiteX444" fmla="*/ 11684451 w 24089813"/>
              <a:gd name="connsiteY444" fmla="*/ 983777 h 9103316"/>
              <a:gd name="connsiteX445" fmla="*/ 14730423 w 24089813"/>
              <a:gd name="connsiteY445" fmla="*/ 2830818 h 9103316"/>
              <a:gd name="connsiteX446" fmla="*/ 16327806 w 24089813"/>
              <a:gd name="connsiteY446" fmla="*/ 3564961 h 9103316"/>
              <a:gd name="connsiteX447" fmla="*/ 16289685 w 24089813"/>
              <a:gd name="connsiteY447" fmla="*/ 3578488 h 9103316"/>
              <a:gd name="connsiteX448" fmla="*/ 16583584 w 24089813"/>
              <a:gd name="connsiteY448" fmla="*/ 3654731 h 9103316"/>
              <a:gd name="connsiteX449" fmla="*/ 17510780 w 24089813"/>
              <a:gd name="connsiteY449" fmla="*/ 3852716 h 9103316"/>
              <a:gd name="connsiteX450" fmla="*/ 17606696 w 24089813"/>
              <a:gd name="connsiteY450" fmla="*/ 3872391 h 9103316"/>
              <a:gd name="connsiteX451" fmla="*/ 17606696 w 24089813"/>
              <a:gd name="connsiteY451" fmla="*/ 3872391 h 9103316"/>
              <a:gd name="connsiteX452" fmla="*/ 17510780 w 24089813"/>
              <a:gd name="connsiteY452" fmla="*/ 3852716 h 9103316"/>
              <a:gd name="connsiteX453" fmla="*/ 16880460 w 24089813"/>
              <a:gd name="connsiteY453" fmla="*/ 3712816 h 9103316"/>
              <a:gd name="connsiteX454" fmla="*/ 16694426 w 24089813"/>
              <a:gd name="connsiteY454" fmla="*/ 3659045 h 9103316"/>
              <a:gd name="connsiteX455" fmla="*/ 16714240 w 24089813"/>
              <a:gd name="connsiteY455" fmla="*/ 3657036 h 9103316"/>
              <a:gd name="connsiteX456" fmla="*/ 16743446 w 24089813"/>
              <a:gd name="connsiteY456" fmla="*/ 3654731 h 9103316"/>
              <a:gd name="connsiteX457" fmla="*/ 16327806 w 24089813"/>
              <a:gd name="connsiteY457" fmla="*/ 3520691 h 9103316"/>
              <a:gd name="connsiteX458" fmla="*/ 12469001 w 24089813"/>
              <a:gd name="connsiteY458" fmla="*/ 1277680 h 9103316"/>
              <a:gd name="connsiteX459" fmla="*/ 11172894 w 24089813"/>
              <a:gd name="connsiteY459" fmla="*/ 645604 h 9103316"/>
              <a:gd name="connsiteX460" fmla="*/ 11057302 w 24089813"/>
              <a:gd name="connsiteY460" fmla="*/ 549685 h 9103316"/>
              <a:gd name="connsiteX461" fmla="*/ 11824637 w 24089813"/>
              <a:gd name="connsiteY461" fmla="*/ 785792 h 9103316"/>
              <a:gd name="connsiteX462" fmla="*/ 11824637 w 24089813"/>
              <a:gd name="connsiteY462" fmla="*/ 785792 h 9103316"/>
              <a:gd name="connsiteX463" fmla="*/ 11057302 w 24089813"/>
              <a:gd name="connsiteY463" fmla="*/ 313579 h 9103316"/>
              <a:gd name="connsiteX464" fmla="*/ 10840875 w 24089813"/>
              <a:gd name="connsiteY464" fmla="*/ 134040 h 9103316"/>
              <a:gd name="connsiteX465" fmla="*/ 11626656 w 24089813"/>
              <a:gd name="connsiteY465" fmla="*/ 370146 h 9103316"/>
              <a:gd name="connsiteX466" fmla="*/ 11626656 w 24089813"/>
              <a:gd name="connsiteY466" fmla="*/ 370146 h 9103316"/>
              <a:gd name="connsiteX467" fmla="*/ 11352431 w 24089813"/>
              <a:gd name="connsiteY467" fmla="*/ 236107 h 9103316"/>
              <a:gd name="connsiteX468" fmla="*/ 11646331 w 24089813"/>
              <a:gd name="connsiteY468" fmla="*/ 313579 h 9103316"/>
              <a:gd name="connsiteX469" fmla="*/ 11447118 w 24089813"/>
              <a:gd name="connsiteY469" fmla="*/ 134040 h 9103316"/>
              <a:gd name="connsiteX470" fmla="*/ 11568859 w 24089813"/>
              <a:gd name="connsiteY470" fmla="*/ 134040 h 9103316"/>
              <a:gd name="connsiteX471" fmla="*/ 11352431 w 24089813"/>
              <a:gd name="connsiteY471" fmla="*/ 0 h 9103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Lst>
            <a:rect l="l" t="t" r="r" b="b"/>
            <a:pathLst>
              <a:path w="24089813" h="9103316">
                <a:moveTo>
                  <a:pt x="16679500" y="3654731"/>
                </a:moveTo>
                <a:lnTo>
                  <a:pt x="16694426" y="3659045"/>
                </a:lnTo>
                <a:lnTo>
                  <a:pt x="16694334" y="3659054"/>
                </a:lnTo>
                <a:cubicBezTo>
                  <a:pt x="16688186" y="3658958"/>
                  <a:pt x="16682882" y="3657805"/>
                  <a:pt x="16679500" y="3654731"/>
                </a:cubicBezTo>
                <a:close/>
                <a:moveTo>
                  <a:pt x="9147575" y="3616609"/>
                </a:moveTo>
                <a:cubicBezTo>
                  <a:pt x="9173399" y="3648582"/>
                  <a:pt x="9223817" y="3660879"/>
                  <a:pt x="9281613" y="3654731"/>
                </a:cubicBezTo>
                <a:cubicBezTo>
                  <a:pt x="9307436" y="3718676"/>
                  <a:pt x="9389826" y="3635055"/>
                  <a:pt x="9281613" y="3654731"/>
                </a:cubicBezTo>
                <a:cubicBezTo>
                  <a:pt x="9255789" y="3628907"/>
                  <a:pt x="9205371" y="3616609"/>
                  <a:pt x="9147575" y="3616609"/>
                </a:cubicBezTo>
                <a:close/>
                <a:moveTo>
                  <a:pt x="1415209" y="3360828"/>
                </a:moveTo>
                <a:cubicBezTo>
                  <a:pt x="1409060" y="3360828"/>
                  <a:pt x="1402912" y="3366976"/>
                  <a:pt x="1402912" y="3366976"/>
                </a:cubicBezTo>
                <a:cubicBezTo>
                  <a:pt x="1396763" y="3366976"/>
                  <a:pt x="1396763" y="3366976"/>
                  <a:pt x="1415209" y="3360828"/>
                </a:cubicBezTo>
                <a:close/>
                <a:moveTo>
                  <a:pt x="8154207" y="2474410"/>
                </a:moveTo>
                <a:cubicBezTo>
                  <a:pt x="8168732" y="2475966"/>
                  <a:pt x="8185948" y="2482807"/>
                  <a:pt x="8201934" y="2498793"/>
                </a:cubicBezTo>
                <a:cubicBezTo>
                  <a:pt x="8091262" y="2512628"/>
                  <a:pt x="8110629" y="2469741"/>
                  <a:pt x="8154207" y="2474410"/>
                </a:cubicBezTo>
                <a:close/>
                <a:moveTo>
                  <a:pt x="8107862" y="1708621"/>
                </a:moveTo>
                <a:lnTo>
                  <a:pt x="8111345" y="1708706"/>
                </a:lnTo>
                <a:lnTo>
                  <a:pt x="8086342" y="1711772"/>
                </a:lnTo>
                <a:cubicBezTo>
                  <a:pt x="8087880" y="1710235"/>
                  <a:pt x="8096257" y="1709082"/>
                  <a:pt x="8107862" y="1708621"/>
                </a:cubicBezTo>
                <a:close/>
                <a:moveTo>
                  <a:pt x="11352431" y="0"/>
                </a:moveTo>
                <a:cubicBezTo>
                  <a:pt x="11447118" y="0"/>
                  <a:pt x="11504914" y="51649"/>
                  <a:pt x="11588534" y="76243"/>
                </a:cubicBezTo>
                <a:cubicBezTo>
                  <a:pt x="11678302" y="108216"/>
                  <a:pt x="11766842" y="108216"/>
                  <a:pt x="11844312" y="134040"/>
                </a:cubicBezTo>
                <a:cubicBezTo>
                  <a:pt x="11888581" y="153715"/>
                  <a:pt x="11932850" y="197985"/>
                  <a:pt x="11978349" y="217661"/>
                </a:cubicBezTo>
                <a:cubicBezTo>
                  <a:pt x="12028767" y="229958"/>
                  <a:pt x="12085333" y="217661"/>
                  <a:pt x="12136981" y="236107"/>
                </a:cubicBezTo>
                <a:cubicBezTo>
                  <a:pt x="12302991" y="293904"/>
                  <a:pt x="12494824" y="427943"/>
                  <a:pt x="12666983" y="530010"/>
                </a:cubicBezTo>
                <a:cubicBezTo>
                  <a:pt x="12845289" y="632077"/>
                  <a:pt x="13018677" y="741522"/>
                  <a:pt x="13178539" y="843589"/>
                </a:cubicBezTo>
                <a:cubicBezTo>
                  <a:pt x="14136477" y="1443693"/>
                  <a:pt x="14954229" y="2108972"/>
                  <a:pt x="16015461" y="2555360"/>
                </a:cubicBezTo>
                <a:cubicBezTo>
                  <a:pt x="16245416" y="2651278"/>
                  <a:pt x="16449546" y="2741048"/>
                  <a:pt x="16699176" y="2811142"/>
                </a:cubicBezTo>
                <a:cubicBezTo>
                  <a:pt x="16833214" y="2849264"/>
                  <a:pt x="16979548" y="2900912"/>
                  <a:pt x="17114816" y="2926736"/>
                </a:cubicBezTo>
                <a:cubicBezTo>
                  <a:pt x="17395188" y="2996830"/>
                  <a:pt x="17702612" y="3002979"/>
                  <a:pt x="18021106" y="3066924"/>
                </a:cubicBezTo>
                <a:cubicBezTo>
                  <a:pt x="18040780" y="3073073"/>
                  <a:pt x="18136698" y="3098897"/>
                  <a:pt x="18156372" y="3105045"/>
                </a:cubicBezTo>
                <a:cubicBezTo>
                  <a:pt x="18136698" y="3098897"/>
                  <a:pt x="17982984" y="3117343"/>
                  <a:pt x="18136698" y="3143167"/>
                </a:cubicBezTo>
                <a:cubicBezTo>
                  <a:pt x="18386328" y="3188667"/>
                  <a:pt x="18640876" y="3213261"/>
                  <a:pt x="18864682" y="3245234"/>
                </a:cubicBezTo>
                <a:cubicBezTo>
                  <a:pt x="19006098" y="3264909"/>
                  <a:pt x="19165958" y="3316558"/>
                  <a:pt x="19299996" y="3341152"/>
                </a:cubicBezTo>
                <a:cubicBezTo>
                  <a:pt x="19370088" y="3354679"/>
                  <a:pt x="19440182" y="3335003"/>
                  <a:pt x="19497978" y="3360828"/>
                </a:cubicBezTo>
                <a:cubicBezTo>
                  <a:pt x="19510274" y="3366976"/>
                  <a:pt x="19478302" y="3380503"/>
                  <a:pt x="19452478" y="3380503"/>
                </a:cubicBezTo>
                <a:cubicBezTo>
                  <a:pt x="19434034" y="3373125"/>
                  <a:pt x="19420506" y="3366976"/>
                  <a:pt x="19414358" y="3380503"/>
                </a:cubicBezTo>
                <a:cubicBezTo>
                  <a:pt x="19414358" y="3386651"/>
                  <a:pt x="19434034" y="3386651"/>
                  <a:pt x="19452478" y="3380503"/>
                </a:cubicBezTo>
                <a:cubicBezTo>
                  <a:pt x="19484452" y="3398949"/>
                  <a:pt x="19523802" y="3437070"/>
                  <a:pt x="19504126" y="3437070"/>
                </a:cubicBezTo>
                <a:lnTo>
                  <a:pt x="19485534" y="3431905"/>
                </a:lnTo>
                <a:lnTo>
                  <a:pt x="19459858" y="3418624"/>
                </a:lnTo>
                <a:cubicBezTo>
                  <a:pt x="19466006" y="3424773"/>
                  <a:pt x="19472154" y="3427847"/>
                  <a:pt x="19479226" y="3430153"/>
                </a:cubicBezTo>
                <a:lnTo>
                  <a:pt x="19485534" y="3431905"/>
                </a:lnTo>
                <a:lnTo>
                  <a:pt x="19486604" y="3432459"/>
                </a:lnTo>
                <a:cubicBezTo>
                  <a:pt x="19494596" y="3435533"/>
                  <a:pt x="19501052" y="3437070"/>
                  <a:pt x="19504126" y="3437070"/>
                </a:cubicBezTo>
                <a:cubicBezTo>
                  <a:pt x="19657840" y="3488719"/>
                  <a:pt x="19925914" y="3475192"/>
                  <a:pt x="20085776" y="3482570"/>
                </a:cubicBezTo>
                <a:cubicBezTo>
                  <a:pt x="20609628" y="3508394"/>
                  <a:pt x="21369584" y="3456746"/>
                  <a:pt x="21702834" y="3462894"/>
                </a:cubicBezTo>
                <a:cubicBezTo>
                  <a:pt x="21727428" y="3462894"/>
                  <a:pt x="21817196" y="3469043"/>
                  <a:pt x="21836872" y="3482570"/>
                </a:cubicBezTo>
                <a:cubicBezTo>
                  <a:pt x="21785224" y="3456746"/>
                  <a:pt x="21619214" y="3539137"/>
                  <a:pt x="21715130" y="3532988"/>
                </a:cubicBezTo>
                <a:cubicBezTo>
                  <a:pt x="21523298" y="3558812"/>
                  <a:pt x="21185130" y="3558812"/>
                  <a:pt x="20973620" y="3558812"/>
                </a:cubicBezTo>
                <a:cubicBezTo>
                  <a:pt x="20667424" y="3558812"/>
                  <a:pt x="20321878" y="3564961"/>
                  <a:pt x="19791876" y="3539137"/>
                </a:cubicBezTo>
                <a:cubicBezTo>
                  <a:pt x="19721784" y="3532988"/>
                  <a:pt x="19459858" y="3494867"/>
                  <a:pt x="19434034" y="3520691"/>
                </a:cubicBezTo>
                <a:cubicBezTo>
                  <a:pt x="19440182" y="3520691"/>
                  <a:pt x="19548396" y="3584637"/>
                  <a:pt x="19536098" y="3578488"/>
                </a:cubicBezTo>
                <a:cubicBezTo>
                  <a:pt x="19625866" y="3596934"/>
                  <a:pt x="19989858" y="3571110"/>
                  <a:pt x="20009534" y="3616609"/>
                </a:cubicBezTo>
                <a:cubicBezTo>
                  <a:pt x="20027980" y="3660879"/>
                  <a:pt x="20353850" y="3635055"/>
                  <a:pt x="20341554" y="3635055"/>
                </a:cubicBezTo>
                <a:cubicBezTo>
                  <a:pt x="20481740" y="3642434"/>
                  <a:pt x="20679722" y="3654731"/>
                  <a:pt x="20851880" y="3654731"/>
                </a:cubicBezTo>
                <a:cubicBezTo>
                  <a:pt x="20935500" y="3654731"/>
                  <a:pt x="21407706" y="3680555"/>
                  <a:pt x="21145778" y="3680555"/>
                </a:cubicBezTo>
                <a:cubicBezTo>
                  <a:pt x="20897378" y="3680555"/>
                  <a:pt x="20685870" y="3642434"/>
                  <a:pt x="20417796" y="3680555"/>
                </a:cubicBezTo>
                <a:cubicBezTo>
                  <a:pt x="20302204" y="3692852"/>
                  <a:pt x="20455916" y="3692852"/>
                  <a:pt x="20379674" y="3718676"/>
                </a:cubicBezTo>
                <a:cubicBezTo>
                  <a:pt x="20334176" y="3730974"/>
                  <a:pt x="20193990" y="3730974"/>
                  <a:pt x="20085776" y="3756798"/>
                </a:cubicBezTo>
                <a:cubicBezTo>
                  <a:pt x="20021830" y="3769095"/>
                  <a:pt x="19976332" y="3808446"/>
                  <a:pt x="19925914" y="3814595"/>
                </a:cubicBezTo>
                <a:cubicBezTo>
                  <a:pt x="19836146" y="3826892"/>
                  <a:pt x="19785728" y="3788770"/>
                  <a:pt x="19734080" y="3814595"/>
                </a:cubicBezTo>
                <a:cubicBezTo>
                  <a:pt x="19689812" y="3833040"/>
                  <a:pt x="19727932" y="3890837"/>
                  <a:pt x="19714406" y="3890837"/>
                </a:cubicBezTo>
                <a:cubicBezTo>
                  <a:pt x="19625866" y="3910513"/>
                  <a:pt x="19178256" y="3852716"/>
                  <a:pt x="18967976" y="3852716"/>
                </a:cubicBezTo>
                <a:cubicBezTo>
                  <a:pt x="18928626" y="3852716"/>
                  <a:pt x="18640876" y="3865013"/>
                  <a:pt x="18808114" y="3890837"/>
                </a:cubicBezTo>
                <a:cubicBezTo>
                  <a:pt x="18992570" y="3922810"/>
                  <a:pt x="19210228" y="3960932"/>
                  <a:pt x="19414358" y="3974458"/>
                </a:cubicBezTo>
                <a:cubicBezTo>
                  <a:pt x="19491830" y="3974458"/>
                  <a:pt x="19913618" y="3986755"/>
                  <a:pt x="19925914" y="4012579"/>
                </a:cubicBezTo>
                <a:cubicBezTo>
                  <a:pt x="19932062" y="4024877"/>
                  <a:pt x="19286470" y="3992904"/>
                  <a:pt x="19612340" y="4050701"/>
                </a:cubicBezTo>
                <a:cubicBezTo>
                  <a:pt x="19919766" y="4102349"/>
                  <a:pt x="19497978" y="4108498"/>
                  <a:pt x="19434034" y="4108498"/>
                </a:cubicBezTo>
                <a:cubicBezTo>
                  <a:pt x="19350414" y="4108498"/>
                  <a:pt x="19076190" y="4056849"/>
                  <a:pt x="18986422" y="4088822"/>
                </a:cubicBezTo>
                <a:cubicBezTo>
                  <a:pt x="18800736" y="4158916"/>
                  <a:pt x="19370088" y="4140471"/>
                  <a:pt x="19555774" y="4146619"/>
                </a:cubicBezTo>
                <a:cubicBezTo>
                  <a:pt x="20021830" y="4172443"/>
                  <a:pt x="20225962" y="4184740"/>
                  <a:pt x="20597332" y="4210565"/>
                </a:cubicBezTo>
                <a:cubicBezTo>
                  <a:pt x="21037564" y="4236389"/>
                  <a:pt x="21695456" y="4268361"/>
                  <a:pt x="22194714" y="4248686"/>
                </a:cubicBezTo>
                <a:cubicBezTo>
                  <a:pt x="22309076" y="4242537"/>
                  <a:pt x="22666920" y="4166294"/>
                  <a:pt x="22526734" y="4248686"/>
                </a:cubicBezTo>
                <a:cubicBezTo>
                  <a:pt x="22443114" y="4292956"/>
                  <a:pt x="22475086" y="4274510"/>
                  <a:pt x="22290632" y="4286807"/>
                </a:cubicBezTo>
                <a:cubicBezTo>
                  <a:pt x="21995502" y="4306483"/>
                  <a:pt x="21415084" y="4356901"/>
                  <a:pt x="21229398" y="4364280"/>
                </a:cubicBezTo>
                <a:cubicBezTo>
                  <a:pt x="21185130" y="4364280"/>
                  <a:pt x="21145778" y="4364280"/>
                  <a:pt x="21107658" y="4364280"/>
                </a:cubicBezTo>
                <a:cubicBezTo>
                  <a:pt x="21025268" y="4356901"/>
                  <a:pt x="20947796" y="4350753"/>
                  <a:pt x="20935500" y="4364280"/>
                </a:cubicBezTo>
                <a:cubicBezTo>
                  <a:pt x="20935500" y="4364280"/>
                  <a:pt x="21011742" y="4364280"/>
                  <a:pt x="21107658" y="4364280"/>
                </a:cubicBezTo>
                <a:cubicBezTo>
                  <a:pt x="21153156" y="4364280"/>
                  <a:pt x="21191278" y="4370429"/>
                  <a:pt x="21229398" y="4364280"/>
                </a:cubicBezTo>
                <a:cubicBezTo>
                  <a:pt x="21344990" y="4370429"/>
                  <a:pt x="21471650" y="4370429"/>
                  <a:pt x="21542972" y="4364280"/>
                </a:cubicBezTo>
                <a:cubicBezTo>
                  <a:pt x="21868844" y="4350753"/>
                  <a:pt x="22072974" y="4364280"/>
                  <a:pt x="22366872" y="4344604"/>
                </a:cubicBezTo>
                <a:cubicBezTo>
                  <a:pt x="22500910" y="4338456"/>
                  <a:pt x="22948522" y="4268361"/>
                  <a:pt x="22960820" y="4306483"/>
                </a:cubicBezTo>
                <a:cubicBezTo>
                  <a:pt x="22980494" y="4376577"/>
                  <a:pt x="22768986" y="4350753"/>
                  <a:pt x="22705042" y="4364280"/>
                </a:cubicBezTo>
                <a:cubicBezTo>
                  <a:pt x="22436966" y="4420847"/>
                  <a:pt x="22966968" y="4428225"/>
                  <a:pt x="22960820" y="4428225"/>
                </a:cubicBezTo>
                <a:cubicBezTo>
                  <a:pt x="22974346" y="4428225"/>
                  <a:pt x="22826782" y="4446671"/>
                  <a:pt x="22762838" y="4466346"/>
                </a:cubicBezTo>
                <a:cubicBezTo>
                  <a:pt x="22718568" y="4472496"/>
                  <a:pt x="22756688" y="4492171"/>
                  <a:pt x="22724716" y="4504468"/>
                </a:cubicBezTo>
                <a:cubicBezTo>
                  <a:pt x="22558706" y="4567184"/>
                  <a:pt x="22207012" y="4516765"/>
                  <a:pt x="22015178" y="4579481"/>
                </a:cubicBezTo>
                <a:cubicBezTo>
                  <a:pt x="21823344" y="4554887"/>
                  <a:pt x="21913112" y="4643426"/>
                  <a:pt x="22015178" y="4579481"/>
                </a:cubicBezTo>
                <a:cubicBezTo>
                  <a:pt x="22079122" y="4611454"/>
                  <a:pt x="22213160" y="4542589"/>
                  <a:pt x="22270956" y="4579481"/>
                </a:cubicBezTo>
                <a:cubicBezTo>
                  <a:pt x="22290632" y="4599157"/>
                  <a:pt x="21893438" y="4663102"/>
                  <a:pt x="21913112" y="4663102"/>
                </a:cubicBezTo>
                <a:cubicBezTo>
                  <a:pt x="21702834" y="4695075"/>
                  <a:pt x="21637660" y="4675399"/>
                  <a:pt x="21191278" y="4701223"/>
                </a:cubicBezTo>
                <a:cubicBezTo>
                  <a:pt x="21043714" y="4707372"/>
                  <a:pt x="20347702" y="4707372"/>
                  <a:pt x="20341554" y="4720899"/>
                </a:cubicBezTo>
                <a:cubicBezTo>
                  <a:pt x="20341554" y="4720899"/>
                  <a:pt x="20571508" y="4752871"/>
                  <a:pt x="20679722" y="4759021"/>
                </a:cubicBezTo>
                <a:cubicBezTo>
                  <a:pt x="21279816" y="4790993"/>
                  <a:pt x="21785224" y="4790993"/>
                  <a:pt x="22328752" y="4759021"/>
                </a:cubicBezTo>
                <a:cubicBezTo>
                  <a:pt x="22513208" y="4745493"/>
                  <a:pt x="23178476" y="4637278"/>
                  <a:pt x="22980494" y="4739345"/>
                </a:cubicBezTo>
                <a:cubicBezTo>
                  <a:pt x="22916550" y="4771318"/>
                  <a:pt x="22737014" y="4790993"/>
                  <a:pt x="22666920" y="4797141"/>
                </a:cubicBezTo>
                <a:cubicBezTo>
                  <a:pt x="22366872" y="4822966"/>
                  <a:pt x="22903024" y="4803290"/>
                  <a:pt x="22922698" y="4797141"/>
                </a:cubicBezTo>
                <a:cubicBezTo>
                  <a:pt x="22928846" y="4803290"/>
                  <a:pt x="22890726" y="4867235"/>
                  <a:pt x="22878430" y="4854938"/>
                </a:cubicBezTo>
                <a:cubicBezTo>
                  <a:pt x="22890726" y="4867235"/>
                  <a:pt x="22966968" y="4854938"/>
                  <a:pt x="22980494" y="4854938"/>
                </a:cubicBezTo>
                <a:cubicBezTo>
                  <a:pt x="23242420" y="4854938"/>
                  <a:pt x="22839078" y="4918884"/>
                  <a:pt x="22724716" y="4937330"/>
                </a:cubicBezTo>
                <a:cubicBezTo>
                  <a:pt x="22181188" y="5007424"/>
                  <a:pt x="21555270" y="5020951"/>
                  <a:pt x="21031416" y="5071369"/>
                </a:cubicBezTo>
                <a:cubicBezTo>
                  <a:pt x="20935500" y="5084896"/>
                  <a:pt x="20245636" y="5033248"/>
                  <a:pt x="20207516" y="5071369"/>
                </a:cubicBezTo>
                <a:cubicBezTo>
                  <a:pt x="20193990" y="5084896"/>
                  <a:pt x="20583804" y="5091045"/>
                  <a:pt x="20679722" y="5091045"/>
                </a:cubicBezTo>
                <a:cubicBezTo>
                  <a:pt x="20909676" y="5103342"/>
                  <a:pt x="21133482" y="5116869"/>
                  <a:pt x="21325316" y="5109491"/>
                </a:cubicBezTo>
                <a:cubicBezTo>
                  <a:pt x="21817196" y="5097193"/>
                  <a:pt x="22181188" y="5180814"/>
                  <a:pt x="22641096" y="5129166"/>
                </a:cubicBezTo>
                <a:cubicBezTo>
                  <a:pt x="22680446" y="5129166"/>
                  <a:pt x="22916550" y="5065221"/>
                  <a:pt x="22942374" y="5091045"/>
                </a:cubicBezTo>
                <a:cubicBezTo>
                  <a:pt x="22934996" y="5091045"/>
                  <a:pt x="22807106" y="5135315"/>
                  <a:pt x="22724716" y="5148842"/>
                </a:cubicBezTo>
                <a:cubicBezTo>
                  <a:pt x="22481236" y="5193112"/>
                  <a:pt x="22417290" y="5193112"/>
                  <a:pt x="22213160" y="5231233"/>
                </a:cubicBezTo>
                <a:cubicBezTo>
                  <a:pt x="22117244" y="5244760"/>
                  <a:pt x="21829494" y="5289030"/>
                  <a:pt x="22034854" y="5289030"/>
                </a:cubicBezTo>
                <a:cubicBezTo>
                  <a:pt x="22424668" y="5282881"/>
                  <a:pt x="22628800" y="5250908"/>
                  <a:pt x="22980494" y="5231233"/>
                </a:cubicBezTo>
                <a:cubicBezTo>
                  <a:pt x="23088708" y="5225085"/>
                  <a:pt x="23364162" y="5244760"/>
                  <a:pt x="23178476" y="5269354"/>
                </a:cubicBezTo>
                <a:cubicBezTo>
                  <a:pt x="23037060" y="5289030"/>
                  <a:pt x="22992792" y="5314854"/>
                  <a:pt x="22922698" y="5327152"/>
                </a:cubicBezTo>
                <a:cubicBezTo>
                  <a:pt x="22462790" y="5423069"/>
                  <a:pt x="21829494" y="5391097"/>
                  <a:pt x="21427380" y="5467339"/>
                </a:cubicBezTo>
                <a:cubicBezTo>
                  <a:pt x="21273668" y="5493163"/>
                  <a:pt x="21191278" y="5525136"/>
                  <a:pt x="20955174" y="5525136"/>
                </a:cubicBezTo>
                <a:cubicBezTo>
                  <a:pt x="20929352" y="5525136"/>
                  <a:pt x="20673574" y="5487015"/>
                  <a:pt x="20635452" y="5525136"/>
                </a:cubicBezTo>
                <a:cubicBezTo>
                  <a:pt x="20635452" y="5525136"/>
                  <a:pt x="21037564" y="5544812"/>
                  <a:pt x="21049862" y="5544812"/>
                </a:cubicBezTo>
                <a:cubicBezTo>
                  <a:pt x="21203574" y="5544812"/>
                  <a:pt x="21351138" y="5487015"/>
                  <a:pt x="21503622" y="5544812"/>
                </a:cubicBezTo>
                <a:cubicBezTo>
                  <a:pt x="21440908" y="5518988"/>
                  <a:pt x="21383112" y="5634581"/>
                  <a:pt x="21447056" y="5621054"/>
                </a:cubicBezTo>
                <a:cubicBezTo>
                  <a:pt x="21255222" y="5678851"/>
                  <a:pt x="20699396" y="5666554"/>
                  <a:pt x="20481740" y="5666554"/>
                </a:cubicBezTo>
                <a:cubicBezTo>
                  <a:pt x="20296054" y="5659176"/>
                  <a:pt x="19740230" y="5653027"/>
                  <a:pt x="19536098" y="5640730"/>
                </a:cubicBezTo>
                <a:cubicBezTo>
                  <a:pt x="19472154" y="5640730"/>
                  <a:pt x="19356562" y="5602609"/>
                  <a:pt x="19338116" y="5621054"/>
                </a:cubicBezTo>
                <a:cubicBezTo>
                  <a:pt x="19299996" y="5659176"/>
                  <a:pt x="19504126" y="5659176"/>
                  <a:pt x="19516424" y="5666554"/>
                </a:cubicBezTo>
                <a:cubicBezTo>
                  <a:pt x="20098072" y="5685000"/>
                  <a:pt x="20679722" y="5710824"/>
                  <a:pt x="21383112" y="5685000"/>
                </a:cubicBezTo>
                <a:cubicBezTo>
                  <a:pt x="21670862" y="5672703"/>
                  <a:pt x="21951234" y="5685000"/>
                  <a:pt x="22213160" y="5685000"/>
                </a:cubicBezTo>
                <a:cubicBezTo>
                  <a:pt x="22366872" y="5685000"/>
                  <a:pt x="22449262" y="5627203"/>
                  <a:pt x="22564854" y="5640730"/>
                </a:cubicBezTo>
                <a:cubicBezTo>
                  <a:pt x="22609124" y="5646879"/>
                  <a:pt x="22602976" y="5685000"/>
                  <a:pt x="22641096" y="5704675"/>
                </a:cubicBezTo>
                <a:cubicBezTo>
                  <a:pt x="22756688" y="5748945"/>
                  <a:pt x="22814484" y="5697297"/>
                  <a:pt x="22820634" y="5704675"/>
                </a:cubicBezTo>
                <a:cubicBezTo>
                  <a:pt x="22858754" y="5716973"/>
                  <a:pt x="22762838" y="5762472"/>
                  <a:pt x="22762838" y="5742797"/>
                </a:cubicBezTo>
                <a:cubicBezTo>
                  <a:pt x="22756688" y="5806742"/>
                  <a:pt x="23158802" y="5774770"/>
                  <a:pt x="22896874" y="5819039"/>
                </a:cubicBezTo>
                <a:cubicBezTo>
                  <a:pt x="22532882" y="5882985"/>
                  <a:pt x="23102234" y="5800594"/>
                  <a:pt x="23132978" y="5800594"/>
                </a:cubicBezTo>
                <a:cubicBezTo>
                  <a:pt x="23167102" y="5805205"/>
                  <a:pt x="23168024" y="5813275"/>
                  <a:pt x="23188142" y="5825322"/>
                </a:cubicBezTo>
                <a:lnTo>
                  <a:pt x="23204262" y="5832909"/>
                </a:lnTo>
                <a:lnTo>
                  <a:pt x="23203672" y="5833140"/>
                </a:lnTo>
                <a:cubicBezTo>
                  <a:pt x="23204608" y="5834411"/>
                  <a:pt x="23208604" y="5836255"/>
                  <a:pt x="23216598" y="5838715"/>
                </a:cubicBezTo>
                <a:lnTo>
                  <a:pt x="23204262" y="5832909"/>
                </a:lnTo>
                <a:lnTo>
                  <a:pt x="23209104" y="5831010"/>
                </a:lnTo>
                <a:cubicBezTo>
                  <a:pt x="23234580" y="5830030"/>
                  <a:pt x="23336492" y="5848245"/>
                  <a:pt x="23312514" y="5876836"/>
                </a:cubicBezTo>
                <a:cubicBezTo>
                  <a:pt x="23292838" y="5908809"/>
                  <a:pt x="23146504" y="5882985"/>
                  <a:pt x="23196922" y="5876836"/>
                </a:cubicBezTo>
                <a:cubicBezTo>
                  <a:pt x="23120680" y="5882985"/>
                  <a:pt x="22756688" y="5928485"/>
                  <a:pt x="22960820" y="5960457"/>
                </a:cubicBezTo>
                <a:cubicBezTo>
                  <a:pt x="23184624" y="5992430"/>
                  <a:pt x="22814484" y="6030551"/>
                  <a:pt x="22744392" y="6036700"/>
                </a:cubicBezTo>
                <a:cubicBezTo>
                  <a:pt x="22456642" y="6074821"/>
                  <a:pt x="22807106" y="6068673"/>
                  <a:pt x="22820634" y="6055146"/>
                </a:cubicBezTo>
                <a:cubicBezTo>
                  <a:pt x="22744392" y="6151064"/>
                  <a:pt x="22098798" y="6100646"/>
                  <a:pt x="22053298" y="6158442"/>
                </a:cubicBezTo>
                <a:cubicBezTo>
                  <a:pt x="22034854" y="6176888"/>
                  <a:pt x="22270956" y="6151064"/>
                  <a:pt x="22328752" y="6158442"/>
                </a:cubicBezTo>
                <a:cubicBezTo>
                  <a:pt x="22404994" y="6158442"/>
                  <a:pt x="22322604" y="6176888"/>
                  <a:pt x="22366872" y="6196564"/>
                </a:cubicBezTo>
                <a:cubicBezTo>
                  <a:pt x="22526734" y="6240834"/>
                  <a:pt x="22916550" y="6119091"/>
                  <a:pt x="23037060" y="6158442"/>
                </a:cubicBezTo>
                <a:cubicBezTo>
                  <a:pt x="23044438" y="6190415"/>
                  <a:pt x="22903024" y="6176888"/>
                  <a:pt x="22922698" y="6176888"/>
                </a:cubicBezTo>
                <a:cubicBezTo>
                  <a:pt x="22832930" y="6183037"/>
                  <a:pt x="22219308" y="6246982"/>
                  <a:pt x="22213160" y="6272806"/>
                </a:cubicBezTo>
                <a:cubicBezTo>
                  <a:pt x="22213160" y="6266658"/>
                  <a:pt x="22462790" y="6310928"/>
                  <a:pt x="22468938" y="6310928"/>
                </a:cubicBezTo>
                <a:cubicBezTo>
                  <a:pt x="22552558" y="6310928"/>
                  <a:pt x="22666920" y="6304779"/>
                  <a:pt x="22724716" y="6310928"/>
                </a:cubicBezTo>
                <a:cubicBezTo>
                  <a:pt x="22807106" y="6318306"/>
                  <a:pt x="23222746" y="6285104"/>
                  <a:pt x="23018616" y="6330603"/>
                </a:cubicBezTo>
                <a:cubicBezTo>
                  <a:pt x="22666920" y="6406846"/>
                  <a:pt x="22181188" y="6452346"/>
                  <a:pt x="21874992" y="6528588"/>
                </a:cubicBezTo>
                <a:cubicBezTo>
                  <a:pt x="21715130" y="6566710"/>
                  <a:pt x="21613066" y="6508913"/>
                  <a:pt x="21401556" y="6566710"/>
                </a:cubicBezTo>
                <a:cubicBezTo>
                  <a:pt x="21453204" y="6554413"/>
                  <a:pt x="21427380" y="6618358"/>
                  <a:pt x="21389260" y="6624507"/>
                </a:cubicBezTo>
                <a:cubicBezTo>
                  <a:pt x="21369584" y="6618358"/>
                  <a:pt x="21351138" y="6618358"/>
                  <a:pt x="21344990" y="6604831"/>
                </a:cubicBezTo>
                <a:cubicBezTo>
                  <a:pt x="21357288" y="6624507"/>
                  <a:pt x="21375734" y="6624507"/>
                  <a:pt x="21389260" y="6624507"/>
                </a:cubicBezTo>
                <a:cubicBezTo>
                  <a:pt x="21485176" y="6636804"/>
                  <a:pt x="21721280" y="6610980"/>
                  <a:pt x="21797520" y="6604831"/>
                </a:cubicBezTo>
                <a:cubicBezTo>
                  <a:pt x="21887290" y="6604831"/>
                  <a:pt x="22194714" y="6580237"/>
                  <a:pt x="22347198" y="6566710"/>
                </a:cubicBezTo>
                <a:cubicBezTo>
                  <a:pt x="22462790" y="6560561"/>
                  <a:pt x="23108384" y="6470792"/>
                  <a:pt x="23132978" y="6528588"/>
                </a:cubicBezTo>
                <a:cubicBezTo>
                  <a:pt x="23172328" y="6610980"/>
                  <a:pt x="22986642" y="6592534"/>
                  <a:pt x="22878430" y="6604831"/>
                </a:cubicBezTo>
                <a:cubicBezTo>
                  <a:pt x="22680446" y="6636804"/>
                  <a:pt x="22443114" y="6668777"/>
                  <a:pt x="22251280" y="6688452"/>
                </a:cubicBezTo>
                <a:cubicBezTo>
                  <a:pt x="22245132" y="6688452"/>
                  <a:pt x="21919262" y="6700749"/>
                  <a:pt x="21919262" y="6706898"/>
                </a:cubicBezTo>
                <a:cubicBezTo>
                  <a:pt x="21887290" y="6770843"/>
                  <a:pt x="22334900" y="6746249"/>
                  <a:pt x="22091420" y="6764695"/>
                </a:cubicBezTo>
                <a:cubicBezTo>
                  <a:pt x="21791372" y="6790519"/>
                  <a:pt x="21325316" y="6784370"/>
                  <a:pt x="21049862" y="6822492"/>
                </a:cubicBezTo>
                <a:cubicBezTo>
                  <a:pt x="20999444" y="6834789"/>
                  <a:pt x="20973620" y="6860613"/>
                  <a:pt x="20935500" y="6860613"/>
                </a:cubicBezTo>
                <a:cubicBezTo>
                  <a:pt x="20833434" y="6872910"/>
                  <a:pt x="20309582" y="6854464"/>
                  <a:pt x="20283758" y="6880289"/>
                </a:cubicBezTo>
                <a:cubicBezTo>
                  <a:pt x="20277610" y="6892586"/>
                  <a:pt x="20564130" y="6906113"/>
                  <a:pt x="20597332" y="6906113"/>
                </a:cubicBezTo>
                <a:cubicBezTo>
                  <a:pt x="20731370" y="6906113"/>
                  <a:pt x="21351138" y="6906113"/>
                  <a:pt x="20955174" y="6924559"/>
                </a:cubicBezTo>
                <a:cubicBezTo>
                  <a:pt x="20787936" y="6930707"/>
                  <a:pt x="20743666" y="6912261"/>
                  <a:pt x="20597332" y="6924559"/>
                </a:cubicBezTo>
                <a:cubicBezTo>
                  <a:pt x="20571508" y="6924559"/>
                  <a:pt x="20015682" y="6918410"/>
                  <a:pt x="19989858" y="6944234"/>
                </a:cubicBezTo>
                <a:cubicBezTo>
                  <a:pt x="19983710" y="6944234"/>
                  <a:pt x="20589954" y="6976206"/>
                  <a:pt x="20557982" y="6962680"/>
                </a:cubicBezTo>
                <a:cubicBezTo>
                  <a:pt x="20609628" y="6976206"/>
                  <a:pt x="20391972" y="6988504"/>
                  <a:pt x="20367378" y="6982355"/>
                </a:cubicBezTo>
                <a:cubicBezTo>
                  <a:pt x="20398120" y="6988504"/>
                  <a:pt x="20737518" y="7000801"/>
                  <a:pt x="20775638" y="7000801"/>
                </a:cubicBezTo>
                <a:cubicBezTo>
                  <a:pt x="21005592" y="6982355"/>
                  <a:pt x="21249074" y="7020476"/>
                  <a:pt x="21465502" y="7020476"/>
                </a:cubicBezTo>
                <a:cubicBezTo>
                  <a:pt x="21631512" y="7020476"/>
                  <a:pt x="22373022" y="6924559"/>
                  <a:pt x="22507058" y="6956531"/>
                </a:cubicBezTo>
                <a:cubicBezTo>
                  <a:pt x="22475086" y="6956531"/>
                  <a:pt x="22443114" y="7000801"/>
                  <a:pt x="22449262" y="7000801"/>
                </a:cubicBezTo>
                <a:cubicBezTo>
                  <a:pt x="22398846" y="7020476"/>
                  <a:pt x="22264808" y="7064746"/>
                  <a:pt x="22213160" y="7078274"/>
                </a:cubicBezTo>
                <a:cubicBezTo>
                  <a:pt x="21945086" y="7154516"/>
                  <a:pt x="22513208" y="7136070"/>
                  <a:pt x="22584530" y="7116394"/>
                </a:cubicBezTo>
                <a:cubicBezTo>
                  <a:pt x="22539032" y="7160664"/>
                  <a:pt x="22494762" y="7136070"/>
                  <a:pt x="22449262" y="7142219"/>
                </a:cubicBezTo>
                <a:cubicBezTo>
                  <a:pt x="22417290" y="7142219"/>
                  <a:pt x="22130770" y="7168043"/>
                  <a:pt x="22290632" y="7180340"/>
                </a:cubicBezTo>
                <a:cubicBezTo>
                  <a:pt x="22475086" y="7192638"/>
                  <a:pt x="22686596" y="7128692"/>
                  <a:pt x="22820634" y="7116394"/>
                </a:cubicBezTo>
                <a:cubicBezTo>
                  <a:pt x="22916550" y="7110246"/>
                  <a:pt x="23242420" y="7110246"/>
                  <a:pt x="23236272" y="7096719"/>
                </a:cubicBezTo>
                <a:cubicBezTo>
                  <a:pt x="23260866" y="7122544"/>
                  <a:pt x="23018616" y="7174192"/>
                  <a:pt x="22910402" y="7180340"/>
                </a:cubicBezTo>
                <a:cubicBezTo>
                  <a:pt x="22884578" y="7174192"/>
                  <a:pt x="22864902" y="7174192"/>
                  <a:pt x="22858754" y="7180340"/>
                </a:cubicBezTo>
                <a:cubicBezTo>
                  <a:pt x="22858754" y="7186489"/>
                  <a:pt x="22878430" y="7186489"/>
                  <a:pt x="22910402" y="7180340"/>
                </a:cubicBezTo>
                <a:cubicBezTo>
                  <a:pt x="22934996" y="7186489"/>
                  <a:pt x="22966968" y="7192638"/>
                  <a:pt x="22960820" y="7198786"/>
                </a:cubicBezTo>
                <a:cubicBezTo>
                  <a:pt x="22948522" y="7206164"/>
                  <a:pt x="22878430" y="7230759"/>
                  <a:pt x="22800958" y="7218462"/>
                </a:cubicBezTo>
                <a:cubicBezTo>
                  <a:pt x="22775134" y="7154516"/>
                  <a:pt x="22698892" y="7238137"/>
                  <a:pt x="22800958" y="7218462"/>
                </a:cubicBezTo>
                <a:cubicBezTo>
                  <a:pt x="22737014" y="7256583"/>
                  <a:pt x="22686596" y="7230759"/>
                  <a:pt x="22622650" y="7238137"/>
                </a:cubicBezTo>
                <a:cubicBezTo>
                  <a:pt x="22584530" y="7244286"/>
                  <a:pt x="22315226" y="7263961"/>
                  <a:pt x="22488614" y="7276258"/>
                </a:cubicBezTo>
                <a:cubicBezTo>
                  <a:pt x="22686596" y="7288556"/>
                  <a:pt x="22878430" y="7218462"/>
                  <a:pt x="23037060" y="7218462"/>
                </a:cubicBezTo>
                <a:cubicBezTo>
                  <a:pt x="23114532" y="7218462"/>
                  <a:pt x="23242420" y="7256583"/>
                  <a:pt x="23312514" y="7256583"/>
                </a:cubicBezTo>
                <a:cubicBezTo>
                  <a:pt x="23498198" y="7263961"/>
                  <a:pt x="23824070" y="7212313"/>
                  <a:pt x="23606412" y="7256583"/>
                </a:cubicBezTo>
                <a:cubicBezTo>
                  <a:pt x="23452700" y="7288556"/>
                  <a:pt x="23082560" y="7352501"/>
                  <a:pt x="22922698" y="7372176"/>
                </a:cubicBezTo>
                <a:cubicBezTo>
                  <a:pt x="22526734" y="7422595"/>
                  <a:pt x="22309076" y="7384474"/>
                  <a:pt x="22072974" y="7454568"/>
                </a:cubicBezTo>
                <a:cubicBezTo>
                  <a:pt x="22041002" y="7460716"/>
                  <a:pt x="22053298" y="7486540"/>
                  <a:pt x="22034854" y="7493919"/>
                </a:cubicBezTo>
                <a:cubicBezTo>
                  <a:pt x="21925410" y="7512365"/>
                  <a:pt x="21791372" y="7524662"/>
                  <a:pt x="21702834" y="7532040"/>
                </a:cubicBezTo>
                <a:cubicBezTo>
                  <a:pt x="21447056" y="7564013"/>
                  <a:pt x="21663484" y="7564013"/>
                  <a:pt x="21779076" y="7550486"/>
                </a:cubicBezTo>
                <a:cubicBezTo>
                  <a:pt x="21893438" y="7538189"/>
                  <a:pt x="22277104" y="7544338"/>
                  <a:pt x="22386548" y="7532040"/>
                </a:cubicBezTo>
                <a:cubicBezTo>
                  <a:pt x="22456642" y="7524662"/>
                  <a:pt x="22373022" y="7480392"/>
                  <a:pt x="22507058" y="7493919"/>
                </a:cubicBezTo>
                <a:cubicBezTo>
                  <a:pt x="22513208" y="7493919"/>
                  <a:pt x="22481236" y="7556635"/>
                  <a:pt x="22468938" y="7550486"/>
                </a:cubicBezTo>
                <a:cubicBezTo>
                  <a:pt x="22513208" y="7582459"/>
                  <a:pt x="22698892" y="7544338"/>
                  <a:pt x="22820634" y="7532040"/>
                </a:cubicBezTo>
                <a:cubicBezTo>
                  <a:pt x="22954670" y="7518514"/>
                  <a:pt x="23069032" y="7474244"/>
                  <a:pt x="23178476" y="7493919"/>
                </a:cubicBezTo>
                <a:cubicBezTo>
                  <a:pt x="22942374" y="7544338"/>
                  <a:pt x="22871050" y="7538189"/>
                  <a:pt x="22724716" y="7550486"/>
                </a:cubicBezTo>
                <a:cubicBezTo>
                  <a:pt x="22673068" y="7556635"/>
                  <a:pt x="22060678" y="7634107"/>
                  <a:pt x="22347198" y="7634107"/>
                </a:cubicBezTo>
                <a:cubicBezTo>
                  <a:pt x="22666920" y="7620580"/>
                  <a:pt x="22890726" y="7556635"/>
                  <a:pt x="23216598" y="7532040"/>
                </a:cubicBezTo>
                <a:cubicBezTo>
                  <a:pt x="23394904" y="7518514"/>
                  <a:pt x="23682654" y="7474244"/>
                  <a:pt x="23824070" y="7493919"/>
                </a:cubicBezTo>
                <a:cubicBezTo>
                  <a:pt x="23894162" y="7500068"/>
                  <a:pt x="23817922" y="7518514"/>
                  <a:pt x="23862190" y="7532040"/>
                </a:cubicBezTo>
                <a:cubicBezTo>
                  <a:pt x="23874488" y="7532040"/>
                  <a:pt x="23964256" y="7532040"/>
                  <a:pt x="23964256" y="7532040"/>
                </a:cubicBezTo>
                <a:cubicBezTo>
                  <a:pt x="23951958" y="7582459"/>
                  <a:pt x="23574440" y="7602134"/>
                  <a:pt x="23568292" y="7608283"/>
                </a:cubicBezTo>
                <a:cubicBezTo>
                  <a:pt x="23542468" y="7659932"/>
                  <a:pt x="23752748" y="7614432"/>
                  <a:pt x="23746598" y="7608283"/>
                </a:cubicBezTo>
                <a:cubicBezTo>
                  <a:pt x="23856042" y="7620580"/>
                  <a:pt x="23722004" y="7627958"/>
                  <a:pt x="23784720" y="7652553"/>
                </a:cubicBezTo>
                <a:cubicBezTo>
                  <a:pt x="23912608" y="7690674"/>
                  <a:pt x="24079848" y="7646404"/>
                  <a:pt x="23880636" y="7690674"/>
                </a:cubicBezTo>
                <a:cubicBezTo>
                  <a:pt x="23740450" y="7723877"/>
                  <a:pt x="23562144" y="7723877"/>
                  <a:pt x="23472376" y="7748472"/>
                </a:cubicBezTo>
                <a:cubicBezTo>
                  <a:pt x="23414580" y="7761998"/>
                  <a:pt x="23376458" y="7800120"/>
                  <a:pt x="23350634" y="7806268"/>
                </a:cubicBezTo>
                <a:cubicBezTo>
                  <a:pt x="23190774" y="7844390"/>
                  <a:pt x="22916550" y="7864065"/>
                  <a:pt x="22744392" y="7889889"/>
                </a:cubicBezTo>
                <a:cubicBezTo>
                  <a:pt x="22680446" y="7896038"/>
                  <a:pt x="22104946" y="7928010"/>
                  <a:pt x="22091420" y="7946456"/>
                </a:cubicBezTo>
                <a:cubicBezTo>
                  <a:pt x="22079122" y="7972280"/>
                  <a:pt x="22277104" y="7966132"/>
                  <a:pt x="22290632" y="7966132"/>
                </a:cubicBezTo>
                <a:cubicBezTo>
                  <a:pt x="22826782" y="7940308"/>
                  <a:pt x="23388756" y="7806268"/>
                  <a:pt x="23842516" y="7806268"/>
                </a:cubicBezTo>
                <a:cubicBezTo>
                  <a:pt x="23792098" y="7876362"/>
                  <a:pt x="24014674" y="7786592"/>
                  <a:pt x="24060172" y="7825944"/>
                </a:cubicBezTo>
                <a:cubicBezTo>
                  <a:pt x="24072470" y="7832092"/>
                  <a:pt x="23926136" y="7864065"/>
                  <a:pt x="23926136" y="7864065"/>
                </a:cubicBezTo>
                <a:cubicBezTo>
                  <a:pt x="23260866" y="7972280"/>
                  <a:pt x="22507058" y="8036226"/>
                  <a:pt x="21919262" y="8119847"/>
                </a:cubicBezTo>
                <a:cubicBezTo>
                  <a:pt x="21887290" y="8132144"/>
                  <a:pt x="21919262" y="8144442"/>
                  <a:pt x="21919262" y="8119847"/>
                </a:cubicBezTo>
                <a:cubicBezTo>
                  <a:pt x="22053298" y="8176414"/>
                  <a:pt x="22219308" y="8048523"/>
                  <a:pt x="22386548" y="8100172"/>
                </a:cubicBezTo>
                <a:cubicBezTo>
                  <a:pt x="22436966" y="8119847"/>
                  <a:pt x="22341050" y="8119847"/>
                  <a:pt x="22328752" y="8119847"/>
                </a:cubicBezTo>
                <a:cubicBezTo>
                  <a:pt x="22009030" y="8170266"/>
                  <a:pt x="22475086" y="8138293"/>
                  <a:pt x="22526734" y="8144442"/>
                </a:cubicBezTo>
                <a:cubicBezTo>
                  <a:pt x="22641096" y="8151820"/>
                  <a:pt x="22871050" y="8132144"/>
                  <a:pt x="22980494" y="8144442"/>
                </a:cubicBezTo>
                <a:cubicBezTo>
                  <a:pt x="23140356" y="8151820"/>
                  <a:pt x="23030912" y="8144442"/>
                  <a:pt x="22960820" y="8164117"/>
                </a:cubicBezTo>
                <a:cubicBezTo>
                  <a:pt x="22698892" y="8215765"/>
                  <a:pt x="22117244" y="8260035"/>
                  <a:pt x="21893438" y="8278481"/>
                </a:cubicBezTo>
                <a:cubicBezTo>
                  <a:pt x="21491326" y="8311684"/>
                  <a:pt x="22181188" y="8298156"/>
                  <a:pt x="22194714" y="8298156"/>
                </a:cubicBezTo>
                <a:cubicBezTo>
                  <a:pt x="22386548" y="8311684"/>
                  <a:pt x="22404994" y="8292008"/>
                  <a:pt x="22686596" y="8278481"/>
                </a:cubicBezTo>
                <a:cubicBezTo>
                  <a:pt x="22934996" y="8272332"/>
                  <a:pt x="22768986" y="8292008"/>
                  <a:pt x="22724716" y="8298156"/>
                </a:cubicBezTo>
                <a:cubicBezTo>
                  <a:pt x="22673068" y="8311684"/>
                  <a:pt x="22379170" y="8343656"/>
                  <a:pt x="22488614" y="8355954"/>
                </a:cubicBezTo>
                <a:cubicBezTo>
                  <a:pt x="22648474" y="8381778"/>
                  <a:pt x="22858754" y="8311684"/>
                  <a:pt x="22980494" y="8298156"/>
                </a:cubicBezTo>
                <a:cubicBezTo>
                  <a:pt x="23088708" y="8292008"/>
                  <a:pt x="23254718" y="8253886"/>
                  <a:pt x="23350634" y="8278481"/>
                </a:cubicBezTo>
                <a:cubicBezTo>
                  <a:pt x="23330960" y="8272332"/>
                  <a:pt x="23210448" y="8343656"/>
                  <a:pt x="23216598" y="8317832"/>
                </a:cubicBezTo>
                <a:cubicBezTo>
                  <a:pt x="23210448" y="8355954"/>
                  <a:pt x="23292838" y="8343656"/>
                  <a:pt x="23350634" y="8336278"/>
                </a:cubicBezTo>
                <a:cubicBezTo>
                  <a:pt x="23466226" y="8336278"/>
                  <a:pt x="23926136" y="8298156"/>
                  <a:pt x="23746598" y="8355954"/>
                </a:cubicBezTo>
                <a:cubicBezTo>
                  <a:pt x="23434254" y="8458020"/>
                  <a:pt x="24054024" y="8336278"/>
                  <a:pt x="24079848" y="8355954"/>
                </a:cubicBezTo>
                <a:cubicBezTo>
                  <a:pt x="24136414" y="8419899"/>
                  <a:pt x="23932284" y="8432196"/>
                  <a:pt x="23964256" y="8419899"/>
                </a:cubicBezTo>
                <a:cubicBezTo>
                  <a:pt x="23900312" y="8445723"/>
                  <a:pt x="23856042" y="8489993"/>
                  <a:pt x="23842516" y="8496142"/>
                </a:cubicBezTo>
                <a:cubicBezTo>
                  <a:pt x="23612562" y="8566236"/>
                  <a:pt x="23318662" y="8573614"/>
                  <a:pt x="23018616" y="8611735"/>
                </a:cubicBezTo>
                <a:cubicBezTo>
                  <a:pt x="22756688" y="8649857"/>
                  <a:pt x="22488614" y="8713802"/>
                  <a:pt x="22213160" y="8751924"/>
                </a:cubicBezTo>
                <a:cubicBezTo>
                  <a:pt x="21383112" y="8866288"/>
                  <a:pt x="20143572" y="8841693"/>
                  <a:pt x="19102014" y="8790045"/>
                </a:cubicBezTo>
                <a:cubicBezTo>
                  <a:pt x="18794588" y="8777748"/>
                  <a:pt x="18628578" y="8803572"/>
                  <a:pt x="18354354" y="8790045"/>
                </a:cubicBezTo>
                <a:cubicBezTo>
                  <a:pt x="18092428" y="8783896"/>
                  <a:pt x="17855096" y="8726099"/>
                  <a:pt x="17606696" y="8694127"/>
                </a:cubicBezTo>
                <a:cubicBezTo>
                  <a:pt x="17452984" y="8675681"/>
                  <a:pt x="16909454" y="8604357"/>
                  <a:pt x="17152936" y="8675681"/>
                </a:cubicBezTo>
                <a:cubicBezTo>
                  <a:pt x="17005372" y="8649857"/>
                  <a:pt x="17088992" y="8732248"/>
                  <a:pt x="17152936" y="8675681"/>
                </a:cubicBezTo>
                <a:cubicBezTo>
                  <a:pt x="17286974" y="8681829"/>
                  <a:pt x="17395188" y="8700275"/>
                  <a:pt x="17587020" y="8732248"/>
                </a:cubicBezTo>
                <a:cubicBezTo>
                  <a:pt x="17772706" y="8758072"/>
                  <a:pt x="18098576" y="8828166"/>
                  <a:pt x="17900594" y="8809720"/>
                </a:cubicBezTo>
                <a:cubicBezTo>
                  <a:pt x="17862474" y="8809720"/>
                  <a:pt x="17657114" y="8751924"/>
                  <a:pt x="17606696" y="8771599"/>
                </a:cubicBezTo>
                <a:cubicBezTo>
                  <a:pt x="17606696" y="8726099"/>
                  <a:pt x="17523076" y="8764221"/>
                  <a:pt x="17491104" y="8751924"/>
                </a:cubicBezTo>
                <a:cubicBezTo>
                  <a:pt x="17484956" y="8707654"/>
                  <a:pt x="17408714" y="8745775"/>
                  <a:pt x="17369364" y="8732248"/>
                </a:cubicBezTo>
                <a:cubicBezTo>
                  <a:pt x="17369364" y="8687978"/>
                  <a:pt x="17286974" y="8726099"/>
                  <a:pt x="17255002" y="8713802"/>
                </a:cubicBezTo>
                <a:cubicBezTo>
                  <a:pt x="17209502" y="8649857"/>
                  <a:pt x="17127112" y="8732248"/>
                  <a:pt x="17255002" y="8713802"/>
                </a:cubicBezTo>
                <a:cubicBezTo>
                  <a:pt x="17255002" y="8758072"/>
                  <a:pt x="17337392" y="8719951"/>
                  <a:pt x="17369364" y="8732248"/>
                </a:cubicBezTo>
                <a:cubicBezTo>
                  <a:pt x="17376742" y="8777748"/>
                  <a:pt x="17452984" y="8739626"/>
                  <a:pt x="17491104" y="8751924"/>
                </a:cubicBezTo>
                <a:cubicBezTo>
                  <a:pt x="17491104" y="8796193"/>
                  <a:pt x="17574724" y="8758072"/>
                  <a:pt x="17606696" y="8771599"/>
                </a:cubicBezTo>
                <a:cubicBezTo>
                  <a:pt x="17900594" y="8815869"/>
                  <a:pt x="18270736" y="8905639"/>
                  <a:pt x="18552336" y="8931463"/>
                </a:cubicBezTo>
                <a:cubicBezTo>
                  <a:pt x="19363940" y="8994179"/>
                  <a:pt x="20232110" y="8975733"/>
                  <a:pt x="20993296" y="9007705"/>
                </a:cubicBezTo>
                <a:cubicBezTo>
                  <a:pt x="21177750" y="9013854"/>
                  <a:pt x="21375734" y="9039678"/>
                  <a:pt x="21523298" y="9026151"/>
                </a:cubicBezTo>
                <a:cubicBezTo>
                  <a:pt x="21549122" y="9026151"/>
                  <a:pt x="21581094" y="8988030"/>
                  <a:pt x="21619214" y="8988030"/>
                </a:cubicBezTo>
                <a:cubicBezTo>
                  <a:pt x="21651186" y="8988030"/>
                  <a:pt x="21977058" y="9033530"/>
                  <a:pt x="21977058" y="9045827"/>
                </a:cubicBezTo>
                <a:cubicBezTo>
                  <a:pt x="21977058" y="9097475"/>
                  <a:pt x="21555270" y="9083948"/>
                  <a:pt x="21561418" y="9083948"/>
                </a:cubicBezTo>
                <a:cubicBezTo>
                  <a:pt x="21113806" y="9109772"/>
                  <a:pt x="20053804" y="9109772"/>
                  <a:pt x="19555774" y="9083948"/>
                </a:cubicBezTo>
                <a:cubicBezTo>
                  <a:pt x="18666700" y="9045827"/>
                  <a:pt x="17990364" y="9051975"/>
                  <a:pt x="17216880" y="8911787"/>
                </a:cubicBezTo>
                <a:cubicBezTo>
                  <a:pt x="16916834" y="8853990"/>
                  <a:pt x="16583584" y="8790045"/>
                  <a:pt x="16289685" y="8713802"/>
                </a:cubicBezTo>
                <a:cubicBezTo>
                  <a:pt x="15771980" y="8573614"/>
                  <a:pt x="15197710" y="8336278"/>
                  <a:pt x="14775922" y="8144442"/>
                </a:cubicBezTo>
                <a:cubicBezTo>
                  <a:pt x="14526292" y="8030078"/>
                  <a:pt x="14814042" y="8208387"/>
                  <a:pt x="14871838" y="8240360"/>
                </a:cubicBezTo>
                <a:cubicBezTo>
                  <a:pt x="15446109" y="8541641"/>
                  <a:pt x="16053582" y="8662154"/>
                  <a:pt x="16725000" y="8892112"/>
                </a:cubicBezTo>
                <a:cubicBezTo>
                  <a:pt x="16922982" y="8956057"/>
                  <a:pt x="16519639" y="8885963"/>
                  <a:pt x="16367156" y="8847842"/>
                </a:cubicBezTo>
                <a:cubicBezTo>
                  <a:pt x="15395692" y="8624033"/>
                  <a:pt x="14616060" y="8253886"/>
                  <a:pt x="13944643" y="7825944"/>
                </a:cubicBezTo>
                <a:cubicBezTo>
                  <a:pt x="13350697" y="7448420"/>
                  <a:pt x="12782575" y="7014328"/>
                  <a:pt x="12175102" y="6650331"/>
                </a:cubicBezTo>
                <a:cubicBezTo>
                  <a:pt x="11958674" y="6515061"/>
                  <a:pt x="11754544" y="6356427"/>
                  <a:pt x="11550413" y="6272806"/>
                </a:cubicBezTo>
                <a:cubicBezTo>
                  <a:pt x="11422524" y="6222388"/>
                  <a:pt x="11288486" y="6222388"/>
                  <a:pt x="11153219" y="6176888"/>
                </a:cubicBezTo>
                <a:cubicBezTo>
                  <a:pt x="10981061" y="6112943"/>
                  <a:pt x="10827348" y="5992430"/>
                  <a:pt x="10661338" y="5921106"/>
                </a:cubicBezTo>
                <a:cubicBezTo>
                  <a:pt x="10157161" y="5704675"/>
                  <a:pt x="9601335" y="5500542"/>
                  <a:pt x="9045511" y="5365272"/>
                </a:cubicBezTo>
                <a:cubicBezTo>
                  <a:pt x="9057807" y="5378799"/>
                  <a:pt x="9000011" y="5397245"/>
                  <a:pt x="8987714" y="5384948"/>
                </a:cubicBezTo>
                <a:cubicBezTo>
                  <a:pt x="8981565" y="5378799"/>
                  <a:pt x="9019686" y="5365272"/>
                  <a:pt x="9038132" y="5365272"/>
                </a:cubicBezTo>
                <a:cubicBezTo>
                  <a:pt x="9019686" y="5359124"/>
                  <a:pt x="8993863" y="5352975"/>
                  <a:pt x="8968039" y="5346827"/>
                </a:cubicBezTo>
                <a:cubicBezTo>
                  <a:pt x="8961890" y="5321002"/>
                  <a:pt x="8917621" y="5333300"/>
                  <a:pt x="8891797" y="5327152"/>
                </a:cubicBezTo>
                <a:cubicBezTo>
                  <a:pt x="8865973" y="5269354"/>
                  <a:pt x="8789732" y="5352975"/>
                  <a:pt x="8891797" y="5327152"/>
                </a:cubicBezTo>
                <a:cubicBezTo>
                  <a:pt x="8891797" y="5333300"/>
                  <a:pt x="8891797" y="5340678"/>
                  <a:pt x="8891797" y="5346827"/>
                </a:cubicBezTo>
                <a:cubicBezTo>
                  <a:pt x="8827853" y="5346827"/>
                  <a:pt x="8770057" y="5340678"/>
                  <a:pt x="8731936" y="5308705"/>
                </a:cubicBezTo>
                <a:cubicBezTo>
                  <a:pt x="8840150" y="5327152"/>
                  <a:pt x="8757759" y="5250908"/>
                  <a:pt x="8731936" y="5308705"/>
                </a:cubicBezTo>
                <a:cubicBezTo>
                  <a:pt x="8559778" y="5327152"/>
                  <a:pt x="8802029" y="5250908"/>
                  <a:pt x="8636019" y="5269354"/>
                </a:cubicBezTo>
                <a:cubicBezTo>
                  <a:pt x="8476158" y="5289030"/>
                  <a:pt x="8699963" y="5263206"/>
                  <a:pt x="8533954" y="5250908"/>
                </a:cubicBezTo>
                <a:cubicBezTo>
                  <a:pt x="8495833" y="5212788"/>
                  <a:pt x="8444185" y="5231233"/>
                  <a:pt x="8457712" y="5244760"/>
                </a:cubicBezTo>
                <a:cubicBezTo>
                  <a:pt x="8022398" y="5231233"/>
                  <a:pt x="7594462" y="5116869"/>
                  <a:pt x="7140702" y="5071369"/>
                </a:cubicBezTo>
                <a:cubicBezTo>
                  <a:pt x="6834506" y="5046775"/>
                  <a:pt x="6520932" y="5046775"/>
                  <a:pt x="6195061" y="5033248"/>
                </a:cubicBezTo>
                <a:cubicBezTo>
                  <a:pt x="5651533" y="5014802"/>
                  <a:pt x="5089559" y="4925032"/>
                  <a:pt x="4521436" y="4975451"/>
                </a:cubicBezTo>
                <a:cubicBezTo>
                  <a:pt x="3313869" y="5078747"/>
                  <a:pt x="2066951" y="5091045"/>
                  <a:pt x="1096716" y="5448893"/>
                </a:cubicBezTo>
                <a:cubicBezTo>
                  <a:pt x="808965" y="5550960"/>
                  <a:pt x="591308" y="5678851"/>
                  <a:pt x="489243" y="5666554"/>
                </a:cubicBezTo>
                <a:cubicBezTo>
                  <a:pt x="373651" y="5646879"/>
                  <a:pt x="469567" y="5595230"/>
                  <a:pt x="413001" y="5563258"/>
                </a:cubicBezTo>
                <a:cubicBezTo>
                  <a:pt x="393326" y="5557109"/>
                  <a:pt x="329381" y="5595230"/>
                  <a:pt x="271585" y="5582933"/>
                </a:cubicBezTo>
                <a:cubicBezTo>
                  <a:pt x="207641" y="5570636"/>
                  <a:pt x="143697" y="5500542"/>
                  <a:pt x="55158" y="5487015"/>
                </a:cubicBezTo>
                <a:cubicBezTo>
                  <a:pt x="-136675" y="5461191"/>
                  <a:pt x="233465" y="5365272"/>
                  <a:pt x="233465" y="5365272"/>
                </a:cubicBezTo>
                <a:cubicBezTo>
                  <a:pt x="239613" y="5314854"/>
                  <a:pt x="41631" y="5340678"/>
                  <a:pt x="73604" y="5250908"/>
                </a:cubicBezTo>
                <a:cubicBezTo>
                  <a:pt x="67455" y="5276733"/>
                  <a:pt x="361354" y="5135315"/>
                  <a:pt x="329381" y="5148842"/>
                </a:cubicBezTo>
                <a:cubicBezTo>
                  <a:pt x="483094" y="5078747"/>
                  <a:pt x="189195" y="5186963"/>
                  <a:pt x="175669" y="5174666"/>
                </a:cubicBezTo>
                <a:cubicBezTo>
                  <a:pt x="169520" y="5167287"/>
                  <a:pt x="233465" y="5109491"/>
                  <a:pt x="233465" y="5109491"/>
                </a:cubicBezTo>
                <a:cubicBezTo>
                  <a:pt x="277734" y="5091045"/>
                  <a:pt x="303558" y="5084896"/>
                  <a:pt x="309706" y="5084896"/>
                </a:cubicBezTo>
                <a:cubicBezTo>
                  <a:pt x="303558" y="5084896"/>
                  <a:pt x="265437" y="5084896"/>
                  <a:pt x="213790" y="5071369"/>
                </a:cubicBezTo>
                <a:cubicBezTo>
                  <a:pt x="-22313" y="5014802"/>
                  <a:pt x="355205" y="4873385"/>
                  <a:pt x="349057" y="4854938"/>
                </a:cubicBezTo>
                <a:cubicBezTo>
                  <a:pt x="329381" y="4771318"/>
                  <a:pt x="195344" y="4854938"/>
                  <a:pt x="195344" y="4797141"/>
                </a:cubicBezTo>
                <a:cubicBezTo>
                  <a:pt x="189195" y="4701223"/>
                  <a:pt x="323233" y="4720899"/>
                  <a:pt x="405623" y="4643426"/>
                </a:cubicBezTo>
                <a:cubicBezTo>
                  <a:pt x="387178" y="4649575"/>
                  <a:pt x="444974" y="4554887"/>
                  <a:pt x="451122" y="4573332"/>
                </a:cubicBezTo>
                <a:cubicBezTo>
                  <a:pt x="444974" y="4516765"/>
                  <a:pt x="387178" y="4554887"/>
                  <a:pt x="413001" y="4504468"/>
                </a:cubicBezTo>
                <a:cubicBezTo>
                  <a:pt x="413001" y="4498319"/>
                  <a:pt x="489243" y="4510616"/>
                  <a:pt x="489243" y="4504468"/>
                </a:cubicBezTo>
                <a:cubicBezTo>
                  <a:pt x="501540" y="4440522"/>
                  <a:pt x="451122" y="4446671"/>
                  <a:pt x="451122" y="4402402"/>
                </a:cubicBezTo>
                <a:cubicBezTo>
                  <a:pt x="437595" y="4254834"/>
                  <a:pt x="553187" y="4306483"/>
                  <a:pt x="623280" y="4286807"/>
                </a:cubicBezTo>
                <a:cubicBezTo>
                  <a:pt x="635577" y="4286807"/>
                  <a:pt x="674928" y="4248686"/>
                  <a:pt x="687225" y="4248686"/>
                </a:cubicBezTo>
                <a:cubicBezTo>
                  <a:pt x="897504" y="4166294"/>
                  <a:pt x="635577" y="4248686"/>
                  <a:pt x="603605" y="4248686"/>
                </a:cubicBezTo>
                <a:cubicBezTo>
                  <a:pt x="565484" y="4248686"/>
                  <a:pt x="393326" y="4230241"/>
                  <a:pt x="451122" y="4146619"/>
                </a:cubicBezTo>
                <a:cubicBezTo>
                  <a:pt x="483094" y="4094971"/>
                  <a:pt x="642955" y="4178592"/>
                  <a:pt x="687225" y="4108498"/>
                </a:cubicBezTo>
                <a:cubicBezTo>
                  <a:pt x="706900" y="4070376"/>
                  <a:pt x="565484" y="4108498"/>
                  <a:pt x="547039" y="4088822"/>
                </a:cubicBezTo>
                <a:cubicBezTo>
                  <a:pt x="553187" y="4094971"/>
                  <a:pt x="559336" y="3974458"/>
                  <a:pt x="547039" y="4012579"/>
                </a:cubicBezTo>
                <a:cubicBezTo>
                  <a:pt x="591308" y="3833040"/>
                  <a:pt x="872910" y="3737122"/>
                  <a:pt x="1179106" y="3635055"/>
                </a:cubicBezTo>
                <a:cubicBezTo>
                  <a:pt x="1798876" y="3430922"/>
                  <a:pt x="2726071" y="3316558"/>
                  <a:pt x="3422083" y="3264909"/>
                </a:cubicBezTo>
                <a:cubicBezTo>
                  <a:pt x="5223596" y="3130870"/>
                  <a:pt x="7294415" y="3207112"/>
                  <a:pt x="8821704" y="3539137"/>
                </a:cubicBezTo>
                <a:cubicBezTo>
                  <a:pt x="7780147" y="3303031"/>
                  <a:pt x="6732441" y="3117343"/>
                  <a:pt x="5607263" y="3066924"/>
                </a:cubicBezTo>
                <a:cubicBezTo>
                  <a:pt x="5275244" y="3054627"/>
                  <a:pt x="4917400" y="3054627"/>
                  <a:pt x="4559557" y="3066924"/>
                </a:cubicBezTo>
                <a:cubicBezTo>
                  <a:pt x="4483316" y="3073073"/>
                  <a:pt x="4016029" y="3098897"/>
                  <a:pt x="4227538" y="3066924"/>
                </a:cubicBezTo>
                <a:cubicBezTo>
                  <a:pt x="4553409" y="3015276"/>
                  <a:pt x="4949373" y="3009127"/>
                  <a:pt x="5287541" y="3009127"/>
                </a:cubicBezTo>
                <a:cubicBezTo>
                  <a:pt x="5428957" y="3009127"/>
                  <a:pt x="5747449" y="3002979"/>
                  <a:pt x="5505198" y="2971006"/>
                </a:cubicBezTo>
                <a:cubicBezTo>
                  <a:pt x="5191624" y="2926736"/>
                  <a:pt x="4745242" y="2990682"/>
                  <a:pt x="4367723" y="3009127"/>
                </a:cubicBezTo>
                <a:cubicBezTo>
                  <a:pt x="3945936" y="3028803"/>
                  <a:pt x="3562269" y="3034952"/>
                  <a:pt x="3204425" y="3066924"/>
                </a:cubicBezTo>
                <a:cubicBezTo>
                  <a:pt x="2456766" y="3130870"/>
                  <a:pt x="1907089" y="3258761"/>
                  <a:pt x="1332818" y="3418624"/>
                </a:cubicBezTo>
                <a:cubicBezTo>
                  <a:pt x="1262725" y="3443219"/>
                  <a:pt x="731494" y="3596934"/>
                  <a:pt x="1019244" y="3482570"/>
                </a:cubicBezTo>
                <a:cubicBezTo>
                  <a:pt x="1147133" y="3430922"/>
                  <a:pt x="1275023" y="3405097"/>
                  <a:pt x="1402912" y="3366976"/>
                </a:cubicBezTo>
                <a:cubicBezTo>
                  <a:pt x="1434884" y="3354679"/>
                  <a:pt x="1684513" y="3277206"/>
                  <a:pt x="1946440" y="3226788"/>
                </a:cubicBezTo>
                <a:cubicBezTo>
                  <a:pt x="2328877" y="3143167"/>
                  <a:pt x="2828136" y="3066924"/>
                  <a:pt x="3128184" y="3047249"/>
                </a:cubicBezTo>
                <a:cubicBezTo>
                  <a:pt x="4086122" y="2983303"/>
                  <a:pt x="5179327" y="2913209"/>
                  <a:pt x="6054875" y="2907061"/>
                </a:cubicBezTo>
                <a:cubicBezTo>
                  <a:pt x="6163089" y="2907061"/>
                  <a:pt x="6540607" y="2920587"/>
                  <a:pt x="6393043" y="2887385"/>
                </a:cubicBezTo>
                <a:cubicBezTo>
                  <a:pt x="6182764" y="2849264"/>
                  <a:pt x="5747449" y="2849264"/>
                  <a:pt x="5587588" y="2830818"/>
                </a:cubicBezTo>
                <a:cubicBezTo>
                  <a:pt x="5421578" y="2817291"/>
                  <a:pt x="5019466" y="2830818"/>
                  <a:pt x="5287541" y="2811142"/>
                </a:cubicBezTo>
                <a:cubicBezTo>
                  <a:pt x="5779422" y="2779170"/>
                  <a:pt x="6278681" y="2824669"/>
                  <a:pt x="6706617" y="2849264"/>
                </a:cubicBezTo>
                <a:cubicBezTo>
                  <a:pt x="8374092" y="2951330"/>
                  <a:pt x="9965327" y="3405097"/>
                  <a:pt x="11294635" y="3992904"/>
                </a:cubicBezTo>
                <a:cubicBezTo>
                  <a:pt x="11294635" y="4012579"/>
                  <a:pt x="11313081" y="4006432"/>
                  <a:pt x="11332756" y="4012579"/>
                </a:cubicBezTo>
                <a:cubicBezTo>
                  <a:pt x="11332756" y="4070376"/>
                  <a:pt x="11415146" y="3992904"/>
                  <a:pt x="11332756" y="4012579"/>
                </a:cubicBezTo>
                <a:cubicBezTo>
                  <a:pt x="11332756" y="3992904"/>
                  <a:pt x="11306932" y="3992904"/>
                  <a:pt x="11294635" y="3992904"/>
                </a:cubicBezTo>
                <a:cubicBezTo>
                  <a:pt x="10419087" y="3558812"/>
                  <a:pt x="9415650" y="3207112"/>
                  <a:pt x="8297851" y="2990682"/>
                </a:cubicBezTo>
                <a:cubicBezTo>
                  <a:pt x="8118315" y="2951330"/>
                  <a:pt x="7568638" y="2862791"/>
                  <a:pt x="7926482" y="2907061"/>
                </a:cubicBezTo>
                <a:cubicBezTo>
                  <a:pt x="8176110" y="2939033"/>
                  <a:pt x="8086342" y="2881236"/>
                  <a:pt x="7964602" y="2849264"/>
                </a:cubicBezTo>
                <a:cubicBezTo>
                  <a:pt x="7824416" y="2811142"/>
                  <a:pt x="7696527" y="2804994"/>
                  <a:pt x="7582165" y="2792696"/>
                </a:cubicBezTo>
                <a:cubicBezTo>
                  <a:pt x="7594462" y="2785318"/>
                  <a:pt x="7390331" y="2728751"/>
                  <a:pt x="7358359" y="2747197"/>
                </a:cubicBezTo>
                <a:cubicBezTo>
                  <a:pt x="7384183" y="2715224"/>
                  <a:pt x="7524369" y="2728751"/>
                  <a:pt x="7550193" y="2734900"/>
                </a:cubicBezTo>
                <a:cubicBezTo>
                  <a:pt x="7830565" y="2747197"/>
                  <a:pt x="8144139" y="2804994"/>
                  <a:pt x="8438037" y="2849264"/>
                </a:cubicBezTo>
                <a:cubicBezTo>
                  <a:pt x="9293910" y="2990682"/>
                  <a:pt x="10079689" y="3258761"/>
                  <a:pt x="10776930" y="3520691"/>
                </a:cubicBezTo>
                <a:cubicBezTo>
                  <a:pt x="10783079" y="3578488"/>
                  <a:pt x="10859320" y="3501016"/>
                  <a:pt x="10776930" y="3520691"/>
                </a:cubicBezTo>
                <a:cubicBezTo>
                  <a:pt x="10636745" y="3405097"/>
                  <a:pt x="10444911" y="3347301"/>
                  <a:pt x="10265374" y="3284585"/>
                </a:cubicBezTo>
                <a:cubicBezTo>
                  <a:pt x="9517716" y="3002979"/>
                  <a:pt x="8623722" y="2830818"/>
                  <a:pt x="7850240" y="2651278"/>
                </a:cubicBezTo>
                <a:cubicBezTo>
                  <a:pt x="8201934" y="2677103"/>
                  <a:pt x="8521658" y="2734900"/>
                  <a:pt x="8815555" y="2792696"/>
                </a:cubicBezTo>
                <a:cubicBezTo>
                  <a:pt x="8834001" y="2798845"/>
                  <a:pt x="9269316" y="2887385"/>
                  <a:pt x="9071334" y="2830818"/>
                </a:cubicBezTo>
                <a:cubicBezTo>
                  <a:pt x="8968039" y="2804994"/>
                  <a:pt x="9019686" y="2811142"/>
                  <a:pt x="8834001" y="2773021"/>
                </a:cubicBezTo>
                <a:cubicBezTo>
                  <a:pt x="8674140" y="2741048"/>
                  <a:pt x="8514278" y="2715224"/>
                  <a:pt x="8399917" y="2670954"/>
                </a:cubicBezTo>
                <a:cubicBezTo>
                  <a:pt x="8067897" y="2555360"/>
                  <a:pt x="8642167" y="2625454"/>
                  <a:pt x="8655694" y="2613157"/>
                </a:cubicBezTo>
                <a:cubicBezTo>
                  <a:pt x="8649546" y="2619306"/>
                  <a:pt x="8214231" y="2504942"/>
                  <a:pt x="8201934" y="2498793"/>
                </a:cubicBezTo>
                <a:cubicBezTo>
                  <a:pt x="8891797" y="2555360"/>
                  <a:pt x="9435325" y="2753345"/>
                  <a:pt x="10029271" y="2907061"/>
                </a:cubicBezTo>
                <a:cubicBezTo>
                  <a:pt x="10035420" y="2971006"/>
                  <a:pt x="10111662" y="2887385"/>
                  <a:pt x="10029271" y="2907061"/>
                </a:cubicBezTo>
                <a:cubicBezTo>
                  <a:pt x="9499271" y="2715224"/>
                  <a:pt x="9095929" y="2593482"/>
                  <a:pt x="8495833" y="2479118"/>
                </a:cubicBezTo>
                <a:cubicBezTo>
                  <a:pt x="8112167" y="2402875"/>
                  <a:pt x="8086342" y="2409024"/>
                  <a:pt x="7671933" y="2319254"/>
                </a:cubicBezTo>
                <a:cubicBezTo>
                  <a:pt x="7620286" y="2306957"/>
                  <a:pt x="6814830" y="2204890"/>
                  <a:pt x="6802534" y="2179066"/>
                </a:cubicBezTo>
                <a:cubicBezTo>
                  <a:pt x="6802534" y="2165539"/>
                  <a:pt x="6878775" y="2140944"/>
                  <a:pt x="6884924" y="2140944"/>
                </a:cubicBezTo>
                <a:cubicBezTo>
                  <a:pt x="7000516" y="2133566"/>
                  <a:pt x="7090284" y="2153242"/>
                  <a:pt x="7236619" y="2159390"/>
                </a:cubicBezTo>
                <a:cubicBezTo>
                  <a:pt x="7678082" y="2191363"/>
                  <a:pt x="8048222" y="2223336"/>
                  <a:pt x="8457712" y="2281133"/>
                </a:cubicBezTo>
                <a:cubicBezTo>
                  <a:pt x="8476158" y="2281133"/>
                  <a:pt x="8680288" y="2332781"/>
                  <a:pt x="8713490" y="2299578"/>
                </a:cubicBezTo>
                <a:cubicBezTo>
                  <a:pt x="8725787" y="2287281"/>
                  <a:pt x="8463861" y="2243011"/>
                  <a:pt x="8399917" y="2223336"/>
                </a:cubicBezTo>
                <a:cubicBezTo>
                  <a:pt x="8086342" y="2133566"/>
                  <a:pt x="8667991" y="2197511"/>
                  <a:pt x="8770057" y="2223336"/>
                </a:cubicBezTo>
                <a:cubicBezTo>
                  <a:pt x="8949593" y="2255308"/>
                  <a:pt x="9345557" y="2351227"/>
                  <a:pt x="9166021" y="2281133"/>
                </a:cubicBezTo>
                <a:cubicBezTo>
                  <a:pt x="8872122" y="2165539"/>
                  <a:pt x="8585601" y="2153242"/>
                  <a:pt x="8297851" y="2063472"/>
                </a:cubicBezTo>
                <a:cubicBezTo>
                  <a:pt x="8080194" y="1993378"/>
                  <a:pt x="8348269" y="2013053"/>
                  <a:pt x="8457712" y="2025351"/>
                </a:cubicBezTo>
                <a:cubicBezTo>
                  <a:pt x="8731936" y="2051175"/>
                  <a:pt x="8827853" y="2051175"/>
                  <a:pt x="9089779" y="2101593"/>
                </a:cubicBezTo>
                <a:cubicBezTo>
                  <a:pt x="9191844" y="2121269"/>
                  <a:pt x="9575511" y="2229484"/>
                  <a:pt x="9345557" y="2140944"/>
                </a:cubicBezTo>
                <a:cubicBezTo>
                  <a:pt x="9261937" y="2108972"/>
                  <a:pt x="9115604" y="2083147"/>
                  <a:pt x="9045511" y="2063472"/>
                </a:cubicBezTo>
                <a:cubicBezTo>
                  <a:pt x="8859825" y="2013053"/>
                  <a:pt x="8680288" y="1935581"/>
                  <a:pt x="8553629" y="1903608"/>
                </a:cubicBezTo>
                <a:cubicBezTo>
                  <a:pt x="8399917" y="1865487"/>
                  <a:pt x="8156435" y="1853190"/>
                  <a:pt x="8003953" y="1807690"/>
                </a:cubicBezTo>
                <a:cubicBezTo>
                  <a:pt x="7767850" y="1731447"/>
                  <a:pt x="8188408" y="1769569"/>
                  <a:pt x="8201934" y="1731447"/>
                </a:cubicBezTo>
                <a:cubicBezTo>
                  <a:pt x="8205008" y="1718535"/>
                  <a:pt x="8177648" y="1712079"/>
                  <a:pt x="8148750" y="1709620"/>
                </a:cubicBezTo>
                <a:lnTo>
                  <a:pt x="8111345" y="1708706"/>
                </a:lnTo>
                <a:lnTo>
                  <a:pt x="8168444" y="1701703"/>
                </a:lnTo>
                <a:cubicBezTo>
                  <a:pt x="8244128" y="1699167"/>
                  <a:pt x="8308919" y="1716691"/>
                  <a:pt x="8438037" y="1731447"/>
                </a:cubicBezTo>
                <a:cubicBezTo>
                  <a:pt x="8482306" y="1789244"/>
                  <a:pt x="8565926" y="1705623"/>
                  <a:pt x="8438037" y="1731447"/>
                </a:cubicBezTo>
                <a:cubicBezTo>
                  <a:pt x="8393768" y="1693326"/>
                  <a:pt x="8176110" y="1667502"/>
                  <a:pt x="8361795" y="1667502"/>
                </a:cubicBezTo>
                <a:cubicBezTo>
                  <a:pt x="8527805" y="1667502"/>
                  <a:pt x="8872122" y="1769569"/>
                  <a:pt x="8968039" y="1769569"/>
                </a:cubicBezTo>
                <a:cubicBezTo>
                  <a:pt x="9013538" y="1801541"/>
                  <a:pt x="9071334" y="1807690"/>
                  <a:pt x="9147575" y="1807690"/>
                </a:cubicBezTo>
                <a:cubicBezTo>
                  <a:pt x="9173399" y="1865487"/>
                  <a:pt x="9249640" y="1789244"/>
                  <a:pt x="9147575" y="1807690"/>
                </a:cubicBezTo>
                <a:cubicBezTo>
                  <a:pt x="9102076" y="1775717"/>
                  <a:pt x="9045511" y="1769569"/>
                  <a:pt x="8968039" y="1769569"/>
                </a:cubicBezTo>
                <a:cubicBezTo>
                  <a:pt x="8757759" y="1673651"/>
                  <a:pt x="8476158" y="1655205"/>
                  <a:pt x="8240055" y="1591259"/>
                </a:cubicBezTo>
                <a:cubicBezTo>
                  <a:pt x="8968039" y="1603556"/>
                  <a:pt x="9479596" y="1757271"/>
                  <a:pt x="10093217" y="1941730"/>
                </a:cubicBezTo>
                <a:cubicBezTo>
                  <a:pt x="10546977" y="2089296"/>
                  <a:pt x="11006885" y="2287281"/>
                  <a:pt x="11408997" y="2459442"/>
                </a:cubicBezTo>
                <a:cubicBezTo>
                  <a:pt x="12105009" y="2747197"/>
                  <a:pt x="12596890" y="3086600"/>
                  <a:pt x="13158863" y="3443219"/>
                </a:cubicBezTo>
                <a:cubicBezTo>
                  <a:pt x="13248632" y="3494867"/>
                  <a:pt x="13664271" y="3814595"/>
                  <a:pt x="13728215" y="3794919"/>
                </a:cubicBezTo>
                <a:cubicBezTo>
                  <a:pt x="13766336" y="3782622"/>
                  <a:pt x="13728215" y="3769095"/>
                  <a:pt x="13708540" y="3756798"/>
                </a:cubicBezTo>
                <a:cubicBezTo>
                  <a:pt x="13580651" y="3635055"/>
                  <a:pt x="13324873" y="3482570"/>
                  <a:pt x="13236335" y="3418624"/>
                </a:cubicBezTo>
                <a:cubicBezTo>
                  <a:pt x="12641159" y="3022654"/>
                  <a:pt x="12162805" y="2702927"/>
                  <a:pt x="11504914" y="2377051"/>
                </a:cubicBezTo>
                <a:cubicBezTo>
                  <a:pt x="10719134" y="1987229"/>
                  <a:pt x="9901382" y="1699475"/>
                  <a:pt x="8987714" y="1457220"/>
                </a:cubicBezTo>
                <a:cubicBezTo>
                  <a:pt x="8929918" y="1437544"/>
                  <a:pt x="8834001" y="1431395"/>
                  <a:pt x="8789732" y="1411720"/>
                </a:cubicBezTo>
                <a:cubicBezTo>
                  <a:pt x="8789732" y="1411720"/>
                  <a:pt x="8968039" y="1405571"/>
                  <a:pt x="8834001" y="1373599"/>
                </a:cubicBezTo>
                <a:cubicBezTo>
                  <a:pt x="8687666" y="1341626"/>
                  <a:pt x="8361795" y="1283829"/>
                  <a:pt x="8297851" y="1259234"/>
                </a:cubicBezTo>
                <a:cubicBezTo>
                  <a:pt x="9121751" y="1361301"/>
                  <a:pt x="9825141" y="1585111"/>
                  <a:pt x="10521152" y="1807690"/>
                </a:cubicBezTo>
                <a:cubicBezTo>
                  <a:pt x="10527302" y="1833514"/>
                  <a:pt x="10559273" y="1827366"/>
                  <a:pt x="10585097" y="1827366"/>
                </a:cubicBezTo>
                <a:cubicBezTo>
                  <a:pt x="10585097" y="1853190"/>
                  <a:pt x="10617070" y="1847041"/>
                  <a:pt x="10642893" y="1847041"/>
                </a:cubicBezTo>
                <a:cubicBezTo>
                  <a:pt x="10655190" y="1879014"/>
                  <a:pt x="10668718" y="1847041"/>
                  <a:pt x="10642893" y="1847041"/>
                </a:cubicBezTo>
                <a:cubicBezTo>
                  <a:pt x="10636745" y="1821217"/>
                  <a:pt x="10604772" y="1833514"/>
                  <a:pt x="10585097" y="1827366"/>
                </a:cubicBezTo>
                <a:cubicBezTo>
                  <a:pt x="10578948" y="1801541"/>
                  <a:pt x="10546977" y="1807690"/>
                  <a:pt x="10521152" y="1807690"/>
                </a:cubicBezTo>
                <a:cubicBezTo>
                  <a:pt x="10201430" y="1635529"/>
                  <a:pt x="9837438" y="1513787"/>
                  <a:pt x="9479596" y="1373599"/>
                </a:cubicBezTo>
                <a:cubicBezTo>
                  <a:pt x="9563214" y="1393274"/>
                  <a:pt x="9485743" y="1315802"/>
                  <a:pt x="9479596" y="1373599"/>
                </a:cubicBezTo>
                <a:cubicBezTo>
                  <a:pt x="9345557" y="1373599"/>
                  <a:pt x="9293910" y="1315802"/>
                  <a:pt x="9403353" y="1315802"/>
                </a:cubicBezTo>
                <a:cubicBezTo>
                  <a:pt x="9633307" y="1315802"/>
                  <a:pt x="9997299" y="1481814"/>
                  <a:pt x="10151012" y="1495341"/>
                </a:cubicBezTo>
                <a:cubicBezTo>
                  <a:pt x="10151012" y="1513787"/>
                  <a:pt x="10189133" y="1507638"/>
                  <a:pt x="10207578" y="1513787"/>
                </a:cubicBezTo>
                <a:cubicBezTo>
                  <a:pt x="10214958" y="1533462"/>
                  <a:pt x="10246929" y="1527314"/>
                  <a:pt x="10265374" y="1533462"/>
                </a:cubicBezTo>
                <a:cubicBezTo>
                  <a:pt x="10271523" y="1591259"/>
                  <a:pt x="10348994" y="1513787"/>
                  <a:pt x="10265374" y="1533462"/>
                </a:cubicBezTo>
                <a:cubicBezTo>
                  <a:pt x="10265374" y="1507638"/>
                  <a:pt x="10233402" y="1513787"/>
                  <a:pt x="10207578" y="1513787"/>
                </a:cubicBezTo>
                <a:cubicBezTo>
                  <a:pt x="10207578" y="1489192"/>
                  <a:pt x="10175606" y="1495341"/>
                  <a:pt x="10151012" y="1495341"/>
                </a:cubicBezTo>
                <a:cubicBezTo>
                  <a:pt x="9983774" y="1405571"/>
                  <a:pt x="9881707" y="1379747"/>
                  <a:pt x="9659132" y="1315802"/>
                </a:cubicBezTo>
                <a:cubicBezTo>
                  <a:pt x="9633307" y="1309653"/>
                  <a:pt x="9127900" y="1181762"/>
                  <a:pt x="9127900" y="1157168"/>
                </a:cubicBezTo>
                <a:cubicBezTo>
                  <a:pt x="9127900" y="1157168"/>
                  <a:pt x="9587809" y="1207586"/>
                  <a:pt x="9403353" y="1157168"/>
                </a:cubicBezTo>
                <a:cubicBezTo>
                  <a:pt x="9109454" y="1079695"/>
                  <a:pt x="8872122" y="1035425"/>
                  <a:pt x="8597898" y="983777"/>
                </a:cubicBezTo>
                <a:cubicBezTo>
                  <a:pt x="8527805" y="971480"/>
                  <a:pt x="8131842" y="881710"/>
                  <a:pt x="8418362" y="919832"/>
                </a:cubicBezTo>
                <a:cubicBezTo>
                  <a:pt x="9102076" y="1021898"/>
                  <a:pt x="9625929" y="1163316"/>
                  <a:pt x="10189133" y="1353923"/>
                </a:cubicBezTo>
                <a:cubicBezTo>
                  <a:pt x="10233402" y="1367450"/>
                  <a:pt x="10521152" y="1463368"/>
                  <a:pt x="10425236" y="1411720"/>
                </a:cubicBezTo>
                <a:cubicBezTo>
                  <a:pt x="10182985" y="1297356"/>
                  <a:pt x="9939503" y="1195289"/>
                  <a:pt x="9677577" y="1117817"/>
                </a:cubicBezTo>
                <a:cubicBezTo>
                  <a:pt x="9939503" y="1149789"/>
                  <a:pt x="10125188" y="1265383"/>
                  <a:pt x="10367440" y="1315802"/>
                </a:cubicBezTo>
                <a:cubicBezTo>
                  <a:pt x="10380966" y="1341626"/>
                  <a:pt x="10393263" y="1315802"/>
                  <a:pt x="10367440" y="1315802"/>
                </a:cubicBezTo>
                <a:cubicBezTo>
                  <a:pt x="10246929" y="1251856"/>
                  <a:pt x="10131337" y="1181762"/>
                  <a:pt x="10009596" y="1117817"/>
                </a:cubicBezTo>
                <a:cubicBezTo>
                  <a:pt x="10157161" y="1117817"/>
                  <a:pt x="10239551" y="1201438"/>
                  <a:pt x="10348994" y="1219884"/>
                </a:cubicBezTo>
                <a:cubicBezTo>
                  <a:pt x="10399412" y="1227262"/>
                  <a:pt x="10457208" y="1201438"/>
                  <a:pt x="10521152" y="1219884"/>
                </a:cubicBezTo>
                <a:cubicBezTo>
                  <a:pt x="10559273" y="1227262"/>
                  <a:pt x="10751107" y="1341626"/>
                  <a:pt x="10802754" y="1335477"/>
                </a:cubicBezTo>
                <a:cubicBezTo>
                  <a:pt x="10891293" y="1315802"/>
                  <a:pt x="10681014" y="1271532"/>
                  <a:pt x="10661338" y="1259234"/>
                </a:cubicBezTo>
                <a:cubicBezTo>
                  <a:pt x="10655190" y="1245708"/>
                  <a:pt x="10699459" y="1227262"/>
                  <a:pt x="10719134" y="1239559"/>
                </a:cubicBezTo>
                <a:cubicBezTo>
                  <a:pt x="10489180" y="1079695"/>
                  <a:pt x="10119040" y="957953"/>
                  <a:pt x="9601335" y="823913"/>
                </a:cubicBezTo>
                <a:cubicBezTo>
                  <a:pt x="9345557" y="753819"/>
                  <a:pt x="8763908" y="625928"/>
                  <a:pt x="8495833" y="569361"/>
                </a:cubicBezTo>
                <a:cubicBezTo>
                  <a:pt x="8476158" y="561983"/>
                  <a:pt x="8252352" y="498037"/>
                  <a:pt x="8380242" y="511564"/>
                </a:cubicBezTo>
                <a:cubicBezTo>
                  <a:pt x="8847528" y="555834"/>
                  <a:pt x="9371381" y="664050"/>
                  <a:pt x="9747670" y="683725"/>
                </a:cubicBezTo>
                <a:cubicBezTo>
                  <a:pt x="9741521" y="671428"/>
                  <a:pt x="9787020" y="645604"/>
                  <a:pt x="9817763" y="683725"/>
                </a:cubicBezTo>
                <a:cubicBezTo>
                  <a:pt x="9953030" y="677576"/>
                  <a:pt x="10055095" y="747671"/>
                  <a:pt x="10151012" y="766117"/>
                </a:cubicBezTo>
                <a:cubicBezTo>
                  <a:pt x="10233402" y="779643"/>
                  <a:pt x="10476883" y="799319"/>
                  <a:pt x="10348994" y="747671"/>
                </a:cubicBezTo>
                <a:cubicBezTo>
                  <a:pt x="10079689" y="632077"/>
                  <a:pt x="9799317" y="619780"/>
                  <a:pt x="9563214" y="491889"/>
                </a:cubicBezTo>
                <a:cubicBezTo>
                  <a:pt x="9223817" y="300052"/>
                  <a:pt x="9843586" y="479591"/>
                  <a:pt x="9991151" y="530010"/>
                </a:cubicBezTo>
                <a:cubicBezTo>
                  <a:pt x="10079689" y="555834"/>
                  <a:pt x="10157161" y="575510"/>
                  <a:pt x="10246929" y="607482"/>
                </a:cubicBezTo>
                <a:cubicBezTo>
                  <a:pt x="10335467" y="639455"/>
                  <a:pt x="10610921" y="727995"/>
                  <a:pt x="10483032" y="664050"/>
                </a:cubicBezTo>
                <a:cubicBezTo>
                  <a:pt x="10361291" y="607482"/>
                  <a:pt x="10239551" y="569361"/>
                  <a:pt x="10131337" y="530010"/>
                </a:cubicBezTo>
                <a:cubicBezTo>
                  <a:pt x="10048947" y="498037"/>
                  <a:pt x="9549689" y="261931"/>
                  <a:pt x="9895234" y="332025"/>
                </a:cubicBezTo>
                <a:cubicBezTo>
                  <a:pt x="10041569" y="357849"/>
                  <a:pt x="10195281" y="441470"/>
                  <a:pt x="10348994" y="491889"/>
                </a:cubicBezTo>
                <a:cubicBezTo>
                  <a:pt x="10834726" y="651752"/>
                  <a:pt x="11262664" y="799319"/>
                  <a:pt x="11684451" y="983777"/>
                </a:cubicBezTo>
                <a:cubicBezTo>
                  <a:pt x="12813317" y="1463368"/>
                  <a:pt x="13766336" y="2229484"/>
                  <a:pt x="14730423" y="2830818"/>
                </a:cubicBezTo>
                <a:cubicBezTo>
                  <a:pt x="15210007" y="3130870"/>
                  <a:pt x="15753535" y="3405097"/>
                  <a:pt x="16327806" y="3564961"/>
                </a:cubicBezTo>
                <a:cubicBezTo>
                  <a:pt x="16315509" y="3564961"/>
                  <a:pt x="16303212" y="3571110"/>
                  <a:pt x="16289685" y="3578488"/>
                </a:cubicBezTo>
                <a:cubicBezTo>
                  <a:pt x="16289685" y="3578488"/>
                  <a:pt x="16519639" y="3642434"/>
                  <a:pt x="16583584" y="3654731"/>
                </a:cubicBezTo>
                <a:cubicBezTo>
                  <a:pt x="16845510" y="3724825"/>
                  <a:pt x="17267298" y="3846567"/>
                  <a:pt x="17510780" y="3852716"/>
                </a:cubicBezTo>
                <a:cubicBezTo>
                  <a:pt x="17504630" y="3896986"/>
                  <a:pt x="17580872" y="3865013"/>
                  <a:pt x="17606696" y="3872391"/>
                </a:cubicBezTo>
                <a:cubicBezTo>
                  <a:pt x="17689086" y="3935107"/>
                  <a:pt x="17772706" y="3852716"/>
                  <a:pt x="17606696" y="3872391"/>
                </a:cubicBezTo>
                <a:cubicBezTo>
                  <a:pt x="17612844" y="3833040"/>
                  <a:pt x="17536602" y="3865013"/>
                  <a:pt x="17510780" y="3852716"/>
                </a:cubicBezTo>
                <a:cubicBezTo>
                  <a:pt x="17314334" y="3795534"/>
                  <a:pt x="17088838" y="3763254"/>
                  <a:pt x="16880460" y="3712816"/>
                </a:cubicBezTo>
                <a:lnTo>
                  <a:pt x="16694426" y="3659045"/>
                </a:lnTo>
                <a:lnTo>
                  <a:pt x="16714240" y="3657036"/>
                </a:lnTo>
                <a:cubicBezTo>
                  <a:pt x="16727766" y="3654731"/>
                  <a:pt x="16740370" y="3651656"/>
                  <a:pt x="16743446" y="3654731"/>
                </a:cubicBezTo>
                <a:cubicBezTo>
                  <a:pt x="16705324" y="3603083"/>
                  <a:pt x="16519639" y="3584637"/>
                  <a:pt x="16327806" y="3520691"/>
                </a:cubicBezTo>
                <a:cubicBezTo>
                  <a:pt x="14775922" y="2983303"/>
                  <a:pt x="13790930" y="2025351"/>
                  <a:pt x="12469001" y="1277680"/>
                </a:cubicBezTo>
                <a:cubicBezTo>
                  <a:pt x="12066888" y="1047723"/>
                  <a:pt x="11600831" y="855886"/>
                  <a:pt x="11172894" y="645604"/>
                </a:cubicBezTo>
                <a:cubicBezTo>
                  <a:pt x="11122478" y="619780"/>
                  <a:pt x="10891293" y="498037"/>
                  <a:pt x="11057302" y="549685"/>
                </a:cubicBezTo>
                <a:cubicBezTo>
                  <a:pt x="11320459" y="625928"/>
                  <a:pt x="11620506" y="811616"/>
                  <a:pt x="11824637" y="785792"/>
                </a:cubicBezTo>
                <a:cubicBezTo>
                  <a:pt x="11824637" y="843589"/>
                  <a:pt x="11908256" y="766117"/>
                  <a:pt x="11824637" y="785792"/>
                </a:cubicBezTo>
                <a:cubicBezTo>
                  <a:pt x="11620506" y="703401"/>
                  <a:pt x="11300783" y="441470"/>
                  <a:pt x="11057302" y="313579"/>
                </a:cubicBezTo>
                <a:cubicBezTo>
                  <a:pt x="10987209" y="274228"/>
                  <a:pt x="10649041" y="159864"/>
                  <a:pt x="10840875" y="134040"/>
                </a:cubicBezTo>
                <a:cubicBezTo>
                  <a:pt x="11122478" y="197985"/>
                  <a:pt x="11326607" y="325876"/>
                  <a:pt x="11626656" y="370146"/>
                </a:cubicBezTo>
                <a:cubicBezTo>
                  <a:pt x="11632803" y="427943"/>
                  <a:pt x="11710274" y="351700"/>
                  <a:pt x="11626656" y="370146"/>
                </a:cubicBezTo>
                <a:cubicBezTo>
                  <a:pt x="11550413" y="300052"/>
                  <a:pt x="11434821" y="281606"/>
                  <a:pt x="11352431" y="236107"/>
                </a:cubicBezTo>
                <a:cubicBezTo>
                  <a:pt x="11051155" y="70094"/>
                  <a:pt x="11652478" y="306201"/>
                  <a:pt x="11646331" y="313579"/>
                </a:cubicBezTo>
                <a:cubicBezTo>
                  <a:pt x="11710274" y="287755"/>
                  <a:pt x="11460645" y="159864"/>
                  <a:pt x="11447118" y="134040"/>
                </a:cubicBezTo>
                <a:cubicBezTo>
                  <a:pt x="11447118" y="140189"/>
                  <a:pt x="11556562" y="147567"/>
                  <a:pt x="11568859" y="134040"/>
                </a:cubicBezTo>
                <a:cubicBezTo>
                  <a:pt x="11614358" y="83621"/>
                  <a:pt x="11390552" y="57797"/>
                  <a:pt x="11352431" y="0"/>
                </a:cubicBezTo>
                <a:close/>
              </a:path>
            </a:pathLst>
          </a:custGeom>
          <a:effectLst/>
        </p:spPr>
        <p:txBody>
          <a:bodyPr wrap="square">
            <a:noAutofit/>
          </a:bodyPr>
          <a:lstStyle>
            <a:lvl1pPr marL="0" indent="0">
              <a:buNone/>
              <a:defRPr sz="2100">
                <a:ln>
                  <a:noFill/>
                </a:ln>
                <a:solidFill>
                  <a:schemeClr val="bg1">
                    <a:lumMod val="85000"/>
                  </a:schemeClr>
                </a:solidFill>
              </a:defRPr>
            </a:lvl1pPr>
          </a:lstStyle>
          <a:p>
            <a:endParaRPr lang="en-US" dirty="0"/>
          </a:p>
        </p:txBody>
      </p:sp>
    </p:spTree>
  </p:cSld>
  <p:clrMapOvr>
    <a:masterClrMapping/>
  </p:clrMapOvr>
  <p:transition/>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lvl1pPr>
              <a:defRPr/>
            </a:lvl1pPr>
          </a:lstStyle>
          <a:p>
            <a:fld id="{007C1EB4-F3B6-4EBF-A534-D7EBD871ED74}" type="datetimeFigureOut">
              <a:rPr lang="zh-CN" altLang="en-US"/>
              <a:pPr/>
              <a:t>2025/4/28</a:t>
            </a:fld>
            <a:endParaRPr lang="zh-CN" altLang="en-US" dirty="0"/>
          </a:p>
        </p:txBody>
      </p:sp>
      <p:sp>
        <p:nvSpPr>
          <p:cNvPr id="3" name="Footer Placeholder 2"/>
          <p:cNvSpPr>
            <a:spLocks noGrp="1"/>
          </p:cNvSpPr>
          <p:nvPr>
            <p:ph type="ftr" sz="quarter" idx="1"/>
          </p:nvPr>
        </p:nvSpPr>
        <p:spPr/>
        <p:txBody>
          <a:bodyPr/>
          <a:lstStyle>
            <a:lvl1pPr>
              <a:defRPr/>
            </a:lvl1pPr>
          </a:lstStyle>
          <a:p>
            <a:endParaRPr lang="zh-CN" altLang="en-US" dirty="0"/>
          </a:p>
        </p:txBody>
      </p:sp>
      <p:sp>
        <p:nvSpPr>
          <p:cNvPr id="4" name="Slide Number Placeholder 3"/>
          <p:cNvSpPr>
            <a:spLocks noGrp="1"/>
          </p:cNvSpPr>
          <p:nvPr>
            <p:ph type="sldNum" sz="quarter" idx="2"/>
          </p:nvPr>
        </p:nvSpPr>
        <p:spPr/>
        <p:txBody>
          <a:bodyPr/>
          <a:lstStyle>
            <a:lvl1pPr>
              <a:defRPr/>
            </a:lvl1pPr>
          </a:lstStyle>
          <a:p>
            <a:fld id="{93AE1883-0942-4AA3-9DB2-9C7C3A0314B1}" type="slidenum">
              <a:rPr lang="zh-CN" altLang="en-US"/>
              <a:pPr/>
              <a:t>‹#›</a:t>
            </a:fld>
            <a:endParaRPr lang="en-US" dirty="0"/>
          </a:p>
        </p:txBody>
      </p:sp>
      <p:sp>
        <p:nvSpPr>
          <p:cNvPr id="5" name="TextBox 4"/>
          <p:cNvSpPr txBox="1"/>
          <p:nvPr/>
        </p:nvSpPr>
        <p:spPr>
          <a:xfrm>
            <a:off x="2965031" y="3367444"/>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3a91e46795f24711a55550f0382a6ca8"/>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3a91e46795f24711a55550f0382a6ca8"/>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3a91e46795f24711a55550f0382a6ca8"/>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charset="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9pPr>
          </a:lstStyle>
          <a:p>
            <a:r>
              <a:rPr lang="zh-CN" altLang="en-US" dirty="0">
                <a:latin typeface="思源宋体 CN Heavy" pitchFamily="18" charset="-122"/>
              </a:rPr>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charset="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charset="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charset="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dirty="0">
                <a:latin typeface="思源宋体 CN Heavy" pitchFamily="18" charset="-122"/>
              </a:rPr>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charset="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charset="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charset="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dirty="0">
                <a:latin typeface="思源宋体 CN Heavy" pitchFamily="18" charset="-122"/>
              </a:rPr>
              <a:t>单击此处编辑母版文本样式</a:t>
            </a:r>
          </a:p>
          <a:p>
            <a:pPr lvl="1"/>
            <a:r>
              <a:rPr lang="zh-CN" altLang="en-US" dirty="0">
                <a:latin typeface="思源宋体 CN Heavy" pitchFamily="18" charset="-122"/>
              </a:rPr>
              <a:t>二级</a:t>
            </a:r>
          </a:p>
          <a:p>
            <a:pPr lvl="2"/>
            <a:r>
              <a:rPr lang="zh-CN" altLang="en-US" dirty="0">
                <a:latin typeface="思源宋体 CN Heavy" pitchFamily="18" charset="-122"/>
              </a:rPr>
              <a:t>三级</a:t>
            </a:r>
          </a:p>
          <a:p>
            <a:pPr lvl="3"/>
            <a:r>
              <a:rPr lang="zh-CN" altLang="en-US" dirty="0">
                <a:latin typeface="思源宋体 CN Heavy" pitchFamily="18" charset="-122"/>
              </a:rPr>
              <a:t>四级</a:t>
            </a:r>
          </a:p>
          <a:p>
            <a:pPr lvl="4"/>
            <a:r>
              <a:rPr lang="zh-CN" altLang="en-US" dirty="0">
                <a:latin typeface="思源宋体 CN Heavy" pitchFamily="18" charset="-122"/>
              </a:rPr>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1" name="内容占位符 5"/>
          <p:cNvSpPr>
            <a:spLocks noGrp="1"/>
          </p:cNvSpPr>
          <p:nvPr>
            <p:ph sz="quarter" idx="4"/>
          </p:nvPr>
        </p:nvSpPr>
        <p:spPr>
          <a:xfrm>
            <a:off x="6172200" y="2505075"/>
            <a:ext cx="5183188" cy="3684588"/>
          </a:xfrm>
        </p:spPr>
        <p:txBody>
          <a:bodyPr/>
          <a:lstStyle>
            <a:lvl1pPr>
              <a:defRPr/>
            </a:lvl1pPr>
            <a:lvl2pPr>
              <a:defRPr/>
            </a:lvl2pPr>
            <a:lvl3pPr>
              <a:defRPr/>
            </a:lvl3pPr>
            <a:lvl4pPr>
              <a:defRPr/>
            </a:lvl4pPr>
            <a:lvl5pPr>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12" name="页脚占位符 7"/>
          <p:cNvSpPr>
            <a:spLocks noGrp="1"/>
          </p:cNvSpPr>
          <p:nvPr>
            <p:ph type="ftr" sz="quarter" idx="11"/>
          </p:nvPr>
        </p:nvSpPr>
        <p:spPr>
          <a:xfrm>
            <a:off x="4038600" y="6356350"/>
            <a:ext cx="4114800" cy="365125"/>
          </a:xfrm>
        </p:spPr>
        <p:txBody>
          <a:bodyPr/>
          <a:lstStyle>
            <a:lvl1pPr>
              <a:defRPr/>
            </a:lvl1pPr>
          </a:lstStyle>
          <a:p>
            <a:endParaRPr lang="zh-CN" altLang="en-US" dirty="0"/>
          </a:p>
        </p:txBody>
      </p:sp>
      <p:sp>
        <p:nvSpPr>
          <p:cNvPr id="13" name="灯片编号占位符 8"/>
          <p:cNvSpPr>
            <a:spLocks noGrp="1"/>
          </p:cNvSpPr>
          <p:nvPr>
            <p:ph type="sldNum" sz="quarter" idx="12"/>
          </p:nvPr>
        </p:nvSpPr>
        <p:spPr>
          <a:xfrm>
            <a:off x="8610600" y="6356350"/>
            <a:ext cx="2743200" cy="365125"/>
          </a:xfrm>
        </p:spPr>
        <p:txBody>
          <a:bodyPr/>
          <a:lstStyle>
            <a:lvl1pPr>
              <a:defRPr/>
            </a:lvl1pPr>
          </a:lstStyle>
          <a:p>
            <a:fld id="{E9B957CC-A438-4D82-B305-22914934740F}" type="slidenum">
              <a:rPr lang="zh-CN" altLang="en-US"/>
              <a:pPr/>
              <a:t>‹#›</a:t>
            </a:fld>
            <a:endParaRPr lang="zh-CN" altLang="en-US" dirty="0"/>
          </a:p>
        </p:txBody>
      </p:sp>
    </p:spTree>
  </p:cSld>
  <p:clrMapOvr>
    <a:masterClrMapping/>
  </p:clrMapOvr>
  <p:transition/>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3f2f3d7ec46a47c2"/>
            </p:custDataLst>
          </p:nvPr>
        </p:nvSpPr>
        <p:spPr/>
        <p:txBody>
          <a:bodyPr/>
          <a:lstStyle>
            <a:lvl1pPr>
              <a:defRPr/>
            </a:lvl1pPr>
          </a:lstStyle>
          <a:p>
            <a:fld id="{760FBDFE-C587-4B4C-A407-44438C67B59E}" type="datetimeFigureOut">
              <a:rPr lang="zh-CN" altLang="en-US"/>
              <a:pPr/>
              <a:t>2025/4/28</a:t>
            </a:fld>
            <a:endParaRPr lang="zh-CN" altLang="en-US" dirty="0"/>
          </a:p>
        </p:txBody>
      </p:sp>
      <p:sp>
        <p:nvSpPr>
          <p:cNvPr id="3" name="页脚占位符 2"/>
          <p:cNvSpPr>
            <a:spLocks noGrp="1"/>
          </p:cNvSpPr>
          <p:nvPr>
            <p:ph type="ftr" sz="quarter" idx="11"/>
            <p:custDataLst>
              <p:tags r:id="R7659a514796d4202"/>
            </p:custDataLst>
          </p:nvPr>
        </p:nvSpPr>
        <p:spPr/>
        <p:txBody>
          <a:bodyPr/>
          <a:lstStyle>
            <a:lvl1pPr>
              <a:defRPr/>
            </a:lvl1pPr>
          </a:lstStyle>
          <a:p>
            <a:endParaRPr lang="zh-CN" altLang="en-US" dirty="0"/>
          </a:p>
        </p:txBody>
      </p:sp>
      <p:sp>
        <p:nvSpPr>
          <p:cNvPr id="4" name="灯片编号占位符 3"/>
          <p:cNvSpPr>
            <a:spLocks noGrp="1"/>
          </p:cNvSpPr>
          <p:nvPr>
            <p:ph type="sldNum" sz="quarter" idx="12"/>
            <p:custDataLst>
              <p:tags r:id="R908fc38c06954c92"/>
            </p:custDataLst>
          </p:nvPr>
        </p:nvSpPr>
        <p:spPr/>
        <p:txBody>
          <a:bodyPr/>
          <a:lstStyle>
            <a:lvl1pPr>
              <a:defRPr/>
            </a:lvl1pPr>
          </a:lstStyle>
          <a:p>
            <a:fld id="{49AE70B2-8BF9-45C0-BB95-33D1B9D3A854}" type="slidenum">
              <a:rPr lang="zh-CN" altLang="en-US"/>
              <a:pPr/>
              <a:t>‹#›</a:t>
            </a:fld>
            <a:endParaRPr lang="zh-CN" altLang="en-US" dirty="0"/>
          </a:p>
        </p:txBody>
      </p:sp>
    </p:spTree>
  </p:cSld>
  <p:clrMapOvr>
    <a:masterClrMapping/>
  </p:clrMapOvr>
  <p:transition/>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4" name="图片占位符 3"/>
          <p:cNvSpPr>
            <a:spLocks noGrp="1"/>
          </p:cNvSpPr>
          <p:nvPr>
            <p:ph type="pic" idx="10"/>
          </p:nvPr>
        </p:nvSpPr>
        <p:spPr>
          <a:xfrm>
            <a:off x="5652558" y="0"/>
            <a:ext cx="5054024" cy="6858000"/>
          </a:xfrm>
          <a:custGeom>
            <a:avLst/>
            <a:gdLst>
              <a:gd name="connsiteX0" fmla="*/ 3339960 w 5054024"/>
              <a:gd name="connsiteY0" fmla="*/ 6437197 h 6858000"/>
              <a:gd name="connsiteX1" fmla="*/ 3332785 w 5054024"/>
              <a:gd name="connsiteY1" fmla="*/ 6496457 h 6858000"/>
              <a:gd name="connsiteX2" fmla="*/ 3339960 w 5054024"/>
              <a:gd name="connsiteY2" fmla="*/ 6437197 h 6858000"/>
              <a:gd name="connsiteX3" fmla="*/ 4953998 w 5054024"/>
              <a:gd name="connsiteY3" fmla="*/ 5730690 h 6858000"/>
              <a:gd name="connsiteX4" fmla="*/ 4966246 w 5054024"/>
              <a:gd name="connsiteY4" fmla="*/ 5732173 h 6858000"/>
              <a:gd name="connsiteX5" fmla="*/ 4977109 w 5054024"/>
              <a:gd name="connsiteY5" fmla="*/ 5733489 h 6858000"/>
              <a:gd name="connsiteX6" fmla="*/ 4930760 w 5054024"/>
              <a:gd name="connsiteY6" fmla="*/ 5727877 h 6858000"/>
              <a:gd name="connsiteX7" fmla="*/ 4953998 w 5054024"/>
              <a:gd name="connsiteY7" fmla="*/ 5730690 h 6858000"/>
              <a:gd name="connsiteX8" fmla="*/ 4948141 w 5054024"/>
              <a:gd name="connsiteY8" fmla="*/ 5729982 h 6858000"/>
              <a:gd name="connsiteX9" fmla="*/ 4930760 w 5054024"/>
              <a:gd name="connsiteY9" fmla="*/ 5727877 h 6858000"/>
              <a:gd name="connsiteX10" fmla="*/ 674559 w 5054024"/>
              <a:gd name="connsiteY10" fmla="*/ 4191292 h 6858000"/>
              <a:gd name="connsiteX11" fmla="*/ 719639 w 5054024"/>
              <a:gd name="connsiteY11" fmla="*/ 4255939 h 6858000"/>
              <a:gd name="connsiteX12" fmla="*/ 726814 w 5054024"/>
              <a:gd name="connsiteY12" fmla="*/ 4196679 h 6858000"/>
              <a:gd name="connsiteX13" fmla="*/ 674559 w 5054024"/>
              <a:gd name="connsiteY13" fmla="*/ 4191292 h 6858000"/>
              <a:gd name="connsiteX14" fmla="*/ 4266479 w 5054024"/>
              <a:gd name="connsiteY14" fmla="*/ 3963839 h 6858000"/>
              <a:gd name="connsiteX15" fmla="*/ 4265202 w 5054024"/>
              <a:gd name="connsiteY15" fmla="*/ 3974387 h 6858000"/>
              <a:gd name="connsiteX16" fmla="*/ 4264214 w 5054024"/>
              <a:gd name="connsiteY16" fmla="*/ 3982550 h 6858000"/>
              <a:gd name="connsiteX17" fmla="*/ 4263343 w 5054024"/>
              <a:gd name="connsiteY17" fmla="*/ 3989739 h 6858000"/>
              <a:gd name="connsiteX18" fmla="*/ 4262463 w 5054024"/>
              <a:gd name="connsiteY18" fmla="*/ 3997012 h 6858000"/>
              <a:gd name="connsiteX19" fmla="*/ 4260425 w 5054024"/>
              <a:gd name="connsiteY19" fmla="*/ 4013841 h 6858000"/>
              <a:gd name="connsiteX20" fmla="*/ 4259304 w 5054024"/>
              <a:gd name="connsiteY20" fmla="*/ 4023100 h 6858000"/>
              <a:gd name="connsiteX21" fmla="*/ 4262463 w 5054024"/>
              <a:gd name="connsiteY21" fmla="*/ 3997012 h 6858000"/>
              <a:gd name="connsiteX22" fmla="*/ 4262892 w 5054024"/>
              <a:gd name="connsiteY22" fmla="*/ 3993470 h 6858000"/>
              <a:gd name="connsiteX23" fmla="*/ 4263343 w 5054024"/>
              <a:gd name="connsiteY23" fmla="*/ 3989739 h 6858000"/>
              <a:gd name="connsiteX24" fmla="*/ 4263452 w 5054024"/>
              <a:gd name="connsiteY24" fmla="*/ 3988840 h 6858000"/>
              <a:gd name="connsiteX25" fmla="*/ 4264214 w 5054024"/>
              <a:gd name="connsiteY25" fmla="*/ 3982550 h 6858000"/>
              <a:gd name="connsiteX26" fmla="*/ 4265358 w 5054024"/>
              <a:gd name="connsiteY26" fmla="*/ 3973099 h 6858000"/>
              <a:gd name="connsiteX27" fmla="*/ 4266479 w 5054024"/>
              <a:gd name="connsiteY27" fmla="*/ 3963839 h 6858000"/>
              <a:gd name="connsiteX28" fmla="*/ 4287362 w 5054024"/>
              <a:gd name="connsiteY28" fmla="*/ 3725853 h 6858000"/>
              <a:gd name="connsiteX29" fmla="*/ 4287673 w 5054024"/>
              <a:gd name="connsiteY29" fmla="*/ 3725891 h 6858000"/>
              <a:gd name="connsiteX30" fmla="*/ 4295179 w 5054024"/>
              <a:gd name="connsiteY30" fmla="*/ 3726800 h 6858000"/>
              <a:gd name="connsiteX31" fmla="*/ 4280476 w 5054024"/>
              <a:gd name="connsiteY31" fmla="*/ 3725020 h 6858000"/>
              <a:gd name="connsiteX32" fmla="*/ 4280629 w 5054024"/>
              <a:gd name="connsiteY32" fmla="*/ 3725038 h 6858000"/>
              <a:gd name="connsiteX33" fmla="*/ 4287362 w 5054024"/>
              <a:gd name="connsiteY33" fmla="*/ 3725853 h 6858000"/>
              <a:gd name="connsiteX34" fmla="*/ 4275453 w 5054024"/>
              <a:gd name="connsiteY34" fmla="*/ 3724411 h 6858000"/>
              <a:gd name="connsiteX35" fmla="*/ 4278758 w 5054024"/>
              <a:gd name="connsiteY35" fmla="*/ 3724812 h 6858000"/>
              <a:gd name="connsiteX36" fmla="*/ 4280476 w 5054024"/>
              <a:gd name="connsiteY36" fmla="*/ 3725020 h 6858000"/>
              <a:gd name="connsiteX37" fmla="*/ 4270453 w 5054024"/>
              <a:gd name="connsiteY37" fmla="*/ 3723806 h 6858000"/>
              <a:gd name="connsiteX38" fmla="*/ 4273899 w 5054024"/>
              <a:gd name="connsiteY38" fmla="*/ 3724223 h 6858000"/>
              <a:gd name="connsiteX39" fmla="*/ 4275453 w 5054024"/>
              <a:gd name="connsiteY39" fmla="*/ 3724411 h 6858000"/>
              <a:gd name="connsiteX40" fmla="*/ 4265151 w 5054024"/>
              <a:gd name="connsiteY40" fmla="*/ 3723164 h 6858000"/>
              <a:gd name="connsiteX41" fmla="*/ 4267606 w 5054024"/>
              <a:gd name="connsiteY41" fmla="*/ 3723461 h 6858000"/>
              <a:gd name="connsiteX42" fmla="*/ 4270453 w 5054024"/>
              <a:gd name="connsiteY42" fmla="*/ 3723806 h 6858000"/>
              <a:gd name="connsiteX43" fmla="*/ 4260974 w 5054024"/>
              <a:gd name="connsiteY43" fmla="*/ 3722658 h 6858000"/>
              <a:gd name="connsiteX44" fmla="*/ 4263370 w 5054024"/>
              <a:gd name="connsiteY44" fmla="*/ 3722948 h 6858000"/>
              <a:gd name="connsiteX45" fmla="*/ 4265151 w 5054024"/>
              <a:gd name="connsiteY45" fmla="*/ 3723164 h 6858000"/>
              <a:gd name="connsiteX46" fmla="*/ 4259699 w 5054024"/>
              <a:gd name="connsiteY46" fmla="*/ 3722504 h 6858000"/>
              <a:gd name="connsiteX47" fmla="*/ 4259703 w 5054024"/>
              <a:gd name="connsiteY47" fmla="*/ 3722504 h 6858000"/>
              <a:gd name="connsiteX48" fmla="*/ 4260974 w 5054024"/>
              <a:gd name="connsiteY48" fmla="*/ 3722658 h 6858000"/>
              <a:gd name="connsiteX49" fmla="*/ 4259663 w 5054024"/>
              <a:gd name="connsiteY49" fmla="*/ 3722500 h 6858000"/>
              <a:gd name="connsiteX50" fmla="*/ 4259697 w 5054024"/>
              <a:gd name="connsiteY50" fmla="*/ 3722504 h 6858000"/>
              <a:gd name="connsiteX51" fmla="*/ 4259699 w 5054024"/>
              <a:gd name="connsiteY51" fmla="*/ 3722504 h 6858000"/>
              <a:gd name="connsiteX52" fmla="*/ 4259693 w 5054024"/>
              <a:gd name="connsiteY52" fmla="*/ 3722503 h 6858000"/>
              <a:gd name="connsiteX53" fmla="*/ 4257202 w 5054024"/>
              <a:gd name="connsiteY53" fmla="*/ 3722202 h 6858000"/>
              <a:gd name="connsiteX54" fmla="*/ 4258414 w 5054024"/>
              <a:gd name="connsiteY54" fmla="*/ 3722348 h 6858000"/>
              <a:gd name="connsiteX55" fmla="*/ 4259663 w 5054024"/>
              <a:gd name="connsiteY55" fmla="*/ 3722500 h 6858000"/>
              <a:gd name="connsiteX56" fmla="*/ 4249160 w 5054024"/>
              <a:gd name="connsiteY56" fmla="*/ 3721228 h 6858000"/>
              <a:gd name="connsiteX57" fmla="*/ 4254382 w 5054024"/>
              <a:gd name="connsiteY57" fmla="*/ 3721860 h 6858000"/>
              <a:gd name="connsiteX58" fmla="*/ 4257202 w 5054024"/>
              <a:gd name="connsiteY58" fmla="*/ 3722202 h 6858000"/>
              <a:gd name="connsiteX59" fmla="*/ 4247657 w 5054024"/>
              <a:gd name="connsiteY59" fmla="*/ 3721046 h 6858000"/>
              <a:gd name="connsiteX60" fmla="*/ 4249160 w 5054024"/>
              <a:gd name="connsiteY60" fmla="*/ 3721228 h 6858000"/>
              <a:gd name="connsiteX61" fmla="*/ 4248830 w 5054024"/>
              <a:gd name="connsiteY61" fmla="*/ 3721188 h 6858000"/>
              <a:gd name="connsiteX62" fmla="*/ 4241534 w 5054024"/>
              <a:gd name="connsiteY62" fmla="*/ 3720304 h 6858000"/>
              <a:gd name="connsiteX63" fmla="*/ 4241966 w 5054024"/>
              <a:gd name="connsiteY63" fmla="*/ 3720356 h 6858000"/>
              <a:gd name="connsiteX64" fmla="*/ 4243037 w 5054024"/>
              <a:gd name="connsiteY64" fmla="*/ 3720486 h 6858000"/>
              <a:gd name="connsiteX65" fmla="*/ 4244194 w 5054024"/>
              <a:gd name="connsiteY65" fmla="*/ 3720626 h 6858000"/>
              <a:gd name="connsiteX66" fmla="*/ 4247657 w 5054024"/>
              <a:gd name="connsiteY66" fmla="*/ 3721046 h 6858000"/>
              <a:gd name="connsiteX67" fmla="*/ 4240864 w 5054024"/>
              <a:gd name="connsiteY67" fmla="*/ 3720223 h 6858000"/>
              <a:gd name="connsiteX68" fmla="*/ 4241114 w 5054024"/>
              <a:gd name="connsiteY68" fmla="*/ 3720253 h 6858000"/>
              <a:gd name="connsiteX69" fmla="*/ 4241534 w 5054024"/>
              <a:gd name="connsiteY69" fmla="*/ 3720304 h 6858000"/>
              <a:gd name="connsiteX70" fmla="*/ 85033 w 5054024"/>
              <a:gd name="connsiteY70" fmla="*/ 3594126 h 6858000"/>
              <a:gd name="connsiteX71" fmla="*/ 78540 w 5054024"/>
              <a:gd name="connsiteY71" fmla="*/ 3594993 h 6858000"/>
              <a:gd name="connsiteX72" fmla="*/ 80508 w 5054024"/>
              <a:gd name="connsiteY72" fmla="*/ 3594730 h 6858000"/>
              <a:gd name="connsiteX73" fmla="*/ 85828 w 5054024"/>
              <a:gd name="connsiteY73" fmla="*/ 3594020 h 6858000"/>
              <a:gd name="connsiteX74" fmla="*/ 85756 w 5054024"/>
              <a:gd name="connsiteY74" fmla="*/ 3594030 h 6858000"/>
              <a:gd name="connsiteX75" fmla="*/ 85033 w 5054024"/>
              <a:gd name="connsiteY75" fmla="*/ 3594126 h 6858000"/>
              <a:gd name="connsiteX76" fmla="*/ 127734 w 5054024"/>
              <a:gd name="connsiteY76" fmla="*/ 3588429 h 6858000"/>
              <a:gd name="connsiteX77" fmla="*/ 95594 w 5054024"/>
              <a:gd name="connsiteY77" fmla="*/ 3592717 h 6858000"/>
              <a:gd name="connsiteX78" fmla="*/ 85828 w 5054024"/>
              <a:gd name="connsiteY78" fmla="*/ 3594020 h 6858000"/>
              <a:gd name="connsiteX79" fmla="*/ 111991 w 5054024"/>
              <a:gd name="connsiteY79" fmla="*/ 3590529 h 6858000"/>
              <a:gd name="connsiteX80" fmla="*/ 127734 w 5054024"/>
              <a:gd name="connsiteY80" fmla="*/ 3588429 h 6858000"/>
              <a:gd name="connsiteX81" fmla="*/ 4818271 w 5054024"/>
              <a:gd name="connsiteY81" fmla="*/ 3549619 h 6858000"/>
              <a:gd name="connsiteX82" fmla="*/ 4817116 w 5054024"/>
              <a:gd name="connsiteY82" fmla="*/ 3559163 h 6858000"/>
              <a:gd name="connsiteX83" fmla="*/ 4816994 w 5054024"/>
              <a:gd name="connsiteY83" fmla="*/ 3560167 h 6858000"/>
              <a:gd name="connsiteX84" fmla="*/ 4816822 w 5054024"/>
              <a:gd name="connsiteY84" fmla="*/ 3561585 h 6858000"/>
              <a:gd name="connsiteX85" fmla="*/ 4815132 w 5054024"/>
              <a:gd name="connsiteY85" fmla="*/ 3575547 h 6858000"/>
              <a:gd name="connsiteX86" fmla="*/ 4812758 w 5054024"/>
              <a:gd name="connsiteY86" fmla="*/ 3595142 h 6858000"/>
              <a:gd name="connsiteX87" fmla="*/ 4811096 w 5054024"/>
              <a:gd name="connsiteY87" fmla="*/ 3608879 h 6858000"/>
              <a:gd name="connsiteX88" fmla="*/ 4811993 w 5054024"/>
              <a:gd name="connsiteY88" fmla="*/ 3601472 h 6858000"/>
              <a:gd name="connsiteX89" fmla="*/ 4812758 w 5054024"/>
              <a:gd name="connsiteY89" fmla="*/ 3595142 h 6858000"/>
              <a:gd name="connsiteX90" fmla="*/ 4814123 w 5054024"/>
              <a:gd name="connsiteY90" fmla="*/ 3583879 h 6858000"/>
              <a:gd name="connsiteX91" fmla="*/ 4815132 w 5054024"/>
              <a:gd name="connsiteY91" fmla="*/ 3575547 h 6858000"/>
              <a:gd name="connsiteX92" fmla="*/ 4815244 w 5054024"/>
              <a:gd name="connsiteY92" fmla="*/ 3574620 h 6858000"/>
              <a:gd name="connsiteX93" fmla="*/ 4816822 w 5054024"/>
              <a:gd name="connsiteY93" fmla="*/ 3561585 h 6858000"/>
              <a:gd name="connsiteX94" fmla="*/ 4817116 w 5054024"/>
              <a:gd name="connsiteY94" fmla="*/ 3559163 h 6858000"/>
              <a:gd name="connsiteX95" fmla="*/ 4817893 w 5054024"/>
              <a:gd name="connsiteY95" fmla="*/ 3552744 h 6858000"/>
              <a:gd name="connsiteX96" fmla="*/ 4818271 w 5054024"/>
              <a:gd name="connsiteY96" fmla="*/ 3549619 h 6858000"/>
              <a:gd name="connsiteX97" fmla="*/ 744570 w 5054024"/>
              <a:gd name="connsiteY97" fmla="*/ 3361008 h 6858000"/>
              <a:gd name="connsiteX98" fmla="*/ 739350 w 5054024"/>
              <a:gd name="connsiteY98" fmla="*/ 3395779 h 6858000"/>
              <a:gd name="connsiteX99" fmla="*/ 695337 w 5054024"/>
              <a:gd name="connsiteY99" fmla="*/ 3572909 h 6858000"/>
              <a:gd name="connsiteX100" fmla="*/ 674963 w 5054024"/>
              <a:gd name="connsiteY100" fmla="*/ 3589155 h 6858000"/>
              <a:gd name="connsiteX101" fmla="*/ 667793 w 5054024"/>
              <a:gd name="connsiteY101" fmla="*/ 3648373 h 6858000"/>
              <a:gd name="connsiteX102" fmla="*/ 639092 w 5054024"/>
              <a:gd name="connsiteY102" fmla="*/ 3885414 h 6858000"/>
              <a:gd name="connsiteX103" fmla="*/ 762690 w 5054024"/>
              <a:gd name="connsiteY103" fmla="*/ 3900379 h 6858000"/>
              <a:gd name="connsiteX104" fmla="*/ 777040 w 5054024"/>
              <a:gd name="connsiteY104" fmla="*/ 3781859 h 6858000"/>
              <a:gd name="connsiteX105" fmla="*/ 798565 w 5054024"/>
              <a:gd name="connsiteY105" fmla="*/ 3604078 h 6858000"/>
              <a:gd name="connsiteX106" fmla="*/ 820090 w 5054024"/>
              <a:gd name="connsiteY106" fmla="*/ 3426298 h 6858000"/>
              <a:gd name="connsiteX107" fmla="*/ 754017 w 5054024"/>
              <a:gd name="connsiteY107" fmla="*/ 3373202 h 6858000"/>
              <a:gd name="connsiteX108" fmla="*/ 4483353 w 5054024"/>
              <a:gd name="connsiteY108" fmla="*/ 3208424 h 6858000"/>
              <a:gd name="connsiteX109" fmla="*/ 4476178 w 5054024"/>
              <a:gd name="connsiteY109" fmla="*/ 3267684 h 6858000"/>
              <a:gd name="connsiteX110" fmla="*/ 4599775 w 5054024"/>
              <a:gd name="connsiteY110" fmla="*/ 3282649 h 6858000"/>
              <a:gd name="connsiteX111" fmla="*/ 4606951 w 5054024"/>
              <a:gd name="connsiteY111" fmla="*/ 3223389 h 6858000"/>
              <a:gd name="connsiteX112" fmla="*/ 4483353 w 5054024"/>
              <a:gd name="connsiteY112" fmla="*/ 3208424 h 6858000"/>
              <a:gd name="connsiteX113" fmla="*/ 775777 w 5054024"/>
              <a:gd name="connsiteY113" fmla="*/ 3153120 h 6858000"/>
              <a:gd name="connsiteX114" fmla="*/ 768290 w 5054024"/>
              <a:gd name="connsiteY114" fmla="*/ 3202996 h 6858000"/>
              <a:gd name="connsiteX115" fmla="*/ 775542 w 5054024"/>
              <a:gd name="connsiteY115" fmla="*/ 3195422 h 6858000"/>
              <a:gd name="connsiteX116" fmla="*/ 780405 w 5054024"/>
              <a:gd name="connsiteY116" fmla="*/ 3173462 h 6858000"/>
              <a:gd name="connsiteX117" fmla="*/ 4257349 w 5054024"/>
              <a:gd name="connsiteY117" fmla="*/ 3003469 h 6858000"/>
              <a:gd name="connsiteX118" fmla="*/ 4256785 w 5054024"/>
              <a:gd name="connsiteY118" fmla="*/ 3008122 h 6858000"/>
              <a:gd name="connsiteX119" fmla="*/ 4250508 w 5054024"/>
              <a:gd name="connsiteY119" fmla="*/ 3059974 h 6858000"/>
              <a:gd name="connsiteX120" fmla="*/ 4191399 w 5054024"/>
              <a:gd name="connsiteY120" fmla="*/ 3030269 h 6858000"/>
              <a:gd name="connsiteX121" fmla="*/ 4171671 w 5054024"/>
              <a:gd name="connsiteY121" fmla="*/ 3026561 h 6858000"/>
              <a:gd name="connsiteX122" fmla="*/ 4157638 w 5054024"/>
              <a:gd name="connsiteY122" fmla="*/ 3050676 h 6858000"/>
              <a:gd name="connsiteX123" fmla="*/ 4171201 w 5054024"/>
              <a:gd name="connsiteY123" fmla="*/ 3152317 h 6858000"/>
              <a:gd name="connsiteX124" fmla="*/ 4182644 w 5054024"/>
              <a:gd name="connsiteY124" fmla="*/ 3167317 h 6858000"/>
              <a:gd name="connsiteX125" fmla="*/ 4197186 w 5054024"/>
              <a:gd name="connsiteY125" fmla="*/ 3241421 h 6858000"/>
              <a:gd name="connsiteX126" fmla="*/ 4187752 w 5054024"/>
              <a:gd name="connsiteY126" fmla="*/ 3276352 h 6858000"/>
              <a:gd name="connsiteX127" fmla="*/ 4205011 w 5054024"/>
              <a:gd name="connsiteY127" fmla="*/ 3405685 h 6858000"/>
              <a:gd name="connsiteX128" fmla="*/ 4194615 w 5054024"/>
              <a:gd name="connsiteY128" fmla="*/ 3413980 h 6858000"/>
              <a:gd name="connsiteX129" fmla="*/ 4207457 w 5054024"/>
              <a:gd name="connsiteY129" fmla="*/ 3415534 h 6858000"/>
              <a:gd name="connsiteX130" fmla="*/ 4185931 w 5054024"/>
              <a:gd name="connsiteY130" fmla="*/ 3593315 h 6858000"/>
              <a:gd name="connsiteX131" fmla="*/ 4295179 w 5054024"/>
              <a:gd name="connsiteY131" fmla="*/ 3726800 h 6858000"/>
              <a:gd name="connsiteX132" fmla="*/ 4290109 w 5054024"/>
              <a:gd name="connsiteY132" fmla="*/ 3726186 h 6858000"/>
              <a:gd name="connsiteX133" fmla="*/ 4287673 w 5054024"/>
              <a:gd name="connsiteY133" fmla="*/ 3725891 h 6858000"/>
              <a:gd name="connsiteX134" fmla="*/ 4280629 w 5054024"/>
              <a:gd name="connsiteY134" fmla="*/ 3725038 h 6858000"/>
              <a:gd name="connsiteX135" fmla="*/ 4278758 w 5054024"/>
              <a:gd name="connsiteY135" fmla="*/ 3724812 h 6858000"/>
              <a:gd name="connsiteX136" fmla="*/ 4277798 w 5054024"/>
              <a:gd name="connsiteY136" fmla="*/ 3724695 h 6858000"/>
              <a:gd name="connsiteX137" fmla="*/ 4273899 w 5054024"/>
              <a:gd name="connsiteY137" fmla="*/ 3724223 h 6858000"/>
              <a:gd name="connsiteX138" fmla="*/ 4267606 w 5054024"/>
              <a:gd name="connsiteY138" fmla="*/ 3723461 h 6858000"/>
              <a:gd name="connsiteX139" fmla="*/ 4263370 w 5054024"/>
              <a:gd name="connsiteY139" fmla="*/ 3722948 h 6858000"/>
              <a:gd name="connsiteX140" fmla="*/ 4259703 w 5054024"/>
              <a:gd name="connsiteY140" fmla="*/ 3722504 h 6858000"/>
              <a:gd name="connsiteX141" fmla="*/ 4259697 w 5054024"/>
              <a:gd name="connsiteY141" fmla="*/ 3722504 h 6858000"/>
              <a:gd name="connsiteX142" fmla="*/ 4258414 w 5054024"/>
              <a:gd name="connsiteY142" fmla="*/ 3722348 h 6858000"/>
              <a:gd name="connsiteX143" fmla="*/ 4244194 w 5054024"/>
              <a:gd name="connsiteY143" fmla="*/ 3720626 h 6858000"/>
              <a:gd name="connsiteX144" fmla="*/ 4241966 w 5054024"/>
              <a:gd name="connsiteY144" fmla="*/ 3720356 h 6858000"/>
              <a:gd name="connsiteX145" fmla="*/ 4241114 w 5054024"/>
              <a:gd name="connsiteY145" fmla="*/ 3720253 h 6858000"/>
              <a:gd name="connsiteX146" fmla="*/ 4223724 w 5054024"/>
              <a:gd name="connsiteY146" fmla="*/ 3718148 h 6858000"/>
              <a:gd name="connsiteX147" fmla="*/ 4171582 w 5054024"/>
              <a:gd name="connsiteY147" fmla="*/ 3711834 h 6858000"/>
              <a:gd name="connsiteX148" fmla="*/ 4295179 w 5054024"/>
              <a:gd name="connsiteY148" fmla="*/ 3726800 h 6858000"/>
              <a:gd name="connsiteX149" fmla="*/ 4207457 w 5054024"/>
              <a:gd name="connsiteY149" fmla="*/ 3415534 h 6858000"/>
              <a:gd name="connsiteX150" fmla="*/ 4221807 w 5054024"/>
              <a:gd name="connsiteY150" fmla="*/ 3297014 h 6858000"/>
              <a:gd name="connsiteX151" fmla="*/ 4250508 w 5054024"/>
              <a:gd name="connsiteY151" fmla="*/ 3059974 h 6858000"/>
              <a:gd name="connsiteX152" fmla="*/ 4798152 w 5054024"/>
              <a:gd name="connsiteY152" fmla="*/ 2680013 h 6858000"/>
              <a:gd name="connsiteX153" fmla="*/ 4795125 w 5054024"/>
              <a:gd name="connsiteY153" fmla="*/ 2705014 h 6858000"/>
              <a:gd name="connsiteX154" fmla="*/ 4798152 w 5054024"/>
              <a:gd name="connsiteY154" fmla="*/ 2680013 h 6858000"/>
              <a:gd name="connsiteX155" fmla="*/ 4216106 w 5054024"/>
              <a:gd name="connsiteY155" fmla="*/ 2635019 h 6858000"/>
              <a:gd name="connsiteX156" fmla="*/ 4237998 w 5054024"/>
              <a:gd name="connsiteY156" fmla="*/ 2799064 h 6858000"/>
              <a:gd name="connsiteX157" fmla="*/ 4208616 w 5054024"/>
              <a:gd name="connsiteY157" fmla="*/ 2825685 h 6858000"/>
              <a:gd name="connsiteX158" fmla="*/ 4201872 w 5054024"/>
              <a:gd name="connsiteY158" fmla="*/ 2838234 h 6858000"/>
              <a:gd name="connsiteX159" fmla="*/ 4220873 w 5054024"/>
              <a:gd name="connsiteY159" fmla="*/ 2851572 h 6858000"/>
              <a:gd name="connsiteX160" fmla="*/ 4215044 w 5054024"/>
              <a:gd name="connsiteY160" fmla="*/ 2899721 h 6858000"/>
              <a:gd name="connsiteX161" fmla="*/ 4195342 w 5054024"/>
              <a:gd name="connsiteY161" fmla="*/ 2907388 h 6858000"/>
              <a:gd name="connsiteX162" fmla="*/ 4197884 w 5054024"/>
              <a:gd name="connsiteY162" fmla="*/ 2932036 h 6858000"/>
              <a:gd name="connsiteX163" fmla="*/ 4196126 w 5054024"/>
              <a:gd name="connsiteY163" fmla="*/ 2965557 h 6858000"/>
              <a:gd name="connsiteX164" fmla="*/ 4188380 w 5054024"/>
              <a:gd name="connsiteY164" fmla="*/ 2991438 h 6858000"/>
              <a:gd name="connsiteX165" fmla="*/ 4216900 w 5054024"/>
              <a:gd name="connsiteY165" fmla="*/ 2995659 h 6858000"/>
              <a:gd name="connsiteX166" fmla="*/ 4257683 w 5054024"/>
              <a:gd name="connsiteY166" fmla="*/ 3000714 h 6858000"/>
              <a:gd name="connsiteX167" fmla="*/ 4271136 w 5054024"/>
              <a:gd name="connsiteY167" fmla="*/ 2889601 h 6858000"/>
              <a:gd name="connsiteX168" fmla="*/ 4286384 w 5054024"/>
              <a:gd name="connsiteY168" fmla="*/ 2763674 h 6858000"/>
              <a:gd name="connsiteX169" fmla="*/ 4293559 w 5054024"/>
              <a:gd name="connsiteY169" fmla="*/ 2704414 h 6858000"/>
              <a:gd name="connsiteX170" fmla="*/ 4217919 w 5054024"/>
              <a:gd name="connsiteY170" fmla="*/ 2635244 h 6858000"/>
              <a:gd name="connsiteX171" fmla="*/ 4220187 w 5054024"/>
              <a:gd name="connsiteY171" fmla="*/ 2274628 h 6858000"/>
              <a:gd name="connsiteX172" fmla="*/ 4213011 w 5054024"/>
              <a:gd name="connsiteY172" fmla="*/ 2333889 h 6858000"/>
              <a:gd name="connsiteX173" fmla="*/ 4198661 w 5054024"/>
              <a:gd name="connsiteY173" fmla="*/ 2452409 h 6858000"/>
              <a:gd name="connsiteX174" fmla="*/ 4195368 w 5054024"/>
              <a:gd name="connsiteY174" fmla="*/ 2479603 h 6858000"/>
              <a:gd name="connsiteX175" fmla="*/ 4197286 w 5054024"/>
              <a:gd name="connsiteY175" fmla="*/ 2493977 h 6858000"/>
              <a:gd name="connsiteX176" fmla="*/ 4198519 w 5054024"/>
              <a:gd name="connsiteY176" fmla="*/ 2503222 h 6858000"/>
              <a:gd name="connsiteX177" fmla="*/ 4206416 w 5054024"/>
              <a:gd name="connsiteY177" fmla="*/ 2562391 h 6858000"/>
              <a:gd name="connsiteX178" fmla="*/ 4207403 w 5054024"/>
              <a:gd name="connsiteY178" fmla="*/ 2569786 h 6858000"/>
              <a:gd name="connsiteX179" fmla="*/ 4207937 w 5054024"/>
              <a:gd name="connsiteY179" fmla="*/ 2573790 h 6858000"/>
              <a:gd name="connsiteX180" fmla="*/ 4246110 w 5054024"/>
              <a:gd name="connsiteY180" fmla="*/ 2578411 h 6858000"/>
              <a:gd name="connsiteX181" fmla="*/ 4307908 w 5054024"/>
              <a:gd name="connsiteY181" fmla="*/ 2585894 h 6858000"/>
              <a:gd name="connsiteX182" fmla="*/ 4322259 w 5054024"/>
              <a:gd name="connsiteY182" fmla="*/ 2467374 h 6858000"/>
              <a:gd name="connsiteX183" fmla="*/ 4329434 w 5054024"/>
              <a:gd name="connsiteY183" fmla="*/ 2408114 h 6858000"/>
              <a:gd name="connsiteX184" fmla="*/ 4220187 w 5054024"/>
              <a:gd name="connsiteY184" fmla="*/ 2274628 h 6858000"/>
              <a:gd name="connsiteX185" fmla="*/ 4512606 w 5054024"/>
              <a:gd name="connsiteY185" fmla="*/ 1931054 h 6858000"/>
              <a:gd name="connsiteX186" fmla="*/ 4510433 w 5054024"/>
              <a:gd name="connsiteY186" fmla="*/ 1948998 h 6858000"/>
              <a:gd name="connsiteX187" fmla="*/ 4512325 w 5054024"/>
              <a:gd name="connsiteY187" fmla="*/ 1933372 h 6858000"/>
              <a:gd name="connsiteX188" fmla="*/ 4513460 w 5054024"/>
              <a:gd name="connsiteY188" fmla="*/ 1923998 h 6858000"/>
              <a:gd name="connsiteX189" fmla="*/ 4513413 w 5054024"/>
              <a:gd name="connsiteY189" fmla="*/ 1924388 h 6858000"/>
              <a:gd name="connsiteX190" fmla="*/ 4512606 w 5054024"/>
              <a:gd name="connsiteY190" fmla="*/ 1931054 h 6858000"/>
              <a:gd name="connsiteX191" fmla="*/ 179321 w 5054024"/>
              <a:gd name="connsiteY191" fmla="*/ 1413554 h 6858000"/>
              <a:gd name="connsiteX192" fmla="*/ 180308 w 5054024"/>
              <a:gd name="connsiteY192" fmla="*/ 1420950 h 6858000"/>
              <a:gd name="connsiteX193" fmla="*/ 181983 w 5054024"/>
              <a:gd name="connsiteY193" fmla="*/ 1433500 h 6858000"/>
              <a:gd name="connsiteX194" fmla="*/ 182652 w 5054024"/>
              <a:gd name="connsiteY194" fmla="*/ 1438515 h 6858000"/>
              <a:gd name="connsiteX195" fmla="*/ 187218 w 5054024"/>
              <a:gd name="connsiteY195" fmla="*/ 1472722 h 6858000"/>
              <a:gd name="connsiteX196" fmla="*/ 183887 w 5054024"/>
              <a:gd name="connsiteY196" fmla="*/ 1447760 h 6858000"/>
              <a:gd name="connsiteX197" fmla="*/ 181983 w 5054024"/>
              <a:gd name="connsiteY197" fmla="*/ 1433500 h 6858000"/>
              <a:gd name="connsiteX198" fmla="*/ 700483 w 5054024"/>
              <a:gd name="connsiteY198" fmla="*/ 1306834 h 6858000"/>
              <a:gd name="connsiteX199" fmla="*/ 697501 w 5054024"/>
              <a:gd name="connsiteY199" fmla="*/ 1309473 h 6858000"/>
              <a:gd name="connsiteX200" fmla="*/ 658670 w 5054024"/>
              <a:gd name="connsiteY200" fmla="*/ 1590476 h 6858000"/>
              <a:gd name="connsiteX201" fmla="*/ 661530 w 5054024"/>
              <a:gd name="connsiteY201" fmla="*/ 1598564 h 6858000"/>
              <a:gd name="connsiteX202" fmla="*/ 664815 w 5054024"/>
              <a:gd name="connsiteY202" fmla="*/ 1601416 h 6858000"/>
              <a:gd name="connsiteX203" fmla="*/ 666263 w 5054024"/>
              <a:gd name="connsiteY203" fmla="*/ 1589463 h 6858000"/>
              <a:gd name="connsiteX204" fmla="*/ 663262 w 5054024"/>
              <a:gd name="connsiteY204" fmla="*/ 1589864 h 6858000"/>
              <a:gd name="connsiteX205" fmla="*/ 658670 w 5054024"/>
              <a:gd name="connsiteY205" fmla="*/ 1590476 h 6858000"/>
              <a:gd name="connsiteX206" fmla="*/ 666849 w 5054024"/>
              <a:gd name="connsiteY206" fmla="*/ 1584622 h 6858000"/>
              <a:gd name="connsiteX207" fmla="*/ 669259 w 5054024"/>
              <a:gd name="connsiteY207" fmla="*/ 1564713 h 6858000"/>
              <a:gd name="connsiteX208" fmla="*/ 678901 w 5054024"/>
              <a:gd name="connsiteY208" fmla="*/ 1485082 h 6858000"/>
              <a:gd name="connsiteX209" fmla="*/ 693251 w 5054024"/>
              <a:gd name="connsiteY209" fmla="*/ 1366562 h 6858000"/>
              <a:gd name="connsiteX210" fmla="*/ 475669 w 5054024"/>
              <a:gd name="connsiteY210" fmla="*/ 1072899 h 6858000"/>
              <a:gd name="connsiteX211" fmla="*/ 363728 w 5054024"/>
              <a:gd name="connsiteY211" fmla="*/ 1087837 h 6858000"/>
              <a:gd name="connsiteX212" fmla="*/ 371623 w 5054024"/>
              <a:gd name="connsiteY212" fmla="*/ 1147005 h 6858000"/>
              <a:gd name="connsiteX213" fmla="*/ 483565 w 5054024"/>
              <a:gd name="connsiteY213" fmla="*/ 1132068 h 6858000"/>
              <a:gd name="connsiteX214" fmla="*/ 475669 w 5054024"/>
              <a:gd name="connsiteY214" fmla="*/ 1072899 h 6858000"/>
              <a:gd name="connsiteX215" fmla="*/ 2572792 w 5054024"/>
              <a:gd name="connsiteY215" fmla="*/ 777930 h 6858000"/>
              <a:gd name="connsiteX216" fmla="*/ 2591267 w 5054024"/>
              <a:gd name="connsiteY216" fmla="*/ 790269 h 6858000"/>
              <a:gd name="connsiteX217" fmla="*/ 2604002 w 5054024"/>
              <a:gd name="connsiteY217" fmla="*/ 799866 h 6858000"/>
              <a:gd name="connsiteX218" fmla="*/ 2603797 w 5054024"/>
              <a:gd name="connsiteY218" fmla="*/ 798330 h 6858000"/>
              <a:gd name="connsiteX219" fmla="*/ 2602564 w 5054024"/>
              <a:gd name="connsiteY219" fmla="*/ 789085 h 6858000"/>
              <a:gd name="connsiteX220" fmla="*/ 3841819 w 5054024"/>
              <a:gd name="connsiteY220" fmla="*/ 683940 h 6858000"/>
              <a:gd name="connsiteX221" fmla="*/ 3849715 w 5054024"/>
              <a:gd name="connsiteY221" fmla="*/ 743108 h 6858000"/>
              <a:gd name="connsiteX222" fmla="*/ 3873401 w 5054024"/>
              <a:gd name="connsiteY222" fmla="*/ 920613 h 6858000"/>
              <a:gd name="connsiteX223" fmla="*/ 3897086 w 5054024"/>
              <a:gd name="connsiteY223" fmla="*/ 1098118 h 6858000"/>
              <a:gd name="connsiteX224" fmla="*/ 3808832 w 5054024"/>
              <a:gd name="connsiteY224" fmla="*/ 1290561 h 6858000"/>
              <a:gd name="connsiteX225" fmla="*/ 3832518 w 5054024"/>
              <a:gd name="connsiteY225" fmla="*/ 1468067 h 6858000"/>
              <a:gd name="connsiteX226" fmla="*/ 3856205 w 5054024"/>
              <a:gd name="connsiteY226" fmla="*/ 1645571 h 6858000"/>
              <a:gd name="connsiteX227" fmla="*/ 3871996 w 5054024"/>
              <a:gd name="connsiteY227" fmla="*/ 1763908 h 6858000"/>
              <a:gd name="connsiteX228" fmla="*/ 3983938 w 5054024"/>
              <a:gd name="connsiteY228" fmla="*/ 1748971 h 6858000"/>
              <a:gd name="connsiteX229" fmla="*/ 3952356 w 5054024"/>
              <a:gd name="connsiteY229" fmla="*/ 1512297 h 6858000"/>
              <a:gd name="connsiteX230" fmla="*/ 3912877 w 5054024"/>
              <a:gd name="connsiteY230" fmla="*/ 1216455 h 6858000"/>
              <a:gd name="connsiteX231" fmla="*/ 4001134 w 5054024"/>
              <a:gd name="connsiteY231" fmla="*/ 1024013 h 6858000"/>
              <a:gd name="connsiteX232" fmla="*/ 3849715 w 5054024"/>
              <a:gd name="connsiteY232" fmla="*/ 743108 h 6858000"/>
              <a:gd name="connsiteX233" fmla="*/ 3841819 w 5054024"/>
              <a:gd name="connsiteY233" fmla="*/ 683940 h 6858000"/>
              <a:gd name="connsiteX234" fmla="*/ 180727 w 5054024"/>
              <a:gd name="connsiteY234" fmla="*/ 570259 h 6858000"/>
              <a:gd name="connsiteX235" fmla="*/ 188622 w 5054024"/>
              <a:gd name="connsiteY235" fmla="*/ 629427 h 6858000"/>
              <a:gd name="connsiteX236" fmla="*/ 191583 w 5054024"/>
              <a:gd name="connsiteY236" fmla="*/ 651615 h 6858000"/>
              <a:gd name="connsiteX237" fmla="*/ 192154 w 5054024"/>
              <a:gd name="connsiteY237" fmla="*/ 655893 h 6858000"/>
              <a:gd name="connsiteX238" fmla="*/ 194442 w 5054024"/>
              <a:gd name="connsiteY238" fmla="*/ 673045 h 6858000"/>
              <a:gd name="connsiteX239" fmla="*/ 195160 w 5054024"/>
              <a:gd name="connsiteY239" fmla="*/ 678426 h 6858000"/>
              <a:gd name="connsiteX240" fmla="*/ 196518 w 5054024"/>
              <a:gd name="connsiteY240" fmla="*/ 688596 h 6858000"/>
              <a:gd name="connsiteX241" fmla="*/ 116158 w 5054024"/>
              <a:gd name="connsiteY241" fmla="*/ 940206 h 6858000"/>
              <a:gd name="connsiteX242" fmla="*/ 68785 w 5054024"/>
              <a:gd name="connsiteY242" fmla="*/ 585196 h 6858000"/>
              <a:gd name="connsiteX243" fmla="*/ 180727 w 5054024"/>
              <a:gd name="connsiteY243" fmla="*/ 570259 h 6858000"/>
              <a:gd name="connsiteX244" fmla="*/ 177396 w 5054024"/>
              <a:gd name="connsiteY244" fmla="*/ 545297 h 6858000"/>
              <a:gd name="connsiteX245" fmla="*/ 180727 w 5054024"/>
              <a:gd name="connsiteY245" fmla="*/ 570259 h 6858000"/>
              <a:gd name="connsiteX246" fmla="*/ 177396 w 5054024"/>
              <a:gd name="connsiteY246" fmla="*/ 545297 h 6858000"/>
              <a:gd name="connsiteX247" fmla="*/ 740436 w 5054024"/>
              <a:gd name="connsiteY247" fmla="*/ 495570 h 6858000"/>
              <a:gd name="connsiteX248" fmla="*/ 636389 w 5054024"/>
              <a:gd name="connsiteY248" fmla="*/ 569677 h 6858000"/>
              <a:gd name="connsiteX249" fmla="*/ 644286 w 5054024"/>
              <a:gd name="connsiteY249" fmla="*/ 628845 h 6858000"/>
              <a:gd name="connsiteX250" fmla="*/ 661064 w 5054024"/>
              <a:gd name="connsiteY250" fmla="*/ 754578 h 6858000"/>
              <a:gd name="connsiteX251" fmla="*/ 675867 w 5054024"/>
              <a:gd name="connsiteY251" fmla="*/ 865518 h 6858000"/>
              <a:gd name="connsiteX252" fmla="*/ 676854 w 5054024"/>
              <a:gd name="connsiteY252" fmla="*/ 872914 h 6858000"/>
              <a:gd name="connsiteX253" fmla="*/ 678358 w 5054024"/>
              <a:gd name="connsiteY253" fmla="*/ 884182 h 6858000"/>
              <a:gd name="connsiteX254" fmla="*/ 679198 w 5054024"/>
              <a:gd name="connsiteY254" fmla="*/ 890480 h 6858000"/>
              <a:gd name="connsiteX255" fmla="*/ 683763 w 5054024"/>
              <a:gd name="connsiteY255" fmla="*/ 924687 h 6858000"/>
              <a:gd name="connsiteX256" fmla="*/ 715344 w 5054024"/>
              <a:gd name="connsiteY256" fmla="*/ 1161360 h 6858000"/>
              <a:gd name="connsiteX257" fmla="*/ 720278 w 5054024"/>
              <a:gd name="connsiteY257" fmla="*/ 1198340 h 6858000"/>
              <a:gd name="connsiteX258" fmla="*/ 722180 w 5054024"/>
              <a:gd name="connsiteY258" fmla="*/ 1212589 h 6858000"/>
              <a:gd name="connsiteX259" fmla="*/ 731485 w 5054024"/>
              <a:gd name="connsiteY259" fmla="*/ 1196441 h 6858000"/>
              <a:gd name="connsiteX260" fmla="*/ 754170 w 5054024"/>
              <a:gd name="connsiteY260" fmla="*/ 1158665 h 6858000"/>
              <a:gd name="connsiteX261" fmla="*/ 747020 w 5054024"/>
              <a:gd name="connsiteY261" fmla="*/ 1145254 h 6858000"/>
              <a:gd name="connsiteX262" fmla="*/ 747911 w 5054024"/>
              <a:gd name="connsiteY262" fmla="*/ 1031866 h 6858000"/>
              <a:gd name="connsiteX263" fmla="*/ 752304 w 5054024"/>
              <a:gd name="connsiteY263" fmla="*/ 1025318 h 6858000"/>
              <a:gd name="connsiteX264" fmla="*/ 736302 w 5054024"/>
              <a:gd name="connsiteY264" fmla="*/ 1011001 h 6858000"/>
              <a:gd name="connsiteX265" fmla="*/ 760883 w 5054024"/>
              <a:gd name="connsiteY265" fmla="*/ 969821 h 6858000"/>
              <a:gd name="connsiteX266" fmla="*/ 800074 w 5054024"/>
              <a:gd name="connsiteY266" fmla="*/ 942502 h 6858000"/>
              <a:gd name="connsiteX267" fmla="*/ 799036 w 5054024"/>
              <a:gd name="connsiteY267" fmla="*/ 934711 h 6858000"/>
              <a:gd name="connsiteX268" fmla="*/ 795704 w 5054024"/>
              <a:gd name="connsiteY268" fmla="*/ 909749 h 6858000"/>
              <a:gd name="connsiteX269" fmla="*/ 683763 w 5054024"/>
              <a:gd name="connsiteY269" fmla="*/ 924687 h 6858000"/>
              <a:gd name="connsiteX270" fmla="*/ 678358 w 5054024"/>
              <a:gd name="connsiteY270" fmla="*/ 884182 h 6858000"/>
              <a:gd name="connsiteX271" fmla="*/ 675867 w 5054024"/>
              <a:gd name="connsiteY271" fmla="*/ 865518 h 6858000"/>
              <a:gd name="connsiteX272" fmla="*/ 712801 w 5054024"/>
              <a:gd name="connsiteY272" fmla="*/ 860472 h 6858000"/>
              <a:gd name="connsiteX273" fmla="*/ 779913 w 5054024"/>
              <a:gd name="connsiteY273" fmla="*/ 791412 h 6858000"/>
              <a:gd name="connsiteX274" fmla="*/ 764122 w 5054024"/>
              <a:gd name="connsiteY274" fmla="*/ 673076 h 6858000"/>
              <a:gd name="connsiteX275" fmla="*/ 748331 w 5054024"/>
              <a:gd name="connsiteY275" fmla="*/ 554739 h 6858000"/>
              <a:gd name="connsiteX276" fmla="*/ 740436 w 5054024"/>
              <a:gd name="connsiteY276" fmla="*/ 495570 h 6858000"/>
              <a:gd name="connsiteX277" fmla="*/ 4250109 w 5054024"/>
              <a:gd name="connsiteY277" fmla="*/ 328347 h 6858000"/>
              <a:gd name="connsiteX278" fmla="*/ 4258004 w 5054024"/>
              <a:gd name="connsiteY278" fmla="*/ 387516 h 6858000"/>
              <a:gd name="connsiteX279" fmla="*/ 4250109 w 5054024"/>
              <a:gd name="connsiteY279" fmla="*/ 328347 h 6858000"/>
              <a:gd name="connsiteX280" fmla="*/ 1948109 w 5054024"/>
              <a:gd name="connsiteY280" fmla="*/ 153751 h 6858000"/>
              <a:gd name="connsiteX281" fmla="*/ 1963900 w 5054024"/>
              <a:gd name="connsiteY281" fmla="*/ 272089 h 6858000"/>
              <a:gd name="connsiteX282" fmla="*/ 1967231 w 5054024"/>
              <a:gd name="connsiteY282" fmla="*/ 297050 h 6858000"/>
              <a:gd name="connsiteX283" fmla="*/ 1970065 w 5054024"/>
              <a:gd name="connsiteY283" fmla="*/ 318284 h 6858000"/>
              <a:gd name="connsiteX284" fmla="*/ 1972419 w 5054024"/>
              <a:gd name="connsiteY284" fmla="*/ 335927 h 6858000"/>
              <a:gd name="connsiteX285" fmla="*/ 1973029 w 5054024"/>
              <a:gd name="connsiteY285" fmla="*/ 340502 h 6858000"/>
              <a:gd name="connsiteX286" fmla="*/ 1973725 w 5054024"/>
              <a:gd name="connsiteY286" fmla="*/ 345712 h 6858000"/>
              <a:gd name="connsiteX287" fmla="*/ 1974756 w 5054024"/>
              <a:gd name="connsiteY287" fmla="*/ 353445 h 6858000"/>
              <a:gd name="connsiteX288" fmla="*/ 1974973 w 5054024"/>
              <a:gd name="connsiteY288" fmla="*/ 355067 h 6858000"/>
              <a:gd name="connsiteX289" fmla="*/ 1975743 w 5054024"/>
              <a:gd name="connsiteY289" fmla="*/ 360842 h 6858000"/>
              <a:gd name="connsiteX290" fmla="*/ 1976454 w 5054024"/>
              <a:gd name="connsiteY290" fmla="*/ 366164 h 6858000"/>
              <a:gd name="connsiteX291" fmla="*/ 1974973 w 5054024"/>
              <a:gd name="connsiteY291" fmla="*/ 355067 h 6858000"/>
              <a:gd name="connsiteX292" fmla="*/ 1973725 w 5054024"/>
              <a:gd name="connsiteY292" fmla="*/ 345712 h 6858000"/>
              <a:gd name="connsiteX293" fmla="*/ 1972419 w 5054024"/>
              <a:gd name="connsiteY293" fmla="*/ 335927 h 6858000"/>
              <a:gd name="connsiteX294" fmla="*/ 1971796 w 5054024"/>
              <a:gd name="connsiteY294" fmla="*/ 331257 h 6858000"/>
              <a:gd name="connsiteX295" fmla="*/ 1970065 w 5054024"/>
              <a:gd name="connsiteY295" fmla="*/ 318284 h 6858000"/>
              <a:gd name="connsiteX296" fmla="*/ 1963900 w 5054024"/>
              <a:gd name="connsiteY296" fmla="*/ 272089 h 6858000"/>
              <a:gd name="connsiteX297" fmla="*/ 1948109 w 5054024"/>
              <a:gd name="connsiteY297" fmla="*/ 153751 h 6858000"/>
              <a:gd name="connsiteX298" fmla="*/ 693064 w 5054024"/>
              <a:gd name="connsiteY298" fmla="*/ 140560 h 6858000"/>
              <a:gd name="connsiteX299" fmla="*/ 596912 w 5054024"/>
              <a:gd name="connsiteY299" fmla="*/ 273835 h 6858000"/>
              <a:gd name="connsiteX300" fmla="*/ 604807 w 5054024"/>
              <a:gd name="connsiteY300" fmla="*/ 333002 h 6858000"/>
              <a:gd name="connsiteX301" fmla="*/ 620598 w 5054024"/>
              <a:gd name="connsiteY301" fmla="*/ 451340 h 6858000"/>
              <a:gd name="connsiteX302" fmla="*/ 732541 w 5054024"/>
              <a:gd name="connsiteY302" fmla="*/ 436402 h 6858000"/>
              <a:gd name="connsiteX303" fmla="*/ 716750 w 5054024"/>
              <a:gd name="connsiteY303" fmla="*/ 318066 h 6858000"/>
              <a:gd name="connsiteX304" fmla="*/ 700959 w 5054024"/>
              <a:gd name="connsiteY304" fmla="*/ 199729 h 6858000"/>
              <a:gd name="connsiteX305" fmla="*/ 693064 w 5054024"/>
              <a:gd name="connsiteY305" fmla="*/ 140560 h 6858000"/>
              <a:gd name="connsiteX306" fmla="*/ 369786 w 5054024"/>
              <a:gd name="connsiteY306" fmla="*/ 0 h 6858000"/>
              <a:gd name="connsiteX307" fmla="*/ 1231731 w 5054024"/>
              <a:gd name="connsiteY307" fmla="*/ 0 h 6858000"/>
              <a:gd name="connsiteX308" fmla="*/ 1244877 w 5054024"/>
              <a:gd name="connsiteY308" fmla="*/ 6704 h 6858000"/>
              <a:gd name="connsiteX309" fmla="*/ 1260668 w 5054024"/>
              <a:gd name="connsiteY309" fmla="*/ 125041 h 6858000"/>
              <a:gd name="connsiteX310" fmla="*/ 1372609 w 5054024"/>
              <a:gd name="connsiteY310" fmla="*/ 110103 h 6858000"/>
              <a:gd name="connsiteX311" fmla="*/ 1360251 w 5054024"/>
              <a:gd name="connsiteY311" fmla="*/ 30829 h 6858000"/>
              <a:gd name="connsiteX312" fmla="*/ 1350384 w 5054024"/>
              <a:gd name="connsiteY312" fmla="*/ 0 h 6858000"/>
              <a:gd name="connsiteX313" fmla="*/ 2383333 w 5054024"/>
              <a:gd name="connsiteY313" fmla="*/ 0 h 6858000"/>
              <a:gd name="connsiteX314" fmla="*/ 2384033 w 5054024"/>
              <a:gd name="connsiteY314" fmla="*/ 5249 h 6858000"/>
              <a:gd name="connsiteX315" fmla="*/ 2387981 w 5054024"/>
              <a:gd name="connsiteY315" fmla="*/ 34834 h 6858000"/>
              <a:gd name="connsiteX316" fmla="*/ 2291830 w 5054024"/>
              <a:gd name="connsiteY316" fmla="*/ 168107 h 6858000"/>
              <a:gd name="connsiteX317" fmla="*/ 2435354 w 5054024"/>
              <a:gd name="connsiteY317" fmla="*/ 389844 h 6858000"/>
              <a:gd name="connsiteX318" fmla="*/ 2466935 w 5054024"/>
              <a:gd name="connsiteY318" fmla="*/ 626517 h 6858000"/>
              <a:gd name="connsiteX319" fmla="*/ 2477792 w 5054024"/>
              <a:gd name="connsiteY319" fmla="*/ 707874 h 6858000"/>
              <a:gd name="connsiteX320" fmla="*/ 2479035 w 5054024"/>
              <a:gd name="connsiteY320" fmla="*/ 717192 h 6858000"/>
              <a:gd name="connsiteX321" fmla="*/ 2511581 w 5054024"/>
              <a:gd name="connsiteY321" fmla="*/ 738322 h 6858000"/>
              <a:gd name="connsiteX322" fmla="*/ 2514448 w 5054024"/>
              <a:gd name="connsiteY322" fmla="*/ 729094 h 6858000"/>
              <a:gd name="connsiteX323" fmla="*/ 2586773 w 5054024"/>
              <a:gd name="connsiteY323" fmla="*/ 670748 h 6858000"/>
              <a:gd name="connsiteX324" fmla="*/ 2563086 w 5054024"/>
              <a:gd name="connsiteY324" fmla="*/ 493242 h 6858000"/>
              <a:gd name="connsiteX325" fmla="*/ 2555191 w 5054024"/>
              <a:gd name="connsiteY325" fmla="*/ 434075 h 6858000"/>
              <a:gd name="connsiteX326" fmla="*/ 2539400 w 5054024"/>
              <a:gd name="connsiteY326" fmla="*/ 315738 h 6858000"/>
              <a:gd name="connsiteX327" fmla="*/ 2531504 w 5054024"/>
              <a:gd name="connsiteY327" fmla="*/ 256569 h 6858000"/>
              <a:gd name="connsiteX328" fmla="*/ 2411667 w 5054024"/>
              <a:gd name="connsiteY328" fmla="*/ 212338 h 6858000"/>
              <a:gd name="connsiteX329" fmla="*/ 2507818 w 5054024"/>
              <a:gd name="connsiteY329" fmla="*/ 79065 h 6858000"/>
              <a:gd name="connsiteX330" fmla="*/ 2499923 w 5054024"/>
              <a:gd name="connsiteY330" fmla="*/ 19896 h 6858000"/>
              <a:gd name="connsiteX331" fmla="*/ 2398026 w 5054024"/>
              <a:gd name="connsiteY331" fmla="*/ 3382 h 6858000"/>
              <a:gd name="connsiteX332" fmla="*/ 2395321 w 5054024"/>
              <a:gd name="connsiteY332" fmla="*/ 0 h 6858000"/>
              <a:gd name="connsiteX333" fmla="*/ 4129727 w 5054024"/>
              <a:gd name="connsiteY333" fmla="*/ 0 h 6858000"/>
              <a:gd name="connsiteX334" fmla="*/ 4126525 w 5054024"/>
              <a:gd name="connsiteY334" fmla="*/ 2561 h 6858000"/>
              <a:gd name="connsiteX335" fmla="*/ 4210632 w 5054024"/>
              <a:gd name="connsiteY335" fmla="*/ 32505 h 6858000"/>
              <a:gd name="connsiteX336" fmla="*/ 4218527 w 5054024"/>
              <a:gd name="connsiteY336" fmla="*/ 91674 h 6858000"/>
              <a:gd name="connsiteX337" fmla="*/ 4226423 w 5054024"/>
              <a:gd name="connsiteY337" fmla="*/ 150842 h 6858000"/>
              <a:gd name="connsiteX338" fmla="*/ 4242213 w 5054024"/>
              <a:gd name="connsiteY338" fmla="*/ 269179 h 6858000"/>
              <a:gd name="connsiteX339" fmla="*/ 4250109 w 5054024"/>
              <a:gd name="connsiteY339" fmla="*/ 328347 h 6858000"/>
              <a:gd name="connsiteX340" fmla="*/ 4122376 w 5054024"/>
              <a:gd name="connsiteY340" fmla="*/ 224949 h 6858000"/>
              <a:gd name="connsiteX341" fmla="*/ 4130272 w 5054024"/>
              <a:gd name="connsiteY341" fmla="*/ 284116 h 6858000"/>
              <a:gd name="connsiteX342" fmla="*/ 4177645 w 5054024"/>
              <a:gd name="connsiteY342" fmla="*/ 639127 h 6858000"/>
              <a:gd name="connsiteX343" fmla="*/ 4201331 w 5054024"/>
              <a:gd name="connsiteY343" fmla="*/ 816632 h 6858000"/>
              <a:gd name="connsiteX344" fmla="*/ 4136762 w 5054024"/>
              <a:gd name="connsiteY344" fmla="*/ 1186580 h 6858000"/>
              <a:gd name="connsiteX345" fmla="*/ 4164396 w 5054024"/>
              <a:gd name="connsiteY345" fmla="*/ 1393669 h 6858000"/>
              <a:gd name="connsiteX346" fmla="*/ 4177020 w 5054024"/>
              <a:gd name="connsiteY346" fmla="*/ 1488284 h 6858000"/>
              <a:gd name="connsiteX347" fmla="*/ 4184541 w 5054024"/>
              <a:gd name="connsiteY347" fmla="*/ 1488755 h 6858000"/>
              <a:gd name="connsiteX348" fmla="*/ 4189865 w 5054024"/>
              <a:gd name="connsiteY348" fmla="*/ 1489282 h 6858000"/>
              <a:gd name="connsiteX349" fmla="*/ 4299113 w 5054024"/>
              <a:gd name="connsiteY349" fmla="*/ 1622767 h 6858000"/>
              <a:gd name="connsiteX350" fmla="*/ 4270412 w 5054024"/>
              <a:gd name="connsiteY350" fmla="*/ 1859808 h 6858000"/>
              <a:gd name="connsiteX351" fmla="*/ 4394010 w 5054024"/>
              <a:gd name="connsiteY351" fmla="*/ 1874773 h 6858000"/>
              <a:gd name="connsiteX352" fmla="*/ 4510433 w 5054024"/>
              <a:gd name="connsiteY352" fmla="*/ 1948998 h 6858000"/>
              <a:gd name="connsiteX353" fmla="*/ 4496083 w 5054024"/>
              <a:gd name="connsiteY353" fmla="*/ 2067518 h 6858000"/>
              <a:gd name="connsiteX354" fmla="*/ 4598155 w 5054024"/>
              <a:gd name="connsiteY354" fmla="*/ 2260264 h 6858000"/>
              <a:gd name="connsiteX355" fmla="*/ 4583805 w 5054024"/>
              <a:gd name="connsiteY355" fmla="*/ 2378784 h 6858000"/>
              <a:gd name="connsiteX356" fmla="*/ 4707403 w 5054024"/>
              <a:gd name="connsiteY356" fmla="*/ 2393749 h 6858000"/>
              <a:gd name="connsiteX357" fmla="*/ 4678701 w 5054024"/>
              <a:gd name="connsiteY357" fmla="*/ 2630789 h 6858000"/>
              <a:gd name="connsiteX358" fmla="*/ 4685877 w 5054024"/>
              <a:gd name="connsiteY358" fmla="*/ 2571529 h 6858000"/>
              <a:gd name="connsiteX359" fmla="*/ 4576629 w 5054024"/>
              <a:gd name="connsiteY359" fmla="*/ 2438044 h 6858000"/>
              <a:gd name="connsiteX360" fmla="*/ 4562280 w 5054024"/>
              <a:gd name="connsiteY360" fmla="*/ 2556563 h 6858000"/>
              <a:gd name="connsiteX361" fmla="*/ 4678701 w 5054024"/>
              <a:gd name="connsiteY361" fmla="*/ 2630789 h 6858000"/>
              <a:gd name="connsiteX362" fmla="*/ 4747475 w 5054024"/>
              <a:gd name="connsiteY362" fmla="*/ 2756672 h 6858000"/>
              <a:gd name="connsiteX363" fmla="*/ 4787950 w 5054024"/>
              <a:gd name="connsiteY363" fmla="*/ 2764274 h 6858000"/>
              <a:gd name="connsiteX364" fmla="*/ 4795125 w 5054024"/>
              <a:gd name="connsiteY364" fmla="*/ 2705014 h 6858000"/>
              <a:gd name="connsiteX365" fmla="*/ 4918723 w 5054024"/>
              <a:gd name="connsiteY365" fmla="*/ 2719979 h 6858000"/>
              <a:gd name="connsiteX366" fmla="*/ 4875672 w 5054024"/>
              <a:gd name="connsiteY366" fmla="*/ 3075539 h 6858000"/>
              <a:gd name="connsiteX367" fmla="*/ 4780775 w 5054024"/>
              <a:gd name="connsiteY367" fmla="*/ 2823534 h 6858000"/>
              <a:gd name="connsiteX368" fmla="*/ 4783690 w 5054024"/>
              <a:gd name="connsiteY368" fmla="*/ 2799460 h 6858000"/>
              <a:gd name="connsiteX369" fmla="*/ 4785021 w 5054024"/>
              <a:gd name="connsiteY369" fmla="*/ 2788460 h 6858000"/>
              <a:gd name="connsiteX370" fmla="*/ 4785259 w 5054024"/>
              <a:gd name="connsiteY370" fmla="*/ 2786496 h 6858000"/>
              <a:gd name="connsiteX371" fmla="*/ 4786405 w 5054024"/>
              <a:gd name="connsiteY371" fmla="*/ 2777030 h 6858000"/>
              <a:gd name="connsiteX372" fmla="*/ 4785021 w 5054024"/>
              <a:gd name="connsiteY372" fmla="*/ 2788460 h 6858000"/>
              <a:gd name="connsiteX373" fmla="*/ 4782008 w 5054024"/>
              <a:gd name="connsiteY373" fmla="*/ 2813349 h 6858000"/>
              <a:gd name="connsiteX374" fmla="*/ 4780775 w 5054024"/>
              <a:gd name="connsiteY374" fmla="*/ 2823534 h 6858000"/>
              <a:gd name="connsiteX375" fmla="*/ 4773599 w 5054024"/>
              <a:gd name="connsiteY375" fmla="*/ 2882795 h 6858000"/>
              <a:gd name="connsiteX376" fmla="*/ 4768476 w 5054024"/>
              <a:gd name="connsiteY376" fmla="*/ 2882174 h 6858000"/>
              <a:gd name="connsiteX377" fmla="*/ 4748808 w 5054024"/>
              <a:gd name="connsiteY377" fmla="*/ 2879792 h 6858000"/>
              <a:gd name="connsiteX378" fmla="*/ 4736019 w 5054024"/>
              <a:gd name="connsiteY378" fmla="*/ 2878244 h 6858000"/>
              <a:gd name="connsiteX379" fmla="*/ 4727251 w 5054024"/>
              <a:gd name="connsiteY379" fmla="*/ 2877182 h 6858000"/>
              <a:gd name="connsiteX380" fmla="*/ 4726813 w 5054024"/>
              <a:gd name="connsiteY380" fmla="*/ 2877129 h 6858000"/>
              <a:gd name="connsiteX381" fmla="*/ 4719284 w 5054024"/>
              <a:gd name="connsiteY381" fmla="*/ 2876218 h 6858000"/>
              <a:gd name="connsiteX382" fmla="*/ 4721457 w 5054024"/>
              <a:gd name="connsiteY382" fmla="*/ 2876481 h 6858000"/>
              <a:gd name="connsiteX383" fmla="*/ 4726813 w 5054024"/>
              <a:gd name="connsiteY383" fmla="*/ 2877129 h 6858000"/>
              <a:gd name="connsiteX384" fmla="*/ 4736019 w 5054024"/>
              <a:gd name="connsiteY384" fmla="*/ 2878244 h 6858000"/>
              <a:gd name="connsiteX385" fmla="*/ 4738113 w 5054024"/>
              <a:gd name="connsiteY385" fmla="*/ 2878498 h 6858000"/>
              <a:gd name="connsiteX386" fmla="*/ 4748808 w 5054024"/>
              <a:gd name="connsiteY386" fmla="*/ 2879792 h 6858000"/>
              <a:gd name="connsiteX387" fmla="*/ 4756218 w 5054024"/>
              <a:gd name="connsiteY387" fmla="*/ 2880690 h 6858000"/>
              <a:gd name="connsiteX388" fmla="*/ 4768476 w 5054024"/>
              <a:gd name="connsiteY388" fmla="*/ 2882174 h 6858000"/>
              <a:gd name="connsiteX389" fmla="*/ 4768530 w 5054024"/>
              <a:gd name="connsiteY389" fmla="*/ 2882181 h 6858000"/>
              <a:gd name="connsiteX390" fmla="*/ 4773599 w 5054024"/>
              <a:gd name="connsiteY390" fmla="*/ 2882795 h 6858000"/>
              <a:gd name="connsiteX391" fmla="*/ 4737724 w 5054024"/>
              <a:gd name="connsiteY391" fmla="*/ 3179094 h 6858000"/>
              <a:gd name="connsiteX392" fmla="*/ 4732061 w 5054024"/>
              <a:gd name="connsiteY392" fmla="*/ 3237753 h 6858000"/>
              <a:gd name="connsiteX393" fmla="*/ 4730549 w 5054024"/>
              <a:gd name="connsiteY393" fmla="*/ 3238355 h 6858000"/>
              <a:gd name="connsiteX394" fmla="*/ 4731420 w 5054024"/>
              <a:gd name="connsiteY394" fmla="*/ 3244395 h 6858000"/>
              <a:gd name="connsiteX395" fmla="*/ 4730014 w 5054024"/>
              <a:gd name="connsiteY395" fmla="*/ 3258959 h 6858000"/>
              <a:gd name="connsiteX396" fmla="*/ 4825446 w 5054024"/>
              <a:gd name="connsiteY396" fmla="*/ 3490360 h 6858000"/>
              <a:gd name="connsiteX397" fmla="*/ 4839797 w 5054024"/>
              <a:gd name="connsiteY397" fmla="*/ 3371839 h 6858000"/>
              <a:gd name="connsiteX398" fmla="*/ 4733478 w 5054024"/>
              <a:gd name="connsiteY398" fmla="*/ 3258674 h 6858000"/>
              <a:gd name="connsiteX399" fmla="*/ 4731420 w 5054024"/>
              <a:gd name="connsiteY399" fmla="*/ 3244395 h 6858000"/>
              <a:gd name="connsiteX400" fmla="*/ 4732061 w 5054024"/>
              <a:gd name="connsiteY400" fmla="*/ 3237753 h 6858000"/>
              <a:gd name="connsiteX401" fmla="*/ 4774037 w 5054024"/>
              <a:gd name="connsiteY401" fmla="*/ 3221072 h 6858000"/>
              <a:gd name="connsiteX402" fmla="*/ 4875672 w 5054024"/>
              <a:gd name="connsiteY402" fmla="*/ 3075539 h 6858000"/>
              <a:gd name="connsiteX403" fmla="*/ 4956219 w 5054024"/>
              <a:gd name="connsiteY403" fmla="*/ 3446065 h 6858000"/>
              <a:gd name="connsiteX404" fmla="*/ 4920344 w 5054024"/>
              <a:gd name="connsiteY404" fmla="*/ 3742365 h 6858000"/>
              <a:gd name="connsiteX405" fmla="*/ 4898818 w 5054024"/>
              <a:gd name="connsiteY405" fmla="*/ 3920145 h 6858000"/>
              <a:gd name="connsiteX406" fmla="*/ 4877293 w 5054024"/>
              <a:gd name="connsiteY406" fmla="*/ 4097925 h 6858000"/>
              <a:gd name="connsiteX407" fmla="*/ 4950665 w 5054024"/>
              <a:gd name="connsiteY407" fmla="*/ 4527711 h 6858000"/>
              <a:gd name="connsiteX408" fmla="*/ 5045561 w 5054024"/>
              <a:gd name="connsiteY408" fmla="*/ 4779716 h 6858000"/>
              <a:gd name="connsiteX409" fmla="*/ 5024037 w 5054024"/>
              <a:gd name="connsiteY409" fmla="*/ 4957496 h 6858000"/>
              <a:gd name="connsiteX410" fmla="*/ 5002511 w 5054024"/>
              <a:gd name="connsiteY410" fmla="*/ 5135276 h 6858000"/>
              <a:gd name="connsiteX411" fmla="*/ 4995336 w 5054024"/>
              <a:gd name="connsiteY411" fmla="*/ 5194536 h 6858000"/>
              <a:gd name="connsiteX412" fmla="*/ 5035661 w 5054024"/>
              <a:gd name="connsiteY412" fmla="*/ 5555376 h 6858000"/>
              <a:gd name="connsiteX413" fmla="*/ 5054024 w 5054024"/>
              <a:gd name="connsiteY413" fmla="*/ 5593687 h 6858000"/>
              <a:gd name="connsiteX414" fmla="*/ 5054024 w 5054024"/>
              <a:gd name="connsiteY414" fmla="*/ 5629333 h 6858000"/>
              <a:gd name="connsiteX415" fmla="*/ 5025529 w 5054024"/>
              <a:gd name="connsiteY415" fmla="*/ 5639058 h 6858000"/>
              <a:gd name="connsiteX416" fmla="*/ 4930760 w 5054024"/>
              <a:gd name="connsiteY416" fmla="*/ 5727877 h 6858000"/>
              <a:gd name="connsiteX417" fmla="*/ 4902060 w 5054024"/>
              <a:gd name="connsiteY417" fmla="*/ 5964917 h 6858000"/>
              <a:gd name="connsiteX418" fmla="*/ 4873359 w 5054024"/>
              <a:gd name="connsiteY418" fmla="*/ 6201957 h 6858000"/>
              <a:gd name="connsiteX419" fmla="*/ 4742585 w 5054024"/>
              <a:gd name="connsiteY419" fmla="*/ 6246252 h 6858000"/>
              <a:gd name="connsiteX420" fmla="*/ 4735411 w 5054024"/>
              <a:gd name="connsiteY420" fmla="*/ 6305513 h 6858000"/>
              <a:gd name="connsiteX421" fmla="*/ 4728236 w 5054024"/>
              <a:gd name="connsiteY421" fmla="*/ 6364772 h 6858000"/>
              <a:gd name="connsiteX422" fmla="*/ 4721061 w 5054024"/>
              <a:gd name="connsiteY422" fmla="*/ 6424032 h 6858000"/>
              <a:gd name="connsiteX423" fmla="*/ 4604637 w 5054024"/>
              <a:gd name="connsiteY423" fmla="*/ 6349807 h 6858000"/>
              <a:gd name="connsiteX424" fmla="*/ 4509741 w 5054024"/>
              <a:gd name="connsiteY424" fmla="*/ 6097803 h 6858000"/>
              <a:gd name="connsiteX425" fmla="*/ 4393318 w 5054024"/>
              <a:gd name="connsiteY425" fmla="*/ 6023577 h 6858000"/>
              <a:gd name="connsiteX426" fmla="*/ 4524091 w 5054024"/>
              <a:gd name="connsiteY426" fmla="*/ 5979281 h 6858000"/>
              <a:gd name="connsiteX427" fmla="*/ 4305596 w 5054024"/>
              <a:gd name="connsiteY427" fmla="*/ 5712312 h 6858000"/>
              <a:gd name="connsiteX428" fmla="*/ 4137327 w 5054024"/>
              <a:gd name="connsiteY428" fmla="*/ 5030521 h 6858000"/>
              <a:gd name="connsiteX429" fmla="*/ 4085480 w 5054024"/>
              <a:gd name="connsiteY429" fmla="*/ 4422956 h 6858000"/>
              <a:gd name="connsiteX430" fmla="*/ 4041618 w 5054024"/>
              <a:gd name="connsiteY430" fmla="*/ 4267323 h 6858000"/>
              <a:gd name="connsiteX431" fmla="*/ 4010513 w 5054024"/>
              <a:gd name="connsiteY431" fmla="*/ 4200305 h 6858000"/>
              <a:gd name="connsiteX432" fmla="*/ 3996472 w 5054024"/>
              <a:gd name="connsiteY432" fmla="*/ 4270974 h 6858000"/>
              <a:gd name="connsiteX433" fmla="*/ 3995513 w 5054024"/>
              <a:gd name="connsiteY433" fmla="*/ 4397192 h 6858000"/>
              <a:gd name="connsiteX434" fmla="*/ 3960092 w 5054024"/>
              <a:gd name="connsiteY434" fmla="*/ 4665390 h 6858000"/>
              <a:gd name="connsiteX435" fmla="*/ 3930250 w 5054024"/>
              <a:gd name="connsiteY435" fmla="*/ 4731724 h 6858000"/>
              <a:gd name="connsiteX436" fmla="*/ 3938007 w 5054024"/>
              <a:gd name="connsiteY436" fmla="*/ 4750840 h 6858000"/>
              <a:gd name="connsiteX437" fmla="*/ 3904481 w 5054024"/>
              <a:gd name="connsiteY437" fmla="*/ 4882070 h 6858000"/>
              <a:gd name="connsiteX438" fmla="*/ 3985028 w 5054024"/>
              <a:gd name="connsiteY438" fmla="*/ 5252597 h 6858000"/>
              <a:gd name="connsiteX439" fmla="*/ 3963503 w 5054024"/>
              <a:gd name="connsiteY439" fmla="*/ 5430377 h 6858000"/>
              <a:gd name="connsiteX440" fmla="*/ 3956328 w 5054024"/>
              <a:gd name="connsiteY440" fmla="*/ 5489635 h 6858000"/>
              <a:gd name="connsiteX441" fmla="*/ 3934803 w 5054024"/>
              <a:gd name="connsiteY441" fmla="*/ 5667416 h 6858000"/>
              <a:gd name="connsiteX442" fmla="*/ 4029700 w 5054024"/>
              <a:gd name="connsiteY442" fmla="*/ 5919422 h 6858000"/>
              <a:gd name="connsiteX443" fmla="*/ 4124597 w 5054024"/>
              <a:gd name="connsiteY443" fmla="*/ 6171427 h 6858000"/>
              <a:gd name="connsiteX444" fmla="*/ 4103071 w 5054024"/>
              <a:gd name="connsiteY444" fmla="*/ 6349207 h 6858000"/>
              <a:gd name="connsiteX445" fmla="*/ 4197968 w 5054024"/>
              <a:gd name="connsiteY445" fmla="*/ 6601212 h 6858000"/>
              <a:gd name="connsiteX446" fmla="*/ 4190794 w 5054024"/>
              <a:gd name="connsiteY446" fmla="*/ 6660472 h 6858000"/>
              <a:gd name="connsiteX447" fmla="*/ 4169269 w 5054024"/>
              <a:gd name="connsiteY447" fmla="*/ 6838253 h 6858000"/>
              <a:gd name="connsiteX448" fmla="*/ 4166878 w 5054024"/>
              <a:gd name="connsiteY448" fmla="*/ 6858000 h 6858000"/>
              <a:gd name="connsiteX449" fmla="*/ 3423260 w 5054024"/>
              <a:gd name="connsiteY449" fmla="*/ 6858000 h 6858000"/>
              <a:gd name="connsiteX450" fmla="*/ 3421000 w 5054024"/>
              <a:gd name="connsiteY450" fmla="*/ 6850178 h 6858000"/>
              <a:gd name="connsiteX451" fmla="*/ 3420506 w 5054024"/>
              <a:gd name="connsiteY451" fmla="*/ 6807723 h 6858000"/>
              <a:gd name="connsiteX452" fmla="*/ 3304084 w 5054024"/>
              <a:gd name="connsiteY452" fmla="*/ 6733497 h 6858000"/>
              <a:gd name="connsiteX453" fmla="*/ 3311259 w 5054024"/>
              <a:gd name="connsiteY453" fmla="*/ 6674237 h 6858000"/>
              <a:gd name="connsiteX454" fmla="*/ 3296909 w 5054024"/>
              <a:gd name="connsiteY454" fmla="*/ 6792758 h 6858000"/>
              <a:gd name="connsiteX455" fmla="*/ 3183542 w 5054024"/>
              <a:gd name="connsiteY455" fmla="*/ 6855132 h 6858000"/>
              <a:gd name="connsiteX456" fmla="*/ 3181128 w 5054024"/>
              <a:gd name="connsiteY456" fmla="*/ 6858000 h 6858000"/>
              <a:gd name="connsiteX457" fmla="*/ 766885 w 5054024"/>
              <a:gd name="connsiteY457" fmla="*/ 6858000 h 6858000"/>
              <a:gd name="connsiteX458" fmla="*/ 740038 w 5054024"/>
              <a:gd name="connsiteY458" fmla="*/ 6806368 h 6858000"/>
              <a:gd name="connsiteX459" fmla="*/ 694180 w 5054024"/>
              <a:gd name="connsiteY459" fmla="*/ 6537752 h 6858000"/>
              <a:gd name="connsiteX460" fmla="*/ 627983 w 5054024"/>
              <a:gd name="connsiteY460" fmla="*/ 6048707 h 6858000"/>
              <a:gd name="connsiteX461" fmla="*/ 540261 w 5054024"/>
              <a:gd name="connsiteY461" fmla="*/ 5737441 h 6858000"/>
              <a:gd name="connsiteX462" fmla="*/ 438188 w 5054024"/>
              <a:gd name="connsiteY462" fmla="*/ 5544695 h 6858000"/>
              <a:gd name="connsiteX463" fmla="*/ 481239 w 5054024"/>
              <a:gd name="connsiteY463" fmla="*/ 5189135 h 6858000"/>
              <a:gd name="connsiteX464" fmla="*/ 386342 w 5054024"/>
              <a:gd name="connsiteY464" fmla="*/ 4937130 h 6858000"/>
              <a:gd name="connsiteX465" fmla="*/ 407867 w 5054024"/>
              <a:gd name="connsiteY465" fmla="*/ 4759350 h 6858000"/>
              <a:gd name="connsiteX466" fmla="*/ 415043 w 5054024"/>
              <a:gd name="connsiteY466" fmla="*/ 4700090 h 6858000"/>
              <a:gd name="connsiteX467" fmla="*/ 422218 w 5054024"/>
              <a:gd name="connsiteY467" fmla="*/ 4640830 h 6858000"/>
              <a:gd name="connsiteX468" fmla="*/ 429392 w 5054024"/>
              <a:gd name="connsiteY468" fmla="*/ 4581570 h 6858000"/>
              <a:gd name="connsiteX469" fmla="*/ 450918 w 5054024"/>
              <a:gd name="connsiteY469" fmla="*/ 4403789 h 6858000"/>
              <a:gd name="connsiteX470" fmla="*/ 440853 w 5054024"/>
              <a:gd name="connsiteY470" fmla="*/ 4234046 h 6858000"/>
              <a:gd name="connsiteX471" fmla="*/ 433053 w 5054024"/>
              <a:gd name="connsiteY471" fmla="*/ 4213261 h 6858000"/>
              <a:gd name="connsiteX472" fmla="*/ 404123 w 5054024"/>
              <a:gd name="connsiteY472" fmla="*/ 4233866 h 6858000"/>
              <a:gd name="connsiteX473" fmla="*/ 334420 w 5054024"/>
              <a:gd name="connsiteY473" fmla="*/ 4283512 h 6858000"/>
              <a:gd name="connsiteX474" fmla="*/ 326526 w 5054024"/>
              <a:gd name="connsiteY474" fmla="*/ 4224343 h 6858000"/>
              <a:gd name="connsiteX475" fmla="*/ 318629 w 5054024"/>
              <a:gd name="connsiteY475" fmla="*/ 4165174 h 6858000"/>
              <a:gd name="connsiteX476" fmla="*/ 310735 w 5054024"/>
              <a:gd name="connsiteY476" fmla="*/ 4106006 h 6858000"/>
              <a:gd name="connsiteX477" fmla="*/ 190897 w 5054024"/>
              <a:gd name="connsiteY477" fmla="*/ 4061775 h 6858000"/>
              <a:gd name="connsiteX478" fmla="*/ 159316 w 5054024"/>
              <a:gd name="connsiteY478" fmla="*/ 3825102 h 6858000"/>
              <a:gd name="connsiteX479" fmla="*/ 127734 w 5054024"/>
              <a:gd name="connsiteY479" fmla="*/ 3588429 h 6858000"/>
              <a:gd name="connsiteX480" fmla="*/ 0 w 5054024"/>
              <a:gd name="connsiteY480" fmla="*/ 3485029 h 6858000"/>
              <a:gd name="connsiteX481" fmla="*/ 56674 w 5054024"/>
              <a:gd name="connsiteY481" fmla="*/ 3055913 h 6858000"/>
              <a:gd name="connsiteX482" fmla="*/ 48778 w 5054024"/>
              <a:gd name="connsiteY482" fmla="*/ 2996744 h 6858000"/>
              <a:gd name="connsiteX483" fmla="*/ 25092 w 5054024"/>
              <a:gd name="connsiteY483" fmla="*/ 2819240 h 6858000"/>
              <a:gd name="connsiteX484" fmla="*/ 1405 w 5054024"/>
              <a:gd name="connsiteY484" fmla="*/ 2641734 h 6858000"/>
              <a:gd name="connsiteX485" fmla="*/ 81765 w 5054024"/>
              <a:gd name="connsiteY485" fmla="*/ 2390123 h 6858000"/>
              <a:gd name="connsiteX486" fmla="*/ 138439 w 5054024"/>
              <a:gd name="connsiteY486" fmla="*/ 1961007 h 6858000"/>
              <a:gd name="connsiteX487" fmla="*/ 114752 w 5054024"/>
              <a:gd name="connsiteY487" fmla="*/ 1783501 h 6858000"/>
              <a:gd name="connsiteX488" fmla="*/ 91066 w 5054024"/>
              <a:gd name="connsiteY488" fmla="*/ 1605996 h 6858000"/>
              <a:gd name="connsiteX489" fmla="*/ 51589 w 5054024"/>
              <a:gd name="connsiteY489" fmla="*/ 1310154 h 6858000"/>
              <a:gd name="connsiteX490" fmla="*/ 116158 w 5054024"/>
              <a:gd name="connsiteY490" fmla="*/ 940206 h 6858000"/>
              <a:gd name="connsiteX491" fmla="*/ 211875 w 5054024"/>
              <a:gd name="connsiteY491" fmla="*/ 1085517 h 6858000"/>
              <a:gd name="connsiteX492" fmla="*/ 250398 w 5054024"/>
              <a:gd name="connsiteY492" fmla="*/ 1102174 h 6858000"/>
              <a:gd name="connsiteX493" fmla="*/ 251136 w 5054024"/>
              <a:gd name="connsiteY493" fmla="*/ 1108806 h 6858000"/>
              <a:gd name="connsiteX494" fmla="*/ 249599 w 5054024"/>
              <a:gd name="connsiteY494" fmla="*/ 1123062 h 6858000"/>
              <a:gd name="connsiteX495" fmla="*/ 155636 w 5054024"/>
              <a:gd name="connsiteY495" fmla="*/ 1236048 h 6858000"/>
              <a:gd name="connsiteX496" fmla="*/ 171427 w 5054024"/>
              <a:gd name="connsiteY496" fmla="*/ 1354385 h 6858000"/>
              <a:gd name="connsiteX497" fmla="*/ 252751 w 5054024"/>
              <a:gd name="connsiteY497" fmla="*/ 1123346 h 6858000"/>
              <a:gd name="connsiteX498" fmla="*/ 251136 w 5054024"/>
              <a:gd name="connsiteY498" fmla="*/ 1108806 h 6858000"/>
              <a:gd name="connsiteX499" fmla="*/ 251786 w 5054024"/>
              <a:gd name="connsiteY499" fmla="*/ 1102774 h 6858000"/>
              <a:gd name="connsiteX500" fmla="*/ 250398 w 5054024"/>
              <a:gd name="connsiteY500" fmla="*/ 1102174 h 6858000"/>
              <a:gd name="connsiteX501" fmla="*/ 243890 w 5054024"/>
              <a:gd name="connsiteY501" fmla="*/ 1043606 h 6858000"/>
              <a:gd name="connsiteX502" fmla="*/ 204413 w 5054024"/>
              <a:gd name="connsiteY502" fmla="*/ 747764 h 6858000"/>
              <a:gd name="connsiteX503" fmla="*/ 209005 w 5054024"/>
              <a:gd name="connsiteY503" fmla="*/ 747152 h 6858000"/>
              <a:gd name="connsiteX504" fmla="*/ 211285 w 5054024"/>
              <a:gd name="connsiteY504" fmla="*/ 746847 h 6858000"/>
              <a:gd name="connsiteX505" fmla="*/ 236552 w 5054024"/>
              <a:gd name="connsiteY505" fmla="*/ 743476 h 6858000"/>
              <a:gd name="connsiteX506" fmla="*/ 246318 w 5054024"/>
              <a:gd name="connsiteY506" fmla="*/ 742172 h 6858000"/>
              <a:gd name="connsiteX507" fmla="*/ 248569 w 5054024"/>
              <a:gd name="connsiteY507" fmla="*/ 741872 h 6858000"/>
              <a:gd name="connsiteX508" fmla="*/ 253607 w 5054024"/>
              <a:gd name="connsiteY508" fmla="*/ 741200 h 6858000"/>
              <a:gd name="connsiteX509" fmla="*/ 251638 w 5054024"/>
              <a:gd name="connsiteY509" fmla="*/ 741462 h 6858000"/>
              <a:gd name="connsiteX510" fmla="*/ 248569 w 5054024"/>
              <a:gd name="connsiteY510" fmla="*/ 741872 h 6858000"/>
              <a:gd name="connsiteX511" fmla="*/ 246393 w 5054024"/>
              <a:gd name="connsiteY511" fmla="*/ 742162 h 6858000"/>
              <a:gd name="connsiteX512" fmla="*/ 246318 w 5054024"/>
              <a:gd name="connsiteY512" fmla="*/ 742172 h 6858000"/>
              <a:gd name="connsiteX513" fmla="*/ 220155 w 5054024"/>
              <a:gd name="connsiteY513" fmla="*/ 745663 h 6858000"/>
              <a:gd name="connsiteX514" fmla="*/ 211285 w 5054024"/>
              <a:gd name="connsiteY514" fmla="*/ 746847 h 6858000"/>
              <a:gd name="connsiteX515" fmla="*/ 204413 w 5054024"/>
              <a:gd name="connsiteY515" fmla="*/ 747764 h 6858000"/>
              <a:gd name="connsiteX516" fmla="*/ 196518 w 5054024"/>
              <a:gd name="connsiteY516" fmla="*/ 688596 h 6858000"/>
              <a:gd name="connsiteX517" fmla="*/ 194442 w 5054024"/>
              <a:gd name="connsiteY517" fmla="*/ 673045 h 6858000"/>
              <a:gd name="connsiteX518" fmla="*/ 193310 w 5054024"/>
              <a:gd name="connsiteY518" fmla="*/ 664558 h 6858000"/>
              <a:gd name="connsiteX519" fmla="*/ 192154 w 5054024"/>
              <a:gd name="connsiteY519" fmla="*/ 655893 h 6858000"/>
              <a:gd name="connsiteX520" fmla="*/ 188622 w 5054024"/>
              <a:gd name="connsiteY520" fmla="*/ 629427 h 6858000"/>
              <a:gd name="connsiteX521" fmla="*/ 225217 w 5054024"/>
              <a:gd name="connsiteY521" fmla="*/ 621838 h 6858000"/>
              <a:gd name="connsiteX522" fmla="*/ 284774 w 5054024"/>
              <a:gd name="connsiteY522" fmla="*/ 496152 h 6858000"/>
              <a:gd name="connsiteX523" fmla="*/ 388819 w 5054024"/>
              <a:gd name="connsiteY523" fmla="*/ 422046 h 6858000"/>
              <a:gd name="connsiteX524" fmla="*/ 373028 w 5054024"/>
              <a:gd name="connsiteY524" fmla="*/ 303710 h 6858000"/>
              <a:gd name="connsiteX525" fmla="*/ 276877 w 5054024"/>
              <a:gd name="connsiteY525" fmla="*/ 436984 h 6858000"/>
              <a:gd name="connsiteX526" fmla="*/ 284774 w 5054024"/>
              <a:gd name="connsiteY526" fmla="*/ 496152 h 6858000"/>
              <a:gd name="connsiteX527" fmla="*/ 253192 w 5054024"/>
              <a:gd name="connsiteY527" fmla="*/ 259479 h 6858000"/>
              <a:gd name="connsiteX528" fmla="*/ 365133 w 5054024"/>
              <a:gd name="connsiteY528" fmla="*/ 244542 h 6858000"/>
              <a:gd name="connsiteX529" fmla="*/ 349342 w 5054024"/>
              <a:gd name="connsiteY529" fmla="*/ 126205 h 6858000"/>
              <a:gd name="connsiteX530" fmla="*/ 361867 w 5054024"/>
              <a:gd name="connsiteY530" fmla="*/ 116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Lst>
            <a:rect l="l" t="t" r="r" b="b"/>
            <a:pathLst>
              <a:path w="5054024" h="6858000">
                <a:moveTo>
                  <a:pt x="3339960" y="6437197"/>
                </a:moveTo>
                <a:cubicBezTo>
                  <a:pt x="3209187" y="6481492"/>
                  <a:pt x="3332785" y="6496457"/>
                  <a:pt x="3332785" y="6496457"/>
                </a:cubicBezTo>
                <a:cubicBezTo>
                  <a:pt x="3332785" y="6496457"/>
                  <a:pt x="3332785" y="6496457"/>
                  <a:pt x="3339960" y="6437197"/>
                </a:cubicBezTo>
                <a:close/>
                <a:moveTo>
                  <a:pt x="4953998" y="5730690"/>
                </a:moveTo>
                <a:lnTo>
                  <a:pt x="4966246" y="5732173"/>
                </a:lnTo>
                <a:cubicBezTo>
                  <a:pt x="4991593" y="5735243"/>
                  <a:pt x="4988697" y="5734892"/>
                  <a:pt x="4977109" y="5733489"/>
                </a:cubicBezTo>
                <a:close/>
                <a:moveTo>
                  <a:pt x="4930760" y="5727877"/>
                </a:moveTo>
                <a:lnTo>
                  <a:pt x="4953998" y="5730690"/>
                </a:lnTo>
                <a:lnTo>
                  <a:pt x="4948141" y="5729982"/>
                </a:lnTo>
                <a:cubicBezTo>
                  <a:pt x="4938485" y="5728813"/>
                  <a:pt x="4930760" y="5727877"/>
                  <a:pt x="4930760" y="5727877"/>
                </a:cubicBezTo>
                <a:close/>
                <a:moveTo>
                  <a:pt x="674559" y="4191292"/>
                </a:moveTo>
                <a:cubicBezTo>
                  <a:pt x="656841" y="4191965"/>
                  <a:pt x="725020" y="4211494"/>
                  <a:pt x="719639" y="4255939"/>
                </a:cubicBezTo>
                <a:cubicBezTo>
                  <a:pt x="719639" y="4255939"/>
                  <a:pt x="726814" y="4196679"/>
                  <a:pt x="726814" y="4196679"/>
                </a:cubicBezTo>
                <a:cubicBezTo>
                  <a:pt x="695914" y="4192937"/>
                  <a:pt x="680465" y="4191067"/>
                  <a:pt x="674559" y="4191292"/>
                </a:cubicBezTo>
                <a:close/>
                <a:moveTo>
                  <a:pt x="4266479" y="3963839"/>
                </a:moveTo>
                <a:cubicBezTo>
                  <a:pt x="4266479" y="3963839"/>
                  <a:pt x="4266479" y="3963839"/>
                  <a:pt x="4265202" y="3974387"/>
                </a:cubicBezTo>
                <a:lnTo>
                  <a:pt x="4264214" y="3982550"/>
                </a:lnTo>
                <a:lnTo>
                  <a:pt x="4263343" y="3989739"/>
                </a:lnTo>
                <a:lnTo>
                  <a:pt x="4262463" y="3997012"/>
                </a:lnTo>
                <a:lnTo>
                  <a:pt x="4260425" y="4013841"/>
                </a:lnTo>
                <a:cubicBezTo>
                  <a:pt x="4259752" y="4019396"/>
                  <a:pt x="4259304" y="4023100"/>
                  <a:pt x="4259304" y="4023100"/>
                </a:cubicBezTo>
                <a:lnTo>
                  <a:pt x="4262463" y="3997012"/>
                </a:lnTo>
                <a:lnTo>
                  <a:pt x="4262892" y="3993470"/>
                </a:lnTo>
                <a:lnTo>
                  <a:pt x="4263343" y="3989739"/>
                </a:lnTo>
                <a:lnTo>
                  <a:pt x="4263452" y="3988840"/>
                </a:lnTo>
                <a:lnTo>
                  <a:pt x="4264214" y="3982550"/>
                </a:lnTo>
                <a:lnTo>
                  <a:pt x="4265358" y="3973099"/>
                </a:lnTo>
                <a:cubicBezTo>
                  <a:pt x="4266031" y="3967543"/>
                  <a:pt x="4266479" y="3963839"/>
                  <a:pt x="4266479" y="3963839"/>
                </a:cubicBezTo>
                <a:close/>
                <a:moveTo>
                  <a:pt x="4287362" y="3725853"/>
                </a:moveTo>
                <a:lnTo>
                  <a:pt x="4287673" y="3725891"/>
                </a:lnTo>
                <a:lnTo>
                  <a:pt x="4295179" y="3726800"/>
                </a:lnTo>
                <a:close/>
                <a:moveTo>
                  <a:pt x="4280476" y="3725020"/>
                </a:moveTo>
                <a:lnTo>
                  <a:pt x="4280629" y="3725038"/>
                </a:lnTo>
                <a:lnTo>
                  <a:pt x="4287362" y="3725853"/>
                </a:lnTo>
                <a:close/>
                <a:moveTo>
                  <a:pt x="4275453" y="3724411"/>
                </a:moveTo>
                <a:lnTo>
                  <a:pt x="4278758" y="3724812"/>
                </a:lnTo>
                <a:lnTo>
                  <a:pt x="4280476" y="3725020"/>
                </a:lnTo>
                <a:close/>
                <a:moveTo>
                  <a:pt x="4270453" y="3723806"/>
                </a:moveTo>
                <a:lnTo>
                  <a:pt x="4273899" y="3724223"/>
                </a:lnTo>
                <a:lnTo>
                  <a:pt x="4275453" y="3724411"/>
                </a:lnTo>
                <a:close/>
                <a:moveTo>
                  <a:pt x="4265151" y="3723164"/>
                </a:moveTo>
                <a:lnTo>
                  <a:pt x="4267606" y="3723461"/>
                </a:lnTo>
                <a:lnTo>
                  <a:pt x="4270453" y="3723806"/>
                </a:lnTo>
                <a:close/>
                <a:moveTo>
                  <a:pt x="4260974" y="3722658"/>
                </a:moveTo>
                <a:lnTo>
                  <a:pt x="4263370" y="3722948"/>
                </a:lnTo>
                <a:lnTo>
                  <a:pt x="4265151" y="3723164"/>
                </a:lnTo>
                <a:close/>
                <a:moveTo>
                  <a:pt x="4259699" y="3722504"/>
                </a:moveTo>
                <a:lnTo>
                  <a:pt x="4259703" y="3722504"/>
                </a:lnTo>
                <a:lnTo>
                  <a:pt x="4260974" y="3722658"/>
                </a:lnTo>
                <a:close/>
                <a:moveTo>
                  <a:pt x="4259663" y="3722500"/>
                </a:moveTo>
                <a:lnTo>
                  <a:pt x="4259697" y="3722504"/>
                </a:lnTo>
                <a:lnTo>
                  <a:pt x="4259699" y="3722504"/>
                </a:lnTo>
                <a:lnTo>
                  <a:pt x="4259693" y="3722503"/>
                </a:lnTo>
                <a:close/>
                <a:moveTo>
                  <a:pt x="4257202" y="3722202"/>
                </a:moveTo>
                <a:lnTo>
                  <a:pt x="4258414" y="3722348"/>
                </a:lnTo>
                <a:lnTo>
                  <a:pt x="4259663" y="3722500"/>
                </a:lnTo>
                <a:close/>
                <a:moveTo>
                  <a:pt x="4249160" y="3721228"/>
                </a:moveTo>
                <a:lnTo>
                  <a:pt x="4254382" y="3721860"/>
                </a:lnTo>
                <a:lnTo>
                  <a:pt x="4257202" y="3722202"/>
                </a:lnTo>
                <a:close/>
                <a:moveTo>
                  <a:pt x="4247657" y="3721046"/>
                </a:moveTo>
                <a:lnTo>
                  <a:pt x="4249160" y="3721228"/>
                </a:lnTo>
                <a:lnTo>
                  <a:pt x="4248830" y="3721188"/>
                </a:lnTo>
                <a:close/>
                <a:moveTo>
                  <a:pt x="4241534" y="3720304"/>
                </a:moveTo>
                <a:lnTo>
                  <a:pt x="4241966" y="3720356"/>
                </a:lnTo>
                <a:lnTo>
                  <a:pt x="4243037" y="3720486"/>
                </a:lnTo>
                <a:lnTo>
                  <a:pt x="4244194" y="3720626"/>
                </a:lnTo>
                <a:lnTo>
                  <a:pt x="4247657" y="3721046"/>
                </a:lnTo>
                <a:close/>
                <a:moveTo>
                  <a:pt x="4240864" y="3720223"/>
                </a:moveTo>
                <a:lnTo>
                  <a:pt x="4241114" y="3720253"/>
                </a:lnTo>
                <a:lnTo>
                  <a:pt x="4241534" y="3720304"/>
                </a:lnTo>
                <a:close/>
                <a:moveTo>
                  <a:pt x="85033" y="3594126"/>
                </a:moveTo>
                <a:lnTo>
                  <a:pt x="78540" y="3594993"/>
                </a:lnTo>
                <a:cubicBezTo>
                  <a:pt x="77448" y="3595139"/>
                  <a:pt x="77884" y="3595079"/>
                  <a:pt x="80508" y="3594730"/>
                </a:cubicBezTo>
                <a:close/>
                <a:moveTo>
                  <a:pt x="85828" y="3594020"/>
                </a:moveTo>
                <a:lnTo>
                  <a:pt x="85756" y="3594030"/>
                </a:lnTo>
                <a:lnTo>
                  <a:pt x="85033" y="3594126"/>
                </a:lnTo>
                <a:close/>
                <a:moveTo>
                  <a:pt x="127734" y="3588429"/>
                </a:moveTo>
                <a:cubicBezTo>
                  <a:pt x="113741" y="3590296"/>
                  <a:pt x="103246" y="3591695"/>
                  <a:pt x="95594" y="3592717"/>
                </a:cubicBezTo>
                <a:lnTo>
                  <a:pt x="85828" y="3594020"/>
                </a:lnTo>
                <a:lnTo>
                  <a:pt x="111991" y="3590529"/>
                </a:lnTo>
                <a:cubicBezTo>
                  <a:pt x="120737" y="3589362"/>
                  <a:pt x="127734" y="3588429"/>
                  <a:pt x="127734" y="3588429"/>
                </a:cubicBezTo>
                <a:close/>
                <a:moveTo>
                  <a:pt x="4818271" y="3549619"/>
                </a:moveTo>
                <a:lnTo>
                  <a:pt x="4817116" y="3559163"/>
                </a:lnTo>
                <a:lnTo>
                  <a:pt x="4816994" y="3560167"/>
                </a:lnTo>
                <a:lnTo>
                  <a:pt x="4816822" y="3561585"/>
                </a:lnTo>
                <a:lnTo>
                  <a:pt x="4815132" y="3575547"/>
                </a:lnTo>
                <a:lnTo>
                  <a:pt x="4812758" y="3595142"/>
                </a:lnTo>
                <a:lnTo>
                  <a:pt x="4811096" y="3608879"/>
                </a:lnTo>
                <a:cubicBezTo>
                  <a:pt x="4811096" y="3608879"/>
                  <a:pt x="4811096" y="3608879"/>
                  <a:pt x="4811993" y="3601472"/>
                </a:cubicBezTo>
                <a:lnTo>
                  <a:pt x="4812758" y="3595142"/>
                </a:lnTo>
                <a:lnTo>
                  <a:pt x="4814123" y="3583879"/>
                </a:lnTo>
                <a:lnTo>
                  <a:pt x="4815132" y="3575547"/>
                </a:lnTo>
                <a:lnTo>
                  <a:pt x="4815244" y="3574620"/>
                </a:lnTo>
                <a:lnTo>
                  <a:pt x="4816822" y="3561585"/>
                </a:lnTo>
                <a:lnTo>
                  <a:pt x="4817116" y="3559163"/>
                </a:lnTo>
                <a:lnTo>
                  <a:pt x="4817893" y="3552744"/>
                </a:lnTo>
                <a:cubicBezTo>
                  <a:pt x="4818271" y="3549619"/>
                  <a:pt x="4818271" y="3549619"/>
                  <a:pt x="4818271" y="3549619"/>
                </a:cubicBezTo>
                <a:close/>
                <a:moveTo>
                  <a:pt x="744570" y="3361008"/>
                </a:moveTo>
                <a:lnTo>
                  <a:pt x="739350" y="3395779"/>
                </a:lnTo>
                <a:cubicBezTo>
                  <a:pt x="729015" y="3451735"/>
                  <a:pt x="715428" y="3510006"/>
                  <a:pt x="695337" y="3572909"/>
                </a:cubicBezTo>
                <a:lnTo>
                  <a:pt x="674963" y="3589155"/>
                </a:lnTo>
                <a:lnTo>
                  <a:pt x="667793" y="3648373"/>
                </a:lnTo>
                <a:cubicBezTo>
                  <a:pt x="660617" y="3707634"/>
                  <a:pt x="646267" y="3826154"/>
                  <a:pt x="639092" y="3885414"/>
                </a:cubicBezTo>
                <a:cubicBezTo>
                  <a:pt x="639092" y="3885414"/>
                  <a:pt x="762690" y="3900379"/>
                  <a:pt x="762690" y="3900379"/>
                </a:cubicBezTo>
                <a:cubicBezTo>
                  <a:pt x="762690" y="3900379"/>
                  <a:pt x="769865" y="3841119"/>
                  <a:pt x="777040" y="3781859"/>
                </a:cubicBezTo>
                <a:cubicBezTo>
                  <a:pt x="784215" y="3722599"/>
                  <a:pt x="791390" y="3663339"/>
                  <a:pt x="798565" y="3604078"/>
                </a:cubicBezTo>
                <a:cubicBezTo>
                  <a:pt x="805741" y="3544819"/>
                  <a:pt x="812916" y="3485559"/>
                  <a:pt x="820090" y="3426298"/>
                </a:cubicBezTo>
                <a:cubicBezTo>
                  <a:pt x="790985" y="3407743"/>
                  <a:pt x="769604" y="3390121"/>
                  <a:pt x="754017" y="3373202"/>
                </a:cubicBezTo>
                <a:close/>
                <a:moveTo>
                  <a:pt x="4483353" y="3208424"/>
                </a:moveTo>
                <a:cubicBezTo>
                  <a:pt x="4483353" y="3208424"/>
                  <a:pt x="4476178" y="3267684"/>
                  <a:pt x="4476178" y="3267684"/>
                </a:cubicBezTo>
                <a:cubicBezTo>
                  <a:pt x="4599775" y="3282649"/>
                  <a:pt x="4599775" y="3282649"/>
                  <a:pt x="4599775" y="3282649"/>
                </a:cubicBezTo>
                <a:cubicBezTo>
                  <a:pt x="4606951" y="3223389"/>
                  <a:pt x="4606951" y="3223389"/>
                  <a:pt x="4606951" y="3223389"/>
                </a:cubicBezTo>
                <a:cubicBezTo>
                  <a:pt x="4606951" y="3223389"/>
                  <a:pt x="4483353" y="3208424"/>
                  <a:pt x="4483353" y="3208424"/>
                </a:cubicBezTo>
                <a:close/>
                <a:moveTo>
                  <a:pt x="775777" y="3153120"/>
                </a:moveTo>
                <a:lnTo>
                  <a:pt x="768290" y="3202996"/>
                </a:lnTo>
                <a:lnTo>
                  <a:pt x="775542" y="3195422"/>
                </a:lnTo>
                <a:cubicBezTo>
                  <a:pt x="779336" y="3188364"/>
                  <a:pt x="780715" y="3181015"/>
                  <a:pt x="780405" y="3173462"/>
                </a:cubicBezTo>
                <a:close/>
                <a:moveTo>
                  <a:pt x="4257349" y="3003469"/>
                </a:moveTo>
                <a:lnTo>
                  <a:pt x="4256785" y="3008122"/>
                </a:lnTo>
                <a:cubicBezTo>
                  <a:pt x="4255888" y="3015529"/>
                  <a:pt x="4254095" y="3030344"/>
                  <a:pt x="4250508" y="3059974"/>
                </a:cubicBezTo>
                <a:cubicBezTo>
                  <a:pt x="4250508" y="3059974"/>
                  <a:pt x="4221402" y="3041417"/>
                  <a:pt x="4191399" y="3030269"/>
                </a:cubicBezTo>
                <a:lnTo>
                  <a:pt x="4171671" y="3026561"/>
                </a:lnTo>
                <a:lnTo>
                  <a:pt x="4157638" y="3050676"/>
                </a:lnTo>
                <a:lnTo>
                  <a:pt x="4171201" y="3152317"/>
                </a:lnTo>
                <a:lnTo>
                  <a:pt x="4182644" y="3167317"/>
                </a:lnTo>
                <a:cubicBezTo>
                  <a:pt x="4195515" y="3190484"/>
                  <a:pt x="4200325" y="3215494"/>
                  <a:pt x="4197186" y="3241421"/>
                </a:cubicBezTo>
                <a:lnTo>
                  <a:pt x="4187752" y="3276352"/>
                </a:lnTo>
                <a:lnTo>
                  <a:pt x="4205011" y="3405685"/>
                </a:lnTo>
                <a:lnTo>
                  <a:pt x="4194615" y="3413980"/>
                </a:lnTo>
                <a:lnTo>
                  <a:pt x="4207457" y="3415534"/>
                </a:lnTo>
                <a:cubicBezTo>
                  <a:pt x="4200282" y="3474794"/>
                  <a:pt x="4193107" y="3534054"/>
                  <a:pt x="4185931" y="3593315"/>
                </a:cubicBezTo>
                <a:cubicBezTo>
                  <a:pt x="4178757" y="3652574"/>
                  <a:pt x="4178757" y="3652574"/>
                  <a:pt x="4295179" y="3726800"/>
                </a:cubicBezTo>
                <a:cubicBezTo>
                  <a:pt x="4295179" y="3726800"/>
                  <a:pt x="4293248" y="3726566"/>
                  <a:pt x="4290109" y="3726186"/>
                </a:cubicBezTo>
                <a:lnTo>
                  <a:pt x="4287673" y="3725891"/>
                </a:lnTo>
                <a:lnTo>
                  <a:pt x="4280629" y="3725038"/>
                </a:lnTo>
                <a:lnTo>
                  <a:pt x="4278758" y="3724812"/>
                </a:lnTo>
                <a:lnTo>
                  <a:pt x="4277798" y="3724695"/>
                </a:lnTo>
                <a:lnTo>
                  <a:pt x="4273899" y="3724223"/>
                </a:lnTo>
                <a:lnTo>
                  <a:pt x="4267606" y="3723461"/>
                </a:lnTo>
                <a:lnTo>
                  <a:pt x="4263370" y="3722948"/>
                </a:lnTo>
                <a:lnTo>
                  <a:pt x="4259703" y="3722504"/>
                </a:lnTo>
                <a:lnTo>
                  <a:pt x="4259697" y="3722504"/>
                </a:lnTo>
                <a:lnTo>
                  <a:pt x="4258414" y="3722348"/>
                </a:lnTo>
                <a:lnTo>
                  <a:pt x="4244194" y="3720626"/>
                </a:lnTo>
                <a:lnTo>
                  <a:pt x="4241966" y="3720356"/>
                </a:lnTo>
                <a:lnTo>
                  <a:pt x="4241114" y="3720253"/>
                </a:lnTo>
                <a:lnTo>
                  <a:pt x="4223724" y="3718148"/>
                </a:lnTo>
                <a:cubicBezTo>
                  <a:pt x="4171582" y="3711834"/>
                  <a:pt x="4171582" y="3711834"/>
                  <a:pt x="4171582" y="3711834"/>
                </a:cubicBezTo>
                <a:cubicBezTo>
                  <a:pt x="4288004" y="3786059"/>
                  <a:pt x="4295179" y="3726800"/>
                  <a:pt x="4295179" y="3726800"/>
                </a:cubicBezTo>
                <a:cubicBezTo>
                  <a:pt x="4309530" y="3608279"/>
                  <a:pt x="4323879" y="3489759"/>
                  <a:pt x="4207457" y="3415534"/>
                </a:cubicBezTo>
                <a:cubicBezTo>
                  <a:pt x="4214632" y="3356274"/>
                  <a:pt x="4221807" y="3297014"/>
                  <a:pt x="4221807" y="3297014"/>
                </a:cubicBezTo>
                <a:cubicBezTo>
                  <a:pt x="4236158" y="3178494"/>
                  <a:pt x="4243333" y="3119234"/>
                  <a:pt x="4250508" y="3059974"/>
                </a:cubicBezTo>
                <a:close/>
                <a:moveTo>
                  <a:pt x="4798152" y="2680013"/>
                </a:moveTo>
                <a:cubicBezTo>
                  <a:pt x="4797816" y="2682791"/>
                  <a:pt x="4796919" y="2690199"/>
                  <a:pt x="4795125" y="2705014"/>
                </a:cubicBezTo>
                <a:cubicBezTo>
                  <a:pt x="4795125" y="2705014"/>
                  <a:pt x="4799160" y="2671681"/>
                  <a:pt x="4798152" y="2680013"/>
                </a:cubicBezTo>
                <a:close/>
                <a:moveTo>
                  <a:pt x="4216106" y="2635019"/>
                </a:moveTo>
                <a:lnTo>
                  <a:pt x="4237998" y="2799064"/>
                </a:lnTo>
                <a:cubicBezTo>
                  <a:pt x="4224992" y="2808328"/>
                  <a:pt x="4215484" y="2817124"/>
                  <a:pt x="4208616" y="2825685"/>
                </a:cubicBezTo>
                <a:lnTo>
                  <a:pt x="4201872" y="2838234"/>
                </a:lnTo>
                <a:lnTo>
                  <a:pt x="4220873" y="2851572"/>
                </a:lnTo>
                <a:cubicBezTo>
                  <a:pt x="4249531" y="2873832"/>
                  <a:pt x="4248185" y="2884944"/>
                  <a:pt x="4215044" y="2899721"/>
                </a:cubicBezTo>
                <a:lnTo>
                  <a:pt x="4195342" y="2907388"/>
                </a:lnTo>
                <a:lnTo>
                  <a:pt x="4197884" y="2932036"/>
                </a:lnTo>
                <a:cubicBezTo>
                  <a:pt x="4198381" y="2942437"/>
                  <a:pt x="4198081" y="2953534"/>
                  <a:pt x="4196126" y="2965557"/>
                </a:cubicBezTo>
                <a:lnTo>
                  <a:pt x="4188380" y="2991438"/>
                </a:lnTo>
                <a:lnTo>
                  <a:pt x="4216900" y="2995659"/>
                </a:lnTo>
                <a:lnTo>
                  <a:pt x="4257683" y="3000714"/>
                </a:lnTo>
                <a:lnTo>
                  <a:pt x="4271136" y="2889601"/>
                </a:lnTo>
                <a:cubicBezTo>
                  <a:pt x="4277415" y="2837749"/>
                  <a:pt x="4282795" y="2793304"/>
                  <a:pt x="4286384" y="2763674"/>
                </a:cubicBezTo>
                <a:cubicBezTo>
                  <a:pt x="4293559" y="2704414"/>
                  <a:pt x="4293559" y="2704414"/>
                  <a:pt x="4293559" y="2704414"/>
                </a:cubicBezTo>
                <a:cubicBezTo>
                  <a:pt x="4299836" y="2652561"/>
                  <a:pt x="4300622" y="2646080"/>
                  <a:pt x="4217919" y="2635244"/>
                </a:cubicBezTo>
                <a:close/>
                <a:moveTo>
                  <a:pt x="4220187" y="2274628"/>
                </a:moveTo>
                <a:cubicBezTo>
                  <a:pt x="4220187" y="2274628"/>
                  <a:pt x="4213011" y="2333889"/>
                  <a:pt x="4213011" y="2333889"/>
                </a:cubicBezTo>
                <a:cubicBezTo>
                  <a:pt x="4205835" y="2393149"/>
                  <a:pt x="4205835" y="2393149"/>
                  <a:pt x="4198661" y="2452409"/>
                </a:cubicBezTo>
                <a:lnTo>
                  <a:pt x="4195368" y="2479603"/>
                </a:lnTo>
                <a:lnTo>
                  <a:pt x="4197286" y="2493977"/>
                </a:lnTo>
                <a:cubicBezTo>
                  <a:pt x="4198027" y="2499525"/>
                  <a:pt x="4198519" y="2503222"/>
                  <a:pt x="4198519" y="2503222"/>
                </a:cubicBezTo>
                <a:cubicBezTo>
                  <a:pt x="4198519" y="2503222"/>
                  <a:pt x="4198519" y="2503222"/>
                  <a:pt x="4206416" y="2562391"/>
                </a:cubicBezTo>
                <a:cubicBezTo>
                  <a:pt x="4206416" y="2562391"/>
                  <a:pt x="4206416" y="2562391"/>
                  <a:pt x="4207403" y="2569786"/>
                </a:cubicBezTo>
                <a:lnTo>
                  <a:pt x="4207937" y="2573790"/>
                </a:lnTo>
                <a:lnTo>
                  <a:pt x="4246110" y="2578411"/>
                </a:lnTo>
                <a:cubicBezTo>
                  <a:pt x="4277009" y="2582152"/>
                  <a:pt x="4307908" y="2585894"/>
                  <a:pt x="4307908" y="2585894"/>
                </a:cubicBezTo>
                <a:cubicBezTo>
                  <a:pt x="4315084" y="2526634"/>
                  <a:pt x="4315084" y="2526634"/>
                  <a:pt x="4322259" y="2467374"/>
                </a:cubicBezTo>
                <a:cubicBezTo>
                  <a:pt x="4198661" y="2452409"/>
                  <a:pt x="4329434" y="2408114"/>
                  <a:pt x="4329434" y="2408114"/>
                </a:cubicBezTo>
                <a:cubicBezTo>
                  <a:pt x="4336609" y="2348853"/>
                  <a:pt x="4213011" y="2333889"/>
                  <a:pt x="4220187" y="2274628"/>
                </a:cubicBezTo>
                <a:close/>
                <a:moveTo>
                  <a:pt x="4512606" y="1931054"/>
                </a:moveTo>
                <a:lnTo>
                  <a:pt x="4510433" y="1948998"/>
                </a:lnTo>
                <a:cubicBezTo>
                  <a:pt x="4510433" y="1948998"/>
                  <a:pt x="4511442" y="1940664"/>
                  <a:pt x="4512325" y="1933372"/>
                </a:cubicBezTo>
                <a:close/>
                <a:moveTo>
                  <a:pt x="4513460" y="1923998"/>
                </a:moveTo>
                <a:cubicBezTo>
                  <a:pt x="4513712" y="1921914"/>
                  <a:pt x="4513649" y="1922435"/>
                  <a:pt x="4513413" y="1924388"/>
                </a:cubicBezTo>
                <a:lnTo>
                  <a:pt x="4512606" y="1931054"/>
                </a:lnTo>
                <a:close/>
                <a:moveTo>
                  <a:pt x="179321" y="1413554"/>
                </a:moveTo>
                <a:cubicBezTo>
                  <a:pt x="179321" y="1413554"/>
                  <a:pt x="179321" y="1413554"/>
                  <a:pt x="180308" y="1420950"/>
                </a:cubicBezTo>
                <a:lnTo>
                  <a:pt x="181983" y="1433500"/>
                </a:lnTo>
                <a:lnTo>
                  <a:pt x="182652" y="1438515"/>
                </a:lnTo>
                <a:cubicBezTo>
                  <a:pt x="183764" y="1446836"/>
                  <a:pt x="185243" y="1457930"/>
                  <a:pt x="187218" y="1472722"/>
                </a:cubicBezTo>
                <a:cubicBezTo>
                  <a:pt x="187218" y="1472722"/>
                  <a:pt x="187218" y="1472722"/>
                  <a:pt x="183887" y="1447760"/>
                </a:cubicBezTo>
                <a:lnTo>
                  <a:pt x="181983" y="1433500"/>
                </a:lnTo>
                <a:close/>
                <a:moveTo>
                  <a:pt x="700483" y="1306834"/>
                </a:moveTo>
                <a:lnTo>
                  <a:pt x="697501" y="1309473"/>
                </a:lnTo>
                <a:cubicBezTo>
                  <a:pt x="631036" y="1383387"/>
                  <a:pt x="644853" y="1486932"/>
                  <a:pt x="658670" y="1590476"/>
                </a:cubicBezTo>
                <a:cubicBezTo>
                  <a:pt x="658670" y="1590476"/>
                  <a:pt x="659164" y="1594175"/>
                  <a:pt x="661530" y="1598564"/>
                </a:cubicBezTo>
                <a:lnTo>
                  <a:pt x="664815" y="1601416"/>
                </a:lnTo>
                <a:lnTo>
                  <a:pt x="666263" y="1589463"/>
                </a:lnTo>
                <a:lnTo>
                  <a:pt x="663262" y="1589864"/>
                </a:lnTo>
                <a:cubicBezTo>
                  <a:pt x="660420" y="1590243"/>
                  <a:pt x="658670" y="1590476"/>
                  <a:pt x="658670" y="1590476"/>
                </a:cubicBezTo>
                <a:lnTo>
                  <a:pt x="666849" y="1584622"/>
                </a:lnTo>
                <a:lnTo>
                  <a:pt x="669259" y="1564713"/>
                </a:lnTo>
                <a:cubicBezTo>
                  <a:pt x="672175" y="1540638"/>
                  <a:pt x="675313" y="1514711"/>
                  <a:pt x="678901" y="1485082"/>
                </a:cubicBezTo>
                <a:cubicBezTo>
                  <a:pt x="682489" y="1455452"/>
                  <a:pt x="687870" y="1411006"/>
                  <a:pt x="693251" y="1366562"/>
                </a:cubicBezTo>
                <a:close/>
                <a:moveTo>
                  <a:pt x="475669" y="1072899"/>
                </a:moveTo>
                <a:cubicBezTo>
                  <a:pt x="475669" y="1072899"/>
                  <a:pt x="363728" y="1087837"/>
                  <a:pt x="363728" y="1087837"/>
                </a:cubicBezTo>
                <a:cubicBezTo>
                  <a:pt x="363728" y="1087837"/>
                  <a:pt x="363728" y="1087837"/>
                  <a:pt x="371623" y="1147005"/>
                </a:cubicBezTo>
                <a:cubicBezTo>
                  <a:pt x="371623" y="1147005"/>
                  <a:pt x="371623" y="1147005"/>
                  <a:pt x="483565" y="1132068"/>
                </a:cubicBezTo>
                <a:cubicBezTo>
                  <a:pt x="483565" y="1132068"/>
                  <a:pt x="475669" y="1072899"/>
                  <a:pt x="475669" y="1072899"/>
                </a:cubicBezTo>
                <a:close/>
                <a:moveTo>
                  <a:pt x="2572792" y="777930"/>
                </a:moveTo>
                <a:lnTo>
                  <a:pt x="2591267" y="790269"/>
                </a:lnTo>
                <a:lnTo>
                  <a:pt x="2604002" y="799866"/>
                </a:lnTo>
                <a:lnTo>
                  <a:pt x="2603797" y="798330"/>
                </a:lnTo>
                <a:cubicBezTo>
                  <a:pt x="2603057" y="792782"/>
                  <a:pt x="2602564" y="789085"/>
                  <a:pt x="2602564" y="789085"/>
                </a:cubicBezTo>
                <a:close/>
                <a:moveTo>
                  <a:pt x="3841819" y="683940"/>
                </a:moveTo>
                <a:cubicBezTo>
                  <a:pt x="3841819" y="683940"/>
                  <a:pt x="3849715" y="743108"/>
                  <a:pt x="3849715" y="743108"/>
                </a:cubicBezTo>
                <a:cubicBezTo>
                  <a:pt x="3857610" y="802276"/>
                  <a:pt x="3865506" y="861445"/>
                  <a:pt x="3873401" y="920613"/>
                </a:cubicBezTo>
                <a:cubicBezTo>
                  <a:pt x="3881297" y="979782"/>
                  <a:pt x="3777250" y="1053888"/>
                  <a:pt x="3897086" y="1098118"/>
                </a:cubicBezTo>
                <a:cubicBezTo>
                  <a:pt x="3904983" y="1157287"/>
                  <a:pt x="3912877" y="1216455"/>
                  <a:pt x="3808832" y="1290561"/>
                </a:cubicBezTo>
                <a:cubicBezTo>
                  <a:pt x="3816728" y="1349730"/>
                  <a:pt x="3824623" y="1408898"/>
                  <a:pt x="3832518" y="1468067"/>
                </a:cubicBezTo>
                <a:cubicBezTo>
                  <a:pt x="3840414" y="1527235"/>
                  <a:pt x="3848308" y="1586403"/>
                  <a:pt x="3856205" y="1645571"/>
                </a:cubicBezTo>
                <a:cubicBezTo>
                  <a:pt x="3864099" y="1704740"/>
                  <a:pt x="3871996" y="1763908"/>
                  <a:pt x="3871996" y="1763908"/>
                </a:cubicBezTo>
                <a:cubicBezTo>
                  <a:pt x="3871996" y="1763908"/>
                  <a:pt x="3983938" y="1748971"/>
                  <a:pt x="3983938" y="1748971"/>
                </a:cubicBezTo>
                <a:cubicBezTo>
                  <a:pt x="3976042" y="1689802"/>
                  <a:pt x="3960251" y="1571465"/>
                  <a:pt x="3952356" y="1512297"/>
                </a:cubicBezTo>
                <a:cubicBezTo>
                  <a:pt x="3936565" y="1393961"/>
                  <a:pt x="3920774" y="1275623"/>
                  <a:pt x="3912877" y="1216455"/>
                </a:cubicBezTo>
                <a:cubicBezTo>
                  <a:pt x="3904983" y="1157287"/>
                  <a:pt x="3897086" y="1098118"/>
                  <a:pt x="4001134" y="1024013"/>
                </a:cubicBezTo>
                <a:cubicBezTo>
                  <a:pt x="3985343" y="905676"/>
                  <a:pt x="3857610" y="802276"/>
                  <a:pt x="3849715" y="743108"/>
                </a:cubicBezTo>
                <a:cubicBezTo>
                  <a:pt x="3961655" y="728170"/>
                  <a:pt x="3841819" y="683940"/>
                  <a:pt x="3841819" y="683940"/>
                </a:cubicBezTo>
                <a:close/>
                <a:moveTo>
                  <a:pt x="180727" y="570259"/>
                </a:moveTo>
                <a:lnTo>
                  <a:pt x="188622" y="629427"/>
                </a:lnTo>
                <a:lnTo>
                  <a:pt x="191583" y="651615"/>
                </a:lnTo>
                <a:lnTo>
                  <a:pt x="192154" y="655893"/>
                </a:lnTo>
                <a:lnTo>
                  <a:pt x="194442" y="673045"/>
                </a:lnTo>
                <a:lnTo>
                  <a:pt x="195160" y="678426"/>
                </a:lnTo>
                <a:cubicBezTo>
                  <a:pt x="196024" y="684897"/>
                  <a:pt x="196518" y="688596"/>
                  <a:pt x="196518" y="688596"/>
                </a:cubicBezTo>
                <a:cubicBezTo>
                  <a:pt x="100367" y="821869"/>
                  <a:pt x="220204" y="866100"/>
                  <a:pt x="116158" y="940206"/>
                </a:cubicBezTo>
                <a:cubicBezTo>
                  <a:pt x="100367" y="821869"/>
                  <a:pt x="84576" y="703533"/>
                  <a:pt x="68785" y="585196"/>
                </a:cubicBezTo>
                <a:cubicBezTo>
                  <a:pt x="68785" y="585196"/>
                  <a:pt x="68785" y="585196"/>
                  <a:pt x="180727" y="570259"/>
                </a:cubicBezTo>
                <a:close/>
                <a:moveTo>
                  <a:pt x="177396" y="545297"/>
                </a:moveTo>
                <a:cubicBezTo>
                  <a:pt x="177766" y="548070"/>
                  <a:pt x="178753" y="555467"/>
                  <a:pt x="180727" y="570259"/>
                </a:cubicBezTo>
                <a:cubicBezTo>
                  <a:pt x="180727" y="570259"/>
                  <a:pt x="176285" y="536977"/>
                  <a:pt x="177396" y="545297"/>
                </a:cubicBezTo>
                <a:close/>
                <a:moveTo>
                  <a:pt x="740436" y="495570"/>
                </a:moveTo>
                <a:cubicBezTo>
                  <a:pt x="628494" y="510508"/>
                  <a:pt x="628494" y="510508"/>
                  <a:pt x="636389" y="569677"/>
                </a:cubicBezTo>
                <a:cubicBezTo>
                  <a:pt x="636389" y="569677"/>
                  <a:pt x="636389" y="569677"/>
                  <a:pt x="644286" y="628845"/>
                </a:cubicBezTo>
                <a:cubicBezTo>
                  <a:pt x="648234" y="658429"/>
                  <a:pt x="654155" y="702806"/>
                  <a:pt x="661064" y="754578"/>
                </a:cubicBezTo>
                <a:lnTo>
                  <a:pt x="675867" y="865518"/>
                </a:lnTo>
                <a:cubicBezTo>
                  <a:pt x="675867" y="865518"/>
                  <a:pt x="675867" y="865518"/>
                  <a:pt x="676854" y="872914"/>
                </a:cubicBezTo>
                <a:lnTo>
                  <a:pt x="678358" y="884182"/>
                </a:lnTo>
                <a:lnTo>
                  <a:pt x="679198" y="890480"/>
                </a:lnTo>
                <a:cubicBezTo>
                  <a:pt x="680309" y="898801"/>
                  <a:pt x="681789" y="909895"/>
                  <a:pt x="683763" y="924687"/>
                </a:cubicBezTo>
                <a:cubicBezTo>
                  <a:pt x="691658" y="983855"/>
                  <a:pt x="699553" y="1043024"/>
                  <a:pt x="715344" y="1161360"/>
                </a:cubicBezTo>
                <a:cubicBezTo>
                  <a:pt x="715344" y="1161360"/>
                  <a:pt x="717318" y="1176153"/>
                  <a:pt x="720278" y="1198340"/>
                </a:cubicBezTo>
                <a:lnTo>
                  <a:pt x="722180" y="1212589"/>
                </a:lnTo>
                <a:lnTo>
                  <a:pt x="731485" y="1196441"/>
                </a:lnTo>
                <a:lnTo>
                  <a:pt x="754170" y="1158665"/>
                </a:lnTo>
                <a:lnTo>
                  <a:pt x="747020" y="1145254"/>
                </a:lnTo>
                <a:cubicBezTo>
                  <a:pt x="731019" y="1105398"/>
                  <a:pt x="731178" y="1066562"/>
                  <a:pt x="747911" y="1031866"/>
                </a:cubicBezTo>
                <a:lnTo>
                  <a:pt x="752304" y="1025318"/>
                </a:lnTo>
                <a:lnTo>
                  <a:pt x="736302" y="1011001"/>
                </a:lnTo>
                <a:cubicBezTo>
                  <a:pt x="738096" y="996186"/>
                  <a:pt x="747614" y="982307"/>
                  <a:pt x="760883" y="969821"/>
                </a:cubicBezTo>
                <a:lnTo>
                  <a:pt x="800074" y="942502"/>
                </a:lnTo>
                <a:lnTo>
                  <a:pt x="799036" y="934711"/>
                </a:lnTo>
                <a:cubicBezTo>
                  <a:pt x="795704" y="909749"/>
                  <a:pt x="795704" y="909749"/>
                  <a:pt x="795704" y="909749"/>
                </a:cubicBezTo>
                <a:cubicBezTo>
                  <a:pt x="787808" y="850581"/>
                  <a:pt x="683763" y="924687"/>
                  <a:pt x="683763" y="924687"/>
                </a:cubicBezTo>
                <a:lnTo>
                  <a:pt x="678358" y="884182"/>
                </a:lnTo>
                <a:lnTo>
                  <a:pt x="675867" y="865518"/>
                </a:lnTo>
                <a:lnTo>
                  <a:pt x="712801" y="860472"/>
                </a:lnTo>
                <a:cubicBezTo>
                  <a:pt x="787685" y="849656"/>
                  <a:pt x="786821" y="843185"/>
                  <a:pt x="779913" y="791412"/>
                </a:cubicBezTo>
                <a:cubicBezTo>
                  <a:pt x="660076" y="747181"/>
                  <a:pt x="660076" y="747181"/>
                  <a:pt x="764122" y="673076"/>
                </a:cubicBezTo>
                <a:cubicBezTo>
                  <a:pt x="764122" y="673076"/>
                  <a:pt x="756226" y="613908"/>
                  <a:pt x="748331" y="554739"/>
                </a:cubicBezTo>
                <a:cubicBezTo>
                  <a:pt x="748331" y="554739"/>
                  <a:pt x="740436" y="495570"/>
                  <a:pt x="740436" y="495570"/>
                </a:cubicBezTo>
                <a:close/>
                <a:moveTo>
                  <a:pt x="4250109" y="328347"/>
                </a:moveTo>
                <a:cubicBezTo>
                  <a:pt x="4258004" y="387516"/>
                  <a:pt x="4258004" y="387516"/>
                  <a:pt x="4258004" y="387516"/>
                </a:cubicBezTo>
                <a:cubicBezTo>
                  <a:pt x="4146063" y="402453"/>
                  <a:pt x="4258004" y="387516"/>
                  <a:pt x="4250109" y="328347"/>
                </a:cubicBezTo>
                <a:close/>
                <a:moveTo>
                  <a:pt x="1948109" y="153751"/>
                </a:moveTo>
                <a:cubicBezTo>
                  <a:pt x="1956005" y="212920"/>
                  <a:pt x="1851958" y="287026"/>
                  <a:pt x="1963900" y="272089"/>
                </a:cubicBezTo>
                <a:cubicBezTo>
                  <a:pt x="1963900" y="272089"/>
                  <a:pt x="1963900" y="272089"/>
                  <a:pt x="1967231" y="297050"/>
                </a:cubicBezTo>
                <a:lnTo>
                  <a:pt x="1970065" y="318284"/>
                </a:lnTo>
                <a:lnTo>
                  <a:pt x="1972419" y="335927"/>
                </a:lnTo>
                <a:lnTo>
                  <a:pt x="1973029" y="340502"/>
                </a:lnTo>
                <a:lnTo>
                  <a:pt x="1973725" y="345712"/>
                </a:lnTo>
                <a:lnTo>
                  <a:pt x="1974756" y="353445"/>
                </a:lnTo>
                <a:lnTo>
                  <a:pt x="1974973" y="355067"/>
                </a:lnTo>
                <a:lnTo>
                  <a:pt x="1975743" y="360842"/>
                </a:lnTo>
                <a:lnTo>
                  <a:pt x="1976454" y="366164"/>
                </a:lnTo>
                <a:lnTo>
                  <a:pt x="1974973" y="355067"/>
                </a:lnTo>
                <a:lnTo>
                  <a:pt x="1973725" y="345712"/>
                </a:lnTo>
                <a:lnTo>
                  <a:pt x="1972419" y="335927"/>
                </a:lnTo>
                <a:lnTo>
                  <a:pt x="1971796" y="331257"/>
                </a:lnTo>
                <a:lnTo>
                  <a:pt x="1970065" y="318284"/>
                </a:lnTo>
                <a:lnTo>
                  <a:pt x="1963900" y="272089"/>
                </a:lnTo>
                <a:cubicBezTo>
                  <a:pt x="1956005" y="212920"/>
                  <a:pt x="1948109" y="153751"/>
                  <a:pt x="1948109" y="153751"/>
                </a:cubicBezTo>
                <a:close/>
                <a:moveTo>
                  <a:pt x="693064" y="140560"/>
                </a:moveTo>
                <a:cubicBezTo>
                  <a:pt x="700959" y="199729"/>
                  <a:pt x="589016" y="214666"/>
                  <a:pt x="596912" y="273835"/>
                </a:cubicBezTo>
                <a:cubicBezTo>
                  <a:pt x="596912" y="273835"/>
                  <a:pt x="716750" y="318066"/>
                  <a:pt x="604807" y="333002"/>
                </a:cubicBezTo>
                <a:cubicBezTo>
                  <a:pt x="612703" y="392171"/>
                  <a:pt x="612703" y="392171"/>
                  <a:pt x="620598" y="451340"/>
                </a:cubicBezTo>
                <a:cubicBezTo>
                  <a:pt x="620598" y="451340"/>
                  <a:pt x="732541" y="436402"/>
                  <a:pt x="732541" y="436402"/>
                </a:cubicBezTo>
                <a:cubicBezTo>
                  <a:pt x="724645" y="377233"/>
                  <a:pt x="724645" y="377233"/>
                  <a:pt x="716750" y="318066"/>
                </a:cubicBezTo>
                <a:cubicBezTo>
                  <a:pt x="708855" y="258897"/>
                  <a:pt x="708855" y="258897"/>
                  <a:pt x="700959" y="199729"/>
                </a:cubicBezTo>
                <a:cubicBezTo>
                  <a:pt x="700959" y="199729"/>
                  <a:pt x="693064" y="140560"/>
                  <a:pt x="693064" y="140560"/>
                </a:cubicBezTo>
                <a:close/>
                <a:moveTo>
                  <a:pt x="369786" y="0"/>
                </a:moveTo>
                <a:lnTo>
                  <a:pt x="1231731" y="0"/>
                </a:lnTo>
                <a:lnTo>
                  <a:pt x="1244877" y="6704"/>
                </a:lnTo>
                <a:cubicBezTo>
                  <a:pt x="1244877" y="6704"/>
                  <a:pt x="1252772" y="65872"/>
                  <a:pt x="1260668" y="125041"/>
                </a:cubicBezTo>
                <a:cubicBezTo>
                  <a:pt x="1260668" y="125041"/>
                  <a:pt x="1260668" y="125041"/>
                  <a:pt x="1372609" y="110103"/>
                </a:cubicBezTo>
                <a:cubicBezTo>
                  <a:pt x="1368661" y="80519"/>
                  <a:pt x="1365207" y="54633"/>
                  <a:pt x="1360251" y="30829"/>
                </a:cubicBezTo>
                <a:lnTo>
                  <a:pt x="1350384" y="0"/>
                </a:lnTo>
                <a:lnTo>
                  <a:pt x="2383333" y="0"/>
                </a:lnTo>
                <a:lnTo>
                  <a:pt x="2384033" y="5249"/>
                </a:lnTo>
                <a:cubicBezTo>
                  <a:pt x="2386007" y="20041"/>
                  <a:pt x="2387981" y="34834"/>
                  <a:pt x="2387981" y="34834"/>
                </a:cubicBezTo>
                <a:cubicBezTo>
                  <a:pt x="2395876" y="94001"/>
                  <a:pt x="2291830" y="168107"/>
                  <a:pt x="2291830" y="168107"/>
                </a:cubicBezTo>
                <a:cubicBezTo>
                  <a:pt x="2411667" y="212338"/>
                  <a:pt x="2315516" y="345613"/>
                  <a:pt x="2435354" y="389844"/>
                </a:cubicBezTo>
                <a:cubicBezTo>
                  <a:pt x="2443249" y="449012"/>
                  <a:pt x="2451145" y="508180"/>
                  <a:pt x="2466935" y="626517"/>
                </a:cubicBezTo>
                <a:cubicBezTo>
                  <a:pt x="2470883" y="656102"/>
                  <a:pt x="2474831" y="685686"/>
                  <a:pt x="2477792" y="707874"/>
                </a:cubicBezTo>
                <a:lnTo>
                  <a:pt x="2479035" y="717192"/>
                </a:lnTo>
                <a:lnTo>
                  <a:pt x="2511581" y="738322"/>
                </a:lnTo>
                <a:lnTo>
                  <a:pt x="2514448" y="729094"/>
                </a:lnTo>
                <a:cubicBezTo>
                  <a:pt x="2523370" y="715906"/>
                  <a:pt x="2547756" y="698538"/>
                  <a:pt x="2586773" y="670748"/>
                </a:cubicBezTo>
                <a:cubicBezTo>
                  <a:pt x="2578877" y="611579"/>
                  <a:pt x="2570982" y="552411"/>
                  <a:pt x="2563086" y="493242"/>
                </a:cubicBezTo>
                <a:cubicBezTo>
                  <a:pt x="2563086" y="493242"/>
                  <a:pt x="2555191" y="434075"/>
                  <a:pt x="2555191" y="434075"/>
                </a:cubicBezTo>
                <a:cubicBezTo>
                  <a:pt x="2443249" y="449012"/>
                  <a:pt x="2435354" y="389844"/>
                  <a:pt x="2539400" y="315738"/>
                </a:cubicBezTo>
                <a:cubicBezTo>
                  <a:pt x="2539400" y="315738"/>
                  <a:pt x="2539400" y="315738"/>
                  <a:pt x="2531504" y="256569"/>
                </a:cubicBezTo>
                <a:cubicBezTo>
                  <a:pt x="2419563" y="271507"/>
                  <a:pt x="2419563" y="271507"/>
                  <a:pt x="2411667" y="212338"/>
                </a:cubicBezTo>
                <a:cubicBezTo>
                  <a:pt x="2403772" y="153170"/>
                  <a:pt x="2403772" y="153170"/>
                  <a:pt x="2507818" y="79065"/>
                </a:cubicBezTo>
                <a:cubicBezTo>
                  <a:pt x="2507818" y="79065"/>
                  <a:pt x="2499923" y="19896"/>
                  <a:pt x="2499923" y="19896"/>
                </a:cubicBezTo>
                <a:cubicBezTo>
                  <a:pt x="2443952" y="27365"/>
                  <a:pt x="2413992" y="16307"/>
                  <a:pt x="2398026" y="3382"/>
                </a:cubicBezTo>
                <a:lnTo>
                  <a:pt x="2395321" y="0"/>
                </a:lnTo>
                <a:lnTo>
                  <a:pt x="4129727" y="0"/>
                </a:lnTo>
                <a:lnTo>
                  <a:pt x="4126525" y="2561"/>
                </a:lnTo>
                <a:cubicBezTo>
                  <a:pt x="4111347" y="22230"/>
                  <a:pt x="4140668" y="41841"/>
                  <a:pt x="4210632" y="32505"/>
                </a:cubicBezTo>
                <a:cubicBezTo>
                  <a:pt x="4210632" y="32505"/>
                  <a:pt x="4218527" y="91674"/>
                  <a:pt x="4218527" y="91674"/>
                </a:cubicBezTo>
                <a:cubicBezTo>
                  <a:pt x="4106585" y="106612"/>
                  <a:pt x="4226423" y="150842"/>
                  <a:pt x="4226423" y="150842"/>
                </a:cubicBezTo>
                <a:cubicBezTo>
                  <a:pt x="4234318" y="210011"/>
                  <a:pt x="4242213" y="269179"/>
                  <a:pt x="4242213" y="269179"/>
                </a:cubicBezTo>
                <a:cubicBezTo>
                  <a:pt x="4250109" y="328347"/>
                  <a:pt x="4250109" y="328347"/>
                  <a:pt x="4250109" y="328347"/>
                </a:cubicBezTo>
                <a:cubicBezTo>
                  <a:pt x="4250109" y="328347"/>
                  <a:pt x="4242213" y="269179"/>
                  <a:pt x="4122376" y="224949"/>
                </a:cubicBezTo>
                <a:cubicBezTo>
                  <a:pt x="4122376" y="224949"/>
                  <a:pt x="4130272" y="284116"/>
                  <a:pt x="4130272" y="284116"/>
                </a:cubicBezTo>
                <a:cubicBezTo>
                  <a:pt x="4146063" y="402453"/>
                  <a:pt x="4161854" y="520790"/>
                  <a:pt x="4177645" y="639127"/>
                </a:cubicBezTo>
                <a:cubicBezTo>
                  <a:pt x="4185540" y="698295"/>
                  <a:pt x="4193435" y="757463"/>
                  <a:pt x="4201331" y="816632"/>
                </a:cubicBezTo>
                <a:cubicBezTo>
                  <a:pt x="4217122" y="934969"/>
                  <a:pt x="4232913" y="1053305"/>
                  <a:pt x="4136762" y="1186580"/>
                </a:cubicBezTo>
                <a:cubicBezTo>
                  <a:pt x="4144656" y="1245749"/>
                  <a:pt x="4154527" y="1319709"/>
                  <a:pt x="4164396" y="1393669"/>
                </a:cubicBezTo>
                <a:lnTo>
                  <a:pt x="4177020" y="1488284"/>
                </a:lnTo>
                <a:lnTo>
                  <a:pt x="4184541" y="1488755"/>
                </a:lnTo>
                <a:cubicBezTo>
                  <a:pt x="4187935" y="1489049"/>
                  <a:pt x="4189865" y="1489282"/>
                  <a:pt x="4189865" y="1489282"/>
                </a:cubicBezTo>
                <a:cubicBezTo>
                  <a:pt x="4182691" y="1548543"/>
                  <a:pt x="4299113" y="1622767"/>
                  <a:pt x="4299113" y="1622767"/>
                </a:cubicBezTo>
                <a:cubicBezTo>
                  <a:pt x="4284762" y="1741288"/>
                  <a:pt x="4277588" y="1800548"/>
                  <a:pt x="4270412" y="1859808"/>
                </a:cubicBezTo>
                <a:cubicBezTo>
                  <a:pt x="4263237" y="1919068"/>
                  <a:pt x="4263237" y="1919068"/>
                  <a:pt x="4394010" y="1874773"/>
                </a:cubicBezTo>
                <a:cubicBezTo>
                  <a:pt x="4386834" y="1934033"/>
                  <a:pt x="4510433" y="1948998"/>
                  <a:pt x="4510433" y="1948998"/>
                </a:cubicBezTo>
                <a:cubicBezTo>
                  <a:pt x="4510433" y="1948998"/>
                  <a:pt x="4503258" y="2008258"/>
                  <a:pt x="4496083" y="2067518"/>
                </a:cubicBezTo>
                <a:cubicBezTo>
                  <a:pt x="4612505" y="2141743"/>
                  <a:pt x="4605330" y="2201004"/>
                  <a:pt x="4598155" y="2260264"/>
                </a:cubicBezTo>
                <a:cubicBezTo>
                  <a:pt x="4590980" y="2319523"/>
                  <a:pt x="4583805" y="2378784"/>
                  <a:pt x="4583805" y="2378784"/>
                </a:cubicBezTo>
                <a:cubicBezTo>
                  <a:pt x="4714577" y="2334489"/>
                  <a:pt x="4714577" y="2334489"/>
                  <a:pt x="4707403" y="2393749"/>
                </a:cubicBezTo>
                <a:cubicBezTo>
                  <a:pt x="4693053" y="2512269"/>
                  <a:pt x="4809475" y="2586494"/>
                  <a:pt x="4678701" y="2630789"/>
                </a:cubicBezTo>
                <a:cubicBezTo>
                  <a:pt x="4678701" y="2630789"/>
                  <a:pt x="4685877" y="2571529"/>
                  <a:pt x="4685877" y="2571529"/>
                </a:cubicBezTo>
                <a:cubicBezTo>
                  <a:pt x="4569455" y="2497304"/>
                  <a:pt x="4569455" y="2497304"/>
                  <a:pt x="4576629" y="2438044"/>
                </a:cubicBezTo>
                <a:cubicBezTo>
                  <a:pt x="4569455" y="2497304"/>
                  <a:pt x="4562280" y="2556563"/>
                  <a:pt x="4562280" y="2556563"/>
                </a:cubicBezTo>
                <a:cubicBezTo>
                  <a:pt x="4555105" y="2615824"/>
                  <a:pt x="4555105" y="2615824"/>
                  <a:pt x="4678701" y="2630789"/>
                </a:cubicBezTo>
                <a:cubicBezTo>
                  <a:pt x="4672424" y="2682642"/>
                  <a:pt x="4666146" y="2734494"/>
                  <a:pt x="4747475" y="2756672"/>
                </a:cubicBezTo>
                <a:lnTo>
                  <a:pt x="4787950" y="2764274"/>
                </a:lnTo>
                <a:lnTo>
                  <a:pt x="4795125" y="2705014"/>
                </a:lnTo>
                <a:cubicBezTo>
                  <a:pt x="4918723" y="2719979"/>
                  <a:pt x="4918723" y="2719979"/>
                  <a:pt x="4918723" y="2719979"/>
                </a:cubicBezTo>
                <a:cubicBezTo>
                  <a:pt x="4904373" y="2838499"/>
                  <a:pt x="4890022" y="2957018"/>
                  <a:pt x="4875672" y="3075539"/>
                </a:cubicBezTo>
                <a:cubicBezTo>
                  <a:pt x="4759249" y="3001314"/>
                  <a:pt x="4890022" y="2957018"/>
                  <a:pt x="4780775" y="2823534"/>
                </a:cubicBezTo>
                <a:cubicBezTo>
                  <a:pt x="4781671" y="2816127"/>
                  <a:pt x="4782568" y="2808719"/>
                  <a:pt x="4783690" y="2799460"/>
                </a:cubicBezTo>
                <a:lnTo>
                  <a:pt x="4785021" y="2788460"/>
                </a:lnTo>
                <a:lnTo>
                  <a:pt x="4785259" y="2786496"/>
                </a:lnTo>
                <a:lnTo>
                  <a:pt x="4786405" y="2777030"/>
                </a:lnTo>
                <a:lnTo>
                  <a:pt x="4785021" y="2788460"/>
                </a:lnTo>
                <a:lnTo>
                  <a:pt x="4782008" y="2813349"/>
                </a:lnTo>
                <a:cubicBezTo>
                  <a:pt x="4781223" y="2819830"/>
                  <a:pt x="4780775" y="2823534"/>
                  <a:pt x="4780775" y="2823534"/>
                </a:cubicBezTo>
                <a:cubicBezTo>
                  <a:pt x="4778981" y="2838349"/>
                  <a:pt x="4777188" y="2853164"/>
                  <a:pt x="4773599" y="2882795"/>
                </a:cubicBezTo>
                <a:lnTo>
                  <a:pt x="4768476" y="2882174"/>
                </a:lnTo>
                <a:lnTo>
                  <a:pt x="4748808" y="2879792"/>
                </a:lnTo>
                <a:lnTo>
                  <a:pt x="4736019" y="2878244"/>
                </a:lnTo>
                <a:lnTo>
                  <a:pt x="4727251" y="2877182"/>
                </a:lnTo>
                <a:lnTo>
                  <a:pt x="4726813" y="2877129"/>
                </a:lnTo>
                <a:lnTo>
                  <a:pt x="4719284" y="2876218"/>
                </a:lnTo>
                <a:cubicBezTo>
                  <a:pt x="4718077" y="2876072"/>
                  <a:pt x="4718559" y="2876130"/>
                  <a:pt x="4721457" y="2876481"/>
                </a:cubicBezTo>
                <a:lnTo>
                  <a:pt x="4726813" y="2877129"/>
                </a:lnTo>
                <a:lnTo>
                  <a:pt x="4736019" y="2878244"/>
                </a:lnTo>
                <a:lnTo>
                  <a:pt x="4738113" y="2878498"/>
                </a:lnTo>
                <a:lnTo>
                  <a:pt x="4748808" y="2879792"/>
                </a:lnTo>
                <a:lnTo>
                  <a:pt x="4756218" y="2880690"/>
                </a:lnTo>
                <a:lnTo>
                  <a:pt x="4768476" y="2882174"/>
                </a:lnTo>
                <a:lnTo>
                  <a:pt x="4768530" y="2882181"/>
                </a:lnTo>
                <a:cubicBezTo>
                  <a:pt x="4771668" y="2882561"/>
                  <a:pt x="4773599" y="2882795"/>
                  <a:pt x="4773599" y="2882795"/>
                </a:cubicBezTo>
                <a:cubicBezTo>
                  <a:pt x="4759249" y="3001314"/>
                  <a:pt x="4752074" y="3060574"/>
                  <a:pt x="4737724" y="3179094"/>
                </a:cubicBezTo>
                <a:lnTo>
                  <a:pt x="4732061" y="3237753"/>
                </a:lnTo>
                <a:lnTo>
                  <a:pt x="4730549" y="3238355"/>
                </a:lnTo>
                <a:lnTo>
                  <a:pt x="4731420" y="3244395"/>
                </a:lnTo>
                <a:lnTo>
                  <a:pt x="4730014" y="3258959"/>
                </a:lnTo>
                <a:cubicBezTo>
                  <a:pt x="4727063" y="3331883"/>
                  <a:pt x="4743511" y="3390246"/>
                  <a:pt x="4825446" y="3490360"/>
                </a:cubicBezTo>
                <a:cubicBezTo>
                  <a:pt x="4825446" y="3490360"/>
                  <a:pt x="4832620" y="3431099"/>
                  <a:pt x="4839797" y="3371839"/>
                </a:cubicBezTo>
                <a:cubicBezTo>
                  <a:pt x="4846075" y="3319987"/>
                  <a:pt x="4752230" y="3302047"/>
                  <a:pt x="4733478" y="3258674"/>
                </a:cubicBezTo>
                <a:lnTo>
                  <a:pt x="4731420" y="3244395"/>
                </a:lnTo>
                <a:lnTo>
                  <a:pt x="4732061" y="3237753"/>
                </a:lnTo>
                <a:lnTo>
                  <a:pt x="4774037" y="3221072"/>
                </a:lnTo>
                <a:cubicBezTo>
                  <a:pt x="4863116" y="3179244"/>
                  <a:pt x="4869394" y="3127392"/>
                  <a:pt x="4875672" y="3075539"/>
                </a:cubicBezTo>
                <a:cubicBezTo>
                  <a:pt x="4861322" y="3194060"/>
                  <a:pt x="4846972" y="3312580"/>
                  <a:pt x="4956219" y="3446065"/>
                </a:cubicBezTo>
                <a:cubicBezTo>
                  <a:pt x="4941869" y="3564585"/>
                  <a:pt x="4934694" y="3623845"/>
                  <a:pt x="4920344" y="3742365"/>
                </a:cubicBezTo>
                <a:cubicBezTo>
                  <a:pt x="4913169" y="3801625"/>
                  <a:pt x="4905993" y="3860884"/>
                  <a:pt x="4898818" y="3920145"/>
                </a:cubicBezTo>
                <a:cubicBezTo>
                  <a:pt x="4891642" y="3979405"/>
                  <a:pt x="4884467" y="4038665"/>
                  <a:pt x="4877293" y="4097925"/>
                </a:cubicBezTo>
                <a:cubicBezTo>
                  <a:pt x="4986540" y="4231410"/>
                  <a:pt x="4972190" y="4349931"/>
                  <a:pt x="4950665" y="4527711"/>
                </a:cubicBezTo>
                <a:cubicBezTo>
                  <a:pt x="4943489" y="4586970"/>
                  <a:pt x="5052737" y="4720456"/>
                  <a:pt x="5045561" y="4779716"/>
                </a:cubicBezTo>
                <a:cubicBezTo>
                  <a:pt x="5038386" y="4838976"/>
                  <a:pt x="5031212" y="4898236"/>
                  <a:pt x="5024037" y="4957496"/>
                </a:cubicBezTo>
                <a:cubicBezTo>
                  <a:pt x="5016862" y="5016756"/>
                  <a:pt x="4886089" y="5061051"/>
                  <a:pt x="5002511" y="5135276"/>
                </a:cubicBezTo>
                <a:cubicBezTo>
                  <a:pt x="5002511" y="5135276"/>
                  <a:pt x="5002511" y="5135276"/>
                  <a:pt x="4995336" y="5194536"/>
                </a:cubicBezTo>
                <a:cubicBezTo>
                  <a:pt x="4982780" y="5298241"/>
                  <a:pt x="4970223" y="5401947"/>
                  <a:pt x="5035661" y="5555376"/>
                </a:cubicBezTo>
                <a:lnTo>
                  <a:pt x="5054024" y="5593687"/>
                </a:lnTo>
                <a:lnTo>
                  <a:pt x="5054024" y="5629333"/>
                </a:lnTo>
                <a:lnTo>
                  <a:pt x="5025529" y="5639058"/>
                </a:lnTo>
                <a:cubicBezTo>
                  <a:pt x="4937823" y="5669542"/>
                  <a:pt x="4937038" y="5676024"/>
                  <a:pt x="4930760" y="5727877"/>
                </a:cubicBezTo>
                <a:cubicBezTo>
                  <a:pt x="4916410" y="5846397"/>
                  <a:pt x="4909235" y="5905657"/>
                  <a:pt x="4902060" y="5964917"/>
                </a:cubicBezTo>
                <a:cubicBezTo>
                  <a:pt x="4894885" y="6024177"/>
                  <a:pt x="4887710" y="6083437"/>
                  <a:pt x="4873359" y="6201957"/>
                </a:cubicBezTo>
                <a:cubicBezTo>
                  <a:pt x="4873359" y="6201957"/>
                  <a:pt x="4866184" y="6261217"/>
                  <a:pt x="4742585" y="6246252"/>
                </a:cubicBezTo>
                <a:cubicBezTo>
                  <a:pt x="4742585" y="6246252"/>
                  <a:pt x="4735411" y="6305513"/>
                  <a:pt x="4735411" y="6305513"/>
                </a:cubicBezTo>
                <a:cubicBezTo>
                  <a:pt x="4735411" y="6305513"/>
                  <a:pt x="4728236" y="6364772"/>
                  <a:pt x="4728236" y="6364772"/>
                </a:cubicBezTo>
                <a:cubicBezTo>
                  <a:pt x="4728236" y="6364772"/>
                  <a:pt x="4721061" y="6424032"/>
                  <a:pt x="4721061" y="6424032"/>
                </a:cubicBezTo>
                <a:cubicBezTo>
                  <a:pt x="4721061" y="6424032"/>
                  <a:pt x="4721061" y="6424032"/>
                  <a:pt x="4604637" y="6349807"/>
                </a:cubicBezTo>
                <a:cubicBezTo>
                  <a:pt x="4611812" y="6290547"/>
                  <a:pt x="4502566" y="6157061"/>
                  <a:pt x="4509741" y="6097803"/>
                </a:cubicBezTo>
                <a:cubicBezTo>
                  <a:pt x="4386143" y="6082836"/>
                  <a:pt x="4393318" y="6023577"/>
                  <a:pt x="4393318" y="6023577"/>
                </a:cubicBezTo>
                <a:cubicBezTo>
                  <a:pt x="4516916" y="6038542"/>
                  <a:pt x="4524091" y="5979281"/>
                  <a:pt x="4524091" y="5979281"/>
                </a:cubicBezTo>
                <a:cubicBezTo>
                  <a:pt x="4414843" y="5845797"/>
                  <a:pt x="4422019" y="5786536"/>
                  <a:pt x="4305596" y="5712312"/>
                </a:cubicBezTo>
                <a:cubicBezTo>
                  <a:pt x="4210699" y="5460306"/>
                  <a:pt x="4232224" y="5282526"/>
                  <a:pt x="4137327" y="5030521"/>
                </a:cubicBezTo>
                <a:cubicBezTo>
                  <a:pt x="4158852" y="4852741"/>
                  <a:pt x="4063954" y="4600735"/>
                  <a:pt x="4085480" y="4422956"/>
                </a:cubicBezTo>
                <a:cubicBezTo>
                  <a:pt x="4092655" y="4363695"/>
                  <a:pt x="4067137" y="4315509"/>
                  <a:pt x="4041618" y="4267323"/>
                </a:cubicBezTo>
                <a:lnTo>
                  <a:pt x="4010513" y="4200305"/>
                </a:lnTo>
                <a:lnTo>
                  <a:pt x="3996472" y="4270974"/>
                </a:lnTo>
                <a:cubicBezTo>
                  <a:pt x="3991159" y="4311205"/>
                  <a:pt x="3989591" y="4352816"/>
                  <a:pt x="3995513" y="4397192"/>
                </a:cubicBezTo>
                <a:cubicBezTo>
                  <a:pt x="4007356" y="4485944"/>
                  <a:pt x="3991213" y="4578432"/>
                  <a:pt x="3960092" y="4665390"/>
                </a:cubicBezTo>
                <a:lnTo>
                  <a:pt x="3930250" y="4731724"/>
                </a:lnTo>
                <a:lnTo>
                  <a:pt x="3938007" y="4750840"/>
                </a:lnTo>
                <a:cubicBezTo>
                  <a:pt x="3961593" y="4798792"/>
                  <a:pt x="4002561" y="4848849"/>
                  <a:pt x="3904481" y="4882070"/>
                </a:cubicBezTo>
                <a:cubicBezTo>
                  <a:pt x="3890130" y="5000590"/>
                  <a:pt x="3999379" y="5134076"/>
                  <a:pt x="3985028" y="5252597"/>
                </a:cubicBezTo>
                <a:cubicBezTo>
                  <a:pt x="3977853" y="5311856"/>
                  <a:pt x="4094276" y="5386081"/>
                  <a:pt x="3963503" y="5430377"/>
                </a:cubicBezTo>
                <a:cubicBezTo>
                  <a:pt x="3956328" y="5489635"/>
                  <a:pt x="3956328" y="5489635"/>
                  <a:pt x="3956328" y="5489635"/>
                </a:cubicBezTo>
                <a:cubicBezTo>
                  <a:pt x="3949152" y="5548896"/>
                  <a:pt x="3941978" y="5608157"/>
                  <a:pt x="3934803" y="5667416"/>
                </a:cubicBezTo>
                <a:cubicBezTo>
                  <a:pt x="3927628" y="5726676"/>
                  <a:pt x="4036875" y="5860162"/>
                  <a:pt x="4029700" y="5919422"/>
                </a:cubicBezTo>
                <a:cubicBezTo>
                  <a:pt x="4022525" y="5978681"/>
                  <a:pt x="4008174" y="6097202"/>
                  <a:pt x="4124597" y="6171427"/>
                </a:cubicBezTo>
                <a:cubicBezTo>
                  <a:pt x="4117422" y="6230688"/>
                  <a:pt x="4110247" y="6289947"/>
                  <a:pt x="4103071" y="6349207"/>
                </a:cubicBezTo>
                <a:cubicBezTo>
                  <a:pt x="4095897" y="6408468"/>
                  <a:pt x="4081547" y="6526987"/>
                  <a:pt x="4197968" y="6601212"/>
                </a:cubicBezTo>
                <a:cubicBezTo>
                  <a:pt x="4197968" y="6601212"/>
                  <a:pt x="4190794" y="6660472"/>
                  <a:pt x="4190794" y="6660472"/>
                </a:cubicBezTo>
                <a:cubicBezTo>
                  <a:pt x="4060020" y="6704767"/>
                  <a:pt x="4052846" y="6764027"/>
                  <a:pt x="4169269" y="6838253"/>
                </a:cubicBezTo>
                <a:lnTo>
                  <a:pt x="4166878" y="6858000"/>
                </a:lnTo>
                <a:lnTo>
                  <a:pt x="3423260" y="6858000"/>
                </a:lnTo>
                <a:lnTo>
                  <a:pt x="3421000" y="6850178"/>
                </a:lnTo>
                <a:cubicBezTo>
                  <a:pt x="3418962" y="6836661"/>
                  <a:pt x="3418712" y="6822538"/>
                  <a:pt x="3420506" y="6807723"/>
                </a:cubicBezTo>
                <a:cubicBezTo>
                  <a:pt x="3420506" y="6807723"/>
                  <a:pt x="3304084" y="6733497"/>
                  <a:pt x="3304084" y="6733497"/>
                </a:cubicBezTo>
                <a:cubicBezTo>
                  <a:pt x="3304084" y="6733497"/>
                  <a:pt x="3311259" y="6674237"/>
                  <a:pt x="3311259" y="6674237"/>
                </a:cubicBezTo>
                <a:cubicBezTo>
                  <a:pt x="3304084" y="6733497"/>
                  <a:pt x="3180486" y="6718533"/>
                  <a:pt x="3296909" y="6792758"/>
                </a:cubicBezTo>
                <a:cubicBezTo>
                  <a:pt x="3296909" y="6792758"/>
                  <a:pt x="3223349" y="6817674"/>
                  <a:pt x="3183542" y="6855132"/>
                </a:cubicBezTo>
                <a:lnTo>
                  <a:pt x="3181128" y="6858000"/>
                </a:lnTo>
                <a:lnTo>
                  <a:pt x="766885" y="6858000"/>
                </a:lnTo>
                <a:lnTo>
                  <a:pt x="740038" y="6806368"/>
                </a:lnTo>
                <a:cubicBezTo>
                  <a:pt x="703554" y="6719273"/>
                  <a:pt x="683418" y="6626642"/>
                  <a:pt x="694180" y="6537752"/>
                </a:cubicBezTo>
                <a:cubicBezTo>
                  <a:pt x="715706" y="6359971"/>
                  <a:pt x="606457" y="6226487"/>
                  <a:pt x="627983" y="6048707"/>
                </a:cubicBezTo>
                <a:cubicBezTo>
                  <a:pt x="642333" y="5930186"/>
                  <a:pt x="525911" y="5855961"/>
                  <a:pt x="540261" y="5737441"/>
                </a:cubicBezTo>
                <a:cubicBezTo>
                  <a:pt x="547436" y="5678180"/>
                  <a:pt x="554611" y="5618921"/>
                  <a:pt x="438188" y="5544695"/>
                </a:cubicBezTo>
                <a:cubicBezTo>
                  <a:pt x="452538" y="5426176"/>
                  <a:pt x="466889" y="5307655"/>
                  <a:pt x="481239" y="5189135"/>
                </a:cubicBezTo>
                <a:cubicBezTo>
                  <a:pt x="371992" y="5055650"/>
                  <a:pt x="502765" y="5011355"/>
                  <a:pt x="386342" y="4937130"/>
                </a:cubicBezTo>
                <a:cubicBezTo>
                  <a:pt x="393517" y="4877870"/>
                  <a:pt x="400692" y="4818609"/>
                  <a:pt x="407867" y="4759350"/>
                </a:cubicBezTo>
                <a:cubicBezTo>
                  <a:pt x="415043" y="4700090"/>
                  <a:pt x="415043" y="4700090"/>
                  <a:pt x="415043" y="4700090"/>
                </a:cubicBezTo>
                <a:cubicBezTo>
                  <a:pt x="422218" y="4640830"/>
                  <a:pt x="422218" y="4640830"/>
                  <a:pt x="422218" y="4640830"/>
                </a:cubicBezTo>
                <a:cubicBezTo>
                  <a:pt x="422218" y="4640830"/>
                  <a:pt x="429392" y="4581570"/>
                  <a:pt x="429392" y="4581570"/>
                </a:cubicBezTo>
                <a:cubicBezTo>
                  <a:pt x="436567" y="4522309"/>
                  <a:pt x="443743" y="4463049"/>
                  <a:pt x="450918" y="4403789"/>
                </a:cubicBezTo>
                <a:cubicBezTo>
                  <a:pt x="455402" y="4366752"/>
                  <a:pt x="462690" y="4306566"/>
                  <a:pt x="440853" y="4234046"/>
                </a:cubicBezTo>
                <a:lnTo>
                  <a:pt x="433053" y="4213261"/>
                </a:lnTo>
                <a:lnTo>
                  <a:pt x="404123" y="4233866"/>
                </a:lnTo>
                <a:cubicBezTo>
                  <a:pt x="334420" y="4283512"/>
                  <a:pt x="334420" y="4283512"/>
                  <a:pt x="334420" y="4283512"/>
                </a:cubicBezTo>
                <a:cubicBezTo>
                  <a:pt x="334420" y="4283512"/>
                  <a:pt x="326526" y="4224343"/>
                  <a:pt x="326526" y="4224343"/>
                </a:cubicBezTo>
                <a:cubicBezTo>
                  <a:pt x="326526" y="4224343"/>
                  <a:pt x="318629" y="4165174"/>
                  <a:pt x="318629" y="4165174"/>
                </a:cubicBezTo>
                <a:cubicBezTo>
                  <a:pt x="318629" y="4165174"/>
                  <a:pt x="310735" y="4106006"/>
                  <a:pt x="310735" y="4106006"/>
                </a:cubicBezTo>
                <a:cubicBezTo>
                  <a:pt x="198792" y="4120943"/>
                  <a:pt x="190897" y="4061775"/>
                  <a:pt x="190897" y="4061775"/>
                </a:cubicBezTo>
                <a:cubicBezTo>
                  <a:pt x="175107" y="3943438"/>
                  <a:pt x="167210" y="3884269"/>
                  <a:pt x="159316" y="3825102"/>
                </a:cubicBezTo>
                <a:cubicBezTo>
                  <a:pt x="151419" y="3765933"/>
                  <a:pt x="143525" y="3706765"/>
                  <a:pt x="127734" y="3588429"/>
                </a:cubicBezTo>
                <a:cubicBezTo>
                  <a:pt x="119837" y="3529259"/>
                  <a:pt x="119837" y="3529259"/>
                  <a:pt x="0" y="3485029"/>
                </a:cubicBezTo>
                <a:cubicBezTo>
                  <a:pt x="88255" y="3292586"/>
                  <a:pt x="72465" y="3174250"/>
                  <a:pt x="56674" y="3055913"/>
                </a:cubicBezTo>
                <a:cubicBezTo>
                  <a:pt x="48778" y="2996744"/>
                  <a:pt x="48778" y="2996744"/>
                  <a:pt x="48778" y="2996744"/>
                </a:cubicBezTo>
                <a:cubicBezTo>
                  <a:pt x="152824" y="2922638"/>
                  <a:pt x="32987" y="2878407"/>
                  <a:pt x="25092" y="2819240"/>
                </a:cubicBezTo>
                <a:cubicBezTo>
                  <a:pt x="17196" y="2760071"/>
                  <a:pt x="9301" y="2700903"/>
                  <a:pt x="1405" y="2641734"/>
                </a:cubicBezTo>
                <a:cubicBezTo>
                  <a:pt x="-6490" y="2582566"/>
                  <a:pt x="89662" y="2449291"/>
                  <a:pt x="81765" y="2390123"/>
                </a:cubicBezTo>
                <a:cubicBezTo>
                  <a:pt x="58080" y="2212618"/>
                  <a:pt x="42289" y="2094281"/>
                  <a:pt x="138439" y="1961007"/>
                </a:cubicBezTo>
                <a:cubicBezTo>
                  <a:pt x="130543" y="1901838"/>
                  <a:pt x="122648" y="1842670"/>
                  <a:pt x="114752" y="1783501"/>
                </a:cubicBezTo>
                <a:cubicBezTo>
                  <a:pt x="106857" y="1724333"/>
                  <a:pt x="98961" y="1665164"/>
                  <a:pt x="91066" y="1605996"/>
                </a:cubicBezTo>
                <a:cubicBezTo>
                  <a:pt x="75275" y="1487660"/>
                  <a:pt x="67380" y="1428491"/>
                  <a:pt x="51589" y="1310154"/>
                </a:cubicBezTo>
                <a:cubicBezTo>
                  <a:pt x="147740" y="1176881"/>
                  <a:pt x="131949" y="1058543"/>
                  <a:pt x="116158" y="940206"/>
                </a:cubicBezTo>
                <a:cubicBezTo>
                  <a:pt x="123066" y="991978"/>
                  <a:pt x="129975" y="1043751"/>
                  <a:pt x="211875" y="1085517"/>
                </a:cubicBezTo>
                <a:lnTo>
                  <a:pt x="250398" y="1102174"/>
                </a:lnTo>
                <a:lnTo>
                  <a:pt x="251136" y="1108806"/>
                </a:lnTo>
                <a:lnTo>
                  <a:pt x="249599" y="1123062"/>
                </a:lnTo>
                <a:cubicBezTo>
                  <a:pt x="233568" y="1166368"/>
                  <a:pt x="148726" y="1184276"/>
                  <a:pt x="155636" y="1236048"/>
                </a:cubicBezTo>
                <a:cubicBezTo>
                  <a:pt x="163530" y="1295217"/>
                  <a:pt x="171427" y="1354385"/>
                  <a:pt x="171427" y="1354385"/>
                </a:cubicBezTo>
                <a:cubicBezTo>
                  <a:pt x="243539" y="1254430"/>
                  <a:pt x="257126" y="1196159"/>
                  <a:pt x="252751" y="1123346"/>
                </a:cubicBezTo>
                <a:lnTo>
                  <a:pt x="251136" y="1108806"/>
                </a:lnTo>
                <a:lnTo>
                  <a:pt x="251786" y="1102774"/>
                </a:lnTo>
                <a:lnTo>
                  <a:pt x="250398" y="1102174"/>
                </a:lnTo>
                <a:lnTo>
                  <a:pt x="243890" y="1043606"/>
                </a:lnTo>
                <a:cubicBezTo>
                  <a:pt x="228099" y="925269"/>
                  <a:pt x="220204" y="866100"/>
                  <a:pt x="204413" y="747764"/>
                </a:cubicBezTo>
                <a:cubicBezTo>
                  <a:pt x="204413" y="747764"/>
                  <a:pt x="206162" y="747531"/>
                  <a:pt x="209005" y="747152"/>
                </a:cubicBezTo>
                <a:lnTo>
                  <a:pt x="211285" y="746847"/>
                </a:lnTo>
                <a:lnTo>
                  <a:pt x="236552" y="743476"/>
                </a:lnTo>
                <a:lnTo>
                  <a:pt x="246318" y="742172"/>
                </a:lnTo>
                <a:lnTo>
                  <a:pt x="248569" y="741872"/>
                </a:lnTo>
                <a:lnTo>
                  <a:pt x="253607" y="741200"/>
                </a:lnTo>
                <a:cubicBezTo>
                  <a:pt x="254700" y="741054"/>
                  <a:pt x="254262" y="741112"/>
                  <a:pt x="251638" y="741462"/>
                </a:cubicBezTo>
                <a:lnTo>
                  <a:pt x="248569" y="741872"/>
                </a:lnTo>
                <a:lnTo>
                  <a:pt x="246393" y="742162"/>
                </a:lnTo>
                <a:lnTo>
                  <a:pt x="246318" y="742172"/>
                </a:lnTo>
                <a:lnTo>
                  <a:pt x="220155" y="745663"/>
                </a:lnTo>
                <a:lnTo>
                  <a:pt x="211285" y="746847"/>
                </a:lnTo>
                <a:lnTo>
                  <a:pt x="204413" y="747764"/>
                </a:lnTo>
                <a:cubicBezTo>
                  <a:pt x="200465" y="718179"/>
                  <a:pt x="198491" y="703387"/>
                  <a:pt x="196518" y="688596"/>
                </a:cubicBezTo>
                <a:lnTo>
                  <a:pt x="194442" y="673045"/>
                </a:lnTo>
                <a:lnTo>
                  <a:pt x="193310" y="664558"/>
                </a:lnTo>
                <a:lnTo>
                  <a:pt x="192154" y="655893"/>
                </a:lnTo>
                <a:lnTo>
                  <a:pt x="188622" y="629427"/>
                </a:lnTo>
                <a:lnTo>
                  <a:pt x="225217" y="621838"/>
                </a:lnTo>
                <a:cubicBezTo>
                  <a:pt x="298590" y="599698"/>
                  <a:pt x="291681" y="547925"/>
                  <a:pt x="284774" y="496152"/>
                </a:cubicBezTo>
                <a:cubicBezTo>
                  <a:pt x="396715" y="481215"/>
                  <a:pt x="396715" y="481215"/>
                  <a:pt x="388819" y="422046"/>
                </a:cubicBezTo>
                <a:cubicBezTo>
                  <a:pt x="388819" y="422046"/>
                  <a:pt x="380924" y="362878"/>
                  <a:pt x="373028" y="303710"/>
                </a:cubicBezTo>
                <a:cubicBezTo>
                  <a:pt x="380924" y="362878"/>
                  <a:pt x="380924" y="362878"/>
                  <a:pt x="276877" y="436984"/>
                </a:cubicBezTo>
                <a:cubicBezTo>
                  <a:pt x="276877" y="436984"/>
                  <a:pt x="284774" y="496152"/>
                  <a:pt x="284774" y="496152"/>
                </a:cubicBezTo>
                <a:cubicBezTo>
                  <a:pt x="164936" y="451921"/>
                  <a:pt x="268983" y="377816"/>
                  <a:pt x="253192" y="259479"/>
                </a:cubicBezTo>
                <a:cubicBezTo>
                  <a:pt x="245296" y="200311"/>
                  <a:pt x="245296" y="200311"/>
                  <a:pt x="365133" y="244542"/>
                </a:cubicBezTo>
                <a:cubicBezTo>
                  <a:pt x="365133" y="244542"/>
                  <a:pt x="357237" y="185373"/>
                  <a:pt x="349342" y="126205"/>
                </a:cubicBezTo>
                <a:cubicBezTo>
                  <a:pt x="344407" y="89224"/>
                  <a:pt x="339472" y="52244"/>
                  <a:pt x="361867" y="11617"/>
                </a:cubicBezTo>
                <a:close/>
              </a:path>
            </a:pathLst>
          </a:custGeom>
        </p:spPr>
        <p:txBody>
          <a:bodyPr wrap="square">
            <a:noAutofit/>
          </a:bodyPr>
          <a:lstStyle>
            <a:lvl1pPr>
              <a:defRPr/>
            </a:lvl1pPr>
          </a:lstStyle>
          <a:p>
            <a:endParaRPr lang="zh-CN" altLang="en-US" dirty="0"/>
          </a:p>
        </p:txBody>
      </p:sp>
    </p:spTree>
  </p:cSld>
  <p:clrMapOvr>
    <a:masterClrMapping/>
  </p:clrMapOvr>
  <p:transition/>
  <p:hf sldNum="0" ftr="0" dt="0"/>
</p:sldLayout>
</file>

<file path=ppt/slideLayouts/tags/tag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slideLayouts/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slideLayouts/tags/tag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slideLayouts/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slideLayouts/tags/tag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slideLayouts/tags/tag1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1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1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1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1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slideLayouts/tags/tag1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slideLayouts/tags/tag1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slideLayouts/tags/tag1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slideMasters/_rels/slideMaster1.xml.rels>&#65279;<?xml version="1.0" encoding="utf-8"?><Relationships xmlns="http://schemas.openxmlformats.org/package/2006/relationships"><Relationship Type="http://schemas.openxmlformats.org/officeDocument/2006/relationships/theme" Target="/ppt/slideMasters/theme/theme3.xml" Id="R441a4b49da3c4caa" /><Relationship Type="http://schemas.openxmlformats.org/officeDocument/2006/relationships/slideLayout" Target="/ppt/slideLayouts/slideLayout1.xml" Id="R4dd0d40d04494375" /><Relationship Type="http://schemas.openxmlformats.org/officeDocument/2006/relationships/slideLayout" Target="/ppt/slideLayouts/slideLayout2.xml" Id="Redf82cf46d1d4f30" /><Relationship Type="http://schemas.openxmlformats.org/officeDocument/2006/relationships/slideLayout" Target="/ppt/slideLayouts/slideLayout3.xml" Id="R5b0010ec732f4e0d" /><Relationship Type="http://schemas.openxmlformats.org/officeDocument/2006/relationships/slideLayout" Target="/ppt/slideLayouts/slideLayout4.xml" Id="Rc4232fece59c4f35" /><Relationship Type="http://schemas.openxmlformats.org/officeDocument/2006/relationships/slideLayout" Target="/ppt/slideLayouts/slideLayout5.xml" Id="R20558169c2a84604" /><Relationship Type="http://schemas.openxmlformats.org/officeDocument/2006/relationships/slideLayout" Target="/ppt/slideLayouts/slideLayout6.xml" Id="R7de13d6e875642ab" /><Relationship Type="http://schemas.openxmlformats.org/officeDocument/2006/relationships/slideLayout" Target="/ppt/slideLayouts/slideLayout7.xml" Id="Rc5dc0c7c3c0d4e18" /><Relationship Type="http://schemas.openxmlformats.org/officeDocument/2006/relationships/slideLayout" Target="/ppt/slideLayouts/slideLayout8.xml" Id="Rc57092015a8f4130" /><Relationship Type="http://schemas.openxmlformats.org/officeDocument/2006/relationships/slideLayout" Target="/ppt/slideLayouts/slideLayout9.xml" Id="R30cf35c768124a30" /><Relationship Type="http://schemas.openxmlformats.org/officeDocument/2006/relationships/slideLayout" Target="/ppt/slideLayouts/slideLayout10.xml" Id="R12137c8b33b24f3c" /><Relationship Type="http://schemas.openxmlformats.org/officeDocument/2006/relationships/slideLayout" Target="/ppt/slideLayouts/slideLayout11.xml" Id="Rb0dc7778bf8346a6" /><Relationship Type="http://schemas.openxmlformats.org/officeDocument/2006/relationships/tags" Target="/ppt/slideMasters/tags/tag18.xml" Id="Re4ba9cd65010427c" /><Relationship Type="http://schemas.openxmlformats.org/officeDocument/2006/relationships/tags" Target="/ppt/slideMasters/tags/tag19.xml" Id="R4fd9af68a2aa48a0" /><Relationship Type="http://schemas.openxmlformats.org/officeDocument/2006/relationships/tags" Target="/ppt/slideMasters/tags/tag20.xml" Id="Rafc13b6471cb45a9" /><Relationship Type="http://schemas.openxmlformats.org/officeDocument/2006/relationships/tags" Target="/ppt/slideMasters/tags/tag21.xml" Id="Rce2d40e167884c5c" /><Relationship Type="http://schemas.openxmlformats.org/officeDocument/2006/relationships/tags" Target="/ppt/slideMasters/tags/tag22.xml" Id="R2565c9948b7f4499" /><Relationship Type="http://schemas.openxmlformats.org/officeDocument/2006/relationships/tags" Target="/ppt/slideMasters/tags/tag23.xml" Id="R2f82cade51b04097"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e4ba9cd65010427c"/>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4fd9af68a2aa48a0"/>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afc13b6471cb45a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思源宋体 CN Heavy" pitchFamily="18" charset="-122"/>
              </a:defRPr>
            </a:lvl1pPr>
          </a:lstStyle>
          <a:p>
            <a:fld id="{760FBDFE-C587-4B4C-A407-44438C67B59E}" type="datetimeFigureOut">
              <a:rPr lang="zh-CN" altLang="en-US"/>
              <a:pPr/>
              <a:t>2025/4/28</a:t>
            </a:fld>
            <a:endParaRPr lang="zh-CN" altLang="en-US" dirty="0"/>
          </a:p>
        </p:txBody>
      </p:sp>
      <p:sp>
        <p:nvSpPr>
          <p:cNvPr id="5" name="页脚占位符 4"/>
          <p:cNvSpPr>
            <a:spLocks noGrp="1"/>
          </p:cNvSpPr>
          <p:nvPr>
            <p:ph type="ftr" sz="quarter" idx="3"/>
            <p:custDataLst>
              <p:tags r:id="Rce2d40e167884c5c"/>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思源宋体 CN Heavy" pitchFamily="18" charset="-122"/>
              </a:defRPr>
            </a:lvl1pPr>
          </a:lstStyle>
          <a:p>
            <a:endParaRPr lang="zh-CN" altLang="en-US" dirty="0"/>
          </a:p>
        </p:txBody>
      </p:sp>
      <p:sp>
        <p:nvSpPr>
          <p:cNvPr id="6" name="灯片编号占位符 5"/>
          <p:cNvSpPr>
            <a:spLocks noGrp="1"/>
          </p:cNvSpPr>
          <p:nvPr>
            <p:ph type="sldNum" sz="quarter" idx="4"/>
            <p:custDataLst>
              <p:tags r:id="R2565c9948b7f449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思源宋体 CN Heavy" pitchFamily="18" charset="-122"/>
              </a:defRPr>
            </a:lvl1pPr>
          </a:lstStyle>
          <a:p>
            <a:fld id="{49AE70B2-8BF9-45C0-BB95-33D1B9D3A854}" type="slidenum">
              <a:rPr lang="zh-CN" altLang="en-US"/>
              <a:pPr/>
              <a:t>‹#›</a:t>
            </a:fld>
            <a:endParaRPr lang="zh-CN" altLang="en-US" dirty="0"/>
          </a:p>
        </p:txBody>
      </p:sp>
    </p:spTree>
    <p:custDataLst>
      <p:tags r:id="R2f82cade51b04097"/>
    </p:custDataLst>
  </p:cSld>
  <p:clrMap bg1="lt1" tx1="dk1" bg2="lt2" tx2="dk2" accent1="accent1" accent2="accent2" accent3="accent3" accent4="accent4" accent5="accent5" accent6="accent6" hlink="hlink" folHlink="folHlink"/>
  <p:sldLayoutIdLst>
    <p:sldLayoutId id="2147483653" r:id="R20558169c2a84604"/>
    <p:sldLayoutId id="2147483652" r:id="Rc4232fece59c4f35"/>
    <p:sldLayoutId id="2147483650" r:id="Redf82cf46d1d4f30"/>
    <p:sldLayoutId id="2147483658" r:id="R12137c8b33b24f3c"/>
    <p:sldLayoutId id="2147483656" r:id="Rc57092015a8f4130"/>
    <p:sldLayoutId id="2147483654" r:id="R7de13d6e875642ab"/>
    <p:sldLayoutId id="2147483651" r:id="R5b0010ec732f4e0d"/>
    <p:sldLayoutId id="2147483649" r:id="R4dd0d40d04494375"/>
    <p:sldLayoutId id="2147483659" r:id="Rb0dc7778bf8346a6"/>
    <p:sldLayoutId id="2147483657" r:id="R30cf35c768124a30"/>
    <p:sldLayoutId id="2147483655" r:id="Rc5dc0c7c3c0d4e18"/>
  </p:sldLayoutIdLst>
  <p:transition/>
  <p:hf sldNum="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思源宋体 CN Heavy" pitchFamily="18" charset="-122"/>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思源宋体 CN Heavy" pitchFamily="18" charset="-122"/>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思源宋体 CN Heavy" pitchFamily="18" charset="-122"/>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思源宋体 CN Heavy" pitchFamily="18" charset="-122"/>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思源宋体 CN Heavy" pitchFamily="18" charset="-122"/>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思源宋体 CN Heavy" pitchFamily="18"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ags/tag1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slideMasters/tags/tag1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slideMasters/tags/tag2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slideMasters/tags/tag2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slideMasters/tags/tag2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slideMasters/tags/tag2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Masters/theme/theme3.xml><?xml version="1.0" encoding="utf-8"?>
<a:theme xmlns:a="http://schemas.openxmlformats.org/drawingml/2006/main" name="第一PPT，www.1ppt.com">
  <a:themeElements>
    <a:clrScheme name="">
      <a:dk1>
        <a:srgbClr val="FFFFFF"/>
      </a:dk1>
      <a:lt1>
        <a:srgbClr val="FFFFFF"/>
      </a:lt1>
      <a:dk2>
        <a:srgbClr val="404040"/>
      </a:dk2>
      <a:lt2>
        <a:srgbClr val="D0D4C0"/>
      </a:lt2>
      <a:accent1>
        <a:srgbClr val="6E8D90"/>
      </a:accent1>
      <a:accent2>
        <a:srgbClr val="92ACA9"/>
      </a:accent2>
      <a:accent3>
        <a:srgbClr val="3B452D"/>
      </a:accent3>
      <a:accent4>
        <a:srgbClr val="BFD8D2"/>
      </a:accent4>
      <a:accent5>
        <a:srgbClr val="BFBFBF"/>
      </a:accent5>
      <a:accent6>
        <a:srgbClr val="9CB4A6"/>
      </a:accent6>
      <a:hlink>
        <a:srgbClr val="0563C1"/>
      </a:hlink>
      <a:folHlink>
        <a:srgbClr val="954F72"/>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e059a422c23048e2" /><Relationship Type="http://schemas.openxmlformats.org/officeDocument/2006/relationships/image" Target="/ppt/media/image2.bin" Id="R3050c0d5f5374f2d" /><Relationship Type="http://schemas.openxmlformats.org/officeDocument/2006/relationships/image" Target="/ppt/media/image3.bin" Id="R6066add342ff4fef" /><Relationship Type="http://schemas.openxmlformats.org/officeDocument/2006/relationships/tags" Target="/ppt/slides/tags/tag24.xml" Id="R20c796e3319247c3" /><Relationship Type="http://schemas.openxmlformats.org/officeDocument/2006/relationships/slideLayout" Target="/ppt/slideLayouts/slideLayout5.xml" Id="R73a845530763414b" /></Relationships>
</file>

<file path=ppt/slides/_rels/slide2.xml.rels>&#65279;<?xml version="1.0" encoding="utf-8"?><Relationships xmlns="http://schemas.openxmlformats.org/package/2006/relationships"><Relationship Type="http://schemas.openxmlformats.org/officeDocument/2006/relationships/image" Target="/ppt/media/image.bin" Id="R746e2d2d1ab34f12" /><Relationship Type="http://schemas.openxmlformats.org/officeDocument/2006/relationships/image" Target="/ppt/media/image4.bin" Id="R3322ac53e59446a3" /><Relationship Type="http://schemas.openxmlformats.org/officeDocument/2006/relationships/tags" Target="/ppt/slides/tags/tag25.xml" Id="R06f13dfc21ca4656" /><Relationship Type="http://schemas.openxmlformats.org/officeDocument/2006/relationships/tags" Target="/ppt/slides/tags/tag26.xml" Id="R32f3bc73843243b6" /><Relationship Type="http://schemas.openxmlformats.org/officeDocument/2006/relationships/tags" Target="/ppt/slides/tags/tag27.xml" Id="Re622c33dd1294026" /><Relationship Type="http://schemas.openxmlformats.org/officeDocument/2006/relationships/tags" Target="/ppt/slides/tags/tag28.xml" Id="Re98b126f7b3c4b53" /><Relationship Type="http://schemas.openxmlformats.org/officeDocument/2006/relationships/tags" Target="/ppt/slides/tags/tag29.xml" Id="Rd70c3c6d670c4cb5" /><Relationship Type="http://schemas.openxmlformats.org/officeDocument/2006/relationships/tags" Target="/ppt/slides/tags/tag30.xml" Id="R0c48018eb0f94664" /><Relationship Type="http://schemas.openxmlformats.org/officeDocument/2006/relationships/tags" Target="/ppt/slides/tags/tag31.xml" Id="R8e8cce1764244cb0" /><Relationship Type="http://schemas.openxmlformats.org/officeDocument/2006/relationships/tags" Target="/ppt/slides/tags/tag32.xml" Id="R880b8c919ff0470c" /><Relationship Type="http://schemas.openxmlformats.org/officeDocument/2006/relationships/tags" Target="/ppt/slides/tags/tag33.xml" Id="R358954a71eef4999" /><Relationship Type="http://schemas.openxmlformats.org/officeDocument/2006/relationships/tags" Target="/ppt/slides/tags/tag34.xml" Id="Rc8104f9ecd294704" /><Relationship Type="http://schemas.openxmlformats.org/officeDocument/2006/relationships/tags" Target="/ppt/slides/tags/tag35.xml" Id="R37a5bb7189024ff1" /><Relationship Type="http://schemas.openxmlformats.org/officeDocument/2006/relationships/tags" Target="/ppt/slides/tags/tag36.xml" Id="R97d90cbe719c4c8b" /><Relationship Type="http://schemas.openxmlformats.org/officeDocument/2006/relationships/tags" Target="/ppt/slides/tags/tag37.xml" Id="R7b3b138a0af848c7" /><Relationship Type="http://schemas.openxmlformats.org/officeDocument/2006/relationships/tags" Target="/ppt/slides/tags/tag38.xml" Id="Rec710af89c1d4cc5" /><Relationship Type="http://schemas.openxmlformats.org/officeDocument/2006/relationships/tags" Target="/ppt/slides/tags/tag39.xml" Id="Rc3c7801c25cc4c3d" /><Relationship Type="http://schemas.openxmlformats.org/officeDocument/2006/relationships/tags" Target="/ppt/slides/tags/tag40.xml" Id="Rfc98331164314501" /><Relationship Type="http://schemas.openxmlformats.org/officeDocument/2006/relationships/tags" Target="/ppt/slides/tags/tag41.xml" Id="Rd31cf068e08643dd" /><Relationship Type="http://schemas.openxmlformats.org/officeDocument/2006/relationships/tags" Target="/ppt/slides/tags/tag42.xml" Id="Rf99ff894058f40ae" /><Relationship Type="http://schemas.openxmlformats.org/officeDocument/2006/relationships/tags" Target="/ppt/slides/tags/tag43.xml" Id="Rbf110f65ee1e4739" /><Relationship Type="http://schemas.openxmlformats.org/officeDocument/2006/relationships/tags" Target="/ppt/slides/tags/tag44.xml" Id="R3aba0d19ae58440a" /><Relationship Type="http://schemas.openxmlformats.org/officeDocument/2006/relationships/tags" Target="/ppt/slides/tags/tag45.xml" Id="R029244a082f641cb" /><Relationship Type="http://schemas.openxmlformats.org/officeDocument/2006/relationships/tags" Target="/ppt/slides/tags/tag46.xml" Id="R1cc2308b65ca45da" /><Relationship Type="http://schemas.openxmlformats.org/officeDocument/2006/relationships/tags" Target="/ppt/slides/tags/tag47.xml" Id="R16197d11ed3e4efd" /><Relationship Type="http://schemas.openxmlformats.org/officeDocument/2006/relationships/tags" Target="/ppt/slides/tags/tag48.xml" Id="R87cf167b99a84253" /><Relationship Type="http://schemas.openxmlformats.org/officeDocument/2006/relationships/tags" Target="/ppt/slides/tags/tag49.xml" Id="R5f36425cd16c4bb1" /><Relationship Type="http://schemas.openxmlformats.org/officeDocument/2006/relationships/tags" Target="/ppt/slides/tags/tag50.xml" Id="R95b3f79eb4cb45ee" /><Relationship Type="http://schemas.openxmlformats.org/officeDocument/2006/relationships/tags" Target="/ppt/slides/tags/tag51.xml" Id="R83b6d39b19574a57" /><Relationship Type="http://schemas.openxmlformats.org/officeDocument/2006/relationships/tags" Target="/ppt/slides/tags/tag52.xml" Id="R1442f92fdf4449a3" /><Relationship Type="http://schemas.openxmlformats.org/officeDocument/2006/relationships/tags" Target="/ppt/slides/tags/tag53.xml" Id="Ra0e9872e82714f06" /><Relationship Type="http://schemas.openxmlformats.org/officeDocument/2006/relationships/tags" Target="/ppt/slides/tags/tag54.xml" Id="R10cb3b905d574d7f" /><Relationship Type="http://schemas.openxmlformats.org/officeDocument/2006/relationships/tags" Target="/ppt/slides/tags/tag55.xml" Id="R3daa654be9af492b" /><Relationship Type="http://schemas.openxmlformats.org/officeDocument/2006/relationships/tags" Target="/ppt/slides/tags/tag56.xml" Id="R0ab76e51026447d5" /><Relationship Type="http://schemas.openxmlformats.org/officeDocument/2006/relationships/tags" Target="/ppt/slides/tags/tag57.xml" Id="R7876c2b873434a63" /><Relationship Type="http://schemas.openxmlformats.org/officeDocument/2006/relationships/tags" Target="/ppt/slides/tags/tag58.xml" Id="R8e971fba48d8423e" /><Relationship Type="http://schemas.openxmlformats.org/officeDocument/2006/relationships/notesSlide" Target="/ppt/notesSlides/notesSlide1.xml" Id="Rbca52085a6f14cdf" /><Relationship Type="http://schemas.openxmlformats.org/officeDocument/2006/relationships/slideLayout" Target="/ppt/slideLayouts/slideLayout2.xml" Id="Re5a429614fdc42c2" /></Relationships>
</file>

<file path=ppt/slides/_rels/slide3.xml.rels>&#65279;<?xml version="1.0" encoding="utf-8"?><Relationships xmlns="http://schemas.openxmlformats.org/package/2006/relationships"><Relationship Type="http://schemas.openxmlformats.org/officeDocument/2006/relationships/image" Target="/ppt/media/image.bin" Id="R329f8b87cae44047" /><Relationship Type="http://schemas.openxmlformats.org/officeDocument/2006/relationships/image" Target="/ppt/media/image5.bin" Id="R37d7318586214455" /><Relationship Type="http://schemas.openxmlformats.org/officeDocument/2006/relationships/tags" Target="/ppt/slides/tags/tag59.xml" Id="R508b214f664e43ce" /><Relationship Type="http://schemas.openxmlformats.org/officeDocument/2006/relationships/slideLayout" Target="/ppt/slideLayouts/slideLayout5.xml" Id="R340d113031b34ac2" /></Relationships>
</file>

<file path=ppt/slides/_rels/slide4.xml.rels>&#65279;<?xml version="1.0" encoding="utf-8"?><Relationships xmlns="http://schemas.openxmlformats.org/package/2006/relationships"><Relationship Type="http://schemas.openxmlformats.org/officeDocument/2006/relationships/image" Target="/ppt/media/image6.bin" Id="R3d8f1015e9b34361" /><Relationship Type="http://schemas.openxmlformats.org/officeDocument/2006/relationships/image" Target="/ppt/media/image7.bin" Id="R2fc966e8464b4fce" /><Relationship Type="http://schemas.openxmlformats.org/officeDocument/2006/relationships/image" Target="/ppt/media/image8.bin" Id="R2d919ffe78364e13" /><Relationship Type="http://schemas.openxmlformats.org/officeDocument/2006/relationships/tags" Target="/ppt/slides/tags/tag60.xml" Id="Rf4320273215b45ff" /><Relationship Type="http://schemas.openxmlformats.org/officeDocument/2006/relationships/tags" Target="/ppt/slides/tags/tag61.xml" Id="R0b595d8c164b4b7a" /><Relationship Type="http://schemas.openxmlformats.org/officeDocument/2006/relationships/tags" Target="/ppt/slides/tags/tag62.xml" Id="Rf9bb7feaa8ec4d2f" /><Relationship Type="http://schemas.openxmlformats.org/officeDocument/2006/relationships/tags" Target="/ppt/slides/tags/tag63.xml" Id="R55bded4ee01d4b1e" /><Relationship Type="http://schemas.openxmlformats.org/officeDocument/2006/relationships/notesSlide" Target="/ppt/notesSlides/notesSlide2.xml" Id="R055db136c87b497d" /><Relationship Type="http://schemas.openxmlformats.org/officeDocument/2006/relationships/slideLayout" Target="/ppt/slideLayouts/slideLayout4.xml" Id="R980ed8380e9f4328" /></Relationships>
</file>

<file path=ppt/slides/_rels/slide5.xml.rels>&#65279;<?xml version="1.0" encoding="utf-8"?><Relationships xmlns="http://schemas.openxmlformats.org/package/2006/relationships"><Relationship Type="http://schemas.openxmlformats.org/officeDocument/2006/relationships/image" Target="/ppt/media/image.bin" Id="R2d63577f2cfa42fd" /><Relationship Type="http://schemas.openxmlformats.org/officeDocument/2006/relationships/image" Target="/ppt/media/image9.bin" Id="Ref0414d958c14423" /><Relationship Type="http://schemas.openxmlformats.org/officeDocument/2006/relationships/image" Target="/ppt/media/image10.bin" Id="R5cac86e886ec4b00" /><Relationship Type="http://schemas.openxmlformats.org/officeDocument/2006/relationships/tags" Target="/ppt/slides/tags/tag64.xml" Id="R51892a303dee4ba1" /><Relationship Type="http://schemas.openxmlformats.org/officeDocument/2006/relationships/tags" Target="/ppt/slides/tags/tag65.xml" Id="R713c2e28dbfb4d0f" /><Relationship Type="http://schemas.openxmlformats.org/officeDocument/2006/relationships/tags" Target="/ppt/slides/tags/tag66.xml" Id="R86f744211475485f" /><Relationship Type="http://schemas.openxmlformats.org/officeDocument/2006/relationships/tags" Target="/ppt/slides/tags/tag67.xml" Id="R65196895f33b40f7" /><Relationship Type="http://schemas.openxmlformats.org/officeDocument/2006/relationships/tags" Target="/ppt/slides/tags/tag68.xml" Id="R80b26d1603724b9d" /><Relationship Type="http://schemas.openxmlformats.org/officeDocument/2006/relationships/tags" Target="/ppt/slides/tags/tag69.xml" Id="Rd13a0e75a1544193" /><Relationship Type="http://schemas.openxmlformats.org/officeDocument/2006/relationships/tags" Target="/ppt/slides/tags/tag70.xml" Id="Rfc932cd765eb4e70" /><Relationship Type="http://schemas.openxmlformats.org/officeDocument/2006/relationships/tags" Target="/ppt/slides/tags/tag71.xml" Id="R176b0e79908c4c30" /><Relationship Type="http://schemas.openxmlformats.org/officeDocument/2006/relationships/tags" Target="/ppt/slides/tags/tag72.xml" Id="R17b9f28179df426c" /><Relationship Type="http://schemas.openxmlformats.org/officeDocument/2006/relationships/tags" Target="/ppt/slides/tags/tag73.xml" Id="R92e3bf9a92544f45" /><Relationship Type="http://schemas.openxmlformats.org/officeDocument/2006/relationships/tags" Target="/ppt/slides/tags/tag74.xml" Id="R97c8bf83e8304b1f" /><Relationship Type="http://schemas.openxmlformats.org/officeDocument/2006/relationships/tags" Target="/ppt/slides/tags/tag75.xml" Id="R6917485f678f4dd4" /><Relationship Type="http://schemas.openxmlformats.org/officeDocument/2006/relationships/tags" Target="/ppt/slides/tags/tag76.xml" Id="R4a05e785ad29471d" /><Relationship Type="http://schemas.openxmlformats.org/officeDocument/2006/relationships/tags" Target="/ppt/slides/tags/tag77.xml" Id="R2126ac1f7ea041fb" /><Relationship Type="http://schemas.openxmlformats.org/officeDocument/2006/relationships/tags" Target="/ppt/slides/tags/tag78.xml" Id="R805c71fde8214f40" /><Relationship Type="http://schemas.openxmlformats.org/officeDocument/2006/relationships/tags" Target="/ppt/slides/tags/tag79.xml" Id="R230d2b6a63b44f47" /><Relationship Type="http://schemas.openxmlformats.org/officeDocument/2006/relationships/tags" Target="/ppt/slides/tags/tag80.xml" Id="Re49b132bad6e49b7" /><Relationship Type="http://schemas.openxmlformats.org/officeDocument/2006/relationships/tags" Target="/ppt/slides/tags/tag81.xml" Id="R8ecbf879f68f42c8" /><Relationship Type="http://schemas.openxmlformats.org/officeDocument/2006/relationships/tags" Target="/ppt/slides/tags/tag82.xml" Id="R89bf4f8c8fb84f5b" /><Relationship Type="http://schemas.openxmlformats.org/officeDocument/2006/relationships/tags" Target="/ppt/slides/tags/tag83.xml" Id="R66603877426c4f9e" /><Relationship Type="http://schemas.openxmlformats.org/officeDocument/2006/relationships/tags" Target="/ppt/slides/tags/tag84.xml" Id="R09a4d48408f24ddd" /><Relationship Type="http://schemas.openxmlformats.org/officeDocument/2006/relationships/tags" Target="/ppt/slides/tags/tag85.xml" Id="R05690677d5a44cfd" /><Relationship Type="http://schemas.openxmlformats.org/officeDocument/2006/relationships/tags" Target="/ppt/slides/tags/tag86.xml" Id="Rd2e8a5b38c3b42d6" /><Relationship Type="http://schemas.openxmlformats.org/officeDocument/2006/relationships/notesSlide" Target="/ppt/notesSlides/notesSlide3.xml" Id="R71cbf22571574ac5" /><Relationship Type="http://schemas.openxmlformats.org/officeDocument/2006/relationships/slideLayout" Target="/ppt/slideLayouts/slideLayout4.xml" Id="R587989be31c84cad" /></Relationships>
</file>

<file path=ppt/slides/_rels/slide6.xml.rels>&#65279;<?xml version="1.0" encoding="utf-8"?><Relationships xmlns="http://schemas.openxmlformats.org/package/2006/relationships"><Relationship Type="http://schemas.openxmlformats.org/officeDocument/2006/relationships/image" Target="/ppt/media/image.bin" Id="Rc4e54c67b47b4ff5" /><Relationship Type="http://schemas.openxmlformats.org/officeDocument/2006/relationships/image" Target="/ppt/media/image11.bin" Id="R5ff292dc548a436f" /><Relationship Type="http://schemas.openxmlformats.org/officeDocument/2006/relationships/image" Target="/ppt/media/image12.bin" Id="Re91431b649014cb8" /><Relationship Type="http://schemas.openxmlformats.org/officeDocument/2006/relationships/tags" Target="/ppt/slides/tags/tag87.xml" Id="R12e9690b65f84b3e" /><Relationship Type="http://schemas.openxmlformats.org/officeDocument/2006/relationships/tags" Target="/ppt/slides/tags/tag88.xml" Id="Rb7238e8fd4b04c7a" /><Relationship Type="http://schemas.openxmlformats.org/officeDocument/2006/relationships/tags" Target="/ppt/slides/tags/tag89.xml" Id="R7a1f83a749ad48a8" /><Relationship Type="http://schemas.openxmlformats.org/officeDocument/2006/relationships/tags" Target="/ppt/slides/tags/tag90.xml" Id="Re07f5f2dc7e84ef6" /><Relationship Type="http://schemas.openxmlformats.org/officeDocument/2006/relationships/slideLayout" Target="/ppt/slideLayouts/slideLayout10.xml" Id="R0d1bcf1aca8f4247" /></Relationships>
</file>

<file path=ppt/slides/_rels/slide7.xml.rels>&#65279;<?xml version="1.0" encoding="utf-8"?><Relationships xmlns="http://schemas.openxmlformats.org/package/2006/relationships"><Relationship Type="http://schemas.openxmlformats.org/officeDocument/2006/relationships/image" Target="/ppt/media/image.bin" Id="R28616886c09741b6" /><Relationship Type="http://schemas.openxmlformats.org/officeDocument/2006/relationships/image" Target="/ppt/media/image13.bin" Id="Rabb96ffeab644aec" /><Relationship Type="http://schemas.openxmlformats.org/officeDocument/2006/relationships/tags" Target="/ppt/slides/tags/tag91.xml" Id="Rd2d7ee1dd924417b" /><Relationship Type="http://schemas.openxmlformats.org/officeDocument/2006/relationships/tags" Target="/ppt/slides/tags/tag92.xml" Id="R7a2d906a88944b23" /><Relationship Type="http://schemas.openxmlformats.org/officeDocument/2006/relationships/tags" Target="/ppt/slides/tags/tag93.xml" Id="R386d1f38f18a4bb5" /><Relationship Type="http://schemas.openxmlformats.org/officeDocument/2006/relationships/slideLayout" Target="/ppt/slideLayouts/slideLayout2.xml" Id="R2d51a2740cd44247" /></Relationships>
</file>

<file path=ppt/slides/_rels/slide8.xml.rels>&#65279;<?xml version="1.0" encoding="utf-8"?><Relationships xmlns="http://schemas.openxmlformats.org/package/2006/relationships"><Relationship Type="http://schemas.openxmlformats.org/officeDocument/2006/relationships/image" Target="/ppt/media/image.bin" Id="R6811da9ee6834584" /><Relationship Type="http://schemas.openxmlformats.org/officeDocument/2006/relationships/image" Target="/ppt/media/image5.bin" Id="R3a1612f3a2ae4a1a" /><Relationship Type="http://schemas.openxmlformats.org/officeDocument/2006/relationships/tags" Target="/ppt/slides/tags/tag94.xml" Id="R8dc1e955d95e4ba1" /><Relationship Type="http://schemas.openxmlformats.org/officeDocument/2006/relationships/slideLayout" Target="/ppt/slideLayouts/slideLayout5.xml" Id="Rf85c67ef6e614461" /></Relationships>
</file>

<file path=ppt/slides/_rels/slide9.xml.rels>&#65279;<?xml version="1.0" encoding="utf-8"?><Relationships xmlns="http://schemas.openxmlformats.org/package/2006/relationships"><Relationship Type="http://schemas.openxmlformats.org/officeDocument/2006/relationships/image" Target="/ppt/media/image.bin" Id="Rf83540a8d4f84476" /><Relationship Type="http://schemas.openxmlformats.org/officeDocument/2006/relationships/image" Target="/ppt/media/image14.bin" Id="R768c729bd18f4d3a" /><Relationship Type="http://schemas.openxmlformats.org/officeDocument/2006/relationships/image" Target="/ppt/media/image15.bin" Id="Re217bf4be28f4779" /><Relationship Type="http://schemas.openxmlformats.org/officeDocument/2006/relationships/tags" Target="/ppt/slides/tags/tag95.xml" Id="R4deaf95a709d4d4e" /><Relationship Type="http://schemas.openxmlformats.org/officeDocument/2006/relationships/tags" Target="/ppt/slides/tags/tag96.xml" Id="R27db460f874b4c11" /><Relationship Type="http://schemas.openxmlformats.org/officeDocument/2006/relationships/tags" Target="/ppt/slides/tags/tag97.xml" Id="R20605e8f48fe4260" /><Relationship Type="http://schemas.openxmlformats.org/officeDocument/2006/relationships/tags" Target="/ppt/slides/tags/tag98.xml" Id="Re6f3f016527844a7" /><Relationship Type="http://schemas.openxmlformats.org/officeDocument/2006/relationships/notesSlide" Target="/ppt/notesSlides/notesSlide4.xml" Id="R78552f65e76c446a" /><Relationship Type="http://schemas.openxmlformats.org/officeDocument/2006/relationships/slideLayout" Target="/ppt/slideLayouts/slideLayout4.xml" Id="Rd44e8ed37c284547" /></Relationships>
</file>

<file path=ppt/slides/_rels/slide10.xml.rels>&#65279;<?xml version="1.0" encoding="utf-8"?><Relationships xmlns="http://schemas.openxmlformats.org/package/2006/relationships"><Relationship Type="http://schemas.openxmlformats.org/officeDocument/2006/relationships/image" Target="/ppt/media/image16.bin" Id="Rf57da52ea1b040af" /><Relationship Type="http://schemas.openxmlformats.org/officeDocument/2006/relationships/tags" Target="/ppt/slides/tags/tag99.xml" Id="R7af837ea8ec34c83" /><Relationship Type="http://schemas.openxmlformats.org/officeDocument/2006/relationships/tags" Target="/ppt/slides/tags/tag100.xml" Id="R18c3db99b45d4ffd" /><Relationship Type="http://schemas.openxmlformats.org/officeDocument/2006/relationships/tags" Target="/ppt/slides/tags/tag101.xml" Id="Ra97ee0aba425467f" /><Relationship Type="http://schemas.openxmlformats.org/officeDocument/2006/relationships/tags" Target="/ppt/slides/tags/tag102.xml" Id="R0679b99ff8464f54" /><Relationship Type="http://schemas.openxmlformats.org/officeDocument/2006/relationships/notesSlide" Target="/ppt/notesSlides/notesSlide5.xml" Id="Rebbdef25fe9b4e9f" /><Relationship Type="http://schemas.openxmlformats.org/officeDocument/2006/relationships/slideLayout" Target="/ppt/slideLayouts/slideLayout10.xml" Id="R5fe8ca22e3f2448a" /></Relationships>
</file>

<file path=ppt/slides/_rels/slide11.xml.rels>&#65279;<?xml version="1.0" encoding="utf-8"?><Relationships xmlns="http://schemas.openxmlformats.org/package/2006/relationships"><Relationship Type="http://schemas.openxmlformats.org/officeDocument/2006/relationships/image" Target="/ppt/media/image.bin" Id="R2306f71ee19a46ac" /><Relationship Type="http://schemas.openxmlformats.org/officeDocument/2006/relationships/image" Target="/ppt/media/image17.bin" Id="R008081f25bd94ff8" /><Relationship Type="http://schemas.openxmlformats.org/officeDocument/2006/relationships/tags" Target="/ppt/slides/tags/tag103.xml" Id="Rb69446cb3a234a3a" /><Relationship Type="http://schemas.openxmlformats.org/officeDocument/2006/relationships/tags" Target="/ppt/slides/tags/tag104.xml" Id="Rb42ee67df41240c1" /><Relationship Type="http://schemas.openxmlformats.org/officeDocument/2006/relationships/tags" Target="/ppt/slides/tags/tag105.xml" Id="R26a6285edf934154" /><Relationship Type="http://schemas.openxmlformats.org/officeDocument/2006/relationships/notesSlide" Target="/ppt/notesSlides/notesSlide6.xml" Id="Rb4361e21948347c5" /><Relationship Type="http://schemas.openxmlformats.org/officeDocument/2006/relationships/slideLayout" Target="/ppt/slideLayouts/slideLayout6.xml" Id="R4812139863cf4514" /></Relationships>
</file>

<file path=ppt/slides/_rels/slide12.xml.rels>&#65279;<?xml version="1.0" encoding="utf-8"?><Relationships xmlns="http://schemas.openxmlformats.org/package/2006/relationships"><Relationship Type="http://schemas.openxmlformats.org/officeDocument/2006/relationships/image" Target="/ppt/media/image.bin" Id="R088f04de95424851" /><Relationship Type="http://schemas.openxmlformats.org/officeDocument/2006/relationships/image" Target="/ppt/media/image18.bin" Id="R0123c06134884c20" /><Relationship Type="http://schemas.openxmlformats.org/officeDocument/2006/relationships/tags" Target="/ppt/slides/tags/tag106.xml" Id="R6883b3b2b8e74a3c" /><Relationship Type="http://schemas.openxmlformats.org/officeDocument/2006/relationships/slideLayout" Target="/ppt/slideLayouts/slideLayout11.xml" Id="Rc5058c8a86ff4cb0" /></Relationships>
</file>

<file path=ppt/slides/_rels/slide13.xml.rels>&#65279;<?xml version="1.0" encoding="utf-8"?><Relationships xmlns="http://schemas.openxmlformats.org/package/2006/relationships"><Relationship Type="http://schemas.openxmlformats.org/officeDocument/2006/relationships/image" Target="/ppt/media/image.bin" Id="R5685cfa0428142ac" /><Relationship Type="http://schemas.openxmlformats.org/officeDocument/2006/relationships/image" Target="/ppt/media/image5.bin" Id="R22db50a718da4862" /><Relationship Type="http://schemas.openxmlformats.org/officeDocument/2006/relationships/tags" Target="/ppt/slides/tags/tag107.xml" Id="Rc11ea7c3c9ee4c4e" /><Relationship Type="http://schemas.openxmlformats.org/officeDocument/2006/relationships/slideLayout" Target="/ppt/slideLayouts/slideLayout5.xml" Id="R7974f24d523c42d6" /></Relationships>
</file>

<file path=ppt/slides/_rels/slide14.xml.rels>&#65279;<?xml version="1.0" encoding="utf-8"?><Relationships xmlns="http://schemas.openxmlformats.org/package/2006/relationships"><Relationship Type="http://schemas.openxmlformats.org/officeDocument/2006/relationships/image" Target="/ppt/media/image.bin" Id="R3308bf1176824125" /><Relationship Type="http://schemas.openxmlformats.org/officeDocument/2006/relationships/image" Target="/ppt/media/image19.bin" Id="R700ca9938fba43ed" /><Relationship Type="http://schemas.openxmlformats.org/officeDocument/2006/relationships/image" Target="/ppt/media/image20.bin" Id="R258ac2b4f25e4534" /><Relationship Type="http://schemas.openxmlformats.org/officeDocument/2006/relationships/tags" Target="/ppt/slides/tags/tag108.xml" Id="Rc2671e8dec9e44d6" /><Relationship Type="http://schemas.openxmlformats.org/officeDocument/2006/relationships/tags" Target="/ppt/slides/tags/tag109.xml" Id="R5bdbe63fafe744d0" /><Relationship Type="http://schemas.openxmlformats.org/officeDocument/2006/relationships/notesSlide" Target="/ppt/notesSlides/notesSlide7.xml" Id="R005383007b094afa" /><Relationship Type="http://schemas.openxmlformats.org/officeDocument/2006/relationships/slideLayout" Target="/ppt/slideLayouts/slideLayout5.xml" Id="R6753dd1bac624fe1" /></Relationships>
</file>

<file path=ppt/slides/_rels/slide15.xml.rels>&#65279;<?xml version="1.0" encoding="utf-8"?><Relationships xmlns="http://schemas.openxmlformats.org/package/2006/relationships"><Relationship Type="http://schemas.openxmlformats.org/officeDocument/2006/relationships/image" Target="/ppt/media/image.bin" Id="Rbbbfdf8766304fb4" /><Relationship Type="http://schemas.openxmlformats.org/officeDocument/2006/relationships/image" Target="/ppt/media/image21.bin" Id="R2fa51e179c8a4af2" /><Relationship Type="http://schemas.openxmlformats.org/officeDocument/2006/relationships/tags" Target="/ppt/slides/tags/tag110.xml" Id="R2f82048ad3c04871" /><Relationship Type="http://schemas.openxmlformats.org/officeDocument/2006/relationships/tags" Target="/ppt/slides/tags/tag111.xml" Id="R910b1ff329f84a24" /><Relationship Type="http://schemas.openxmlformats.org/officeDocument/2006/relationships/tags" Target="/ppt/slides/tags/tag112.xml" Id="Red8a22c005dd43fc" /><Relationship Type="http://schemas.openxmlformats.org/officeDocument/2006/relationships/tags" Target="/ppt/slides/tags/tag113.xml" Id="R3538a5af75f84693" /><Relationship Type="http://schemas.openxmlformats.org/officeDocument/2006/relationships/slideLayout" Target="/ppt/slideLayouts/slideLayout10.xml" Id="Rc3d0995a07fb4b21" /></Relationships>
</file>

<file path=ppt/slides/_rels/slide16.xml.rels>&#65279;<?xml version="1.0" encoding="utf-8"?><Relationships xmlns="http://schemas.openxmlformats.org/package/2006/relationships"><Relationship Type="http://schemas.openxmlformats.org/officeDocument/2006/relationships/image" Target="/ppt/media/image.bin" Id="R52d7974ae3484c39" /><Relationship Type="http://schemas.openxmlformats.org/officeDocument/2006/relationships/image" Target="/ppt/media/image22.bin" Id="R4da28aaf99a54306" /><Relationship Type="http://schemas.openxmlformats.org/officeDocument/2006/relationships/tags" Target="/ppt/slides/tags/tag114.xml" Id="R376f9e87f71b4281" /><Relationship Type="http://schemas.openxmlformats.org/officeDocument/2006/relationships/tags" Target="/ppt/slides/tags/tag115.xml" Id="R41260a842c5a4173" /><Relationship Type="http://schemas.openxmlformats.org/officeDocument/2006/relationships/tags" Target="/ppt/slides/tags/tag116.xml" Id="R5aec4d93444f4265" /><Relationship Type="http://schemas.openxmlformats.org/officeDocument/2006/relationships/tags" Target="/ppt/slides/tags/tag117.xml" Id="R929272e5191f4013" /><Relationship Type="http://schemas.openxmlformats.org/officeDocument/2006/relationships/notesSlide" Target="/ppt/notesSlides/notesSlide8.xml" Id="Rfed2c6fb57fd43df" /><Relationship Type="http://schemas.openxmlformats.org/officeDocument/2006/relationships/slideLayout" Target="/ppt/slideLayouts/slideLayout8.xml" Id="R604938d5b0614ebb" /></Relationships>
</file>

<file path=ppt/slides/_rels/slide17.xml.rels>&#65279;<?xml version="1.0" encoding="utf-8"?><Relationships xmlns="http://schemas.openxmlformats.org/package/2006/relationships"><Relationship Type="http://schemas.openxmlformats.org/officeDocument/2006/relationships/image" Target="/ppt/media/image.bin" Id="R9f49e6280b0d4156" /><Relationship Type="http://schemas.openxmlformats.org/officeDocument/2006/relationships/image" Target="/ppt/media/image23.bin" Id="R0bc7a60e23d5438d" /><Relationship Type="http://schemas.openxmlformats.org/officeDocument/2006/relationships/tags" Target="/ppt/slides/tags/tag118.xml" Id="Ra77a938ace244cab" /><Relationship Type="http://schemas.openxmlformats.org/officeDocument/2006/relationships/tags" Target="/ppt/slides/tags/tag119.xml" Id="Re7ff3297cc374ecc" /><Relationship Type="http://schemas.openxmlformats.org/officeDocument/2006/relationships/tags" Target="/ppt/slides/tags/tag120.xml" Id="R6fd640da4b0b4b16" /><Relationship Type="http://schemas.openxmlformats.org/officeDocument/2006/relationships/tags" Target="/ppt/slides/tags/tag121.xml" Id="R3c2218e42377433f" /><Relationship Type="http://schemas.openxmlformats.org/officeDocument/2006/relationships/tags" Target="/ppt/slides/tags/tag122.xml" Id="R934329826e7b4dc5" /><Relationship Type="http://schemas.openxmlformats.org/officeDocument/2006/relationships/slideLayout" Target="/ppt/slideLayouts/slideLayout10.xml" Id="R87a118e867d54e56" /></Relationships>
</file>

<file path=ppt/slides/_rels/slide18.xml.rels>&#65279;<?xml version="1.0" encoding="utf-8"?><Relationships xmlns="http://schemas.openxmlformats.org/package/2006/relationships"><Relationship Type="http://schemas.openxmlformats.org/officeDocument/2006/relationships/image" Target="/ppt/media/image.bin" Id="R2c52496f8a154a62" /><Relationship Type="http://schemas.openxmlformats.org/officeDocument/2006/relationships/image" Target="/ppt/media/image24.bin" Id="Rfce48c56416d4c4d" /><Relationship Type="http://schemas.openxmlformats.org/officeDocument/2006/relationships/image" Target="/ppt/media/image25.bin" Id="R03f56cb502eb441a" /><Relationship Type="http://schemas.openxmlformats.org/officeDocument/2006/relationships/tags" Target="/ppt/slides/tags/tag123.xml" Id="Rc84496d007d0422b" /><Relationship Type="http://schemas.openxmlformats.org/officeDocument/2006/relationships/tags" Target="/ppt/slides/tags/tag124.xml" Id="R9dc95615293a4ca2" /><Relationship Type="http://schemas.openxmlformats.org/officeDocument/2006/relationships/tags" Target="/ppt/slides/tags/tag125.xml" Id="Rc18c22995a544828" /><Relationship Type="http://schemas.openxmlformats.org/officeDocument/2006/relationships/tags" Target="/ppt/slides/tags/tag126.xml" Id="Raa6e3f817eda408e" /><Relationship Type="http://schemas.openxmlformats.org/officeDocument/2006/relationships/notesSlide" Target="/ppt/notesSlides/notesSlide9.xml" Id="Raea6a24de1524b02" /><Relationship Type="http://schemas.openxmlformats.org/officeDocument/2006/relationships/slideLayout" Target="/ppt/slideLayouts/slideLayout4.xml" Id="Rdc15576fbc4d4a25" /></Relationships>
</file>

<file path=ppt/slides/_rels/slide19.xml.rels>&#65279;<?xml version="1.0" encoding="utf-8"?><Relationships xmlns="http://schemas.openxmlformats.org/package/2006/relationships"><Relationship Type="http://schemas.openxmlformats.org/officeDocument/2006/relationships/image" Target="/ppt/media/image.bin" Id="R9b2dc5bb9794452c" /><Relationship Type="http://schemas.openxmlformats.org/officeDocument/2006/relationships/image" Target="/ppt/media/image5.bin" Id="R2e27c4a44c2c40f4" /><Relationship Type="http://schemas.openxmlformats.org/officeDocument/2006/relationships/tags" Target="/ppt/slides/tags/tag127.xml" Id="Rabc0387fbe4545a4" /><Relationship Type="http://schemas.openxmlformats.org/officeDocument/2006/relationships/slideLayout" Target="/ppt/slideLayouts/slideLayout5.xml" Id="R542861d282f54c5d" /></Relationships>
</file>

<file path=ppt/slides/_rels/slide20.xml.rels>&#65279;<?xml version="1.0" encoding="utf-8"?><Relationships xmlns="http://schemas.openxmlformats.org/package/2006/relationships"><Relationship Type="http://schemas.openxmlformats.org/officeDocument/2006/relationships/image" Target="/ppt/media/image.bin" Id="R0fa74f992a0a44ca" /><Relationship Type="http://schemas.openxmlformats.org/officeDocument/2006/relationships/image" Target="/ppt/media/image26.bin" Id="R62efe58cd0ba49ca" /><Relationship Type="http://schemas.openxmlformats.org/officeDocument/2006/relationships/tags" Target="/ppt/slides/tags/tag128.xml" Id="Ra766a75de5c648be" /><Relationship Type="http://schemas.openxmlformats.org/officeDocument/2006/relationships/tags" Target="/ppt/slides/tags/tag129.xml" Id="Re9af3c4a2c9c4f2f" /><Relationship Type="http://schemas.openxmlformats.org/officeDocument/2006/relationships/tags" Target="/ppt/slides/tags/tag130.xml" Id="Ra9b3551b378940c5" /><Relationship Type="http://schemas.openxmlformats.org/officeDocument/2006/relationships/slideLayout" Target="/ppt/slideLayouts/slideLayout3.xml" Id="R70d6cad2565b4b71" /></Relationships>
</file>

<file path=ppt/slides/_rels/slide21.xml.rels>&#65279;<?xml version="1.0" encoding="utf-8"?><Relationships xmlns="http://schemas.openxmlformats.org/package/2006/relationships"><Relationship Type="http://schemas.openxmlformats.org/officeDocument/2006/relationships/image" Target="/ppt/media/image.bin" Id="R604fc9ef61674bea" /><Relationship Type="http://schemas.openxmlformats.org/officeDocument/2006/relationships/image" Target="/ppt/media/image27.bin" Id="R54c1233ea74347c1" /><Relationship Type="http://schemas.openxmlformats.org/officeDocument/2006/relationships/image" Target="/ppt/media/image28.bin" Id="Rdb56b4ef206b4d5e" /><Relationship Type="http://schemas.openxmlformats.org/officeDocument/2006/relationships/tags" Target="/ppt/slides/tags/tag131.xml" Id="Re3d3d7bd9cf9422e" /><Relationship Type="http://schemas.openxmlformats.org/officeDocument/2006/relationships/slideLayout" Target="/ppt/slideLayouts/slideLayout7.xml" Id="R763e9d14ef154e9f" /></Relationships>
</file>

<file path=ppt/slides/_rels/slide22.xml.rels>&#65279;<?xml version="1.0" encoding="utf-8"?><Relationships xmlns="http://schemas.openxmlformats.org/package/2006/relationships"><Relationship Type="http://schemas.openxmlformats.org/officeDocument/2006/relationships/image" Target="/ppt/media/image.bin" Id="R62fd6ce6f82349fa" /><Relationship Type="http://schemas.openxmlformats.org/officeDocument/2006/relationships/image" Target="/ppt/media/image29.bin" Id="Rd24c043a80e1470a" /><Relationship Type="http://schemas.openxmlformats.org/officeDocument/2006/relationships/image" Target="/ppt/media/image30.bin" Id="Re4939b4178da4841" /><Relationship Type="http://schemas.openxmlformats.org/officeDocument/2006/relationships/image" Target="/ppt/media/image31.bin" Id="Rc5ae80184b034c87" /><Relationship Type="http://schemas.openxmlformats.org/officeDocument/2006/relationships/image" Target="/ppt/media/image32.bin" Id="Rab6267f808c14650" /><Relationship Type="http://schemas.openxmlformats.org/officeDocument/2006/relationships/tags" Target="/ppt/slides/tags/tag132.xml" Id="Rdb5d3da4b6564070" /><Relationship Type="http://schemas.openxmlformats.org/officeDocument/2006/relationships/tags" Target="/ppt/slides/tags/tag133.xml" Id="R1c4891384d564edc" /><Relationship Type="http://schemas.openxmlformats.org/officeDocument/2006/relationships/tags" Target="/ppt/slides/tags/tag134.xml" Id="Rd9e2d173b1e44208" /><Relationship Type="http://schemas.openxmlformats.org/officeDocument/2006/relationships/tags" Target="/ppt/slides/tags/tag135.xml" Id="R902eeaf920a14913" /><Relationship Type="http://schemas.openxmlformats.org/officeDocument/2006/relationships/tags" Target="/ppt/slides/tags/tag136.xml" Id="Rdecd9d7b2d0a4792" /><Relationship Type="http://schemas.openxmlformats.org/officeDocument/2006/relationships/tags" Target="/ppt/slides/tags/tag137.xml" Id="R48c27086852b478c" /><Relationship Type="http://schemas.openxmlformats.org/officeDocument/2006/relationships/tags" Target="/ppt/slides/tags/tag138.xml" Id="R667f21a1e2984034" /><Relationship Type="http://schemas.openxmlformats.org/officeDocument/2006/relationships/tags" Target="/ppt/slides/tags/tag139.xml" Id="R8b9d976fe992477d" /><Relationship Type="http://schemas.openxmlformats.org/officeDocument/2006/relationships/tags" Target="/ppt/slides/tags/tag140.xml" Id="R7ddbdb69a9424d97" /><Relationship Type="http://schemas.openxmlformats.org/officeDocument/2006/relationships/tags" Target="/ppt/slides/tags/tag141.xml" Id="R194dc97850c24dc2" /><Relationship Type="http://schemas.openxmlformats.org/officeDocument/2006/relationships/tags" Target="/ppt/slides/tags/tag142.xml" Id="Rc4b723be568b4924" /><Relationship Type="http://schemas.openxmlformats.org/officeDocument/2006/relationships/tags" Target="/ppt/slides/tags/tag143.xml" Id="Refc48ce571d24758" /><Relationship Type="http://schemas.openxmlformats.org/officeDocument/2006/relationships/tags" Target="/ppt/slides/tags/tag144.xml" Id="R3a8f29bcf77141a7" /><Relationship Type="http://schemas.openxmlformats.org/officeDocument/2006/relationships/tags" Target="/ppt/slides/tags/tag145.xml" Id="Ra1964c3ad1484c13" /><Relationship Type="http://schemas.openxmlformats.org/officeDocument/2006/relationships/notesSlide" Target="/ppt/notesSlides/notesSlide10.xml" Id="R12b294480f33479a" /><Relationship Type="http://schemas.openxmlformats.org/officeDocument/2006/relationships/slideLayout" Target="/ppt/slideLayouts/slideLayout7.xml" Id="R9fb624e932174a33" /></Relationships>
</file>

<file path=ppt/slides/_rels/slide23.xml.rels>&#65279;<?xml version="1.0" encoding="utf-8"?><Relationships xmlns="http://schemas.openxmlformats.org/package/2006/relationships"><Relationship Type="http://schemas.openxmlformats.org/officeDocument/2006/relationships/image" Target="/ppt/media/image.bin" Id="Rd02cdcfd6d774d5f" /><Relationship Type="http://schemas.openxmlformats.org/officeDocument/2006/relationships/image" Target="/ppt/media/image33.bin" Id="Rd554f44794e44ad1" /><Relationship Type="http://schemas.openxmlformats.org/officeDocument/2006/relationships/image" Target="/ppt/media/image34.bin" Id="R448088f11eec4902" /><Relationship Type="http://schemas.openxmlformats.org/officeDocument/2006/relationships/tags" Target="/ppt/slides/tags/tag146.xml" Id="R3fd0eac3c73b42df" /><Relationship Type="http://schemas.openxmlformats.org/officeDocument/2006/relationships/tags" Target="/ppt/slides/tags/tag147.xml" Id="R6dca1aa9b07243f9" /><Relationship Type="http://schemas.openxmlformats.org/officeDocument/2006/relationships/tags" Target="/ppt/slides/tags/tag148.xml" Id="Ra850b189ba4c4ef1" /><Relationship Type="http://schemas.openxmlformats.org/officeDocument/2006/relationships/tags" Target="/ppt/slides/tags/tag149.xml" Id="R150eec2a978c42f5" /><Relationship Type="http://schemas.openxmlformats.org/officeDocument/2006/relationships/slideLayout" Target="/ppt/slideLayouts/slideLayout7.xml" Id="R1371b1fdf982409c" /></Relationships>
</file>

<file path=ppt/slides/_rels/slide24.xml.rels>&#65279;<?xml version="1.0" encoding="utf-8"?><Relationships xmlns="http://schemas.openxmlformats.org/package/2006/relationships"><Relationship Type="http://schemas.openxmlformats.org/officeDocument/2006/relationships/image" Target="/ppt/media/image.bin" Id="R94f9d3b56e474182" /><Relationship Type="http://schemas.openxmlformats.org/officeDocument/2006/relationships/image" Target="/ppt/media/image35.bin" Id="R7109311d470d47c0" /><Relationship Type="http://schemas.openxmlformats.org/officeDocument/2006/relationships/tags" Target="/ppt/slides/tags/tag150.xml" Id="Rac07af9aede34318" /><Relationship Type="http://schemas.openxmlformats.org/officeDocument/2006/relationships/tags" Target="/ppt/slides/tags/tag151.xml" Id="Rfaf03e171f83406d" /><Relationship Type="http://schemas.openxmlformats.org/officeDocument/2006/relationships/tags" Target="/ppt/slides/tags/tag152.xml" Id="R2eee596739f54ca2" /><Relationship Type="http://schemas.openxmlformats.org/officeDocument/2006/relationships/tags" Target="/ppt/slides/tags/tag153.xml" Id="Re57c69faf52546fd" /><Relationship Type="http://schemas.openxmlformats.org/officeDocument/2006/relationships/notesSlide" Target="/ppt/notesSlides/notesSlide11.xml" Id="Reb05fb4c00cf42f5" /><Relationship Type="http://schemas.openxmlformats.org/officeDocument/2006/relationships/slideLayout" Target="/ppt/slideLayouts/slideLayout1.xml" Id="R36af6c30c7ee494d" /></Relationships>
</file>

<file path=ppt/slides/_rels/slide25.xml.rels>&#65279;<?xml version="1.0" encoding="utf-8"?><Relationships xmlns="http://schemas.openxmlformats.org/package/2006/relationships"><Relationship Type="http://schemas.openxmlformats.org/officeDocument/2006/relationships/image" Target="/ppt/media/image.bin" Id="Rb08f0e1ca03f4a16" /><Relationship Type="http://schemas.openxmlformats.org/officeDocument/2006/relationships/image" Target="/ppt/media/image2.bin" Id="R98b85206837b489b" /><Relationship Type="http://schemas.openxmlformats.org/officeDocument/2006/relationships/image" Target="/ppt/media/image3.bin" Id="R97021c26af4d4910" /><Relationship Type="http://schemas.openxmlformats.org/officeDocument/2006/relationships/tags" Target="/ppt/slides/tags/tag154.xml" Id="Rc0de439ca3c74559" /><Relationship Type="http://schemas.openxmlformats.org/officeDocument/2006/relationships/slideLayout" Target="/ppt/slideLayouts/slideLayout5.xml" Id="Rcc592e07a34e4d41" /></Relationships>
</file>

<file path=ppt/slides/_rels/slide26.xml.rels>&#65279;<?xml version="1.0" encoding="utf-8"?><Relationships xmlns="http://schemas.openxmlformats.org/package/2006/relationships"><Relationship Type="http://schemas.openxmlformats.org/officeDocument/2006/relationships/hyperlink" Target="https://pptsupermarket.com/customizes" TargetMode="External" Id="R24db7662adfd48cabe3c2b3dafcb4a51" /><Relationship Type="http://schemas.openxmlformats.org/officeDocument/2006/relationships/image" Target="/ppt/media/image36.bin" Id="R0605ec274c1e4fd4" /><Relationship Type="http://schemas.openxmlformats.org/officeDocument/2006/relationships/image" Target="/ppt/media/image37.bin" Id="Rd3e5fad1032b4ac8" /><Relationship Type="http://schemas.openxmlformats.org/officeDocument/2006/relationships/image" Target="/ppt/media/image38.bin" Id="R56d8d14f9fb24b11" /><Relationship Type="http://schemas.openxmlformats.org/officeDocument/2006/relationships/customXml" Target="/ppt/customXML/item.xml" Id="R97165e951257485a" /><Relationship Type="http://schemas.openxmlformats.org/officeDocument/2006/relationships/customXml" Target="/ppt/customXML/item2.xml" Id="Rdd48af1b1f3f47cc" /><Relationship Type="http://schemas.openxmlformats.org/officeDocument/2006/relationships/slideLayout" Target="/ppt/slideLayouts/slideLayout4.xml" Id="R3ad9605966c24462" /></Relationships>
</file>

<file path=ppt/slides/_rels/slide27.xml.rels>&#65279;<?xml version="1.0" encoding="utf-8"?><Relationships xmlns="http://schemas.openxmlformats.org/package/2006/relationships"><Relationship Type="http://schemas.openxmlformats.org/officeDocument/2006/relationships/hyperlink" Target="https://www.pptsupermarket.com/" TargetMode="External" Id="R5427683fc97a4c6da1375b3f3919e32c" /><Relationship Type="http://schemas.openxmlformats.org/officeDocument/2006/relationships/image" Target="/ppt/media/image39.bin" Id="R93eb856943034576" /><Relationship Type="http://schemas.openxmlformats.org/officeDocument/2006/relationships/image" Target="/ppt/media/image40.bin" Id="R5001f2efc4504b13" /><Relationship Type="http://schemas.openxmlformats.org/officeDocument/2006/relationships/image" Target="/ppt/media/image41.bin" Id="R574b763a8466422a" /><Relationship Type="http://schemas.openxmlformats.org/officeDocument/2006/relationships/image" Target="/ppt/media/image37.bin" Id="R674acc7c3a9545c4" /><Relationship Type="http://schemas.openxmlformats.org/officeDocument/2006/relationships/image" Target="/ppt/media/image42.bin" Id="Rec94bb43b33d44b5" /><Relationship Type="http://schemas.openxmlformats.org/officeDocument/2006/relationships/image" Target="/ppt/media/image43.bin" Id="R363d400bb0494e0e" /><Relationship Type="http://schemas.openxmlformats.org/officeDocument/2006/relationships/image" Target="/ppt/media/image38.bin" Id="Rd4e2c02304044f5e" /><Relationship Type="http://schemas.openxmlformats.org/officeDocument/2006/relationships/customXml" Target="/ppt/customXML/item3.xml" Id="Rccb0c0ba8fff4f7d" /><Relationship Type="http://schemas.openxmlformats.org/officeDocument/2006/relationships/customXml" Target="/ppt/customXML/item4.xml" Id="R567ca175705047b7" /><Relationship Type="http://schemas.openxmlformats.org/officeDocument/2006/relationships/customXml" Target="/ppt/customXML/item5.xml" Id="Rb23a16574dc94795" /><Relationship Type="http://schemas.openxmlformats.org/officeDocument/2006/relationships/slideLayout" Target="/ppt/slideLayouts/slideLayout4.xml" Id="R4b2e17b7060d4947" /></Relationships>
</file>

<file path=ppt/slides/_rels/slide28.xml.rels>&#65279;<?xml version="1.0" encoding="utf-8"?><Relationships xmlns="http://schemas.openxmlformats.org/package/2006/relationships"><Relationship Type="http://schemas.openxmlformats.org/officeDocument/2006/relationships/image" Target="/ppt/media/image44.bin" Id="R0d71d16eb67941e6" /><Relationship Type="http://schemas.openxmlformats.org/officeDocument/2006/relationships/image" Target="/ppt/media/image45.bin" Id="R0b9c881fc4004c2f" /><Relationship Type="http://schemas.openxmlformats.org/officeDocument/2006/relationships/image" Target="/ppt/media/image43.bin" Id="R74fcc7587a6d4b72" /><Relationship Type="http://schemas.openxmlformats.org/officeDocument/2006/relationships/image" Target="/ppt/media/image46.bin" Id="Rcffb1f4402c34569" /><Relationship Type="http://schemas.openxmlformats.org/officeDocument/2006/relationships/customXml" Target="/ppt/customXML/item6.xml" Id="Rc3b454b445214d14" /><Relationship Type="http://schemas.openxmlformats.org/officeDocument/2006/relationships/customXml" Target="/ppt/customXML/item7.xml" Id="Ra9a86de35dbe448b" /><Relationship Type="http://schemas.openxmlformats.org/officeDocument/2006/relationships/customXml" Target="/ppt/customXML/item8.xml" Id="R92bdf71b921f4b35" /><Relationship Type="http://schemas.openxmlformats.org/officeDocument/2006/relationships/slideLayout" Target="/ppt/slideLayouts/slideLayout5.xml" Id="Rcd5725d8155f4220" /></Relationships>
</file>

<file path=ppt/slides/_rels/slide29.xml.rels>&#65279;<?xml version="1.0" encoding="utf-8"?><Relationships xmlns="http://schemas.openxmlformats.org/package/2006/relationships"><Relationship Type="http://schemas.openxmlformats.org/officeDocument/2006/relationships/hyperlink" Target="https://www.100font.com/thread-118.htm" TargetMode="External" Id="R0c3d94ab30f04fcbb275876f57438358" /><Relationship Type="http://schemas.openxmlformats.org/officeDocument/2006/relationships/hyperlink" Target="https://storyset.com/" TargetMode="External" Id="Rfb8d43209888467cb6d5f5e4c9580278" /><Relationship Type="http://schemas.openxmlformats.org/officeDocument/2006/relationships/slideLayout" Target="/ppt/slideLayouts/slideLayout4.xml" Id="R11c286ee75124315"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4" name="图片 3" descr="new-P-1524215-79635798O"/>
          <p:cNvPicPr>
            <a:picLocks noChangeAspect="1"/>
          </p:cNvPicPr>
          <p:nvPr/>
        </p:nvPicPr>
        <p:blipFill>
          <a:blip r:embed="Re059a422c23048e2">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5" name="图片 4" descr="P-1618107-FC739ECC"/>
          <p:cNvPicPr>
            <a:picLocks noChangeAspect="1"/>
          </p:cNvPicPr>
          <p:nvPr/>
        </p:nvPicPr>
        <p:blipFill>
          <a:blip r:embed="R3050c0d5f5374f2d" cstate="screen">
            <a:extLst>
              <a:ext uri="{28A0092B-C50C-407E-A947-70E740481C1C}">
                <a14:useLocalDpi xmlns:a14="http://schemas.microsoft.com/office/drawing/2010/main"/>
              </a:ext>
            </a:extLst>
          </a:blip>
          <a:srcRect/>
          <a:stretch>
            <a:fillRect/>
          </a:stretch>
        </p:blipFill>
        <p:spPr>
          <a:xfrm>
            <a:off x="4328795" y="1096010"/>
            <a:ext cx="7861300" cy="4666615"/>
          </a:xfrm>
          <a:prstGeom prst="rect">
            <a:avLst/>
          </a:prstGeom>
        </p:spPr>
      </p:pic>
      <p:pic>
        <p:nvPicPr>
          <p:cNvPr id="7" name="图片 6" descr="P-1618107-FC739ECC"/>
          <p:cNvPicPr>
            <a:picLocks noChangeAspect="1"/>
          </p:cNvPicPr>
          <p:nvPr/>
        </p:nvPicPr>
        <p:blipFill>
          <a:blip r:embed="R6066add342ff4fef" cstate="screen">
            <a:extLst>
              <a:ext uri="{28A0092B-C50C-407E-A947-70E740481C1C}">
                <a14:useLocalDpi xmlns:a14="http://schemas.microsoft.com/office/drawing/2010/main"/>
              </a:ext>
            </a:extLst>
          </a:blip>
          <a:srcRect/>
          <a:stretch>
            <a:fillRect/>
          </a:stretch>
        </p:blipFill>
        <p:spPr>
          <a:xfrm>
            <a:off x="8890" y="1096010"/>
            <a:ext cx="1948180" cy="4666615"/>
          </a:xfrm>
          <a:prstGeom prst="rect">
            <a:avLst/>
          </a:prstGeom>
        </p:spPr>
      </p:pic>
      <p:sp>
        <p:nvSpPr>
          <p:cNvPr id="8" name="文本框 7"/>
          <p:cNvSpPr txBox="1"/>
          <p:nvPr/>
        </p:nvSpPr>
        <p:spPr>
          <a:xfrm>
            <a:off x="1831340" y="425450"/>
            <a:ext cx="1410970" cy="1906905"/>
          </a:xfrm>
          <a:prstGeom prst="rect">
            <a:avLst/>
          </a:prstGeom>
          <a:noFill/>
        </p:spPr>
        <p:txBody>
          <a:bodyPr wrap="square" rtlCol="0">
            <a:spAutoFit/>
          </a:bodyPr>
          <a:lstStyle/>
          <a:p>
            <a:r>
              <a:rPr lang="zh-CN" altLang="en-US" sz="11800" dirty="0">
                <a:solidFill>
                  <a:schemeClr val="accent4">
                    <a:lumMod val="25000"/>
                  </a:schemeClr>
                </a:solidFill>
                <a:effectLst>
                  <a:outerShdw dist="63500" dir="2700000" algn="tl" rotWithShape="0">
                    <a:schemeClr val="bg1">
                      <a:alpha val="40000"/>
                    </a:schemeClr>
                  </a:outerShdw>
                </a:effectLst>
                <a:latin typeface="华文行楷" pitchFamily="2" charset="-122"/>
                <a:ea typeface="华文行楷" pitchFamily="2" charset="-122"/>
                <a:sym typeface="Arial" panose="020B0604020202020204" pitchFamily="34" charset="0"/>
              </a:rPr>
              <a:t>岁</a:t>
            </a:r>
          </a:p>
        </p:txBody>
      </p:sp>
      <p:sp>
        <p:nvSpPr>
          <p:cNvPr id="9" name="文本框 8"/>
          <p:cNvSpPr txBox="1"/>
          <p:nvPr/>
        </p:nvSpPr>
        <p:spPr>
          <a:xfrm>
            <a:off x="2715260" y="1584960"/>
            <a:ext cx="1416050" cy="1906905"/>
          </a:xfrm>
          <a:prstGeom prst="rect">
            <a:avLst/>
          </a:prstGeom>
          <a:noFill/>
        </p:spPr>
        <p:txBody>
          <a:bodyPr wrap="square" rtlCol="0" anchor="t">
            <a:spAutoFit/>
          </a:bodyPr>
          <a:lstStyle/>
          <a:p>
            <a:r>
              <a:rPr lang="zh-CN" altLang="en-US" sz="11800" dirty="0">
                <a:solidFill>
                  <a:schemeClr val="accent4">
                    <a:lumMod val="25000"/>
                  </a:schemeClr>
                </a:solidFill>
                <a:effectLst>
                  <a:outerShdw dist="63500" dir="2700000" algn="tl" rotWithShape="0">
                    <a:schemeClr val="bg1">
                      <a:alpha val="40000"/>
                    </a:schemeClr>
                  </a:outerShdw>
                </a:effectLst>
                <a:latin typeface="华文行楷" pitchFamily="2" charset="-122"/>
                <a:ea typeface="华文行楷" pitchFamily="2" charset="-122"/>
                <a:sym typeface="Arial" panose="020B0604020202020204" pitchFamily="34" charset="0"/>
              </a:rPr>
              <a:t>寒</a:t>
            </a:r>
          </a:p>
        </p:txBody>
      </p:sp>
      <p:sp>
        <p:nvSpPr>
          <p:cNvPr id="10" name="文本框 9"/>
          <p:cNvSpPr txBox="1"/>
          <p:nvPr/>
        </p:nvSpPr>
        <p:spPr>
          <a:xfrm>
            <a:off x="2000885" y="2723515"/>
            <a:ext cx="1347470" cy="1906905"/>
          </a:xfrm>
          <a:prstGeom prst="rect">
            <a:avLst/>
          </a:prstGeom>
          <a:noFill/>
        </p:spPr>
        <p:txBody>
          <a:bodyPr wrap="square" rtlCol="0" anchor="t">
            <a:spAutoFit/>
          </a:bodyPr>
          <a:lstStyle/>
          <a:p>
            <a:r>
              <a:rPr lang="zh-CN" altLang="en-US" sz="11800" dirty="0">
                <a:solidFill>
                  <a:schemeClr val="accent4">
                    <a:lumMod val="25000"/>
                  </a:schemeClr>
                </a:solidFill>
                <a:effectLst>
                  <a:outerShdw dist="63500" dir="2700000" algn="tl" rotWithShape="0">
                    <a:schemeClr val="bg1">
                      <a:alpha val="40000"/>
                    </a:schemeClr>
                  </a:outerShdw>
                </a:effectLst>
                <a:latin typeface="华文行楷" pitchFamily="2" charset="-122"/>
                <a:ea typeface="华文行楷" pitchFamily="2" charset="-122"/>
                <a:sym typeface="Arial" panose="020B0604020202020204" pitchFamily="34" charset="0"/>
              </a:rPr>
              <a:t>松</a:t>
            </a:r>
          </a:p>
        </p:txBody>
      </p:sp>
      <p:sp>
        <p:nvSpPr>
          <p:cNvPr id="11" name="文本框 10"/>
          <p:cNvSpPr txBox="1"/>
          <p:nvPr/>
        </p:nvSpPr>
        <p:spPr>
          <a:xfrm>
            <a:off x="2762250" y="4108450"/>
            <a:ext cx="1566545" cy="1906905"/>
          </a:xfrm>
          <a:prstGeom prst="rect">
            <a:avLst/>
          </a:prstGeom>
          <a:noFill/>
        </p:spPr>
        <p:txBody>
          <a:bodyPr wrap="square" rtlCol="0" anchor="t">
            <a:spAutoFit/>
          </a:bodyPr>
          <a:lstStyle/>
          <a:p>
            <a:r>
              <a:rPr lang="zh-CN" altLang="en-US" sz="11800" dirty="0">
                <a:solidFill>
                  <a:schemeClr val="accent4">
                    <a:lumMod val="25000"/>
                  </a:schemeClr>
                </a:solidFill>
                <a:effectLst>
                  <a:outerShdw dist="63500" dir="2700000" algn="tl" rotWithShape="0">
                    <a:schemeClr val="bg1">
                      <a:alpha val="40000"/>
                    </a:schemeClr>
                  </a:outerShdw>
                </a:effectLst>
                <a:latin typeface="华文行楷" pitchFamily="2" charset="-122"/>
                <a:ea typeface="华文行楷" pitchFamily="2" charset="-122"/>
                <a:sym typeface="Arial" panose="020B0604020202020204" pitchFamily="34" charset="0"/>
              </a:rPr>
              <a:t>柏</a:t>
            </a:r>
          </a:p>
        </p:txBody>
      </p:sp>
      <p:sp>
        <p:nvSpPr>
          <p:cNvPr id="12" name="文本框 11"/>
          <p:cNvSpPr txBox="1"/>
          <p:nvPr/>
        </p:nvSpPr>
        <p:spPr>
          <a:xfrm>
            <a:off x="4391660" y="5003165"/>
            <a:ext cx="7226300" cy="1014730"/>
          </a:xfrm>
          <a:prstGeom prst="rect">
            <a:avLst/>
          </a:prstGeom>
          <a:noFill/>
        </p:spPr>
        <p:txBody>
          <a:bodyPr wrap="square" rtlCol="0">
            <a:spAutoFit/>
          </a:bodyPr>
          <a:lstStyle/>
          <a:p>
            <a:r>
              <a:rPr lang="en-US" altLang="zh-CN" sz="6000" dirty="0">
                <a:solidFill>
                  <a:srgbClr val="C2CFC7"/>
                </a:solidFill>
                <a:effectLst/>
                <a:latin typeface="思源宋体 CN Heavy" pitchFamily="18" charset="-122"/>
                <a:ea typeface="微软雅黑" panose="020B0503020204020204" pitchFamily="34" charset="-122"/>
                <a:sym typeface="Arial" panose="020B0604020202020204" pitchFamily="34" charset="0"/>
              </a:rPr>
              <a:t>SUIHANSONGBAI</a:t>
            </a:r>
          </a:p>
        </p:txBody>
      </p:sp>
      <p:sp>
        <p:nvSpPr>
          <p:cNvPr id="13" name="文本框 12"/>
          <p:cNvSpPr txBox="1"/>
          <p:nvPr/>
        </p:nvSpPr>
        <p:spPr>
          <a:xfrm>
            <a:off x="4460240" y="5901055"/>
            <a:ext cx="6499860" cy="396240"/>
          </a:xfrm>
          <a:prstGeom prst="rect">
            <a:avLst/>
          </a:prstGeom>
          <a:noFill/>
        </p:spPr>
        <p:txBody>
          <a:bodyPr wrap="square" rtlCol="0">
            <a:spAutoFit/>
          </a:bodyPr>
          <a:lstStyle/>
          <a:p>
            <a:r>
              <a:rPr lang="zh-CN" altLang="en-US" sz="2000" dirty="0">
                <a:solidFill>
                  <a:srgbClr val="273F39"/>
                </a:solidFill>
                <a:latin typeface="思源宋体 CN Heavy" pitchFamily="18" charset="-122"/>
                <a:ea typeface="思源宋体 CN Heavy" pitchFamily="18" charset="-122"/>
                <a:sym typeface="Arial" panose="020B0604020202020204" pitchFamily="34" charset="0"/>
              </a:rPr>
              <a:t>新中式森系国风营销宣传通用模板</a:t>
            </a:r>
            <a:r>
              <a:rPr lang="en-US" altLang="zh-CN" sz="2000" dirty="0">
                <a:solidFill>
                  <a:srgbClr val="273F39"/>
                </a:solidFill>
                <a:latin typeface="思源宋体 CN Heavy" pitchFamily="18" charset="-122"/>
                <a:ea typeface="思源宋体 CN Heavy" pitchFamily="18" charset="-122"/>
                <a:sym typeface="Arial" panose="020B0604020202020204" pitchFamily="34" charset="0"/>
              </a:rPr>
              <a:t> |  </a:t>
            </a:r>
            <a:r>
              <a:rPr lang="zh-CN" altLang="en-US" sz="2000" dirty="0">
                <a:solidFill>
                  <a:srgbClr val="273F39"/>
                </a:solidFill>
                <a:latin typeface="思源宋体 CN Heavy" pitchFamily="18" charset="-122"/>
                <a:ea typeface="思源宋体 CN Heavy" pitchFamily="18" charset="-122"/>
                <a:sym typeface="Arial" panose="020B0604020202020204" pitchFamily="34" charset="0"/>
              </a:rPr>
              <a:t>宣讲人：XX</a:t>
            </a:r>
            <a:r>
              <a:rPr lang="en-US" altLang="zh-CN" sz="2000" dirty="0">
                <a:solidFill>
                  <a:srgbClr val="273F39"/>
                </a:solidFill>
                <a:latin typeface="思源宋体 CN Heavy" pitchFamily="18" charset="-122"/>
                <a:ea typeface="思源宋体 CN Heavy" pitchFamily="18" charset="-122"/>
                <a:sym typeface="Arial" panose="020B0604020202020204" pitchFamily="34" charset="0"/>
              </a:rPr>
              <a:t>PPT</a:t>
            </a:r>
            <a:endParaRPr lang="zh-CN" altLang="en-US" sz="2000" dirty="0">
              <a:solidFill>
                <a:srgbClr val="273F39"/>
              </a:solidFill>
              <a:latin typeface="思源宋体 CN Heavy" pitchFamily="18" charset="-122"/>
              <a:ea typeface="思源宋体 CN Heavy" pitchFamily="18" charset="-122"/>
              <a:sym typeface="Arial" panose="020B0604020202020204" pitchFamily="34" charset="0"/>
            </a:endParaRPr>
          </a:p>
        </p:txBody>
      </p:sp>
      <p:sp>
        <p:nvSpPr>
          <p:cNvPr id="14" name="文本框 13"/>
          <p:cNvSpPr txBox="1"/>
          <p:nvPr/>
        </p:nvSpPr>
        <p:spPr>
          <a:xfrm>
            <a:off x="4460240" y="6269355"/>
            <a:ext cx="6096000" cy="368300"/>
          </a:xfrm>
          <a:prstGeom prst="rect">
            <a:avLst/>
          </a:prstGeom>
          <a:noFill/>
        </p:spPr>
        <p:txBody>
          <a:bodyPr wrap="square" rtlCol="0" anchor="t">
            <a:spAutoFit/>
          </a:bodyPr>
          <a:lstStyle/>
          <a:p>
            <a:r>
              <a:rPr lang="zh-CN" altLang="en-US" dirty="0">
                <a:solidFill>
                  <a:srgbClr val="273F39">
                    <a:alpha val="32000"/>
                  </a:srgb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君不见拂云百丈青松柯,纵使秋风无奈何</a:t>
            </a:r>
          </a:p>
        </p:txBody>
      </p:sp>
    </p:spTree>
    <p:custDataLst>
      <p:tags r:id="R20c796e3319247c3"/>
    </p:custDataLst>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dur="1000" fill="hold" nodeType="afterEffect">
                                  <p:stCondLst>
                                    <p:cond delay="0"/>
                                  </p:stCondLst>
                                  <p:childTnLst>
                                    <p:set>
                                      <p:cBhvr>
                                        <p:cTn id="6" dur="1000" fill="hold">
                                          <p:stCondLst>
                                            <p:cond delay="0"/>
                                          </p:stCondLst>
                                        </p:cTn>
                                        <p:tgtEl>
                                          <p:spTgt spid="5"/>
                                        </p:tgtEl>
                                        <p:attrNameLst>
                                          <p:attrName>style.visibility</p:attrName>
                                        </p:attrNameLst>
                                      </p:cBhvr>
                                      <p:to>
                                        <p:strVal val="visible"/>
                                      </p:to>
                                    </p:set>
                                    <p:anim calcmode="lin" valueType="num">
                                      <p:cBhvr additive="base">
                                        <p:cTn id="7" dur="1000"/>
                                        <p:tgtEl>
                                          <p:spTgt spid="5"/>
                                        </p:tgtEl>
                                        <p:attrNameLst>
                                          <p:attrName>ppt_x</p:attrName>
                                        </p:attrNameLst>
                                      </p:cBhvr>
                                      <p:tavLst>
                                        <p:tav tm="0">
                                          <p:val>
                                            <p:strVal val="#ppt_x-#ppt_w*1.125000"/>
                                          </p:val>
                                        </p:tav>
                                        <p:tav tm="100000">
                                          <p:val>
                                            <p:strVal val="#ppt_x"/>
                                          </p:val>
                                        </p:tav>
                                      </p:tavLst>
                                    </p:anim>
                                    <p:animEffect transition="in" filter="wipe(right)">
                                      <p:cBhvr>
                                        <p:cTn id="8" dur="1000"/>
                                        <p:tgtEl>
                                          <p:spTgt spid="5"/>
                                        </p:tgtEl>
                                      </p:cBhvr>
                                    </p:animEffect>
                                  </p:childTnLst>
                                </p:cTn>
                              </p:par>
                              <p:par>
                                <p:cTn id="9" presetID="12" presetClass="entr" presetSubtype="2" dur="1000" fill="hold" nodeType="withEffect">
                                  <p:stCondLst>
                                    <p:cond delay="0"/>
                                  </p:stCondLst>
                                  <p:childTnLst>
                                    <p:set>
                                      <p:cBhvr>
                                        <p:cTn id="10" dur="1000" fill="hold">
                                          <p:stCondLst>
                                            <p:cond delay="0"/>
                                          </p:stCondLst>
                                        </p:cTn>
                                        <p:tgtEl>
                                          <p:spTgt spid="7"/>
                                        </p:tgtEl>
                                        <p:attrNameLst>
                                          <p:attrName>style.visibility</p:attrName>
                                        </p:attrNameLst>
                                      </p:cBhvr>
                                      <p:to>
                                        <p:strVal val="visible"/>
                                      </p:to>
                                    </p:set>
                                    <p:anim calcmode="lin" valueType="num">
                                      <p:cBhvr additive="base">
                                        <p:cTn id="11" dur="1000"/>
                                        <p:tgtEl>
                                          <p:spTgt spid="7"/>
                                        </p:tgtEl>
                                        <p:attrNameLst>
                                          <p:attrName>ppt_x</p:attrName>
                                        </p:attrNameLst>
                                      </p:cBhvr>
                                      <p:tavLst>
                                        <p:tav tm="0">
                                          <p:val>
                                            <p:strVal val="#ppt_x+#ppt_w*1.125000"/>
                                          </p:val>
                                        </p:tav>
                                        <p:tav tm="100000">
                                          <p:val>
                                            <p:strVal val="#ppt_x"/>
                                          </p:val>
                                        </p:tav>
                                      </p:tavLst>
                                    </p:anim>
                                    <p:animEffect transition="in" filter="wipe(left)">
                                      <p:cBhvr>
                                        <p:cTn id="12" dur="1000"/>
                                        <p:tgtEl>
                                          <p:spTgt spid="7"/>
                                        </p:tgtEl>
                                      </p:cBhvr>
                                    </p:animEffect>
                                  </p:childTnLst>
                                </p:cTn>
                              </p:par>
                            </p:childTnLst>
                          </p:cTn>
                        </p:par>
                        <p:par>
                          <p:cTn id="13" fill="hold" nodeType="afterGroup">
                            <p:stCondLst>
                              <p:cond delay="1000"/>
                            </p:stCondLst>
                            <p:childTnLst>
                              <p:par>
                                <p:cTn id="14" presetID="55" presetClass="entr" presetSubtype="0" dur="100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1000" fill="hold"/>
                                        <p:tgtEl>
                                          <p:spTgt spid="8"/>
                                        </p:tgtEl>
                                        <p:attrNameLst>
                                          <p:attrName>ppt_w</p:attrName>
                                        </p:attrNameLst>
                                      </p:cBhvr>
                                      <p:tavLst>
                                        <p:tav tm="0">
                                          <p:val>
                                            <p:strVal val="#ppt_w*0.70"/>
                                          </p:val>
                                        </p:tav>
                                        <p:tav tm="100000">
                                          <p:val>
                                            <p:strVal val="#ppt_w"/>
                                          </p:val>
                                        </p:tav>
                                      </p:tavLst>
                                    </p:anim>
                                    <p:anim calcmode="lin" valueType="num">
                                      <p:cBhvr>
                                        <p:cTn id="17" dur="1000" fill="hold"/>
                                        <p:tgtEl>
                                          <p:spTgt spid="8"/>
                                        </p:tgtEl>
                                        <p:attrNameLst>
                                          <p:attrName>ppt_h</p:attrName>
                                        </p:attrNameLst>
                                      </p:cBhvr>
                                      <p:tavLst>
                                        <p:tav tm="0">
                                          <p:val>
                                            <p:strVal val="#ppt_h"/>
                                          </p:val>
                                        </p:tav>
                                        <p:tav tm="100000">
                                          <p:val>
                                            <p:strVal val="#ppt_h"/>
                                          </p:val>
                                        </p:tav>
                                      </p:tavLst>
                                    </p:anim>
                                    <p:animEffect transition="in" filter="fade">
                                      <p:cBhvr>
                                        <p:cTn id="18" dur="1000"/>
                                        <p:tgtEl>
                                          <p:spTgt spid="8"/>
                                        </p:tgtEl>
                                      </p:cBhvr>
                                    </p:animEffect>
                                  </p:childTnLst>
                                </p:cTn>
                              </p:par>
                              <p:par>
                                <p:cTn id="19" presetID="55" presetClass="entr" presetSubtype="0" dur="100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ppt_w</p:attrName>
                                        </p:attrNameLst>
                                      </p:cBhvr>
                                      <p:tavLst>
                                        <p:tav tm="0">
                                          <p:val>
                                            <p:strVal val="#ppt_w*0.70"/>
                                          </p:val>
                                        </p:tav>
                                        <p:tav tm="100000">
                                          <p:val>
                                            <p:strVal val="#ppt_w"/>
                                          </p:val>
                                        </p:tav>
                                      </p:tavLst>
                                    </p:anim>
                                    <p:anim calcmode="lin" valueType="num">
                                      <p:cBhvr>
                                        <p:cTn id="22" dur="1000" fill="hold"/>
                                        <p:tgtEl>
                                          <p:spTgt spid="9"/>
                                        </p:tgtEl>
                                        <p:attrNameLst>
                                          <p:attrName>ppt_h</p:attrName>
                                        </p:attrNameLst>
                                      </p:cBhvr>
                                      <p:tavLst>
                                        <p:tav tm="0">
                                          <p:val>
                                            <p:strVal val="#ppt_h"/>
                                          </p:val>
                                        </p:tav>
                                        <p:tav tm="100000">
                                          <p:val>
                                            <p:strVal val="#ppt_h"/>
                                          </p:val>
                                        </p:tav>
                                      </p:tavLst>
                                    </p:anim>
                                    <p:animEffect transition="in" filter="fade">
                                      <p:cBhvr>
                                        <p:cTn id="23" dur="1000"/>
                                        <p:tgtEl>
                                          <p:spTgt spid="9"/>
                                        </p:tgtEl>
                                      </p:cBhvr>
                                    </p:animEffect>
                                  </p:childTnLst>
                                </p:cTn>
                              </p:par>
                              <p:par>
                                <p:cTn id="24" presetID="55" presetClass="entr" presetSubtype="0" dur="100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1000" fill="hold"/>
                                        <p:tgtEl>
                                          <p:spTgt spid="10"/>
                                        </p:tgtEl>
                                        <p:attrNameLst>
                                          <p:attrName>ppt_w</p:attrName>
                                        </p:attrNameLst>
                                      </p:cBhvr>
                                      <p:tavLst>
                                        <p:tav tm="0">
                                          <p:val>
                                            <p:strVal val="#ppt_w*0.70"/>
                                          </p:val>
                                        </p:tav>
                                        <p:tav tm="100000">
                                          <p:val>
                                            <p:strVal val="#ppt_w"/>
                                          </p:val>
                                        </p:tav>
                                      </p:tavLst>
                                    </p:anim>
                                    <p:anim calcmode="lin" valueType="num">
                                      <p:cBhvr>
                                        <p:cTn id="27" dur="1000" fill="hold"/>
                                        <p:tgtEl>
                                          <p:spTgt spid="10"/>
                                        </p:tgtEl>
                                        <p:attrNameLst>
                                          <p:attrName>ppt_h</p:attrName>
                                        </p:attrNameLst>
                                      </p:cBhvr>
                                      <p:tavLst>
                                        <p:tav tm="0">
                                          <p:val>
                                            <p:strVal val="#ppt_h"/>
                                          </p:val>
                                        </p:tav>
                                        <p:tav tm="100000">
                                          <p:val>
                                            <p:strVal val="#ppt_h"/>
                                          </p:val>
                                        </p:tav>
                                      </p:tavLst>
                                    </p:anim>
                                    <p:animEffect transition="in" filter="fade">
                                      <p:cBhvr>
                                        <p:cTn id="28" dur="1000"/>
                                        <p:tgtEl>
                                          <p:spTgt spid="10"/>
                                        </p:tgtEl>
                                      </p:cBhvr>
                                    </p:animEffect>
                                  </p:childTnLst>
                                </p:cTn>
                              </p:par>
                              <p:par>
                                <p:cTn id="29" presetID="55" presetClass="entr" presetSubtype="0" dur="100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1000" fill="hold"/>
                                        <p:tgtEl>
                                          <p:spTgt spid="11"/>
                                        </p:tgtEl>
                                        <p:attrNameLst>
                                          <p:attrName>ppt_w</p:attrName>
                                        </p:attrNameLst>
                                      </p:cBhvr>
                                      <p:tavLst>
                                        <p:tav tm="0">
                                          <p:val>
                                            <p:strVal val="#ppt_w*0.70"/>
                                          </p:val>
                                        </p:tav>
                                        <p:tav tm="100000">
                                          <p:val>
                                            <p:strVal val="#ppt_w"/>
                                          </p:val>
                                        </p:tav>
                                      </p:tavLst>
                                    </p:anim>
                                    <p:anim calcmode="lin" valueType="num">
                                      <p:cBhvr>
                                        <p:cTn id="32" dur="1000" fill="hold"/>
                                        <p:tgtEl>
                                          <p:spTgt spid="11"/>
                                        </p:tgtEl>
                                        <p:attrNameLst>
                                          <p:attrName>ppt_h</p:attrName>
                                        </p:attrNameLst>
                                      </p:cBhvr>
                                      <p:tavLst>
                                        <p:tav tm="0">
                                          <p:val>
                                            <p:strVal val="#ppt_h"/>
                                          </p:val>
                                        </p:tav>
                                        <p:tav tm="100000">
                                          <p:val>
                                            <p:strVal val="#ppt_h"/>
                                          </p:val>
                                        </p:tav>
                                      </p:tavLst>
                                    </p:anim>
                                    <p:animEffect transition="in" filter="fade">
                                      <p:cBhvr>
                                        <p:cTn id="33" dur="1000"/>
                                        <p:tgtEl>
                                          <p:spTgt spid="11"/>
                                        </p:tgtEl>
                                      </p:cBhvr>
                                    </p:animEffect>
                                  </p:childTnLst>
                                </p:cTn>
                              </p:par>
                            </p:childTnLst>
                          </p:cTn>
                        </p:par>
                        <p:par>
                          <p:cTn id="34" fill="hold" nodeType="afterGroup">
                            <p:stCondLst>
                              <p:cond delay="2000"/>
                            </p:stCondLst>
                            <p:childTnLst>
                              <p:par>
                                <p:cTn id="35" presetID="40" presetClass="entr" presetSubtype="0" dur="1500" fill="hold" grpId="0" nodeType="afterEffect">
                                  <p:stCondLst>
                                    <p:cond delay="0"/>
                                  </p:stCondLst>
                                  <p:iterate type="lt">
                                    <p:tmPct val="10000"/>
                                  </p:iterate>
                                  <p:childTnLst>
                                    <p:set>
                                      <p:cBhvr>
                                        <p:cTn id="36" dur="1500" fill="hold">
                                          <p:stCondLst>
                                            <p:cond delay="0"/>
                                          </p:stCondLst>
                                        </p:cTn>
                                        <p:tgtEl>
                                          <p:spTgt spid="12"/>
                                        </p:tgtEl>
                                        <p:attrNameLst>
                                          <p:attrName>style.visibility</p:attrName>
                                        </p:attrNameLst>
                                      </p:cBhvr>
                                      <p:to>
                                        <p:strVal val="visible"/>
                                      </p:to>
                                    </p:set>
                                    <p:animEffect transition="in" filter="fade">
                                      <p:cBhvr>
                                        <p:cTn id="37" dur="1500"/>
                                        <p:tgtEl>
                                          <p:spTgt spid="12"/>
                                        </p:tgtEl>
                                      </p:cBhvr>
                                    </p:animEffect>
                                    <p:anim calcmode="lin" valueType="num">
                                      <p:cBhvr>
                                        <p:cTn id="38" dur="1500" fill="hold"/>
                                        <p:tgtEl>
                                          <p:spTgt spid="12"/>
                                        </p:tgtEl>
                                        <p:attrNameLst>
                                          <p:attrName>ppt_x</p:attrName>
                                        </p:attrNameLst>
                                      </p:cBhvr>
                                      <p:tavLst>
                                        <p:tav tm="0">
                                          <p:val>
                                            <p:strVal val="#ppt_x-.1"/>
                                          </p:val>
                                        </p:tav>
                                        <p:tav tm="100000">
                                          <p:val>
                                            <p:strVal val="#ppt_x"/>
                                          </p:val>
                                        </p:tav>
                                      </p:tavLst>
                                    </p:anim>
                                    <p:anim calcmode="lin" valueType="num">
                                      <p:cBhvr>
                                        <p:cTn id="39" dur="1500" fill="hold"/>
                                        <p:tgtEl>
                                          <p:spTgt spid="12"/>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5300"/>
                            </p:stCondLst>
                            <p:childTnLst>
                              <p:par>
                                <p:cTn id="41" presetID="55" presetClass="entr" presetSubtype="0" dur="1000"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1000" fill="hold"/>
                                        <p:tgtEl>
                                          <p:spTgt spid="13"/>
                                        </p:tgtEl>
                                        <p:attrNameLst>
                                          <p:attrName>ppt_w</p:attrName>
                                        </p:attrNameLst>
                                      </p:cBhvr>
                                      <p:tavLst>
                                        <p:tav tm="0">
                                          <p:val>
                                            <p:strVal val="#ppt_w*0.70"/>
                                          </p:val>
                                        </p:tav>
                                        <p:tav tm="100000">
                                          <p:val>
                                            <p:strVal val="#ppt_w"/>
                                          </p:val>
                                        </p:tav>
                                      </p:tavLst>
                                    </p:anim>
                                    <p:anim calcmode="lin" valueType="num">
                                      <p:cBhvr>
                                        <p:cTn id="44" dur="1000" fill="hold"/>
                                        <p:tgtEl>
                                          <p:spTgt spid="13"/>
                                        </p:tgtEl>
                                        <p:attrNameLst>
                                          <p:attrName>ppt_h</p:attrName>
                                        </p:attrNameLst>
                                      </p:cBhvr>
                                      <p:tavLst>
                                        <p:tav tm="0">
                                          <p:val>
                                            <p:strVal val="#ppt_h"/>
                                          </p:val>
                                        </p:tav>
                                        <p:tav tm="100000">
                                          <p:val>
                                            <p:strVal val="#ppt_h"/>
                                          </p:val>
                                        </p:tav>
                                      </p:tavLst>
                                    </p:anim>
                                    <p:animEffect transition="in" filter="fade">
                                      <p:cBhvr>
                                        <p:cTn id="45" dur="1000"/>
                                        <p:tgtEl>
                                          <p:spTgt spid="13"/>
                                        </p:tgtEl>
                                      </p:cBhvr>
                                    </p:animEffect>
                                  </p:childTnLst>
                                </p:cTn>
                              </p:par>
                            </p:childTnLst>
                          </p:cTn>
                        </p:par>
                        <p:par>
                          <p:cTn id="46" fill="hold" nodeType="afterGroup">
                            <p:stCondLst>
                              <p:cond delay="6300"/>
                            </p:stCondLst>
                            <p:childTnLst>
                              <p:par>
                                <p:cTn id="47" presetID="10" presetClass="entr" presetSubtype="0" dur="1000" fill="hold" grpId="0" nodeType="afterEffect">
                                  <p:stCondLst>
                                    <p:cond delay="0"/>
                                  </p:stCondLst>
                                  <p:childTnLst>
                                    <p:set>
                                      <p:cBhvr>
                                        <p:cTn id="48" dur="1000"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64" name="图片 63" descr="new-P-1524215-79635798O"/>
          <p:cNvPicPr>
            <a:picLocks noChangeAspect="1"/>
          </p:cNvPicPr>
          <p:nvPr>
            <p:custDataLst>
              <p:tags r:id="R06f13dfc21ca4656"/>
            </p:custDataLst>
          </p:nvPr>
        </p:nvPicPr>
        <p:blipFill>
          <a:blip r:embed="R746e2d2d1ab34f12">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21" name="图片 20" descr="C:/兼职/觅知网/2月/国风实拍松柏/松柏/P-1618107-FC739ECC.jpgP-1618107-FC739ECC"/>
          <p:cNvPicPr>
            <a:picLocks noChangeAspect="1"/>
          </p:cNvPicPr>
          <p:nvPr/>
        </p:nvPicPr>
        <p:blipFill>
          <a:blip r:embed="R3322ac53e59446a3" cstate="screen">
            <a:extLst>
              <a:ext uri="{28A0092B-C50C-407E-A947-70E740481C1C}">
                <a14:useLocalDpi xmlns:a14="http://schemas.microsoft.com/office/drawing/2010/main"/>
              </a:ext>
            </a:extLst>
          </a:blip>
          <a:srcRect/>
          <a:stretch>
            <a:fillRect/>
          </a:stretch>
        </p:blipFill>
        <p:spPr>
          <a:xfrm>
            <a:off x="336026" y="1523785"/>
            <a:ext cx="11519948" cy="2575285"/>
          </a:xfrm>
          <a:prstGeom prst="rect">
            <a:avLst/>
          </a:prstGeom>
        </p:spPr>
      </p:pic>
      <p:sp>
        <p:nvSpPr>
          <p:cNvPr id="24" name="矩形 23"/>
          <p:cNvSpPr/>
          <p:nvPr>
            <p:custDataLst>
              <p:tags r:id="R32f3bc73843243b6"/>
            </p:custDataLst>
          </p:nvPr>
        </p:nvSpPr>
        <p:spPr>
          <a:xfrm>
            <a:off x="3601085" y="3711575"/>
            <a:ext cx="7303770" cy="1446530"/>
          </a:xfrm>
          <a:prstGeom prst="rec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grpSp>
        <p:nvGrpSpPr>
          <p:cNvPr id="17" name="组合 16"/>
          <p:cNvGrpSpPr/>
          <p:nvPr>
            <p:custDataLst>
              <p:tags r:id="Re622c33dd1294026"/>
            </p:custDataLst>
          </p:nvPr>
        </p:nvGrpSpPr>
        <p:grpSpPr>
          <a:xfrm>
            <a:off x="5509895" y="4075113"/>
            <a:ext cx="932815" cy="945515"/>
            <a:chOff x="3671" y="4132"/>
            <a:chExt cx="3048" cy="3087"/>
          </a:xfrm>
        </p:grpSpPr>
        <p:sp>
          <p:nvSpPr>
            <p:cNvPr id="18" name="矩形 17"/>
            <p:cNvSpPr/>
            <p:nvPr>
              <p:custDataLst>
                <p:tags r:id="Re98b126f7b3c4b53"/>
              </p:custDataLst>
            </p:nvPr>
          </p:nvSpPr>
          <p:spPr>
            <a:xfrm>
              <a:off x="3671" y="4132"/>
              <a:ext cx="2981" cy="2981"/>
            </a:xfrm>
            <a:prstGeom prst="rect">
              <a:avLst/>
            </a:prstGeom>
            <a:solidFill>
              <a:srgbClr val="47807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dirty="0">
                <a:solidFill>
                  <a:schemeClr val="bg1"/>
                </a:solidFill>
                <a:latin typeface="思源宋体 CN Heavy" pitchFamily="18" charset="-122"/>
                <a:ea typeface="方正清刻本悦宋简体" panose="02000000000000000000" charset="-122"/>
                <a:sym typeface="Arial" panose="020B0604020202020204" pitchFamily="34" charset="0"/>
              </a:endParaRPr>
            </a:p>
          </p:txBody>
        </p:sp>
        <p:cxnSp>
          <p:nvCxnSpPr>
            <p:cNvPr id="27" name="直接连接符 26"/>
            <p:cNvCxnSpPr/>
            <p:nvPr>
              <p:custDataLst>
                <p:tags r:id="Rd70c3c6d670c4cb5"/>
              </p:custDataLst>
            </p:nvPr>
          </p:nvCxnSpPr>
          <p:spPr>
            <a:xfrm>
              <a:off x="3771" y="4245"/>
              <a:ext cx="2948" cy="2974"/>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8" idx="1"/>
            </p:cNvCxnSpPr>
            <p:nvPr>
              <p:custDataLst>
                <p:tags r:id="R0c48018eb0f94664"/>
              </p:custDataLst>
            </p:nvPr>
          </p:nvCxnSpPr>
          <p:spPr>
            <a:xfrm>
              <a:off x="3671" y="5623"/>
              <a:ext cx="3048" cy="0"/>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8e8cce1764244cb0"/>
              </p:custDataLst>
            </p:nvPr>
          </p:nvCxnSpPr>
          <p:spPr>
            <a:xfrm flipV="1">
              <a:off x="3671" y="4132"/>
              <a:ext cx="2981" cy="2895"/>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18" idx="0"/>
            </p:cNvCxnSpPr>
            <p:nvPr>
              <p:custDataLst>
                <p:tags r:id="R880b8c919ff0470c"/>
              </p:custDataLst>
            </p:nvPr>
          </p:nvCxnSpPr>
          <p:spPr>
            <a:xfrm flipH="1" flipV="1">
              <a:off x="5162" y="4132"/>
              <a:ext cx="0" cy="3087"/>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52" name="组合 51"/>
          <p:cNvGrpSpPr/>
          <p:nvPr>
            <p:custDataLst>
              <p:tags r:id="R358954a71eef4999"/>
            </p:custDataLst>
          </p:nvPr>
        </p:nvGrpSpPr>
        <p:grpSpPr>
          <a:xfrm>
            <a:off x="7442835" y="4075113"/>
            <a:ext cx="932815" cy="945515"/>
            <a:chOff x="3671" y="4132"/>
            <a:chExt cx="3048" cy="3087"/>
          </a:xfrm>
        </p:grpSpPr>
        <p:sp>
          <p:nvSpPr>
            <p:cNvPr id="53" name="矩形 52"/>
            <p:cNvSpPr/>
            <p:nvPr>
              <p:custDataLst>
                <p:tags r:id="Rc8104f9ecd294704"/>
              </p:custDataLst>
            </p:nvPr>
          </p:nvSpPr>
          <p:spPr>
            <a:xfrm>
              <a:off x="3671" y="4132"/>
              <a:ext cx="2981" cy="2981"/>
            </a:xfrm>
            <a:prstGeom prst="rect">
              <a:avLst/>
            </a:prstGeom>
            <a:solidFill>
              <a:srgbClr val="47807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dirty="0">
                <a:solidFill>
                  <a:schemeClr val="bg1"/>
                </a:solidFill>
                <a:latin typeface="思源宋体 CN Heavy" pitchFamily="18" charset="-122"/>
                <a:ea typeface="方正清刻本悦宋简体" panose="02000000000000000000" charset="-122"/>
                <a:sym typeface="Arial" panose="020B0604020202020204" pitchFamily="34" charset="0"/>
              </a:endParaRPr>
            </a:p>
          </p:txBody>
        </p:sp>
        <p:cxnSp>
          <p:nvCxnSpPr>
            <p:cNvPr id="54" name="直接连接符 53"/>
            <p:cNvCxnSpPr/>
            <p:nvPr>
              <p:custDataLst>
                <p:tags r:id="R37a5bb7189024ff1"/>
              </p:custDataLst>
            </p:nvPr>
          </p:nvCxnSpPr>
          <p:spPr>
            <a:xfrm>
              <a:off x="3771" y="4245"/>
              <a:ext cx="2948" cy="2974"/>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53" idx="1"/>
            </p:cNvCxnSpPr>
            <p:nvPr>
              <p:custDataLst>
                <p:tags r:id="R97d90cbe719c4c8b"/>
              </p:custDataLst>
            </p:nvPr>
          </p:nvCxnSpPr>
          <p:spPr>
            <a:xfrm>
              <a:off x="3671" y="5623"/>
              <a:ext cx="3048" cy="0"/>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custDataLst>
                <p:tags r:id="R7b3b138a0af848c7"/>
              </p:custDataLst>
            </p:nvPr>
          </p:nvCxnSpPr>
          <p:spPr>
            <a:xfrm flipV="1">
              <a:off x="3671" y="4132"/>
              <a:ext cx="2981" cy="2895"/>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a:endCxn id="53" idx="0"/>
            </p:cNvCxnSpPr>
            <p:nvPr>
              <p:custDataLst>
                <p:tags r:id="Rec710af89c1d4cc5"/>
              </p:custDataLst>
            </p:nvPr>
          </p:nvCxnSpPr>
          <p:spPr>
            <a:xfrm flipH="1" flipV="1">
              <a:off x="5162" y="4132"/>
              <a:ext cx="0" cy="3087"/>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custDataLst>
              <p:tags r:id="Rc3c7801c25cc4c3d"/>
            </p:custDataLst>
          </p:nvPr>
        </p:nvGrpSpPr>
        <p:grpSpPr>
          <a:xfrm>
            <a:off x="9193530" y="4075113"/>
            <a:ext cx="932815" cy="945515"/>
            <a:chOff x="3671" y="4132"/>
            <a:chExt cx="3048" cy="3087"/>
          </a:xfrm>
        </p:grpSpPr>
        <p:sp>
          <p:nvSpPr>
            <p:cNvPr id="59" name="矩形 58"/>
            <p:cNvSpPr/>
            <p:nvPr>
              <p:custDataLst>
                <p:tags r:id="Rfc98331164314501"/>
              </p:custDataLst>
            </p:nvPr>
          </p:nvSpPr>
          <p:spPr>
            <a:xfrm>
              <a:off x="3671" y="4132"/>
              <a:ext cx="2981" cy="2981"/>
            </a:xfrm>
            <a:prstGeom prst="rect">
              <a:avLst/>
            </a:prstGeom>
            <a:solidFill>
              <a:srgbClr val="47807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dirty="0">
                <a:solidFill>
                  <a:schemeClr val="bg1"/>
                </a:solidFill>
                <a:latin typeface="思源宋体 CN Heavy" pitchFamily="18" charset="-122"/>
                <a:ea typeface="方正清刻本悦宋简体" panose="02000000000000000000" charset="-122"/>
                <a:sym typeface="Arial" panose="020B0604020202020204" pitchFamily="34" charset="0"/>
              </a:endParaRPr>
            </a:p>
          </p:txBody>
        </p:sp>
        <p:cxnSp>
          <p:nvCxnSpPr>
            <p:cNvPr id="60" name="直接连接符 59"/>
            <p:cNvCxnSpPr/>
            <p:nvPr>
              <p:custDataLst>
                <p:tags r:id="Rd31cf068e08643dd"/>
              </p:custDataLst>
            </p:nvPr>
          </p:nvCxnSpPr>
          <p:spPr>
            <a:xfrm>
              <a:off x="3771" y="4245"/>
              <a:ext cx="2948" cy="2974"/>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9" idx="1"/>
            </p:cNvCxnSpPr>
            <p:nvPr>
              <p:custDataLst>
                <p:tags r:id="Rf99ff894058f40ae"/>
              </p:custDataLst>
            </p:nvPr>
          </p:nvCxnSpPr>
          <p:spPr>
            <a:xfrm>
              <a:off x="3671" y="5623"/>
              <a:ext cx="3048" cy="0"/>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custDataLst>
                <p:tags r:id="Rbf110f65ee1e4739"/>
              </p:custDataLst>
            </p:nvPr>
          </p:nvCxnSpPr>
          <p:spPr>
            <a:xfrm flipV="1">
              <a:off x="3671" y="4132"/>
              <a:ext cx="2981" cy="2895"/>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a:endCxn id="59" idx="0"/>
            </p:cNvCxnSpPr>
            <p:nvPr>
              <p:custDataLst>
                <p:tags r:id="R3aba0d19ae58440a"/>
              </p:custDataLst>
            </p:nvPr>
          </p:nvCxnSpPr>
          <p:spPr>
            <a:xfrm flipH="1" flipV="1">
              <a:off x="5162" y="4132"/>
              <a:ext cx="0" cy="3087"/>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780244" y="973864"/>
            <a:ext cx="2418891" cy="1352487"/>
          </a:xfrm>
          <a:prstGeom prst="rec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sp>
        <p:nvSpPr>
          <p:cNvPr id="8" name="矩形 7"/>
          <p:cNvSpPr/>
          <p:nvPr/>
        </p:nvSpPr>
        <p:spPr>
          <a:xfrm>
            <a:off x="780415" y="516890"/>
            <a:ext cx="2419350" cy="953135"/>
          </a:xfrm>
          <a:prstGeom prst="rect">
            <a:avLst/>
          </a:prstGeom>
        </p:spPr>
        <p:txBody>
          <a:bodyPr wrap="square">
            <a:spAutoFit/>
          </a:bodyPr>
          <a:lstStyle/>
          <a:p>
            <a:pPr algn="ctr"/>
            <a:r>
              <a:rPr lang="en-US" altLang="zh-CN" sz="2800" dirty="0">
                <a:solidFill>
                  <a:schemeClr val="accent6">
                    <a:lumMod val="75000"/>
                    <a:alpha val="32000"/>
                  </a:schemeClr>
                </a:solidFill>
                <a:latin typeface="思源宋体 CN Heavy" pitchFamily="18" charset="-122"/>
                <a:ea typeface="思源宋体 CN Heavy" pitchFamily="18" charset="-122"/>
                <a:sym typeface="Arial" panose="020B0604020202020204" pitchFamily="34" charset="0"/>
              </a:rPr>
              <a:t>CONTENTS</a:t>
            </a:r>
          </a:p>
          <a:p>
            <a:pPr algn="ctr"/>
            <a:endParaRPr lang="en-US" altLang="zh-CN" sz="2800" dirty="0">
              <a:solidFill>
                <a:schemeClr val="accent6">
                  <a:lumMod val="75000"/>
                  <a:alpha val="32000"/>
                </a:schemeClr>
              </a:solidFill>
              <a:latin typeface="思源宋体 CN Heavy" pitchFamily="18" charset="-122"/>
              <a:ea typeface="思源宋体 CN Heavy" pitchFamily="18" charset="-122"/>
              <a:sym typeface="Arial" panose="020B0604020202020204" pitchFamily="34" charset="0"/>
            </a:endParaRPr>
          </a:p>
        </p:txBody>
      </p:sp>
      <p:grpSp>
        <p:nvGrpSpPr>
          <p:cNvPr id="3" name="组合 2"/>
          <p:cNvGrpSpPr/>
          <p:nvPr>
            <p:custDataLst>
              <p:tags r:id="R029244a082f641cb"/>
            </p:custDataLst>
          </p:nvPr>
        </p:nvGrpSpPr>
        <p:grpSpPr>
          <a:xfrm>
            <a:off x="3768090" y="4074160"/>
            <a:ext cx="932815" cy="945515"/>
            <a:chOff x="3671" y="4132"/>
            <a:chExt cx="3048" cy="3087"/>
          </a:xfrm>
        </p:grpSpPr>
        <p:sp>
          <p:nvSpPr>
            <p:cNvPr id="4" name="矩形 3"/>
            <p:cNvSpPr/>
            <p:nvPr>
              <p:custDataLst>
                <p:tags r:id="R1cc2308b65ca45da"/>
              </p:custDataLst>
            </p:nvPr>
          </p:nvSpPr>
          <p:spPr>
            <a:xfrm>
              <a:off x="3671" y="4132"/>
              <a:ext cx="2981" cy="2981"/>
            </a:xfrm>
            <a:prstGeom prst="rect">
              <a:avLst/>
            </a:prstGeom>
            <a:solidFill>
              <a:srgbClr val="47807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dirty="0">
                <a:solidFill>
                  <a:schemeClr val="bg1"/>
                </a:solidFill>
                <a:latin typeface="思源宋体 CN Heavy" pitchFamily="18" charset="-122"/>
                <a:ea typeface="方正清刻本悦宋简体" panose="02000000000000000000" charset="-122"/>
                <a:sym typeface="Arial" panose="020B0604020202020204" pitchFamily="34" charset="0"/>
              </a:endParaRPr>
            </a:p>
          </p:txBody>
        </p:sp>
        <p:cxnSp>
          <p:nvCxnSpPr>
            <p:cNvPr id="5" name="直接连接符 4"/>
            <p:cNvCxnSpPr/>
            <p:nvPr>
              <p:custDataLst>
                <p:tags r:id="R16197d11ed3e4efd"/>
              </p:custDataLst>
            </p:nvPr>
          </p:nvCxnSpPr>
          <p:spPr>
            <a:xfrm>
              <a:off x="3771" y="4245"/>
              <a:ext cx="2948" cy="2974"/>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4" idx="1"/>
            </p:cNvCxnSpPr>
            <p:nvPr>
              <p:custDataLst>
                <p:tags r:id="R87cf167b99a84253"/>
              </p:custDataLst>
            </p:nvPr>
          </p:nvCxnSpPr>
          <p:spPr>
            <a:xfrm>
              <a:off x="3671" y="5623"/>
              <a:ext cx="3048" cy="0"/>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custDataLst>
                <p:tags r:id="R5f36425cd16c4bb1"/>
              </p:custDataLst>
            </p:nvPr>
          </p:nvCxnSpPr>
          <p:spPr>
            <a:xfrm flipV="1">
              <a:off x="3671" y="4132"/>
              <a:ext cx="2981" cy="2895"/>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a:endCxn id="4" idx="0"/>
            </p:cNvCxnSpPr>
            <p:nvPr>
              <p:custDataLst>
                <p:tags r:id="R95b3f79eb4cb45ee"/>
              </p:custDataLst>
            </p:nvPr>
          </p:nvCxnSpPr>
          <p:spPr>
            <a:xfrm flipH="1" flipV="1">
              <a:off x="5162" y="4132"/>
              <a:ext cx="0" cy="3087"/>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a:xfrm>
            <a:off x="802619" y="957065"/>
            <a:ext cx="2291080" cy="1368425"/>
          </a:xfrm>
          <a:prstGeom prst="rect">
            <a:avLst/>
          </a:prstGeom>
        </p:spPr>
        <p:txBody>
          <a:bodyPr wrap="none">
            <a:spAutoFit/>
          </a:bodyPr>
          <a:lstStyle/>
          <a:p>
            <a:pPr algn="r"/>
            <a:r>
              <a:rPr lang="zh-CN" altLang="en-US" sz="8300" dirty="0">
                <a:solidFill>
                  <a:schemeClr val="accent6">
                    <a:lumMod val="50000"/>
                  </a:schemeClr>
                </a:solidFill>
                <a:latin typeface="思源宋体 CN Heavy" pitchFamily="18" charset="-122"/>
                <a:ea typeface="思源宋体 CN Heavy" pitchFamily="18" charset="-122"/>
                <a:sym typeface="Arial" panose="020B0604020202020204" pitchFamily="34" charset="0"/>
              </a:rPr>
              <a:t>目录</a:t>
            </a:r>
          </a:p>
        </p:txBody>
      </p:sp>
      <p:sp>
        <p:nvSpPr>
          <p:cNvPr id="38" name="文本框 37"/>
          <p:cNvSpPr txBox="1"/>
          <p:nvPr>
            <p:custDataLst>
              <p:tags r:id="R83b6d39b19574a57"/>
            </p:custDataLst>
          </p:nvPr>
        </p:nvSpPr>
        <p:spPr>
          <a:xfrm>
            <a:off x="4661535" y="3985115"/>
            <a:ext cx="571500" cy="2306955"/>
          </a:xfrm>
          <a:prstGeom prst="rect">
            <a:avLst/>
          </a:prstGeom>
          <a:noFill/>
        </p:spPr>
        <p:txBody>
          <a:bodyPr wrap="square" rtlCol="0">
            <a:spAutoFit/>
          </a:bodyPr>
          <a:lstStyle/>
          <a:p>
            <a:pPr algn="ctr"/>
            <a:r>
              <a:rPr lang="zh-CN" altLang="en-US" sz="3600" dirty="0">
                <a:solidFill>
                  <a:schemeClr val="accent6">
                    <a:lumMod val="50000"/>
                  </a:schemeClr>
                </a:solidFill>
                <a:latin typeface="思源宋体 CN Heavy" pitchFamily="18" charset="-122"/>
                <a:ea typeface="思源宋体 CN Heavy" pitchFamily="18" charset="-122"/>
                <a:sym typeface="Arial" panose="020B0604020202020204" pitchFamily="34" charset="0"/>
              </a:rPr>
              <a:t>松柏之茂</a:t>
            </a:r>
          </a:p>
        </p:txBody>
      </p:sp>
      <p:sp>
        <p:nvSpPr>
          <p:cNvPr id="39" name="文本框 38"/>
          <p:cNvSpPr txBox="1"/>
          <p:nvPr>
            <p:custDataLst>
              <p:tags r:id="R1442f92fdf4449a3"/>
            </p:custDataLst>
          </p:nvPr>
        </p:nvSpPr>
        <p:spPr>
          <a:xfrm>
            <a:off x="6442710" y="3994150"/>
            <a:ext cx="571500" cy="2306955"/>
          </a:xfrm>
          <a:prstGeom prst="rect">
            <a:avLst/>
          </a:prstGeom>
          <a:noFill/>
        </p:spPr>
        <p:txBody>
          <a:bodyPr wrap="square" rtlCol="0">
            <a:spAutoFit/>
          </a:bodyPr>
          <a:lstStyle/>
          <a:p>
            <a:pPr algn="ctr"/>
            <a:r>
              <a:rPr lang="zh-CN" sz="3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冬夏青青</a:t>
            </a:r>
          </a:p>
        </p:txBody>
      </p:sp>
      <p:sp>
        <p:nvSpPr>
          <p:cNvPr id="40" name="文本框 39"/>
          <p:cNvSpPr txBox="1"/>
          <p:nvPr>
            <p:custDataLst>
              <p:tags r:id="Ra0e9872e82714f06"/>
            </p:custDataLst>
          </p:nvPr>
        </p:nvSpPr>
        <p:spPr>
          <a:xfrm>
            <a:off x="8409940" y="3994150"/>
            <a:ext cx="571500" cy="2306955"/>
          </a:xfrm>
          <a:prstGeom prst="rect">
            <a:avLst/>
          </a:prstGeom>
          <a:noFill/>
        </p:spPr>
        <p:txBody>
          <a:bodyPr wrap="square" rtlCol="0">
            <a:spAutoFit/>
          </a:bodyPr>
          <a:lstStyle/>
          <a:p>
            <a:pPr algn="ctr"/>
            <a:r>
              <a:rPr lang="zh-CN" sz="3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不拔之志</a:t>
            </a:r>
          </a:p>
        </p:txBody>
      </p:sp>
      <p:sp>
        <p:nvSpPr>
          <p:cNvPr id="41" name="文本框 40"/>
          <p:cNvSpPr txBox="1"/>
          <p:nvPr>
            <p:custDataLst>
              <p:tags r:id="R10cb3b905d574d7f"/>
            </p:custDataLst>
          </p:nvPr>
        </p:nvSpPr>
        <p:spPr>
          <a:xfrm>
            <a:off x="10160000" y="3994150"/>
            <a:ext cx="571500" cy="2306955"/>
          </a:xfrm>
          <a:prstGeom prst="rect">
            <a:avLst/>
          </a:prstGeom>
          <a:noFill/>
        </p:spPr>
        <p:txBody>
          <a:bodyPr wrap="square" rtlCol="0">
            <a:spAutoFit/>
          </a:bodyPr>
          <a:lstStyle/>
          <a:p>
            <a:pPr algn="ctr"/>
            <a:r>
              <a:rPr lang="zh-CN" sz="3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万古长青</a:t>
            </a:r>
          </a:p>
        </p:txBody>
      </p:sp>
      <p:sp>
        <p:nvSpPr>
          <p:cNvPr id="42" name="文本框 41"/>
          <p:cNvSpPr txBox="1"/>
          <p:nvPr>
            <p:custDataLst>
              <p:tags r:id="R3daa654be9af492b"/>
            </p:custDataLst>
          </p:nvPr>
        </p:nvSpPr>
        <p:spPr>
          <a:xfrm>
            <a:off x="3877945" y="4040505"/>
            <a:ext cx="677545" cy="1014730"/>
          </a:xfrm>
          <a:prstGeom prst="rect">
            <a:avLst/>
          </a:prstGeom>
          <a:noFill/>
        </p:spPr>
        <p:txBody>
          <a:bodyPr wrap="square" rtlCol="0">
            <a:spAutoFit/>
          </a:bodyPr>
          <a:lstStyle/>
          <a:p>
            <a:pPr algn="ctr"/>
            <a:r>
              <a:rPr lang="zh-CN" altLang="en-US" sz="6000" dirty="0">
                <a:solidFill>
                  <a:schemeClr val="bg1"/>
                </a:solidFill>
                <a:latin typeface="思源宋体 CN Heavy" pitchFamily="18" charset="-122"/>
                <a:ea typeface="思源宋体 CN Heavy" pitchFamily="18" charset="-122"/>
                <a:cs typeface="Aa新华惊马体" panose="02010600010101010101" charset="-122"/>
                <a:sym typeface="Arial" panose="020B0604020202020204" pitchFamily="34" charset="0"/>
              </a:rPr>
              <a:t>壹</a:t>
            </a:r>
          </a:p>
        </p:txBody>
      </p:sp>
      <p:sp>
        <p:nvSpPr>
          <p:cNvPr id="43" name="文本框 42"/>
          <p:cNvSpPr txBox="1"/>
          <p:nvPr>
            <p:custDataLst>
              <p:tags r:id="R0ab76e51026447d5"/>
            </p:custDataLst>
          </p:nvPr>
        </p:nvSpPr>
        <p:spPr>
          <a:xfrm>
            <a:off x="5586095" y="4040505"/>
            <a:ext cx="746760" cy="1014730"/>
          </a:xfrm>
          <a:prstGeom prst="rect">
            <a:avLst/>
          </a:prstGeom>
          <a:noFill/>
        </p:spPr>
        <p:txBody>
          <a:bodyPr wrap="square" rtlCol="0">
            <a:spAutoFit/>
          </a:bodyPr>
          <a:lstStyle/>
          <a:p>
            <a:pPr algn="ctr"/>
            <a:r>
              <a:rPr lang="zh-CN" altLang="en-US" sz="6000" dirty="0">
                <a:solidFill>
                  <a:schemeClr val="bg1"/>
                </a:solidFill>
                <a:latin typeface="思源宋体 CN Heavy" pitchFamily="18" charset="-122"/>
                <a:ea typeface="思源宋体 CN Heavy" pitchFamily="18" charset="-122"/>
                <a:cs typeface="Aa新华惊马体" panose="02010600010101010101" charset="-122"/>
                <a:sym typeface="Arial" panose="020B0604020202020204" pitchFamily="34" charset="0"/>
              </a:rPr>
              <a:t>贰</a:t>
            </a:r>
          </a:p>
        </p:txBody>
      </p:sp>
      <p:sp>
        <p:nvSpPr>
          <p:cNvPr id="44" name="文本框 43"/>
          <p:cNvSpPr txBox="1"/>
          <p:nvPr>
            <p:custDataLst>
              <p:tags r:id="R7876c2b873434a63"/>
            </p:custDataLst>
          </p:nvPr>
        </p:nvSpPr>
        <p:spPr>
          <a:xfrm>
            <a:off x="7494905" y="4040505"/>
            <a:ext cx="810895" cy="1014730"/>
          </a:xfrm>
          <a:prstGeom prst="rect">
            <a:avLst/>
          </a:prstGeom>
          <a:noFill/>
        </p:spPr>
        <p:txBody>
          <a:bodyPr wrap="square" rtlCol="0">
            <a:spAutoFit/>
          </a:bodyPr>
          <a:lstStyle/>
          <a:p>
            <a:pPr algn="ctr"/>
            <a:r>
              <a:rPr lang="zh-CN" altLang="en-US" sz="6000" dirty="0">
                <a:solidFill>
                  <a:schemeClr val="bg1"/>
                </a:solidFill>
                <a:latin typeface="思源宋体 CN Heavy" pitchFamily="18" charset="-122"/>
                <a:ea typeface="思源宋体 CN Heavy" pitchFamily="18" charset="-122"/>
                <a:cs typeface="Aa新华惊马体" panose="02010600010101010101" charset="-122"/>
                <a:sym typeface="Arial" panose="020B0604020202020204" pitchFamily="34" charset="0"/>
              </a:rPr>
              <a:t>叁</a:t>
            </a:r>
          </a:p>
        </p:txBody>
      </p:sp>
      <p:sp>
        <p:nvSpPr>
          <p:cNvPr id="45" name="文本框 44"/>
          <p:cNvSpPr txBox="1"/>
          <p:nvPr>
            <p:custDataLst>
              <p:tags r:id="R8e971fba48d8423e"/>
            </p:custDataLst>
          </p:nvPr>
        </p:nvSpPr>
        <p:spPr>
          <a:xfrm>
            <a:off x="9244965" y="4040505"/>
            <a:ext cx="806450" cy="1014730"/>
          </a:xfrm>
          <a:prstGeom prst="rect">
            <a:avLst/>
          </a:prstGeom>
          <a:noFill/>
        </p:spPr>
        <p:txBody>
          <a:bodyPr wrap="square" rtlCol="0">
            <a:spAutoFit/>
          </a:bodyPr>
          <a:lstStyle/>
          <a:p>
            <a:pPr algn="ctr"/>
            <a:r>
              <a:rPr lang="zh-CN" altLang="en-US" sz="6000" dirty="0">
                <a:solidFill>
                  <a:schemeClr val="bg1"/>
                </a:solidFill>
                <a:latin typeface="思源宋体 CN Heavy" pitchFamily="18" charset="-122"/>
                <a:ea typeface="思源宋体 CN Heavy" pitchFamily="18" charset="-122"/>
                <a:cs typeface="Aa新华惊马体" panose="02010600010101010101" charset="-122"/>
                <a:sym typeface="Arial" panose="020B0604020202020204" pitchFamily="34" charset="0"/>
              </a:rPr>
              <a:t>肆</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1000" fill="hold"/>
                                        <p:tgtEl>
                                          <p:spTgt spid="21"/>
                                        </p:tgtEl>
                                        <p:attrNameLst>
                                          <p:attrName>ppt_w</p:attrName>
                                        </p:attrNameLst>
                                      </p:cBhvr>
                                      <p:tavLst>
                                        <p:tav tm="0">
                                          <p:val>
                                            <p:strVal val="#ppt_w*0.70"/>
                                          </p:val>
                                        </p:tav>
                                        <p:tav tm="100000">
                                          <p:val>
                                            <p:strVal val="#ppt_w"/>
                                          </p:val>
                                        </p:tav>
                                      </p:tavLst>
                                    </p:anim>
                                    <p:anim calcmode="lin" valueType="num">
                                      <p:cBhvr>
                                        <p:cTn id="8" dur="1000" fill="hold"/>
                                        <p:tgtEl>
                                          <p:spTgt spid="21"/>
                                        </p:tgtEl>
                                        <p:attrNameLst>
                                          <p:attrName>ppt_h</p:attrName>
                                        </p:attrNameLst>
                                      </p:cBhvr>
                                      <p:tavLst>
                                        <p:tav tm="0">
                                          <p:val>
                                            <p:strVal val="#ppt_h"/>
                                          </p:val>
                                        </p:tav>
                                        <p:tav tm="100000">
                                          <p:val>
                                            <p:strVal val="#ppt_h"/>
                                          </p:val>
                                        </p:tav>
                                      </p:tavLst>
                                    </p:anim>
                                    <p:animEffect transition="in" filter="fade">
                                      <p:cBhvr>
                                        <p:cTn id="9" dur="1000"/>
                                        <p:tgtEl>
                                          <p:spTgt spid="21"/>
                                        </p:tgtEl>
                                      </p:cBhvr>
                                    </p:animEffect>
                                  </p:childTnLst>
                                </p:cTn>
                              </p:par>
                            </p:childTnLst>
                          </p:cTn>
                        </p:par>
                        <p:par>
                          <p:cTn id="10" fill="hold" nodeType="afterGroup">
                            <p:stCondLst>
                              <p:cond delay="1000"/>
                            </p:stCondLst>
                            <p:childTnLst>
                              <p:par>
                                <p:cTn id="11" presetID="12" presetClass="entr" presetSubtype="1" dur="1000" fill="hold" grpId="0" nodeType="afterEffect">
                                  <p:stCondLst>
                                    <p:cond delay="0"/>
                                  </p:stCondLst>
                                  <p:childTnLst>
                                    <p:set>
                                      <p:cBhvr>
                                        <p:cTn id="12" dur="1000" fill="hold">
                                          <p:stCondLst>
                                            <p:cond delay="0"/>
                                          </p:stCondLst>
                                        </p:cTn>
                                        <p:tgtEl>
                                          <p:spTgt spid="2"/>
                                        </p:tgtEl>
                                        <p:attrNameLst>
                                          <p:attrName>style.visibility</p:attrName>
                                        </p:attrNameLst>
                                      </p:cBhvr>
                                      <p:to>
                                        <p:strVal val="visible"/>
                                      </p:to>
                                    </p:set>
                                    <p:anim calcmode="lin" valueType="num">
                                      <p:cBhvr additive="base">
                                        <p:cTn id="13" dur="1000"/>
                                        <p:tgtEl>
                                          <p:spTgt spid="2"/>
                                        </p:tgtEl>
                                        <p:attrNameLst>
                                          <p:attrName>ppt_y</p:attrName>
                                        </p:attrNameLst>
                                      </p:cBhvr>
                                      <p:tavLst>
                                        <p:tav tm="0">
                                          <p:val>
                                            <p:strVal val="#ppt_y-#ppt_h*1.125000"/>
                                          </p:val>
                                        </p:tav>
                                        <p:tav tm="100000">
                                          <p:val>
                                            <p:strVal val="#ppt_y"/>
                                          </p:val>
                                        </p:tav>
                                      </p:tavLst>
                                    </p:anim>
                                    <p:animEffect transition="in" filter="wipe(down)">
                                      <p:cBhvr>
                                        <p:cTn id="14" dur="1000"/>
                                        <p:tgtEl>
                                          <p:spTgt spid="2"/>
                                        </p:tgtEl>
                                      </p:cBhvr>
                                    </p:animEffect>
                                  </p:childTnLst>
                                </p:cTn>
                              </p:par>
                              <p:par>
                                <p:cTn id="15" presetID="12" presetClass="entr" presetSubtype="1" dur="1000" fill="hold" grpId="0" nodeType="withEffect">
                                  <p:stCondLst>
                                    <p:cond delay="0"/>
                                  </p:stCondLst>
                                  <p:childTnLst>
                                    <p:set>
                                      <p:cBhvr>
                                        <p:cTn id="16" dur="1000" fill="hold">
                                          <p:stCondLst>
                                            <p:cond delay="0"/>
                                          </p:stCondLst>
                                        </p:cTn>
                                        <p:tgtEl>
                                          <p:spTgt spid="8"/>
                                        </p:tgtEl>
                                        <p:attrNameLst>
                                          <p:attrName>style.visibility</p:attrName>
                                        </p:attrNameLst>
                                      </p:cBhvr>
                                      <p:to>
                                        <p:strVal val="visible"/>
                                      </p:to>
                                    </p:set>
                                    <p:anim calcmode="lin" valueType="num">
                                      <p:cBhvr additive="base">
                                        <p:cTn id="17" dur="1000"/>
                                        <p:tgtEl>
                                          <p:spTgt spid="8"/>
                                        </p:tgtEl>
                                        <p:attrNameLst>
                                          <p:attrName>ppt_y</p:attrName>
                                        </p:attrNameLst>
                                      </p:cBhvr>
                                      <p:tavLst>
                                        <p:tav tm="0">
                                          <p:val>
                                            <p:strVal val="#ppt_y-#ppt_h*1.125000"/>
                                          </p:val>
                                        </p:tav>
                                        <p:tav tm="100000">
                                          <p:val>
                                            <p:strVal val="#ppt_y"/>
                                          </p:val>
                                        </p:tav>
                                      </p:tavLst>
                                    </p:anim>
                                    <p:animEffect transition="in" filter="wipe(down)">
                                      <p:cBhvr>
                                        <p:cTn id="18" dur="1000"/>
                                        <p:tgtEl>
                                          <p:spTgt spid="8"/>
                                        </p:tgtEl>
                                      </p:cBhvr>
                                    </p:animEffect>
                                  </p:childTnLst>
                                </p:cTn>
                              </p:par>
                              <p:par>
                                <p:cTn id="19" presetID="12" presetClass="entr" presetSubtype="1" dur="1000" fill="hold" grpId="0" nodeType="withEffect">
                                  <p:stCondLst>
                                    <p:cond delay="0"/>
                                  </p:stCondLst>
                                  <p:childTnLst>
                                    <p:set>
                                      <p:cBhvr>
                                        <p:cTn id="20" dur="1000" fill="hold">
                                          <p:stCondLst>
                                            <p:cond delay="0"/>
                                          </p:stCondLst>
                                        </p:cTn>
                                        <p:tgtEl>
                                          <p:spTgt spid="13"/>
                                        </p:tgtEl>
                                        <p:attrNameLst>
                                          <p:attrName>style.visibility</p:attrName>
                                        </p:attrNameLst>
                                      </p:cBhvr>
                                      <p:to>
                                        <p:strVal val="visible"/>
                                      </p:to>
                                    </p:set>
                                    <p:anim calcmode="lin" valueType="num">
                                      <p:cBhvr additive="base">
                                        <p:cTn id="21" dur="1000"/>
                                        <p:tgtEl>
                                          <p:spTgt spid="13"/>
                                        </p:tgtEl>
                                        <p:attrNameLst>
                                          <p:attrName>ppt_y</p:attrName>
                                        </p:attrNameLst>
                                      </p:cBhvr>
                                      <p:tavLst>
                                        <p:tav tm="0">
                                          <p:val>
                                            <p:strVal val="#ppt_y-#ppt_h*1.125000"/>
                                          </p:val>
                                        </p:tav>
                                        <p:tav tm="100000">
                                          <p:val>
                                            <p:strVal val="#ppt_y"/>
                                          </p:val>
                                        </p:tav>
                                      </p:tavLst>
                                    </p:anim>
                                    <p:animEffect transition="in" filter="wipe(down)">
                                      <p:cBhvr>
                                        <p:cTn id="22" dur="1000"/>
                                        <p:tgtEl>
                                          <p:spTgt spid="13"/>
                                        </p:tgtEl>
                                      </p:cBhvr>
                                    </p:animEffect>
                                  </p:childTnLst>
                                </p:cTn>
                              </p:par>
                            </p:childTnLst>
                          </p:cTn>
                        </p:par>
                        <p:par>
                          <p:cTn id="23" fill="hold" nodeType="afterGroup">
                            <p:stCondLst>
                              <p:cond delay="2000"/>
                            </p:stCondLst>
                            <p:childTnLst>
                              <p:par>
                                <p:cTn id="24" presetID="22" presetClass="entr" presetSubtype="1" dur="1000" fill="hold" grpId="0" nodeType="afterEffect">
                                  <p:stCondLst>
                                    <p:cond delay="0"/>
                                  </p:stCondLst>
                                  <p:childTnLst>
                                    <p:set>
                                      <p:cBhvr>
                                        <p:cTn id="25" dur="1000" fill="hold">
                                          <p:stCondLst>
                                            <p:cond delay="0"/>
                                          </p:stCondLst>
                                        </p:cTn>
                                        <p:tgtEl>
                                          <p:spTgt spid="24"/>
                                        </p:tgtEl>
                                        <p:attrNameLst>
                                          <p:attrName>style.visibility</p:attrName>
                                        </p:attrNameLst>
                                      </p:cBhvr>
                                      <p:to>
                                        <p:strVal val="visible"/>
                                      </p:to>
                                    </p:set>
                                    <p:animEffect transition="in" filter="wipe(up)">
                                      <p:cBhvr>
                                        <p:cTn id="26" dur="1000"/>
                                        <p:tgtEl>
                                          <p:spTgt spid="24"/>
                                        </p:tgtEl>
                                      </p:cBhvr>
                                    </p:animEffect>
                                  </p:childTnLst>
                                </p:cTn>
                              </p:par>
                            </p:childTnLst>
                          </p:cTn>
                        </p:par>
                        <p:par>
                          <p:cTn id="27" fill="hold" nodeType="afterGroup">
                            <p:stCondLst>
                              <p:cond delay="3000"/>
                            </p:stCondLst>
                            <p:childTnLst>
                              <p:par>
                                <p:cTn id="28" presetID="55" presetClass="entr" presetSubtype="0" dur="1000"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1000" fill="hold"/>
                                        <p:tgtEl>
                                          <p:spTgt spid="17"/>
                                        </p:tgtEl>
                                        <p:attrNameLst>
                                          <p:attrName>ppt_w</p:attrName>
                                        </p:attrNameLst>
                                      </p:cBhvr>
                                      <p:tavLst>
                                        <p:tav tm="0">
                                          <p:val>
                                            <p:strVal val="#ppt_w*0.70"/>
                                          </p:val>
                                        </p:tav>
                                        <p:tav tm="100000">
                                          <p:val>
                                            <p:strVal val="#ppt_w"/>
                                          </p:val>
                                        </p:tav>
                                      </p:tavLst>
                                    </p:anim>
                                    <p:anim calcmode="lin" valueType="num">
                                      <p:cBhvr>
                                        <p:cTn id="31" dur="1000" fill="hold"/>
                                        <p:tgtEl>
                                          <p:spTgt spid="17"/>
                                        </p:tgtEl>
                                        <p:attrNameLst>
                                          <p:attrName>ppt_h</p:attrName>
                                        </p:attrNameLst>
                                      </p:cBhvr>
                                      <p:tavLst>
                                        <p:tav tm="0">
                                          <p:val>
                                            <p:strVal val="#ppt_h"/>
                                          </p:val>
                                        </p:tav>
                                        <p:tav tm="100000">
                                          <p:val>
                                            <p:strVal val="#ppt_h"/>
                                          </p:val>
                                        </p:tav>
                                      </p:tavLst>
                                    </p:anim>
                                    <p:animEffect transition="in" filter="fade">
                                      <p:cBhvr>
                                        <p:cTn id="32" dur="1000"/>
                                        <p:tgtEl>
                                          <p:spTgt spid="17"/>
                                        </p:tgtEl>
                                      </p:cBhvr>
                                    </p:animEffect>
                                  </p:childTnLst>
                                </p:cTn>
                              </p:par>
                              <p:par>
                                <p:cTn id="33" presetID="55" presetClass="entr" presetSubtype="0" dur="100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anim calcmode="lin" valueType="num">
                                      <p:cBhvr>
                                        <p:cTn id="35" dur="1000" fill="hold"/>
                                        <p:tgtEl>
                                          <p:spTgt spid="52"/>
                                        </p:tgtEl>
                                        <p:attrNameLst>
                                          <p:attrName>ppt_w</p:attrName>
                                        </p:attrNameLst>
                                      </p:cBhvr>
                                      <p:tavLst>
                                        <p:tav tm="0">
                                          <p:val>
                                            <p:strVal val="#ppt_w*0.70"/>
                                          </p:val>
                                        </p:tav>
                                        <p:tav tm="100000">
                                          <p:val>
                                            <p:strVal val="#ppt_w"/>
                                          </p:val>
                                        </p:tav>
                                      </p:tavLst>
                                    </p:anim>
                                    <p:anim calcmode="lin" valueType="num">
                                      <p:cBhvr>
                                        <p:cTn id="36" dur="1000" fill="hold"/>
                                        <p:tgtEl>
                                          <p:spTgt spid="52"/>
                                        </p:tgtEl>
                                        <p:attrNameLst>
                                          <p:attrName>ppt_h</p:attrName>
                                        </p:attrNameLst>
                                      </p:cBhvr>
                                      <p:tavLst>
                                        <p:tav tm="0">
                                          <p:val>
                                            <p:strVal val="#ppt_h"/>
                                          </p:val>
                                        </p:tav>
                                        <p:tav tm="100000">
                                          <p:val>
                                            <p:strVal val="#ppt_h"/>
                                          </p:val>
                                        </p:tav>
                                      </p:tavLst>
                                    </p:anim>
                                    <p:animEffect transition="in" filter="fade">
                                      <p:cBhvr>
                                        <p:cTn id="37" dur="1000"/>
                                        <p:tgtEl>
                                          <p:spTgt spid="52"/>
                                        </p:tgtEl>
                                      </p:cBhvr>
                                    </p:animEffect>
                                  </p:childTnLst>
                                </p:cTn>
                              </p:par>
                              <p:par>
                                <p:cTn id="38" presetID="55" presetClass="entr" presetSubtype="0" dur="1000" fill="hold" nodeType="withEffect">
                                  <p:stCondLst>
                                    <p:cond delay="0"/>
                                  </p:stCondLst>
                                  <p:childTnLst>
                                    <p:set>
                                      <p:cBhvr>
                                        <p:cTn id="39" dur="1" fill="hold">
                                          <p:stCondLst>
                                            <p:cond delay="0"/>
                                          </p:stCondLst>
                                        </p:cTn>
                                        <p:tgtEl>
                                          <p:spTgt spid="58"/>
                                        </p:tgtEl>
                                        <p:attrNameLst>
                                          <p:attrName>style.visibility</p:attrName>
                                        </p:attrNameLst>
                                      </p:cBhvr>
                                      <p:to>
                                        <p:strVal val="visible"/>
                                      </p:to>
                                    </p:set>
                                    <p:anim calcmode="lin" valueType="num">
                                      <p:cBhvr>
                                        <p:cTn id="40" dur="1000" fill="hold"/>
                                        <p:tgtEl>
                                          <p:spTgt spid="58"/>
                                        </p:tgtEl>
                                        <p:attrNameLst>
                                          <p:attrName>ppt_w</p:attrName>
                                        </p:attrNameLst>
                                      </p:cBhvr>
                                      <p:tavLst>
                                        <p:tav tm="0">
                                          <p:val>
                                            <p:strVal val="#ppt_w*0.70"/>
                                          </p:val>
                                        </p:tav>
                                        <p:tav tm="100000">
                                          <p:val>
                                            <p:strVal val="#ppt_w"/>
                                          </p:val>
                                        </p:tav>
                                      </p:tavLst>
                                    </p:anim>
                                    <p:anim calcmode="lin" valueType="num">
                                      <p:cBhvr>
                                        <p:cTn id="41" dur="1000" fill="hold"/>
                                        <p:tgtEl>
                                          <p:spTgt spid="58"/>
                                        </p:tgtEl>
                                        <p:attrNameLst>
                                          <p:attrName>ppt_h</p:attrName>
                                        </p:attrNameLst>
                                      </p:cBhvr>
                                      <p:tavLst>
                                        <p:tav tm="0">
                                          <p:val>
                                            <p:strVal val="#ppt_h"/>
                                          </p:val>
                                        </p:tav>
                                        <p:tav tm="100000">
                                          <p:val>
                                            <p:strVal val="#ppt_h"/>
                                          </p:val>
                                        </p:tav>
                                      </p:tavLst>
                                    </p:anim>
                                    <p:animEffect transition="in" filter="fade">
                                      <p:cBhvr>
                                        <p:cTn id="42" dur="1000"/>
                                        <p:tgtEl>
                                          <p:spTgt spid="58"/>
                                        </p:tgtEl>
                                      </p:cBhvr>
                                    </p:animEffect>
                                  </p:childTnLst>
                                </p:cTn>
                              </p:par>
                              <p:par>
                                <p:cTn id="43" presetID="55" presetClass="entr" presetSubtype="0" dur="1000" fill="hold" nodeType="with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p:cTn id="45" dur="1000" fill="hold"/>
                                        <p:tgtEl>
                                          <p:spTgt spid="3"/>
                                        </p:tgtEl>
                                        <p:attrNameLst>
                                          <p:attrName>ppt_w</p:attrName>
                                        </p:attrNameLst>
                                      </p:cBhvr>
                                      <p:tavLst>
                                        <p:tav tm="0">
                                          <p:val>
                                            <p:strVal val="#ppt_w*0.70"/>
                                          </p:val>
                                        </p:tav>
                                        <p:tav tm="100000">
                                          <p:val>
                                            <p:strVal val="#ppt_w"/>
                                          </p:val>
                                        </p:tav>
                                      </p:tavLst>
                                    </p:anim>
                                    <p:anim calcmode="lin" valueType="num">
                                      <p:cBhvr>
                                        <p:cTn id="46" dur="1000" fill="hold"/>
                                        <p:tgtEl>
                                          <p:spTgt spid="3"/>
                                        </p:tgtEl>
                                        <p:attrNameLst>
                                          <p:attrName>ppt_h</p:attrName>
                                        </p:attrNameLst>
                                      </p:cBhvr>
                                      <p:tavLst>
                                        <p:tav tm="0">
                                          <p:val>
                                            <p:strVal val="#ppt_h"/>
                                          </p:val>
                                        </p:tav>
                                        <p:tav tm="100000">
                                          <p:val>
                                            <p:strVal val="#ppt_h"/>
                                          </p:val>
                                        </p:tav>
                                      </p:tavLst>
                                    </p:anim>
                                    <p:animEffect transition="in" filter="fade">
                                      <p:cBhvr>
                                        <p:cTn id="47" dur="1000"/>
                                        <p:tgtEl>
                                          <p:spTgt spid="3"/>
                                        </p:tgtEl>
                                      </p:cBhvr>
                                    </p:animEffect>
                                  </p:childTnLst>
                                </p:cTn>
                              </p:par>
                            </p:childTnLst>
                          </p:cTn>
                        </p:par>
                        <p:par>
                          <p:cTn id="48" fill="hold" nodeType="afterGroup">
                            <p:stCondLst>
                              <p:cond delay="4000"/>
                            </p:stCondLst>
                            <p:childTnLst>
                              <p:par>
                                <p:cTn id="49" presetID="55" presetClass="entr" presetSubtype="0" dur="1000" fill="hold" grpId="0" nodeType="after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1000" fill="hold"/>
                                        <p:tgtEl>
                                          <p:spTgt spid="38"/>
                                        </p:tgtEl>
                                        <p:attrNameLst>
                                          <p:attrName>ppt_w</p:attrName>
                                        </p:attrNameLst>
                                      </p:cBhvr>
                                      <p:tavLst>
                                        <p:tav tm="0">
                                          <p:val>
                                            <p:strVal val="#ppt_w*0.70"/>
                                          </p:val>
                                        </p:tav>
                                        <p:tav tm="100000">
                                          <p:val>
                                            <p:strVal val="#ppt_w"/>
                                          </p:val>
                                        </p:tav>
                                      </p:tavLst>
                                    </p:anim>
                                    <p:anim calcmode="lin" valueType="num">
                                      <p:cBhvr>
                                        <p:cTn id="52" dur="1000" fill="hold"/>
                                        <p:tgtEl>
                                          <p:spTgt spid="38"/>
                                        </p:tgtEl>
                                        <p:attrNameLst>
                                          <p:attrName>ppt_h</p:attrName>
                                        </p:attrNameLst>
                                      </p:cBhvr>
                                      <p:tavLst>
                                        <p:tav tm="0">
                                          <p:val>
                                            <p:strVal val="#ppt_h"/>
                                          </p:val>
                                        </p:tav>
                                        <p:tav tm="100000">
                                          <p:val>
                                            <p:strVal val="#ppt_h"/>
                                          </p:val>
                                        </p:tav>
                                      </p:tavLst>
                                    </p:anim>
                                    <p:animEffect transition="in" filter="fade">
                                      <p:cBhvr>
                                        <p:cTn id="53" dur="1000"/>
                                        <p:tgtEl>
                                          <p:spTgt spid="38"/>
                                        </p:tgtEl>
                                      </p:cBhvr>
                                    </p:animEffect>
                                  </p:childTnLst>
                                </p:cTn>
                              </p:par>
                              <p:par>
                                <p:cTn id="54" presetID="55" presetClass="entr" presetSubtype="0" dur="100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 calcmode="lin" valueType="num">
                                      <p:cBhvr>
                                        <p:cTn id="56" dur="1000" fill="hold"/>
                                        <p:tgtEl>
                                          <p:spTgt spid="42"/>
                                        </p:tgtEl>
                                        <p:attrNameLst>
                                          <p:attrName>ppt_w</p:attrName>
                                        </p:attrNameLst>
                                      </p:cBhvr>
                                      <p:tavLst>
                                        <p:tav tm="0">
                                          <p:val>
                                            <p:strVal val="#ppt_w*0.70"/>
                                          </p:val>
                                        </p:tav>
                                        <p:tav tm="100000">
                                          <p:val>
                                            <p:strVal val="#ppt_w"/>
                                          </p:val>
                                        </p:tav>
                                      </p:tavLst>
                                    </p:anim>
                                    <p:anim calcmode="lin" valueType="num">
                                      <p:cBhvr>
                                        <p:cTn id="57" dur="1000" fill="hold"/>
                                        <p:tgtEl>
                                          <p:spTgt spid="42"/>
                                        </p:tgtEl>
                                        <p:attrNameLst>
                                          <p:attrName>ppt_h</p:attrName>
                                        </p:attrNameLst>
                                      </p:cBhvr>
                                      <p:tavLst>
                                        <p:tav tm="0">
                                          <p:val>
                                            <p:strVal val="#ppt_h"/>
                                          </p:val>
                                        </p:tav>
                                        <p:tav tm="100000">
                                          <p:val>
                                            <p:strVal val="#ppt_h"/>
                                          </p:val>
                                        </p:tav>
                                      </p:tavLst>
                                    </p:anim>
                                    <p:animEffect transition="in" filter="fade">
                                      <p:cBhvr>
                                        <p:cTn id="58" dur="1000"/>
                                        <p:tgtEl>
                                          <p:spTgt spid="42"/>
                                        </p:tgtEl>
                                      </p:cBhvr>
                                    </p:animEffect>
                                  </p:childTnLst>
                                </p:cTn>
                              </p:par>
                            </p:childTnLst>
                          </p:cTn>
                        </p:par>
                        <p:par>
                          <p:cTn id="59" fill="hold" nodeType="afterGroup">
                            <p:stCondLst>
                              <p:cond delay="5000"/>
                            </p:stCondLst>
                            <p:childTnLst>
                              <p:par>
                                <p:cTn id="60" presetID="55" presetClass="entr" presetSubtype="0" dur="1000" fill="hold" grpId="0" nodeType="after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p:cTn id="62" dur="1000" fill="hold"/>
                                        <p:tgtEl>
                                          <p:spTgt spid="39"/>
                                        </p:tgtEl>
                                        <p:attrNameLst>
                                          <p:attrName>ppt_w</p:attrName>
                                        </p:attrNameLst>
                                      </p:cBhvr>
                                      <p:tavLst>
                                        <p:tav tm="0">
                                          <p:val>
                                            <p:strVal val="#ppt_w*0.70"/>
                                          </p:val>
                                        </p:tav>
                                        <p:tav tm="100000">
                                          <p:val>
                                            <p:strVal val="#ppt_w"/>
                                          </p:val>
                                        </p:tav>
                                      </p:tavLst>
                                    </p:anim>
                                    <p:anim calcmode="lin" valueType="num">
                                      <p:cBhvr>
                                        <p:cTn id="63" dur="1000" fill="hold"/>
                                        <p:tgtEl>
                                          <p:spTgt spid="39"/>
                                        </p:tgtEl>
                                        <p:attrNameLst>
                                          <p:attrName>ppt_h</p:attrName>
                                        </p:attrNameLst>
                                      </p:cBhvr>
                                      <p:tavLst>
                                        <p:tav tm="0">
                                          <p:val>
                                            <p:strVal val="#ppt_h"/>
                                          </p:val>
                                        </p:tav>
                                        <p:tav tm="100000">
                                          <p:val>
                                            <p:strVal val="#ppt_h"/>
                                          </p:val>
                                        </p:tav>
                                      </p:tavLst>
                                    </p:anim>
                                    <p:animEffect transition="in" filter="fade">
                                      <p:cBhvr>
                                        <p:cTn id="64" dur="1000"/>
                                        <p:tgtEl>
                                          <p:spTgt spid="39"/>
                                        </p:tgtEl>
                                      </p:cBhvr>
                                    </p:animEffect>
                                  </p:childTnLst>
                                </p:cTn>
                              </p:par>
                              <p:par>
                                <p:cTn id="65" presetID="55" presetClass="entr" presetSubtype="0" dur="100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anim calcmode="lin" valueType="num">
                                      <p:cBhvr>
                                        <p:cTn id="67" dur="1000" fill="hold"/>
                                        <p:tgtEl>
                                          <p:spTgt spid="43"/>
                                        </p:tgtEl>
                                        <p:attrNameLst>
                                          <p:attrName>ppt_w</p:attrName>
                                        </p:attrNameLst>
                                      </p:cBhvr>
                                      <p:tavLst>
                                        <p:tav tm="0">
                                          <p:val>
                                            <p:strVal val="#ppt_w*0.70"/>
                                          </p:val>
                                        </p:tav>
                                        <p:tav tm="100000">
                                          <p:val>
                                            <p:strVal val="#ppt_w"/>
                                          </p:val>
                                        </p:tav>
                                      </p:tavLst>
                                    </p:anim>
                                    <p:anim calcmode="lin" valueType="num">
                                      <p:cBhvr>
                                        <p:cTn id="68" dur="1000" fill="hold"/>
                                        <p:tgtEl>
                                          <p:spTgt spid="43"/>
                                        </p:tgtEl>
                                        <p:attrNameLst>
                                          <p:attrName>ppt_h</p:attrName>
                                        </p:attrNameLst>
                                      </p:cBhvr>
                                      <p:tavLst>
                                        <p:tav tm="0">
                                          <p:val>
                                            <p:strVal val="#ppt_h"/>
                                          </p:val>
                                        </p:tav>
                                        <p:tav tm="100000">
                                          <p:val>
                                            <p:strVal val="#ppt_h"/>
                                          </p:val>
                                        </p:tav>
                                      </p:tavLst>
                                    </p:anim>
                                    <p:animEffect transition="in" filter="fade">
                                      <p:cBhvr>
                                        <p:cTn id="69" dur="1000"/>
                                        <p:tgtEl>
                                          <p:spTgt spid="43"/>
                                        </p:tgtEl>
                                      </p:cBhvr>
                                    </p:animEffect>
                                  </p:childTnLst>
                                </p:cTn>
                              </p:par>
                            </p:childTnLst>
                          </p:cTn>
                        </p:par>
                        <p:par>
                          <p:cTn id="70" fill="hold" nodeType="afterGroup">
                            <p:stCondLst>
                              <p:cond delay="6000"/>
                            </p:stCondLst>
                            <p:childTnLst>
                              <p:par>
                                <p:cTn id="71" presetID="55" presetClass="entr" presetSubtype="0" dur="1000" fill="hold" grpId="0" nodeType="afterEffect">
                                  <p:stCondLst>
                                    <p:cond delay="0"/>
                                  </p:stCondLst>
                                  <p:childTnLst>
                                    <p:set>
                                      <p:cBhvr>
                                        <p:cTn id="72" dur="1" fill="hold">
                                          <p:stCondLst>
                                            <p:cond delay="0"/>
                                          </p:stCondLst>
                                        </p:cTn>
                                        <p:tgtEl>
                                          <p:spTgt spid="40"/>
                                        </p:tgtEl>
                                        <p:attrNameLst>
                                          <p:attrName>style.visibility</p:attrName>
                                        </p:attrNameLst>
                                      </p:cBhvr>
                                      <p:to>
                                        <p:strVal val="visible"/>
                                      </p:to>
                                    </p:set>
                                    <p:anim calcmode="lin" valueType="num">
                                      <p:cBhvr>
                                        <p:cTn id="73" dur="1000" fill="hold"/>
                                        <p:tgtEl>
                                          <p:spTgt spid="40"/>
                                        </p:tgtEl>
                                        <p:attrNameLst>
                                          <p:attrName>ppt_w</p:attrName>
                                        </p:attrNameLst>
                                      </p:cBhvr>
                                      <p:tavLst>
                                        <p:tav tm="0">
                                          <p:val>
                                            <p:strVal val="#ppt_w*0.70"/>
                                          </p:val>
                                        </p:tav>
                                        <p:tav tm="100000">
                                          <p:val>
                                            <p:strVal val="#ppt_w"/>
                                          </p:val>
                                        </p:tav>
                                      </p:tavLst>
                                    </p:anim>
                                    <p:anim calcmode="lin" valueType="num">
                                      <p:cBhvr>
                                        <p:cTn id="74" dur="1000" fill="hold"/>
                                        <p:tgtEl>
                                          <p:spTgt spid="40"/>
                                        </p:tgtEl>
                                        <p:attrNameLst>
                                          <p:attrName>ppt_h</p:attrName>
                                        </p:attrNameLst>
                                      </p:cBhvr>
                                      <p:tavLst>
                                        <p:tav tm="0">
                                          <p:val>
                                            <p:strVal val="#ppt_h"/>
                                          </p:val>
                                        </p:tav>
                                        <p:tav tm="100000">
                                          <p:val>
                                            <p:strVal val="#ppt_h"/>
                                          </p:val>
                                        </p:tav>
                                      </p:tavLst>
                                    </p:anim>
                                    <p:animEffect transition="in" filter="fade">
                                      <p:cBhvr>
                                        <p:cTn id="75" dur="1000"/>
                                        <p:tgtEl>
                                          <p:spTgt spid="40"/>
                                        </p:tgtEl>
                                      </p:cBhvr>
                                    </p:animEffect>
                                  </p:childTnLst>
                                </p:cTn>
                              </p:par>
                              <p:par>
                                <p:cTn id="76" presetID="55" presetClass="entr" presetSubtype="0" dur="100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 calcmode="lin" valueType="num">
                                      <p:cBhvr>
                                        <p:cTn id="78" dur="1000" fill="hold"/>
                                        <p:tgtEl>
                                          <p:spTgt spid="44"/>
                                        </p:tgtEl>
                                        <p:attrNameLst>
                                          <p:attrName>ppt_w</p:attrName>
                                        </p:attrNameLst>
                                      </p:cBhvr>
                                      <p:tavLst>
                                        <p:tav tm="0">
                                          <p:val>
                                            <p:strVal val="#ppt_w*0.70"/>
                                          </p:val>
                                        </p:tav>
                                        <p:tav tm="100000">
                                          <p:val>
                                            <p:strVal val="#ppt_w"/>
                                          </p:val>
                                        </p:tav>
                                      </p:tavLst>
                                    </p:anim>
                                    <p:anim calcmode="lin" valueType="num">
                                      <p:cBhvr>
                                        <p:cTn id="79" dur="1000" fill="hold"/>
                                        <p:tgtEl>
                                          <p:spTgt spid="44"/>
                                        </p:tgtEl>
                                        <p:attrNameLst>
                                          <p:attrName>ppt_h</p:attrName>
                                        </p:attrNameLst>
                                      </p:cBhvr>
                                      <p:tavLst>
                                        <p:tav tm="0">
                                          <p:val>
                                            <p:strVal val="#ppt_h"/>
                                          </p:val>
                                        </p:tav>
                                        <p:tav tm="100000">
                                          <p:val>
                                            <p:strVal val="#ppt_h"/>
                                          </p:val>
                                        </p:tav>
                                      </p:tavLst>
                                    </p:anim>
                                    <p:animEffect transition="in" filter="fade">
                                      <p:cBhvr>
                                        <p:cTn id="80" dur="1000"/>
                                        <p:tgtEl>
                                          <p:spTgt spid="44"/>
                                        </p:tgtEl>
                                      </p:cBhvr>
                                    </p:animEffect>
                                  </p:childTnLst>
                                </p:cTn>
                              </p:par>
                            </p:childTnLst>
                          </p:cTn>
                        </p:par>
                        <p:par>
                          <p:cTn id="81" fill="hold" nodeType="afterGroup">
                            <p:stCondLst>
                              <p:cond delay="7000"/>
                            </p:stCondLst>
                            <p:childTnLst>
                              <p:par>
                                <p:cTn id="82" presetID="55" presetClass="entr" presetSubtype="0" dur="1000" fill="hold" grpId="0" nodeType="afterEffect">
                                  <p:stCondLst>
                                    <p:cond delay="0"/>
                                  </p:stCondLst>
                                  <p:childTnLst>
                                    <p:set>
                                      <p:cBhvr>
                                        <p:cTn id="83" dur="1" fill="hold">
                                          <p:stCondLst>
                                            <p:cond delay="0"/>
                                          </p:stCondLst>
                                        </p:cTn>
                                        <p:tgtEl>
                                          <p:spTgt spid="41"/>
                                        </p:tgtEl>
                                        <p:attrNameLst>
                                          <p:attrName>style.visibility</p:attrName>
                                        </p:attrNameLst>
                                      </p:cBhvr>
                                      <p:to>
                                        <p:strVal val="visible"/>
                                      </p:to>
                                    </p:set>
                                    <p:anim calcmode="lin" valueType="num">
                                      <p:cBhvr>
                                        <p:cTn id="84" dur="1000" fill="hold"/>
                                        <p:tgtEl>
                                          <p:spTgt spid="41"/>
                                        </p:tgtEl>
                                        <p:attrNameLst>
                                          <p:attrName>ppt_w</p:attrName>
                                        </p:attrNameLst>
                                      </p:cBhvr>
                                      <p:tavLst>
                                        <p:tav tm="0">
                                          <p:val>
                                            <p:strVal val="#ppt_w*0.70"/>
                                          </p:val>
                                        </p:tav>
                                        <p:tav tm="100000">
                                          <p:val>
                                            <p:strVal val="#ppt_w"/>
                                          </p:val>
                                        </p:tav>
                                      </p:tavLst>
                                    </p:anim>
                                    <p:anim calcmode="lin" valueType="num">
                                      <p:cBhvr>
                                        <p:cTn id="85" dur="1000" fill="hold"/>
                                        <p:tgtEl>
                                          <p:spTgt spid="41"/>
                                        </p:tgtEl>
                                        <p:attrNameLst>
                                          <p:attrName>ppt_h</p:attrName>
                                        </p:attrNameLst>
                                      </p:cBhvr>
                                      <p:tavLst>
                                        <p:tav tm="0">
                                          <p:val>
                                            <p:strVal val="#ppt_h"/>
                                          </p:val>
                                        </p:tav>
                                        <p:tav tm="100000">
                                          <p:val>
                                            <p:strVal val="#ppt_h"/>
                                          </p:val>
                                        </p:tav>
                                      </p:tavLst>
                                    </p:anim>
                                    <p:animEffect transition="in" filter="fade">
                                      <p:cBhvr>
                                        <p:cTn id="86" dur="1000"/>
                                        <p:tgtEl>
                                          <p:spTgt spid="41"/>
                                        </p:tgtEl>
                                      </p:cBhvr>
                                    </p:animEffect>
                                  </p:childTnLst>
                                </p:cTn>
                              </p:par>
                              <p:par>
                                <p:cTn id="87" presetID="55" presetClass="entr" presetSubtype="0" dur="100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 calcmode="lin" valueType="num">
                                      <p:cBhvr>
                                        <p:cTn id="89" dur="1000" fill="hold"/>
                                        <p:tgtEl>
                                          <p:spTgt spid="45"/>
                                        </p:tgtEl>
                                        <p:attrNameLst>
                                          <p:attrName>ppt_w</p:attrName>
                                        </p:attrNameLst>
                                      </p:cBhvr>
                                      <p:tavLst>
                                        <p:tav tm="0">
                                          <p:val>
                                            <p:strVal val="#ppt_w*0.70"/>
                                          </p:val>
                                        </p:tav>
                                        <p:tav tm="100000">
                                          <p:val>
                                            <p:strVal val="#ppt_w"/>
                                          </p:val>
                                        </p:tav>
                                      </p:tavLst>
                                    </p:anim>
                                    <p:anim calcmode="lin" valueType="num">
                                      <p:cBhvr>
                                        <p:cTn id="90" dur="1000" fill="hold"/>
                                        <p:tgtEl>
                                          <p:spTgt spid="45"/>
                                        </p:tgtEl>
                                        <p:attrNameLst>
                                          <p:attrName>ppt_h</p:attrName>
                                        </p:attrNameLst>
                                      </p:cBhvr>
                                      <p:tavLst>
                                        <p:tav tm="0">
                                          <p:val>
                                            <p:strVal val="#ppt_h"/>
                                          </p:val>
                                        </p:tav>
                                        <p:tav tm="100000">
                                          <p:val>
                                            <p:strVal val="#ppt_h"/>
                                          </p:val>
                                        </p:tav>
                                      </p:tavLst>
                                    </p:anim>
                                    <p:animEffect transition="in" filter="fade">
                                      <p:cBhvr>
                                        <p:cTn id="91"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 grpId="0" animBg="1"/>
      <p:bldP spid="8" grpId="0"/>
      <p:bldP spid="13" grpId="0"/>
      <p:bldP spid="38" grpId="0"/>
      <p:bldP spid="39" grpId="0"/>
      <p:bldP spid="40" grpId="0"/>
      <p:bldP spid="41" grpId="0"/>
      <p:bldP spid="42" grpId="0"/>
      <p:bldP spid="43" grpId="0"/>
      <p:bldP spid="44" grpId="0"/>
      <p:bldP spid="4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4" name="图片 3" descr="new-P-1524215-79635798O"/>
          <p:cNvPicPr>
            <a:picLocks noChangeAspect="1"/>
          </p:cNvPicPr>
          <p:nvPr>
            <p:custDataLst>
              <p:tags r:id="R508b214f664e43ce"/>
            </p:custDataLst>
          </p:nvPr>
        </p:nvPicPr>
        <p:blipFill>
          <a:blip r:embed="R329f8b87cae44047">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67" name="Picture 4" descr="C:/兼职/觅知网/2月/国风实拍松柏/松柏/P-1618107-FC739ECC.jpgP-1618107-FC739ECC"/>
          <p:cNvPicPr>
            <a:picLocks noChangeAspect="1" noChangeArrowheads="1"/>
          </p:cNvPicPr>
          <p:nvPr/>
        </p:nvPicPr>
        <p:blipFill>
          <a:blip r:embed="R37d7318586214455" cstate="screen">
            <a:extLst>
              <a:ext uri="{28A0092B-C50C-407E-A947-70E740481C1C}">
                <a14:useLocalDpi xmlns:a14="http://schemas.microsoft.com/office/drawing/2010/main"/>
              </a:ext>
            </a:extLst>
          </a:blip>
          <a:srcRect/>
          <a:stretch>
            <a:fillRect/>
          </a:stretch>
        </p:blipFill>
        <p:spPr bwMode="auto">
          <a:xfrm>
            <a:off x="-22860" y="-70485"/>
            <a:ext cx="4679315" cy="6998335"/>
          </a:xfrm>
          <a:prstGeom prst="rect">
            <a:avLst/>
          </a:prstGeom>
          <a:noFill/>
          <a:extLst>
            <a:ext uri="{909E8E84-426E-40DD-AFC4-6F175D3DCCD1}">
              <a14:hiddenFill xmlns:a14="http://schemas.microsoft.com/office/drawing/2010/main">
                <a:solidFill>
                  <a:srgbClr val="FFFFFF"/>
                </a:solidFill>
              </a14:hiddenFill>
            </a:ext>
          </a:extLst>
        </p:spPr>
      </p:pic>
      <p:sp>
        <p:nvSpPr>
          <p:cNvPr id="68" name="矩形 67"/>
          <p:cNvSpPr/>
          <p:nvPr/>
        </p:nvSpPr>
        <p:spPr>
          <a:xfrm>
            <a:off x="2004882" y="2335427"/>
            <a:ext cx="9220201" cy="2471351"/>
          </a:xfrm>
          <a:prstGeom prst="rect">
            <a:avLst/>
          </a:prstGeom>
          <a:solidFill>
            <a:schemeClr val="bg1">
              <a:alpha val="9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方正清刻本悦宋简体" panose="02000000000000000000" charset="-122"/>
              <a:sym typeface="Arial" panose="020B0604020202020204" pitchFamily="34" charset="0"/>
            </a:endParaRPr>
          </a:p>
        </p:txBody>
      </p:sp>
      <p:sp>
        <p:nvSpPr>
          <p:cNvPr id="38" name="文本框 37"/>
          <p:cNvSpPr txBox="1"/>
          <p:nvPr/>
        </p:nvSpPr>
        <p:spPr>
          <a:xfrm>
            <a:off x="4224020" y="2708275"/>
            <a:ext cx="6690360" cy="1753235"/>
          </a:xfrm>
          <a:prstGeom prst="rect">
            <a:avLst/>
          </a:prstGeom>
        </p:spPr>
        <p:txBody>
          <a:bodyPr vert="horz" wrap="square">
            <a:spAutoFit/>
          </a:bodyPr>
          <a:lstStyle>
            <a:defPPr>
              <a:defRPr lang="zh-CN"/>
            </a:defPPr>
            <a:lvl1pPr algn="ctr">
              <a:defRPr sz="2000">
                <a:solidFill>
                  <a:srgbClr val="494848"/>
                </a:solidFill>
                <a:latin typeface="汉仪良品线简" panose="00020600040101010101" pitchFamily="18" charset="-122"/>
                <a:ea typeface="汉仪良品线简" panose="00020600040101010101" pitchFamily="18" charset="-122"/>
              </a:defRPr>
            </a:lvl1pPr>
          </a:lstStyle>
          <a:p>
            <a:pPr algn="ctr"/>
            <a:r>
              <a:rPr lang="zh-CN" altLang="en-US" sz="10800" dirty="0">
                <a:solidFill>
                  <a:schemeClr val="accent6">
                    <a:lumMod val="50000"/>
                  </a:schemeClr>
                </a:solidFill>
                <a:latin typeface="思源宋体 CN Heavy" pitchFamily="18" charset="-122"/>
                <a:ea typeface="思源宋体 CN Heavy" pitchFamily="18" charset="-122"/>
                <a:sym typeface="Arial" panose="020B0604020202020204" pitchFamily="34" charset="0"/>
              </a:rPr>
              <a:t>松柏之茂</a:t>
            </a:r>
          </a:p>
        </p:txBody>
      </p:sp>
      <p:grpSp>
        <p:nvGrpSpPr>
          <p:cNvPr id="2" name="组合 1"/>
          <p:cNvGrpSpPr/>
          <p:nvPr/>
        </p:nvGrpSpPr>
        <p:grpSpPr>
          <a:xfrm>
            <a:off x="2331085" y="2623820"/>
            <a:ext cx="1935480" cy="1960245"/>
            <a:chOff x="3671" y="4132"/>
            <a:chExt cx="3048" cy="3087"/>
          </a:xfrm>
        </p:grpSpPr>
        <p:sp>
          <p:nvSpPr>
            <p:cNvPr id="69" name="矩形 68"/>
            <p:cNvSpPr/>
            <p:nvPr/>
          </p:nvSpPr>
          <p:spPr>
            <a:xfrm>
              <a:off x="3671" y="4132"/>
              <a:ext cx="2981" cy="2981"/>
            </a:xfrm>
            <a:prstGeom prst="rect">
              <a:avLst/>
            </a:prstGeom>
            <a:solidFill>
              <a:srgbClr val="47807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dirty="0">
                <a:solidFill>
                  <a:schemeClr val="bg1"/>
                </a:solidFill>
                <a:latin typeface="思源宋体 CN Heavy" pitchFamily="18" charset="-122"/>
                <a:ea typeface="方正清刻本悦宋简体" panose="02000000000000000000" charset="-122"/>
                <a:sym typeface="Arial" panose="020B0604020202020204" pitchFamily="34" charset="0"/>
              </a:endParaRPr>
            </a:p>
          </p:txBody>
        </p:sp>
        <p:cxnSp>
          <p:nvCxnSpPr>
            <p:cNvPr id="3" name="直接连接符 2"/>
            <p:cNvCxnSpPr/>
            <p:nvPr/>
          </p:nvCxnSpPr>
          <p:spPr>
            <a:xfrm>
              <a:off x="3771" y="4245"/>
              <a:ext cx="2948" cy="2974"/>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1"/>
            </p:cNvCxnSpPr>
            <p:nvPr/>
          </p:nvCxnSpPr>
          <p:spPr>
            <a:xfrm>
              <a:off x="3671" y="5623"/>
              <a:ext cx="3048" cy="0"/>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3671" y="4132"/>
              <a:ext cx="2981" cy="2895"/>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a:endCxn id="69" idx="0"/>
            </p:cNvCxnSpPr>
            <p:nvPr/>
          </p:nvCxnSpPr>
          <p:spPr>
            <a:xfrm flipH="1" flipV="1">
              <a:off x="5162" y="4132"/>
              <a:ext cx="0" cy="3087"/>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2438762" y="2643478"/>
            <a:ext cx="1681480" cy="1906905"/>
          </a:xfrm>
          <a:prstGeom prst="rect">
            <a:avLst/>
          </a:prstGeom>
        </p:spPr>
        <p:txBody>
          <a:bodyPr wrap="none">
            <a:spAutoFit/>
          </a:bodyPr>
          <a:lstStyle/>
          <a:p>
            <a:pPr algn="ctr"/>
            <a:r>
              <a:rPr lang="zh-CN" altLang="en-US" sz="11800" dirty="0">
                <a:solidFill>
                  <a:schemeClr val="bg1"/>
                </a:solidFill>
                <a:latin typeface="华文行楷" pitchFamily="2" charset="-122"/>
                <a:ea typeface="华文行楷" pitchFamily="2" charset="-122"/>
                <a:sym typeface="Arial" panose="020B0604020202020204" pitchFamily="34" charset="0"/>
              </a:rPr>
              <a:t>壹</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1000" fill="hold"/>
                                        <p:tgtEl>
                                          <p:spTgt spid="68"/>
                                        </p:tgtEl>
                                        <p:attrNameLst>
                                          <p:attrName>ppt_w</p:attrName>
                                        </p:attrNameLst>
                                      </p:cBhvr>
                                      <p:tavLst>
                                        <p:tav tm="0">
                                          <p:val>
                                            <p:strVal val="#ppt_w*0.70"/>
                                          </p:val>
                                        </p:tav>
                                        <p:tav tm="100000">
                                          <p:val>
                                            <p:strVal val="#ppt_w"/>
                                          </p:val>
                                        </p:tav>
                                      </p:tavLst>
                                    </p:anim>
                                    <p:anim calcmode="lin" valueType="num">
                                      <p:cBhvr>
                                        <p:cTn id="8" dur="1000" fill="hold"/>
                                        <p:tgtEl>
                                          <p:spTgt spid="68"/>
                                        </p:tgtEl>
                                        <p:attrNameLst>
                                          <p:attrName>ppt_h</p:attrName>
                                        </p:attrNameLst>
                                      </p:cBhvr>
                                      <p:tavLst>
                                        <p:tav tm="0">
                                          <p:val>
                                            <p:strVal val="#ppt_h"/>
                                          </p:val>
                                        </p:tav>
                                        <p:tav tm="100000">
                                          <p:val>
                                            <p:strVal val="#ppt_h"/>
                                          </p:val>
                                        </p:tav>
                                      </p:tavLst>
                                    </p:anim>
                                    <p:animEffect transition="in" filter="fade">
                                      <p:cBhvr>
                                        <p:cTn id="9" dur="1000"/>
                                        <p:tgtEl>
                                          <p:spTgt spid="68"/>
                                        </p:tgtEl>
                                      </p:cBhvr>
                                    </p:animEffect>
                                  </p:childTnLst>
                                </p:cTn>
                              </p:par>
                            </p:childTnLst>
                          </p:cTn>
                        </p:par>
                        <p:par>
                          <p:cTn id="10" fill="hold" nodeType="afterGroup">
                            <p:stCondLst>
                              <p:cond delay="1000"/>
                            </p:stCondLst>
                            <p:childTnLst>
                              <p:par>
                                <p:cTn id="11" presetID="29" presetClass="entr" presetSubtype="0" dur="100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ppt_x</p:attrName>
                                        </p:attrNameLst>
                                      </p:cBhvr>
                                      <p:tavLst>
                                        <p:tav tm="0">
                                          <p:val>
                                            <p:strVal val="#ppt_x-.2"/>
                                          </p:val>
                                        </p:tav>
                                        <p:tav tm="100000">
                                          <p:val>
                                            <p:strVal val="#ppt_x"/>
                                          </p:val>
                                        </p:tav>
                                      </p:tavLst>
                                    </p:anim>
                                    <p:anim calcmode="lin" valueType="num">
                                      <p:cBhvr>
                                        <p:cTn id="14"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5" dur="1000"/>
                                        <p:tgtEl>
                                          <p:spTgt spid="2"/>
                                        </p:tgtEl>
                                      </p:cBhvr>
                                    </p:animEffect>
                                  </p:childTnLst>
                                </p:cTn>
                              </p:par>
                              <p:par>
                                <p:cTn id="16" presetID="29" presetClass="entr" presetSubtype="0" dur="1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1000" fill="hold"/>
                                        <p:tgtEl>
                                          <p:spTgt spid="10"/>
                                        </p:tgtEl>
                                        <p:attrNameLst>
                                          <p:attrName>ppt_x</p:attrName>
                                        </p:attrNameLst>
                                      </p:cBhvr>
                                      <p:tavLst>
                                        <p:tav tm="0">
                                          <p:val>
                                            <p:strVal val="#ppt_x-.2"/>
                                          </p:val>
                                        </p:tav>
                                        <p:tav tm="100000">
                                          <p:val>
                                            <p:strVal val="#ppt_x"/>
                                          </p:val>
                                        </p:tav>
                                      </p:tavLst>
                                    </p:anim>
                                    <p:anim calcmode="lin" valueType="num">
                                      <p:cBhvr>
                                        <p:cTn id="19"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20" dur="1000"/>
                                        <p:tgtEl>
                                          <p:spTgt spid="10"/>
                                        </p:tgtEl>
                                      </p:cBhvr>
                                    </p:animEffect>
                                  </p:childTnLst>
                                </p:cTn>
                              </p:par>
                            </p:childTnLst>
                          </p:cTn>
                        </p:par>
                        <p:par>
                          <p:cTn id="21" fill="hold" nodeType="afterGroup">
                            <p:stCondLst>
                              <p:cond delay="2000"/>
                            </p:stCondLst>
                            <p:childTnLst>
                              <p:par>
                                <p:cTn id="22" presetID="22" presetClass="entr" presetSubtype="8" dur="1000" fill="hold" grpId="0" nodeType="afterEffect">
                                  <p:stCondLst>
                                    <p:cond delay="0"/>
                                  </p:stCondLst>
                                  <p:childTnLst>
                                    <p:set>
                                      <p:cBhvr>
                                        <p:cTn id="23" dur="1000" fill="hold">
                                          <p:stCondLst>
                                            <p:cond delay="0"/>
                                          </p:stCondLst>
                                        </p:cTn>
                                        <p:tgtEl>
                                          <p:spTgt spid="38"/>
                                        </p:tgtEl>
                                        <p:attrNameLst>
                                          <p:attrName>style.visibility</p:attrName>
                                        </p:attrNameLst>
                                      </p:cBhvr>
                                      <p:to>
                                        <p:strVal val="visible"/>
                                      </p:to>
                                    </p:set>
                                    <p:animEffect transition="in" filter="wipe(left)">
                                      <p:cBhvr>
                                        <p:cTn id="24"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3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C:/兼职/觅知网/2月/国风实拍松柏/松柏/P-1625765-A7CF45B7.jpgP-1625765-A7CF45B7"/>
          <p:cNvPicPr>
            <a:picLocks noChangeAspect="1"/>
          </p:cNvPicPr>
          <p:nvPr/>
        </p:nvPicPr>
        <p:blipFill>
          <a:blip r:embed="R3d8f1015e9b34361"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8" name="矩形 7"/>
          <p:cNvSpPr/>
          <p:nvPr/>
        </p:nvSpPr>
        <p:spPr>
          <a:xfrm>
            <a:off x="0" y="1535430"/>
            <a:ext cx="12192000" cy="3455670"/>
          </a:xfrm>
          <a:prstGeom prst="rect">
            <a:avLst/>
          </a:prstGeom>
          <a:solidFill>
            <a:schemeClr val="accent6">
              <a:lumMod val="20000"/>
              <a:lumOff val="80000"/>
              <a:alpha val="92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sp>
        <p:nvSpPr>
          <p:cNvPr id="2" name="文本框 1" descr="e7d195523061f1c01d60fa9f1cfcbfb3d7dea265119d71e15FBB43640B43E9A75E03FE54C774D5D4779ED45933E78901D3CB0E69E39D04A9E1E9B25CF060C4BCA4D072860494D0D8E683C2FE58414E15C66AA69E7072AB1AAB1F13020415A9D4DFE44394C3931EDB22BBB2A8354FA2C19074D2B2203AA5BD2AEA68B4E39F5307AA9B2D67485206DA"/>
          <p:cNvSpPr txBox="1"/>
          <p:nvPr/>
        </p:nvSpPr>
        <p:spPr>
          <a:xfrm>
            <a:off x="2098278" y="1681967"/>
            <a:ext cx="7510780" cy="1106805"/>
          </a:xfrm>
          <a:prstGeom prst="rect">
            <a:avLst/>
          </a:prstGeom>
          <a:noFill/>
        </p:spPr>
        <p:txBody>
          <a:bodyPr wrap="square" rtlCol="0">
            <a:spAutoFit/>
          </a:bodyPr>
          <a:lstStyle/>
          <a:p>
            <a:pPr algn="ct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松</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柏  </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之 </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茂</a:t>
            </a:r>
          </a:p>
        </p:txBody>
      </p:sp>
      <p:sp>
        <p:nvSpPr>
          <p:cNvPr id="17" name="文本框 16"/>
          <p:cNvSpPr txBox="1"/>
          <p:nvPr>
            <p:custDataLst>
              <p:tags r:id="Rf4320273215b45ff"/>
            </p:custDataLst>
          </p:nvPr>
        </p:nvSpPr>
        <p:spPr>
          <a:xfrm>
            <a:off x="9091136" y="1964055"/>
            <a:ext cx="738664" cy="2874645"/>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tx1">
                    <a:lumMod val="50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a:t>
            </a:r>
            <a:endParaRPr kumimoji="1" lang="en-US" altLang="zh-CN" sz="1200" dirty="0">
              <a:solidFill>
                <a:schemeClr val="tx1">
                  <a:lumMod val="50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endParaRPr>
          </a:p>
        </p:txBody>
      </p:sp>
      <p:sp>
        <p:nvSpPr>
          <p:cNvPr id="18" name="文本框 17"/>
          <p:cNvSpPr txBox="1"/>
          <p:nvPr>
            <p:custDataLst>
              <p:tags r:id="R0b595d8c164b4b7a"/>
            </p:custDataLst>
          </p:nvPr>
        </p:nvSpPr>
        <p:spPr>
          <a:xfrm>
            <a:off x="7249636" y="1964055"/>
            <a:ext cx="738664" cy="2874645"/>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tx1">
                    <a:lumMod val="50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a:t>
            </a:r>
            <a:endParaRPr kumimoji="1" lang="en-US" altLang="zh-CN" sz="1200" dirty="0">
              <a:solidFill>
                <a:schemeClr val="tx1">
                  <a:lumMod val="50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endParaRPr>
          </a:p>
        </p:txBody>
      </p:sp>
      <p:sp>
        <p:nvSpPr>
          <p:cNvPr id="19" name="文本框 18"/>
          <p:cNvSpPr txBox="1"/>
          <p:nvPr>
            <p:custDataLst>
              <p:tags r:id="Rf9bb7feaa8ec4d2f"/>
            </p:custDataLst>
          </p:nvPr>
        </p:nvSpPr>
        <p:spPr>
          <a:xfrm>
            <a:off x="5484336" y="1964055"/>
            <a:ext cx="738664" cy="2874645"/>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tx1">
                    <a:lumMod val="50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a:t>
            </a:r>
            <a:endParaRPr kumimoji="1" lang="en-US" altLang="zh-CN" sz="1200" dirty="0">
              <a:solidFill>
                <a:schemeClr val="tx1">
                  <a:lumMod val="50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endParaRPr>
          </a:p>
        </p:txBody>
      </p:sp>
      <p:sp>
        <p:nvSpPr>
          <p:cNvPr id="20" name="文本框 19"/>
          <p:cNvSpPr txBox="1"/>
          <p:nvPr>
            <p:custDataLst>
              <p:tags r:id="R55bded4ee01d4b1e"/>
            </p:custDataLst>
          </p:nvPr>
        </p:nvSpPr>
        <p:spPr>
          <a:xfrm>
            <a:off x="3579336" y="1964055"/>
            <a:ext cx="738664" cy="2874645"/>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tx1">
                    <a:lumMod val="50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a:t>
            </a:r>
            <a:endParaRPr kumimoji="1" lang="en-US" altLang="zh-CN" sz="1200" dirty="0">
              <a:solidFill>
                <a:schemeClr val="tx1">
                  <a:lumMod val="50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endParaRPr>
          </a:p>
        </p:txBody>
      </p:sp>
      <p:pic>
        <p:nvPicPr>
          <p:cNvPr id="4" name="图片 3" descr="51miz-E1137901-164BCB74"/>
          <p:cNvPicPr>
            <a:picLocks noChangeAspect="1"/>
          </p:cNvPicPr>
          <p:nvPr/>
        </p:nvPicPr>
        <p:blipFill>
          <a:blip r:embed="R2fc966e8464b4fce" cstate="screen">
            <a:extLst>
              <a:ext uri="{28A0092B-C50C-407E-A947-70E740481C1C}">
                <a14:useLocalDpi xmlns:a14="http://schemas.microsoft.com/office/drawing/2010/main"/>
              </a:ext>
            </a:extLst>
          </a:blip>
          <a:srcRect/>
          <a:stretch>
            <a:fillRect/>
          </a:stretch>
        </p:blipFill>
        <p:spPr>
          <a:xfrm>
            <a:off x="-1123950" y="-298450"/>
            <a:ext cx="1516380" cy="6858000"/>
          </a:xfrm>
          <a:prstGeom prst="rect">
            <a:avLst/>
          </a:prstGeom>
        </p:spPr>
      </p:pic>
      <p:pic>
        <p:nvPicPr>
          <p:cNvPr id="5" name="图片 4" descr="51miz-E1137901-164BCB74"/>
          <p:cNvPicPr>
            <a:picLocks noChangeAspect="1"/>
          </p:cNvPicPr>
          <p:nvPr/>
        </p:nvPicPr>
        <p:blipFill>
          <a:blip r:embed="R2fc966e8464b4fce" cstate="screen">
            <a:extLst>
              <a:ext uri="{28A0092B-C50C-407E-A947-70E740481C1C}">
                <a14:useLocalDpi xmlns:a14="http://schemas.microsoft.com/office/drawing/2010/main"/>
              </a:ext>
            </a:extLst>
          </a:blip>
          <a:srcRect/>
          <a:stretch>
            <a:fillRect/>
          </a:stretch>
        </p:blipFill>
        <p:spPr>
          <a:xfrm flipH="1">
            <a:off x="11824970" y="-298450"/>
            <a:ext cx="1516380" cy="6858000"/>
          </a:xfrm>
          <a:prstGeom prst="rect">
            <a:avLst/>
          </a:prstGeom>
        </p:spPr>
      </p:pic>
      <p:pic>
        <p:nvPicPr>
          <p:cNvPr id="3" name="图片 2" descr="5-(6)"/>
          <p:cNvPicPr>
            <a:picLocks noChangeAspect="1"/>
          </p:cNvPicPr>
          <p:nvPr/>
        </p:nvPicPr>
        <p:blipFill>
          <a:blip r:embed="R2d919ffe78364e13" cstate="screen">
            <a:extLst>
              <a:ext uri="{28A0092B-C50C-407E-A947-70E740481C1C}">
                <a14:useLocalDpi xmlns:a14="http://schemas.microsoft.com/office/drawing/2010/main"/>
              </a:ext>
            </a:extLst>
          </a:blip>
          <a:stretch>
            <a:fillRect/>
          </a:stretch>
        </p:blipFill>
        <p:spPr>
          <a:xfrm>
            <a:off x="1700530" y="157480"/>
            <a:ext cx="1384935" cy="12172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1000" fill="hold" nodeType="afterEffect">
                                  <p:stCondLst>
                                    <p:cond delay="0"/>
                                  </p:stCondLst>
                                  <p:childTnLst>
                                    <p:set>
                                      <p:cBhvr>
                                        <p:cTn id="6" dur="1000"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dur="1000" fill="hold" nodeType="withEffect">
                                  <p:stCondLst>
                                    <p:cond delay="0"/>
                                  </p:stCondLst>
                                  <p:childTnLst>
                                    <p:set>
                                      <p:cBhvr>
                                        <p:cTn id="9" dur="1000"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dur="1000" fill="hold" grpId="0" nodeType="withEffect">
                                  <p:stCondLst>
                                    <p:cond delay="0"/>
                                  </p:stCondLst>
                                  <p:childTnLst>
                                    <p:set>
                                      <p:cBhvr>
                                        <p:cTn id="12" dur="1000"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childTnLst>
                          </p:cTn>
                        </p:par>
                        <p:par>
                          <p:cTn id="14" fill="hold" nodeType="afterGroup">
                            <p:stCondLst>
                              <p:cond delay="1000"/>
                            </p:stCondLst>
                            <p:childTnLst>
                              <p:par>
                                <p:cTn id="15" presetID="55" presetClass="entr" presetSubtype="0" dur="100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par>
                          <p:cTn id="20" fill="hold" nodeType="afterGroup">
                            <p:stCondLst>
                              <p:cond delay="2000"/>
                            </p:stCondLst>
                            <p:childTnLst>
                              <p:par>
                                <p:cTn id="21" presetID="22" presetClass="entr" presetSubtype="1" dur="1000" fill="hold" grpId="0" nodeType="afterEffect">
                                  <p:stCondLst>
                                    <p:cond delay="0"/>
                                  </p:stCondLst>
                                  <p:childTnLst>
                                    <p:set>
                                      <p:cBhvr>
                                        <p:cTn id="22" dur="1000" fill="hold">
                                          <p:stCondLst>
                                            <p:cond delay="0"/>
                                          </p:stCondLst>
                                        </p:cTn>
                                        <p:tgtEl>
                                          <p:spTgt spid="20"/>
                                        </p:tgtEl>
                                        <p:attrNameLst>
                                          <p:attrName>style.visibility</p:attrName>
                                        </p:attrNameLst>
                                      </p:cBhvr>
                                      <p:to>
                                        <p:strVal val="visible"/>
                                      </p:to>
                                    </p:set>
                                    <p:animEffect transition="in" filter="wipe(up)">
                                      <p:cBhvr>
                                        <p:cTn id="23" dur="1000"/>
                                        <p:tgtEl>
                                          <p:spTgt spid="20"/>
                                        </p:tgtEl>
                                      </p:cBhvr>
                                    </p:animEffect>
                                  </p:childTnLst>
                                </p:cTn>
                              </p:par>
                            </p:childTnLst>
                          </p:cTn>
                        </p:par>
                        <p:par>
                          <p:cTn id="24" fill="hold" nodeType="afterGroup">
                            <p:stCondLst>
                              <p:cond delay="3000"/>
                            </p:stCondLst>
                            <p:childTnLst>
                              <p:par>
                                <p:cTn id="25" presetID="22" presetClass="entr" presetSubtype="1" dur="1000" fill="hold" grpId="0" nodeType="afterEffect">
                                  <p:stCondLst>
                                    <p:cond delay="0"/>
                                  </p:stCondLst>
                                  <p:childTnLst>
                                    <p:set>
                                      <p:cBhvr>
                                        <p:cTn id="26" dur="1000" fill="hold">
                                          <p:stCondLst>
                                            <p:cond delay="0"/>
                                          </p:stCondLst>
                                        </p:cTn>
                                        <p:tgtEl>
                                          <p:spTgt spid="19"/>
                                        </p:tgtEl>
                                        <p:attrNameLst>
                                          <p:attrName>style.visibility</p:attrName>
                                        </p:attrNameLst>
                                      </p:cBhvr>
                                      <p:to>
                                        <p:strVal val="visible"/>
                                      </p:to>
                                    </p:set>
                                    <p:animEffect transition="in" filter="wipe(up)">
                                      <p:cBhvr>
                                        <p:cTn id="27" dur="1000"/>
                                        <p:tgtEl>
                                          <p:spTgt spid="19"/>
                                        </p:tgtEl>
                                      </p:cBhvr>
                                    </p:animEffect>
                                  </p:childTnLst>
                                </p:cTn>
                              </p:par>
                            </p:childTnLst>
                          </p:cTn>
                        </p:par>
                        <p:par>
                          <p:cTn id="28" fill="hold" nodeType="afterGroup">
                            <p:stCondLst>
                              <p:cond delay="4000"/>
                            </p:stCondLst>
                            <p:childTnLst>
                              <p:par>
                                <p:cTn id="29" presetID="22" presetClass="entr" presetSubtype="1" dur="1000" fill="hold" grpId="0" nodeType="afterEffect">
                                  <p:stCondLst>
                                    <p:cond delay="0"/>
                                  </p:stCondLst>
                                  <p:childTnLst>
                                    <p:set>
                                      <p:cBhvr>
                                        <p:cTn id="30" dur="1000" fill="hold">
                                          <p:stCondLst>
                                            <p:cond delay="0"/>
                                          </p:stCondLst>
                                        </p:cTn>
                                        <p:tgtEl>
                                          <p:spTgt spid="18"/>
                                        </p:tgtEl>
                                        <p:attrNameLst>
                                          <p:attrName>style.visibility</p:attrName>
                                        </p:attrNameLst>
                                      </p:cBhvr>
                                      <p:to>
                                        <p:strVal val="visible"/>
                                      </p:to>
                                    </p:set>
                                    <p:animEffect transition="in" filter="wipe(up)">
                                      <p:cBhvr>
                                        <p:cTn id="31" dur="1000"/>
                                        <p:tgtEl>
                                          <p:spTgt spid="18"/>
                                        </p:tgtEl>
                                      </p:cBhvr>
                                    </p:animEffect>
                                  </p:childTnLst>
                                </p:cTn>
                              </p:par>
                            </p:childTnLst>
                          </p:cTn>
                        </p:par>
                        <p:par>
                          <p:cTn id="32" fill="hold" nodeType="afterGroup">
                            <p:stCondLst>
                              <p:cond delay="5000"/>
                            </p:stCondLst>
                            <p:childTnLst>
                              <p:par>
                                <p:cTn id="33" presetID="22" presetClass="entr" presetSubtype="1" dur="1000" fill="hold" grpId="0" nodeType="afterEffect">
                                  <p:stCondLst>
                                    <p:cond delay="0"/>
                                  </p:stCondLst>
                                  <p:childTnLst>
                                    <p:set>
                                      <p:cBhvr>
                                        <p:cTn id="34" dur="1000" fill="hold">
                                          <p:stCondLst>
                                            <p:cond delay="0"/>
                                          </p:stCondLst>
                                        </p:cTn>
                                        <p:tgtEl>
                                          <p:spTgt spid="17"/>
                                        </p:tgtEl>
                                        <p:attrNameLst>
                                          <p:attrName>style.visibility</p:attrName>
                                        </p:attrNameLst>
                                      </p:cBhvr>
                                      <p:to>
                                        <p:strVal val="visible"/>
                                      </p:to>
                                    </p:set>
                                    <p:animEffect transition="in" filter="wipe(up)">
                                      <p:cBhvr>
                                        <p:cTn id="35"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17" grpId="0"/>
      <p:bldP spid="18"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3" name="图片 2" descr="new-P-1524215-79635798O"/>
          <p:cNvPicPr>
            <a:picLocks noChangeAspect="1"/>
          </p:cNvPicPr>
          <p:nvPr>
            <p:custDataLst>
              <p:tags r:id="R51892a303dee4ba1"/>
            </p:custDataLst>
          </p:nvPr>
        </p:nvPicPr>
        <p:blipFill>
          <a:blip r:embed="R2d63577f2cfa42fd">
            <a:alphaModFix amt="12000"/>
          </a:blip>
          <a:stretch>
            <a:fillRect/>
          </a:stretch>
        </p:blipFill>
        <p:spPr>
          <a:xfrm>
            <a:off x="0" y="0"/>
            <a:ext cx="12200890" cy="6858000"/>
          </a:xfrm>
          <a:prstGeom prst="rect">
            <a:avLst/>
          </a:prstGeom>
          <a:solidFill>
            <a:schemeClr val="accent6">
              <a:lumMod val="40000"/>
              <a:lumOff val="60000"/>
            </a:schemeClr>
          </a:solidFill>
        </p:spPr>
      </p:pic>
      <p:sp>
        <p:nvSpPr>
          <p:cNvPr id="22" name="矩形 21"/>
          <p:cNvSpPr/>
          <p:nvPr>
            <p:custDataLst>
              <p:tags r:id="R713c2e28dbfb4d0f"/>
            </p:custDataLst>
          </p:nvPr>
        </p:nvSpPr>
        <p:spPr>
          <a:xfrm>
            <a:off x="0" y="3887279"/>
            <a:ext cx="12192000" cy="141221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sp>
        <p:nvSpPr>
          <p:cNvPr id="2" name="矩形 1"/>
          <p:cNvSpPr/>
          <p:nvPr>
            <p:custDataLst>
              <p:tags r:id="R86f744211475485f"/>
            </p:custDataLst>
          </p:nvPr>
        </p:nvSpPr>
        <p:spPr>
          <a:xfrm>
            <a:off x="0" y="2023879"/>
            <a:ext cx="12192000" cy="141221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grpSp>
        <p:nvGrpSpPr>
          <p:cNvPr id="4" name="组合 3"/>
          <p:cNvGrpSpPr/>
          <p:nvPr>
            <p:custDataLst>
              <p:tags r:id="R65196895f33b40f7"/>
            </p:custDataLst>
          </p:nvPr>
        </p:nvGrpSpPr>
        <p:grpSpPr>
          <a:xfrm>
            <a:off x="1816100" y="2322256"/>
            <a:ext cx="812800" cy="807450"/>
            <a:chOff x="5025570" y="1940946"/>
            <a:chExt cx="2140858" cy="2159642"/>
          </a:xfrm>
        </p:grpSpPr>
        <p:sp>
          <p:nvSpPr>
            <p:cNvPr id="5" name="矩形 4"/>
            <p:cNvSpPr/>
            <p:nvPr>
              <p:custDataLst>
                <p:tags r:id="R80b26d1603724b9d"/>
              </p:custDataLst>
            </p:nvPr>
          </p:nvSpPr>
          <p:spPr>
            <a:xfrm>
              <a:off x="5025570" y="1940946"/>
              <a:ext cx="2140858" cy="2140858"/>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cxnSp>
          <p:nvCxnSpPr>
            <p:cNvPr id="6" name="直接连接符 5"/>
            <p:cNvCxnSpPr/>
            <p:nvPr>
              <p:custDataLst>
                <p:tags r:id="Rd13a0e75a1544193"/>
              </p:custDataLst>
            </p:nvPr>
          </p:nvCxnSpPr>
          <p:spPr>
            <a:xfrm>
              <a:off x="5025570" y="1940946"/>
              <a:ext cx="2140858" cy="2140858"/>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fc932cd765eb4e70"/>
              </p:custDataLst>
            </p:nvPr>
          </p:nvCxnSpPr>
          <p:spPr>
            <a:xfrm flipV="1">
              <a:off x="5025570" y="1959730"/>
              <a:ext cx="2140858" cy="2140858"/>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5" idx="1"/>
              <a:endCxn id="5" idx="3"/>
            </p:cNvCxnSpPr>
            <p:nvPr>
              <p:custDataLst>
                <p:tags r:id="R176b0e79908c4c30"/>
              </p:custDataLst>
            </p:nvPr>
          </p:nvCxnSpPr>
          <p:spPr>
            <a:xfrm>
              <a:off x="5025570" y="3011375"/>
              <a:ext cx="2140858"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5" idx="0"/>
              <a:endCxn id="5" idx="2"/>
            </p:cNvCxnSpPr>
            <p:nvPr>
              <p:custDataLst>
                <p:tags r:id="R17b9f28179df426c"/>
              </p:custDataLst>
            </p:nvPr>
          </p:nvCxnSpPr>
          <p:spPr>
            <a:xfrm flipH="1">
              <a:off x="6095999" y="1940946"/>
              <a:ext cx="0" cy="2140858"/>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0" name="矩形 9"/>
          <p:cNvSpPr/>
          <p:nvPr>
            <p:custDataLst>
              <p:tags r:id="R92e3bf9a92544f45"/>
            </p:custDataLst>
          </p:nvPr>
        </p:nvSpPr>
        <p:spPr>
          <a:xfrm>
            <a:off x="2753360" y="2593975"/>
            <a:ext cx="5285105" cy="548740"/>
          </a:xfrm>
          <a:prstGeom prst="rect">
            <a:avLst/>
          </a:prstGeom>
        </p:spPr>
        <p:txBody>
          <a:bodyPr wrap="square">
            <a:spAutoFit/>
          </a:bodyPr>
          <a:lstStyle/>
          <a:p>
            <a:pPr indent="0" algn="ctr" fontAlgn="auto">
              <a:lnSpc>
                <a:spcPct val="130000"/>
              </a:lnSpc>
            </a:pPr>
            <a:r>
              <a:rPr lang="zh-CN" altLang="en-US" sz="1200" dirty="0">
                <a:solidFill>
                  <a:schemeClr val="tx2">
                    <a:lumMod val="60000"/>
                    <a:lumOff val="40000"/>
                  </a:schemeClr>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11" name="文本框 10"/>
          <p:cNvSpPr txBox="1"/>
          <p:nvPr>
            <p:custDataLst>
              <p:tags r:id="R97c8bf83e8304b1f"/>
            </p:custDataLst>
          </p:nvPr>
        </p:nvSpPr>
        <p:spPr>
          <a:xfrm>
            <a:off x="2743200" y="2320843"/>
            <a:ext cx="1743639" cy="337185"/>
          </a:xfrm>
          <a:prstGeom prst="rect">
            <a:avLst/>
          </a:prstGeom>
          <a:noFill/>
        </p:spPr>
        <p:txBody>
          <a:bodyPr wrap="square" rtlCol="0">
            <a:spAutoFit/>
          </a:bodyPr>
          <a:lstStyle/>
          <a:p>
            <a:r>
              <a:rPr lang="zh-CN" altLang="en-US" sz="1600" b="1" dirty="0">
                <a:solidFill>
                  <a:prstClr val="black">
                    <a:lumMod val="75000"/>
                    <a:lumOff val="25000"/>
                  </a:prstClr>
                </a:solidFill>
                <a:latin typeface="思源宋体 CN Heavy" pitchFamily="18" charset="-122"/>
                <a:ea typeface="微软雅黑" panose="020B0503020204020204" pitchFamily="34" charset="-122"/>
                <a:sym typeface="Arial" panose="020B0604020202020204" pitchFamily="34" charset="0"/>
              </a:rPr>
              <a:t>此处输入标题</a:t>
            </a:r>
          </a:p>
        </p:txBody>
      </p:sp>
      <p:grpSp>
        <p:nvGrpSpPr>
          <p:cNvPr id="12" name="组合 11"/>
          <p:cNvGrpSpPr/>
          <p:nvPr>
            <p:custDataLst>
              <p:tags r:id="R6917485f678f4dd4"/>
            </p:custDataLst>
          </p:nvPr>
        </p:nvGrpSpPr>
        <p:grpSpPr>
          <a:xfrm>
            <a:off x="9715500" y="4200466"/>
            <a:ext cx="812800" cy="807450"/>
            <a:chOff x="5025570" y="1940946"/>
            <a:chExt cx="2140858" cy="2159642"/>
          </a:xfrm>
        </p:grpSpPr>
        <p:sp>
          <p:nvSpPr>
            <p:cNvPr id="13" name="矩形 12"/>
            <p:cNvSpPr/>
            <p:nvPr>
              <p:custDataLst>
                <p:tags r:id="R4a05e785ad29471d"/>
              </p:custDataLst>
            </p:nvPr>
          </p:nvSpPr>
          <p:spPr>
            <a:xfrm>
              <a:off x="5025570" y="1940946"/>
              <a:ext cx="2140858" cy="2140858"/>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cxnSp>
          <p:nvCxnSpPr>
            <p:cNvPr id="14" name="直接连接符 13"/>
            <p:cNvCxnSpPr/>
            <p:nvPr>
              <p:custDataLst>
                <p:tags r:id="R2126ac1f7ea041fb"/>
              </p:custDataLst>
            </p:nvPr>
          </p:nvCxnSpPr>
          <p:spPr>
            <a:xfrm>
              <a:off x="5025570" y="1940946"/>
              <a:ext cx="2140858" cy="2140858"/>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805c71fde8214f40"/>
              </p:custDataLst>
            </p:nvPr>
          </p:nvCxnSpPr>
          <p:spPr>
            <a:xfrm flipV="1">
              <a:off x="5025570" y="1959730"/>
              <a:ext cx="2140858" cy="2140858"/>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13" idx="1"/>
              <a:endCxn id="13" idx="3"/>
            </p:cNvCxnSpPr>
            <p:nvPr>
              <p:custDataLst>
                <p:tags r:id="R230d2b6a63b44f47"/>
              </p:custDataLst>
            </p:nvPr>
          </p:nvCxnSpPr>
          <p:spPr>
            <a:xfrm>
              <a:off x="5025570" y="3011375"/>
              <a:ext cx="2140858"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3" idx="0"/>
              <a:endCxn id="13" idx="2"/>
            </p:cNvCxnSpPr>
            <p:nvPr>
              <p:custDataLst>
                <p:tags r:id="Re49b132bad6e49b7"/>
              </p:custDataLst>
            </p:nvPr>
          </p:nvCxnSpPr>
          <p:spPr>
            <a:xfrm flipH="1">
              <a:off x="6095999" y="1940946"/>
              <a:ext cx="0" cy="2140858"/>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8" name="矩形 17"/>
          <p:cNvSpPr/>
          <p:nvPr>
            <p:custDataLst>
              <p:tags r:id="R8ecbf879f68f42c8"/>
            </p:custDataLst>
          </p:nvPr>
        </p:nvSpPr>
        <p:spPr>
          <a:xfrm>
            <a:off x="4442460" y="4497705"/>
            <a:ext cx="5285105" cy="548740"/>
          </a:xfrm>
          <a:prstGeom prst="rect">
            <a:avLst/>
          </a:prstGeom>
        </p:spPr>
        <p:txBody>
          <a:bodyPr wrap="square">
            <a:spAutoFit/>
          </a:bodyPr>
          <a:lstStyle/>
          <a:p>
            <a:pPr indent="0" algn="ctr" fontAlgn="auto">
              <a:lnSpc>
                <a:spcPct val="130000"/>
              </a:lnSpc>
            </a:pPr>
            <a:r>
              <a:rPr lang="zh-CN" altLang="en-US" sz="1200" dirty="0">
                <a:solidFill>
                  <a:schemeClr val="tx2">
                    <a:lumMod val="60000"/>
                    <a:lumOff val="40000"/>
                  </a:schemeClr>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19" name="文本框 18"/>
          <p:cNvSpPr txBox="1"/>
          <p:nvPr>
            <p:custDataLst>
              <p:tags r:id="R89bf4f8c8fb84f5b"/>
            </p:custDataLst>
          </p:nvPr>
        </p:nvSpPr>
        <p:spPr>
          <a:xfrm>
            <a:off x="7730561" y="4224278"/>
            <a:ext cx="1743639" cy="337185"/>
          </a:xfrm>
          <a:prstGeom prst="rect">
            <a:avLst/>
          </a:prstGeom>
          <a:noFill/>
        </p:spPr>
        <p:txBody>
          <a:bodyPr wrap="square" rtlCol="0">
            <a:spAutoFit/>
          </a:bodyPr>
          <a:lstStyle/>
          <a:p>
            <a:pPr algn="r"/>
            <a:r>
              <a:rPr lang="zh-CN" altLang="en-US" sz="1600" b="1" dirty="0">
                <a:solidFill>
                  <a:prstClr val="black">
                    <a:lumMod val="75000"/>
                    <a:lumOff val="25000"/>
                  </a:prstClr>
                </a:solidFill>
                <a:latin typeface="思源宋体 CN Heavy" pitchFamily="18" charset="-122"/>
                <a:ea typeface="微软雅黑" panose="020B0503020204020204" pitchFamily="34" charset="-122"/>
                <a:sym typeface="Arial" panose="020B0604020202020204" pitchFamily="34" charset="0"/>
              </a:rPr>
              <a:t>此处输入标题</a:t>
            </a:r>
          </a:p>
        </p:txBody>
      </p:sp>
      <p:sp>
        <p:nvSpPr>
          <p:cNvPr id="20" name="TextBox 2"/>
          <p:cNvSpPr txBox="1"/>
          <p:nvPr>
            <p:custDataLst>
              <p:tags r:id="R66603877426c4f9e"/>
            </p:custDataLst>
          </p:nvPr>
        </p:nvSpPr>
        <p:spPr>
          <a:xfrm>
            <a:off x="1976589" y="2026259"/>
            <a:ext cx="600164" cy="1111073"/>
          </a:xfrm>
          <a:prstGeom prst="rect">
            <a:avLst/>
          </a:prstGeom>
        </p:spPr>
        <p:txBody>
          <a:bodyPr vert="horz" wrap="square">
            <a:spAutoFit/>
          </a:bodyPr>
          <a:lstStyle>
            <a:defPPr>
              <a:defRPr lang="zh-CN"/>
            </a:defPPr>
            <a:lvl1pPr algn="ctr">
              <a:lnSpc>
                <a:spcPct val="150000"/>
              </a:lnSpc>
              <a:defRPr sz="1000">
                <a:latin typeface="微软雅黑" panose="020B0503020204020204" pitchFamily="34" charset="-122"/>
                <a:ea typeface="微软雅黑" panose="020B0503020204020204" pitchFamily="34" charset="-122"/>
              </a:defRPr>
            </a:lvl1pPr>
          </a:lstStyle>
          <a:p>
            <a:r>
              <a:rPr lang="zh-CN" altLang="en-US" sz="5000" spc="600" dirty="0">
                <a:solidFill>
                  <a:schemeClr val="accent6">
                    <a:lumMod val="50000"/>
                  </a:schemeClr>
                </a:solidFill>
                <a:latin typeface="思源宋体 CN Heavy" pitchFamily="18" charset="-122"/>
                <a:ea typeface="思源宋体 CN Heavy" pitchFamily="18" charset="-122"/>
                <a:sym typeface="Arial" panose="020B0604020202020204" pitchFamily="34" charset="0"/>
              </a:rPr>
              <a:t>壹</a:t>
            </a:r>
          </a:p>
        </p:txBody>
      </p:sp>
      <p:sp>
        <p:nvSpPr>
          <p:cNvPr id="21" name="TextBox 2"/>
          <p:cNvSpPr txBox="1"/>
          <p:nvPr>
            <p:custDataLst>
              <p:tags r:id="R09a4d48408f24ddd"/>
            </p:custDataLst>
          </p:nvPr>
        </p:nvSpPr>
        <p:spPr>
          <a:xfrm>
            <a:off x="9834518" y="3904469"/>
            <a:ext cx="600164" cy="1111073"/>
          </a:xfrm>
          <a:prstGeom prst="rect">
            <a:avLst/>
          </a:prstGeom>
        </p:spPr>
        <p:txBody>
          <a:bodyPr vert="horz" wrap="square">
            <a:spAutoFit/>
          </a:bodyPr>
          <a:lstStyle>
            <a:defPPr>
              <a:defRPr lang="zh-CN"/>
            </a:defPPr>
            <a:lvl1pPr algn="ctr">
              <a:lnSpc>
                <a:spcPct val="150000"/>
              </a:lnSpc>
              <a:defRPr sz="1000">
                <a:latin typeface="微软雅黑" panose="020B0503020204020204" pitchFamily="34" charset="-122"/>
                <a:ea typeface="微软雅黑" panose="020B0503020204020204" pitchFamily="34" charset="-122"/>
              </a:defRPr>
            </a:lvl1pPr>
          </a:lstStyle>
          <a:p>
            <a:r>
              <a:rPr lang="zh-CN" altLang="en-US" sz="5000" spc="600" dirty="0">
                <a:solidFill>
                  <a:schemeClr val="accent6">
                    <a:lumMod val="50000"/>
                  </a:schemeClr>
                </a:solidFill>
                <a:latin typeface="思源宋体 CN Heavy" pitchFamily="18" charset="-122"/>
                <a:ea typeface="思源宋体 CN Heavy" pitchFamily="18" charset="-122"/>
                <a:sym typeface="Arial" panose="020B0604020202020204" pitchFamily="34" charset="0"/>
              </a:rPr>
              <a:t>贰</a:t>
            </a:r>
          </a:p>
        </p:txBody>
      </p:sp>
      <p:pic>
        <p:nvPicPr>
          <p:cNvPr id="23" name="图片 22" descr="C:/兼职/觅知网/2月/国风实拍松柏/松柏/51miz-P1186562-2YAT7RNW-3840x2670.jpg51miz-P1186562-2YAT7RNW-3840x2670"/>
          <p:cNvPicPr>
            <a:picLocks noChangeAspect="1"/>
          </p:cNvPicPr>
          <p:nvPr>
            <p:custDataLst>
              <p:tags r:id="R05690677d5a44cfd"/>
            </p:custDataLst>
          </p:nvPr>
        </p:nvPicPr>
        <p:blipFill>
          <a:blip r:embed="Ref0414d958c14423" cstate="screen">
            <a:extLst>
              <a:ext uri="{28A0092B-C50C-407E-A947-70E740481C1C}">
                <a14:useLocalDpi xmlns:a14="http://schemas.microsoft.com/office/drawing/2010/main"/>
              </a:ext>
            </a:extLst>
          </a:blip>
          <a:srcRect/>
          <a:stretch>
            <a:fillRect/>
          </a:stretch>
        </p:blipFill>
        <p:spPr>
          <a:xfrm>
            <a:off x="8209461" y="2023879"/>
            <a:ext cx="3982539" cy="1412213"/>
          </a:xfrm>
          <a:prstGeom prst="rect">
            <a:avLst/>
          </a:prstGeom>
        </p:spPr>
      </p:pic>
      <p:pic>
        <p:nvPicPr>
          <p:cNvPr id="24" name="图片 23" descr="C:/兼职/觅知网/2月/国风实拍松柏/松柏/P-1688291-F6C04FBA.jpgP-1688291-F6C04FBA"/>
          <p:cNvPicPr>
            <a:picLocks noChangeAspect="1"/>
          </p:cNvPicPr>
          <p:nvPr>
            <p:custDataLst>
              <p:tags r:id="Rd2e8a5b38c3b42d6"/>
            </p:custDataLst>
          </p:nvPr>
        </p:nvPicPr>
        <p:blipFill>
          <a:blip r:embed="R5cac86e886ec4b00" cstate="screen">
            <a:extLst>
              <a:ext uri="{28A0092B-C50C-407E-A947-70E740481C1C}">
                <a14:useLocalDpi xmlns:a14="http://schemas.microsoft.com/office/drawing/2010/main"/>
              </a:ext>
            </a:extLst>
          </a:blip>
          <a:srcRect/>
          <a:stretch>
            <a:fillRect/>
          </a:stretch>
        </p:blipFill>
        <p:spPr>
          <a:xfrm>
            <a:off x="1" y="3887278"/>
            <a:ext cx="3982539" cy="1412213"/>
          </a:xfrm>
          <a:prstGeom prst="rect">
            <a:avLst/>
          </a:prstGeom>
        </p:spPr>
      </p:pic>
      <p:sp>
        <p:nvSpPr>
          <p:cNvPr id="26" name="文本框 25" descr="e7d195523061f1c01d60fa9f1cfcbfb3d7dea265119d71e15FBB43640B43E9A75E03FE54C774D5D4779ED45933E78901D3CB0E69E39D04A9E1E9B25CF060C4BCA4D072860494D0D8E683C2FE58414E15C66AA69E7072AB1AAB1F13020415A9D4DFE44394C3931EDB22BBB2A8354FA2C19074D2B2203AA5BD2AEA68B4E39F5307AA9B2D67485206DA"/>
          <p:cNvSpPr txBox="1"/>
          <p:nvPr/>
        </p:nvSpPr>
        <p:spPr>
          <a:xfrm>
            <a:off x="140970" y="284480"/>
            <a:ext cx="4654314" cy="1600438"/>
          </a:xfrm>
          <a:prstGeom prst="rect">
            <a:avLst/>
          </a:prstGeom>
          <a:noFill/>
        </p:spPr>
        <p:txBody>
          <a:bodyPr wrap="square" rtlCol="0">
            <a:spAutoFit/>
          </a:bodyPr>
          <a:lstStyle/>
          <a:p>
            <a:pPr algn="l"/>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松</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柏</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之</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茂</a:t>
            </a:r>
            <a:r>
              <a:rPr kumimoji="1" lang="en-US" altLang="zh-CN" sz="32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SONGBAIZHIGUANG</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2" dur="1000" fill="hold" nodeType="afterEffect">
                                  <p:stCondLst>
                                    <p:cond delay="0"/>
                                  </p:stCondLst>
                                  <p:childTnLst>
                                    <p:set>
                                      <p:cBhvr>
                                        <p:cTn id="6" dur="1000" fill="hold">
                                          <p:stCondLst>
                                            <p:cond delay="0"/>
                                          </p:stCondLst>
                                        </p:cTn>
                                        <p:tgtEl>
                                          <p:spTgt spid="23"/>
                                        </p:tgtEl>
                                        <p:attrNameLst>
                                          <p:attrName>style.visibility</p:attrName>
                                        </p:attrNameLst>
                                      </p:cBhvr>
                                      <p:to>
                                        <p:strVal val="visible"/>
                                      </p:to>
                                    </p:set>
                                    <p:anim calcmode="lin" valueType="num">
                                      <p:cBhvr additive="base">
                                        <p:cTn id="7" dur="1000"/>
                                        <p:tgtEl>
                                          <p:spTgt spid="23"/>
                                        </p:tgtEl>
                                        <p:attrNameLst>
                                          <p:attrName>ppt_x</p:attrName>
                                        </p:attrNameLst>
                                      </p:cBhvr>
                                      <p:tavLst>
                                        <p:tav tm="0">
                                          <p:val>
                                            <p:strVal val="#ppt_x+#ppt_w*1.125000"/>
                                          </p:val>
                                        </p:tav>
                                        <p:tav tm="100000">
                                          <p:val>
                                            <p:strVal val="#ppt_x"/>
                                          </p:val>
                                        </p:tav>
                                      </p:tavLst>
                                    </p:anim>
                                    <p:animEffect transition="in" filter="wipe(left)">
                                      <p:cBhvr>
                                        <p:cTn id="8" dur="1000"/>
                                        <p:tgtEl>
                                          <p:spTgt spid="23"/>
                                        </p:tgtEl>
                                      </p:cBhvr>
                                    </p:animEffect>
                                  </p:childTnLst>
                                </p:cTn>
                              </p:par>
                              <p:par>
                                <p:cTn id="9" presetID="12" presetClass="entr" presetSubtype="2" dur="1000" fill="hold" grpId="0" nodeType="withEffect">
                                  <p:stCondLst>
                                    <p:cond delay="0"/>
                                  </p:stCondLst>
                                  <p:childTnLst>
                                    <p:set>
                                      <p:cBhvr>
                                        <p:cTn id="10" dur="1000" fill="hold">
                                          <p:stCondLst>
                                            <p:cond delay="0"/>
                                          </p:stCondLst>
                                        </p:cTn>
                                        <p:tgtEl>
                                          <p:spTgt spid="2"/>
                                        </p:tgtEl>
                                        <p:attrNameLst>
                                          <p:attrName>style.visibility</p:attrName>
                                        </p:attrNameLst>
                                      </p:cBhvr>
                                      <p:to>
                                        <p:strVal val="visible"/>
                                      </p:to>
                                    </p:set>
                                    <p:anim calcmode="lin" valueType="num">
                                      <p:cBhvr additive="base">
                                        <p:cTn id="11" dur="1000"/>
                                        <p:tgtEl>
                                          <p:spTgt spid="2"/>
                                        </p:tgtEl>
                                        <p:attrNameLst>
                                          <p:attrName>ppt_x</p:attrName>
                                        </p:attrNameLst>
                                      </p:cBhvr>
                                      <p:tavLst>
                                        <p:tav tm="0">
                                          <p:val>
                                            <p:strVal val="#ppt_x+#ppt_w*1.125000"/>
                                          </p:val>
                                        </p:tav>
                                        <p:tav tm="100000">
                                          <p:val>
                                            <p:strVal val="#ppt_x"/>
                                          </p:val>
                                        </p:tav>
                                      </p:tavLst>
                                    </p:anim>
                                    <p:animEffect transition="in" filter="wipe(left)">
                                      <p:cBhvr>
                                        <p:cTn id="12" dur="1000"/>
                                        <p:tgtEl>
                                          <p:spTgt spid="2"/>
                                        </p:tgtEl>
                                      </p:cBhvr>
                                    </p:animEffect>
                                  </p:childTnLst>
                                </p:cTn>
                              </p:par>
                              <p:par>
                                <p:cTn id="13" presetID="12" presetClass="entr" presetSubtype="8" dur="1000" fill="hold" grpId="0" nodeType="withEffect">
                                  <p:stCondLst>
                                    <p:cond delay="0"/>
                                  </p:stCondLst>
                                  <p:childTnLst>
                                    <p:set>
                                      <p:cBhvr>
                                        <p:cTn id="14" dur="1000" fill="hold">
                                          <p:stCondLst>
                                            <p:cond delay="0"/>
                                          </p:stCondLst>
                                        </p:cTn>
                                        <p:tgtEl>
                                          <p:spTgt spid="22"/>
                                        </p:tgtEl>
                                        <p:attrNameLst>
                                          <p:attrName>style.visibility</p:attrName>
                                        </p:attrNameLst>
                                      </p:cBhvr>
                                      <p:to>
                                        <p:strVal val="visible"/>
                                      </p:to>
                                    </p:set>
                                    <p:anim calcmode="lin" valueType="num">
                                      <p:cBhvr additive="base">
                                        <p:cTn id="15" dur="1000"/>
                                        <p:tgtEl>
                                          <p:spTgt spid="22"/>
                                        </p:tgtEl>
                                        <p:attrNameLst>
                                          <p:attrName>ppt_x</p:attrName>
                                        </p:attrNameLst>
                                      </p:cBhvr>
                                      <p:tavLst>
                                        <p:tav tm="0">
                                          <p:val>
                                            <p:strVal val="#ppt_x-#ppt_w*1.125000"/>
                                          </p:val>
                                        </p:tav>
                                        <p:tav tm="100000">
                                          <p:val>
                                            <p:strVal val="#ppt_x"/>
                                          </p:val>
                                        </p:tav>
                                      </p:tavLst>
                                    </p:anim>
                                    <p:animEffect transition="in" filter="wipe(right)">
                                      <p:cBhvr>
                                        <p:cTn id="16" dur="1000"/>
                                        <p:tgtEl>
                                          <p:spTgt spid="22"/>
                                        </p:tgtEl>
                                      </p:cBhvr>
                                    </p:animEffect>
                                  </p:childTnLst>
                                </p:cTn>
                              </p:par>
                              <p:par>
                                <p:cTn id="17" presetID="12" presetClass="entr" presetSubtype="8" dur="1000" fill="hold" nodeType="withEffect">
                                  <p:stCondLst>
                                    <p:cond delay="0"/>
                                  </p:stCondLst>
                                  <p:childTnLst>
                                    <p:set>
                                      <p:cBhvr>
                                        <p:cTn id="18" dur="1000" fill="hold">
                                          <p:stCondLst>
                                            <p:cond delay="0"/>
                                          </p:stCondLst>
                                        </p:cTn>
                                        <p:tgtEl>
                                          <p:spTgt spid="24"/>
                                        </p:tgtEl>
                                        <p:attrNameLst>
                                          <p:attrName>style.visibility</p:attrName>
                                        </p:attrNameLst>
                                      </p:cBhvr>
                                      <p:to>
                                        <p:strVal val="visible"/>
                                      </p:to>
                                    </p:set>
                                    <p:anim calcmode="lin" valueType="num">
                                      <p:cBhvr additive="base">
                                        <p:cTn id="19" dur="1000"/>
                                        <p:tgtEl>
                                          <p:spTgt spid="24"/>
                                        </p:tgtEl>
                                        <p:attrNameLst>
                                          <p:attrName>ppt_x</p:attrName>
                                        </p:attrNameLst>
                                      </p:cBhvr>
                                      <p:tavLst>
                                        <p:tav tm="0">
                                          <p:val>
                                            <p:strVal val="#ppt_x-#ppt_w*1.125000"/>
                                          </p:val>
                                        </p:tav>
                                        <p:tav tm="100000">
                                          <p:val>
                                            <p:strVal val="#ppt_x"/>
                                          </p:val>
                                        </p:tav>
                                      </p:tavLst>
                                    </p:anim>
                                    <p:animEffect transition="in" filter="wipe(right)">
                                      <p:cBhvr>
                                        <p:cTn id="20" dur="1000"/>
                                        <p:tgtEl>
                                          <p:spTgt spid="24"/>
                                        </p:tgtEl>
                                      </p:cBhvr>
                                    </p:animEffect>
                                  </p:childTnLst>
                                </p:cTn>
                              </p:par>
                            </p:childTnLst>
                          </p:cTn>
                        </p:par>
                        <p:par>
                          <p:cTn id="21" fill="hold" nodeType="afterGroup">
                            <p:stCondLst>
                              <p:cond delay="1000"/>
                            </p:stCondLst>
                            <p:childTnLst>
                              <p:par>
                                <p:cTn id="22" presetID="22" presetClass="entr" presetSubtype="4" dur="1000" fill="hold" grpId="0" nodeType="afterEffect">
                                  <p:stCondLst>
                                    <p:cond delay="0"/>
                                  </p:stCondLst>
                                  <p:childTnLst>
                                    <p:set>
                                      <p:cBhvr>
                                        <p:cTn id="23" dur="1000" fill="hold">
                                          <p:stCondLst>
                                            <p:cond delay="0"/>
                                          </p:stCondLst>
                                        </p:cTn>
                                        <p:tgtEl>
                                          <p:spTgt spid="26"/>
                                        </p:tgtEl>
                                        <p:attrNameLst>
                                          <p:attrName>style.visibility</p:attrName>
                                        </p:attrNameLst>
                                      </p:cBhvr>
                                      <p:to>
                                        <p:strVal val="visible"/>
                                      </p:to>
                                    </p:set>
                                    <p:animEffect transition="in" filter="wipe(down)">
                                      <p:cBhvr>
                                        <p:cTn id="24" dur="1000"/>
                                        <p:tgtEl>
                                          <p:spTgt spid="26"/>
                                        </p:tgtEl>
                                      </p:cBhvr>
                                    </p:animEffect>
                                  </p:childTnLst>
                                </p:cTn>
                              </p:par>
                            </p:childTnLst>
                          </p:cTn>
                        </p:par>
                        <p:par>
                          <p:cTn id="25" fill="hold" nodeType="afterGroup">
                            <p:stCondLst>
                              <p:cond delay="2000"/>
                            </p:stCondLst>
                            <p:childTnLst>
                              <p:par>
                                <p:cTn id="26" presetID="12" presetClass="entr" presetSubtype="8" dur="1000" fill="hold" nodeType="afterEffect">
                                  <p:stCondLst>
                                    <p:cond delay="0"/>
                                  </p:stCondLst>
                                  <p:childTnLst>
                                    <p:set>
                                      <p:cBhvr>
                                        <p:cTn id="27" dur="1000" fill="hold">
                                          <p:stCondLst>
                                            <p:cond delay="0"/>
                                          </p:stCondLst>
                                        </p:cTn>
                                        <p:tgtEl>
                                          <p:spTgt spid="4"/>
                                        </p:tgtEl>
                                        <p:attrNameLst>
                                          <p:attrName>style.visibility</p:attrName>
                                        </p:attrNameLst>
                                      </p:cBhvr>
                                      <p:to>
                                        <p:strVal val="visible"/>
                                      </p:to>
                                    </p:set>
                                    <p:anim calcmode="lin" valueType="num">
                                      <p:cBhvr additive="base">
                                        <p:cTn id="28" dur="1000"/>
                                        <p:tgtEl>
                                          <p:spTgt spid="4"/>
                                        </p:tgtEl>
                                        <p:attrNameLst>
                                          <p:attrName>ppt_x</p:attrName>
                                        </p:attrNameLst>
                                      </p:cBhvr>
                                      <p:tavLst>
                                        <p:tav tm="0">
                                          <p:val>
                                            <p:strVal val="#ppt_x-#ppt_w*1.125000"/>
                                          </p:val>
                                        </p:tav>
                                        <p:tav tm="100000">
                                          <p:val>
                                            <p:strVal val="#ppt_x"/>
                                          </p:val>
                                        </p:tav>
                                      </p:tavLst>
                                    </p:anim>
                                    <p:animEffect transition="in" filter="wipe(right)">
                                      <p:cBhvr>
                                        <p:cTn id="29" dur="1000"/>
                                        <p:tgtEl>
                                          <p:spTgt spid="4"/>
                                        </p:tgtEl>
                                      </p:cBhvr>
                                    </p:animEffect>
                                  </p:childTnLst>
                                </p:cTn>
                              </p:par>
                              <p:par>
                                <p:cTn id="30" presetID="12" presetClass="entr" presetSubtype="8" dur="1000" fill="hold" grpId="0" nodeType="withEffect">
                                  <p:stCondLst>
                                    <p:cond delay="0"/>
                                  </p:stCondLst>
                                  <p:childTnLst>
                                    <p:set>
                                      <p:cBhvr>
                                        <p:cTn id="31" dur="1000" fill="hold">
                                          <p:stCondLst>
                                            <p:cond delay="0"/>
                                          </p:stCondLst>
                                        </p:cTn>
                                        <p:tgtEl>
                                          <p:spTgt spid="10"/>
                                        </p:tgtEl>
                                        <p:attrNameLst>
                                          <p:attrName>style.visibility</p:attrName>
                                        </p:attrNameLst>
                                      </p:cBhvr>
                                      <p:to>
                                        <p:strVal val="visible"/>
                                      </p:to>
                                    </p:set>
                                    <p:anim calcmode="lin" valueType="num">
                                      <p:cBhvr additive="base">
                                        <p:cTn id="32" dur="1000"/>
                                        <p:tgtEl>
                                          <p:spTgt spid="10"/>
                                        </p:tgtEl>
                                        <p:attrNameLst>
                                          <p:attrName>ppt_x</p:attrName>
                                        </p:attrNameLst>
                                      </p:cBhvr>
                                      <p:tavLst>
                                        <p:tav tm="0">
                                          <p:val>
                                            <p:strVal val="#ppt_x-#ppt_w*1.125000"/>
                                          </p:val>
                                        </p:tav>
                                        <p:tav tm="100000">
                                          <p:val>
                                            <p:strVal val="#ppt_x"/>
                                          </p:val>
                                        </p:tav>
                                      </p:tavLst>
                                    </p:anim>
                                    <p:animEffect transition="in" filter="wipe(right)">
                                      <p:cBhvr>
                                        <p:cTn id="33" dur="1000"/>
                                        <p:tgtEl>
                                          <p:spTgt spid="10"/>
                                        </p:tgtEl>
                                      </p:cBhvr>
                                    </p:animEffect>
                                  </p:childTnLst>
                                </p:cTn>
                              </p:par>
                              <p:par>
                                <p:cTn id="34" presetID="12" presetClass="entr" presetSubtype="8" dur="1000" fill="hold" grpId="0" nodeType="withEffect">
                                  <p:stCondLst>
                                    <p:cond delay="0"/>
                                  </p:stCondLst>
                                  <p:childTnLst>
                                    <p:set>
                                      <p:cBhvr>
                                        <p:cTn id="35" dur="1000" fill="hold">
                                          <p:stCondLst>
                                            <p:cond delay="0"/>
                                          </p:stCondLst>
                                        </p:cTn>
                                        <p:tgtEl>
                                          <p:spTgt spid="11"/>
                                        </p:tgtEl>
                                        <p:attrNameLst>
                                          <p:attrName>style.visibility</p:attrName>
                                        </p:attrNameLst>
                                      </p:cBhvr>
                                      <p:to>
                                        <p:strVal val="visible"/>
                                      </p:to>
                                    </p:set>
                                    <p:anim calcmode="lin" valueType="num">
                                      <p:cBhvr additive="base">
                                        <p:cTn id="36" dur="1000"/>
                                        <p:tgtEl>
                                          <p:spTgt spid="11"/>
                                        </p:tgtEl>
                                        <p:attrNameLst>
                                          <p:attrName>ppt_x</p:attrName>
                                        </p:attrNameLst>
                                      </p:cBhvr>
                                      <p:tavLst>
                                        <p:tav tm="0">
                                          <p:val>
                                            <p:strVal val="#ppt_x-#ppt_w*1.125000"/>
                                          </p:val>
                                        </p:tav>
                                        <p:tav tm="100000">
                                          <p:val>
                                            <p:strVal val="#ppt_x"/>
                                          </p:val>
                                        </p:tav>
                                      </p:tavLst>
                                    </p:anim>
                                    <p:animEffect transition="in" filter="wipe(right)">
                                      <p:cBhvr>
                                        <p:cTn id="37" dur="1000"/>
                                        <p:tgtEl>
                                          <p:spTgt spid="11"/>
                                        </p:tgtEl>
                                      </p:cBhvr>
                                    </p:animEffect>
                                  </p:childTnLst>
                                </p:cTn>
                              </p:par>
                              <p:par>
                                <p:cTn id="38" presetID="12" presetClass="entr" presetSubtype="8" dur="1000" fill="hold" grpId="0" nodeType="withEffect">
                                  <p:stCondLst>
                                    <p:cond delay="0"/>
                                  </p:stCondLst>
                                  <p:childTnLst>
                                    <p:set>
                                      <p:cBhvr>
                                        <p:cTn id="39" dur="1000" fill="hold">
                                          <p:stCondLst>
                                            <p:cond delay="0"/>
                                          </p:stCondLst>
                                        </p:cTn>
                                        <p:tgtEl>
                                          <p:spTgt spid="20"/>
                                        </p:tgtEl>
                                        <p:attrNameLst>
                                          <p:attrName>style.visibility</p:attrName>
                                        </p:attrNameLst>
                                      </p:cBhvr>
                                      <p:to>
                                        <p:strVal val="visible"/>
                                      </p:to>
                                    </p:set>
                                    <p:anim calcmode="lin" valueType="num">
                                      <p:cBhvr additive="base">
                                        <p:cTn id="40" dur="1000"/>
                                        <p:tgtEl>
                                          <p:spTgt spid="20"/>
                                        </p:tgtEl>
                                        <p:attrNameLst>
                                          <p:attrName>ppt_x</p:attrName>
                                        </p:attrNameLst>
                                      </p:cBhvr>
                                      <p:tavLst>
                                        <p:tav tm="0">
                                          <p:val>
                                            <p:strVal val="#ppt_x-#ppt_w*1.125000"/>
                                          </p:val>
                                        </p:tav>
                                        <p:tav tm="100000">
                                          <p:val>
                                            <p:strVal val="#ppt_x"/>
                                          </p:val>
                                        </p:tav>
                                      </p:tavLst>
                                    </p:anim>
                                    <p:animEffect transition="in" filter="wipe(right)">
                                      <p:cBhvr>
                                        <p:cTn id="41" dur="1000"/>
                                        <p:tgtEl>
                                          <p:spTgt spid="20"/>
                                        </p:tgtEl>
                                      </p:cBhvr>
                                    </p:animEffect>
                                  </p:childTnLst>
                                </p:cTn>
                              </p:par>
                            </p:childTnLst>
                          </p:cTn>
                        </p:par>
                        <p:par>
                          <p:cTn id="42" fill="hold" nodeType="afterGroup">
                            <p:stCondLst>
                              <p:cond delay="3000"/>
                            </p:stCondLst>
                            <p:childTnLst>
                              <p:par>
                                <p:cTn id="43" presetID="12" presetClass="entr" presetSubtype="2" dur="1000" fill="hold" nodeType="afterEffect">
                                  <p:stCondLst>
                                    <p:cond delay="0"/>
                                  </p:stCondLst>
                                  <p:childTnLst>
                                    <p:set>
                                      <p:cBhvr>
                                        <p:cTn id="44" dur="1000" fill="hold">
                                          <p:stCondLst>
                                            <p:cond delay="0"/>
                                          </p:stCondLst>
                                        </p:cTn>
                                        <p:tgtEl>
                                          <p:spTgt spid="12"/>
                                        </p:tgtEl>
                                        <p:attrNameLst>
                                          <p:attrName>style.visibility</p:attrName>
                                        </p:attrNameLst>
                                      </p:cBhvr>
                                      <p:to>
                                        <p:strVal val="visible"/>
                                      </p:to>
                                    </p:set>
                                    <p:anim calcmode="lin" valueType="num">
                                      <p:cBhvr additive="base">
                                        <p:cTn id="45" dur="1000"/>
                                        <p:tgtEl>
                                          <p:spTgt spid="12"/>
                                        </p:tgtEl>
                                        <p:attrNameLst>
                                          <p:attrName>ppt_x</p:attrName>
                                        </p:attrNameLst>
                                      </p:cBhvr>
                                      <p:tavLst>
                                        <p:tav tm="0">
                                          <p:val>
                                            <p:strVal val="#ppt_x+#ppt_w*1.125000"/>
                                          </p:val>
                                        </p:tav>
                                        <p:tav tm="100000">
                                          <p:val>
                                            <p:strVal val="#ppt_x"/>
                                          </p:val>
                                        </p:tav>
                                      </p:tavLst>
                                    </p:anim>
                                    <p:animEffect transition="in" filter="wipe(left)">
                                      <p:cBhvr>
                                        <p:cTn id="46" dur="1000"/>
                                        <p:tgtEl>
                                          <p:spTgt spid="12"/>
                                        </p:tgtEl>
                                      </p:cBhvr>
                                    </p:animEffect>
                                  </p:childTnLst>
                                </p:cTn>
                              </p:par>
                              <p:par>
                                <p:cTn id="47" presetID="12" presetClass="entr" presetSubtype="2" dur="1000" fill="hold" grpId="0" nodeType="withEffect">
                                  <p:stCondLst>
                                    <p:cond delay="0"/>
                                  </p:stCondLst>
                                  <p:childTnLst>
                                    <p:set>
                                      <p:cBhvr>
                                        <p:cTn id="48" dur="1000" fill="hold">
                                          <p:stCondLst>
                                            <p:cond delay="0"/>
                                          </p:stCondLst>
                                        </p:cTn>
                                        <p:tgtEl>
                                          <p:spTgt spid="18"/>
                                        </p:tgtEl>
                                        <p:attrNameLst>
                                          <p:attrName>style.visibility</p:attrName>
                                        </p:attrNameLst>
                                      </p:cBhvr>
                                      <p:to>
                                        <p:strVal val="visible"/>
                                      </p:to>
                                    </p:set>
                                    <p:anim calcmode="lin" valueType="num">
                                      <p:cBhvr additive="base">
                                        <p:cTn id="49" dur="1000"/>
                                        <p:tgtEl>
                                          <p:spTgt spid="18"/>
                                        </p:tgtEl>
                                        <p:attrNameLst>
                                          <p:attrName>ppt_x</p:attrName>
                                        </p:attrNameLst>
                                      </p:cBhvr>
                                      <p:tavLst>
                                        <p:tav tm="0">
                                          <p:val>
                                            <p:strVal val="#ppt_x+#ppt_w*1.125000"/>
                                          </p:val>
                                        </p:tav>
                                        <p:tav tm="100000">
                                          <p:val>
                                            <p:strVal val="#ppt_x"/>
                                          </p:val>
                                        </p:tav>
                                      </p:tavLst>
                                    </p:anim>
                                    <p:animEffect transition="in" filter="wipe(left)">
                                      <p:cBhvr>
                                        <p:cTn id="50" dur="1000"/>
                                        <p:tgtEl>
                                          <p:spTgt spid="18"/>
                                        </p:tgtEl>
                                      </p:cBhvr>
                                    </p:animEffect>
                                  </p:childTnLst>
                                </p:cTn>
                              </p:par>
                              <p:par>
                                <p:cTn id="51" presetID="12" presetClass="entr" presetSubtype="2" dur="1000" fill="hold" grpId="0" nodeType="withEffect">
                                  <p:stCondLst>
                                    <p:cond delay="0"/>
                                  </p:stCondLst>
                                  <p:childTnLst>
                                    <p:set>
                                      <p:cBhvr>
                                        <p:cTn id="52" dur="1000" fill="hold">
                                          <p:stCondLst>
                                            <p:cond delay="0"/>
                                          </p:stCondLst>
                                        </p:cTn>
                                        <p:tgtEl>
                                          <p:spTgt spid="19"/>
                                        </p:tgtEl>
                                        <p:attrNameLst>
                                          <p:attrName>style.visibility</p:attrName>
                                        </p:attrNameLst>
                                      </p:cBhvr>
                                      <p:to>
                                        <p:strVal val="visible"/>
                                      </p:to>
                                    </p:set>
                                    <p:anim calcmode="lin" valueType="num">
                                      <p:cBhvr additive="base">
                                        <p:cTn id="53" dur="1000"/>
                                        <p:tgtEl>
                                          <p:spTgt spid="19"/>
                                        </p:tgtEl>
                                        <p:attrNameLst>
                                          <p:attrName>ppt_x</p:attrName>
                                        </p:attrNameLst>
                                      </p:cBhvr>
                                      <p:tavLst>
                                        <p:tav tm="0">
                                          <p:val>
                                            <p:strVal val="#ppt_x+#ppt_w*1.125000"/>
                                          </p:val>
                                        </p:tav>
                                        <p:tav tm="100000">
                                          <p:val>
                                            <p:strVal val="#ppt_x"/>
                                          </p:val>
                                        </p:tav>
                                      </p:tavLst>
                                    </p:anim>
                                    <p:animEffect transition="in" filter="wipe(left)">
                                      <p:cBhvr>
                                        <p:cTn id="54" dur="1000"/>
                                        <p:tgtEl>
                                          <p:spTgt spid="19"/>
                                        </p:tgtEl>
                                      </p:cBhvr>
                                    </p:animEffect>
                                  </p:childTnLst>
                                </p:cTn>
                              </p:par>
                              <p:par>
                                <p:cTn id="55" presetID="12" presetClass="entr" presetSubtype="2" dur="1000" fill="hold" grpId="0" nodeType="withEffect">
                                  <p:stCondLst>
                                    <p:cond delay="0"/>
                                  </p:stCondLst>
                                  <p:childTnLst>
                                    <p:set>
                                      <p:cBhvr>
                                        <p:cTn id="56" dur="1000" fill="hold">
                                          <p:stCondLst>
                                            <p:cond delay="0"/>
                                          </p:stCondLst>
                                        </p:cTn>
                                        <p:tgtEl>
                                          <p:spTgt spid="21"/>
                                        </p:tgtEl>
                                        <p:attrNameLst>
                                          <p:attrName>style.visibility</p:attrName>
                                        </p:attrNameLst>
                                      </p:cBhvr>
                                      <p:to>
                                        <p:strVal val="visible"/>
                                      </p:to>
                                    </p:set>
                                    <p:anim calcmode="lin" valueType="num">
                                      <p:cBhvr additive="base">
                                        <p:cTn id="57" dur="1000"/>
                                        <p:tgtEl>
                                          <p:spTgt spid="21"/>
                                        </p:tgtEl>
                                        <p:attrNameLst>
                                          <p:attrName>ppt_x</p:attrName>
                                        </p:attrNameLst>
                                      </p:cBhvr>
                                      <p:tavLst>
                                        <p:tav tm="0">
                                          <p:val>
                                            <p:strVal val="#ppt_x+#ppt_w*1.125000"/>
                                          </p:val>
                                        </p:tav>
                                        <p:tav tm="100000">
                                          <p:val>
                                            <p:strVal val="#ppt_x"/>
                                          </p:val>
                                        </p:tav>
                                      </p:tavLst>
                                    </p:anim>
                                    <p:animEffect transition="in" filter="wipe(left)">
                                      <p:cBhvr>
                                        <p:cTn id="5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animBg="1"/>
      <p:bldP spid="10" grpId="0"/>
      <p:bldP spid="11" grpId="0"/>
      <p:bldP spid="18" grpId="0"/>
      <p:bldP spid="19" grpId="0"/>
      <p:bldP spid="20" grpId="0"/>
      <p:bldP spid="21"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8" name="图片 7" descr="new-P-1524215-79635798O"/>
          <p:cNvPicPr>
            <a:picLocks noChangeAspect="1"/>
          </p:cNvPicPr>
          <p:nvPr>
            <p:custDataLst>
              <p:tags r:id="R12e9690b65f84b3e"/>
            </p:custDataLst>
          </p:nvPr>
        </p:nvPicPr>
        <p:blipFill>
          <a:blip r:embed="Rc4e54c67b47b4ff5">
            <a:alphaModFix amt="12000"/>
          </a:blip>
          <a:stretch>
            <a:fillRect/>
          </a:stretch>
        </p:blipFill>
        <p:spPr>
          <a:xfrm>
            <a:off x="0" y="0"/>
            <a:ext cx="12200890" cy="6858000"/>
          </a:xfrm>
          <a:prstGeom prst="rect">
            <a:avLst/>
          </a:prstGeom>
          <a:solidFill>
            <a:schemeClr val="accent6">
              <a:lumMod val="40000"/>
              <a:lumOff val="60000"/>
            </a:schemeClr>
          </a:solidFill>
        </p:spPr>
      </p:pic>
      <p:sp>
        <p:nvSpPr>
          <p:cNvPr id="12" name="矩形 11"/>
          <p:cNvSpPr/>
          <p:nvPr/>
        </p:nvSpPr>
        <p:spPr>
          <a:xfrm>
            <a:off x="6436995" y="1416050"/>
            <a:ext cx="5346700" cy="4965700"/>
          </a:xfrm>
          <a:prstGeom prst="rect">
            <a:avLst/>
          </a:prstGeom>
          <a:gradFill>
            <a:gsLst>
              <a:gs pos="0">
                <a:schemeClr val="accent4">
                  <a:lumMod val="50000"/>
                  <a:alpha val="0"/>
                </a:schemeClr>
              </a:gs>
              <a:gs pos="12000">
                <a:schemeClr val="accent4">
                  <a:lumMod val="50000"/>
                </a:schemeClr>
              </a:gs>
              <a:gs pos="88000">
                <a:schemeClr val="accent4">
                  <a:lumMod val="50000"/>
                </a:schemeClr>
              </a:gs>
              <a:gs pos="100000">
                <a:schemeClr val="accent4">
                  <a:lumMod val="5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pic>
        <p:nvPicPr>
          <p:cNvPr id="31" name="图片 30" descr="C:/兼职/觅知网/2月/国风实拍松柏/松柏/51miz-P1264493-4JTHDF8Q-1920x2880.jpg51miz-P1264493-4JTHDF8Q-1920x2880"/>
          <p:cNvPicPr>
            <a:picLocks noChangeAspect="1"/>
          </p:cNvPicPr>
          <p:nvPr/>
        </p:nvPicPr>
        <p:blipFill>
          <a:blip r:embed="R5ff292dc548a436f" cstate="screen">
            <a:extLst>
              <a:ext uri="{28A0092B-C50C-407E-A947-70E740481C1C}">
                <a14:useLocalDpi xmlns:a14="http://schemas.microsoft.com/office/drawing/2010/main"/>
              </a:ext>
            </a:extLst>
          </a:blip>
          <a:srcRect/>
          <a:stretch>
            <a:fillRect/>
          </a:stretch>
        </p:blipFill>
        <p:spPr>
          <a:xfrm>
            <a:off x="442913" y="512765"/>
            <a:ext cx="5653087" cy="5832475"/>
          </a:xfrm>
          <a:custGeom>
            <a:avLst/>
            <a:gdLst>
              <a:gd name="connsiteX0" fmla="*/ 5653087 w 5653087"/>
              <a:gd name="connsiteY0" fmla="*/ 0 h 5832475"/>
              <a:gd name="connsiteX1" fmla="*/ 0 w 5653087"/>
              <a:gd name="connsiteY1" fmla="*/ 0 h 5832475"/>
              <a:gd name="connsiteX2" fmla="*/ 0 w 5653087"/>
              <a:gd name="connsiteY2" fmla="*/ 5832475 h 5832475"/>
              <a:gd name="connsiteX3" fmla="*/ 5653087 w 5653087"/>
              <a:gd name="connsiteY3" fmla="*/ 5832475 h 5832475"/>
            </a:gdLst>
            <a:ahLst/>
            <a:cxnLst>
              <a:cxn ang="0">
                <a:pos x="connsiteX0" y="connsiteY0"/>
              </a:cxn>
              <a:cxn ang="0">
                <a:pos x="connsiteX1" y="connsiteY1"/>
              </a:cxn>
              <a:cxn ang="0">
                <a:pos x="connsiteX2" y="connsiteY2"/>
              </a:cxn>
              <a:cxn ang="0">
                <a:pos x="connsiteX3" y="connsiteY3"/>
              </a:cxn>
            </a:cxnLst>
            <a:rect l="l" t="t" r="r" b="b"/>
            <a:pathLst>
              <a:path w="5653087" h="5832475">
                <a:moveTo>
                  <a:pt x="5653087" y="0"/>
                </a:moveTo>
                <a:lnTo>
                  <a:pt x="0" y="0"/>
                </a:lnTo>
                <a:lnTo>
                  <a:pt x="0" y="5832475"/>
                </a:lnTo>
                <a:lnTo>
                  <a:pt x="5653087" y="5832475"/>
                </a:lnTo>
                <a:close/>
              </a:path>
            </a:pathLst>
          </a:custGeom>
        </p:spPr>
      </p:pic>
      <p:pic>
        <p:nvPicPr>
          <p:cNvPr id="32" name="图片 31" descr="C:/兼职/觅知网/2月/国风实拍松柏/松柏/P-1503470-DAEC42C5O.jpgP-1503470-DAEC42C5O"/>
          <p:cNvPicPr>
            <a:picLocks noChangeAspect="1"/>
          </p:cNvPicPr>
          <p:nvPr/>
        </p:nvPicPr>
        <p:blipFill>
          <a:blip r:embed="Re91431b649014cb8" cstate="screen">
            <a:extLst>
              <a:ext uri="{28A0092B-C50C-407E-A947-70E740481C1C}">
                <a14:useLocalDpi xmlns:a14="http://schemas.microsoft.com/office/drawing/2010/main"/>
              </a:ext>
            </a:extLst>
          </a:blip>
          <a:srcRect l="-253"/>
          <a:stretch>
            <a:fillRect/>
          </a:stretch>
        </p:blipFill>
        <p:spPr>
          <a:xfrm>
            <a:off x="6553993" y="3439887"/>
            <a:ext cx="5032559" cy="1513115"/>
          </a:xfrm>
          <a:custGeom>
            <a:avLst/>
            <a:gdLst>
              <a:gd name="connsiteX0" fmla="*/ 0 w 5032558"/>
              <a:gd name="connsiteY0" fmla="*/ 0 h 1513115"/>
              <a:gd name="connsiteX1" fmla="*/ 5032558 w 5032558"/>
              <a:gd name="connsiteY1" fmla="*/ 0 h 1513115"/>
              <a:gd name="connsiteX2" fmla="*/ 5032558 w 5032558"/>
              <a:gd name="connsiteY2" fmla="*/ 1513115 h 1513115"/>
              <a:gd name="connsiteX3" fmla="*/ 0 w 5032558"/>
              <a:gd name="connsiteY3" fmla="*/ 1513115 h 1513115"/>
            </a:gdLst>
            <a:ahLst/>
            <a:cxnLst>
              <a:cxn ang="0">
                <a:pos x="connsiteX0" y="connsiteY0"/>
              </a:cxn>
              <a:cxn ang="0">
                <a:pos x="connsiteX1" y="connsiteY1"/>
              </a:cxn>
              <a:cxn ang="0">
                <a:pos x="connsiteX2" y="connsiteY2"/>
              </a:cxn>
              <a:cxn ang="0">
                <a:pos x="connsiteX3" y="connsiteY3"/>
              </a:cxn>
            </a:cxnLst>
            <a:rect l="l" t="t" r="r" b="b"/>
            <a:pathLst>
              <a:path w="5032558" h="1513115">
                <a:moveTo>
                  <a:pt x="0" y="0"/>
                </a:moveTo>
                <a:lnTo>
                  <a:pt x="5032558" y="0"/>
                </a:lnTo>
                <a:lnTo>
                  <a:pt x="5032558" y="1513115"/>
                </a:lnTo>
                <a:lnTo>
                  <a:pt x="0" y="1513115"/>
                </a:lnTo>
                <a:close/>
              </a:path>
            </a:pathLst>
          </a:custGeom>
        </p:spPr>
      </p:pic>
      <p:sp>
        <p:nvSpPr>
          <p:cNvPr id="2" name="e7d195523061f1c0" descr="e7d195523061f1c0092ce48a5fc95870a0687ac45bc8b2caB227BFDC40F9DB2B7A559DE97B8BDC6E716585DDCE188C7BF488BAA08C98985C74A3E1B5E305210FABE6A8AE2A6A8AB67019A6860E9B7AF5159397336B0ABBE29A758D929466F82B2D51184BE6FFFF85A1EF7C3DE9210637568495AD1229F6FAC4D60A45E9E2A28747B1FF9F0B6DD3F6" hidden="1"/>
          <p:cNvSpPr txBox="1"/>
          <p:nvPr/>
        </p:nvSpPr>
        <p:spPr>
          <a:xfrm>
            <a:off x="-418781" y="2404533"/>
            <a:ext cx="387542" cy="1354667"/>
          </a:xfrm>
          <a:prstGeom prst="rect">
            <a:avLst/>
          </a:prstGeom>
          <a:noFill/>
        </p:spPr>
        <p:txBody>
          <a:bodyPr vert="wordArtVert" rtlCol="0">
            <a:spAutoFit/>
          </a:bodyPr>
          <a:lstStyle/>
          <a:p>
            <a:r>
              <a:rPr lang="en-US" altLang="zh-CN" sz="135" dirty="0">
                <a:latin typeface="思源宋体 CN Heavy" pitchFamily="18" charset="-122"/>
                <a:sym typeface="Arial" panose="020B0604020202020204" pitchFamily="34" charset="0"/>
              </a:rPr>
              <a:t>e7d195523061f1c0092ce48a5fc95870a0687ac45bc8b2caB227BFDC40F9DB2B7A559DE97B8BDC6E716585DDCE188C7BF488BAA08C98985C74A3E1B5E305210FABE6A8AE2A6A8AB67019A6860E9B7AF5159397336B0ABBE29A758D929466F82B2D51184BE6FFFF85A1EF7C3DE9210637568495AD1229F6FAC4D60A45E9E2A28747B1FF9F0B6DD3F6</a:t>
            </a:r>
            <a:endParaRPr lang="zh-CN" altLang="en-US" sz="135" dirty="0">
              <a:latin typeface="思源宋体 CN Heavy" pitchFamily="18" charset="-122"/>
              <a:sym typeface="Arial" panose="020B0604020202020204" pitchFamily="34" charset="0"/>
            </a:endParaRPr>
          </a:p>
        </p:txBody>
      </p:sp>
      <p:sp>
        <p:nvSpPr>
          <p:cNvPr id="10" name="矩形 9"/>
          <p:cNvSpPr/>
          <p:nvPr>
            <p:custDataLst>
              <p:tags r:id="Rb7238e8fd4b04c7a"/>
            </p:custDataLst>
          </p:nvPr>
        </p:nvSpPr>
        <p:spPr>
          <a:xfrm>
            <a:off x="6630035" y="1984375"/>
            <a:ext cx="2402840" cy="1290320"/>
          </a:xfrm>
          <a:prstGeom prst="rect">
            <a:avLst/>
          </a:prstGeom>
        </p:spPr>
        <p:txBody>
          <a:bodyPr wrap="square">
            <a:spAutoFit/>
          </a:bodyPr>
          <a:lstStyle/>
          <a:p>
            <a:pPr indent="0" algn="l"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9" name="矩形 8"/>
          <p:cNvSpPr/>
          <p:nvPr>
            <p:custDataLst>
              <p:tags r:id="R7a1f83a749ad48a8"/>
            </p:custDataLst>
          </p:nvPr>
        </p:nvSpPr>
        <p:spPr>
          <a:xfrm>
            <a:off x="9184005" y="1984375"/>
            <a:ext cx="2402840" cy="1290320"/>
          </a:xfrm>
          <a:prstGeom prst="rect">
            <a:avLst/>
          </a:prstGeom>
        </p:spPr>
        <p:txBody>
          <a:bodyPr wrap="square">
            <a:spAutoFit/>
          </a:bodyPr>
          <a:lstStyle/>
          <a:p>
            <a:pPr indent="0" algn="l"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11" name="矩形 10"/>
          <p:cNvSpPr/>
          <p:nvPr>
            <p:custDataLst>
              <p:tags r:id="Re07f5f2dc7e84ef6"/>
            </p:custDataLst>
          </p:nvPr>
        </p:nvSpPr>
        <p:spPr>
          <a:xfrm>
            <a:off x="6528435" y="5118100"/>
            <a:ext cx="5033645" cy="810260"/>
          </a:xfrm>
          <a:prstGeom prst="rect">
            <a:avLst/>
          </a:prstGeom>
        </p:spPr>
        <p:txBody>
          <a:bodyPr wrap="square">
            <a:spAutoFit/>
          </a:bodyPr>
          <a:lstStyle/>
          <a:p>
            <a:pPr indent="0" algn="ctr"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13" name="文本框 12" descr="e7d195523061f1c01d60fa9f1cfcbfb3d7dea265119d71e15FBB43640B43E9A75E03FE54C774D5D4779ED45933E78901D3CB0E69E39D04A9E1E9B25CF060C4BCA4D072860494D0D8E683C2FE58414E15C66AA69E7072AB1AAB1F13020415A9D4DFE44394C3931EDB22BBB2A8354FA2C19074D2B2203AA5BD2AEA68B4E39F5307AA9B2D67485206DA"/>
          <p:cNvSpPr txBox="1"/>
          <p:nvPr/>
        </p:nvSpPr>
        <p:spPr>
          <a:xfrm>
            <a:off x="6931660" y="372110"/>
            <a:ext cx="4343400" cy="2092881"/>
          </a:xfrm>
          <a:prstGeom prst="rect">
            <a:avLst/>
          </a:prstGeom>
          <a:noFill/>
        </p:spPr>
        <p:txBody>
          <a:bodyPr wrap="square" rtlCol="0">
            <a:spAutoFit/>
          </a:bodyPr>
          <a:lstStyle/>
          <a:p>
            <a:pPr algn="l"/>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松</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柏</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之</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茂</a:t>
            </a:r>
            <a:r>
              <a:rPr kumimoji="1" lang="en-US" altLang="zh-CN" sz="3200" dirty="0">
                <a:solidFill>
                  <a:schemeClr val="bg1"/>
                </a:solidFill>
                <a:latin typeface="思源宋体 CN Heavy" pitchFamily="18" charset="-122"/>
                <a:ea typeface="思源宋体 CN Heavy" pitchFamily="18" charset="-122"/>
                <a:cs typeface="Aa新华惊马体" panose="02010600010101010101" charset="-122"/>
                <a:sym typeface="Arial" panose="020B0604020202020204" pitchFamily="34" charset="0"/>
              </a:rPr>
              <a:t>SONGBAIZHIGUANG</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1000" fill="hold"/>
                                        <p:tgtEl>
                                          <p:spTgt spid="31"/>
                                        </p:tgtEl>
                                        <p:attrNameLst>
                                          <p:attrName>ppt_w</p:attrName>
                                        </p:attrNameLst>
                                      </p:cBhvr>
                                      <p:tavLst>
                                        <p:tav tm="0">
                                          <p:val>
                                            <p:strVal val="#ppt_w*0.70"/>
                                          </p:val>
                                        </p:tav>
                                        <p:tav tm="100000">
                                          <p:val>
                                            <p:strVal val="#ppt_w"/>
                                          </p:val>
                                        </p:tav>
                                      </p:tavLst>
                                    </p:anim>
                                    <p:anim calcmode="lin" valueType="num">
                                      <p:cBhvr>
                                        <p:cTn id="8" dur="1000" fill="hold"/>
                                        <p:tgtEl>
                                          <p:spTgt spid="31"/>
                                        </p:tgtEl>
                                        <p:attrNameLst>
                                          <p:attrName>ppt_h</p:attrName>
                                        </p:attrNameLst>
                                      </p:cBhvr>
                                      <p:tavLst>
                                        <p:tav tm="0">
                                          <p:val>
                                            <p:strVal val="#ppt_h"/>
                                          </p:val>
                                        </p:tav>
                                        <p:tav tm="100000">
                                          <p:val>
                                            <p:strVal val="#ppt_h"/>
                                          </p:val>
                                        </p:tav>
                                      </p:tavLst>
                                    </p:anim>
                                    <p:animEffect transition="in" filter="fade">
                                      <p:cBhvr>
                                        <p:cTn id="9" dur="1000"/>
                                        <p:tgtEl>
                                          <p:spTgt spid="31"/>
                                        </p:tgtEl>
                                      </p:cBhvr>
                                    </p:animEffect>
                                  </p:childTnLst>
                                </p:cTn>
                              </p:par>
                              <p:par>
                                <p:cTn id="10" presetID="55" presetClass="entr" presetSubtype="0" dur="1000" fill="hold"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1000" fill="hold"/>
                                        <p:tgtEl>
                                          <p:spTgt spid="32"/>
                                        </p:tgtEl>
                                        <p:attrNameLst>
                                          <p:attrName>ppt_w</p:attrName>
                                        </p:attrNameLst>
                                      </p:cBhvr>
                                      <p:tavLst>
                                        <p:tav tm="0">
                                          <p:val>
                                            <p:strVal val="#ppt_w*0.70"/>
                                          </p:val>
                                        </p:tav>
                                        <p:tav tm="100000">
                                          <p:val>
                                            <p:strVal val="#ppt_w"/>
                                          </p:val>
                                        </p:tav>
                                      </p:tavLst>
                                    </p:anim>
                                    <p:anim calcmode="lin" valueType="num">
                                      <p:cBhvr>
                                        <p:cTn id="13" dur="1000" fill="hold"/>
                                        <p:tgtEl>
                                          <p:spTgt spid="32"/>
                                        </p:tgtEl>
                                        <p:attrNameLst>
                                          <p:attrName>ppt_h</p:attrName>
                                        </p:attrNameLst>
                                      </p:cBhvr>
                                      <p:tavLst>
                                        <p:tav tm="0">
                                          <p:val>
                                            <p:strVal val="#ppt_h"/>
                                          </p:val>
                                        </p:tav>
                                        <p:tav tm="100000">
                                          <p:val>
                                            <p:strVal val="#ppt_h"/>
                                          </p:val>
                                        </p:tav>
                                      </p:tavLst>
                                    </p:anim>
                                    <p:animEffect transition="in" filter="fade">
                                      <p:cBhvr>
                                        <p:cTn id="14" dur="1000"/>
                                        <p:tgtEl>
                                          <p:spTgt spid="32"/>
                                        </p:tgtEl>
                                      </p:cBhvr>
                                    </p:animEffect>
                                  </p:childTnLst>
                                </p:cTn>
                              </p:par>
                              <p:par>
                                <p:cTn id="15" presetID="55" presetClass="entr" presetSubtype="0" dur="100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1000" fill="hold"/>
                                        <p:tgtEl>
                                          <p:spTgt spid="12"/>
                                        </p:tgtEl>
                                        <p:attrNameLst>
                                          <p:attrName>ppt_w</p:attrName>
                                        </p:attrNameLst>
                                      </p:cBhvr>
                                      <p:tavLst>
                                        <p:tav tm="0">
                                          <p:val>
                                            <p:strVal val="#ppt_w*0.70"/>
                                          </p:val>
                                        </p:tav>
                                        <p:tav tm="100000">
                                          <p:val>
                                            <p:strVal val="#ppt_w"/>
                                          </p:val>
                                        </p:tav>
                                      </p:tavLst>
                                    </p:anim>
                                    <p:anim calcmode="lin" valueType="num">
                                      <p:cBhvr>
                                        <p:cTn id="18" dur="1000" fill="hold"/>
                                        <p:tgtEl>
                                          <p:spTgt spid="12"/>
                                        </p:tgtEl>
                                        <p:attrNameLst>
                                          <p:attrName>ppt_h</p:attrName>
                                        </p:attrNameLst>
                                      </p:cBhvr>
                                      <p:tavLst>
                                        <p:tav tm="0">
                                          <p:val>
                                            <p:strVal val="#ppt_h"/>
                                          </p:val>
                                        </p:tav>
                                        <p:tav tm="100000">
                                          <p:val>
                                            <p:strVal val="#ppt_h"/>
                                          </p:val>
                                        </p:tav>
                                      </p:tavLst>
                                    </p:anim>
                                    <p:animEffect transition="in" filter="fade">
                                      <p:cBhvr>
                                        <p:cTn id="19" dur="1000"/>
                                        <p:tgtEl>
                                          <p:spTgt spid="12"/>
                                        </p:tgtEl>
                                      </p:cBhvr>
                                    </p:animEffect>
                                  </p:childTnLst>
                                </p:cTn>
                              </p:par>
                            </p:childTnLst>
                          </p:cTn>
                        </p:par>
                        <p:par>
                          <p:cTn id="20" fill="hold" nodeType="afterGroup">
                            <p:stCondLst>
                              <p:cond delay="1000"/>
                            </p:stCondLst>
                            <p:childTnLst>
                              <p:par>
                                <p:cTn id="21" presetID="22" presetClass="entr" presetSubtype="4" dur="1000" fill="hold" grpId="0" nodeType="afterEffect">
                                  <p:stCondLst>
                                    <p:cond delay="0"/>
                                  </p:stCondLst>
                                  <p:childTnLst>
                                    <p:set>
                                      <p:cBhvr>
                                        <p:cTn id="22" dur="1000" fill="hold">
                                          <p:stCondLst>
                                            <p:cond delay="0"/>
                                          </p:stCondLst>
                                        </p:cTn>
                                        <p:tgtEl>
                                          <p:spTgt spid="13"/>
                                        </p:tgtEl>
                                        <p:attrNameLst>
                                          <p:attrName>style.visibility</p:attrName>
                                        </p:attrNameLst>
                                      </p:cBhvr>
                                      <p:to>
                                        <p:strVal val="visible"/>
                                      </p:to>
                                    </p:set>
                                    <p:animEffect transition="in" filter="wipe(down)">
                                      <p:cBhvr>
                                        <p:cTn id="23" dur="1000"/>
                                        <p:tgtEl>
                                          <p:spTgt spid="13"/>
                                        </p:tgtEl>
                                      </p:cBhvr>
                                    </p:animEffect>
                                  </p:childTnLst>
                                </p:cTn>
                              </p:par>
                            </p:childTnLst>
                          </p:cTn>
                        </p:par>
                        <p:par>
                          <p:cTn id="24" fill="hold" nodeType="afterGroup">
                            <p:stCondLst>
                              <p:cond delay="2000"/>
                            </p:stCondLst>
                            <p:childTnLst>
                              <p:par>
                                <p:cTn id="25" presetID="12" presetClass="entr" presetSubtype="1" dur="1000" fill="hold" grpId="0" nodeType="afterEffect">
                                  <p:stCondLst>
                                    <p:cond delay="0"/>
                                  </p:stCondLst>
                                  <p:childTnLst>
                                    <p:set>
                                      <p:cBhvr>
                                        <p:cTn id="26" dur="1000" fill="hold">
                                          <p:stCondLst>
                                            <p:cond delay="0"/>
                                          </p:stCondLst>
                                        </p:cTn>
                                        <p:tgtEl>
                                          <p:spTgt spid="10"/>
                                        </p:tgtEl>
                                        <p:attrNameLst>
                                          <p:attrName>style.visibility</p:attrName>
                                        </p:attrNameLst>
                                      </p:cBhvr>
                                      <p:to>
                                        <p:strVal val="visible"/>
                                      </p:to>
                                    </p:set>
                                    <p:anim calcmode="lin" valueType="num">
                                      <p:cBhvr additive="base">
                                        <p:cTn id="27" dur="1000"/>
                                        <p:tgtEl>
                                          <p:spTgt spid="10"/>
                                        </p:tgtEl>
                                        <p:attrNameLst>
                                          <p:attrName>ppt_y</p:attrName>
                                        </p:attrNameLst>
                                      </p:cBhvr>
                                      <p:tavLst>
                                        <p:tav tm="0">
                                          <p:val>
                                            <p:strVal val="#ppt_y-#ppt_h*1.125000"/>
                                          </p:val>
                                        </p:tav>
                                        <p:tav tm="100000">
                                          <p:val>
                                            <p:strVal val="#ppt_y"/>
                                          </p:val>
                                        </p:tav>
                                      </p:tavLst>
                                    </p:anim>
                                    <p:animEffect transition="in" filter="wipe(down)">
                                      <p:cBhvr>
                                        <p:cTn id="28" dur="1000"/>
                                        <p:tgtEl>
                                          <p:spTgt spid="10"/>
                                        </p:tgtEl>
                                      </p:cBhvr>
                                    </p:animEffect>
                                  </p:childTnLst>
                                </p:cTn>
                              </p:par>
                            </p:childTnLst>
                          </p:cTn>
                        </p:par>
                        <p:par>
                          <p:cTn id="29" fill="hold" nodeType="afterGroup">
                            <p:stCondLst>
                              <p:cond delay="3000"/>
                            </p:stCondLst>
                            <p:childTnLst>
                              <p:par>
                                <p:cTn id="30" presetID="12" presetClass="entr" presetSubtype="1" dur="1000" fill="hold" grpId="0" nodeType="afterEffect">
                                  <p:stCondLst>
                                    <p:cond delay="0"/>
                                  </p:stCondLst>
                                  <p:childTnLst>
                                    <p:set>
                                      <p:cBhvr>
                                        <p:cTn id="31" dur="1000" fill="hold">
                                          <p:stCondLst>
                                            <p:cond delay="0"/>
                                          </p:stCondLst>
                                        </p:cTn>
                                        <p:tgtEl>
                                          <p:spTgt spid="9"/>
                                        </p:tgtEl>
                                        <p:attrNameLst>
                                          <p:attrName>style.visibility</p:attrName>
                                        </p:attrNameLst>
                                      </p:cBhvr>
                                      <p:to>
                                        <p:strVal val="visible"/>
                                      </p:to>
                                    </p:set>
                                    <p:anim calcmode="lin" valueType="num">
                                      <p:cBhvr additive="base">
                                        <p:cTn id="32" dur="1000"/>
                                        <p:tgtEl>
                                          <p:spTgt spid="9"/>
                                        </p:tgtEl>
                                        <p:attrNameLst>
                                          <p:attrName>ppt_y</p:attrName>
                                        </p:attrNameLst>
                                      </p:cBhvr>
                                      <p:tavLst>
                                        <p:tav tm="0">
                                          <p:val>
                                            <p:strVal val="#ppt_y-#ppt_h*1.125000"/>
                                          </p:val>
                                        </p:tav>
                                        <p:tav tm="100000">
                                          <p:val>
                                            <p:strVal val="#ppt_y"/>
                                          </p:val>
                                        </p:tav>
                                      </p:tavLst>
                                    </p:anim>
                                    <p:animEffect transition="in" filter="wipe(down)">
                                      <p:cBhvr>
                                        <p:cTn id="33" dur="1000"/>
                                        <p:tgtEl>
                                          <p:spTgt spid="9"/>
                                        </p:tgtEl>
                                      </p:cBhvr>
                                    </p:animEffect>
                                  </p:childTnLst>
                                </p:cTn>
                              </p:par>
                            </p:childTnLst>
                          </p:cTn>
                        </p:par>
                        <p:par>
                          <p:cTn id="34" fill="hold" nodeType="afterGroup">
                            <p:stCondLst>
                              <p:cond delay="4000"/>
                            </p:stCondLst>
                            <p:childTnLst>
                              <p:par>
                                <p:cTn id="35" presetID="12" presetClass="entr" presetSubtype="1" dur="1000" fill="hold" grpId="0" nodeType="afterEffect">
                                  <p:stCondLst>
                                    <p:cond delay="0"/>
                                  </p:stCondLst>
                                  <p:childTnLst>
                                    <p:set>
                                      <p:cBhvr>
                                        <p:cTn id="36" dur="1000" fill="hold">
                                          <p:stCondLst>
                                            <p:cond delay="0"/>
                                          </p:stCondLst>
                                        </p:cTn>
                                        <p:tgtEl>
                                          <p:spTgt spid="11"/>
                                        </p:tgtEl>
                                        <p:attrNameLst>
                                          <p:attrName>style.visibility</p:attrName>
                                        </p:attrNameLst>
                                      </p:cBhvr>
                                      <p:to>
                                        <p:strVal val="visible"/>
                                      </p:to>
                                    </p:set>
                                    <p:anim calcmode="lin" valueType="num">
                                      <p:cBhvr additive="base">
                                        <p:cTn id="37" dur="1000"/>
                                        <p:tgtEl>
                                          <p:spTgt spid="11"/>
                                        </p:tgtEl>
                                        <p:attrNameLst>
                                          <p:attrName>ppt_y</p:attrName>
                                        </p:attrNameLst>
                                      </p:cBhvr>
                                      <p:tavLst>
                                        <p:tav tm="0">
                                          <p:val>
                                            <p:strVal val="#ppt_y-#ppt_h*1.125000"/>
                                          </p:val>
                                        </p:tav>
                                        <p:tav tm="100000">
                                          <p:val>
                                            <p:strVal val="#ppt_y"/>
                                          </p:val>
                                        </p:tav>
                                      </p:tavLst>
                                    </p:anim>
                                    <p:animEffect transition="in" filter="wipe(down)">
                                      <p:cBhvr>
                                        <p:cTn id="38"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p:bldP spid="9" grpId="0"/>
      <p:bldP spid="11"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4" name="图片 3" descr="new-P-1524215-79635798O"/>
          <p:cNvPicPr>
            <a:picLocks noChangeAspect="1"/>
          </p:cNvPicPr>
          <p:nvPr>
            <p:custDataLst>
              <p:tags r:id="Rd2d7ee1dd924417b"/>
            </p:custDataLst>
          </p:nvPr>
        </p:nvPicPr>
        <p:blipFill>
          <a:blip r:embed="R28616886c09741b6">
            <a:alphaModFix amt="12000"/>
          </a:blip>
          <a:stretch>
            <a:fillRect/>
          </a:stretch>
        </p:blipFill>
        <p:spPr>
          <a:xfrm>
            <a:off x="0" y="0"/>
            <a:ext cx="12200890" cy="6858000"/>
          </a:xfrm>
          <a:prstGeom prst="rect">
            <a:avLst/>
          </a:prstGeom>
          <a:solidFill>
            <a:schemeClr val="accent6">
              <a:lumMod val="40000"/>
              <a:lumOff val="60000"/>
            </a:schemeClr>
          </a:solidFill>
        </p:spPr>
      </p:pic>
      <p:sp>
        <p:nvSpPr>
          <p:cNvPr id="2" name="矩形 1"/>
          <p:cNvSpPr/>
          <p:nvPr/>
        </p:nvSpPr>
        <p:spPr>
          <a:xfrm>
            <a:off x="5236845" y="1742440"/>
            <a:ext cx="6078855" cy="4051300"/>
          </a:xfrm>
          <a:prstGeom prst="rect">
            <a:avLst/>
          </a:prstGeom>
          <a:gradFill>
            <a:gsLst>
              <a:gs pos="0">
                <a:schemeClr val="accent4">
                  <a:lumMod val="50000"/>
                  <a:alpha val="0"/>
                </a:schemeClr>
              </a:gs>
              <a:gs pos="12000">
                <a:schemeClr val="accent4">
                  <a:lumMod val="50000"/>
                </a:schemeClr>
              </a:gs>
              <a:gs pos="88000">
                <a:schemeClr val="accent4">
                  <a:lumMod val="50000"/>
                </a:schemeClr>
              </a:gs>
              <a:gs pos="100000">
                <a:schemeClr val="accent4">
                  <a:lumMod val="5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pic>
        <p:nvPicPr>
          <p:cNvPr id="3" name="图片占位符 14" descr="C:/兼职/觅知网/2月/国风实拍松柏/松柏/P-10251213-10236377-1920x1336.jpgP-10251213-10236377-1920x1336"/>
          <p:cNvPicPr>
            <a:picLocks noGrp="1" noChangeAspect="1"/>
          </p:cNvPicPr>
          <p:nvPr/>
        </p:nvPicPr>
        <p:blipFill>
          <a:blip r:embed="Rabb96ffeab644aec" cstate="screen">
            <a:extLst>
              <a:ext uri="{28A0092B-C50C-407E-A947-70E740481C1C}">
                <a14:useLocalDpi xmlns:a14="http://schemas.microsoft.com/office/drawing/2010/main"/>
              </a:ext>
            </a:extLst>
          </a:blip>
          <a:srcRect b="-3116"/>
          <a:stretch>
            <a:fillRect/>
          </a:stretch>
        </p:blipFill>
        <p:spPr>
          <a:xfrm>
            <a:off x="-2989569" y="-5986947"/>
            <a:ext cx="9721727" cy="14287243"/>
          </a:xfrm>
          <a:custGeom>
            <a:avLst/>
            <a:gdLst>
              <a:gd name="connsiteX0" fmla="*/ 4070161 w 9721727"/>
              <a:gd name="connsiteY0" fmla="*/ 484 h 14287242"/>
              <a:gd name="connsiteX1" fmla="*/ 4426835 w 9721727"/>
              <a:gd name="connsiteY1" fmla="*/ 2435 h 14287242"/>
              <a:gd name="connsiteX2" fmla="*/ 5317479 w 9721727"/>
              <a:gd name="connsiteY2" fmla="*/ 108816 h 14287242"/>
              <a:gd name="connsiteX3" fmla="*/ 6017150 w 9721727"/>
              <a:gd name="connsiteY3" fmla="*/ 393515 h 14287242"/>
              <a:gd name="connsiteX4" fmla="*/ 6287612 w 9721727"/>
              <a:gd name="connsiteY4" fmla="*/ 487512 h 14287242"/>
              <a:gd name="connsiteX5" fmla="*/ 6380099 w 9721727"/>
              <a:gd name="connsiteY5" fmla="*/ 612361 h 14287242"/>
              <a:gd name="connsiteX6" fmla="*/ 6494150 w 9721727"/>
              <a:gd name="connsiteY6" fmla="*/ 609386 h 14287242"/>
              <a:gd name="connsiteX7" fmla="*/ 6514146 w 9721727"/>
              <a:gd name="connsiteY7" fmla="*/ 742465 h 14287242"/>
              <a:gd name="connsiteX8" fmla="*/ 6636764 w 9721727"/>
              <a:gd name="connsiteY8" fmla="*/ 759137 h 14287242"/>
              <a:gd name="connsiteX9" fmla="*/ 6824321 w 9721727"/>
              <a:gd name="connsiteY9" fmla="*/ 1101987 h 14287242"/>
              <a:gd name="connsiteX10" fmla="*/ 7149787 w 9721727"/>
              <a:gd name="connsiteY10" fmla="*/ 1761069 h 14287242"/>
              <a:gd name="connsiteX11" fmla="*/ 7406084 w 9721727"/>
              <a:gd name="connsiteY11" fmla="*/ 2874958 h 14287242"/>
              <a:gd name="connsiteX12" fmla="*/ 7645323 w 9721727"/>
              <a:gd name="connsiteY12" fmla="*/ 3336316 h 14287242"/>
              <a:gd name="connsiteX13" fmla="*/ 7591796 w 9721727"/>
              <a:gd name="connsiteY13" fmla="*/ 3478076 h 14287242"/>
              <a:gd name="connsiteX14" fmla="*/ 7700603 w 9721727"/>
              <a:gd name="connsiteY14" fmla="*/ 3902033 h 14287242"/>
              <a:gd name="connsiteX15" fmla="*/ 7946563 w 9721727"/>
              <a:gd name="connsiteY15" fmla="*/ 4643305 h 14287242"/>
              <a:gd name="connsiteX16" fmla="*/ 8091470 w 9721727"/>
              <a:gd name="connsiteY16" fmla="*/ 5240082 h 14287242"/>
              <a:gd name="connsiteX17" fmla="*/ 8295347 w 9721727"/>
              <a:gd name="connsiteY17" fmla="*/ 5882042 h 14287242"/>
              <a:gd name="connsiteX18" fmla="*/ 8439238 w 9721727"/>
              <a:gd name="connsiteY18" fmla="*/ 6124764 h 14287242"/>
              <a:gd name="connsiteX19" fmla="*/ 8522881 w 9721727"/>
              <a:gd name="connsiteY19" fmla="*/ 6229332 h 14287242"/>
              <a:gd name="connsiteX20" fmla="*/ 8545461 w 9721727"/>
              <a:gd name="connsiteY20" fmla="*/ 6455566 h 14287242"/>
              <a:gd name="connsiteX21" fmla="*/ 8594557 w 9721727"/>
              <a:gd name="connsiteY21" fmla="*/ 6480919 h 14287242"/>
              <a:gd name="connsiteX22" fmla="*/ 8643116 w 9721727"/>
              <a:gd name="connsiteY22" fmla="*/ 6766723 h 14287242"/>
              <a:gd name="connsiteX23" fmla="*/ 8753200 w 9721727"/>
              <a:gd name="connsiteY23" fmla="*/ 7283651 h 14287242"/>
              <a:gd name="connsiteX24" fmla="*/ 8860975 w 9721727"/>
              <a:gd name="connsiteY24" fmla="*/ 7708058 h 14287242"/>
              <a:gd name="connsiteX25" fmla="*/ 9032153 w 9721727"/>
              <a:gd name="connsiteY25" fmla="*/ 8010534 h 14287242"/>
              <a:gd name="connsiteX26" fmla="*/ 9002483 w 9721727"/>
              <a:gd name="connsiteY26" fmla="*/ 8471499 h 14287242"/>
              <a:gd name="connsiteX27" fmla="*/ 9148128 w 9721727"/>
              <a:gd name="connsiteY27" fmla="*/ 9421699 h 14287242"/>
              <a:gd name="connsiteX28" fmla="*/ 9320858 w 9721727"/>
              <a:gd name="connsiteY28" fmla="*/ 9817779 h 14287242"/>
              <a:gd name="connsiteX29" fmla="*/ 9579815 w 9721727"/>
              <a:gd name="connsiteY29" fmla="*/ 10411583 h 14287242"/>
              <a:gd name="connsiteX30" fmla="*/ 9537441 w 9721727"/>
              <a:gd name="connsiteY30" fmla="*/ 10666144 h 14287242"/>
              <a:gd name="connsiteX31" fmla="*/ 9693499 w 9721727"/>
              <a:gd name="connsiteY31" fmla="*/ 11375721 h 14287242"/>
              <a:gd name="connsiteX32" fmla="*/ 9437126 w 9721727"/>
              <a:gd name="connsiteY32" fmla="*/ 10875072 h 14287242"/>
              <a:gd name="connsiteX33" fmla="*/ 9155236 w 9721727"/>
              <a:gd name="connsiteY33" fmla="*/ 10667642 h 14287242"/>
              <a:gd name="connsiteX34" fmla="*/ 8718766 w 9721727"/>
              <a:gd name="connsiteY34" fmla="*/ 10457478 h 14287242"/>
              <a:gd name="connsiteX35" fmla="*/ 8424694 w 9721727"/>
              <a:gd name="connsiteY35" fmla="*/ 10137697 h 14287242"/>
              <a:gd name="connsiteX36" fmla="*/ 8374506 w 9721727"/>
              <a:gd name="connsiteY36" fmla="*/ 10371528 h 14287242"/>
              <a:gd name="connsiteX37" fmla="*/ 8510106 w 9721727"/>
              <a:gd name="connsiteY37" fmla="*/ 10595238 h 14287242"/>
              <a:gd name="connsiteX38" fmla="*/ 8566201 w 9721727"/>
              <a:gd name="connsiteY38" fmla="*/ 10901138 h 14287242"/>
              <a:gd name="connsiteX39" fmla="*/ 8865612 w 9721727"/>
              <a:gd name="connsiteY39" fmla="*/ 12113889 h 14287242"/>
              <a:gd name="connsiteX40" fmla="*/ 9214471 w 9721727"/>
              <a:gd name="connsiteY40" fmla="*/ 12739386 h 14287242"/>
              <a:gd name="connsiteX41" fmla="*/ 9007119 w 9721727"/>
              <a:gd name="connsiteY41" fmla="*/ 12877330 h 14287242"/>
              <a:gd name="connsiteX42" fmla="*/ 9480075 w 9721727"/>
              <a:gd name="connsiteY42" fmla="*/ 14226343 h 14287242"/>
              <a:gd name="connsiteX43" fmla="*/ 9238991 w 9721727"/>
              <a:gd name="connsiteY43" fmla="*/ 14025253 h 14287242"/>
              <a:gd name="connsiteX44" fmla="*/ 8918125 w 9721727"/>
              <a:gd name="connsiteY44" fmla="*/ 13905719 h 14287242"/>
              <a:gd name="connsiteX45" fmla="*/ 8366127 w 9721727"/>
              <a:gd name="connsiteY45" fmla="*/ 12991685 h 14287242"/>
              <a:gd name="connsiteX46" fmla="*/ 8075670 w 9721727"/>
              <a:gd name="connsiteY46" fmla="*/ 12764609 h 14287242"/>
              <a:gd name="connsiteX47" fmla="*/ 7896956 w 9721727"/>
              <a:gd name="connsiteY47" fmla="*/ 12442038 h 14287242"/>
              <a:gd name="connsiteX48" fmla="*/ 7232399 w 9721727"/>
              <a:gd name="connsiteY48" fmla="*/ 11883316 h 14287242"/>
              <a:gd name="connsiteX49" fmla="*/ 7356495 w 9721727"/>
              <a:gd name="connsiteY49" fmla="*/ 12606833 h 14287242"/>
              <a:gd name="connsiteX50" fmla="*/ 6688323 w 9721727"/>
              <a:gd name="connsiteY50" fmla="*/ 11955406 h 14287242"/>
              <a:gd name="connsiteX51" fmla="*/ 6534205 w 9721727"/>
              <a:gd name="connsiteY51" fmla="*/ 12305462 h 14287242"/>
              <a:gd name="connsiteX52" fmla="*/ 6388192 w 9721727"/>
              <a:gd name="connsiteY52" fmla="*/ 12322375 h 14287242"/>
              <a:gd name="connsiteX53" fmla="*/ 6248162 w 9721727"/>
              <a:gd name="connsiteY53" fmla="*/ 12265778 h 14287242"/>
              <a:gd name="connsiteX54" fmla="*/ 6177516 w 9721727"/>
              <a:gd name="connsiteY54" fmla="*/ 12013742 h 14287242"/>
              <a:gd name="connsiteX55" fmla="*/ 5849929 w 9721727"/>
              <a:gd name="connsiteY55" fmla="*/ 11614295 h 14287242"/>
              <a:gd name="connsiteX56" fmla="*/ 5179173 w 9721727"/>
              <a:gd name="connsiteY56" fmla="*/ 10869714 h 14287242"/>
              <a:gd name="connsiteX57" fmla="*/ 5210320 w 9721727"/>
              <a:gd name="connsiteY57" fmla="*/ 11115594 h 14287242"/>
              <a:gd name="connsiteX58" fmla="*/ 4753854 w 9721727"/>
              <a:gd name="connsiteY58" fmla="*/ 10772351 h 14287242"/>
              <a:gd name="connsiteX59" fmla="*/ 4455644 w 9721727"/>
              <a:gd name="connsiteY59" fmla="*/ 10265811 h 14287242"/>
              <a:gd name="connsiteX60" fmla="*/ 4170356 w 9721727"/>
              <a:gd name="connsiteY60" fmla="*/ 10225043 h 14287242"/>
              <a:gd name="connsiteX61" fmla="*/ 3944099 w 9721727"/>
              <a:gd name="connsiteY61" fmla="*/ 9970724 h 14287242"/>
              <a:gd name="connsiteX62" fmla="*/ 3628478 w 9721727"/>
              <a:gd name="connsiteY62" fmla="*/ 9424259 h 14287242"/>
              <a:gd name="connsiteX63" fmla="*/ 3478327 w 9721727"/>
              <a:gd name="connsiteY63" fmla="*/ 9254413 h 14287242"/>
              <a:gd name="connsiteX64" fmla="*/ 2682660 w 9721727"/>
              <a:gd name="connsiteY64" fmla="*/ 8046134 h 14287242"/>
              <a:gd name="connsiteX65" fmla="*/ 2486073 w 9721727"/>
              <a:gd name="connsiteY65" fmla="*/ 7330849 h 14287242"/>
              <a:gd name="connsiteX66" fmla="*/ 2334615 w 9721727"/>
              <a:gd name="connsiteY66" fmla="*/ 7160819 h 14287242"/>
              <a:gd name="connsiteX67" fmla="*/ 2096115 w 9721727"/>
              <a:gd name="connsiteY67" fmla="*/ 7052883 h 14287242"/>
              <a:gd name="connsiteX68" fmla="*/ 2022886 w 9721727"/>
              <a:gd name="connsiteY68" fmla="*/ 6707693 h 14287242"/>
              <a:gd name="connsiteX69" fmla="*/ 1781802 w 9721727"/>
              <a:gd name="connsiteY69" fmla="*/ 6506603 h 14287242"/>
              <a:gd name="connsiteX70" fmla="*/ 1675579 w 9721727"/>
              <a:gd name="connsiteY70" fmla="*/ 6175800 h 14287242"/>
              <a:gd name="connsiteX71" fmla="*/ 1298895 w 9721727"/>
              <a:gd name="connsiteY71" fmla="*/ 5751000 h 14287242"/>
              <a:gd name="connsiteX72" fmla="*/ 1009253 w 9721727"/>
              <a:gd name="connsiteY72" fmla="*/ 5264106 h 14287242"/>
              <a:gd name="connsiteX73" fmla="*/ 869223 w 9721727"/>
              <a:gd name="connsiteY73" fmla="*/ 5207509 h 14287242"/>
              <a:gd name="connsiteX74" fmla="*/ 833123 w 9721727"/>
              <a:gd name="connsiteY74" fmla="*/ 5034689 h 14287242"/>
              <a:gd name="connsiteX75" fmla="*/ 701661 w 9721727"/>
              <a:gd name="connsiteY75" fmla="*/ 4997738 h 14287242"/>
              <a:gd name="connsiteX76" fmla="*/ 609174 w 9721727"/>
              <a:gd name="connsiteY76" fmla="*/ 4872890 h 14287242"/>
              <a:gd name="connsiteX77" fmla="*/ 393038 w 9721727"/>
              <a:gd name="connsiteY77" fmla="*/ 4731821 h 14287242"/>
              <a:gd name="connsiteX78" fmla="*/ 351770 w 9721727"/>
              <a:gd name="connsiteY78" fmla="*/ 4372691 h 14287242"/>
              <a:gd name="connsiteX79" fmla="*/ 198759 w 9721727"/>
              <a:gd name="connsiteY79" fmla="*/ 4109057 h 14287242"/>
              <a:gd name="connsiteX80" fmla="*/ 241410 w 9721727"/>
              <a:gd name="connsiteY80" fmla="*/ 3855129 h 14287242"/>
              <a:gd name="connsiteX81" fmla="*/ 154906 w 9721727"/>
              <a:gd name="connsiteY81" fmla="*/ 3656773 h 14287242"/>
              <a:gd name="connsiteX82" fmla="*/ 11846 w 9721727"/>
              <a:gd name="connsiteY82" fmla="*/ 2799728 h 14287242"/>
              <a:gd name="connsiteX83" fmla="*/ 126988 w 9721727"/>
              <a:gd name="connsiteY83" fmla="*/ 2537569 h 14287242"/>
              <a:gd name="connsiteX84" fmla="*/ 209430 w 9721727"/>
              <a:gd name="connsiteY84" fmla="*/ 1935926 h 14287242"/>
              <a:gd name="connsiteX85" fmla="*/ 345323 w 9721727"/>
              <a:gd name="connsiteY85" fmla="*/ 1805764 h 14287242"/>
              <a:gd name="connsiteX86" fmla="*/ 389527 w 9721727"/>
              <a:gd name="connsiteY86" fmla="*/ 1645441 h 14287242"/>
              <a:gd name="connsiteX87" fmla="*/ 492426 w 9721727"/>
              <a:gd name="connsiteY87" fmla="*/ 1529667 h 14287242"/>
              <a:gd name="connsiteX88" fmla="*/ 998633 w 9721727"/>
              <a:gd name="connsiteY88" fmla="*/ 931783 h 14287242"/>
              <a:gd name="connsiteX89" fmla="*/ 1559382 w 9721727"/>
              <a:gd name="connsiteY89" fmla="*/ 546197 h 14287242"/>
              <a:gd name="connsiteX90" fmla="*/ 2606511 w 9721727"/>
              <a:gd name="connsiteY90" fmla="*/ 136307 h 14287242"/>
              <a:gd name="connsiteX91" fmla="*/ 2793330 w 9721727"/>
              <a:gd name="connsiteY91" fmla="*/ 125736 h 14287242"/>
              <a:gd name="connsiteX92" fmla="*/ 3068222 w 9721727"/>
              <a:gd name="connsiteY92" fmla="*/ 52619 h 14287242"/>
              <a:gd name="connsiteX93" fmla="*/ 4070161 w 9721727"/>
              <a:gd name="connsiteY93" fmla="*/ 484 h 1428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9721727" h="14287240">
                <a:moveTo>
                  <a:pt x="4070161" y="484"/>
                </a:moveTo>
                <a:cubicBezTo>
                  <a:pt x="4190693" y="-555"/>
                  <a:pt x="4310762" y="69"/>
                  <a:pt x="4426835" y="2435"/>
                </a:cubicBezTo>
                <a:cubicBezTo>
                  <a:pt x="4745117" y="28814"/>
                  <a:pt x="4990630" y="62791"/>
                  <a:pt x="5317479" y="108816"/>
                </a:cubicBezTo>
                <a:cubicBezTo>
                  <a:pt x="5603798" y="149134"/>
                  <a:pt x="5728247" y="260043"/>
                  <a:pt x="6017150" y="393515"/>
                </a:cubicBezTo>
                <a:cubicBezTo>
                  <a:pt x="6074815" y="438513"/>
                  <a:pt x="6197710" y="455818"/>
                  <a:pt x="6287612" y="487512"/>
                </a:cubicBezTo>
                <a:cubicBezTo>
                  <a:pt x="6336709" y="512865"/>
                  <a:pt x="6330726" y="586374"/>
                  <a:pt x="6380099" y="612361"/>
                </a:cubicBezTo>
                <a:cubicBezTo>
                  <a:pt x="6380099" y="612361"/>
                  <a:pt x="6485582" y="589741"/>
                  <a:pt x="6494150" y="609386"/>
                </a:cubicBezTo>
                <a:cubicBezTo>
                  <a:pt x="6543523" y="635373"/>
                  <a:pt x="6464773" y="716479"/>
                  <a:pt x="6514146" y="742465"/>
                </a:cubicBezTo>
                <a:cubicBezTo>
                  <a:pt x="6522713" y="762110"/>
                  <a:pt x="6628197" y="739491"/>
                  <a:pt x="6636764" y="759137"/>
                </a:cubicBezTo>
                <a:cubicBezTo>
                  <a:pt x="6712116" y="844693"/>
                  <a:pt x="6740403" y="996785"/>
                  <a:pt x="6824321" y="1101987"/>
                </a:cubicBezTo>
                <a:cubicBezTo>
                  <a:pt x="6951354" y="1306051"/>
                  <a:pt x="7093968" y="1455802"/>
                  <a:pt x="7149787" y="1761069"/>
                </a:cubicBezTo>
                <a:cubicBezTo>
                  <a:pt x="7232892" y="2126088"/>
                  <a:pt x="7250765" y="2518802"/>
                  <a:pt x="7406084" y="2874958"/>
                </a:cubicBezTo>
                <a:cubicBezTo>
                  <a:pt x="7442183" y="3047778"/>
                  <a:pt x="7576231" y="3177884"/>
                  <a:pt x="7645323" y="3336316"/>
                </a:cubicBezTo>
                <a:cubicBezTo>
                  <a:pt x="7639339" y="3409824"/>
                  <a:pt x="7574385" y="3438151"/>
                  <a:pt x="7591796" y="3478076"/>
                </a:cubicBezTo>
                <a:cubicBezTo>
                  <a:pt x="7576969" y="3531306"/>
                  <a:pt x="7640078" y="3763247"/>
                  <a:pt x="7700603" y="3902033"/>
                </a:cubicBezTo>
                <a:cubicBezTo>
                  <a:pt x="7739287" y="4168008"/>
                  <a:pt x="7874887" y="4391718"/>
                  <a:pt x="7946563" y="4643305"/>
                </a:cubicBezTo>
                <a:cubicBezTo>
                  <a:pt x="8032790" y="4841028"/>
                  <a:pt x="8004966" y="5041725"/>
                  <a:pt x="8091470" y="5240082"/>
                </a:cubicBezTo>
                <a:cubicBezTo>
                  <a:pt x="8177697" y="5437805"/>
                  <a:pt x="8434638" y="5585216"/>
                  <a:pt x="8295347" y="5882042"/>
                </a:cubicBezTo>
                <a:cubicBezTo>
                  <a:pt x="8435377" y="5938638"/>
                  <a:pt x="8396125" y="6025902"/>
                  <a:pt x="8439238" y="6124764"/>
                </a:cubicBezTo>
                <a:cubicBezTo>
                  <a:pt x="8456373" y="6164055"/>
                  <a:pt x="8529895" y="6155374"/>
                  <a:pt x="8522881" y="6229332"/>
                </a:cubicBezTo>
                <a:cubicBezTo>
                  <a:pt x="8508330" y="6283195"/>
                  <a:pt x="8484936" y="6316780"/>
                  <a:pt x="8545461" y="6455566"/>
                </a:cubicBezTo>
                <a:cubicBezTo>
                  <a:pt x="8545461" y="6455566"/>
                  <a:pt x="8609384" y="6427689"/>
                  <a:pt x="8594557" y="6480919"/>
                </a:cubicBezTo>
                <a:cubicBezTo>
                  <a:pt x="8611969" y="6520844"/>
                  <a:pt x="8591159" y="6647582"/>
                  <a:pt x="8643116" y="6766723"/>
                </a:cubicBezTo>
                <a:cubicBezTo>
                  <a:pt x="8678939" y="6938910"/>
                  <a:pt x="8716069" y="7111281"/>
                  <a:pt x="8753200" y="7283651"/>
                </a:cubicBezTo>
                <a:cubicBezTo>
                  <a:pt x="8781763" y="7436376"/>
                  <a:pt x="8800727" y="7569905"/>
                  <a:pt x="8860975" y="7708058"/>
                </a:cubicBezTo>
                <a:cubicBezTo>
                  <a:pt x="8904365" y="7807553"/>
                  <a:pt x="9021001" y="7897734"/>
                  <a:pt x="9032153" y="8010534"/>
                </a:cubicBezTo>
                <a:cubicBezTo>
                  <a:pt x="9059684" y="8163708"/>
                  <a:pt x="9015756" y="8324665"/>
                  <a:pt x="9002483" y="8471499"/>
                </a:cubicBezTo>
                <a:cubicBezTo>
                  <a:pt x="8994654" y="8805276"/>
                  <a:pt x="9068915" y="9150017"/>
                  <a:pt x="9148128" y="9421699"/>
                </a:cubicBezTo>
                <a:cubicBezTo>
                  <a:pt x="9208652" y="9560485"/>
                  <a:pt x="9293326" y="9664604"/>
                  <a:pt x="9320858" y="9817779"/>
                </a:cubicBezTo>
                <a:cubicBezTo>
                  <a:pt x="9366556" y="10009795"/>
                  <a:pt x="9535149" y="10219117"/>
                  <a:pt x="9579815" y="10411583"/>
                </a:cubicBezTo>
                <a:cubicBezTo>
                  <a:pt x="9605794" y="10471153"/>
                  <a:pt x="9544455" y="10592185"/>
                  <a:pt x="9537441" y="10666144"/>
                </a:cubicBezTo>
                <a:cubicBezTo>
                  <a:pt x="9568588" y="10912023"/>
                  <a:pt x="9801105" y="11093467"/>
                  <a:pt x="9693499" y="11375721"/>
                </a:cubicBezTo>
                <a:cubicBezTo>
                  <a:pt x="9391075" y="11295663"/>
                  <a:pt x="9538180" y="11019566"/>
                  <a:pt x="9437126" y="10875072"/>
                </a:cubicBezTo>
                <a:cubicBezTo>
                  <a:pt x="9353206" y="10769870"/>
                  <a:pt x="9253706" y="10718981"/>
                  <a:pt x="9155236" y="10667642"/>
                </a:cubicBezTo>
                <a:cubicBezTo>
                  <a:pt x="8974677" y="10605338"/>
                  <a:pt x="8875176" y="10554449"/>
                  <a:pt x="8718766" y="10457478"/>
                </a:cubicBezTo>
                <a:cubicBezTo>
                  <a:pt x="8610698" y="10386943"/>
                  <a:pt x="8526778" y="10281740"/>
                  <a:pt x="8424694" y="10137697"/>
                </a:cubicBezTo>
                <a:cubicBezTo>
                  <a:pt x="8214757" y="10182486"/>
                  <a:pt x="8357371" y="10332237"/>
                  <a:pt x="8374506" y="10371528"/>
                </a:cubicBezTo>
                <a:cubicBezTo>
                  <a:pt x="8409052" y="10450745"/>
                  <a:pt x="8516365" y="10522363"/>
                  <a:pt x="8510106" y="10595238"/>
                </a:cubicBezTo>
                <a:cubicBezTo>
                  <a:pt x="8553496" y="10694734"/>
                  <a:pt x="8531655" y="10821922"/>
                  <a:pt x="8566201" y="10901138"/>
                </a:cubicBezTo>
                <a:cubicBezTo>
                  <a:pt x="8706969" y="11311156"/>
                  <a:pt x="9017146" y="11670679"/>
                  <a:pt x="8865612" y="12113889"/>
                </a:cubicBezTo>
                <a:cubicBezTo>
                  <a:pt x="9170619" y="12287102"/>
                  <a:pt x="8950270" y="12572513"/>
                  <a:pt x="9214471" y="12739386"/>
                </a:cubicBezTo>
                <a:cubicBezTo>
                  <a:pt x="9199921" y="12793249"/>
                  <a:pt x="9013102" y="12803821"/>
                  <a:pt x="9007119" y="12877330"/>
                </a:cubicBezTo>
                <a:cubicBezTo>
                  <a:pt x="9220379" y="13279117"/>
                  <a:pt x="9266815" y="13824556"/>
                  <a:pt x="9480075" y="14226343"/>
                </a:cubicBezTo>
                <a:cubicBezTo>
                  <a:pt x="9362625" y="14395980"/>
                  <a:pt x="9225993" y="14172721"/>
                  <a:pt x="9238991" y="14025253"/>
                </a:cubicBezTo>
                <a:cubicBezTo>
                  <a:pt x="9172483" y="13959975"/>
                  <a:pt x="8993477" y="13991276"/>
                  <a:pt x="8918125" y="13905719"/>
                </a:cubicBezTo>
                <a:cubicBezTo>
                  <a:pt x="8861276" y="13600903"/>
                  <a:pt x="8601227" y="13266284"/>
                  <a:pt x="8366127" y="12991685"/>
                </a:cubicBezTo>
                <a:cubicBezTo>
                  <a:pt x="8249491" y="12901505"/>
                  <a:pt x="8119059" y="12864104"/>
                  <a:pt x="8075670" y="12764609"/>
                </a:cubicBezTo>
                <a:cubicBezTo>
                  <a:pt x="7992027" y="12660040"/>
                  <a:pt x="7972031" y="12526961"/>
                  <a:pt x="7896956" y="12442038"/>
                </a:cubicBezTo>
                <a:cubicBezTo>
                  <a:pt x="7688865" y="12226559"/>
                  <a:pt x="7424386" y="12059054"/>
                  <a:pt x="7232399" y="11883316"/>
                </a:cubicBezTo>
                <a:cubicBezTo>
                  <a:pt x="6742865" y="12167702"/>
                  <a:pt x="7422541" y="12319321"/>
                  <a:pt x="7356495" y="12606833"/>
                </a:cubicBezTo>
                <a:cubicBezTo>
                  <a:pt x="7067868" y="12473994"/>
                  <a:pt x="6952801" y="12122912"/>
                  <a:pt x="6688323" y="11955406"/>
                </a:cubicBezTo>
                <a:cubicBezTo>
                  <a:pt x="6381470" y="12042461"/>
                  <a:pt x="6665667" y="12342413"/>
                  <a:pt x="6534205" y="12305462"/>
                </a:cubicBezTo>
                <a:cubicBezTo>
                  <a:pt x="6517070" y="12266171"/>
                  <a:pt x="6453146" y="12294048"/>
                  <a:pt x="6388192" y="12322375"/>
                </a:cubicBezTo>
                <a:cubicBezTo>
                  <a:pt x="6351800" y="12503426"/>
                  <a:pt x="6248162" y="12265778"/>
                  <a:pt x="6248162" y="12265778"/>
                </a:cubicBezTo>
                <a:cubicBezTo>
                  <a:pt x="6213616" y="12186562"/>
                  <a:pt x="6212062" y="12092958"/>
                  <a:pt x="6177516" y="12013742"/>
                </a:cubicBezTo>
                <a:cubicBezTo>
                  <a:pt x="6083999" y="11889344"/>
                  <a:pt x="5942416" y="11739143"/>
                  <a:pt x="5849929" y="11614295"/>
                </a:cubicBezTo>
                <a:cubicBezTo>
                  <a:pt x="5646790" y="11325758"/>
                  <a:pt x="5547582" y="10920996"/>
                  <a:pt x="5179173" y="10869714"/>
                </a:cubicBezTo>
                <a:cubicBezTo>
                  <a:pt x="4994938" y="10973441"/>
                  <a:pt x="5263846" y="10973833"/>
                  <a:pt x="5210320" y="11115594"/>
                </a:cubicBezTo>
                <a:cubicBezTo>
                  <a:pt x="4903190" y="11202015"/>
                  <a:pt x="4854908" y="10916844"/>
                  <a:pt x="4753854" y="10772351"/>
                </a:cubicBezTo>
                <a:cubicBezTo>
                  <a:pt x="4644233" y="10608211"/>
                  <a:pt x="4524736" y="10424243"/>
                  <a:pt x="4455644" y="10265811"/>
                </a:cubicBezTo>
                <a:cubicBezTo>
                  <a:pt x="4365742" y="10234117"/>
                  <a:pt x="4251691" y="10237091"/>
                  <a:pt x="4170356" y="10225043"/>
                </a:cubicBezTo>
                <a:cubicBezTo>
                  <a:pt x="4247553" y="10050332"/>
                  <a:pt x="4019174" y="10055647"/>
                  <a:pt x="3944099" y="9970724"/>
                </a:cubicBezTo>
                <a:cubicBezTo>
                  <a:pt x="3801208" y="9820339"/>
                  <a:pt x="3779936" y="9594289"/>
                  <a:pt x="3628478" y="9424259"/>
                </a:cubicBezTo>
                <a:cubicBezTo>
                  <a:pt x="3579381" y="9398906"/>
                  <a:pt x="3536268" y="9300045"/>
                  <a:pt x="3478327" y="9254413"/>
                </a:cubicBezTo>
                <a:cubicBezTo>
                  <a:pt x="3161891" y="8967766"/>
                  <a:pt x="3136542" y="8296222"/>
                  <a:pt x="2682660" y="8046134"/>
                </a:cubicBezTo>
                <a:cubicBezTo>
                  <a:pt x="2798834" y="7783526"/>
                  <a:pt x="2413013" y="7692319"/>
                  <a:pt x="2486073" y="7330849"/>
                </a:cubicBezTo>
                <a:cubicBezTo>
                  <a:pt x="2308098" y="7361701"/>
                  <a:pt x="2402154" y="7225646"/>
                  <a:pt x="2334615" y="7160819"/>
                </a:cubicBezTo>
                <a:cubicBezTo>
                  <a:pt x="2276951" y="7115821"/>
                  <a:pt x="2154056" y="7098515"/>
                  <a:pt x="2096115" y="7052883"/>
                </a:cubicBezTo>
                <a:cubicBezTo>
                  <a:pt x="2053002" y="6954022"/>
                  <a:pt x="2065999" y="6806554"/>
                  <a:pt x="2022886" y="6707693"/>
                </a:cubicBezTo>
                <a:cubicBezTo>
                  <a:pt x="1955347" y="6642865"/>
                  <a:pt x="1856877" y="6591525"/>
                  <a:pt x="1781802" y="6506603"/>
                </a:cubicBezTo>
                <a:cubicBezTo>
                  <a:pt x="1738688" y="6407741"/>
                  <a:pt x="1759222" y="6280368"/>
                  <a:pt x="1675579" y="6175800"/>
                </a:cubicBezTo>
                <a:cubicBezTo>
                  <a:pt x="1606487" y="6017368"/>
                  <a:pt x="1449046" y="5920846"/>
                  <a:pt x="1298895" y="5751000"/>
                </a:cubicBezTo>
                <a:cubicBezTo>
                  <a:pt x="1196810" y="5606957"/>
                  <a:pt x="1127718" y="5448524"/>
                  <a:pt x="1009253" y="5264106"/>
                </a:cubicBezTo>
                <a:cubicBezTo>
                  <a:pt x="968723" y="5258398"/>
                  <a:pt x="877790" y="5227155"/>
                  <a:pt x="869223" y="5207509"/>
                </a:cubicBezTo>
                <a:cubicBezTo>
                  <a:pt x="819850" y="5181523"/>
                  <a:pt x="891064" y="5080321"/>
                  <a:pt x="833123" y="5034689"/>
                </a:cubicBezTo>
                <a:cubicBezTo>
                  <a:pt x="824556" y="5015044"/>
                  <a:pt x="750758" y="5023091"/>
                  <a:pt x="701661" y="4997738"/>
                </a:cubicBezTo>
                <a:cubicBezTo>
                  <a:pt x="643720" y="4952106"/>
                  <a:pt x="667115" y="4918522"/>
                  <a:pt x="609174" y="4872890"/>
                </a:cubicBezTo>
                <a:cubicBezTo>
                  <a:pt x="550203" y="4827708"/>
                  <a:pt x="443166" y="4756724"/>
                  <a:pt x="393038" y="4731821"/>
                </a:cubicBezTo>
                <a:cubicBezTo>
                  <a:pt x="358492" y="4652605"/>
                  <a:pt x="403451" y="4491198"/>
                  <a:pt x="351770" y="4372691"/>
                </a:cubicBezTo>
                <a:cubicBezTo>
                  <a:pt x="341373" y="4258807"/>
                  <a:pt x="233305" y="4188273"/>
                  <a:pt x="198759" y="4109057"/>
                </a:cubicBezTo>
                <a:cubicBezTo>
                  <a:pt x="196174" y="4015903"/>
                  <a:pt x="252562" y="3967930"/>
                  <a:pt x="241410" y="3855129"/>
                </a:cubicBezTo>
                <a:cubicBezTo>
                  <a:pt x="255961" y="3801266"/>
                  <a:pt x="172318" y="3696697"/>
                  <a:pt x="154906" y="3656773"/>
                </a:cubicBezTo>
                <a:cubicBezTo>
                  <a:pt x="66095" y="3365895"/>
                  <a:pt x="-34959" y="3221401"/>
                  <a:pt x="11846" y="2799728"/>
                </a:cubicBezTo>
                <a:cubicBezTo>
                  <a:pt x="18106" y="2726853"/>
                  <a:pt x="97610" y="2644662"/>
                  <a:pt x="126988" y="2537569"/>
                </a:cubicBezTo>
                <a:cubicBezTo>
                  <a:pt x="178207" y="2303288"/>
                  <a:pt x="156658" y="2076604"/>
                  <a:pt x="209430" y="1935926"/>
                </a:cubicBezTo>
                <a:cubicBezTo>
                  <a:pt x="233855" y="1901893"/>
                  <a:pt x="321174" y="1840432"/>
                  <a:pt x="345323" y="1805764"/>
                </a:cubicBezTo>
                <a:cubicBezTo>
                  <a:pt x="368717" y="1772180"/>
                  <a:pt x="342738" y="1712610"/>
                  <a:pt x="389527" y="1645441"/>
                </a:cubicBezTo>
                <a:cubicBezTo>
                  <a:pt x="413952" y="1611407"/>
                  <a:pt x="477876" y="1583531"/>
                  <a:pt x="492426" y="1529667"/>
                </a:cubicBezTo>
                <a:cubicBezTo>
                  <a:pt x="572208" y="1448110"/>
                  <a:pt x="831810" y="1075435"/>
                  <a:pt x="998633" y="931783"/>
                </a:cubicBezTo>
                <a:cubicBezTo>
                  <a:pt x="1166488" y="787683"/>
                  <a:pt x="1450223" y="734846"/>
                  <a:pt x="1559382" y="546197"/>
                </a:cubicBezTo>
                <a:cubicBezTo>
                  <a:pt x="1925207" y="504324"/>
                  <a:pt x="2235735" y="251239"/>
                  <a:pt x="2606511" y="136307"/>
                </a:cubicBezTo>
                <a:cubicBezTo>
                  <a:pt x="2711996" y="113688"/>
                  <a:pt x="2729407" y="153612"/>
                  <a:pt x="2793330" y="125736"/>
                </a:cubicBezTo>
                <a:cubicBezTo>
                  <a:pt x="2866852" y="117054"/>
                  <a:pt x="2881679" y="63825"/>
                  <a:pt x="3068222" y="52619"/>
                </a:cubicBezTo>
                <a:cubicBezTo>
                  <a:pt x="3342798" y="21690"/>
                  <a:pt x="3708564" y="3602"/>
                  <a:pt x="4070161" y="484"/>
                </a:cubicBezTo>
                <a:close/>
              </a:path>
            </a:pathLst>
          </a:custGeom>
        </p:spPr>
      </p:pic>
      <p:sp>
        <p:nvSpPr>
          <p:cNvPr id="5" name="文本框 4" descr="e7d195523061f1c01d60fa9f1cfcbfb3d7dea265119d71e15FBB43640B43E9A75E03FE54C774D5D4779ED45933E78901D3CB0E69E39D04A9E1E9B25CF060C4BCA4D072860494D0D8E683C2FE58414E15C66AA69E7072AB1AAB1F13020415A9D4DFE44394C3931EDB22BBB2A8354FA2C19074D2B2203AA5BD2AEA68B4E39F5307AA9B2D67485206DA"/>
          <p:cNvSpPr txBox="1"/>
          <p:nvPr/>
        </p:nvSpPr>
        <p:spPr>
          <a:xfrm>
            <a:off x="6572250" y="975360"/>
            <a:ext cx="4343400" cy="1106805"/>
          </a:xfrm>
          <a:prstGeom prst="rect">
            <a:avLst/>
          </a:prstGeom>
          <a:noFill/>
        </p:spPr>
        <p:txBody>
          <a:bodyPr wrap="square" rtlCol="0">
            <a:spAutoFit/>
          </a:bodyPr>
          <a:lstStyle/>
          <a:p>
            <a:pPr algn="l"/>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松</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柏</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之</a:t>
            </a:r>
            <a:r>
              <a:rPr kumimoji="1" lang="en-US" altLang="zh-CN"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 </a:t>
            </a:r>
            <a:r>
              <a:rPr kumimoji="1" lang="zh-CN" altLang="en-US" sz="6600" dirty="0">
                <a:solidFill>
                  <a:schemeClr val="accent6">
                    <a:lumMod val="50000"/>
                  </a:schemeClr>
                </a:solidFill>
                <a:latin typeface="思源宋体 CN Heavy" pitchFamily="18" charset="-122"/>
                <a:ea typeface="思源宋体 CN Heavy" pitchFamily="18" charset="-122"/>
                <a:cs typeface="Aa新华惊马体" panose="02010600010101010101" charset="-122"/>
                <a:sym typeface="Arial" panose="020B0604020202020204" pitchFamily="34" charset="0"/>
              </a:rPr>
              <a:t>茂</a:t>
            </a:r>
            <a:endParaRPr kumimoji="1" lang="en-US" altLang="zh-CN" sz="3200" dirty="0">
              <a:solidFill>
                <a:schemeClr val="bg1"/>
              </a:solidFill>
              <a:latin typeface="思源宋体 CN Heavy" pitchFamily="18" charset="-122"/>
              <a:ea typeface="思源宋体 CN Heavy" pitchFamily="18" charset="-122"/>
              <a:cs typeface="Aa新华惊马体" panose="02010600010101010101" charset="-122"/>
              <a:sym typeface="Arial" panose="020B0604020202020204" pitchFamily="34" charset="0"/>
            </a:endParaRPr>
          </a:p>
        </p:txBody>
      </p:sp>
      <p:sp>
        <p:nvSpPr>
          <p:cNvPr id="10" name="矩形 9"/>
          <p:cNvSpPr/>
          <p:nvPr>
            <p:custDataLst>
              <p:tags r:id="R7a2d906a88944b23"/>
            </p:custDataLst>
          </p:nvPr>
        </p:nvSpPr>
        <p:spPr>
          <a:xfrm>
            <a:off x="6891973" y="2665730"/>
            <a:ext cx="3703955" cy="810260"/>
          </a:xfrm>
          <a:prstGeom prst="rect">
            <a:avLst/>
          </a:prstGeom>
        </p:spPr>
        <p:txBody>
          <a:bodyPr wrap="square">
            <a:spAutoFit/>
          </a:bodyPr>
          <a:lstStyle/>
          <a:p>
            <a:pPr indent="0" algn="l"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9" name="矩形 8"/>
          <p:cNvSpPr/>
          <p:nvPr>
            <p:custDataLst>
              <p:tags r:id="R386d1f38f18a4bb5"/>
            </p:custDataLst>
          </p:nvPr>
        </p:nvSpPr>
        <p:spPr>
          <a:xfrm>
            <a:off x="6891973" y="3844925"/>
            <a:ext cx="3703955" cy="810260"/>
          </a:xfrm>
          <a:prstGeom prst="rect">
            <a:avLst/>
          </a:prstGeom>
        </p:spPr>
        <p:txBody>
          <a:bodyPr wrap="square">
            <a:spAutoFit/>
          </a:bodyPr>
          <a:lstStyle/>
          <a:p>
            <a:pPr indent="0" algn="l"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1" dur="1000" fill="hold" nodeType="afterEffect">
                                  <p:stCondLst>
                                    <p:cond delay="0"/>
                                  </p:stCondLst>
                                  <p:childTnLst>
                                    <p:set>
                                      <p:cBhvr>
                                        <p:cTn id="6" dur="1000" fill="hold">
                                          <p:stCondLst>
                                            <p:cond delay="0"/>
                                          </p:stCondLst>
                                        </p:cTn>
                                        <p:tgtEl>
                                          <p:spTgt spid="3"/>
                                        </p:tgtEl>
                                        <p:attrNameLst>
                                          <p:attrName>style.visibility</p:attrName>
                                        </p:attrNameLst>
                                      </p:cBhvr>
                                      <p:to>
                                        <p:strVal val="visible"/>
                                      </p:to>
                                    </p:set>
                                    <p:anim calcmode="lin" valueType="num">
                                      <p:cBhvr additive="base">
                                        <p:cTn id="7" dur="1000"/>
                                        <p:tgtEl>
                                          <p:spTgt spid="3"/>
                                        </p:tgtEl>
                                        <p:attrNameLst>
                                          <p:attrName>ppt_y</p:attrName>
                                        </p:attrNameLst>
                                      </p:cBhvr>
                                      <p:tavLst>
                                        <p:tav tm="0">
                                          <p:val>
                                            <p:strVal val="#ppt_y-#ppt_h*1.125000"/>
                                          </p:val>
                                        </p:tav>
                                        <p:tav tm="100000">
                                          <p:val>
                                            <p:strVal val="#ppt_y"/>
                                          </p:val>
                                        </p:tav>
                                      </p:tavLst>
                                    </p:anim>
                                    <p:animEffect transition="in" filter="wipe(down)">
                                      <p:cBhvr>
                                        <p:cTn id="8" dur="1000"/>
                                        <p:tgtEl>
                                          <p:spTgt spid="3"/>
                                        </p:tgtEl>
                                      </p:cBhvr>
                                    </p:animEffect>
                                  </p:childTnLst>
                                </p:cTn>
                              </p:par>
                            </p:childTnLst>
                          </p:cTn>
                        </p:par>
                        <p:par>
                          <p:cTn id="9" fill="hold" nodeType="afterGroup">
                            <p:stCondLst>
                              <p:cond delay="1000"/>
                            </p:stCondLst>
                            <p:childTnLst>
                              <p:par>
                                <p:cTn id="10" presetID="12" presetClass="entr" presetSubtype="8" dur="1000" fill="hold" grpId="0" nodeType="afterEffect">
                                  <p:stCondLst>
                                    <p:cond delay="0"/>
                                  </p:stCondLst>
                                  <p:childTnLst>
                                    <p:set>
                                      <p:cBhvr>
                                        <p:cTn id="11" dur="1000" fill="hold">
                                          <p:stCondLst>
                                            <p:cond delay="0"/>
                                          </p:stCondLst>
                                        </p:cTn>
                                        <p:tgtEl>
                                          <p:spTgt spid="2"/>
                                        </p:tgtEl>
                                        <p:attrNameLst>
                                          <p:attrName>style.visibility</p:attrName>
                                        </p:attrNameLst>
                                      </p:cBhvr>
                                      <p:to>
                                        <p:strVal val="visible"/>
                                      </p:to>
                                    </p:set>
                                    <p:anim calcmode="lin" valueType="num">
                                      <p:cBhvr additive="base">
                                        <p:cTn id="12" dur="1000"/>
                                        <p:tgtEl>
                                          <p:spTgt spid="2"/>
                                        </p:tgtEl>
                                        <p:attrNameLst>
                                          <p:attrName>ppt_x</p:attrName>
                                        </p:attrNameLst>
                                      </p:cBhvr>
                                      <p:tavLst>
                                        <p:tav tm="0">
                                          <p:val>
                                            <p:strVal val="#ppt_x-#ppt_w*1.125000"/>
                                          </p:val>
                                        </p:tav>
                                        <p:tav tm="100000">
                                          <p:val>
                                            <p:strVal val="#ppt_x"/>
                                          </p:val>
                                        </p:tav>
                                      </p:tavLst>
                                    </p:anim>
                                    <p:animEffect transition="in" filter="wipe(right)">
                                      <p:cBhvr>
                                        <p:cTn id="13" dur="1000"/>
                                        <p:tgtEl>
                                          <p:spTgt spid="2"/>
                                        </p:tgtEl>
                                      </p:cBhvr>
                                    </p:animEffect>
                                  </p:childTnLst>
                                </p:cTn>
                              </p:par>
                            </p:childTnLst>
                          </p:cTn>
                        </p:par>
                        <p:par>
                          <p:cTn id="14" fill="hold" nodeType="afterGroup">
                            <p:stCondLst>
                              <p:cond delay="2000"/>
                            </p:stCondLst>
                            <p:childTnLst>
                              <p:par>
                                <p:cTn id="15" presetID="22" presetClass="entr" presetSubtype="8" dur="1000" fill="hold" grpId="0" nodeType="afterEffect">
                                  <p:stCondLst>
                                    <p:cond delay="0"/>
                                  </p:stCondLst>
                                  <p:childTnLst>
                                    <p:set>
                                      <p:cBhvr>
                                        <p:cTn id="16" dur="1000"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par>
                          <p:cTn id="18" fill="hold" nodeType="afterGroup">
                            <p:stCondLst>
                              <p:cond delay="3000"/>
                            </p:stCondLst>
                            <p:childTnLst>
                              <p:par>
                                <p:cTn id="19" presetID="22" presetClass="entr" presetSubtype="1" dur="1000" fill="hold" grpId="0" nodeType="afterEffect">
                                  <p:stCondLst>
                                    <p:cond delay="0"/>
                                  </p:stCondLst>
                                  <p:childTnLst>
                                    <p:set>
                                      <p:cBhvr>
                                        <p:cTn id="20" dur="1000" fill="hold">
                                          <p:stCondLst>
                                            <p:cond delay="0"/>
                                          </p:stCondLst>
                                        </p:cTn>
                                        <p:tgtEl>
                                          <p:spTgt spid="10"/>
                                        </p:tgtEl>
                                        <p:attrNameLst>
                                          <p:attrName>style.visibility</p:attrName>
                                        </p:attrNameLst>
                                      </p:cBhvr>
                                      <p:to>
                                        <p:strVal val="visible"/>
                                      </p:to>
                                    </p:set>
                                    <p:animEffect transition="in" filter="wipe(up)">
                                      <p:cBhvr>
                                        <p:cTn id="21" dur="1000"/>
                                        <p:tgtEl>
                                          <p:spTgt spid="10"/>
                                        </p:tgtEl>
                                      </p:cBhvr>
                                    </p:animEffect>
                                  </p:childTnLst>
                                </p:cTn>
                              </p:par>
                            </p:childTnLst>
                          </p:cTn>
                        </p:par>
                        <p:par>
                          <p:cTn id="22" fill="hold" nodeType="afterGroup">
                            <p:stCondLst>
                              <p:cond delay="4000"/>
                            </p:stCondLst>
                            <p:childTnLst>
                              <p:par>
                                <p:cTn id="23" presetID="22" presetClass="entr" presetSubtype="1" dur="1000" fill="hold" grpId="0" nodeType="afterEffect">
                                  <p:stCondLst>
                                    <p:cond delay="0"/>
                                  </p:stCondLst>
                                  <p:childTnLst>
                                    <p:set>
                                      <p:cBhvr>
                                        <p:cTn id="24" dur="1000" fill="hold">
                                          <p:stCondLst>
                                            <p:cond delay="0"/>
                                          </p:stCondLst>
                                        </p:cTn>
                                        <p:tgtEl>
                                          <p:spTgt spid="9"/>
                                        </p:tgtEl>
                                        <p:attrNameLst>
                                          <p:attrName>style.visibility</p:attrName>
                                        </p:attrNameLst>
                                      </p:cBhvr>
                                      <p:to>
                                        <p:strVal val="visible"/>
                                      </p:to>
                                    </p:set>
                                    <p:animEffect transition="in" filter="wipe(up)">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10"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4" name="图片 3" descr="new-P-1524215-79635798O"/>
          <p:cNvPicPr>
            <a:picLocks noChangeAspect="1"/>
          </p:cNvPicPr>
          <p:nvPr>
            <p:custDataLst>
              <p:tags r:id="R8dc1e955d95e4ba1"/>
            </p:custDataLst>
          </p:nvPr>
        </p:nvPicPr>
        <p:blipFill>
          <a:blip r:embed="R6811da9ee6834584">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67" name="Picture 4" descr="C:/兼职/觅知网/2月/国风实拍松柏/松柏/P-1618107-FC739ECC.jpgP-1618107-FC739ECC"/>
          <p:cNvPicPr>
            <a:picLocks noChangeAspect="1" noChangeArrowheads="1"/>
          </p:cNvPicPr>
          <p:nvPr/>
        </p:nvPicPr>
        <p:blipFill>
          <a:blip r:embed="R3a1612f3a2ae4a1a" cstate="screen">
            <a:extLst>
              <a:ext uri="{28A0092B-C50C-407E-A947-70E740481C1C}">
                <a14:useLocalDpi xmlns:a14="http://schemas.microsoft.com/office/drawing/2010/main"/>
              </a:ext>
            </a:extLst>
          </a:blip>
          <a:srcRect/>
          <a:stretch>
            <a:fillRect/>
          </a:stretch>
        </p:blipFill>
        <p:spPr bwMode="auto">
          <a:xfrm>
            <a:off x="-22860" y="-70485"/>
            <a:ext cx="4679315" cy="6998335"/>
          </a:xfrm>
          <a:prstGeom prst="rect">
            <a:avLst/>
          </a:prstGeom>
          <a:noFill/>
          <a:extLst>
            <a:ext uri="{909E8E84-426E-40DD-AFC4-6F175D3DCCD1}">
              <a14:hiddenFill xmlns:a14="http://schemas.microsoft.com/office/drawing/2010/main">
                <a:solidFill>
                  <a:srgbClr val="FFFFFF"/>
                </a:solidFill>
              </a14:hiddenFill>
            </a:ext>
          </a:extLst>
        </p:spPr>
      </p:pic>
      <p:sp>
        <p:nvSpPr>
          <p:cNvPr id="68" name="矩形 67"/>
          <p:cNvSpPr/>
          <p:nvPr/>
        </p:nvSpPr>
        <p:spPr>
          <a:xfrm>
            <a:off x="2004882" y="2335427"/>
            <a:ext cx="9220201" cy="2471351"/>
          </a:xfrm>
          <a:prstGeom prst="rect">
            <a:avLst/>
          </a:prstGeom>
          <a:solidFill>
            <a:schemeClr val="bg1">
              <a:alpha val="9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方正清刻本悦宋简体" panose="02000000000000000000" charset="-122"/>
              <a:sym typeface="Arial" panose="020B0604020202020204" pitchFamily="34" charset="0"/>
            </a:endParaRPr>
          </a:p>
        </p:txBody>
      </p:sp>
      <p:sp>
        <p:nvSpPr>
          <p:cNvPr id="38" name="文本框 37"/>
          <p:cNvSpPr txBox="1"/>
          <p:nvPr/>
        </p:nvSpPr>
        <p:spPr>
          <a:xfrm>
            <a:off x="4224020" y="2708275"/>
            <a:ext cx="6690360" cy="1753235"/>
          </a:xfrm>
          <a:prstGeom prst="rect">
            <a:avLst/>
          </a:prstGeom>
        </p:spPr>
        <p:txBody>
          <a:bodyPr vert="horz" wrap="square">
            <a:spAutoFit/>
          </a:bodyPr>
          <a:lstStyle>
            <a:defPPr>
              <a:defRPr lang="zh-CN"/>
            </a:defPPr>
            <a:lvl1pPr algn="ctr">
              <a:defRPr sz="2000">
                <a:solidFill>
                  <a:srgbClr val="494848"/>
                </a:solidFill>
                <a:latin typeface="汉仪良品线简" panose="00020600040101010101" pitchFamily="18" charset="-122"/>
                <a:ea typeface="汉仪良品线简" panose="00020600040101010101" pitchFamily="18" charset="-122"/>
              </a:defRPr>
            </a:lvl1pPr>
          </a:lstStyle>
          <a:p>
            <a:pPr algn="ctr"/>
            <a:r>
              <a:rPr lang="zh-CN" altLang="en-US" sz="10800" dirty="0">
                <a:solidFill>
                  <a:schemeClr val="accent6">
                    <a:lumMod val="50000"/>
                  </a:schemeClr>
                </a:solidFill>
                <a:latin typeface="思源宋体 CN Heavy" pitchFamily="18" charset="-122"/>
                <a:ea typeface="思源宋体 CN Heavy" pitchFamily="18" charset="-122"/>
                <a:sym typeface="Arial" panose="020B0604020202020204" pitchFamily="34" charset="0"/>
              </a:rPr>
              <a:t>冬夏青青</a:t>
            </a:r>
          </a:p>
        </p:txBody>
      </p:sp>
      <p:grpSp>
        <p:nvGrpSpPr>
          <p:cNvPr id="2" name="组合 1"/>
          <p:cNvGrpSpPr/>
          <p:nvPr/>
        </p:nvGrpSpPr>
        <p:grpSpPr>
          <a:xfrm>
            <a:off x="2331085" y="2623820"/>
            <a:ext cx="1935480" cy="1960245"/>
            <a:chOff x="3671" y="4132"/>
            <a:chExt cx="3048" cy="3087"/>
          </a:xfrm>
        </p:grpSpPr>
        <p:sp>
          <p:nvSpPr>
            <p:cNvPr id="69" name="矩形 68"/>
            <p:cNvSpPr/>
            <p:nvPr/>
          </p:nvSpPr>
          <p:spPr>
            <a:xfrm>
              <a:off x="3671" y="4132"/>
              <a:ext cx="2981" cy="2981"/>
            </a:xfrm>
            <a:prstGeom prst="rect">
              <a:avLst/>
            </a:prstGeom>
            <a:solidFill>
              <a:srgbClr val="47807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dirty="0">
                <a:solidFill>
                  <a:schemeClr val="bg1"/>
                </a:solidFill>
                <a:latin typeface="思源宋体 CN Heavy" pitchFamily="18" charset="-122"/>
                <a:ea typeface="方正清刻本悦宋简体" panose="02000000000000000000" charset="-122"/>
                <a:sym typeface="Arial" panose="020B0604020202020204" pitchFamily="34" charset="0"/>
              </a:endParaRPr>
            </a:p>
          </p:txBody>
        </p:sp>
        <p:cxnSp>
          <p:nvCxnSpPr>
            <p:cNvPr id="3" name="直接连接符 2"/>
            <p:cNvCxnSpPr/>
            <p:nvPr/>
          </p:nvCxnSpPr>
          <p:spPr>
            <a:xfrm>
              <a:off x="3771" y="4245"/>
              <a:ext cx="2948" cy="2974"/>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1"/>
            </p:cNvCxnSpPr>
            <p:nvPr/>
          </p:nvCxnSpPr>
          <p:spPr>
            <a:xfrm>
              <a:off x="3671" y="5623"/>
              <a:ext cx="3048" cy="0"/>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3671" y="4132"/>
              <a:ext cx="2981" cy="2895"/>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a:endCxn id="69" idx="0"/>
            </p:cNvCxnSpPr>
            <p:nvPr/>
          </p:nvCxnSpPr>
          <p:spPr>
            <a:xfrm flipH="1" flipV="1">
              <a:off x="5162" y="4132"/>
              <a:ext cx="0" cy="3087"/>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2438762" y="2643478"/>
            <a:ext cx="1681480" cy="1906905"/>
          </a:xfrm>
          <a:prstGeom prst="rect">
            <a:avLst/>
          </a:prstGeom>
        </p:spPr>
        <p:txBody>
          <a:bodyPr wrap="none">
            <a:spAutoFit/>
          </a:bodyPr>
          <a:lstStyle/>
          <a:p>
            <a:pPr algn="ctr"/>
            <a:r>
              <a:rPr lang="zh-CN" altLang="en-US" sz="11800" dirty="0">
                <a:solidFill>
                  <a:schemeClr val="bg1"/>
                </a:solidFill>
                <a:latin typeface="华文行楷" pitchFamily="2" charset="-122"/>
                <a:ea typeface="华文行楷" pitchFamily="2" charset="-122"/>
                <a:sym typeface="Arial" panose="020B0604020202020204" pitchFamily="34" charset="0"/>
              </a:rPr>
              <a:t>贰</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1000" fill="hold"/>
                                        <p:tgtEl>
                                          <p:spTgt spid="68"/>
                                        </p:tgtEl>
                                        <p:attrNameLst>
                                          <p:attrName>ppt_w</p:attrName>
                                        </p:attrNameLst>
                                      </p:cBhvr>
                                      <p:tavLst>
                                        <p:tav tm="0">
                                          <p:val>
                                            <p:strVal val="#ppt_w*0.70"/>
                                          </p:val>
                                        </p:tav>
                                        <p:tav tm="100000">
                                          <p:val>
                                            <p:strVal val="#ppt_w"/>
                                          </p:val>
                                        </p:tav>
                                      </p:tavLst>
                                    </p:anim>
                                    <p:anim calcmode="lin" valueType="num">
                                      <p:cBhvr>
                                        <p:cTn id="8" dur="1000" fill="hold"/>
                                        <p:tgtEl>
                                          <p:spTgt spid="68"/>
                                        </p:tgtEl>
                                        <p:attrNameLst>
                                          <p:attrName>ppt_h</p:attrName>
                                        </p:attrNameLst>
                                      </p:cBhvr>
                                      <p:tavLst>
                                        <p:tav tm="0">
                                          <p:val>
                                            <p:strVal val="#ppt_h"/>
                                          </p:val>
                                        </p:tav>
                                        <p:tav tm="100000">
                                          <p:val>
                                            <p:strVal val="#ppt_h"/>
                                          </p:val>
                                        </p:tav>
                                      </p:tavLst>
                                    </p:anim>
                                    <p:animEffect transition="in" filter="fade">
                                      <p:cBhvr>
                                        <p:cTn id="9" dur="1000"/>
                                        <p:tgtEl>
                                          <p:spTgt spid="68"/>
                                        </p:tgtEl>
                                      </p:cBhvr>
                                    </p:animEffect>
                                  </p:childTnLst>
                                </p:cTn>
                              </p:par>
                            </p:childTnLst>
                          </p:cTn>
                        </p:par>
                        <p:par>
                          <p:cTn id="10" fill="hold" nodeType="afterGroup">
                            <p:stCondLst>
                              <p:cond delay="1000"/>
                            </p:stCondLst>
                            <p:childTnLst>
                              <p:par>
                                <p:cTn id="11" presetID="29" presetClass="entr" presetSubtype="0" dur="100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ppt_x</p:attrName>
                                        </p:attrNameLst>
                                      </p:cBhvr>
                                      <p:tavLst>
                                        <p:tav tm="0">
                                          <p:val>
                                            <p:strVal val="#ppt_x-.2"/>
                                          </p:val>
                                        </p:tav>
                                        <p:tav tm="100000">
                                          <p:val>
                                            <p:strVal val="#ppt_x"/>
                                          </p:val>
                                        </p:tav>
                                      </p:tavLst>
                                    </p:anim>
                                    <p:anim calcmode="lin" valueType="num">
                                      <p:cBhvr>
                                        <p:cTn id="14"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5" dur="1000"/>
                                        <p:tgtEl>
                                          <p:spTgt spid="2"/>
                                        </p:tgtEl>
                                      </p:cBhvr>
                                    </p:animEffect>
                                  </p:childTnLst>
                                </p:cTn>
                              </p:par>
                              <p:par>
                                <p:cTn id="16" presetID="29" presetClass="entr" presetSubtype="0" dur="1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1000" fill="hold"/>
                                        <p:tgtEl>
                                          <p:spTgt spid="10"/>
                                        </p:tgtEl>
                                        <p:attrNameLst>
                                          <p:attrName>ppt_x</p:attrName>
                                        </p:attrNameLst>
                                      </p:cBhvr>
                                      <p:tavLst>
                                        <p:tav tm="0">
                                          <p:val>
                                            <p:strVal val="#ppt_x-.2"/>
                                          </p:val>
                                        </p:tav>
                                        <p:tav tm="100000">
                                          <p:val>
                                            <p:strVal val="#ppt_x"/>
                                          </p:val>
                                        </p:tav>
                                      </p:tavLst>
                                    </p:anim>
                                    <p:anim calcmode="lin" valueType="num">
                                      <p:cBhvr>
                                        <p:cTn id="19"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20" dur="1000"/>
                                        <p:tgtEl>
                                          <p:spTgt spid="10"/>
                                        </p:tgtEl>
                                      </p:cBhvr>
                                    </p:animEffect>
                                  </p:childTnLst>
                                </p:cTn>
                              </p:par>
                            </p:childTnLst>
                          </p:cTn>
                        </p:par>
                        <p:par>
                          <p:cTn id="21" fill="hold" nodeType="afterGroup">
                            <p:stCondLst>
                              <p:cond delay="2000"/>
                            </p:stCondLst>
                            <p:childTnLst>
                              <p:par>
                                <p:cTn id="22" presetID="22" presetClass="entr" presetSubtype="8" dur="1000" fill="hold" grpId="0" nodeType="afterEffect">
                                  <p:stCondLst>
                                    <p:cond delay="0"/>
                                  </p:stCondLst>
                                  <p:childTnLst>
                                    <p:set>
                                      <p:cBhvr>
                                        <p:cTn id="23" dur="1000" fill="hold">
                                          <p:stCondLst>
                                            <p:cond delay="0"/>
                                          </p:stCondLst>
                                        </p:cTn>
                                        <p:tgtEl>
                                          <p:spTgt spid="38"/>
                                        </p:tgtEl>
                                        <p:attrNameLst>
                                          <p:attrName>style.visibility</p:attrName>
                                        </p:attrNameLst>
                                      </p:cBhvr>
                                      <p:to>
                                        <p:strVal val="visible"/>
                                      </p:to>
                                    </p:set>
                                    <p:animEffect transition="in" filter="wipe(left)">
                                      <p:cBhvr>
                                        <p:cTn id="24"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38"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5" name="图片 4" descr="new-P-1524215-79635798O"/>
          <p:cNvPicPr>
            <a:picLocks noChangeAspect="1"/>
          </p:cNvPicPr>
          <p:nvPr>
            <p:custDataLst>
              <p:tags r:id="R4deaf95a709d4d4e"/>
            </p:custDataLst>
          </p:nvPr>
        </p:nvPicPr>
        <p:blipFill>
          <a:blip r:embed="Rf83540a8d4f84476">
            <a:alphaModFix amt="12000"/>
          </a:blip>
          <a:stretch>
            <a:fillRect/>
          </a:stretch>
        </p:blipFill>
        <p:spPr>
          <a:xfrm>
            <a:off x="0" y="0"/>
            <a:ext cx="12200890" cy="6858000"/>
          </a:xfrm>
          <a:prstGeom prst="rect">
            <a:avLst/>
          </a:prstGeom>
          <a:solidFill>
            <a:schemeClr val="accent6">
              <a:lumMod val="40000"/>
              <a:lumOff val="60000"/>
            </a:schemeClr>
          </a:solidFill>
        </p:spPr>
      </p:pic>
      <p:sp>
        <p:nvSpPr>
          <p:cNvPr id="9" name="矩形 8"/>
          <p:cNvSpPr/>
          <p:nvPr>
            <p:custDataLst>
              <p:tags r:id="R27db460f874b4c11"/>
            </p:custDataLst>
          </p:nvPr>
        </p:nvSpPr>
        <p:spPr>
          <a:xfrm>
            <a:off x="1157605" y="3429000"/>
            <a:ext cx="6781165" cy="2455545"/>
          </a:xfrm>
          <a:prstGeom prst="rect">
            <a:avLst/>
          </a:prstGeom>
          <a:solidFill>
            <a:srgbClr val="4D7E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cs typeface="+mn-ea"/>
              <a:sym typeface="Arial" panose="020B0604020202020204" pitchFamily="34" charset="0"/>
            </a:endParaRPr>
          </a:p>
        </p:txBody>
      </p:sp>
      <p:sp>
        <p:nvSpPr>
          <p:cNvPr id="17" name="矩形 16"/>
          <p:cNvSpPr/>
          <p:nvPr/>
        </p:nvSpPr>
        <p:spPr>
          <a:xfrm>
            <a:off x="431800" y="427990"/>
            <a:ext cx="11328400" cy="6002655"/>
          </a:xfrm>
          <a:prstGeom prst="rect">
            <a:avLst/>
          </a:prstGeom>
          <a:noFill/>
          <a:ln w="19050">
            <a:solidFill>
              <a:srgbClr val="4D7E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cs typeface="+mn-ea"/>
              <a:sym typeface="Arial" panose="020B0604020202020204" pitchFamily="34" charset="0"/>
            </a:endParaRPr>
          </a:p>
        </p:txBody>
      </p:sp>
      <p:sp>
        <p:nvSpPr>
          <p:cNvPr id="2" name="矩形 1"/>
          <p:cNvSpPr/>
          <p:nvPr/>
        </p:nvSpPr>
        <p:spPr>
          <a:xfrm>
            <a:off x="4256405" y="1242060"/>
            <a:ext cx="7500620" cy="1438275"/>
          </a:xfrm>
          <a:prstGeom prst="rect">
            <a:avLst/>
          </a:prstGeom>
          <a:solidFill>
            <a:srgbClr val="4D7E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cs typeface="+mn-ea"/>
              <a:sym typeface="Arial" panose="020B0604020202020204" pitchFamily="34" charset="0"/>
            </a:endParaRPr>
          </a:p>
        </p:txBody>
      </p:sp>
      <p:sp>
        <p:nvSpPr>
          <p:cNvPr id="6" name="文本框 5"/>
          <p:cNvSpPr txBox="1"/>
          <p:nvPr/>
        </p:nvSpPr>
        <p:spPr>
          <a:xfrm>
            <a:off x="600710" y="1300480"/>
            <a:ext cx="5350510" cy="1322070"/>
          </a:xfrm>
          <a:prstGeom prst="rect">
            <a:avLst/>
          </a:prstGeom>
          <a:noFill/>
        </p:spPr>
        <p:txBody>
          <a:bodyPr wrap="square" rtlCol="0">
            <a:spAutoFit/>
          </a:bodyPr>
          <a:lstStyle/>
          <a:p>
            <a:pPr algn="ctr"/>
            <a:r>
              <a:rPr lang="zh-CN" altLang="en-US" sz="8000" dirty="0">
                <a:solidFill>
                  <a:srgbClr val="486052"/>
                </a:solidFill>
                <a:latin typeface="思源宋体 CN Heavy" pitchFamily="18" charset="-122"/>
                <a:ea typeface="思源宋体 CN Heavy" pitchFamily="18" charset="-122"/>
                <a:cs typeface="+mn-ea"/>
                <a:sym typeface="Arial" panose="020B0604020202020204" pitchFamily="34" charset="0"/>
              </a:rPr>
              <a:t>冬青夏</a:t>
            </a:r>
            <a:r>
              <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rPr>
              <a:t>夏</a:t>
            </a:r>
          </a:p>
        </p:txBody>
      </p:sp>
      <p:pic>
        <p:nvPicPr>
          <p:cNvPr id="7" name="图片 6" descr="P-1639202-464BB1DF"/>
          <p:cNvPicPr>
            <a:picLocks noChangeAspect="1"/>
          </p:cNvPicPr>
          <p:nvPr/>
        </p:nvPicPr>
        <p:blipFill>
          <a:blip r:embed="R768c729bd18f4d3a" cstate="screen">
            <a:extLst>
              <a:ext uri="{28A0092B-C50C-407E-A947-70E740481C1C}">
                <a14:useLocalDpi xmlns:a14="http://schemas.microsoft.com/office/drawing/2010/main"/>
              </a:ext>
            </a:extLst>
          </a:blip>
          <a:stretch>
            <a:fillRect/>
          </a:stretch>
        </p:blipFill>
        <p:spPr>
          <a:xfrm>
            <a:off x="4256405" y="3429635"/>
            <a:ext cx="3681730" cy="2454910"/>
          </a:xfrm>
          <a:prstGeom prst="rect">
            <a:avLst/>
          </a:prstGeom>
        </p:spPr>
      </p:pic>
      <p:pic>
        <p:nvPicPr>
          <p:cNvPr id="8" name="图片 7" descr="51miz-P1260777-D3C74B9E-3840x2644"/>
          <p:cNvPicPr>
            <a:picLocks noChangeAspect="1"/>
          </p:cNvPicPr>
          <p:nvPr/>
        </p:nvPicPr>
        <p:blipFill>
          <a:blip r:embed="Re217bf4be28f4779" cstate="screen">
            <a:extLst>
              <a:ext uri="{28A0092B-C50C-407E-A947-70E740481C1C}">
                <a14:useLocalDpi xmlns:a14="http://schemas.microsoft.com/office/drawing/2010/main"/>
              </a:ext>
            </a:extLst>
          </a:blip>
          <a:stretch>
            <a:fillRect/>
          </a:stretch>
        </p:blipFill>
        <p:spPr>
          <a:xfrm>
            <a:off x="8208645" y="3429635"/>
            <a:ext cx="3564890" cy="2454910"/>
          </a:xfrm>
          <a:prstGeom prst="rect">
            <a:avLst/>
          </a:prstGeom>
        </p:spPr>
      </p:pic>
      <p:sp>
        <p:nvSpPr>
          <p:cNvPr id="10" name="矩形 9"/>
          <p:cNvSpPr/>
          <p:nvPr>
            <p:custDataLst>
              <p:tags r:id="R20605e8f48fe4260"/>
            </p:custDataLst>
          </p:nvPr>
        </p:nvSpPr>
        <p:spPr>
          <a:xfrm>
            <a:off x="1486535" y="3858895"/>
            <a:ext cx="2402840" cy="1610360"/>
          </a:xfrm>
          <a:prstGeom prst="rect">
            <a:avLst/>
          </a:prstGeom>
        </p:spPr>
        <p:txBody>
          <a:bodyPr wrap="square">
            <a:spAutoFit/>
          </a:bodyPr>
          <a:lstStyle/>
          <a:p>
            <a:pPr indent="0" algn="ctr" fontAlgn="auto">
              <a:lnSpc>
                <a:spcPct val="130000"/>
              </a:lnSpc>
            </a:pPr>
            <a:r>
              <a:rPr lang="zh-CN" altLang="en-US" sz="16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请输入标题文字</a:t>
            </a:r>
          </a:p>
          <a:p>
            <a:pPr indent="0" algn="ctr"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11" name="矩形 10"/>
          <p:cNvSpPr/>
          <p:nvPr>
            <p:custDataLst>
              <p:tags r:id="Re6f3f016527844a7"/>
            </p:custDataLst>
          </p:nvPr>
        </p:nvSpPr>
        <p:spPr>
          <a:xfrm>
            <a:off x="5549900" y="1656715"/>
            <a:ext cx="5311140" cy="548740"/>
          </a:xfrm>
          <a:prstGeom prst="rect">
            <a:avLst/>
          </a:prstGeom>
        </p:spPr>
        <p:txBody>
          <a:bodyPr wrap="square">
            <a:spAutoFit/>
          </a:bodyPr>
          <a:lstStyle/>
          <a:p>
            <a:pPr indent="0" algn="l"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0" presetClass="entr" presetSubtype="0" dur="1000" fill="hold" grpId="0" nodeType="afterEffect">
                                  <p:stCondLst>
                                    <p:cond delay="0"/>
                                  </p:stCondLst>
                                  <p:childTnLst>
                                    <p:set>
                                      <p:cBhvr>
                                        <p:cTn id="6" dur="1000" fill="hold">
                                          <p:stCondLst>
                                            <p:cond delay="0"/>
                                          </p:stCondLst>
                                        </p:cTn>
                                        <p:tgtEl>
                                          <p:spTgt spid="17"/>
                                        </p:tgtEl>
                                        <p:attrNameLst>
                                          <p:attrName>style.visibility</p:attrName>
                                        </p:attrNameLst>
                                      </p:cBhvr>
                                      <p:to>
                                        <p:strVal val="visible"/>
                                      </p:to>
                                    </p:set>
                                    <p:animEffect transition="in" filter="wedge">
                                      <p:cBhvr>
                                        <p:cTn id="7" dur="1000"/>
                                        <p:tgtEl>
                                          <p:spTgt spid="17"/>
                                        </p:tgtEl>
                                      </p:cBhvr>
                                    </p:animEffect>
                                  </p:childTnLst>
                                </p:cTn>
                              </p:par>
                            </p:childTnLst>
                          </p:cTn>
                        </p:par>
                        <p:par>
                          <p:cTn id="8" fill="hold" nodeType="afterGroup">
                            <p:stCondLst>
                              <p:cond delay="1000"/>
                            </p:stCondLst>
                            <p:childTnLst>
                              <p:par>
                                <p:cTn id="9" presetID="29" presetClass="entr" presetSubtype="0" dur="1000" fill="hold" grpId="1" nodeType="afterEffect">
                                  <p:stCondLst>
                                    <p:cond delay="0"/>
                                  </p:stCondLst>
                                  <p:childTnLst>
                                    <p:set>
                                      <p:cBhvr>
                                        <p:cTn id="10" dur="1000"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ppt_x</p:attrName>
                                        </p:attrNameLst>
                                      </p:cBhvr>
                                      <p:tavLst>
                                        <p:tav tm="0">
                                          <p:val>
                                            <p:strVal val="#ppt_x-.2"/>
                                          </p:val>
                                        </p:tav>
                                        <p:tav tm="100000">
                                          <p:val>
                                            <p:strVal val="#ppt_x"/>
                                          </p:val>
                                        </p:tav>
                                      </p:tavLst>
                                    </p:anim>
                                    <p:anim calcmode="lin" valueType="num">
                                      <p:cBhvr>
                                        <p:cTn id="12"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3" dur="1000"/>
                                        <p:tgtEl>
                                          <p:spTgt spid="2"/>
                                        </p:tgtEl>
                                      </p:cBhvr>
                                    </p:animEffect>
                                  </p:childTnLst>
                                </p:cTn>
                              </p:par>
                            </p:childTnLst>
                          </p:cTn>
                        </p:par>
                        <p:par>
                          <p:cTn id="14" fill="hold" nodeType="afterGroup">
                            <p:stCondLst>
                              <p:cond delay="2000"/>
                            </p:stCondLst>
                            <p:childTnLst>
                              <p:par>
                                <p:cTn id="15" presetID="41" presetClass="entr" presetSubtype="0" dur="1500" fill="hold" grpId="0" nodeType="afterEffect">
                                  <p:stCondLst>
                                    <p:cond delay="0"/>
                                  </p:stCondLst>
                                  <p:iterate type="lt">
                                    <p:tmPct val="10000"/>
                                  </p:iterate>
                                  <p:childTnLst>
                                    <p:set>
                                      <p:cBhvr>
                                        <p:cTn id="16" dur="1500" fill="hold">
                                          <p:stCondLst>
                                            <p:cond delay="0"/>
                                          </p:stCondLst>
                                        </p:cTn>
                                        <p:tgtEl>
                                          <p:spTgt spid="6"/>
                                        </p:tgtEl>
                                        <p:attrNameLst>
                                          <p:attrName>style.visibility</p:attrName>
                                        </p:attrNameLst>
                                      </p:cBhvr>
                                      <p:to>
                                        <p:strVal val="visible"/>
                                      </p:to>
                                    </p:set>
                                    <p:anim calcmode="lin" valueType="num">
                                      <p:cBhvr>
                                        <p:cTn id="17" dur="1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18" dur="1500" fill="hold"/>
                                        <p:tgtEl>
                                          <p:spTgt spid="6"/>
                                        </p:tgtEl>
                                        <p:attrNameLst>
                                          <p:attrName>ppt_y</p:attrName>
                                        </p:attrNameLst>
                                      </p:cBhvr>
                                      <p:tavLst>
                                        <p:tav tm="0">
                                          <p:val>
                                            <p:strVal val="#ppt_y"/>
                                          </p:val>
                                        </p:tav>
                                        <p:tav tm="100000">
                                          <p:val>
                                            <p:strVal val="#ppt_y"/>
                                          </p:val>
                                        </p:tav>
                                      </p:tavLst>
                                    </p:anim>
                                    <p:anim calcmode="lin" valueType="num">
                                      <p:cBhvr>
                                        <p:cTn id="19" dur="1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20" dur="1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21" dur="1500" tmFilter="0,0; .5, 1; 1, 1"/>
                                        <p:tgtEl>
                                          <p:spTgt spid="6"/>
                                        </p:tgtEl>
                                      </p:cBhvr>
                                    </p:animEffect>
                                  </p:childTnLst>
                                </p:cTn>
                              </p:par>
                            </p:childTnLst>
                          </p:cTn>
                        </p:par>
                        <p:par>
                          <p:cTn id="22" fill="hold" nodeType="afterGroup">
                            <p:stCondLst>
                              <p:cond delay="3500"/>
                            </p:stCondLst>
                            <p:childTnLst>
                              <p:par>
                                <p:cTn id="23" presetID="29" presetClass="entr" presetSubtype="0" dur="1000" fill="hold" grpId="1" nodeType="afterEffect">
                                  <p:stCondLst>
                                    <p:cond delay="0"/>
                                  </p:stCondLst>
                                  <p:childTnLst>
                                    <p:set>
                                      <p:cBhvr>
                                        <p:cTn id="24" dur="1000" fill="hold">
                                          <p:stCondLst>
                                            <p:cond delay="0"/>
                                          </p:stCondLst>
                                        </p:cTn>
                                        <p:tgtEl>
                                          <p:spTgt spid="9"/>
                                        </p:tgtEl>
                                        <p:attrNameLst>
                                          <p:attrName>style.visibility</p:attrName>
                                        </p:attrNameLst>
                                      </p:cBhvr>
                                      <p:to>
                                        <p:strVal val="visible"/>
                                      </p:to>
                                    </p:set>
                                    <p:anim calcmode="lin" valueType="num">
                                      <p:cBhvr>
                                        <p:cTn id="25" dur="1000" fill="hold"/>
                                        <p:tgtEl>
                                          <p:spTgt spid="9"/>
                                        </p:tgtEl>
                                        <p:attrNameLst>
                                          <p:attrName>ppt_x</p:attrName>
                                        </p:attrNameLst>
                                      </p:cBhvr>
                                      <p:tavLst>
                                        <p:tav tm="0">
                                          <p:val>
                                            <p:strVal val="#ppt_x-.2"/>
                                          </p:val>
                                        </p:tav>
                                        <p:tav tm="100000">
                                          <p:val>
                                            <p:strVal val="#ppt_x"/>
                                          </p:val>
                                        </p:tav>
                                      </p:tavLst>
                                    </p:anim>
                                    <p:anim calcmode="lin" valueType="num">
                                      <p:cBhvr>
                                        <p:cTn id="26"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27" dur="1000"/>
                                        <p:tgtEl>
                                          <p:spTgt spid="9"/>
                                        </p:tgtEl>
                                      </p:cBhvr>
                                    </p:animEffect>
                                  </p:childTnLst>
                                </p:cTn>
                              </p:par>
                            </p:childTnLst>
                          </p:cTn>
                        </p:par>
                        <p:par>
                          <p:cTn id="28" fill="hold" nodeType="afterGroup">
                            <p:stCondLst>
                              <p:cond delay="4500"/>
                            </p:stCondLst>
                            <p:childTnLst>
                              <p:par>
                                <p:cTn id="29" presetID="12" presetClass="entr" presetSubtype="8" dur="1000" fill="hold" nodeType="afterEffect">
                                  <p:stCondLst>
                                    <p:cond delay="0"/>
                                  </p:stCondLst>
                                  <p:childTnLst>
                                    <p:set>
                                      <p:cBhvr>
                                        <p:cTn id="30" dur="1000" fill="hold">
                                          <p:stCondLst>
                                            <p:cond delay="0"/>
                                          </p:stCondLst>
                                        </p:cTn>
                                        <p:tgtEl>
                                          <p:spTgt spid="7"/>
                                        </p:tgtEl>
                                        <p:attrNameLst>
                                          <p:attrName>style.visibility</p:attrName>
                                        </p:attrNameLst>
                                      </p:cBhvr>
                                      <p:to>
                                        <p:strVal val="visible"/>
                                      </p:to>
                                    </p:set>
                                    <p:anim calcmode="lin" valueType="num">
                                      <p:cBhvr additive="base">
                                        <p:cTn id="31" dur="1000"/>
                                        <p:tgtEl>
                                          <p:spTgt spid="7"/>
                                        </p:tgtEl>
                                        <p:attrNameLst>
                                          <p:attrName>ppt_x</p:attrName>
                                        </p:attrNameLst>
                                      </p:cBhvr>
                                      <p:tavLst>
                                        <p:tav tm="0">
                                          <p:val>
                                            <p:strVal val="#ppt_x-#ppt_w*1.125000"/>
                                          </p:val>
                                        </p:tav>
                                        <p:tav tm="100000">
                                          <p:val>
                                            <p:strVal val="#ppt_x"/>
                                          </p:val>
                                        </p:tav>
                                      </p:tavLst>
                                    </p:anim>
                                    <p:animEffect transition="in" filter="wipe(right)">
                                      <p:cBhvr>
                                        <p:cTn id="32" dur="1000"/>
                                        <p:tgtEl>
                                          <p:spTgt spid="7"/>
                                        </p:tgtEl>
                                      </p:cBhvr>
                                    </p:animEffect>
                                  </p:childTnLst>
                                </p:cTn>
                              </p:par>
                              <p:par>
                                <p:cTn id="33" presetID="12" presetClass="entr" presetSubtype="8" dur="1000" fill="hold" nodeType="withEffect">
                                  <p:stCondLst>
                                    <p:cond delay="0"/>
                                  </p:stCondLst>
                                  <p:childTnLst>
                                    <p:set>
                                      <p:cBhvr>
                                        <p:cTn id="34" dur="1000" fill="hold">
                                          <p:stCondLst>
                                            <p:cond delay="0"/>
                                          </p:stCondLst>
                                        </p:cTn>
                                        <p:tgtEl>
                                          <p:spTgt spid="8"/>
                                        </p:tgtEl>
                                        <p:attrNameLst>
                                          <p:attrName>style.visibility</p:attrName>
                                        </p:attrNameLst>
                                      </p:cBhvr>
                                      <p:to>
                                        <p:strVal val="visible"/>
                                      </p:to>
                                    </p:set>
                                    <p:anim calcmode="lin" valueType="num">
                                      <p:cBhvr additive="base">
                                        <p:cTn id="35" dur="1000"/>
                                        <p:tgtEl>
                                          <p:spTgt spid="8"/>
                                        </p:tgtEl>
                                        <p:attrNameLst>
                                          <p:attrName>ppt_x</p:attrName>
                                        </p:attrNameLst>
                                      </p:cBhvr>
                                      <p:tavLst>
                                        <p:tav tm="0">
                                          <p:val>
                                            <p:strVal val="#ppt_x-#ppt_w*1.125000"/>
                                          </p:val>
                                        </p:tav>
                                        <p:tav tm="100000">
                                          <p:val>
                                            <p:strVal val="#ppt_x"/>
                                          </p:val>
                                        </p:tav>
                                      </p:tavLst>
                                    </p:anim>
                                    <p:animEffect transition="in" filter="wipe(right)">
                                      <p:cBhvr>
                                        <p:cTn id="36" dur="1000"/>
                                        <p:tgtEl>
                                          <p:spTgt spid="8"/>
                                        </p:tgtEl>
                                      </p:cBhvr>
                                    </p:animEffect>
                                  </p:childTnLst>
                                </p:cTn>
                              </p:par>
                            </p:childTnLst>
                          </p:cTn>
                        </p:par>
                        <p:par>
                          <p:cTn id="37" fill="hold" nodeType="afterGroup">
                            <p:stCondLst>
                              <p:cond delay="5500"/>
                            </p:stCondLst>
                            <p:childTnLst>
                              <p:par>
                                <p:cTn id="38" presetID="55" presetClass="entr" presetSubtype="0" dur="1000"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1000" fill="hold"/>
                                        <p:tgtEl>
                                          <p:spTgt spid="11"/>
                                        </p:tgtEl>
                                        <p:attrNameLst>
                                          <p:attrName>ppt_w</p:attrName>
                                        </p:attrNameLst>
                                      </p:cBhvr>
                                      <p:tavLst>
                                        <p:tav tm="0">
                                          <p:val>
                                            <p:strVal val="#ppt_w*0.70"/>
                                          </p:val>
                                        </p:tav>
                                        <p:tav tm="100000">
                                          <p:val>
                                            <p:strVal val="#ppt_w"/>
                                          </p:val>
                                        </p:tav>
                                      </p:tavLst>
                                    </p:anim>
                                    <p:anim calcmode="lin" valueType="num">
                                      <p:cBhvr>
                                        <p:cTn id="41" dur="1000" fill="hold"/>
                                        <p:tgtEl>
                                          <p:spTgt spid="11"/>
                                        </p:tgtEl>
                                        <p:attrNameLst>
                                          <p:attrName>ppt_h</p:attrName>
                                        </p:attrNameLst>
                                      </p:cBhvr>
                                      <p:tavLst>
                                        <p:tav tm="0">
                                          <p:val>
                                            <p:strVal val="#ppt_h"/>
                                          </p:val>
                                        </p:tav>
                                        <p:tav tm="100000">
                                          <p:val>
                                            <p:strVal val="#ppt_h"/>
                                          </p:val>
                                        </p:tav>
                                      </p:tavLst>
                                    </p:anim>
                                    <p:animEffect transition="in" filter="fade">
                                      <p:cBhvr>
                                        <p:cTn id="42" dur="1000"/>
                                        <p:tgtEl>
                                          <p:spTgt spid="11"/>
                                        </p:tgtEl>
                                      </p:cBhvr>
                                    </p:animEffect>
                                  </p:childTnLst>
                                </p:cTn>
                              </p:par>
                            </p:childTnLst>
                          </p:cTn>
                        </p:par>
                        <p:par>
                          <p:cTn id="43" fill="hold" nodeType="afterGroup">
                            <p:stCondLst>
                              <p:cond delay="6500"/>
                            </p:stCondLst>
                            <p:childTnLst>
                              <p:par>
                                <p:cTn id="44" presetID="55" presetClass="entr" presetSubtype="0" dur="100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1000" fill="hold"/>
                                        <p:tgtEl>
                                          <p:spTgt spid="10"/>
                                        </p:tgtEl>
                                        <p:attrNameLst>
                                          <p:attrName>ppt_w</p:attrName>
                                        </p:attrNameLst>
                                      </p:cBhvr>
                                      <p:tavLst>
                                        <p:tav tm="0">
                                          <p:val>
                                            <p:strVal val="#ppt_w*0.70"/>
                                          </p:val>
                                        </p:tav>
                                        <p:tav tm="100000">
                                          <p:val>
                                            <p:strVal val="#ppt_w"/>
                                          </p:val>
                                        </p:tav>
                                      </p:tavLst>
                                    </p:anim>
                                    <p:anim calcmode="lin" valueType="num">
                                      <p:cBhvr>
                                        <p:cTn id="47" dur="1000" fill="hold"/>
                                        <p:tgtEl>
                                          <p:spTgt spid="10"/>
                                        </p:tgtEl>
                                        <p:attrNameLst>
                                          <p:attrName>ppt_h</p:attrName>
                                        </p:attrNameLst>
                                      </p:cBhvr>
                                      <p:tavLst>
                                        <p:tav tm="0">
                                          <p:val>
                                            <p:strVal val="#ppt_h"/>
                                          </p:val>
                                        </p:tav>
                                        <p:tav tm="100000">
                                          <p:val>
                                            <p:strVal val="#ppt_h"/>
                                          </p:val>
                                        </p:tav>
                                      </p:tavLst>
                                    </p:anim>
                                    <p:animEffect transition="in" filter="fade">
                                      <p:cBhvr>
                                        <p:cTn id="4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animBg="1"/>
      <p:bldP spid="17" grpId="0" animBg="1"/>
      <p:bldP spid="2" grpId="1" animBg="1"/>
      <p:bldP spid="6"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46" name="图片 45" descr="P-1622054-C909A6B3"/>
          <p:cNvPicPr>
            <a:picLocks noChangeAspect="1"/>
          </p:cNvPicPr>
          <p:nvPr/>
        </p:nvPicPr>
        <p:blipFill>
          <a:blip r:embed="Rf57da52ea1b040af">
            <a:alphaModFix amt="40000"/>
          </a:blip>
          <a:stretch>
            <a:fillRect/>
          </a:stretch>
        </p:blipFill>
        <p:spPr>
          <a:xfrm>
            <a:off x="0" y="-259715"/>
            <a:ext cx="12287885" cy="8192135"/>
          </a:xfrm>
          <a:prstGeom prst="rect">
            <a:avLst/>
          </a:prstGeom>
        </p:spPr>
      </p:pic>
      <p:sp>
        <p:nvSpPr>
          <p:cNvPr id="43" name="任意多边形: 形状 68"/>
          <p:cNvSpPr/>
          <p:nvPr>
            <p:custDataLst>
              <p:tags r:id="R7af837ea8ec34c83"/>
            </p:custDataLst>
          </p:nvPr>
        </p:nvSpPr>
        <p:spPr>
          <a:xfrm>
            <a:off x="-476250" y="4763135"/>
            <a:ext cx="13881100" cy="3830955"/>
          </a:xfrm>
          <a:custGeom>
            <a:avLst/>
            <a:gdLst>
              <a:gd name="connsiteX0" fmla="*/ 5845580 w 12192001"/>
              <a:gd name="connsiteY0" fmla="*/ 3455102 h 3465512"/>
              <a:gd name="connsiteX1" fmla="*/ 5868740 w 12192001"/>
              <a:gd name="connsiteY1" fmla="*/ 3462492 h 3465512"/>
              <a:gd name="connsiteX2" fmla="*/ 5875532 w 12192001"/>
              <a:gd name="connsiteY2" fmla="*/ 3465512 h 3465512"/>
              <a:gd name="connsiteX3" fmla="*/ 5801570 w 12192001"/>
              <a:gd name="connsiteY3" fmla="*/ 3465512 h 3465512"/>
              <a:gd name="connsiteX4" fmla="*/ 5812379 w 12192001"/>
              <a:gd name="connsiteY4" fmla="*/ 3459407 h 3465512"/>
              <a:gd name="connsiteX5" fmla="*/ 5845580 w 12192001"/>
              <a:gd name="connsiteY5" fmla="*/ 3455102 h 3465512"/>
              <a:gd name="connsiteX6" fmla="*/ 5727435 w 12192001"/>
              <a:gd name="connsiteY6" fmla="*/ 3450962 h 3465512"/>
              <a:gd name="connsiteX7" fmla="*/ 5741187 w 12192001"/>
              <a:gd name="connsiteY7" fmla="*/ 3456882 h 3465512"/>
              <a:gd name="connsiteX8" fmla="*/ 5756713 w 12192001"/>
              <a:gd name="connsiteY8" fmla="*/ 3465512 h 3465512"/>
              <a:gd name="connsiteX9" fmla="*/ 5752144 w 12192001"/>
              <a:gd name="connsiteY9" fmla="*/ 3465512 h 3465512"/>
              <a:gd name="connsiteX10" fmla="*/ 5737683 w 12192001"/>
              <a:gd name="connsiteY10" fmla="*/ 3463739 h 3465512"/>
              <a:gd name="connsiteX11" fmla="*/ 5722966 w 12192001"/>
              <a:gd name="connsiteY11" fmla="*/ 3461869 h 3465512"/>
              <a:gd name="connsiteX12" fmla="*/ 5717359 w 12192001"/>
              <a:gd name="connsiteY12" fmla="*/ 3454390 h 3465512"/>
              <a:gd name="connsiteX13" fmla="*/ 5727435 w 12192001"/>
              <a:gd name="connsiteY13" fmla="*/ 3450962 h 3465512"/>
              <a:gd name="connsiteX14" fmla="*/ 5608728 w 12192001"/>
              <a:gd name="connsiteY14" fmla="*/ 3414503 h 3465512"/>
              <a:gd name="connsiteX15" fmla="*/ 5606626 w 12192001"/>
              <a:gd name="connsiteY15" fmla="*/ 3421982 h 3465512"/>
              <a:gd name="connsiteX16" fmla="*/ 5596814 w 12192001"/>
              <a:gd name="connsiteY16" fmla="*/ 3415751 h 3465512"/>
              <a:gd name="connsiteX17" fmla="*/ 6041147 w 12192001"/>
              <a:gd name="connsiteY17" fmla="*/ 3387704 h 3465512"/>
              <a:gd name="connsiteX18" fmla="*/ 6051659 w 12192001"/>
              <a:gd name="connsiteY18" fmla="*/ 3394561 h 3465512"/>
              <a:gd name="connsiteX19" fmla="*/ 6044651 w 12192001"/>
              <a:gd name="connsiteY19" fmla="*/ 3400793 h 3465512"/>
              <a:gd name="connsiteX20" fmla="*/ 6034139 w 12192001"/>
              <a:gd name="connsiteY20" fmla="*/ 3394561 h 3465512"/>
              <a:gd name="connsiteX21" fmla="*/ 6440626 w 12192001"/>
              <a:gd name="connsiteY21" fmla="*/ 3338469 h 3465512"/>
              <a:gd name="connsiteX22" fmla="*/ 6447634 w 12192001"/>
              <a:gd name="connsiteY22" fmla="*/ 3349064 h 3465512"/>
              <a:gd name="connsiteX23" fmla="*/ 6436420 w 12192001"/>
              <a:gd name="connsiteY23" fmla="*/ 3355920 h 3465512"/>
              <a:gd name="connsiteX24" fmla="*/ 6429412 w 12192001"/>
              <a:gd name="connsiteY24" fmla="*/ 3345948 h 3465512"/>
              <a:gd name="connsiteX25" fmla="*/ 5458136 w 12192001"/>
              <a:gd name="connsiteY25" fmla="*/ 3210786 h 3465512"/>
              <a:gd name="connsiteX26" fmla="*/ 5474166 w 12192001"/>
              <a:gd name="connsiteY26" fmla="*/ 3213201 h 3465512"/>
              <a:gd name="connsiteX27" fmla="*/ 5493090 w 12192001"/>
              <a:gd name="connsiteY27" fmla="*/ 3233768 h 3465512"/>
              <a:gd name="connsiteX28" fmla="*/ 5463653 w 12192001"/>
              <a:gd name="connsiteY28" fmla="*/ 3240623 h 3465512"/>
              <a:gd name="connsiteX29" fmla="*/ 5446834 w 12192001"/>
              <a:gd name="connsiteY29" fmla="*/ 3220057 h 3465512"/>
              <a:gd name="connsiteX30" fmla="*/ 5458136 w 12192001"/>
              <a:gd name="connsiteY30" fmla="*/ 3210786 h 3465512"/>
              <a:gd name="connsiteX31" fmla="*/ 6056566 w 12192001"/>
              <a:gd name="connsiteY31" fmla="*/ 3208838 h 3465512"/>
              <a:gd name="connsiteX32" fmla="*/ 6121043 w 12192001"/>
              <a:gd name="connsiteY32" fmla="*/ 3241871 h 3465512"/>
              <a:gd name="connsiteX33" fmla="*/ 6107026 w 12192001"/>
              <a:gd name="connsiteY33" fmla="*/ 3246856 h 3465512"/>
              <a:gd name="connsiteX34" fmla="*/ 6049555 w 12192001"/>
              <a:gd name="connsiteY34" fmla="*/ 3227535 h 3465512"/>
              <a:gd name="connsiteX35" fmla="*/ 6041147 w 12192001"/>
              <a:gd name="connsiteY35" fmla="*/ 3215072 h 3465512"/>
              <a:gd name="connsiteX36" fmla="*/ 6056566 w 12192001"/>
              <a:gd name="connsiteY36" fmla="*/ 3208838 h 3465512"/>
              <a:gd name="connsiteX37" fmla="*/ 4767018 w 12192001"/>
              <a:gd name="connsiteY37" fmla="*/ 2844873 h 3465512"/>
              <a:gd name="connsiteX38" fmla="*/ 4742488 w 12192001"/>
              <a:gd name="connsiteY38" fmla="*/ 2861701 h 3465512"/>
              <a:gd name="connsiteX39" fmla="*/ 4749496 w 12192001"/>
              <a:gd name="connsiteY39" fmla="*/ 2884138 h 3465512"/>
              <a:gd name="connsiteX40" fmla="*/ 4846214 w 12192001"/>
              <a:gd name="connsiteY40" fmla="*/ 2916546 h 3465512"/>
              <a:gd name="connsiteX41" fmla="*/ 4899477 w 12192001"/>
              <a:gd name="connsiteY41" fmla="*/ 2927140 h 3465512"/>
              <a:gd name="connsiteX42" fmla="*/ 4922605 w 12192001"/>
              <a:gd name="connsiteY42" fmla="*/ 2910936 h 3465512"/>
              <a:gd name="connsiteX43" fmla="*/ 4916996 w 12192001"/>
              <a:gd name="connsiteY43" fmla="*/ 2885384 h 3465512"/>
              <a:gd name="connsiteX44" fmla="*/ 4865134 w 12192001"/>
              <a:gd name="connsiteY44" fmla="*/ 2861701 h 3465512"/>
              <a:gd name="connsiteX45" fmla="*/ 4810470 w 12192001"/>
              <a:gd name="connsiteY45" fmla="*/ 2846743 h 3465512"/>
              <a:gd name="connsiteX46" fmla="*/ 4767018 w 12192001"/>
              <a:gd name="connsiteY46" fmla="*/ 2844873 h 3465512"/>
              <a:gd name="connsiteX47" fmla="*/ 5113234 w 12192001"/>
              <a:gd name="connsiteY47" fmla="*/ 2808104 h 3465512"/>
              <a:gd name="connsiteX48" fmla="*/ 5106925 w 12192001"/>
              <a:gd name="connsiteY48" fmla="*/ 2814335 h 3465512"/>
              <a:gd name="connsiteX49" fmla="*/ 5132156 w 12192001"/>
              <a:gd name="connsiteY49" fmla="*/ 2822436 h 3465512"/>
              <a:gd name="connsiteX50" fmla="*/ 5126549 w 12192001"/>
              <a:gd name="connsiteY50" fmla="*/ 2811841 h 3465512"/>
              <a:gd name="connsiteX51" fmla="*/ 5113234 w 12192001"/>
              <a:gd name="connsiteY51" fmla="*/ 2808104 h 3465512"/>
              <a:gd name="connsiteX52" fmla="*/ 3910590 w 12192001"/>
              <a:gd name="connsiteY52" fmla="*/ 2722720 h 3465512"/>
              <a:gd name="connsiteX53" fmla="*/ 3972266 w 12192001"/>
              <a:gd name="connsiteY53" fmla="*/ 2743910 h 3465512"/>
              <a:gd name="connsiteX54" fmla="*/ 3976469 w 12192001"/>
              <a:gd name="connsiteY54" fmla="*/ 2754504 h 3465512"/>
              <a:gd name="connsiteX55" fmla="*/ 3970863 w 12192001"/>
              <a:gd name="connsiteY55" fmla="*/ 2768216 h 3465512"/>
              <a:gd name="connsiteX56" fmla="*/ 3918299 w 12192001"/>
              <a:gd name="connsiteY56" fmla="*/ 2758244 h 3465512"/>
              <a:gd name="connsiteX57" fmla="*/ 3910590 w 12192001"/>
              <a:gd name="connsiteY57" fmla="*/ 2722720 h 3465512"/>
              <a:gd name="connsiteX58" fmla="*/ 3905684 w 12192001"/>
              <a:gd name="connsiteY58" fmla="*/ 2716488 h 3465512"/>
              <a:gd name="connsiteX59" fmla="*/ 3907086 w 12192001"/>
              <a:gd name="connsiteY59" fmla="*/ 2717111 h 3465512"/>
              <a:gd name="connsiteX60" fmla="*/ 3910590 w 12192001"/>
              <a:gd name="connsiteY60" fmla="*/ 2722720 h 3465512"/>
              <a:gd name="connsiteX61" fmla="*/ 3902881 w 12192001"/>
              <a:gd name="connsiteY61" fmla="*/ 2719604 h 3465512"/>
              <a:gd name="connsiteX62" fmla="*/ 3905684 w 12192001"/>
              <a:gd name="connsiteY62" fmla="*/ 2716488 h 3465512"/>
              <a:gd name="connsiteX63" fmla="*/ 2801159 w 12192001"/>
              <a:gd name="connsiteY63" fmla="*/ 2707139 h 3465512"/>
              <a:gd name="connsiteX64" fmla="*/ 2847415 w 12192001"/>
              <a:gd name="connsiteY64" fmla="*/ 2707139 h 3465512"/>
              <a:gd name="connsiteX65" fmla="*/ 2869843 w 12192001"/>
              <a:gd name="connsiteY65" fmla="*/ 2707139 h 3465512"/>
              <a:gd name="connsiteX66" fmla="*/ 2892267 w 12192001"/>
              <a:gd name="connsiteY66" fmla="*/ 2707762 h 3465512"/>
              <a:gd name="connsiteX67" fmla="*/ 2937823 w 12192001"/>
              <a:gd name="connsiteY67" fmla="*/ 2709008 h 3465512"/>
              <a:gd name="connsiteX68" fmla="*/ 2984078 w 12192001"/>
              <a:gd name="connsiteY68" fmla="*/ 2712124 h 3465512"/>
              <a:gd name="connsiteX69" fmla="*/ 3009309 w 12192001"/>
              <a:gd name="connsiteY69" fmla="*/ 2715242 h 3465512"/>
              <a:gd name="connsiteX70" fmla="*/ 3033838 w 12192001"/>
              <a:gd name="connsiteY70" fmla="*/ 2731445 h 3465512"/>
              <a:gd name="connsiteX71" fmla="*/ 3012813 w 12192001"/>
              <a:gd name="connsiteY71" fmla="*/ 2737054 h 3465512"/>
              <a:gd name="connsiteX72" fmla="*/ 2992490 w 12192001"/>
              <a:gd name="connsiteY72" fmla="*/ 2741416 h 3465512"/>
              <a:gd name="connsiteX73" fmla="*/ 2951840 w 12192001"/>
              <a:gd name="connsiteY73" fmla="*/ 2741416 h 3465512"/>
              <a:gd name="connsiteX74" fmla="*/ 2801861 w 12192001"/>
              <a:gd name="connsiteY74" fmla="*/ 2730199 h 3465512"/>
              <a:gd name="connsiteX75" fmla="*/ 2792751 w 12192001"/>
              <a:gd name="connsiteY75" fmla="*/ 2722720 h 3465512"/>
              <a:gd name="connsiteX76" fmla="*/ 2801159 w 12192001"/>
              <a:gd name="connsiteY76" fmla="*/ 2707139 h 3465512"/>
              <a:gd name="connsiteX77" fmla="*/ 2168739 w 12192001"/>
              <a:gd name="connsiteY77" fmla="*/ 2673330 h 3465512"/>
              <a:gd name="connsiteX78" fmla="*/ 2164797 w 12192001"/>
              <a:gd name="connsiteY78" fmla="*/ 2688443 h 3465512"/>
              <a:gd name="connsiteX79" fmla="*/ 2154283 w 12192001"/>
              <a:gd name="connsiteY79" fmla="*/ 2690935 h 3465512"/>
              <a:gd name="connsiteX80" fmla="*/ 2143771 w 12192001"/>
              <a:gd name="connsiteY80" fmla="*/ 2692805 h 3465512"/>
              <a:gd name="connsiteX81" fmla="*/ 2122045 w 12192001"/>
              <a:gd name="connsiteY81" fmla="*/ 2690935 h 3465512"/>
              <a:gd name="connsiteX82" fmla="*/ 2135360 w 12192001"/>
              <a:gd name="connsiteY82" fmla="*/ 2679096 h 3465512"/>
              <a:gd name="connsiteX83" fmla="*/ 2156386 w 12192001"/>
              <a:gd name="connsiteY83" fmla="*/ 2674109 h 3465512"/>
              <a:gd name="connsiteX84" fmla="*/ 2168739 w 12192001"/>
              <a:gd name="connsiteY84" fmla="*/ 2673330 h 3465512"/>
              <a:gd name="connsiteX85" fmla="*/ 3109530 w 12192001"/>
              <a:gd name="connsiteY85" fmla="*/ 2551956 h 3465512"/>
              <a:gd name="connsiteX86" fmla="*/ 3159990 w 12192001"/>
              <a:gd name="connsiteY86" fmla="*/ 2556318 h 3465512"/>
              <a:gd name="connsiteX87" fmla="*/ 3184519 w 12192001"/>
              <a:gd name="connsiteY87" fmla="*/ 2561928 h 3465512"/>
              <a:gd name="connsiteX88" fmla="*/ 3209050 w 12192001"/>
              <a:gd name="connsiteY88" fmla="*/ 2572523 h 3465512"/>
              <a:gd name="connsiteX89" fmla="*/ 3241287 w 12192001"/>
              <a:gd name="connsiteY89" fmla="*/ 2581248 h 3465512"/>
              <a:gd name="connsiteX90" fmla="*/ 3333798 w 12192001"/>
              <a:gd name="connsiteY90" fmla="*/ 2575639 h 3465512"/>
              <a:gd name="connsiteX91" fmla="*/ 3356925 w 12192001"/>
              <a:gd name="connsiteY91" fmla="*/ 2578755 h 3465512"/>
              <a:gd name="connsiteX92" fmla="*/ 3380054 w 12192001"/>
              <a:gd name="connsiteY92" fmla="*/ 2583118 h 3465512"/>
              <a:gd name="connsiteX93" fmla="*/ 3426309 w 12192001"/>
              <a:gd name="connsiteY93" fmla="*/ 2591220 h 3465512"/>
              <a:gd name="connsiteX94" fmla="*/ 3449437 w 12192001"/>
              <a:gd name="connsiteY94" fmla="*/ 2594336 h 3465512"/>
              <a:gd name="connsiteX95" fmla="*/ 3473265 w 12192001"/>
              <a:gd name="connsiteY95" fmla="*/ 2598074 h 3465512"/>
              <a:gd name="connsiteX96" fmla="*/ 3520223 w 12192001"/>
              <a:gd name="connsiteY96" fmla="*/ 2607423 h 3465512"/>
              <a:gd name="connsiteX97" fmla="*/ 3544753 w 12192001"/>
              <a:gd name="connsiteY97" fmla="*/ 2638585 h 3465512"/>
              <a:gd name="connsiteX98" fmla="*/ 3544753 w 12192001"/>
              <a:gd name="connsiteY98" fmla="*/ 2654165 h 3465512"/>
              <a:gd name="connsiteX99" fmla="*/ 3537742 w 12192001"/>
              <a:gd name="connsiteY99" fmla="*/ 2663514 h 3465512"/>
              <a:gd name="connsiteX100" fmla="*/ 3480973 w 12192001"/>
              <a:gd name="connsiteY100" fmla="*/ 2666629 h 3465512"/>
              <a:gd name="connsiteX101" fmla="*/ 3426309 w 12192001"/>
              <a:gd name="connsiteY101" fmla="*/ 2659151 h 3465512"/>
              <a:gd name="connsiteX102" fmla="*/ 3371644 w 12192001"/>
              <a:gd name="connsiteY102" fmla="*/ 2652919 h 3465512"/>
              <a:gd name="connsiteX103" fmla="*/ 3344312 w 12192001"/>
              <a:gd name="connsiteY103" fmla="*/ 2653541 h 3465512"/>
              <a:gd name="connsiteX104" fmla="*/ 3316980 w 12192001"/>
              <a:gd name="connsiteY104" fmla="*/ 2659151 h 3465512"/>
              <a:gd name="connsiteX105" fmla="*/ 3295252 w 12192001"/>
              <a:gd name="connsiteY105" fmla="*/ 2652919 h 3465512"/>
              <a:gd name="connsiteX106" fmla="*/ 3251099 w 12192001"/>
              <a:gd name="connsiteY106" fmla="*/ 2646063 h 3465512"/>
              <a:gd name="connsiteX107" fmla="*/ 3200638 w 12192001"/>
              <a:gd name="connsiteY107" fmla="*/ 2651049 h 3465512"/>
              <a:gd name="connsiteX108" fmla="*/ 3175409 w 12192001"/>
              <a:gd name="connsiteY108" fmla="*/ 2651672 h 3465512"/>
              <a:gd name="connsiteX109" fmla="*/ 3150879 w 12192001"/>
              <a:gd name="connsiteY109" fmla="*/ 2652297 h 3465512"/>
              <a:gd name="connsiteX110" fmla="*/ 3101821 w 12192001"/>
              <a:gd name="connsiteY110" fmla="*/ 2651672 h 3465512"/>
              <a:gd name="connsiteX111" fmla="*/ 3053462 w 12192001"/>
              <a:gd name="connsiteY111" fmla="*/ 2651049 h 3465512"/>
              <a:gd name="connsiteX112" fmla="*/ 2927313 w 12192001"/>
              <a:gd name="connsiteY112" fmla="*/ 2657282 h 3465512"/>
              <a:gd name="connsiteX113" fmla="*/ 2846014 w 12192001"/>
              <a:gd name="connsiteY113" fmla="*/ 2650426 h 3465512"/>
              <a:gd name="connsiteX114" fmla="*/ 2825690 w 12192001"/>
              <a:gd name="connsiteY114" fmla="*/ 2647310 h 3465512"/>
              <a:gd name="connsiteX115" fmla="*/ 2754203 w 12192001"/>
              <a:gd name="connsiteY115" fmla="*/ 2642946 h 3465512"/>
              <a:gd name="connsiteX116" fmla="*/ 2744392 w 12192001"/>
              <a:gd name="connsiteY116" fmla="*/ 2644818 h 3465512"/>
              <a:gd name="connsiteX117" fmla="*/ 2735982 w 12192001"/>
              <a:gd name="connsiteY117" fmla="*/ 2652919 h 3465512"/>
              <a:gd name="connsiteX118" fmla="*/ 2700940 w 12192001"/>
              <a:gd name="connsiteY118" fmla="*/ 2677224 h 3465512"/>
              <a:gd name="connsiteX119" fmla="*/ 2648375 w 12192001"/>
              <a:gd name="connsiteY119" fmla="*/ 2660398 h 3465512"/>
              <a:gd name="connsiteX120" fmla="*/ 2619640 w 12192001"/>
              <a:gd name="connsiteY120" fmla="*/ 2664760 h 3465512"/>
              <a:gd name="connsiteX121" fmla="*/ 2580396 w 12192001"/>
              <a:gd name="connsiteY121" fmla="*/ 2682211 h 3465512"/>
              <a:gd name="connsiteX122" fmla="*/ 2515217 w 12192001"/>
              <a:gd name="connsiteY122" fmla="*/ 2682211 h 3465512"/>
              <a:gd name="connsiteX123" fmla="*/ 2482279 w 12192001"/>
              <a:gd name="connsiteY123" fmla="*/ 2681588 h 3465512"/>
              <a:gd name="connsiteX124" fmla="*/ 2449336 w 12192001"/>
              <a:gd name="connsiteY124" fmla="*/ 2680965 h 3465512"/>
              <a:gd name="connsiteX125" fmla="*/ 2428313 w 12192001"/>
              <a:gd name="connsiteY125" fmla="*/ 2667877 h 3465512"/>
              <a:gd name="connsiteX126" fmla="*/ 2386262 w 12192001"/>
              <a:gd name="connsiteY126" fmla="*/ 2648556 h 3465512"/>
              <a:gd name="connsiteX127" fmla="*/ 2352622 w 12192001"/>
              <a:gd name="connsiteY127" fmla="*/ 2653541 h 3465512"/>
              <a:gd name="connsiteX128" fmla="*/ 2350519 w 12192001"/>
              <a:gd name="connsiteY128" fmla="*/ 2647933 h 3465512"/>
              <a:gd name="connsiteX129" fmla="*/ 2349118 w 12192001"/>
              <a:gd name="connsiteY129" fmla="*/ 2649181 h 3465512"/>
              <a:gd name="connsiteX130" fmla="*/ 2330896 w 12192001"/>
              <a:gd name="connsiteY130" fmla="*/ 2681588 h 3465512"/>
              <a:gd name="connsiteX131" fmla="*/ 2285340 w 12192001"/>
              <a:gd name="connsiteY131" fmla="*/ 2685327 h 3465512"/>
              <a:gd name="connsiteX132" fmla="*/ 2238385 w 12192001"/>
              <a:gd name="connsiteY132" fmla="*/ 2680340 h 3465512"/>
              <a:gd name="connsiteX133" fmla="*/ 2218761 w 12192001"/>
              <a:gd name="connsiteY133" fmla="*/ 2659773 h 3465512"/>
              <a:gd name="connsiteX134" fmla="*/ 2175309 w 12192001"/>
              <a:gd name="connsiteY134" fmla="*/ 2634845 h 3465512"/>
              <a:gd name="connsiteX135" fmla="*/ 2157788 w 12192001"/>
              <a:gd name="connsiteY135" fmla="*/ 2614278 h 3465512"/>
              <a:gd name="connsiteX136" fmla="*/ 2172506 w 12192001"/>
              <a:gd name="connsiteY136" fmla="*/ 2597452 h 3465512"/>
              <a:gd name="connsiteX137" fmla="*/ 2360330 w 12192001"/>
              <a:gd name="connsiteY137" fmla="*/ 2582494 h 3465512"/>
              <a:gd name="connsiteX138" fmla="*/ 2410092 w 12192001"/>
              <a:gd name="connsiteY138" fmla="*/ 2584986 h 3465512"/>
              <a:gd name="connsiteX139" fmla="*/ 2459151 w 12192001"/>
              <a:gd name="connsiteY139" fmla="*/ 2586857 h 3465512"/>
              <a:gd name="connsiteX140" fmla="*/ 2555164 w 12192001"/>
              <a:gd name="connsiteY140" fmla="*/ 2592465 h 3465512"/>
              <a:gd name="connsiteX141" fmla="*/ 2588104 w 12192001"/>
              <a:gd name="connsiteY141" fmla="*/ 2593711 h 3465512"/>
              <a:gd name="connsiteX142" fmla="*/ 2621045 w 12192001"/>
              <a:gd name="connsiteY142" fmla="*/ 2594336 h 3465512"/>
              <a:gd name="connsiteX143" fmla="*/ 2685521 w 12192001"/>
              <a:gd name="connsiteY143" fmla="*/ 2589350 h 3465512"/>
              <a:gd name="connsiteX144" fmla="*/ 2719862 w 12192001"/>
              <a:gd name="connsiteY144" fmla="*/ 2582494 h 3465512"/>
              <a:gd name="connsiteX145" fmla="*/ 2753503 w 12192001"/>
              <a:gd name="connsiteY145" fmla="*/ 2577507 h 3465512"/>
              <a:gd name="connsiteX146" fmla="*/ 2822186 w 12192001"/>
              <a:gd name="connsiteY146" fmla="*/ 2591843 h 3465512"/>
              <a:gd name="connsiteX147" fmla="*/ 2831996 w 12192001"/>
              <a:gd name="connsiteY147" fmla="*/ 2591843 h 3465512"/>
              <a:gd name="connsiteX148" fmla="*/ 2848817 w 12192001"/>
              <a:gd name="connsiteY148" fmla="*/ 2584364 h 3465512"/>
              <a:gd name="connsiteX149" fmla="*/ 2865635 w 12192001"/>
              <a:gd name="connsiteY149" fmla="*/ 2580001 h 3465512"/>
              <a:gd name="connsiteX150" fmla="*/ 2899979 w 12192001"/>
              <a:gd name="connsiteY150" fmla="*/ 2578132 h 3465512"/>
              <a:gd name="connsiteX151" fmla="*/ 2934320 w 12192001"/>
              <a:gd name="connsiteY151" fmla="*/ 2580624 h 3465512"/>
              <a:gd name="connsiteX152" fmla="*/ 2969360 w 12192001"/>
              <a:gd name="connsiteY152" fmla="*/ 2583118 h 3465512"/>
              <a:gd name="connsiteX153" fmla="*/ 3023327 w 12192001"/>
              <a:gd name="connsiteY153" fmla="*/ 2580624 h 3465512"/>
              <a:gd name="connsiteX154" fmla="*/ 3076589 w 12192001"/>
              <a:gd name="connsiteY154" fmla="*/ 2558811 h 3465512"/>
              <a:gd name="connsiteX155" fmla="*/ 3109530 w 12192001"/>
              <a:gd name="connsiteY155" fmla="*/ 2551956 h 3465512"/>
              <a:gd name="connsiteX156" fmla="*/ 4280635 w 12192001"/>
              <a:gd name="connsiteY156" fmla="*/ 2537621 h 3465512"/>
              <a:gd name="connsiteX157" fmla="*/ 4268020 w 12192001"/>
              <a:gd name="connsiteY157" fmla="*/ 2545723 h 3465512"/>
              <a:gd name="connsiteX158" fmla="*/ 4272224 w 12192001"/>
              <a:gd name="connsiteY158" fmla="*/ 2568160 h 3465512"/>
              <a:gd name="connsiteX159" fmla="*/ 4417999 w 12192001"/>
              <a:gd name="connsiteY159" fmla="*/ 2598698 h 3465512"/>
              <a:gd name="connsiteX160" fmla="*/ 4429914 w 12192001"/>
              <a:gd name="connsiteY160" fmla="*/ 2591843 h 3465512"/>
              <a:gd name="connsiteX161" fmla="*/ 4423607 w 12192001"/>
              <a:gd name="connsiteY161" fmla="*/ 2578755 h 3465512"/>
              <a:gd name="connsiteX162" fmla="*/ 4413796 w 12192001"/>
              <a:gd name="connsiteY162" fmla="*/ 2570030 h 3465512"/>
              <a:gd name="connsiteX163" fmla="*/ 4378052 w 12192001"/>
              <a:gd name="connsiteY163" fmla="*/ 2559435 h 3465512"/>
              <a:gd name="connsiteX164" fmla="*/ 4327590 w 12192001"/>
              <a:gd name="connsiteY164" fmla="*/ 2545100 h 3465512"/>
              <a:gd name="connsiteX165" fmla="*/ 4280635 w 12192001"/>
              <a:gd name="connsiteY165" fmla="*/ 2537621 h 3465512"/>
              <a:gd name="connsiteX166" fmla="*/ 3692629 w 12192001"/>
              <a:gd name="connsiteY166" fmla="*/ 2509577 h 3465512"/>
              <a:gd name="connsiteX167" fmla="*/ 3684217 w 12192001"/>
              <a:gd name="connsiteY167" fmla="*/ 2514562 h 3465512"/>
              <a:gd name="connsiteX168" fmla="*/ 3691928 w 12192001"/>
              <a:gd name="connsiteY168" fmla="*/ 2518924 h 3465512"/>
              <a:gd name="connsiteX169" fmla="*/ 1796153 w 12192001"/>
              <a:gd name="connsiteY169" fmla="*/ 2391162 h 3465512"/>
              <a:gd name="connsiteX170" fmla="*/ 1797555 w 12192001"/>
              <a:gd name="connsiteY170" fmla="*/ 2394901 h 3465512"/>
              <a:gd name="connsiteX171" fmla="*/ 1794050 w 12192001"/>
              <a:gd name="connsiteY171" fmla="*/ 2394901 h 3465512"/>
              <a:gd name="connsiteX172" fmla="*/ 1790547 w 12192001"/>
              <a:gd name="connsiteY172" fmla="*/ 2394278 h 3465512"/>
              <a:gd name="connsiteX173" fmla="*/ 1796153 w 12192001"/>
              <a:gd name="connsiteY173" fmla="*/ 2391162 h 3465512"/>
              <a:gd name="connsiteX174" fmla="*/ 1746043 w 12192001"/>
              <a:gd name="connsiteY174" fmla="*/ 2386098 h 3465512"/>
              <a:gd name="connsiteX175" fmla="*/ 1790547 w 12192001"/>
              <a:gd name="connsiteY175" fmla="*/ 2393655 h 3465512"/>
              <a:gd name="connsiteX176" fmla="*/ 1711352 w 12192001"/>
              <a:gd name="connsiteY176" fmla="*/ 2416716 h 3465512"/>
              <a:gd name="connsiteX177" fmla="*/ 1695933 w 12192001"/>
              <a:gd name="connsiteY177" fmla="*/ 2404250 h 3465512"/>
              <a:gd name="connsiteX178" fmla="*/ 1703642 w 12192001"/>
              <a:gd name="connsiteY178" fmla="*/ 2394901 h 3465512"/>
              <a:gd name="connsiteX179" fmla="*/ 1746043 w 12192001"/>
              <a:gd name="connsiteY179" fmla="*/ 2386098 h 3465512"/>
              <a:gd name="connsiteX180" fmla="*/ 2420603 w 12192001"/>
              <a:gd name="connsiteY180" fmla="*/ 2303911 h 3465512"/>
              <a:gd name="connsiteX181" fmla="*/ 2389765 w 12192001"/>
              <a:gd name="connsiteY181" fmla="*/ 2316999 h 3465512"/>
              <a:gd name="connsiteX182" fmla="*/ 2392571 w 12192001"/>
              <a:gd name="connsiteY182" fmla="*/ 2331956 h 3465512"/>
              <a:gd name="connsiteX183" fmla="*/ 2431815 w 12192001"/>
              <a:gd name="connsiteY183" fmla="*/ 2339435 h 3465512"/>
              <a:gd name="connsiteX184" fmla="*/ 2431115 w 12192001"/>
              <a:gd name="connsiteY184" fmla="*/ 2312014 h 3465512"/>
              <a:gd name="connsiteX185" fmla="*/ 2420603 w 12192001"/>
              <a:gd name="connsiteY185" fmla="*/ 2303911 h 3465512"/>
              <a:gd name="connsiteX186" fmla="*/ 11828688 w 12192001"/>
              <a:gd name="connsiteY186" fmla="*/ 2025951 h 3465512"/>
              <a:gd name="connsiteX187" fmla="*/ 11893166 w 12192001"/>
              <a:gd name="connsiteY187" fmla="*/ 2060229 h 3465512"/>
              <a:gd name="connsiteX188" fmla="*/ 11897371 w 12192001"/>
              <a:gd name="connsiteY188" fmla="*/ 2075185 h 3465512"/>
              <a:gd name="connsiteX189" fmla="*/ 11886859 w 12192001"/>
              <a:gd name="connsiteY189" fmla="*/ 2082664 h 3465512"/>
              <a:gd name="connsiteX190" fmla="*/ 11813970 w 12192001"/>
              <a:gd name="connsiteY190" fmla="*/ 2047141 h 3465512"/>
              <a:gd name="connsiteX191" fmla="*/ 11816074 w 12192001"/>
              <a:gd name="connsiteY191" fmla="*/ 2034053 h 3465512"/>
              <a:gd name="connsiteX192" fmla="*/ 11828688 w 12192001"/>
              <a:gd name="connsiteY192" fmla="*/ 2025951 h 3465512"/>
              <a:gd name="connsiteX193" fmla="*/ 11438320 w 12192001"/>
              <a:gd name="connsiteY193" fmla="*/ 1948047 h 3465512"/>
              <a:gd name="connsiteX194" fmla="*/ 11468454 w 12192001"/>
              <a:gd name="connsiteY194" fmla="*/ 1949918 h 3465512"/>
              <a:gd name="connsiteX195" fmla="*/ 11626845 w 12192001"/>
              <a:gd name="connsiteY195" fmla="*/ 1992297 h 3465512"/>
              <a:gd name="connsiteX196" fmla="*/ 11640161 w 12192001"/>
              <a:gd name="connsiteY196" fmla="*/ 1999153 h 3465512"/>
              <a:gd name="connsiteX197" fmla="*/ 11655581 w 12192001"/>
              <a:gd name="connsiteY197" fmla="*/ 2022834 h 3465512"/>
              <a:gd name="connsiteX198" fmla="*/ 11631750 w 12192001"/>
              <a:gd name="connsiteY198" fmla="*/ 2035299 h 3465512"/>
              <a:gd name="connsiteX199" fmla="*/ 11557463 w 12192001"/>
              <a:gd name="connsiteY199" fmla="*/ 2019718 h 3465512"/>
              <a:gd name="connsiteX200" fmla="*/ 11558162 w 12192001"/>
              <a:gd name="connsiteY200" fmla="*/ 2017225 h 3465512"/>
              <a:gd name="connsiteX201" fmla="*/ 11455139 w 12192001"/>
              <a:gd name="connsiteY201" fmla="*/ 1995412 h 3465512"/>
              <a:gd name="connsiteX202" fmla="*/ 11430610 w 12192001"/>
              <a:gd name="connsiteY202" fmla="*/ 1979831 h 3465512"/>
              <a:gd name="connsiteX203" fmla="*/ 11424303 w 12192001"/>
              <a:gd name="connsiteY203" fmla="*/ 1953033 h 3465512"/>
              <a:gd name="connsiteX204" fmla="*/ 11438320 w 12192001"/>
              <a:gd name="connsiteY204" fmla="*/ 1948047 h 3465512"/>
              <a:gd name="connsiteX205" fmla="*/ 10645669 w 12192001"/>
              <a:gd name="connsiteY205" fmla="*/ 1838359 h 3465512"/>
              <a:gd name="connsiteX206" fmla="*/ 10660387 w 12192001"/>
              <a:gd name="connsiteY206" fmla="*/ 1838982 h 3465512"/>
              <a:gd name="connsiteX207" fmla="*/ 10663190 w 12192001"/>
              <a:gd name="connsiteY207" fmla="*/ 1852070 h 3465512"/>
              <a:gd name="connsiteX208" fmla="*/ 10650574 w 12192001"/>
              <a:gd name="connsiteY208" fmla="*/ 1857679 h 3465512"/>
              <a:gd name="connsiteX209" fmla="*/ 10640062 w 12192001"/>
              <a:gd name="connsiteY209" fmla="*/ 1848954 h 3465512"/>
              <a:gd name="connsiteX210" fmla="*/ 10645669 w 12192001"/>
              <a:gd name="connsiteY210" fmla="*/ 1838359 h 3465512"/>
              <a:gd name="connsiteX211" fmla="*/ 11909286 w 12192001"/>
              <a:gd name="connsiteY211" fmla="*/ 1825893 h 3465512"/>
              <a:gd name="connsiteX212" fmla="*/ 11931010 w 12192001"/>
              <a:gd name="connsiteY212" fmla="*/ 1827139 h 3465512"/>
              <a:gd name="connsiteX213" fmla="*/ 11935918 w 12192001"/>
              <a:gd name="connsiteY213" fmla="*/ 1848330 h 3465512"/>
              <a:gd name="connsiteX214" fmla="*/ 11924002 w 12192001"/>
              <a:gd name="connsiteY214" fmla="*/ 1853315 h 3465512"/>
              <a:gd name="connsiteX215" fmla="*/ 11909286 w 12192001"/>
              <a:gd name="connsiteY215" fmla="*/ 1825893 h 3465512"/>
              <a:gd name="connsiteX216" fmla="*/ 11907884 w 12192001"/>
              <a:gd name="connsiteY216" fmla="*/ 1824023 h 3465512"/>
              <a:gd name="connsiteX217" fmla="*/ 11909284 w 12192001"/>
              <a:gd name="connsiteY217" fmla="*/ 1824023 h 3465512"/>
              <a:gd name="connsiteX218" fmla="*/ 11909284 w 12192001"/>
              <a:gd name="connsiteY218" fmla="*/ 1825893 h 3465512"/>
              <a:gd name="connsiteX219" fmla="*/ 11905780 w 12192001"/>
              <a:gd name="connsiteY219" fmla="*/ 1827764 h 3465512"/>
              <a:gd name="connsiteX220" fmla="*/ 11907884 w 12192001"/>
              <a:gd name="connsiteY220" fmla="*/ 1824023 h 3465512"/>
              <a:gd name="connsiteX221" fmla="*/ 10241984 w 12192001"/>
              <a:gd name="connsiteY221" fmla="*/ 1779150 h 3465512"/>
              <a:gd name="connsiteX222" fmla="*/ 10242685 w 12192001"/>
              <a:gd name="connsiteY222" fmla="*/ 1789123 h 3465512"/>
              <a:gd name="connsiteX223" fmla="*/ 10230770 w 12192001"/>
              <a:gd name="connsiteY223" fmla="*/ 1779774 h 3465512"/>
              <a:gd name="connsiteX224" fmla="*/ 10241984 w 12192001"/>
              <a:gd name="connsiteY224" fmla="*/ 1779150 h 3465512"/>
              <a:gd name="connsiteX225" fmla="*/ 9872642 w 12192001"/>
              <a:gd name="connsiteY225" fmla="*/ 1374054 h 3465512"/>
              <a:gd name="connsiteX226" fmla="*/ 9978469 w 12192001"/>
              <a:gd name="connsiteY226" fmla="*/ 1387142 h 3465512"/>
              <a:gd name="connsiteX227" fmla="*/ 10218858 w 12192001"/>
              <a:gd name="connsiteY227" fmla="*/ 1426405 h 3465512"/>
              <a:gd name="connsiteX228" fmla="*/ 10457844 w 12192001"/>
              <a:gd name="connsiteY228" fmla="*/ 1470652 h 3465512"/>
              <a:gd name="connsiteX229" fmla="*/ 10563671 w 12192001"/>
              <a:gd name="connsiteY229" fmla="*/ 1483740 h 3465512"/>
              <a:gd name="connsiteX230" fmla="*/ 10628850 w 12192001"/>
              <a:gd name="connsiteY230" fmla="*/ 1486234 h 3465512"/>
              <a:gd name="connsiteX231" fmla="*/ 10693326 w 12192001"/>
              <a:gd name="connsiteY231" fmla="*/ 1493089 h 3465512"/>
              <a:gd name="connsiteX232" fmla="*/ 10818776 w 12192001"/>
              <a:gd name="connsiteY232" fmla="*/ 1519266 h 3465512"/>
              <a:gd name="connsiteX233" fmla="*/ 10908484 w 12192001"/>
              <a:gd name="connsiteY233" fmla="*/ 1534847 h 3465512"/>
              <a:gd name="connsiteX234" fmla="*/ 11224565 w 12192001"/>
              <a:gd name="connsiteY234" fmla="*/ 1576603 h 3465512"/>
              <a:gd name="connsiteX235" fmla="*/ 11336699 w 12192001"/>
              <a:gd name="connsiteY235" fmla="*/ 1594676 h 3465512"/>
              <a:gd name="connsiteX236" fmla="*/ 11448132 w 12192001"/>
              <a:gd name="connsiteY236" fmla="*/ 1615865 h 3465512"/>
              <a:gd name="connsiteX237" fmla="*/ 11668896 w 12192001"/>
              <a:gd name="connsiteY237" fmla="*/ 1666971 h 3465512"/>
              <a:gd name="connsiteX238" fmla="*/ 11743887 w 12192001"/>
              <a:gd name="connsiteY238" fmla="*/ 1670710 h 3465512"/>
              <a:gd name="connsiteX239" fmla="*/ 11906481 w 12192001"/>
              <a:gd name="connsiteY239" fmla="*/ 1697509 h 3465512"/>
              <a:gd name="connsiteX240" fmla="*/ 12015813 w 12192001"/>
              <a:gd name="connsiteY240" fmla="*/ 1743004 h 3465512"/>
              <a:gd name="connsiteX241" fmla="*/ 12026326 w 12192001"/>
              <a:gd name="connsiteY241" fmla="*/ 1754223 h 3465512"/>
              <a:gd name="connsiteX242" fmla="*/ 12002498 w 12192001"/>
              <a:gd name="connsiteY242" fmla="*/ 1769804 h 3465512"/>
              <a:gd name="connsiteX243" fmla="*/ 11956943 w 12192001"/>
              <a:gd name="connsiteY243" fmla="*/ 1768556 h 3465512"/>
              <a:gd name="connsiteX244" fmla="*/ 11923302 w 12192001"/>
              <a:gd name="connsiteY244" fmla="*/ 1797848 h 3465512"/>
              <a:gd name="connsiteX245" fmla="*/ 11908585 w 12192001"/>
              <a:gd name="connsiteY245" fmla="*/ 1823401 h 3465512"/>
              <a:gd name="connsiteX246" fmla="*/ 11860227 w 12192001"/>
              <a:gd name="connsiteY246" fmla="*/ 1795355 h 3465512"/>
              <a:gd name="connsiteX247" fmla="*/ 11806263 w 12192001"/>
              <a:gd name="connsiteY247" fmla="*/ 1746121 h 3465512"/>
              <a:gd name="connsiteX248" fmla="*/ 11549753 w 12192001"/>
              <a:gd name="connsiteY248" fmla="*/ 1718698 h 3465512"/>
              <a:gd name="connsiteX249" fmla="*/ 11460748 w 12192001"/>
              <a:gd name="connsiteY249" fmla="*/ 1704364 h 3465512"/>
              <a:gd name="connsiteX250" fmla="*/ 11363329 w 12192001"/>
              <a:gd name="connsiteY250" fmla="*/ 1664479 h 3465512"/>
              <a:gd name="connsiteX251" fmla="*/ 11247690 w 12192001"/>
              <a:gd name="connsiteY251" fmla="*/ 1629577 h 3465512"/>
              <a:gd name="connsiteX252" fmla="*/ 11202838 w 12192001"/>
              <a:gd name="connsiteY252" fmla="*/ 1635809 h 3465512"/>
              <a:gd name="connsiteX253" fmla="*/ 11106122 w 12192001"/>
              <a:gd name="connsiteY253" fmla="*/ 1629577 h 3465512"/>
              <a:gd name="connsiteX254" fmla="*/ 11031833 w 12192001"/>
              <a:gd name="connsiteY254" fmla="*/ 1623967 h 3465512"/>
              <a:gd name="connsiteX255" fmla="*/ 10912691 w 12192001"/>
              <a:gd name="connsiteY255" fmla="*/ 1631446 h 3465512"/>
              <a:gd name="connsiteX256" fmla="*/ 10674405 w 12192001"/>
              <a:gd name="connsiteY256" fmla="*/ 1585329 h 3465512"/>
              <a:gd name="connsiteX257" fmla="*/ 10599413 w 12192001"/>
              <a:gd name="connsiteY257" fmla="*/ 1573485 h 3465512"/>
              <a:gd name="connsiteX258" fmla="*/ 10524423 w 12192001"/>
              <a:gd name="connsiteY258" fmla="*/ 1559152 h 3465512"/>
              <a:gd name="connsiteX259" fmla="*/ 10345010 w 12192001"/>
              <a:gd name="connsiteY259" fmla="*/ 1526120 h 3465512"/>
              <a:gd name="connsiteX260" fmla="*/ 10165594 w 12192001"/>
              <a:gd name="connsiteY260" fmla="*/ 1491843 h 3465512"/>
              <a:gd name="connsiteX261" fmla="*/ 9868436 w 12192001"/>
              <a:gd name="connsiteY261" fmla="*/ 1426405 h 3465512"/>
              <a:gd name="connsiteX262" fmla="*/ 9855121 w 12192001"/>
              <a:gd name="connsiteY262" fmla="*/ 1419548 h 3465512"/>
              <a:gd name="connsiteX263" fmla="*/ 9848815 w 12192001"/>
              <a:gd name="connsiteY263" fmla="*/ 1392750 h 3465512"/>
              <a:gd name="connsiteX264" fmla="*/ 9872642 w 12192001"/>
              <a:gd name="connsiteY264" fmla="*/ 1374054 h 3465512"/>
              <a:gd name="connsiteX265" fmla="*/ 8743587 w 12192001"/>
              <a:gd name="connsiteY265" fmla="*/ 1107933 h 3465512"/>
              <a:gd name="connsiteX266" fmla="*/ 8848713 w 12192001"/>
              <a:gd name="connsiteY266" fmla="*/ 1121645 h 3465512"/>
              <a:gd name="connsiteX267" fmla="*/ 9050557 w 12192001"/>
              <a:gd name="connsiteY267" fmla="*/ 1180228 h 3465512"/>
              <a:gd name="connsiteX268" fmla="*/ 9050557 w 12192001"/>
              <a:gd name="connsiteY268" fmla="*/ 1179606 h 3465512"/>
              <a:gd name="connsiteX269" fmla="*/ 9166195 w 12192001"/>
              <a:gd name="connsiteY269" fmla="*/ 1212013 h 3465512"/>
              <a:gd name="connsiteX270" fmla="*/ 9268517 w 12192001"/>
              <a:gd name="connsiteY270" fmla="*/ 1236319 h 3465512"/>
              <a:gd name="connsiteX271" fmla="*/ 9309867 w 12192001"/>
              <a:gd name="connsiteY271" fmla="*/ 1251901 h 3465512"/>
              <a:gd name="connsiteX272" fmla="*/ 9318278 w 12192001"/>
              <a:gd name="connsiteY272" fmla="*/ 1264364 h 3465512"/>
              <a:gd name="connsiteX273" fmla="*/ 9296552 w 12192001"/>
              <a:gd name="connsiteY273" fmla="*/ 1278077 h 3465512"/>
              <a:gd name="connsiteX274" fmla="*/ 8958044 w 12192001"/>
              <a:gd name="connsiteY274" fmla="*/ 1206403 h 3465512"/>
              <a:gd name="connsiteX275" fmla="*/ 8780733 w 12192001"/>
              <a:gd name="connsiteY275" fmla="*/ 1169634 h 3465512"/>
              <a:gd name="connsiteX276" fmla="*/ 8723263 w 12192001"/>
              <a:gd name="connsiteY276" fmla="*/ 1152184 h 3465512"/>
              <a:gd name="connsiteX277" fmla="*/ 8704340 w 12192001"/>
              <a:gd name="connsiteY277" fmla="*/ 1131616 h 3465512"/>
              <a:gd name="connsiteX278" fmla="*/ 8743587 w 12192001"/>
              <a:gd name="connsiteY278" fmla="*/ 1107933 h 3465512"/>
              <a:gd name="connsiteX279" fmla="*/ 7895570 w 12192001"/>
              <a:gd name="connsiteY279" fmla="*/ 918473 h 3465512"/>
              <a:gd name="connsiteX280" fmla="*/ 7900476 w 12192001"/>
              <a:gd name="connsiteY280" fmla="*/ 922213 h 3465512"/>
              <a:gd name="connsiteX281" fmla="*/ 7897673 w 12192001"/>
              <a:gd name="connsiteY281" fmla="*/ 922836 h 3465512"/>
              <a:gd name="connsiteX282" fmla="*/ 7888562 w 12192001"/>
              <a:gd name="connsiteY282" fmla="*/ 921590 h 3465512"/>
              <a:gd name="connsiteX283" fmla="*/ 7929386 w 12192001"/>
              <a:gd name="connsiteY283" fmla="*/ 918239 h 3465512"/>
              <a:gd name="connsiteX284" fmla="*/ 7957245 w 12192001"/>
              <a:gd name="connsiteY284" fmla="*/ 922835 h 3465512"/>
              <a:gd name="connsiteX285" fmla="*/ 8096711 w 12192001"/>
              <a:gd name="connsiteY285" fmla="*/ 969578 h 3465512"/>
              <a:gd name="connsiteX286" fmla="*/ 8119840 w 12192001"/>
              <a:gd name="connsiteY286" fmla="*/ 984535 h 3465512"/>
              <a:gd name="connsiteX287" fmla="*/ 7975467 w 12192001"/>
              <a:gd name="connsiteY287" fmla="*/ 952749 h 3465512"/>
              <a:gd name="connsiteX288" fmla="*/ 7900476 w 12192001"/>
              <a:gd name="connsiteY288" fmla="*/ 921590 h 3465512"/>
              <a:gd name="connsiteX289" fmla="*/ 7929386 w 12192001"/>
              <a:gd name="connsiteY289" fmla="*/ 918239 h 3465512"/>
              <a:gd name="connsiteX290" fmla="*/ 7245192 w 12192001"/>
              <a:gd name="connsiteY290" fmla="*/ 748330 h 3465512"/>
              <a:gd name="connsiteX291" fmla="*/ 7573184 w 12192001"/>
              <a:gd name="connsiteY291" fmla="*/ 811279 h 3465512"/>
              <a:gd name="connsiteX292" fmla="*/ 7753301 w 12192001"/>
              <a:gd name="connsiteY292" fmla="*/ 881704 h 3465512"/>
              <a:gd name="connsiteX293" fmla="*/ 7888562 w 12192001"/>
              <a:gd name="connsiteY293" fmla="*/ 920965 h 3465512"/>
              <a:gd name="connsiteX294" fmla="*/ 7834598 w 12192001"/>
              <a:gd name="connsiteY294" fmla="*/ 931560 h 3465512"/>
              <a:gd name="connsiteX295" fmla="*/ 7642567 w 12192001"/>
              <a:gd name="connsiteY295" fmla="*/ 887312 h 3465512"/>
              <a:gd name="connsiteX296" fmla="*/ 7348215 w 12192001"/>
              <a:gd name="connsiteY296" fmla="*/ 814394 h 3465512"/>
              <a:gd name="connsiteX297" fmla="*/ 7234678 w 12192001"/>
              <a:gd name="connsiteY297" fmla="*/ 773884 h 3465512"/>
              <a:gd name="connsiteX298" fmla="*/ 7230472 w 12192001"/>
              <a:gd name="connsiteY298" fmla="*/ 753941 h 3465512"/>
              <a:gd name="connsiteX299" fmla="*/ 7245192 w 12192001"/>
              <a:gd name="connsiteY299" fmla="*/ 748330 h 3465512"/>
              <a:gd name="connsiteX300" fmla="*/ 6824688 w 12192001"/>
              <a:gd name="connsiteY300" fmla="*/ 631163 h 3465512"/>
              <a:gd name="connsiteX301" fmla="*/ 6906686 w 12192001"/>
              <a:gd name="connsiteY301" fmla="*/ 651106 h 3465512"/>
              <a:gd name="connsiteX302" fmla="*/ 6980975 w 12192001"/>
              <a:gd name="connsiteY302" fmla="*/ 687254 h 3465512"/>
              <a:gd name="connsiteX303" fmla="*/ 6987983 w 12192001"/>
              <a:gd name="connsiteY303" fmla="*/ 699718 h 3465512"/>
              <a:gd name="connsiteX304" fmla="*/ 6965556 w 12192001"/>
              <a:gd name="connsiteY304" fmla="*/ 709067 h 3465512"/>
              <a:gd name="connsiteX305" fmla="*/ 6928410 w 12192001"/>
              <a:gd name="connsiteY305" fmla="*/ 700965 h 3465512"/>
              <a:gd name="connsiteX306" fmla="*/ 6890566 w 12192001"/>
              <a:gd name="connsiteY306" fmla="*/ 692240 h 3465512"/>
              <a:gd name="connsiteX307" fmla="*/ 6821183 w 12192001"/>
              <a:gd name="connsiteY307" fmla="*/ 662325 h 3465512"/>
              <a:gd name="connsiteX308" fmla="*/ 6812072 w 12192001"/>
              <a:gd name="connsiteY308" fmla="*/ 651106 h 3465512"/>
              <a:gd name="connsiteX309" fmla="*/ 6810671 w 12192001"/>
              <a:gd name="connsiteY309" fmla="*/ 638642 h 3465512"/>
              <a:gd name="connsiteX310" fmla="*/ 6824688 w 12192001"/>
              <a:gd name="connsiteY310" fmla="*/ 631163 h 3465512"/>
              <a:gd name="connsiteX311" fmla="*/ 6430112 w 12192001"/>
              <a:gd name="connsiteY311" fmla="*/ 533940 h 3465512"/>
              <a:gd name="connsiteX312" fmla="*/ 6573086 w 12192001"/>
              <a:gd name="connsiteY312" fmla="*/ 560115 h 3465512"/>
              <a:gd name="connsiteX313" fmla="*/ 6698536 w 12192001"/>
              <a:gd name="connsiteY313" fmla="*/ 588784 h 3465512"/>
              <a:gd name="connsiteX314" fmla="*/ 6711150 w 12192001"/>
              <a:gd name="connsiteY314" fmla="*/ 596886 h 3465512"/>
              <a:gd name="connsiteX315" fmla="*/ 6720963 w 12192001"/>
              <a:gd name="connsiteY315" fmla="*/ 608727 h 3465512"/>
              <a:gd name="connsiteX316" fmla="*/ 6695731 w 12192001"/>
              <a:gd name="connsiteY316" fmla="*/ 626178 h 3465512"/>
              <a:gd name="connsiteX317" fmla="*/ 6521923 w 12192001"/>
              <a:gd name="connsiteY317" fmla="*/ 596263 h 3465512"/>
              <a:gd name="connsiteX318" fmla="*/ 6429412 w 12192001"/>
              <a:gd name="connsiteY318" fmla="*/ 567593 h 3465512"/>
              <a:gd name="connsiteX319" fmla="*/ 6419601 w 12192001"/>
              <a:gd name="connsiteY319" fmla="*/ 556376 h 3465512"/>
              <a:gd name="connsiteX320" fmla="*/ 6416097 w 12192001"/>
              <a:gd name="connsiteY320" fmla="*/ 543288 h 3465512"/>
              <a:gd name="connsiteX321" fmla="*/ 6430112 w 12192001"/>
              <a:gd name="connsiteY321" fmla="*/ 533940 h 3465512"/>
              <a:gd name="connsiteX322" fmla="*/ 205248 w 12192001"/>
              <a:gd name="connsiteY322" fmla="*/ 482836 h 3465512"/>
              <a:gd name="connsiteX323" fmla="*/ 222069 w 12192001"/>
              <a:gd name="connsiteY323" fmla="*/ 488445 h 3465512"/>
              <a:gd name="connsiteX324" fmla="*/ 203847 w 12192001"/>
              <a:gd name="connsiteY324" fmla="*/ 509635 h 3465512"/>
              <a:gd name="connsiteX325" fmla="*/ 156892 w 12192001"/>
              <a:gd name="connsiteY325" fmla="*/ 523345 h 3465512"/>
              <a:gd name="connsiteX326" fmla="*/ 108533 w 12192001"/>
              <a:gd name="connsiteY326" fmla="*/ 530824 h 3465512"/>
              <a:gd name="connsiteX327" fmla="*/ 11818 w 12192001"/>
              <a:gd name="connsiteY327" fmla="*/ 546404 h 3465512"/>
              <a:gd name="connsiteX328" fmla="*/ 0 w 12192001"/>
              <a:gd name="connsiteY328" fmla="*/ 543462 h 3465512"/>
              <a:gd name="connsiteX329" fmla="*/ 0 w 12192001"/>
              <a:gd name="connsiteY329" fmla="*/ 527389 h 3465512"/>
              <a:gd name="connsiteX330" fmla="*/ 603 w 12192001"/>
              <a:gd name="connsiteY330" fmla="*/ 525839 h 3465512"/>
              <a:gd name="connsiteX331" fmla="*/ 80499 w 12192001"/>
              <a:gd name="connsiteY331" fmla="*/ 498416 h 3465512"/>
              <a:gd name="connsiteX332" fmla="*/ 142174 w 12192001"/>
              <a:gd name="connsiteY332" fmla="*/ 489068 h 3465512"/>
              <a:gd name="connsiteX333" fmla="*/ 205248 w 12192001"/>
              <a:gd name="connsiteY333" fmla="*/ 482836 h 3465512"/>
              <a:gd name="connsiteX334" fmla="*/ 803768 w 12192001"/>
              <a:gd name="connsiteY334" fmla="*/ 438586 h 3465512"/>
              <a:gd name="connsiteX335" fmla="*/ 835304 w 12192001"/>
              <a:gd name="connsiteY335" fmla="*/ 442948 h 3465512"/>
              <a:gd name="connsiteX336" fmla="*/ 807269 w 12192001"/>
              <a:gd name="connsiteY336" fmla="*/ 461645 h 3465512"/>
              <a:gd name="connsiteX337" fmla="*/ 737887 w 12192001"/>
              <a:gd name="connsiteY337" fmla="*/ 479719 h 3465512"/>
              <a:gd name="connsiteX338" fmla="*/ 704948 w 12192001"/>
              <a:gd name="connsiteY338" fmla="*/ 474733 h 3465512"/>
              <a:gd name="connsiteX339" fmla="*/ 717563 w 12192001"/>
              <a:gd name="connsiteY339" fmla="*/ 463515 h 3465512"/>
              <a:gd name="connsiteX340" fmla="*/ 729475 w 12192001"/>
              <a:gd name="connsiteY340" fmla="*/ 459152 h 3465512"/>
              <a:gd name="connsiteX341" fmla="*/ 803768 w 12192001"/>
              <a:gd name="connsiteY341" fmla="*/ 438586 h 3465512"/>
              <a:gd name="connsiteX342" fmla="*/ 1008414 w 12192001"/>
              <a:gd name="connsiteY342" fmla="*/ 386235 h 3465512"/>
              <a:gd name="connsiteX343" fmla="*/ 1025934 w 12192001"/>
              <a:gd name="connsiteY343" fmla="*/ 386235 h 3465512"/>
              <a:gd name="connsiteX344" fmla="*/ 1028737 w 12192001"/>
              <a:gd name="connsiteY344" fmla="*/ 393713 h 3465512"/>
              <a:gd name="connsiteX345" fmla="*/ 1015423 w 12192001"/>
              <a:gd name="connsiteY345" fmla="*/ 402439 h 3465512"/>
              <a:gd name="connsiteX346" fmla="*/ 983182 w 12192001"/>
              <a:gd name="connsiteY346" fmla="*/ 411787 h 3465512"/>
              <a:gd name="connsiteX347" fmla="*/ 950244 w 12192001"/>
              <a:gd name="connsiteY347" fmla="*/ 410540 h 3465512"/>
              <a:gd name="connsiteX348" fmla="*/ 974773 w 12192001"/>
              <a:gd name="connsiteY348" fmla="*/ 391220 h 3465512"/>
              <a:gd name="connsiteX349" fmla="*/ 1438731 w 12192001"/>
              <a:gd name="connsiteY349" fmla="*/ 346972 h 3465512"/>
              <a:gd name="connsiteX350" fmla="*/ 1440134 w 12192001"/>
              <a:gd name="connsiteY350" fmla="*/ 350711 h 3465512"/>
              <a:gd name="connsiteX351" fmla="*/ 1471231 w 12192001"/>
              <a:gd name="connsiteY351" fmla="*/ 348296 h 3465512"/>
              <a:gd name="connsiteX352" fmla="*/ 1474475 w 12192001"/>
              <a:gd name="connsiteY352" fmla="*/ 359436 h 3465512"/>
              <a:gd name="connsiteX353" fmla="*/ 1460457 w 12192001"/>
              <a:gd name="connsiteY353" fmla="*/ 366915 h 3465512"/>
              <a:gd name="connsiteX354" fmla="*/ 1446088 w 12192001"/>
              <a:gd name="connsiteY354" fmla="*/ 362787 h 3465512"/>
              <a:gd name="connsiteX355" fmla="*/ 1440131 w 12192001"/>
              <a:gd name="connsiteY355" fmla="*/ 350711 h 3465512"/>
              <a:gd name="connsiteX356" fmla="*/ 1435928 w 12192001"/>
              <a:gd name="connsiteY356" fmla="*/ 351335 h 3465512"/>
              <a:gd name="connsiteX357" fmla="*/ 1431722 w 12192001"/>
              <a:gd name="connsiteY357" fmla="*/ 347595 h 3465512"/>
              <a:gd name="connsiteX358" fmla="*/ 1409293 w 12192001"/>
              <a:gd name="connsiteY358" fmla="*/ 332637 h 3465512"/>
              <a:gd name="connsiteX359" fmla="*/ 1431722 w 12192001"/>
              <a:gd name="connsiteY359" fmla="*/ 346972 h 3465512"/>
              <a:gd name="connsiteX360" fmla="*/ 1321690 w 12192001"/>
              <a:gd name="connsiteY360" fmla="*/ 364421 h 3465512"/>
              <a:gd name="connsiteX361" fmla="*/ 1205350 w 12192001"/>
              <a:gd name="connsiteY361" fmla="*/ 385612 h 3465512"/>
              <a:gd name="connsiteX362" fmla="*/ 1307671 w 12192001"/>
              <a:gd name="connsiteY362" fmla="*/ 348841 h 3465512"/>
              <a:gd name="connsiteX363" fmla="*/ 1358835 w 12192001"/>
              <a:gd name="connsiteY363" fmla="*/ 339493 h 3465512"/>
              <a:gd name="connsiteX364" fmla="*/ 1409293 w 12192001"/>
              <a:gd name="connsiteY364" fmla="*/ 332637 h 3465512"/>
              <a:gd name="connsiteX365" fmla="*/ 1775829 w 12192001"/>
              <a:gd name="connsiteY365" fmla="*/ 265951 h 3465512"/>
              <a:gd name="connsiteX366" fmla="*/ 1789144 w 12192001"/>
              <a:gd name="connsiteY366" fmla="*/ 268444 h 3465512"/>
              <a:gd name="connsiteX367" fmla="*/ 1763915 w 12192001"/>
              <a:gd name="connsiteY367" fmla="*/ 287142 h 3465512"/>
              <a:gd name="connsiteX368" fmla="*/ 1674907 w 12192001"/>
              <a:gd name="connsiteY368" fmla="*/ 301475 h 3465512"/>
              <a:gd name="connsiteX369" fmla="*/ 1658787 w 12192001"/>
              <a:gd name="connsiteY369" fmla="*/ 295866 h 3465512"/>
              <a:gd name="connsiteX370" fmla="*/ 1665795 w 12192001"/>
              <a:gd name="connsiteY370" fmla="*/ 287142 h 3465512"/>
              <a:gd name="connsiteX371" fmla="*/ 1775829 w 12192001"/>
              <a:gd name="connsiteY371" fmla="*/ 265951 h 3465512"/>
              <a:gd name="connsiteX372" fmla="*/ 1472796 w 12192001"/>
              <a:gd name="connsiteY372" fmla="*/ 245160 h 3465512"/>
              <a:gd name="connsiteX373" fmla="*/ 1506009 w 12192001"/>
              <a:gd name="connsiteY373" fmla="*/ 245384 h 3465512"/>
              <a:gd name="connsiteX374" fmla="*/ 1514417 w 12192001"/>
              <a:gd name="connsiteY374" fmla="*/ 254111 h 3465512"/>
              <a:gd name="connsiteX375" fmla="*/ 1499004 w 12192001"/>
              <a:gd name="connsiteY375" fmla="*/ 264082 h 3465512"/>
              <a:gd name="connsiteX376" fmla="*/ 1452746 w 12192001"/>
              <a:gd name="connsiteY376" fmla="*/ 278415 h 3465512"/>
              <a:gd name="connsiteX377" fmla="*/ 1358134 w 12192001"/>
              <a:gd name="connsiteY377" fmla="*/ 296490 h 3465512"/>
              <a:gd name="connsiteX378" fmla="*/ 1306973 w 12192001"/>
              <a:gd name="connsiteY378" fmla="*/ 300852 h 3465512"/>
              <a:gd name="connsiteX379" fmla="*/ 1255110 w 12192001"/>
              <a:gd name="connsiteY379" fmla="*/ 304591 h 3465512"/>
              <a:gd name="connsiteX380" fmla="*/ 1093917 w 12192001"/>
              <a:gd name="connsiteY380" fmla="*/ 320795 h 3465512"/>
              <a:gd name="connsiteX381" fmla="*/ 1053967 w 12192001"/>
              <a:gd name="connsiteY381" fmla="*/ 327028 h 3465512"/>
              <a:gd name="connsiteX382" fmla="*/ 1014721 w 12192001"/>
              <a:gd name="connsiteY382" fmla="*/ 334506 h 3465512"/>
              <a:gd name="connsiteX383" fmla="*/ 936929 w 12192001"/>
              <a:gd name="connsiteY383" fmla="*/ 352580 h 3465512"/>
              <a:gd name="connsiteX384" fmla="*/ 910997 w 12192001"/>
              <a:gd name="connsiteY384" fmla="*/ 337622 h 3465512"/>
              <a:gd name="connsiteX385" fmla="*/ 924313 w 12192001"/>
              <a:gd name="connsiteY385" fmla="*/ 308954 h 3465512"/>
              <a:gd name="connsiteX386" fmla="*/ 999302 w 12192001"/>
              <a:gd name="connsiteY386" fmla="*/ 279663 h 3465512"/>
              <a:gd name="connsiteX387" fmla="*/ 1077096 w 12192001"/>
              <a:gd name="connsiteY387" fmla="*/ 260343 h 3465512"/>
              <a:gd name="connsiteX388" fmla="*/ 1239691 w 12192001"/>
              <a:gd name="connsiteY388" fmla="*/ 249124 h 3465512"/>
              <a:gd name="connsiteX389" fmla="*/ 1306270 w 12192001"/>
              <a:gd name="connsiteY389" fmla="*/ 252864 h 3465512"/>
              <a:gd name="connsiteX390" fmla="*/ 1373552 w 12192001"/>
              <a:gd name="connsiteY390" fmla="*/ 259096 h 3465512"/>
              <a:gd name="connsiteX391" fmla="*/ 1472796 w 12192001"/>
              <a:gd name="connsiteY391" fmla="*/ 245160 h 3465512"/>
              <a:gd name="connsiteX392" fmla="*/ 2167600 w 12192001"/>
              <a:gd name="connsiteY392" fmla="*/ 236660 h 3465512"/>
              <a:gd name="connsiteX393" fmla="*/ 2169702 w 12192001"/>
              <a:gd name="connsiteY393" fmla="*/ 245384 h 3465512"/>
              <a:gd name="connsiteX394" fmla="*/ 2162511 w 12192001"/>
              <a:gd name="connsiteY394" fmla="*/ 244222 h 3465512"/>
              <a:gd name="connsiteX395" fmla="*/ 2162695 w 12192001"/>
              <a:gd name="connsiteY395" fmla="*/ 244139 h 3465512"/>
              <a:gd name="connsiteX396" fmla="*/ 2162134 w 12192001"/>
              <a:gd name="connsiteY396" fmla="*/ 244058 h 3465512"/>
              <a:gd name="connsiteX397" fmla="*/ 2166200 w 12192001"/>
              <a:gd name="connsiteY397" fmla="*/ 241645 h 3465512"/>
              <a:gd name="connsiteX398" fmla="*/ 2016919 w 12192001"/>
              <a:gd name="connsiteY398" fmla="*/ 224819 h 3465512"/>
              <a:gd name="connsiteX399" fmla="*/ 2089806 w 12192001"/>
              <a:gd name="connsiteY399" fmla="*/ 233544 h 3465512"/>
              <a:gd name="connsiteX400" fmla="*/ 2162134 w 12192001"/>
              <a:gd name="connsiteY400" fmla="*/ 244058 h 3465512"/>
              <a:gd name="connsiteX401" fmla="*/ 2161995 w 12192001"/>
              <a:gd name="connsiteY401" fmla="*/ 244139 h 3465512"/>
              <a:gd name="connsiteX402" fmla="*/ 2162511 w 12192001"/>
              <a:gd name="connsiteY402" fmla="*/ 244222 h 3465512"/>
              <a:gd name="connsiteX403" fmla="*/ 2130631 w 12192001"/>
              <a:gd name="connsiteY403" fmla="*/ 258551 h 3465512"/>
              <a:gd name="connsiteX404" fmla="*/ 2095412 w 12192001"/>
              <a:gd name="connsiteY404" fmla="*/ 264082 h 3465512"/>
              <a:gd name="connsiteX405" fmla="*/ 1941928 w 12192001"/>
              <a:gd name="connsiteY405" fmla="*/ 272807 h 3465512"/>
              <a:gd name="connsiteX406" fmla="*/ 1928613 w 12192001"/>
              <a:gd name="connsiteY406" fmla="*/ 262835 h 3465512"/>
              <a:gd name="connsiteX407" fmla="*/ 1941928 w 12192001"/>
              <a:gd name="connsiteY407" fmla="*/ 236660 h 3465512"/>
              <a:gd name="connsiteX408" fmla="*/ 2016919 w 12192001"/>
              <a:gd name="connsiteY408" fmla="*/ 224819 h 3465512"/>
              <a:gd name="connsiteX409" fmla="*/ 2837603 w 12192001"/>
              <a:gd name="connsiteY409" fmla="*/ 108898 h 3465512"/>
              <a:gd name="connsiteX410" fmla="*/ 2823587 w 12192001"/>
              <a:gd name="connsiteY410" fmla="*/ 116377 h 3465512"/>
              <a:gd name="connsiteX411" fmla="*/ 2839705 w 12192001"/>
              <a:gd name="connsiteY411" fmla="*/ 121986 h 3465512"/>
              <a:gd name="connsiteX412" fmla="*/ 2853723 w 12192001"/>
              <a:gd name="connsiteY412" fmla="*/ 114508 h 3465512"/>
              <a:gd name="connsiteX413" fmla="*/ 2837603 w 12192001"/>
              <a:gd name="connsiteY413" fmla="*/ 108898 h 3465512"/>
              <a:gd name="connsiteX414" fmla="*/ 3688249 w 12192001"/>
              <a:gd name="connsiteY414" fmla="*/ 301 h 3465512"/>
              <a:gd name="connsiteX415" fmla="*/ 3994691 w 12192001"/>
              <a:gd name="connsiteY415" fmla="*/ 33488 h 3465512"/>
              <a:gd name="connsiteX416" fmla="*/ 4071783 w 12192001"/>
              <a:gd name="connsiteY416" fmla="*/ 48446 h 3465512"/>
              <a:gd name="connsiteX417" fmla="*/ 4205643 w 12192001"/>
              <a:gd name="connsiteY417" fmla="*/ 73374 h 3465512"/>
              <a:gd name="connsiteX418" fmla="*/ 4272926 w 12192001"/>
              <a:gd name="connsiteY418" fmla="*/ 82723 h 3465512"/>
              <a:gd name="connsiteX419" fmla="*/ 4340208 w 12192001"/>
              <a:gd name="connsiteY419" fmla="*/ 90202 h 3465512"/>
              <a:gd name="connsiteX420" fmla="*/ 4511912 w 12192001"/>
              <a:gd name="connsiteY420" fmla="*/ 109522 h 3465512"/>
              <a:gd name="connsiteX421" fmla="*/ 4597415 w 12192001"/>
              <a:gd name="connsiteY421" fmla="*/ 118246 h 3465512"/>
              <a:gd name="connsiteX422" fmla="*/ 4682216 w 12192001"/>
              <a:gd name="connsiteY422" fmla="*/ 125726 h 3465512"/>
              <a:gd name="connsiteX423" fmla="*/ 5199438 w 12192001"/>
              <a:gd name="connsiteY423" fmla="*/ 188672 h 3465512"/>
              <a:gd name="connsiteX424" fmla="*/ 5307367 w 12192001"/>
              <a:gd name="connsiteY424" fmla="*/ 206746 h 3465512"/>
              <a:gd name="connsiteX425" fmla="*/ 5412492 w 12192001"/>
              <a:gd name="connsiteY425" fmla="*/ 231675 h 3465512"/>
              <a:gd name="connsiteX426" fmla="*/ 5449637 w 12192001"/>
              <a:gd name="connsiteY426" fmla="*/ 241646 h 3465512"/>
              <a:gd name="connsiteX427" fmla="*/ 5486082 w 12192001"/>
              <a:gd name="connsiteY427" fmla="*/ 252241 h 3465512"/>
              <a:gd name="connsiteX428" fmla="*/ 5558268 w 12192001"/>
              <a:gd name="connsiteY428" fmla="*/ 272808 h 3465512"/>
              <a:gd name="connsiteX429" fmla="*/ 5701939 w 12192001"/>
              <a:gd name="connsiteY429" fmla="*/ 314564 h 3465512"/>
              <a:gd name="connsiteX430" fmla="*/ 5787441 w 12192001"/>
              <a:gd name="connsiteY430" fmla="*/ 330768 h 3465512"/>
              <a:gd name="connsiteX431" fmla="*/ 5995591 w 12192001"/>
              <a:gd name="connsiteY431" fmla="*/ 351335 h 3465512"/>
              <a:gd name="connsiteX432" fmla="*/ 6096512 w 12192001"/>
              <a:gd name="connsiteY432" fmla="*/ 371278 h 3465512"/>
              <a:gd name="connsiteX433" fmla="*/ 6197435 w 12192001"/>
              <a:gd name="connsiteY433" fmla="*/ 386859 h 3465512"/>
              <a:gd name="connsiteX434" fmla="*/ 6236680 w 12192001"/>
              <a:gd name="connsiteY434" fmla="*/ 414281 h 3465512"/>
              <a:gd name="connsiteX435" fmla="*/ 6296954 w 12192001"/>
              <a:gd name="connsiteY435" fmla="*/ 466632 h 3465512"/>
              <a:gd name="connsiteX436" fmla="*/ 6338303 w 12192001"/>
              <a:gd name="connsiteY436" fmla="*/ 492184 h 3465512"/>
              <a:gd name="connsiteX437" fmla="*/ 6343910 w 12192001"/>
              <a:gd name="connsiteY437" fmla="*/ 507142 h 3465512"/>
              <a:gd name="connsiteX438" fmla="*/ 6323586 w 12192001"/>
              <a:gd name="connsiteY438" fmla="*/ 527708 h 3465512"/>
              <a:gd name="connsiteX439" fmla="*/ 6240184 w 12192001"/>
              <a:gd name="connsiteY439" fmla="*/ 525215 h 3465512"/>
              <a:gd name="connsiteX440" fmla="*/ 6180614 w 12192001"/>
              <a:gd name="connsiteY440" fmla="*/ 497171 h 3465512"/>
              <a:gd name="connsiteX441" fmla="*/ 6117538 w 12192001"/>
              <a:gd name="connsiteY441" fmla="*/ 483459 h 3465512"/>
              <a:gd name="connsiteX442" fmla="*/ 6050958 w 12192001"/>
              <a:gd name="connsiteY442" fmla="*/ 474733 h 3465512"/>
              <a:gd name="connsiteX443" fmla="*/ 5930413 w 12192001"/>
              <a:gd name="connsiteY443" fmla="*/ 437340 h 3465512"/>
              <a:gd name="connsiteX444" fmla="*/ 5802861 w 12192001"/>
              <a:gd name="connsiteY444" fmla="*/ 418643 h 3465512"/>
              <a:gd name="connsiteX445" fmla="*/ 5751697 w 12192001"/>
              <a:gd name="connsiteY445" fmla="*/ 408672 h 3465512"/>
              <a:gd name="connsiteX446" fmla="*/ 5685118 w 12192001"/>
              <a:gd name="connsiteY446" fmla="*/ 390598 h 3465512"/>
              <a:gd name="connsiteX447" fmla="*/ 5617138 w 12192001"/>
              <a:gd name="connsiteY447" fmla="*/ 375018 h 3465512"/>
              <a:gd name="connsiteX448" fmla="*/ 5548455 w 12192001"/>
              <a:gd name="connsiteY448" fmla="*/ 360683 h 3465512"/>
              <a:gd name="connsiteX449" fmla="*/ 5479071 w 12192001"/>
              <a:gd name="connsiteY449" fmla="*/ 347595 h 3465512"/>
              <a:gd name="connsiteX450" fmla="*/ 5376049 w 12192001"/>
              <a:gd name="connsiteY450" fmla="*/ 320796 h 3465512"/>
              <a:gd name="connsiteX451" fmla="*/ 5289143 w 12192001"/>
              <a:gd name="connsiteY451" fmla="*/ 300853 h 3465512"/>
              <a:gd name="connsiteX452" fmla="*/ 5200838 w 12192001"/>
              <a:gd name="connsiteY452" fmla="*/ 282780 h 3465512"/>
              <a:gd name="connsiteX453" fmla="*/ 5151779 w 12192001"/>
              <a:gd name="connsiteY453" fmla="*/ 273430 h 3465512"/>
              <a:gd name="connsiteX454" fmla="*/ 5102020 w 12192001"/>
              <a:gd name="connsiteY454" fmla="*/ 265329 h 3465512"/>
              <a:gd name="connsiteX455" fmla="*/ 5000398 w 12192001"/>
              <a:gd name="connsiteY455" fmla="*/ 247255 h 3465512"/>
              <a:gd name="connsiteX456" fmla="*/ 4891767 w 12192001"/>
              <a:gd name="connsiteY456" fmla="*/ 229805 h 3465512"/>
              <a:gd name="connsiteX457" fmla="*/ 4804162 w 12192001"/>
              <a:gd name="connsiteY457" fmla="*/ 221079 h 3465512"/>
              <a:gd name="connsiteX458" fmla="*/ 4716558 w 12192001"/>
              <a:gd name="connsiteY458" fmla="*/ 212978 h 3465512"/>
              <a:gd name="connsiteX459" fmla="*/ 4628251 w 12192001"/>
              <a:gd name="connsiteY459" fmla="*/ 205499 h 3465512"/>
              <a:gd name="connsiteX460" fmla="*/ 4539945 w 12192001"/>
              <a:gd name="connsiteY460" fmla="*/ 196774 h 3465512"/>
              <a:gd name="connsiteX461" fmla="*/ 3968059 w 12192001"/>
              <a:gd name="connsiteY461" fmla="*/ 163120 h 3465512"/>
              <a:gd name="connsiteX462" fmla="*/ 3866436 w 12192001"/>
              <a:gd name="connsiteY462" fmla="*/ 163120 h 3465512"/>
              <a:gd name="connsiteX463" fmla="*/ 3841208 w 12192001"/>
              <a:gd name="connsiteY463" fmla="*/ 163120 h 3465512"/>
              <a:gd name="connsiteX464" fmla="*/ 3815976 w 12192001"/>
              <a:gd name="connsiteY464" fmla="*/ 163743 h 3465512"/>
              <a:gd name="connsiteX465" fmla="*/ 3764815 w 12192001"/>
              <a:gd name="connsiteY465" fmla="*/ 165612 h 3465512"/>
              <a:gd name="connsiteX466" fmla="*/ 3562273 w 12192001"/>
              <a:gd name="connsiteY466" fmla="*/ 186179 h 3465512"/>
              <a:gd name="connsiteX467" fmla="*/ 3542650 w 12192001"/>
              <a:gd name="connsiteY467" fmla="*/ 211108 h 3465512"/>
              <a:gd name="connsiteX468" fmla="*/ 3564375 w 12192001"/>
              <a:gd name="connsiteY468" fmla="*/ 234167 h 3465512"/>
              <a:gd name="connsiteX469" fmla="*/ 3582596 w 12192001"/>
              <a:gd name="connsiteY469" fmla="*/ 239154 h 3465512"/>
              <a:gd name="connsiteX470" fmla="*/ 3682816 w 12192001"/>
              <a:gd name="connsiteY470" fmla="*/ 252865 h 3465512"/>
              <a:gd name="connsiteX471" fmla="*/ 3782335 w 12192001"/>
              <a:gd name="connsiteY471" fmla="*/ 268445 h 3465512"/>
              <a:gd name="connsiteX472" fmla="*/ 3832097 w 12192001"/>
              <a:gd name="connsiteY472" fmla="*/ 275924 h 3465512"/>
              <a:gd name="connsiteX473" fmla="*/ 3881155 w 12192001"/>
              <a:gd name="connsiteY473" fmla="*/ 284026 h 3465512"/>
              <a:gd name="connsiteX474" fmla="*/ 3979272 w 12192001"/>
              <a:gd name="connsiteY474" fmla="*/ 300853 h 3465512"/>
              <a:gd name="connsiteX475" fmla="*/ 4090706 w 12192001"/>
              <a:gd name="connsiteY475" fmla="*/ 318304 h 3465512"/>
              <a:gd name="connsiteX476" fmla="*/ 4200741 w 12192001"/>
              <a:gd name="connsiteY476" fmla="*/ 339493 h 3465512"/>
              <a:gd name="connsiteX477" fmla="*/ 4254705 w 12192001"/>
              <a:gd name="connsiteY477" fmla="*/ 351335 h 3465512"/>
              <a:gd name="connsiteX478" fmla="*/ 4307966 w 12192001"/>
              <a:gd name="connsiteY478" fmla="*/ 364423 h 3465512"/>
              <a:gd name="connsiteX479" fmla="*/ 4407486 w 12192001"/>
              <a:gd name="connsiteY479" fmla="*/ 407425 h 3465512"/>
              <a:gd name="connsiteX480" fmla="*/ 4424307 w 12192001"/>
              <a:gd name="connsiteY480" fmla="*/ 413034 h 3465512"/>
              <a:gd name="connsiteX481" fmla="*/ 4530835 w 12192001"/>
              <a:gd name="connsiteY481" fmla="*/ 436717 h 3465512"/>
              <a:gd name="connsiteX482" fmla="*/ 4635959 w 12192001"/>
              <a:gd name="connsiteY482" fmla="*/ 461645 h 3465512"/>
              <a:gd name="connsiteX483" fmla="*/ 4741787 w 12192001"/>
              <a:gd name="connsiteY483" fmla="*/ 483459 h 3465512"/>
              <a:gd name="connsiteX484" fmla="*/ 4849017 w 12192001"/>
              <a:gd name="connsiteY484" fmla="*/ 497171 h 3465512"/>
              <a:gd name="connsiteX485" fmla="*/ 4970962 w 12192001"/>
              <a:gd name="connsiteY485" fmla="*/ 520853 h 3465512"/>
              <a:gd name="connsiteX486" fmla="*/ 5074687 w 12192001"/>
              <a:gd name="connsiteY486" fmla="*/ 540173 h 3465512"/>
              <a:gd name="connsiteX487" fmla="*/ 5181215 w 12192001"/>
              <a:gd name="connsiteY487" fmla="*/ 538303 h 3465512"/>
              <a:gd name="connsiteX488" fmla="*/ 5357827 w 12192001"/>
              <a:gd name="connsiteY488" fmla="*/ 536434 h 3465512"/>
              <a:gd name="connsiteX489" fmla="*/ 5479773 w 12192001"/>
              <a:gd name="connsiteY489" fmla="*/ 548275 h 3465512"/>
              <a:gd name="connsiteX490" fmla="*/ 5600317 w 12192001"/>
              <a:gd name="connsiteY490" fmla="*/ 563233 h 3465512"/>
              <a:gd name="connsiteX491" fmla="*/ 5616437 w 12192001"/>
              <a:gd name="connsiteY491" fmla="*/ 568842 h 3465512"/>
              <a:gd name="connsiteX492" fmla="*/ 5666195 w 12192001"/>
              <a:gd name="connsiteY492" fmla="*/ 627425 h 3465512"/>
              <a:gd name="connsiteX493" fmla="*/ 5680214 w 12192001"/>
              <a:gd name="connsiteY493" fmla="*/ 654847 h 3465512"/>
              <a:gd name="connsiteX494" fmla="*/ 5739083 w 12192001"/>
              <a:gd name="connsiteY494" fmla="*/ 684762 h 3465512"/>
              <a:gd name="connsiteX495" fmla="*/ 5850517 w 12192001"/>
              <a:gd name="connsiteY495" fmla="*/ 722156 h 3465512"/>
              <a:gd name="connsiteX496" fmla="*/ 5959850 w 12192001"/>
              <a:gd name="connsiteY496" fmla="*/ 762042 h 3465512"/>
              <a:gd name="connsiteX497" fmla="*/ 6237382 w 12192001"/>
              <a:gd name="connsiteY497" fmla="*/ 863630 h 3465512"/>
              <a:gd name="connsiteX498" fmla="*/ 6456745 w 12192001"/>
              <a:gd name="connsiteY498" fmla="*/ 922836 h 3465512"/>
              <a:gd name="connsiteX499" fmla="*/ 6704843 w 12192001"/>
              <a:gd name="connsiteY499" fmla="*/ 985159 h 3465512"/>
              <a:gd name="connsiteX500" fmla="*/ 6809967 w 12192001"/>
              <a:gd name="connsiteY500" fmla="*/ 1018190 h 3465512"/>
              <a:gd name="connsiteX501" fmla="*/ 6914393 w 12192001"/>
              <a:gd name="connsiteY501" fmla="*/ 1051845 h 3465512"/>
              <a:gd name="connsiteX502" fmla="*/ 6959948 w 12192001"/>
              <a:gd name="connsiteY502" fmla="*/ 1062439 h 3465512"/>
              <a:gd name="connsiteX503" fmla="*/ 7008307 w 12192001"/>
              <a:gd name="connsiteY503" fmla="*/ 1028162 h 3465512"/>
              <a:gd name="connsiteX504" fmla="*/ 7053862 w 12192001"/>
              <a:gd name="connsiteY504" fmla="*/ 1006972 h 3465512"/>
              <a:gd name="connsiteX505" fmla="*/ 7099417 w 12192001"/>
              <a:gd name="connsiteY505" fmla="*/ 1044989 h 3465512"/>
              <a:gd name="connsiteX506" fmla="*/ 7219960 w 12192001"/>
              <a:gd name="connsiteY506" fmla="*/ 1130995 h 3465512"/>
              <a:gd name="connsiteX507" fmla="*/ 7352419 w 12192001"/>
              <a:gd name="connsiteY507" fmla="*/ 1171503 h 3465512"/>
              <a:gd name="connsiteX508" fmla="*/ 7418999 w 12192001"/>
              <a:gd name="connsiteY508" fmla="*/ 1190823 h 3465512"/>
              <a:gd name="connsiteX509" fmla="*/ 7486279 w 12192001"/>
              <a:gd name="connsiteY509" fmla="*/ 1207651 h 3465512"/>
              <a:gd name="connsiteX510" fmla="*/ 7738582 w 12192001"/>
              <a:gd name="connsiteY510" fmla="*/ 1275584 h 3465512"/>
              <a:gd name="connsiteX511" fmla="*/ 7805161 w 12192001"/>
              <a:gd name="connsiteY511" fmla="*/ 1294904 h 3465512"/>
              <a:gd name="connsiteX512" fmla="*/ 7872442 w 12192001"/>
              <a:gd name="connsiteY512" fmla="*/ 1311730 h 3465512"/>
              <a:gd name="connsiteX513" fmla="*/ 7925005 w 12192001"/>
              <a:gd name="connsiteY513" fmla="*/ 1284309 h 3465512"/>
              <a:gd name="connsiteX514" fmla="*/ 7979670 w 12192001"/>
              <a:gd name="connsiteY514" fmla="*/ 1255640 h 3465512"/>
              <a:gd name="connsiteX515" fmla="*/ 8040644 w 12192001"/>
              <a:gd name="connsiteY515" fmla="*/ 1264364 h 3465512"/>
              <a:gd name="connsiteX516" fmla="*/ 8297152 w 12192001"/>
              <a:gd name="connsiteY516" fmla="*/ 1315471 h 3465512"/>
              <a:gd name="connsiteX517" fmla="*/ 8384057 w 12192001"/>
              <a:gd name="connsiteY517" fmla="*/ 1344139 h 3465512"/>
              <a:gd name="connsiteX518" fmla="*/ 8389663 w 12192001"/>
              <a:gd name="connsiteY518" fmla="*/ 1352864 h 3465512"/>
              <a:gd name="connsiteX519" fmla="*/ 8375646 w 12192001"/>
              <a:gd name="connsiteY519" fmla="*/ 1361589 h 3465512"/>
              <a:gd name="connsiteX520" fmla="*/ 8300656 w 12192001"/>
              <a:gd name="connsiteY520" fmla="*/ 1369690 h 3465512"/>
              <a:gd name="connsiteX521" fmla="*/ 8258605 w 12192001"/>
              <a:gd name="connsiteY521" fmla="*/ 1352864 h 3465512"/>
              <a:gd name="connsiteX522" fmla="*/ 8227768 w 12192001"/>
              <a:gd name="connsiteY522" fmla="*/ 1357850 h 3465512"/>
              <a:gd name="connsiteX523" fmla="*/ 8218657 w 12192001"/>
              <a:gd name="connsiteY523" fmla="*/ 1368445 h 3465512"/>
              <a:gd name="connsiteX524" fmla="*/ 8218657 w 12192001"/>
              <a:gd name="connsiteY524" fmla="*/ 1384649 h 3465512"/>
              <a:gd name="connsiteX525" fmla="*/ 8355321 w 12192001"/>
              <a:gd name="connsiteY525" fmla="*/ 1441985 h 3465512"/>
              <a:gd name="connsiteX526" fmla="*/ 8501797 w 12192001"/>
              <a:gd name="connsiteY526" fmla="*/ 1458190 h 3465512"/>
              <a:gd name="connsiteX527" fmla="*/ 8573283 w 12192001"/>
              <a:gd name="connsiteY527" fmla="*/ 1473771 h 3465512"/>
              <a:gd name="connsiteX528" fmla="*/ 8643367 w 12192001"/>
              <a:gd name="connsiteY528" fmla="*/ 1494337 h 3465512"/>
              <a:gd name="connsiteX529" fmla="*/ 8967855 w 12192001"/>
              <a:gd name="connsiteY529" fmla="*/ 1585951 h 3465512"/>
              <a:gd name="connsiteX530" fmla="*/ 9266413 w 12192001"/>
              <a:gd name="connsiteY530" fmla="*/ 1660738 h 3465512"/>
              <a:gd name="connsiteX531" fmla="*/ 9340704 w 12192001"/>
              <a:gd name="connsiteY531" fmla="*/ 1680059 h 3465512"/>
              <a:gd name="connsiteX532" fmla="*/ 9414992 w 12192001"/>
              <a:gd name="connsiteY532" fmla="*/ 1699379 h 3465512"/>
              <a:gd name="connsiteX533" fmla="*/ 9563570 w 12192001"/>
              <a:gd name="connsiteY533" fmla="*/ 1739888 h 3465512"/>
              <a:gd name="connsiteX534" fmla="*/ 9720559 w 12192001"/>
              <a:gd name="connsiteY534" fmla="*/ 1778529 h 3465512"/>
              <a:gd name="connsiteX535" fmla="*/ 9879649 w 12192001"/>
              <a:gd name="connsiteY535" fmla="*/ 1810313 h 3465512"/>
              <a:gd name="connsiteX536" fmla="*/ 9941323 w 12192001"/>
              <a:gd name="connsiteY536" fmla="*/ 1809066 h 3465512"/>
              <a:gd name="connsiteX537" fmla="*/ 9953237 w 12192001"/>
              <a:gd name="connsiteY537" fmla="*/ 1798471 h 3465512"/>
              <a:gd name="connsiteX538" fmla="*/ 9946931 w 12192001"/>
              <a:gd name="connsiteY538" fmla="*/ 1773543 h 3465512"/>
              <a:gd name="connsiteX539" fmla="*/ 9878249 w 12192001"/>
              <a:gd name="connsiteY539" fmla="*/ 1741136 h 3465512"/>
              <a:gd name="connsiteX540" fmla="*/ 9869137 w 12192001"/>
              <a:gd name="connsiteY540" fmla="*/ 1715583 h 3465512"/>
              <a:gd name="connsiteX541" fmla="*/ 9894367 w 12192001"/>
              <a:gd name="connsiteY541" fmla="*/ 1702495 h 3465512"/>
              <a:gd name="connsiteX542" fmla="*/ 10059065 w 12192001"/>
              <a:gd name="connsiteY542" fmla="*/ 1779775 h 3465512"/>
              <a:gd name="connsiteX543" fmla="*/ 10128447 w 12192001"/>
              <a:gd name="connsiteY543" fmla="*/ 1810313 h 3465512"/>
              <a:gd name="connsiteX544" fmla="*/ 10454338 w 12192001"/>
              <a:gd name="connsiteY544" fmla="*/ 1898188 h 3465512"/>
              <a:gd name="connsiteX545" fmla="*/ 10530731 w 12192001"/>
              <a:gd name="connsiteY545" fmla="*/ 1911276 h 3465512"/>
              <a:gd name="connsiteX546" fmla="*/ 10607824 w 12192001"/>
              <a:gd name="connsiteY546" fmla="*/ 1917509 h 3465512"/>
              <a:gd name="connsiteX547" fmla="*/ 10762008 w 12192001"/>
              <a:gd name="connsiteY547" fmla="*/ 1927480 h 3465512"/>
              <a:gd name="connsiteX548" fmla="*/ 10801956 w 12192001"/>
              <a:gd name="connsiteY548" fmla="*/ 1910031 h 3465512"/>
              <a:gd name="connsiteX549" fmla="*/ 10797051 w 12192001"/>
              <a:gd name="connsiteY549" fmla="*/ 1878869 h 3465512"/>
              <a:gd name="connsiteX550" fmla="*/ 10819478 w 12192001"/>
              <a:gd name="connsiteY550" fmla="*/ 1845837 h 3465512"/>
              <a:gd name="connsiteX551" fmla="*/ 10954739 w 12192001"/>
              <a:gd name="connsiteY551" fmla="*/ 1871389 h 3465512"/>
              <a:gd name="connsiteX552" fmla="*/ 11090000 w 12192001"/>
              <a:gd name="connsiteY552" fmla="*/ 1896943 h 3465512"/>
              <a:gd name="connsiteX553" fmla="*/ 11222460 w 12192001"/>
              <a:gd name="connsiteY553" fmla="*/ 1933091 h 3465512"/>
              <a:gd name="connsiteX554" fmla="*/ 11267313 w 12192001"/>
              <a:gd name="connsiteY554" fmla="*/ 1972353 h 3465512"/>
              <a:gd name="connsiteX555" fmla="*/ 11311467 w 12192001"/>
              <a:gd name="connsiteY555" fmla="*/ 2012240 h 3465512"/>
              <a:gd name="connsiteX556" fmla="*/ 11592505 w 12192001"/>
              <a:gd name="connsiteY556" fmla="*/ 2087028 h 3465512"/>
              <a:gd name="connsiteX557" fmla="*/ 11682210 w 12192001"/>
              <a:gd name="connsiteY557" fmla="*/ 2106347 h 3465512"/>
              <a:gd name="connsiteX558" fmla="*/ 11771920 w 12192001"/>
              <a:gd name="connsiteY558" fmla="*/ 2126291 h 3465512"/>
              <a:gd name="connsiteX559" fmla="*/ 11944327 w 12192001"/>
              <a:gd name="connsiteY559" fmla="*/ 2164308 h 3465512"/>
              <a:gd name="connsiteX560" fmla="*/ 12030531 w 12192001"/>
              <a:gd name="connsiteY560" fmla="*/ 2182382 h 3465512"/>
              <a:gd name="connsiteX561" fmla="*/ 12117434 w 12192001"/>
              <a:gd name="connsiteY561" fmla="*/ 2198585 h 3465512"/>
              <a:gd name="connsiteX562" fmla="*/ 12192001 w 12192001"/>
              <a:gd name="connsiteY562" fmla="*/ 2206361 h 3465512"/>
              <a:gd name="connsiteX563" fmla="*/ 12192001 w 12192001"/>
              <a:gd name="connsiteY563" fmla="*/ 3465512 h 3465512"/>
              <a:gd name="connsiteX564" fmla="*/ 7200241 w 12192001"/>
              <a:gd name="connsiteY564" fmla="*/ 3465512 h 3465512"/>
              <a:gd name="connsiteX565" fmla="*/ 7194029 w 12192001"/>
              <a:gd name="connsiteY565" fmla="*/ 3463740 h 3465512"/>
              <a:gd name="connsiteX566" fmla="*/ 6969761 w 12192001"/>
              <a:gd name="connsiteY566" fmla="*/ 3400793 h 3465512"/>
              <a:gd name="connsiteX567" fmla="*/ 6758808 w 12192001"/>
              <a:gd name="connsiteY567" fmla="*/ 3356543 h 3465512"/>
              <a:gd name="connsiteX568" fmla="*/ 6693629 w 12192001"/>
              <a:gd name="connsiteY568" fmla="*/ 3343456 h 3465512"/>
              <a:gd name="connsiteX569" fmla="*/ 6531035 w 12192001"/>
              <a:gd name="connsiteY569" fmla="*/ 3310425 h 3465512"/>
              <a:gd name="connsiteX570" fmla="*/ 6347414 w 12192001"/>
              <a:gd name="connsiteY570" fmla="*/ 3295468 h 3465512"/>
              <a:gd name="connsiteX571" fmla="*/ 6292047 w 12192001"/>
              <a:gd name="connsiteY571" fmla="*/ 3266176 h 3465512"/>
              <a:gd name="connsiteX572" fmla="*/ 6213553 w 12192001"/>
              <a:gd name="connsiteY572" fmla="*/ 3212579 h 3465512"/>
              <a:gd name="connsiteX573" fmla="*/ 6110530 w 12192001"/>
              <a:gd name="connsiteY573" fmla="*/ 3181417 h 3465512"/>
              <a:gd name="connsiteX574" fmla="*/ 6008207 w 12192001"/>
              <a:gd name="connsiteY574" fmla="*/ 3150255 h 3465512"/>
              <a:gd name="connsiteX575" fmla="*/ 5929012 w 12192001"/>
              <a:gd name="connsiteY575" fmla="*/ 3129688 h 3465512"/>
              <a:gd name="connsiteX576" fmla="*/ 5695632 w 12192001"/>
              <a:gd name="connsiteY576" fmla="*/ 3067367 h 3465512"/>
              <a:gd name="connsiteX577" fmla="*/ 5362032 w 12192001"/>
              <a:gd name="connsiteY577" fmla="*/ 2976375 h 3465512"/>
              <a:gd name="connsiteX578" fmla="*/ 5287042 w 12192001"/>
              <a:gd name="connsiteY578" fmla="*/ 2957054 h 3465512"/>
              <a:gd name="connsiteX579" fmla="*/ 5186121 w 12192001"/>
              <a:gd name="connsiteY579" fmla="*/ 2923400 h 3465512"/>
              <a:gd name="connsiteX580" fmla="*/ 5085901 w 12192001"/>
              <a:gd name="connsiteY580" fmla="*/ 2890370 h 3465512"/>
              <a:gd name="connsiteX581" fmla="*/ 5041748 w 12192001"/>
              <a:gd name="connsiteY581" fmla="*/ 2883514 h 3465512"/>
              <a:gd name="connsiteX582" fmla="*/ 5028432 w 12192001"/>
              <a:gd name="connsiteY582" fmla="*/ 2889122 h 3465512"/>
              <a:gd name="connsiteX583" fmla="*/ 5022825 w 12192001"/>
              <a:gd name="connsiteY583" fmla="*/ 2917790 h 3465512"/>
              <a:gd name="connsiteX584" fmla="*/ 5063474 w 12192001"/>
              <a:gd name="connsiteY584" fmla="*/ 2959548 h 3465512"/>
              <a:gd name="connsiteX585" fmla="*/ 5095011 w 12192001"/>
              <a:gd name="connsiteY585" fmla="*/ 3010028 h 3465512"/>
              <a:gd name="connsiteX586" fmla="*/ 5127950 w 12192001"/>
              <a:gd name="connsiteY586" fmla="*/ 2990709 h 3465512"/>
              <a:gd name="connsiteX587" fmla="*/ 5162292 w 12192001"/>
              <a:gd name="connsiteY587" fmla="*/ 2962664 h 3465512"/>
              <a:gd name="connsiteX588" fmla="*/ 5261812 w 12192001"/>
              <a:gd name="connsiteY588" fmla="*/ 2997564 h 3465512"/>
              <a:gd name="connsiteX589" fmla="*/ 5257607 w 12192001"/>
              <a:gd name="connsiteY589" fmla="*/ 3022495 h 3465512"/>
              <a:gd name="connsiteX590" fmla="*/ 5254102 w 12192001"/>
              <a:gd name="connsiteY590" fmla="*/ 3056772 h 3465512"/>
              <a:gd name="connsiteX591" fmla="*/ 5330494 w 12192001"/>
              <a:gd name="connsiteY591" fmla="*/ 3091050 h 3465512"/>
              <a:gd name="connsiteX592" fmla="*/ 5413192 w 12192001"/>
              <a:gd name="connsiteY592" fmla="*/ 3112861 h 3465512"/>
              <a:gd name="connsiteX593" fmla="*/ 5440527 w 12192001"/>
              <a:gd name="connsiteY593" fmla="*/ 3099773 h 3465512"/>
              <a:gd name="connsiteX594" fmla="*/ 5554062 w 12192001"/>
              <a:gd name="connsiteY594" fmla="*/ 3060510 h 3465512"/>
              <a:gd name="connsiteX595" fmla="*/ 5641667 w 12192001"/>
              <a:gd name="connsiteY595" fmla="*/ 3094165 h 3465512"/>
              <a:gd name="connsiteX596" fmla="*/ 5720161 w 12192001"/>
              <a:gd name="connsiteY596" fmla="*/ 3145893 h 3465512"/>
              <a:gd name="connsiteX597" fmla="*/ 5780434 w 12192001"/>
              <a:gd name="connsiteY597" fmla="*/ 3162097 h 3465512"/>
              <a:gd name="connsiteX598" fmla="*/ 5811972 w 12192001"/>
              <a:gd name="connsiteY598" fmla="*/ 3165213 h 3465512"/>
              <a:gd name="connsiteX599" fmla="*/ 5831595 w 12192001"/>
              <a:gd name="connsiteY599" fmla="*/ 3204476 h 3465512"/>
              <a:gd name="connsiteX600" fmla="*/ 5805663 w 12192001"/>
              <a:gd name="connsiteY600" fmla="*/ 3217564 h 3465512"/>
              <a:gd name="connsiteX601" fmla="*/ 5773426 w 12192001"/>
              <a:gd name="connsiteY601" fmla="*/ 3214447 h 3465512"/>
              <a:gd name="connsiteX602" fmla="*/ 5674606 w 12192001"/>
              <a:gd name="connsiteY602" fmla="*/ 3178923 h 3465512"/>
              <a:gd name="connsiteX603" fmla="*/ 5601018 w 12192001"/>
              <a:gd name="connsiteY603" fmla="*/ 3163966 h 3465512"/>
              <a:gd name="connsiteX604" fmla="*/ 5520422 w 12192001"/>
              <a:gd name="connsiteY604" fmla="*/ 3173938 h 3465512"/>
              <a:gd name="connsiteX605" fmla="*/ 5409688 w 12192001"/>
              <a:gd name="connsiteY605" fmla="*/ 3162721 h 3465512"/>
              <a:gd name="connsiteX606" fmla="*/ 5293349 w 12192001"/>
              <a:gd name="connsiteY606" fmla="*/ 3126572 h 3465512"/>
              <a:gd name="connsiteX607" fmla="*/ 5179814 w 12192001"/>
              <a:gd name="connsiteY607" fmla="*/ 3086686 h 3465512"/>
              <a:gd name="connsiteX608" fmla="*/ 5089405 w 12192001"/>
              <a:gd name="connsiteY608" fmla="*/ 3072975 h 3465512"/>
              <a:gd name="connsiteX609" fmla="*/ 5000398 w 12192001"/>
              <a:gd name="connsiteY609" fmla="*/ 3054901 h 3465512"/>
              <a:gd name="connsiteX610" fmla="*/ 4874246 w 12192001"/>
              <a:gd name="connsiteY610" fmla="*/ 3017508 h 3465512"/>
              <a:gd name="connsiteX611" fmla="*/ 4776829 w 12192001"/>
              <a:gd name="connsiteY611" fmla="*/ 2989463 h 3465512"/>
              <a:gd name="connsiteX612" fmla="*/ 4657686 w 12192001"/>
              <a:gd name="connsiteY612" fmla="*/ 2941473 h 3465512"/>
              <a:gd name="connsiteX613" fmla="*/ 4389967 w 12192001"/>
              <a:gd name="connsiteY613" fmla="*/ 2826177 h 3465512"/>
              <a:gd name="connsiteX614" fmla="*/ 4335300 w 12192001"/>
              <a:gd name="connsiteY614" fmla="*/ 2800625 h 3465512"/>
              <a:gd name="connsiteX615" fmla="*/ 4283437 w 12192001"/>
              <a:gd name="connsiteY615" fmla="*/ 2769462 h 3465512"/>
              <a:gd name="connsiteX616" fmla="*/ 4220362 w 12192001"/>
              <a:gd name="connsiteY616" fmla="*/ 2745158 h 3465512"/>
              <a:gd name="connsiteX617" fmla="*/ 4160790 w 12192001"/>
              <a:gd name="connsiteY617" fmla="*/ 2715243 h 3465512"/>
              <a:gd name="connsiteX618" fmla="*/ 4086500 w 12192001"/>
              <a:gd name="connsiteY618" fmla="*/ 2688443 h 3465512"/>
              <a:gd name="connsiteX619" fmla="*/ 4006607 w 12192001"/>
              <a:gd name="connsiteY619" fmla="*/ 2682833 h 3465512"/>
              <a:gd name="connsiteX620" fmla="*/ 3926007 w 12192001"/>
              <a:gd name="connsiteY620" fmla="*/ 2698414 h 3465512"/>
              <a:gd name="connsiteX621" fmla="*/ 3906387 w 12192001"/>
              <a:gd name="connsiteY621" fmla="*/ 2715243 h 3465512"/>
              <a:gd name="connsiteX622" fmla="*/ 3860129 w 12192001"/>
              <a:gd name="connsiteY622" fmla="*/ 2699038 h 3465512"/>
              <a:gd name="connsiteX623" fmla="*/ 3816676 w 12192001"/>
              <a:gd name="connsiteY623" fmla="*/ 2689067 h 3465512"/>
              <a:gd name="connsiteX624" fmla="*/ 3773925 w 12192001"/>
              <a:gd name="connsiteY624" fmla="*/ 2680340 h 3465512"/>
              <a:gd name="connsiteX625" fmla="*/ 3689125 w 12192001"/>
              <a:gd name="connsiteY625" fmla="*/ 2662892 h 3465512"/>
              <a:gd name="connsiteX626" fmla="*/ 3671604 w 12192001"/>
              <a:gd name="connsiteY626" fmla="*/ 2650426 h 3465512"/>
              <a:gd name="connsiteX627" fmla="*/ 3677913 w 12192001"/>
              <a:gd name="connsiteY627" fmla="*/ 2636715 h 3465512"/>
              <a:gd name="connsiteX628" fmla="*/ 3812472 w 12192001"/>
              <a:gd name="connsiteY628" fmla="*/ 2654165 h 3465512"/>
              <a:gd name="connsiteX629" fmla="*/ 3850319 w 12192001"/>
              <a:gd name="connsiteY629" fmla="*/ 2652297 h 3465512"/>
              <a:gd name="connsiteX630" fmla="*/ 3896572 w 12192001"/>
              <a:gd name="connsiteY630" fmla="*/ 2640453 h 3465512"/>
              <a:gd name="connsiteX631" fmla="*/ 3942128 w 12192001"/>
              <a:gd name="connsiteY631" fmla="*/ 2642947 h 3465512"/>
              <a:gd name="connsiteX632" fmla="*/ 3981374 w 12192001"/>
              <a:gd name="connsiteY632" fmla="*/ 2646063 h 3465512"/>
              <a:gd name="connsiteX633" fmla="*/ 4028333 w 12192001"/>
              <a:gd name="connsiteY633" fmla="*/ 2644194 h 3465512"/>
              <a:gd name="connsiteX634" fmla="*/ 4073886 w 12192001"/>
              <a:gd name="connsiteY634" fmla="*/ 2651672 h 3465512"/>
              <a:gd name="connsiteX635" fmla="*/ 4120141 w 12192001"/>
              <a:gd name="connsiteY635" fmla="*/ 2654789 h 3465512"/>
              <a:gd name="connsiteX636" fmla="*/ 4164996 w 12192001"/>
              <a:gd name="connsiteY636" fmla="*/ 2667877 h 3465512"/>
              <a:gd name="connsiteX637" fmla="*/ 4204943 w 12192001"/>
              <a:gd name="connsiteY637" fmla="*/ 2668500 h 3465512"/>
              <a:gd name="connsiteX638" fmla="*/ 4245595 w 12192001"/>
              <a:gd name="connsiteY638" fmla="*/ 2670370 h 3465512"/>
              <a:gd name="connsiteX639" fmla="*/ 4295354 w 12192001"/>
              <a:gd name="connsiteY639" fmla="*/ 2715866 h 3465512"/>
              <a:gd name="connsiteX640" fmla="*/ 4326892 w 12192001"/>
              <a:gd name="connsiteY640" fmla="*/ 2734563 h 3465512"/>
              <a:gd name="connsiteX641" fmla="*/ 4366838 w 12192001"/>
              <a:gd name="connsiteY641" fmla="*/ 2742664 h 3465512"/>
              <a:gd name="connsiteX642" fmla="*/ 4425009 w 12192001"/>
              <a:gd name="connsiteY642" fmla="*/ 2778188 h 3465512"/>
              <a:gd name="connsiteX643" fmla="*/ 4490888 w 12192001"/>
              <a:gd name="connsiteY643" fmla="*/ 2798754 h 3465512"/>
              <a:gd name="connsiteX644" fmla="*/ 4560269 w 12192001"/>
              <a:gd name="connsiteY644" fmla="*/ 2811220 h 3465512"/>
              <a:gd name="connsiteX645" fmla="*/ 4628251 w 12192001"/>
              <a:gd name="connsiteY645" fmla="*/ 2830539 h 3465512"/>
              <a:gd name="connsiteX646" fmla="*/ 4641568 w 12192001"/>
              <a:gd name="connsiteY646" fmla="*/ 2828669 h 3465512"/>
              <a:gd name="connsiteX647" fmla="*/ 4651379 w 12192001"/>
              <a:gd name="connsiteY647" fmla="*/ 2816828 h 3465512"/>
              <a:gd name="connsiteX648" fmla="*/ 4650678 w 12192001"/>
              <a:gd name="connsiteY648" fmla="*/ 2801247 h 3465512"/>
              <a:gd name="connsiteX649" fmla="*/ 4577090 w 12192001"/>
              <a:gd name="connsiteY649" fmla="*/ 2760115 h 3465512"/>
              <a:gd name="connsiteX650" fmla="*/ 4537844 w 12192001"/>
              <a:gd name="connsiteY650" fmla="*/ 2744534 h 3465512"/>
              <a:gd name="connsiteX651" fmla="*/ 4498596 w 12192001"/>
              <a:gd name="connsiteY651" fmla="*/ 2730199 h 3465512"/>
              <a:gd name="connsiteX652" fmla="*/ 4440426 w 12192001"/>
              <a:gd name="connsiteY652" fmla="*/ 2692805 h 3465512"/>
              <a:gd name="connsiteX653" fmla="*/ 4336002 w 12192001"/>
              <a:gd name="connsiteY653" fmla="*/ 2626121 h 3465512"/>
              <a:gd name="connsiteX654" fmla="*/ 4267321 w 12192001"/>
              <a:gd name="connsiteY654" fmla="*/ 2616772 h 3465512"/>
              <a:gd name="connsiteX655" fmla="*/ 4203542 w 12192001"/>
              <a:gd name="connsiteY655" fmla="*/ 2604931 h 3465512"/>
              <a:gd name="connsiteX656" fmla="*/ 4139064 w 12192001"/>
              <a:gd name="connsiteY656" fmla="*/ 2595582 h 3465512"/>
              <a:gd name="connsiteX657" fmla="*/ 4074589 w 12192001"/>
              <a:gd name="connsiteY657" fmla="*/ 2590595 h 3465512"/>
              <a:gd name="connsiteX658" fmla="*/ 4042348 w 12192001"/>
              <a:gd name="connsiteY658" fmla="*/ 2589973 h 3465512"/>
              <a:gd name="connsiteX659" fmla="*/ 4010110 w 12192001"/>
              <a:gd name="connsiteY659" fmla="*/ 2591220 h 3465512"/>
              <a:gd name="connsiteX660" fmla="*/ 3959649 w 12192001"/>
              <a:gd name="connsiteY660" fmla="*/ 2579378 h 3465512"/>
              <a:gd name="connsiteX661" fmla="*/ 3949837 w 12192001"/>
              <a:gd name="connsiteY661" fmla="*/ 2570653 h 3465512"/>
              <a:gd name="connsiteX662" fmla="*/ 3961752 w 12192001"/>
              <a:gd name="connsiteY662" fmla="*/ 2561303 h 3465512"/>
              <a:gd name="connsiteX663" fmla="*/ 4036042 w 12192001"/>
              <a:gd name="connsiteY663" fmla="*/ 2556318 h 3465512"/>
              <a:gd name="connsiteX664" fmla="*/ 4110330 w 12192001"/>
              <a:gd name="connsiteY664" fmla="*/ 2561928 h 3465512"/>
              <a:gd name="connsiteX665" fmla="*/ 4164996 w 12192001"/>
              <a:gd name="connsiteY665" fmla="*/ 2565667 h 3465512"/>
              <a:gd name="connsiteX666" fmla="*/ 4185317 w 12192001"/>
              <a:gd name="connsiteY666" fmla="*/ 2545100 h 3465512"/>
              <a:gd name="connsiteX667" fmla="*/ 4170602 w 12192001"/>
              <a:gd name="connsiteY667" fmla="*/ 2523288 h 3465512"/>
              <a:gd name="connsiteX668" fmla="*/ 4089305 w 12192001"/>
              <a:gd name="connsiteY668" fmla="*/ 2513315 h 3465512"/>
              <a:gd name="connsiteX669" fmla="*/ 3993989 w 12192001"/>
              <a:gd name="connsiteY669" fmla="*/ 2515186 h 3465512"/>
              <a:gd name="connsiteX670" fmla="*/ 3941428 w 12192001"/>
              <a:gd name="connsiteY670" fmla="*/ 2510823 h 3465512"/>
              <a:gd name="connsiteX671" fmla="*/ 3876249 w 12192001"/>
              <a:gd name="connsiteY671" fmla="*/ 2503968 h 3465512"/>
              <a:gd name="connsiteX672" fmla="*/ 3856625 w 12192001"/>
              <a:gd name="connsiteY672" fmla="*/ 2523288 h 3465512"/>
              <a:gd name="connsiteX673" fmla="*/ 3818782 w 12192001"/>
              <a:gd name="connsiteY673" fmla="*/ 2563174 h 3465512"/>
              <a:gd name="connsiteX674" fmla="*/ 3792850 w 12192001"/>
              <a:gd name="connsiteY674" fmla="*/ 2566913 h 3465512"/>
              <a:gd name="connsiteX675" fmla="*/ 3741688 w 12192001"/>
              <a:gd name="connsiteY675" fmla="*/ 2562551 h 3465512"/>
              <a:gd name="connsiteX676" fmla="*/ 3691228 w 12192001"/>
              <a:gd name="connsiteY676" fmla="*/ 2560059 h 3465512"/>
              <a:gd name="connsiteX677" fmla="*/ 3640768 w 12192001"/>
              <a:gd name="connsiteY677" fmla="*/ 2556318 h 3465512"/>
              <a:gd name="connsiteX678" fmla="*/ 3591708 w 12192001"/>
              <a:gd name="connsiteY678" fmla="*/ 2548840 h 3465512"/>
              <a:gd name="connsiteX679" fmla="*/ 3469761 w 12192001"/>
              <a:gd name="connsiteY679" fmla="*/ 2540739 h 3465512"/>
              <a:gd name="connsiteX680" fmla="*/ 3422806 w 12192001"/>
              <a:gd name="connsiteY680" fmla="*/ 2534504 h 3465512"/>
              <a:gd name="connsiteX681" fmla="*/ 3377250 w 12192001"/>
              <a:gd name="connsiteY681" fmla="*/ 2521417 h 3465512"/>
              <a:gd name="connsiteX682" fmla="*/ 3329593 w 12192001"/>
              <a:gd name="connsiteY682" fmla="*/ 2525157 h 3465512"/>
              <a:gd name="connsiteX683" fmla="*/ 3282637 w 12192001"/>
              <a:gd name="connsiteY683" fmla="*/ 2525781 h 3465512"/>
              <a:gd name="connsiteX684" fmla="*/ 3010712 w 12192001"/>
              <a:gd name="connsiteY684" fmla="*/ 2501474 h 3465512"/>
              <a:gd name="connsiteX685" fmla="*/ 2944130 w 12192001"/>
              <a:gd name="connsiteY685" fmla="*/ 2498982 h 3465512"/>
              <a:gd name="connsiteX686" fmla="*/ 2878252 w 12192001"/>
              <a:gd name="connsiteY686" fmla="*/ 2498982 h 3465512"/>
              <a:gd name="connsiteX687" fmla="*/ 2850920 w 12192001"/>
              <a:gd name="connsiteY687" fmla="*/ 2499605 h 3465512"/>
              <a:gd name="connsiteX688" fmla="*/ 2823587 w 12192001"/>
              <a:gd name="connsiteY688" fmla="*/ 2500851 h 3465512"/>
              <a:gd name="connsiteX689" fmla="*/ 2768920 w 12192001"/>
              <a:gd name="connsiteY689" fmla="*/ 2502720 h 3465512"/>
              <a:gd name="connsiteX690" fmla="*/ 2731776 w 12192001"/>
              <a:gd name="connsiteY690" fmla="*/ 2503344 h 3465512"/>
              <a:gd name="connsiteX691" fmla="*/ 2713554 w 12192001"/>
              <a:gd name="connsiteY691" fmla="*/ 2503344 h 3465512"/>
              <a:gd name="connsiteX692" fmla="*/ 2694630 w 12192001"/>
              <a:gd name="connsiteY692" fmla="*/ 2504592 h 3465512"/>
              <a:gd name="connsiteX693" fmla="*/ 2619640 w 12192001"/>
              <a:gd name="connsiteY693" fmla="*/ 2507084 h 3465512"/>
              <a:gd name="connsiteX694" fmla="*/ 2581796 w 12192001"/>
              <a:gd name="connsiteY694" fmla="*/ 2507707 h 3465512"/>
              <a:gd name="connsiteX695" fmla="*/ 2562875 w 12192001"/>
              <a:gd name="connsiteY695" fmla="*/ 2508952 h 3465512"/>
              <a:gd name="connsiteX696" fmla="*/ 2543953 w 12192001"/>
              <a:gd name="connsiteY696" fmla="*/ 2510200 h 3465512"/>
              <a:gd name="connsiteX697" fmla="*/ 2466859 w 12192001"/>
              <a:gd name="connsiteY697" fmla="*/ 2516431 h 3465512"/>
              <a:gd name="connsiteX698" fmla="*/ 2438124 w 12192001"/>
              <a:gd name="connsiteY698" fmla="*/ 2516431 h 3465512"/>
              <a:gd name="connsiteX699" fmla="*/ 2408688 w 12192001"/>
              <a:gd name="connsiteY699" fmla="*/ 2514562 h 3465512"/>
              <a:gd name="connsiteX700" fmla="*/ 2277632 w 12192001"/>
              <a:gd name="connsiteY700" fmla="*/ 2508329 h 3465512"/>
              <a:gd name="connsiteX701" fmla="*/ 2145873 w 12192001"/>
              <a:gd name="connsiteY701" fmla="*/ 2525781 h 3465512"/>
              <a:gd name="connsiteX702" fmla="*/ 2119241 w 12192001"/>
              <a:gd name="connsiteY702" fmla="*/ 2531389 h 3465512"/>
              <a:gd name="connsiteX703" fmla="*/ 2091909 w 12192001"/>
              <a:gd name="connsiteY703" fmla="*/ 2534504 h 3465512"/>
              <a:gd name="connsiteX704" fmla="*/ 2035139 w 12192001"/>
              <a:gd name="connsiteY704" fmla="*/ 2533883 h 3465512"/>
              <a:gd name="connsiteX705" fmla="*/ 1977671 w 12192001"/>
              <a:gd name="connsiteY705" fmla="*/ 2527649 h 3465512"/>
              <a:gd name="connsiteX706" fmla="*/ 1918799 w 12192001"/>
              <a:gd name="connsiteY706" fmla="*/ 2522665 h 3465512"/>
              <a:gd name="connsiteX707" fmla="*/ 1892870 w 12192001"/>
              <a:gd name="connsiteY707" fmla="*/ 2511445 h 3465512"/>
              <a:gd name="connsiteX708" fmla="*/ 1886561 w 12192001"/>
              <a:gd name="connsiteY708" fmla="*/ 2502098 h 3465512"/>
              <a:gd name="connsiteX709" fmla="*/ 1895672 w 12192001"/>
              <a:gd name="connsiteY709" fmla="*/ 2493997 h 3465512"/>
              <a:gd name="connsiteX710" fmla="*/ 1941928 w 12192001"/>
              <a:gd name="connsiteY710" fmla="*/ 2496489 h 3465512"/>
              <a:gd name="connsiteX711" fmla="*/ 1964354 w 12192001"/>
              <a:gd name="connsiteY711" fmla="*/ 2495241 h 3465512"/>
              <a:gd name="connsiteX712" fmla="*/ 1986081 w 12192001"/>
              <a:gd name="connsiteY712" fmla="*/ 2493373 h 3465512"/>
              <a:gd name="connsiteX713" fmla="*/ 2070883 w 12192001"/>
              <a:gd name="connsiteY713" fmla="*/ 2475299 h 3465512"/>
              <a:gd name="connsiteX714" fmla="*/ 2074386 w 12192001"/>
              <a:gd name="connsiteY714" fmla="*/ 2464704 h 3465512"/>
              <a:gd name="connsiteX715" fmla="*/ 2065277 w 12192001"/>
              <a:gd name="connsiteY715" fmla="*/ 2451617 h 3465512"/>
              <a:gd name="connsiteX716" fmla="*/ 1947535 w 12192001"/>
              <a:gd name="connsiteY716" fmla="*/ 2419207 h 3465512"/>
              <a:gd name="connsiteX717" fmla="*/ 1828392 w 12192001"/>
              <a:gd name="connsiteY717" fmla="*/ 2416716 h 3465512"/>
              <a:gd name="connsiteX718" fmla="*/ 1798256 w 12192001"/>
              <a:gd name="connsiteY718" fmla="*/ 2391786 h 3465512"/>
              <a:gd name="connsiteX719" fmla="*/ 2007107 w 12192001"/>
              <a:gd name="connsiteY719" fmla="*/ 2389916 h 3465512"/>
              <a:gd name="connsiteX720" fmla="*/ 2148676 w 12192001"/>
              <a:gd name="connsiteY720" fmla="*/ 2389916 h 3465512"/>
              <a:gd name="connsiteX721" fmla="*/ 2318983 w 12192001"/>
              <a:gd name="connsiteY721" fmla="*/ 2324478 h 3465512"/>
              <a:gd name="connsiteX722" fmla="*/ 2321084 w 12192001"/>
              <a:gd name="connsiteY722" fmla="*/ 2313883 h 3465512"/>
              <a:gd name="connsiteX723" fmla="*/ 2310571 w 12192001"/>
              <a:gd name="connsiteY723" fmla="*/ 2303911 h 3465512"/>
              <a:gd name="connsiteX724" fmla="*/ 2240487 w 12192001"/>
              <a:gd name="connsiteY724" fmla="*/ 2288953 h 3465512"/>
              <a:gd name="connsiteX725" fmla="*/ 2169702 w 12192001"/>
              <a:gd name="connsiteY725" fmla="*/ 2292069 h 3465512"/>
              <a:gd name="connsiteX726" fmla="*/ 2077891 w 12192001"/>
              <a:gd name="connsiteY726" fmla="*/ 2304533 h 3465512"/>
              <a:gd name="connsiteX727" fmla="*/ 1983278 w 12192001"/>
              <a:gd name="connsiteY727" fmla="*/ 2312636 h 3465512"/>
              <a:gd name="connsiteX728" fmla="*/ 1935620 w 12192001"/>
              <a:gd name="connsiteY728" fmla="*/ 2315129 h 3465512"/>
              <a:gd name="connsiteX729" fmla="*/ 1911791 w 12192001"/>
              <a:gd name="connsiteY729" fmla="*/ 2316374 h 3465512"/>
              <a:gd name="connsiteX730" fmla="*/ 1887964 w 12192001"/>
              <a:gd name="connsiteY730" fmla="*/ 2318245 h 3465512"/>
              <a:gd name="connsiteX731" fmla="*/ 1791247 w 12192001"/>
              <a:gd name="connsiteY731" fmla="*/ 2328216 h 3465512"/>
              <a:gd name="connsiteX732" fmla="*/ 1750597 w 12192001"/>
              <a:gd name="connsiteY732" fmla="*/ 2328216 h 3465512"/>
              <a:gd name="connsiteX733" fmla="*/ 1482177 w 12192001"/>
              <a:gd name="connsiteY733" fmla="*/ 2374335 h 3465512"/>
              <a:gd name="connsiteX734" fmla="*/ 1459751 w 12192001"/>
              <a:gd name="connsiteY734" fmla="*/ 2404874 h 3465512"/>
              <a:gd name="connsiteX735" fmla="*/ 1487783 w 12192001"/>
              <a:gd name="connsiteY735" fmla="*/ 2414846 h 3465512"/>
              <a:gd name="connsiteX736" fmla="*/ 1499698 w 12192001"/>
              <a:gd name="connsiteY736" fmla="*/ 2421078 h 3465512"/>
              <a:gd name="connsiteX737" fmla="*/ 1487082 w 12192001"/>
              <a:gd name="connsiteY737" fmla="*/ 2436658 h 3465512"/>
              <a:gd name="connsiteX738" fmla="*/ 1402983 w 12192001"/>
              <a:gd name="connsiteY738" fmla="*/ 2423570 h 3465512"/>
              <a:gd name="connsiteX739" fmla="*/ 1374949 w 12192001"/>
              <a:gd name="connsiteY739" fmla="*/ 2412975 h 3465512"/>
              <a:gd name="connsiteX740" fmla="*/ 1282437 w 12192001"/>
              <a:gd name="connsiteY740" fmla="*/ 2416716 h 3465512"/>
              <a:gd name="connsiteX741" fmla="*/ 1237584 w 12192001"/>
              <a:gd name="connsiteY741" fmla="*/ 2425440 h 3465512"/>
              <a:gd name="connsiteX742" fmla="*/ 1196935 w 12192001"/>
              <a:gd name="connsiteY742" fmla="*/ 2446007 h 3465512"/>
              <a:gd name="connsiteX743" fmla="*/ 1083398 w 12192001"/>
              <a:gd name="connsiteY743" fmla="*/ 2498982 h 3465512"/>
              <a:gd name="connsiteX744" fmla="*/ 980375 w 12192001"/>
              <a:gd name="connsiteY744" fmla="*/ 2528896 h 3465512"/>
              <a:gd name="connsiteX745" fmla="*/ 928514 w 12192001"/>
              <a:gd name="connsiteY745" fmla="*/ 2542607 h 3465512"/>
              <a:gd name="connsiteX746" fmla="*/ 902582 w 12192001"/>
              <a:gd name="connsiteY746" fmla="*/ 2549464 h 3465512"/>
              <a:gd name="connsiteX747" fmla="*/ 876652 w 12192001"/>
              <a:gd name="connsiteY747" fmla="*/ 2556943 h 3465512"/>
              <a:gd name="connsiteX748" fmla="*/ 831797 w 12192001"/>
              <a:gd name="connsiteY748" fmla="*/ 2556318 h 3465512"/>
              <a:gd name="connsiteX749" fmla="*/ 713355 w 12192001"/>
              <a:gd name="connsiteY749" fmla="*/ 2556943 h 3465512"/>
              <a:gd name="connsiteX750" fmla="*/ 618040 w 12192001"/>
              <a:gd name="connsiteY750" fmla="*/ 2593089 h 3465512"/>
              <a:gd name="connsiteX751" fmla="*/ 547253 w 12192001"/>
              <a:gd name="connsiteY751" fmla="*/ 2623005 h 3465512"/>
              <a:gd name="connsiteX752" fmla="*/ 477872 w 12192001"/>
              <a:gd name="connsiteY752" fmla="*/ 2655413 h 3465512"/>
              <a:gd name="connsiteX753" fmla="*/ 409190 w 12192001"/>
              <a:gd name="connsiteY753" fmla="*/ 2689689 h 3465512"/>
              <a:gd name="connsiteX754" fmla="*/ 374848 w 12192001"/>
              <a:gd name="connsiteY754" fmla="*/ 2707139 h 3465512"/>
              <a:gd name="connsiteX755" fmla="*/ 341208 w 12192001"/>
              <a:gd name="connsiteY755" fmla="*/ 2725838 h 3465512"/>
              <a:gd name="connsiteX756" fmla="*/ 207347 w 12192001"/>
              <a:gd name="connsiteY756" fmla="*/ 2801870 h 3465512"/>
              <a:gd name="connsiteX757" fmla="*/ 76292 w 12192001"/>
              <a:gd name="connsiteY757" fmla="*/ 2883514 h 3465512"/>
              <a:gd name="connsiteX758" fmla="*/ 4105 w 12192001"/>
              <a:gd name="connsiteY758" fmla="*/ 2927140 h 3465512"/>
              <a:gd name="connsiteX759" fmla="*/ 0 w 12192001"/>
              <a:gd name="connsiteY759" fmla="*/ 2929527 h 3465512"/>
              <a:gd name="connsiteX760" fmla="*/ 0 w 12192001"/>
              <a:gd name="connsiteY760" fmla="*/ 754457 h 3465512"/>
              <a:gd name="connsiteX761" fmla="*/ 132357 w 12192001"/>
              <a:gd name="connsiteY761" fmla="*/ 691618 h 3465512"/>
              <a:gd name="connsiteX762" fmla="*/ 219964 w 12192001"/>
              <a:gd name="connsiteY762" fmla="*/ 660456 h 3465512"/>
              <a:gd name="connsiteX763" fmla="*/ 313175 w 12192001"/>
              <a:gd name="connsiteY763" fmla="*/ 639267 h 3465512"/>
              <a:gd name="connsiteX764" fmla="*/ 390969 w 12192001"/>
              <a:gd name="connsiteY764" fmla="*/ 618700 h 3465512"/>
              <a:gd name="connsiteX765" fmla="*/ 466659 w 12192001"/>
              <a:gd name="connsiteY765" fmla="*/ 589408 h 3465512"/>
              <a:gd name="connsiteX766" fmla="*/ 605426 w 12192001"/>
              <a:gd name="connsiteY766" fmla="*/ 547029 h 3465512"/>
              <a:gd name="connsiteX767" fmla="*/ 677611 w 12192001"/>
              <a:gd name="connsiteY767" fmla="*/ 535187 h 3465512"/>
              <a:gd name="connsiteX768" fmla="*/ 751901 w 12192001"/>
              <a:gd name="connsiteY768" fmla="*/ 530824 h 3465512"/>
              <a:gd name="connsiteX769" fmla="*/ 835301 w 12192001"/>
              <a:gd name="connsiteY769" fmla="*/ 526462 h 3465512"/>
              <a:gd name="connsiteX770" fmla="*/ 875950 w 12192001"/>
              <a:gd name="connsiteY770" fmla="*/ 521476 h 3465512"/>
              <a:gd name="connsiteX771" fmla="*/ 916599 w 12192001"/>
              <a:gd name="connsiteY771" fmla="*/ 515244 h 3465512"/>
              <a:gd name="connsiteX772" fmla="*/ 1077792 w 12192001"/>
              <a:gd name="connsiteY772" fmla="*/ 475980 h 3465512"/>
              <a:gd name="connsiteX773" fmla="*/ 1131056 w 12192001"/>
              <a:gd name="connsiteY773" fmla="*/ 462892 h 3465512"/>
              <a:gd name="connsiteX774" fmla="*/ 1187123 w 12192001"/>
              <a:gd name="connsiteY774" fmla="*/ 459153 h 3465512"/>
              <a:gd name="connsiteX775" fmla="*/ 1364436 w 12192001"/>
              <a:gd name="connsiteY775" fmla="*/ 454791 h 3465512"/>
              <a:gd name="connsiteX776" fmla="*/ 1543149 w 12192001"/>
              <a:gd name="connsiteY776" fmla="*/ 451052 h 3465512"/>
              <a:gd name="connsiteX777" fmla="*/ 1598516 w 12192001"/>
              <a:gd name="connsiteY777" fmla="*/ 442326 h 3465512"/>
              <a:gd name="connsiteX778" fmla="*/ 1647575 w 12192001"/>
              <a:gd name="connsiteY778" fmla="*/ 418643 h 3465512"/>
              <a:gd name="connsiteX779" fmla="*/ 1677710 w 12192001"/>
              <a:gd name="connsiteY779" fmla="*/ 398701 h 3465512"/>
              <a:gd name="connsiteX780" fmla="*/ 1821383 w 12192001"/>
              <a:gd name="connsiteY780" fmla="*/ 366292 h 3465512"/>
              <a:gd name="connsiteX781" fmla="*/ 1915997 w 12192001"/>
              <a:gd name="connsiteY781" fmla="*/ 366292 h 3465512"/>
              <a:gd name="connsiteX782" fmla="*/ 2019721 w 12192001"/>
              <a:gd name="connsiteY782" fmla="*/ 350088 h 3465512"/>
              <a:gd name="connsiteX783" fmla="*/ 2072286 w 12192001"/>
              <a:gd name="connsiteY783" fmla="*/ 346348 h 3465512"/>
              <a:gd name="connsiteX784" fmla="*/ 2124848 w 12192001"/>
              <a:gd name="connsiteY784" fmla="*/ 343232 h 3465512"/>
              <a:gd name="connsiteX785" fmla="*/ 2297255 w 12192001"/>
              <a:gd name="connsiteY785" fmla="*/ 322043 h 3465512"/>
              <a:gd name="connsiteX786" fmla="*/ 2389065 w 12192001"/>
              <a:gd name="connsiteY786" fmla="*/ 294621 h 3465512"/>
              <a:gd name="connsiteX787" fmla="*/ 2472465 w 12192001"/>
              <a:gd name="connsiteY787" fmla="*/ 250994 h 3465512"/>
              <a:gd name="connsiteX788" fmla="*/ 2508909 w 12192001"/>
              <a:gd name="connsiteY788" fmla="*/ 227312 h 3465512"/>
              <a:gd name="connsiteX789" fmla="*/ 2548858 w 12192001"/>
              <a:gd name="connsiteY789" fmla="*/ 212355 h 3465512"/>
              <a:gd name="connsiteX790" fmla="*/ 2635760 w 12192001"/>
              <a:gd name="connsiteY790" fmla="*/ 198643 h 3465512"/>
              <a:gd name="connsiteX791" fmla="*/ 2671504 w 12192001"/>
              <a:gd name="connsiteY791" fmla="*/ 184309 h 3465512"/>
              <a:gd name="connsiteX792" fmla="*/ 2682718 w 12192001"/>
              <a:gd name="connsiteY792" fmla="*/ 171221 h 3465512"/>
              <a:gd name="connsiteX793" fmla="*/ 2665196 w 12192001"/>
              <a:gd name="connsiteY793" fmla="*/ 150032 h 3465512"/>
              <a:gd name="connsiteX794" fmla="*/ 2545353 w 12192001"/>
              <a:gd name="connsiteY794" fmla="*/ 157511 h 3465512"/>
              <a:gd name="connsiteX795" fmla="*/ 2527832 w 12192001"/>
              <a:gd name="connsiteY795" fmla="*/ 161249 h 3465512"/>
              <a:gd name="connsiteX796" fmla="*/ 2510312 w 12192001"/>
              <a:gd name="connsiteY796" fmla="*/ 164367 h 3465512"/>
              <a:gd name="connsiteX797" fmla="*/ 2475971 w 12192001"/>
              <a:gd name="connsiteY797" fmla="*/ 166859 h 3465512"/>
              <a:gd name="connsiteX798" fmla="*/ 2407988 w 12192001"/>
              <a:gd name="connsiteY798" fmla="*/ 156888 h 3465512"/>
              <a:gd name="connsiteX799" fmla="*/ 2350519 w 12192001"/>
              <a:gd name="connsiteY799" fmla="*/ 166236 h 3465512"/>
              <a:gd name="connsiteX800" fmla="*/ 2300758 w 12192001"/>
              <a:gd name="connsiteY800" fmla="*/ 193658 h 3465512"/>
              <a:gd name="connsiteX801" fmla="*/ 2281137 w 12192001"/>
              <a:gd name="connsiteY801" fmla="*/ 198643 h 3465512"/>
              <a:gd name="connsiteX802" fmla="*/ 2262914 w 12192001"/>
              <a:gd name="connsiteY802" fmla="*/ 197398 h 3465512"/>
              <a:gd name="connsiteX803" fmla="*/ 2148676 w 12192001"/>
              <a:gd name="connsiteY803" fmla="*/ 183063 h 3465512"/>
              <a:gd name="connsiteX804" fmla="*/ 2040045 w 12192001"/>
              <a:gd name="connsiteY804" fmla="*/ 194280 h 3465512"/>
              <a:gd name="connsiteX805" fmla="*/ 1932117 w 12192001"/>
              <a:gd name="connsiteY805" fmla="*/ 204252 h 3465512"/>
              <a:gd name="connsiteX806" fmla="*/ 1716956 w 12192001"/>
              <a:gd name="connsiteY806" fmla="*/ 223573 h 3465512"/>
              <a:gd name="connsiteX807" fmla="*/ 1679113 w 12192001"/>
              <a:gd name="connsiteY807" fmla="*/ 218587 h 3465512"/>
              <a:gd name="connsiteX808" fmla="*/ 1663695 w 12192001"/>
              <a:gd name="connsiteY808" fmla="*/ 179323 h 3465512"/>
              <a:gd name="connsiteX809" fmla="*/ 1688924 w 12192001"/>
              <a:gd name="connsiteY809" fmla="*/ 153771 h 3465512"/>
              <a:gd name="connsiteX810" fmla="*/ 1780733 w 12192001"/>
              <a:gd name="connsiteY810" fmla="*/ 121986 h 3465512"/>
              <a:gd name="connsiteX811" fmla="*/ 1924408 w 12192001"/>
              <a:gd name="connsiteY811" fmla="*/ 100173 h 3465512"/>
              <a:gd name="connsiteX812" fmla="*/ 1995892 w 12192001"/>
              <a:gd name="connsiteY812" fmla="*/ 90202 h 3465512"/>
              <a:gd name="connsiteX813" fmla="*/ 2014116 w 12192001"/>
              <a:gd name="connsiteY813" fmla="*/ 87709 h 3465512"/>
              <a:gd name="connsiteX814" fmla="*/ 2032336 w 12192001"/>
              <a:gd name="connsiteY814" fmla="*/ 85839 h 3465512"/>
              <a:gd name="connsiteX815" fmla="*/ 2068780 w 12192001"/>
              <a:gd name="connsiteY815" fmla="*/ 82099 h 3465512"/>
              <a:gd name="connsiteX816" fmla="*/ 2362433 w 12192001"/>
              <a:gd name="connsiteY816" fmla="*/ 61534 h 3465512"/>
              <a:gd name="connsiteX817" fmla="*/ 2423407 w 12192001"/>
              <a:gd name="connsiteY817" fmla="*/ 62779 h 3465512"/>
              <a:gd name="connsiteX818" fmla="*/ 2515217 w 12192001"/>
              <a:gd name="connsiteY818" fmla="*/ 69635 h 3465512"/>
              <a:gd name="connsiteX819" fmla="*/ 2607026 w 12192001"/>
              <a:gd name="connsiteY819" fmla="*/ 70258 h 3465512"/>
              <a:gd name="connsiteX820" fmla="*/ 2791347 w 12192001"/>
              <a:gd name="connsiteY820" fmla="*/ 56547 h 3465512"/>
              <a:gd name="connsiteX821" fmla="*/ 2873347 w 12192001"/>
              <a:gd name="connsiteY821" fmla="*/ 52185 h 3465512"/>
              <a:gd name="connsiteX822" fmla="*/ 2955345 w 12192001"/>
              <a:gd name="connsiteY822" fmla="*/ 53431 h 3465512"/>
              <a:gd name="connsiteX823" fmla="*/ 3062574 w 12192001"/>
              <a:gd name="connsiteY823" fmla="*/ 57170 h 3465512"/>
              <a:gd name="connsiteX824" fmla="*/ 3115836 w 12192001"/>
              <a:gd name="connsiteY824" fmla="*/ 56547 h 3465512"/>
              <a:gd name="connsiteX825" fmla="*/ 3168399 w 12192001"/>
              <a:gd name="connsiteY825" fmla="*/ 54678 h 3465512"/>
              <a:gd name="connsiteX826" fmla="*/ 3220961 w 12192001"/>
              <a:gd name="connsiteY826" fmla="*/ 50938 h 3465512"/>
              <a:gd name="connsiteX827" fmla="*/ 3247595 w 12192001"/>
              <a:gd name="connsiteY827" fmla="*/ 48446 h 3465512"/>
              <a:gd name="connsiteX828" fmla="*/ 3273525 w 12192001"/>
              <a:gd name="connsiteY828" fmla="*/ 45330 h 3465512"/>
              <a:gd name="connsiteX829" fmla="*/ 3378651 w 12192001"/>
              <a:gd name="connsiteY829" fmla="*/ 27879 h 3465512"/>
              <a:gd name="connsiteX830" fmla="*/ 3688249 w 12192001"/>
              <a:gd name="connsiteY830" fmla="*/ 301 h 346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Lst>
            <a:rect l="l" t="t" r="r" b="b"/>
            <a:pathLst>
              <a:path w="12192001" h="3465512">
                <a:moveTo>
                  <a:pt x="5845580" y="3455102"/>
                </a:moveTo>
                <a:cubicBezTo>
                  <a:pt x="5853147" y="3456066"/>
                  <a:pt x="5860856" y="3458442"/>
                  <a:pt x="5868740" y="3462492"/>
                </a:cubicBezTo>
                <a:lnTo>
                  <a:pt x="5875532" y="3465512"/>
                </a:lnTo>
                <a:lnTo>
                  <a:pt x="5801570" y="3465512"/>
                </a:lnTo>
                <a:lnTo>
                  <a:pt x="5812379" y="3459407"/>
                </a:lnTo>
                <a:cubicBezTo>
                  <a:pt x="5823200" y="3455387"/>
                  <a:pt x="5834230" y="3453656"/>
                  <a:pt x="5845580" y="3455102"/>
                </a:cubicBezTo>
                <a:close/>
                <a:moveTo>
                  <a:pt x="5727435" y="3450962"/>
                </a:moveTo>
                <a:cubicBezTo>
                  <a:pt x="5731376" y="3451587"/>
                  <a:pt x="5735932" y="3453766"/>
                  <a:pt x="5741187" y="3456882"/>
                </a:cubicBezTo>
                <a:lnTo>
                  <a:pt x="5756713" y="3465512"/>
                </a:lnTo>
                <a:lnTo>
                  <a:pt x="5752144" y="3465512"/>
                </a:lnTo>
                <a:lnTo>
                  <a:pt x="5737683" y="3463739"/>
                </a:lnTo>
                <a:cubicBezTo>
                  <a:pt x="5732777" y="3463739"/>
                  <a:pt x="5727171" y="3463739"/>
                  <a:pt x="5722966" y="3461869"/>
                </a:cubicBezTo>
                <a:cubicBezTo>
                  <a:pt x="5720163" y="3461246"/>
                  <a:pt x="5716657" y="3455014"/>
                  <a:pt x="5717359" y="3454390"/>
                </a:cubicBezTo>
                <a:cubicBezTo>
                  <a:pt x="5720163" y="3451274"/>
                  <a:pt x="5723491" y="3450339"/>
                  <a:pt x="5727435" y="3450962"/>
                </a:cubicBezTo>
                <a:close/>
                <a:moveTo>
                  <a:pt x="5608728" y="3414503"/>
                </a:moveTo>
                <a:lnTo>
                  <a:pt x="5606626" y="3421982"/>
                </a:lnTo>
                <a:lnTo>
                  <a:pt x="5596814" y="3415751"/>
                </a:lnTo>
                <a:close/>
                <a:moveTo>
                  <a:pt x="6041147" y="3387704"/>
                </a:moveTo>
                <a:lnTo>
                  <a:pt x="6051659" y="3394561"/>
                </a:lnTo>
                <a:cubicBezTo>
                  <a:pt x="6048856" y="3396429"/>
                  <a:pt x="6046053" y="3401415"/>
                  <a:pt x="6044651" y="3400793"/>
                </a:cubicBezTo>
                <a:cubicBezTo>
                  <a:pt x="6041147" y="3399545"/>
                  <a:pt x="6037643" y="3397053"/>
                  <a:pt x="6034139" y="3394561"/>
                </a:cubicBezTo>
                <a:close/>
                <a:moveTo>
                  <a:pt x="6440626" y="3338469"/>
                </a:moveTo>
                <a:lnTo>
                  <a:pt x="6447634" y="3349064"/>
                </a:lnTo>
                <a:cubicBezTo>
                  <a:pt x="6444130" y="3351557"/>
                  <a:pt x="6439223" y="3356543"/>
                  <a:pt x="6436420" y="3355920"/>
                </a:cubicBezTo>
                <a:cubicBezTo>
                  <a:pt x="6433617" y="3355297"/>
                  <a:pt x="6431514" y="3349689"/>
                  <a:pt x="6429412" y="3345948"/>
                </a:cubicBezTo>
                <a:close/>
                <a:moveTo>
                  <a:pt x="5458136" y="3210786"/>
                </a:moveTo>
                <a:cubicBezTo>
                  <a:pt x="5463304" y="3209618"/>
                  <a:pt x="5469261" y="3210396"/>
                  <a:pt x="5474166" y="3213201"/>
                </a:cubicBezTo>
                <a:cubicBezTo>
                  <a:pt x="5481875" y="3218188"/>
                  <a:pt x="5486780" y="3226911"/>
                  <a:pt x="5493090" y="3233768"/>
                </a:cubicBezTo>
                <a:cubicBezTo>
                  <a:pt x="5483978" y="3241247"/>
                  <a:pt x="5474166" y="3243740"/>
                  <a:pt x="5463653" y="3240623"/>
                </a:cubicBezTo>
                <a:cubicBezTo>
                  <a:pt x="5453141" y="3237507"/>
                  <a:pt x="5443330" y="3229404"/>
                  <a:pt x="5446834" y="3220057"/>
                </a:cubicBezTo>
                <a:cubicBezTo>
                  <a:pt x="5448587" y="3215072"/>
                  <a:pt x="5452967" y="3211956"/>
                  <a:pt x="5458136" y="3210786"/>
                </a:cubicBezTo>
                <a:close/>
                <a:moveTo>
                  <a:pt x="6056566" y="3208838"/>
                </a:moveTo>
                <a:cubicBezTo>
                  <a:pt x="6094411" y="3210708"/>
                  <a:pt x="6125948" y="3226289"/>
                  <a:pt x="6121043" y="3241871"/>
                </a:cubicBezTo>
                <a:cubicBezTo>
                  <a:pt x="6116837" y="3243117"/>
                  <a:pt x="6111932" y="3246234"/>
                  <a:pt x="6107026" y="3246856"/>
                </a:cubicBezTo>
                <a:cubicBezTo>
                  <a:pt x="6084599" y="3248725"/>
                  <a:pt x="6065675" y="3240000"/>
                  <a:pt x="6049555" y="3227535"/>
                </a:cubicBezTo>
                <a:cubicBezTo>
                  <a:pt x="6046051" y="3224419"/>
                  <a:pt x="6043950" y="3219434"/>
                  <a:pt x="6041147" y="3215072"/>
                </a:cubicBezTo>
                <a:cubicBezTo>
                  <a:pt x="6046753" y="3212579"/>
                  <a:pt x="6051659" y="3208838"/>
                  <a:pt x="6056566" y="3208838"/>
                </a:cubicBezTo>
                <a:close/>
                <a:moveTo>
                  <a:pt x="4767018" y="2844873"/>
                </a:moveTo>
                <a:cubicBezTo>
                  <a:pt x="4755104" y="2844250"/>
                  <a:pt x="4748095" y="2850483"/>
                  <a:pt x="4742488" y="2861701"/>
                </a:cubicBezTo>
                <a:cubicBezTo>
                  <a:pt x="4736882" y="2871672"/>
                  <a:pt x="4737583" y="2880397"/>
                  <a:pt x="4749496" y="2884138"/>
                </a:cubicBezTo>
                <a:cubicBezTo>
                  <a:pt x="4776130" y="2893485"/>
                  <a:pt x="4802762" y="2902210"/>
                  <a:pt x="4846214" y="2916546"/>
                </a:cubicBezTo>
                <a:cubicBezTo>
                  <a:pt x="4852521" y="2917790"/>
                  <a:pt x="4875647" y="2922777"/>
                  <a:pt x="4899477" y="2927140"/>
                </a:cubicBezTo>
                <a:cubicBezTo>
                  <a:pt x="4911391" y="2929633"/>
                  <a:pt x="4917698" y="2922777"/>
                  <a:pt x="4922605" y="2910936"/>
                </a:cubicBezTo>
                <a:cubicBezTo>
                  <a:pt x="4927511" y="2899717"/>
                  <a:pt x="4927511" y="2890993"/>
                  <a:pt x="4916996" y="2885384"/>
                </a:cubicBezTo>
                <a:cubicBezTo>
                  <a:pt x="4900178" y="2876659"/>
                  <a:pt x="4883358" y="2868556"/>
                  <a:pt x="4865134" y="2861701"/>
                </a:cubicBezTo>
                <a:cubicBezTo>
                  <a:pt x="4847614" y="2854844"/>
                  <a:pt x="4829393" y="2849860"/>
                  <a:pt x="4810470" y="2846743"/>
                </a:cubicBezTo>
                <a:cubicBezTo>
                  <a:pt x="4796453" y="2844873"/>
                  <a:pt x="4781736" y="2845497"/>
                  <a:pt x="4767018" y="2844873"/>
                </a:cubicBezTo>
                <a:close/>
                <a:moveTo>
                  <a:pt x="5113234" y="2808104"/>
                </a:moveTo>
                <a:cubicBezTo>
                  <a:pt x="5111131" y="2808104"/>
                  <a:pt x="5109029" y="2812465"/>
                  <a:pt x="5106925" y="2814335"/>
                </a:cubicBezTo>
                <a:cubicBezTo>
                  <a:pt x="5113234" y="2823060"/>
                  <a:pt x="5121644" y="2825553"/>
                  <a:pt x="5132156" y="2822436"/>
                </a:cubicBezTo>
                <a:cubicBezTo>
                  <a:pt x="5130754" y="2818698"/>
                  <a:pt x="5129351" y="2814335"/>
                  <a:pt x="5126549" y="2811841"/>
                </a:cubicBezTo>
                <a:cubicBezTo>
                  <a:pt x="5123045" y="2809349"/>
                  <a:pt x="5118140" y="2808104"/>
                  <a:pt x="5113234" y="2808104"/>
                </a:cubicBezTo>
                <a:close/>
                <a:moveTo>
                  <a:pt x="3910590" y="2722720"/>
                </a:moveTo>
                <a:cubicBezTo>
                  <a:pt x="3930914" y="2729576"/>
                  <a:pt x="3951940" y="2736432"/>
                  <a:pt x="3972266" y="2743910"/>
                </a:cubicBezTo>
                <a:cubicBezTo>
                  <a:pt x="3975066" y="2744533"/>
                  <a:pt x="3977169" y="2750766"/>
                  <a:pt x="3976469" y="2754504"/>
                </a:cubicBezTo>
                <a:cubicBezTo>
                  <a:pt x="3976469" y="2758867"/>
                  <a:pt x="3973666" y="2765723"/>
                  <a:pt x="3970863" y="2768216"/>
                </a:cubicBezTo>
                <a:cubicBezTo>
                  <a:pt x="3949137" y="2786912"/>
                  <a:pt x="3925308" y="2781927"/>
                  <a:pt x="3918299" y="2758244"/>
                </a:cubicBezTo>
                <a:cubicBezTo>
                  <a:pt x="3915496" y="2746403"/>
                  <a:pt x="3916198" y="2732691"/>
                  <a:pt x="3910590" y="2722720"/>
                </a:cubicBezTo>
                <a:close/>
                <a:moveTo>
                  <a:pt x="3905684" y="2716488"/>
                </a:moveTo>
                <a:lnTo>
                  <a:pt x="3907086" y="2717111"/>
                </a:lnTo>
                <a:cubicBezTo>
                  <a:pt x="3908487" y="2718981"/>
                  <a:pt x="3909890" y="2720851"/>
                  <a:pt x="3910590" y="2722720"/>
                </a:cubicBezTo>
                <a:lnTo>
                  <a:pt x="3902881" y="2719604"/>
                </a:lnTo>
                <a:cubicBezTo>
                  <a:pt x="3903581" y="2718981"/>
                  <a:pt x="3904983" y="2717734"/>
                  <a:pt x="3905684" y="2716488"/>
                </a:cubicBezTo>
                <a:close/>
                <a:moveTo>
                  <a:pt x="2801159" y="2707139"/>
                </a:moveTo>
                <a:lnTo>
                  <a:pt x="2847415" y="2707139"/>
                </a:lnTo>
                <a:cubicBezTo>
                  <a:pt x="2854423" y="2706516"/>
                  <a:pt x="2862132" y="2707139"/>
                  <a:pt x="2869843" y="2707139"/>
                </a:cubicBezTo>
                <a:lnTo>
                  <a:pt x="2892267" y="2707762"/>
                </a:lnTo>
                <a:cubicBezTo>
                  <a:pt x="2907688" y="2708386"/>
                  <a:pt x="2922405" y="2708386"/>
                  <a:pt x="2937823" y="2709008"/>
                </a:cubicBezTo>
                <a:lnTo>
                  <a:pt x="2984078" y="2712124"/>
                </a:lnTo>
                <a:cubicBezTo>
                  <a:pt x="2992490" y="2712749"/>
                  <a:pt x="3000898" y="2712749"/>
                  <a:pt x="3009309" y="2715242"/>
                </a:cubicBezTo>
                <a:cubicBezTo>
                  <a:pt x="3017719" y="2717110"/>
                  <a:pt x="3026130" y="2722096"/>
                  <a:pt x="3033838" y="2731445"/>
                </a:cubicBezTo>
                <a:cubicBezTo>
                  <a:pt x="3026831" y="2733315"/>
                  <a:pt x="3019822" y="2735184"/>
                  <a:pt x="3012813" y="2737054"/>
                </a:cubicBezTo>
                <a:cubicBezTo>
                  <a:pt x="3005804" y="2738923"/>
                  <a:pt x="2998795" y="2740793"/>
                  <a:pt x="2992490" y="2741416"/>
                </a:cubicBezTo>
                <a:cubicBezTo>
                  <a:pt x="2978472" y="2743286"/>
                  <a:pt x="2965157" y="2742664"/>
                  <a:pt x="2951840" y="2741416"/>
                </a:cubicBezTo>
                <a:cubicBezTo>
                  <a:pt x="2901379" y="2737054"/>
                  <a:pt x="2851621" y="2732691"/>
                  <a:pt x="2801861" y="2730199"/>
                </a:cubicBezTo>
                <a:cubicBezTo>
                  <a:pt x="2798356" y="2729576"/>
                  <a:pt x="2794850" y="2726460"/>
                  <a:pt x="2792751" y="2722720"/>
                </a:cubicBezTo>
                <a:cubicBezTo>
                  <a:pt x="2789244" y="2716488"/>
                  <a:pt x="2792751" y="2707139"/>
                  <a:pt x="2801159" y="2707139"/>
                </a:cubicBezTo>
                <a:close/>
                <a:moveTo>
                  <a:pt x="2168739" y="2673330"/>
                </a:moveTo>
                <a:cubicBezTo>
                  <a:pt x="2172329" y="2674265"/>
                  <a:pt x="2173206" y="2677848"/>
                  <a:pt x="2164797" y="2688443"/>
                </a:cubicBezTo>
                <a:cubicBezTo>
                  <a:pt x="2162692" y="2691560"/>
                  <a:pt x="2157788" y="2690312"/>
                  <a:pt x="2154283" y="2690935"/>
                </a:cubicBezTo>
                <a:cubicBezTo>
                  <a:pt x="2150780" y="2691560"/>
                  <a:pt x="2147275" y="2692805"/>
                  <a:pt x="2143771" y="2692805"/>
                </a:cubicBezTo>
                <a:cubicBezTo>
                  <a:pt x="2136763" y="2692805"/>
                  <a:pt x="2129052" y="2691560"/>
                  <a:pt x="2122045" y="2690935"/>
                </a:cubicBezTo>
                <a:cubicBezTo>
                  <a:pt x="2121344" y="2684081"/>
                  <a:pt x="2126251" y="2680340"/>
                  <a:pt x="2135360" y="2679096"/>
                </a:cubicBezTo>
                <a:cubicBezTo>
                  <a:pt x="2142368" y="2677848"/>
                  <a:pt x="2149377" y="2674109"/>
                  <a:pt x="2156386" y="2674109"/>
                </a:cubicBezTo>
                <a:cubicBezTo>
                  <a:pt x="2158838" y="2674109"/>
                  <a:pt x="2165148" y="2672395"/>
                  <a:pt x="2168739" y="2673330"/>
                </a:cubicBezTo>
                <a:close/>
                <a:moveTo>
                  <a:pt x="3109530" y="2551956"/>
                </a:moveTo>
                <a:cubicBezTo>
                  <a:pt x="3126350" y="2552579"/>
                  <a:pt x="3143168" y="2553827"/>
                  <a:pt x="3159990" y="2556318"/>
                </a:cubicBezTo>
                <a:cubicBezTo>
                  <a:pt x="3168402" y="2557565"/>
                  <a:pt x="3176109" y="2559435"/>
                  <a:pt x="3184519" y="2561928"/>
                </a:cubicBezTo>
                <a:cubicBezTo>
                  <a:pt x="3192929" y="2564420"/>
                  <a:pt x="3201341" y="2568160"/>
                  <a:pt x="3209050" y="2572523"/>
                </a:cubicBezTo>
                <a:cubicBezTo>
                  <a:pt x="3218861" y="2578132"/>
                  <a:pt x="3230775" y="2584364"/>
                  <a:pt x="3241287" y="2581248"/>
                </a:cubicBezTo>
                <a:cubicBezTo>
                  <a:pt x="3272126" y="2570653"/>
                  <a:pt x="3303664" y="2571899"/>
                  <a:pt x="3333798" y="2575639"/>
                </a:cubicBezTo>
                <a:cubicBezTo>
                  <a:pt x="3341507" y="2576262"/>
                  <a:pt x="3349216" y="2577507"/>
                  <a:pt x="3356925" y="2578755"/>
                </a:cubicBezTo>
                <a:cubicBezTo>
                  <a:pt x="3364637" y="2580001"/>
                  <a:pt x="3372345" y="2581870"/>
                  <a:pt x="3380054" y="2583118"/>
                </a:cubicBezTo>
                <a:cubicBezTo>
                  <a:pt x="3395473" y="2586234"/>
                  <a:pt x="3410891" y="2589350"/>
                  <a:pt x="3426309" y="2591220"/>
                </a:cubicBezTo>
                <a:lnTo>
                  <a:pt x="3449437" y="2594336"/>
                </a:lnTo>
                <a:lnTo>
                  <a:pt x="3473265" y="2598074"/>
                </a:lnTo>
                <a:cubicBezTo>
                  <a:pt x="3489385" y="2600567"/>
                  <a:pt x="3504803" y="2603683"/>
                  <a:pt x="3520223" y="2607423"/>
                </a:cubicBezTo>
                <a:cubicBezTo>
                  <a:pt x="3530734" y="2609917"/>
                  <a:pt x="3538443" y="2624250"/>
                  <a:pt x="3544753" y="2638585"/>
                </a:cubicBezTo>
                <a:cubicBezTo>
                  <a:pt x="3546855" y="2641077"/>
                  <a:pt x="3546152" y="2649181"/>
                  <a:pt x="3544753" y="2654165"/>
                </a:cubicBezTo>
                <a:cubicBezTo>
                  <a:pt x="3544049" y="2657905"/>
                  <a:pt x="3539846" y="2662892"/>
                  <a:pt x="3537742" y="2663514"/>
                </a:cubicBezTo>
                <a:cubicBezTo>
                  <a:pt x="3518119" y="2667252"/>
                  <a:pt x="3499897" y="2667877"/>
                  <a:pt x="3480973" y="2666629"/>
                </a:cubicBezTo>
                <a:cubicBezTo>
                  <a:pt x="3462753" y="2665384"/>
                  <a:pt x="3444532" y="2661644"/>
                  <a:pt x="3426309" y="2659151"/>
                </a:cubicBezTo>
                <a:cubicBezTo>
                  <a:pt x="3408089" y="2656035"/>
                  <a:pt x="3389865" y="2653541"/>
                  <a:pt x="3371644" y="2652919"/>
                </a:cubicBezTo>
                <a:cubicBezTo>
                  <a:pt x="3362533" y="2652297"/>
                  <a:pt x="3353422" y="2652297"/>
                  <a:pt x="3344312" y="2653541"/>
                </a:cubicBezTo>
                <a:cubicBezTo>
                  <a:pt x="3335202" y="2654789"/>
                  <a:pt x="3326090" y="2656657"/>
                  <a:pt x="3316980" y="2659151"/>
                </a:cubicBezTo>
                <a:cubicBezTo>
                  <a:pt x="3309969" y="2661020"/>
                  <a:pt x="3302962" y="2654165"/>
                  <a:pt x="3295252" y="2652919"/>
                </a:cubicBezTo>
                <a:cubicBezTo>
                  <a:pt x="3280534" y="2649803"/>
                  <a:pt x="3265816" y="2643570"/>
                  <a:pt x="3251099" y="2646063"/>
                </a:cubicBezTo>
                <a:cubicBezTo>
                  <a:pt x="3234279" y="2648556"/>
                  <a:pt x="3217458" y="2650426"/>
                  <a:pt x="3200638" y="2651049"/>
                </a:cubicBezTo>
                <a:cubicBezTo>
                  <a:pt x="3192229" y="2651049"/>
                  <a:pt x="3183821" y="2651672"/>
                  <a:pt x="3175409" y="2651672"/>
                </a:cubicBezTo>
                <a:cubicBezTo>
                  <a:pt x="3167000" y="2651672"/>
                  <a:pt x="3159290" y="2652297"/>
                  <a:pt x="3150879" y="2652297"/>
                </a:cubicBezTo>
                <a:cubicBezTo>
                  <a:pt x="3134761" y="2652297"/>
                  <a:pt x="3117941" y="2652297"/>
                  <a:pt x="3101821" y="2651672"/>
                </a:cubicBezTo>
                <a:cubicBezTo>
                  <a:pt x="3085701" y="2651049"/>
                  <a:pt x="3069580" y="2651672"/>
                  <a:pt x="3053462" y="2651049"/>
                </a:cubicBezTo>
                <a:cubicBezTo>
                  <a:pt x="3010712" y="2649803"/>
                  <a:pt x="2968661" y="2651672"/>
                  <a:pt x="2927313" y="2657282"/>
                </a:cubicBezTo>
                <a:cubicBezTo>
                  <a:pt x="2899278" y="2661644"/>
                  <a:pt x="2873347" y="2668500"/>
                  <a:pt x="2846014" y="2650426"/>
                </a:cubicBezTo>
                <a:cubicBezTo>
                  <a:pt x="2839705" y="2646687"/>
                  <a:pt x="2831996" y="2646063"/>
                  <a:pt x="2825690" y="2647310"/>
                </a:cubicBezTo>
                <a:cubicBezTo>
                  <a:pt x="2801861" y="2652919"/>
                  <a:pt x="2778733" y="2652919"/>
                  <a:pt x="2754203" y="2642946"/>
                </a:cubicBezTo>
                <a:cubicBezTo>
                  <a:pt x="2750698" y="2641701"/>
                  <a:pt x="2747195" y="2642946"/>
                  <a:pt x="2744392" y="2644818"/>
                </a:cubicBezTo>
                <a:cubicBezTo>
                  <a:pt x="2741589" y="2646687"/>
                  <a:pt x="2738086" y="2649181"/>
                  <a:pt x="2735982" y="2652919"/>
                </a:cubicBezTo>
                <a:cubicBezTo>
                  <a:pt x="2726871" y="2669123"/>
                  <a:pt x="2717057" y="2680340"/>
                  <a:pt x="2700940" y="2677224"/>
                </a:cubicBezTo>
                <a:cubicBezTo>
                  <a:pt x="2683419" y="2674109"/>
                  <a:pt x="2665196" y="2672863"/>
                  <a:pt x="2648375" y="2660398"/>
                </a:cubicBezTo>
                <a:cubicBezTo>
                  <a:pt x="2637164" y="2652297"/>
                  <a:pt x="2628051" y="2655413"/>
                  <a:pt x="2619640" y="2664760"/>
                </a:cubicBezTo>
                <a:cubicBezTo>
                  <a:pt x="2608429" y="2676602"/>
                  <a:pt x="2595113" y="2681588"/>
                  <a:pt x="2580396" y="2682211"/>
                </a:cubicBezTo>
                <a:cubicBezTo>
                  <a:pt x="2558667" y="2682211"/>
                  <a:pt x="2536944" y="2682211"/>
                  <a:pt x="2515217" y="2682211"/>
                </a:cubicBezTo>
                <a:lnTo>
                  <a:pt x="2482279" y="2681588"/>
                </a:lnTo>
                <a:cubicBezTo>
                  <a:pt x="2471765" y="2681588"/>
                  <a:pt x="2460550" y="2680340"/>
                  <a:pt x="2449336" y="2680965"/>
                </a:cubicBezTo>
                <a:cubicBezTo>
                  <a:pt x="2443030" y="2680965"/>
                  <a:pt x="2435320" y="2673486"/>
                  <a:pt x="2428313" y="2667877"/>
                </a:cubicBezTo>
                <a:cubicBezTo>
                  <a:pt x="2402381" y="2646687"/>
                  <a:pt x="2402381" y="2646687"/>
                  <a:pt x="2386262" y="2648556"/>
                </a:cubicBezTo>
                <a:cubicBezTo>
                  <a:pt x="2375048" y="2649803"/>
                  <a:pt x="2363836" y="2651672"/>
                  <a:pt x="2352622" y="2653541"/>
                </a:cubicBezTo>
                <a:cubicBezTo>
                  <a:pt x="2351921" y="2652297"/>
                  <a:pt x="2351221" y="2649803"/>
                  <a:pt x="2350519" y="2647933"/>
                </a:cubicBezTo>
                <a:cubicBezTo>
                  <a:pt x="2349819" y="2648556"/>
                  <a:pt x="2349819" y="2648556"/>
                  <a:pt x="2349118" y="2649181"/>
                </a:cubicBezTo>
                <a:cubicBezTo>
                  <a:pt x="2347716" y="2666008"/>
                  <a:pt x="2342107" y="2681588"/>
                  <a:pt x="2330896" y="2681588"/>
                </a:cubicBezTo>
                <a:cubicBezTo>
                  <a:pt x="2316178" y="2681588"/>
                  <a:pt x="2300758" y="2684704"/>
                  <a:pt x="2285340" y="2685327"/>
                </a:cubicBezTo>
                <a:cubicBezTo>
                  <a:pt x="2269923" y="2686573"/>
                  <a:pt x="2254504" y="2685327"/>
                  <a:pt x="2238385" y="2680340"/>
                </a:cubicBezTo>
                <a:cubicBezTo>
                  <a:pt x="2229276" y="2677224"/>
                  <a:pt x="2225067" y="2669745"/>
                  <a:pt x="2218761" y="2659773"/>
                </a:cubicBezTo>
                <a:cubicBezTo>
                  <a:pt x="2206847" y="2641077"/>
                  <a:pt x="2206148" y="2641701"/>
                  <a:pt x="2175309" y="2634845"/>
                </a:cubicBezTo>
                <a:cubicBezTo>
                  <a:pt x="2166197" y="2632352"/>
                  <a:pt x="2157788" y="2626743"/>
                  <a:pt x="2157788" y="2614278"/>
                </a:cubicBezTo>
                <a:cubicBezTo>
                  <a:pt x="2157788" y="2606799"/>
                  <a:pt x="2166197" y="2598074"/>
                  <a:pt x="2172506" y="2597452"/>
                </a:cubicBezTo>
                <a:cubicBezTo>
                  <a:pt x="2235582" y="2590595"/>
                  <a:pt x="2298658" y="2576884"/>
                  <a:pt x="2360330" y="2582494"/>
                </a:cubicBezTo>
                <a:cubicBezTo>
                  <a:pt x="2377151" y="2583740"/>
                  <a:pt x="2393971" y="2584364"/>
                  <a:pt x="2410092" y="2584986"/>
                </a:cubicBezTo>
                <a:cubicBezTo>
                  <a:pt x="2426909" y="2585610"/>
                  <a:pt x="2443030" y="2585610"/>
                  <a:pt x="2459151" y="2586857"/>
                </a:cubicBezTo>
                <a:cubicBezTo>
                  <a:pt x="2491389" y="2588727"/>
                  <a:pt x="2522927" y="2590595"/>
                  <a:pt x="2555164" y="2592465"/>
                </a:cubicBezTo>
                <a:cubicBezTo>
                  <a:pt x="2565678" y="2593089"/>
                  <a:pt x="2576891" y="2593089"/>
                  <a:pt x="2588104" y="2593711"/>
                </a:cubicBezTo>
                <a:cubicBezTo>
                  <a:pt x="2599317" y="2594336"/>
                  <a:pt x="2610530" y="2594336"/>
                  <a:pt x="2621045" y="2594336"/>
                </a:cubicBezTo>
                <a:cubicBezTo>
                  <a:pt x="2642769" y="2593711"/>
                  <a:pt x="2664496" y="2592465"/>
                  <a:pt x="2685521" y="2589350"/>
                </a:cubicBezTo>
                <a:cubicBezTo>
                  <a:pt x="2696734" y="2587479"/>
                  <a:pt x="2708650" y="2584986"/>
                  <a:pt x="2719862" y="2582494"/>
                </a:cubicBezTo>
                <a:cubicBezTo>
                  <a:pt x="2731077" y="2580624"/>
                  <a:pt x="2742288" y="2578132"/>
                  <a:pt x="2753503" y="2577507"/>
                </a:cubicBezTo>
                <a:cubicBezTo>
                  <a:pt x="2776629" y="2575639"/>
                  <a:pt x="2799058" y="2577507"/>
                  <a:pt x="2822186" y="2591843"/>
                </a:cubicBezTo>
                <a:cubicBezTo>
                  <a:pt x="2824988" y="2593089"/>
                  <a:pt x="2829194" y="2593711"/>
                  <a:pt x="2831996" y="2591843"/>
                </a:cubicBezTo>
                <a:cubicBezTo>
                  <a:pt x="2837603" y="2588727"/>
                  <a:pt x="2843208" y="2586234"/>
                  <a:pt x="2848817" y="2584364"/>
                </a:cubicBezTo>
                <a:cubicBezTo>
                  <a:pt x="2854423" y="2581870"/>
                  <a:pt x="2860031" y="2581248"/>
                  <a:pt x="2865635" y="2580001"/>
                </a:cubicBezTo>
                <a:cubicBezTo>
                  <a:pt x="2876852" y="2578132"/>
                  <a:pt x="2888764" y="2577507"/>
                  <a:pt x="2899979" y="2578132"/>
                </a:cubicBezTo>
                <a:cubicBezTo>
                  <a:pt x="2911193" y="2578755"/>
                  <a:pt x="2923105" y="2579378"/>
                  <a:pt x="2934320" y="2580624"/>
                </a:cubicBezTo>
                <a:cubicBezTo>
                  <a:pt x="2946234" y="2581870"/>
                  <a:pt x="2957449" y="2583118"/>
                  <a:pt x="2969360" y="2583118"/>
                </a:cubicBezTo>
                <a:cubicBezTo>
                  <a:pt x="2987584" y="2583740"/>
                  <a:pt x="3005105" y="2583740"/>
                  <a:pt x="3023327" y="2580624"/>
                </a:cubicBezTo>
                <a:cubicBezTo>
                  <a:pt x="3040848" y="2577507"/>
                  <a:pt x="3059069" y="2571275"/>
                  <a:pt x="3076589" y="2558811"/>
                </a:cubicBezTo>
                <a:cubicBezTo>
                  <a:pt x="3086404" y="2551956"/>
                  <a:pt x="3098317" y="2551332"/>
                  <a:pt x="3109530" y="2551956"/>
                </a:cubicBezTo>
                <a:close/>
                <a:moveTo>
                  <a:pt x="4280635" y="2537621"/>
                </a:moveTo>
                <a:cubicBezTo>
                  <a:pt x="4277130" y="2536998"/>
                  <a:pt x="4271524" y="2541985"/>
                  <a:pt x="4268020" y="2545723"/>
                </a:cubicBezTo>
                <a:cubicBezTo>
                  <a:pt x="4262413" y="2551332"/>
                  <a:pt x="4262413" y="2563797"/>
                  <a:pt x="4272224" y="2568160"/>
                </a:cubicBezTo>
                <a:cubicBezTo>
                  <a:pt x="4317781" y="2588727"/>
                  <a:pt x="4364736" y="2600567"/>
                  <a:pt x="4417999" y="2598698"/>
                </a:cubicBezTo>
                <a:cubicBezTo>
                  <a:pt x="4420802" y="2598698"/>
                  <a:pt x="4425709" y="2594336"/>
                  <a:pt x="4429914" y="2591843"/>
                </a:cubicBezTo>
                <a:cubicBezTo>
                  <a:pt x="4427811" y="2587479"/>
                  <a:pt x="4426410" y="2582494"/>
                  <a:pt x="4423607" y="2578755"/>
                </a:cubicBezTo>
                <a:cubicBezTo>
                  <a:pt x="4420802" y="2575015"/>
                  <a:pt x="4417298" y="2571275"/>
                  <a:pt x="4413796" y="2570030"/>
                </a:cubicBezTo>
                <a:cubicBezTo>
                  <a:pt x="4402581" y="2566290"/>
                  <a:pt x="4392070" y="2563174"/>
                  <a:pt x="4378052" y="2559435"/>
                </a:cubicBezTo>
                <a:cubicBezTo>
                  <a:pt x="4364736" y="2555695"/>
                  <a:pt x="4348617" y="2551332"/>
                  <a:pt x="4327590" y="2545100"/>
                </a:cubicBezTo>
                <a:cubicBezTo>
                  <a:pt x="4325490" y="2544477"/>
                  <a:pt x="4303063" y="2540739"/>
                  <a:pt x="4280635" y="2537621"/>
                </a:cubicBezTo>
                <a:close/>
                <a:moveTo>
                  <a:pt x="3692629" y="2509577"/>
                </a:moveTo>
                <a:lnTo>
                  <a:pt x="3684217" y="2514562"/>
                </a:lnTo>
                <a:lnTo>
                  <a:pt x="3691928" y="2518924"/>
                </a:lnTo>
                <a:close/>
                <a:moveTo>
                  <a:pt x="1796153" y="2391162"/>
                </a:moveTo>
                <a:cubicBezTo>
                  <a:pt x="1796153" y="2392408"/>
                  <a:pt x="1796853" y="2393655"/>
                  <a:pt x="1797555" y="2394901"/>
                </a:cubicBezTo>
                <a:lnTo>
                  <a:pt x="1794050" y="2394901"/>
                </a:lnTo>
                <a:cubicBezTo>
                  <a:pt x="1792648" y="2394901"/>
                  <a:pt x="1791948" y="2394901"/>
                  <a:pt x="1790547" y="2394278"/>
                </a:cubicBezTo>
                <a:cubicBezTo>
                  <a:pt x="1792648" y="2393030"/>
                  <a:pt x="1794050" y="2392408"/>
                  <a:pt x="1796153" y="2391162"/>
                </a:cubicBezTo>
                <a:close/>
                <a:moveTo>
                  <a:pt x="1746043" y="2386098"/>
                </a:moveTo>
                <a:cubicBezTo>
                  <a:pt x="1760586" y="2386020"/>
                  <a:pt x="1775478" y="2388670"/>
                  <a:pt x="1790547" y="2393655"/>
                </a:cubicBezTo>
                <a:cubicBezTo>
                  <a:pt x="1766718" y="2407366"/>
                  <a:pt x="1740086" y="2414845"/>
                  <a:pt x="1711352" y="2416716"/>
                </a:cubicBezTo>
                <a:cubicBezTo>
                  <a:pt x="1698736" y="2417961"/>
                  <a:pt x="1693130" y="2414222"/>
                  <a:pt x="1695933" y="2404250"/>
                </a:cubicBezTo>
                <a:cubicBezTo>
                  <a:pt x="1696633" y="2399887"/>
                  <a:pt x="1700137" y="2396149"/>
                  <a:pt x="1703642" y="2394901"/>
                </a:cubicBezTo>
                <a:cubicBezTo>
                  <a:pt x="1717308" y="2388980"/>
                  <a:pt x="1731500" y="2386177"/>
                  <a:pt x="1746043" y="2386098"/>
                </a:cubicBezTo>
                <a:close/>
                <a:moveTo>
                  <a:pt x="2420603" y="2303911"/>
                </a:moveTo>
                <a:cubicBezTo>
                  <a:pt x="2404483" y="2299548"/>
                  <a:pt x="2391169" y="2305157"/>
                  <a:pt x="2389765" y="2316999"/>
                </a:cubicBezTo>
                <a:cubicBezTo>
                  <a:pt x="2389065" y="2321361"/>
                  <a:pt x="2391869" y="2326970"/>
                  <a:pt x="2392571" y="2331956"/>
                </a:cubicBezTo>
                <a:cubicBezTo>
                  <a:pt x="2400980" y="2353769"/>
                  <a:pt x="2424809" y="2356262"/>
                  <a:pt x="2431815" y="2339435"/>
                </a:cubicBezTo>
                <a:cubicBezTo>
                  <a:pt x="2436022" y="2330710"/>
                  <a:pt x="2436723" y="2321361"/>
                  <a:pt x="2431115" y="2312014"/>
                </a:cubicBezTo>
                <a:cubicBezTo>
                  <a:pt x="2428313" y="2308273"/>
                  <a:pt x="2424107" y="2304533"/>
                  <a:pt x="2420603" y="2303911"/>
                </a:cubicBezTo>
                <a:close/>
                <a:moveTo>
                  <a:pt x="11828688" y="2025951"/>
                </a:moveTo>
                <a:cubicBezTo>
                  <a:pt x="11855320" y="2027197"/>
                  <a:pt x="11874243" y="2044023"/>
                  <a:pt x="11893166" y="2060229"/>
                </a:cubicBezTo>
                <a:cubicBezTo>
                  <a:pt x="11895969" y="2063345"/>
                  <a:pt x="11895969" y="2070199"/>
                  <a:pt x="11897371" y="2075185"/>
                </a:cubicBezTo>
                <a:cubicBezTo>
                  <a:pt x="11893867" y="2077677"/>
                  <a:pt x="11890363" y="2082041"/>
                  <a:pt x="11886859" y="2082664"/>
                </a:cubicBezTo>
                <a:cubicBezTo>
                  <a:pt x="11854619" y="2087650"/>
                  <a:pt x="11827287" y="2080793"/>
                  <a:pt x="11813970" y="2047141"/>
                </a:cubicBezTo>
                <a:cubicBezTo>
                  <a:pt x="11812568" y="2043400"/>
                  <a:pt x="11813970" y="2037169"/>
                  <a:pt x="11816074" y="2034053"/>
                </a:cubicBezTo>
                <a:cubicBezTo>
                  <a:pt x="11818875" y="2030313"/>
                  <a:pt x="11825184" y="2025951"/>
                  <a:pt x="11828688" y="2025951"/>
                </a:cubicBezTo>
                <a:close/>
                <a:moveTo>
                  <a:pt x="11438320" y="1948047"/>
                </a:moveTo>
                <a:cubicBezTo>
                  <a:pt x="11448832" y="1947424"/>
                  <a:pt x="11458643" y="1949295"/>
                  <a:pt x="11468454" y="1949918"/>
                </a:cubicBezTo>
                <a:cubicBezTo>
                  <a:pt x="11523822" y="1954903"/>
                  <a:pt x="11570778" y="1988558"/>
                  <a:pt x="11626845" y="1992297"/>
                </a:cubicBezTo>
                <a:cubicBezTo>
                  <a:pt x="11631750" y="1992297"/>
                  <a:pt x="11637358" y="1995412"/>
                  <a:pt x="11640161" y="1999153"/>
                </a:cubicBezTo>
                <a:cubicBezTo>
                  <a:pt x="11646469" y="2006630"/>
                  <a:pt x="11656281" y="2014732"/>
                  <a:pt x="11655581" y="2022834"/>
                </a:cubicBezTo>
                <a:cubicBezTo>
                  <a:pt x="11654878" y="2035299"/>
                  <a:pt x="11644366" y="2038415"/>
                  <a:pt x="11631750" y="2035299"/>
                </a:cubicBezTo>
                <a:cubicBezTo>
                  <a:pt x="11607221" y="2029689"/>
                  <a:pt x="11582693" y="2025327"/>
                  <a:pt x="11557463" y="2019718"/>
                </a:cubicBezTo>
                <a:cubicBezTo>
                  <a:pt x="11557463" y="2019095"/>
                  <a:pt x="11558162" y="2017849"/>
                  <a:pt x="11558162" y="2017225"/>
                </a:cubicBezTo>
                <a:cubicBezTo>
                  <a:pt x="11523822" y="2009746"/>
                  <a:pt x="11489479" y="2003514"/>
                  <a:pt x="11455139" y="1995412"/>
                </a:cubicBezTo>
                <a:cubicBezTo>
                  <a:pt x="11446027" y="1993542"/>
                  <a:pt x="11436218" y="1987310"/>
                  <a:pt x="11430610" y="1979831"/>
                </a:cubicBezTo>
                <a:cubicBezTo>
                  <a:pt x="11425704" y="1973600"/>
                  <a:pt x="11425003" y="1962382"/>
                  <a:pt x="11424303" y="1953033"/>
                </a:cubicBezTo>
                <a:cubicBezTo>
                  <a:pt x="11424303" y="1952411"/>
                  <a:pt x="11433413" y="1948047"/>
                  <a:pt x="11438320" y="1948047"/>
                </a:cubicBezTo>
                <a:close/>
                <a:moveTo>
                  <a:pt x="10645669" y="1838359"/>
                </a:moveTo>
                <a:cubicBezTo>
                  <a:pt x="10650574" y="1838982"/>
                  <a:pt x="10656182" y="1837111"/>
                  <a:pt x="10660387" y="1838982"/>
                </a:cubicBezTo>
                <a:cubicBezTo>
                  <a:pt x="10663190" y="1840852"/>
                  <a:pt x="10665293" y="1848954"/>
                  <a:pt x="10663190" y="1852070"/>
                </a:cubicBezTo>
                <a:cubicBezTo>
                  <a:pt x="10661087" y="1855809"/>
                  <a:pt x="10654078" y="1858301"/>
                  <a:pt x="10650574" y="1857679"/>
                </a:cubicBezTo>
                <a:cubicBezTo>
                  <a:pt x="10646370" y="1857055"/>
                  <a:pt x="10642165" y="1853315"/>
                  <a:pt x="10640062" y="1848954"/>
                </a:cubicBezTo>
                <a:cubicBezTo>
                  <a:pt x="10638661" y="1847084"/>
                  <a:pt x="10643566" y="1842098"/>
                  <a:pt x="10645669" y="1838359"/>
                </a:cubicBezTo>
                <a:close/>
                <a:moveTo>
                  <a:pt x="11909286" y="1825893"/>
                </a:moveTo>
                <a:cubicBezTo>
                  <a:pt x="11916994" y="1822154"/>
                  <a:pt x="11924002" y="1822154"/>
                  <a:pt x="11931010" y="1827139"/>
                </a:cubicBezTo>
                <a:cubicBezTo>
                  <a:pt x="11940122" y="1834618"/>
                  <a:pt x="11942224" y="1841475"/>
                  <a:pt x="11935918" y="1848330"/>
                </a:cubicBezTo>
                <a:cubicBezTo>
                  <a:pt x="11933114" y="1851447"/>
                  <a:pt x="11927506" y="1853315"/>
                  <a:pt x="11924002" y="1853315"/>
                </a:cubicBezTo>
                <a:cubicBezTo>
                  <a:pt x="11909985" y="1852692"/>
                  <a:pt x="11907884" y="1847084"/>
                  <a:pt x="11909286" y="1825893"/>
                </a:cubicBezTo>
                <a:close/>
                <a:moveTo>
                  <a:pt x="11907884" y="1824023"/>
                </a:moveTo>
                <a:lnTo>
                  <a:pt x="11909284" y="1824023"/>
                </a:lnTo>
                <a:cubicBezTo>
                  <a:pt x="11909284" y="1824647"/>
                  <a:pt x="11909284" y="1825271"/>
                  <a:pt x="11909284" y="1825893"/>
                </a:cubicBezTo>
                <a:cubicBezTo>
                  <a:pt x="11907884" y="1826516"/>
                  <a:pt x="11906480" y="1826516"/>
                  <a:pt x="11905780" y="1827764"/>
                </a:cubicBezTo>
                <a:cubicBezTo>
                  <a:pt x="11906480" y="1826516"/>
                  <a:pt x="11907181" y="1825271"/>
                  <a:pt x="11907884" y="1824023"/>
                </a:cubicBezTo>
                <a:close/>
                <a:moveTo>
                  <a:pt x="10241984" y="1779150"/>
                </a:moveTo>
                <a:cubicBezTo>
                  <a:pt x="10243387" y="1779774"/>
                  <a:pt x="10242685" y="1786007"/>
                  <a:pt x="10242685" y="1789123"/>
                </a:cubicBezTo>
                <a:cubicBezTo>
                  <a:pt x="10230770" y="1794109"/>
                  <a:pt x="10225867" y="1790369"/>
                  <a:pt x="10230770" y="1779774"/>
                </a:cubicBezTo>
                <a:cubicBezTo>
                  <a:pt x="10231473" y="1777905"/>
                  <a:pt x="10239181" y="1777905"/>
                  <a:pt x="10241984" y="1779150"/>
                </a:cubicBezTo>
                <a:close/>
                <a:moveTo>
                  <a:pt x="9872642" y="1374054"/>
                </a:moveTo>
                <a:cubicBezTo>
                  <a:pt x="9906984" y="1385270"/>
                  <a:pt x="9943428" y="1380907"/>
                  <a:pt x="9978469" y="1387142"/>
                </a:cubicBezTo>
                <a:cubicBezTo>
                  <a:pt x="10058365" y="1400852"/>
                  <a:pt x="10138962" y="1413317"/>
                  <a:pt x="10218858" y="1426405"/>
                </a:cubicBezTo>
                <a:cubicBezTo>
                  <a:pt x="10299455" y="1439493"/>
                  <a:pt x="10379351" y="1452581"/>
                  <a:pt x="10457844" y="1470652"/>
                </a:cubicBezTo>
                <a:cubicBezTo>
                  <a:pt x="10492186" y="1478755"/>
                  <a:pt x="10527927" y="1483740"/>
                  <a:pt x="10563671" y="1483740"/>
                </a:cubicBezTo>
                <a:cubicBezTo>
                  <a:pt x="10585397" y="1483740"/>
                  <a:pt x="10607123" y="1484365"/>
                  <a:pt x="10628850" y="1486234"/>
                </a:cubicBezTo>
                <a:cubicBezTo>
                  <a:pt x="10650574" y="1488104"/>
                  <a:pt x="10672302" y="1489973"/>
                  <a:pt x="10693326" y="1493089"/>
                </a:cubicBezTo>
                <a:cubicBezTo>
                  <a:pt x="10735377" y="1499322"/>
                  <a:pt x="10777428" y="1508048"/>
                  <a:pt x="10818776" y="1519266"/>
                </a:cubicBezTo>
                <a:cubicBezTo>
                  <a:pt x="10848212" y="1527368"/>
                  <a:pt x="10878348" y="1530483"/>
                  <a:pt x="10908484" y="1534847"/>
                </a:cubicBezTo>
                <a:cubicBezTo>
                  <a:pt x="11013611" y="1551050"/>
                  <a:pt x="11119439" y="1561022"/>
                  <a:pt x="11224565" y="1576603"/>
                </a:cubicBezTo>
                <a:cubicBezTo>
                  <a:pt x="11261708" y="1582211"/>
                  <a:pt x="11299554" y="1587821"/>
                  <a:pt x="11336699" y="1594676"/>
                </a:cubicBezTo>
                <a:cubicBezTo>
                  <a:pt x="11373842" y="1601532"/>
                  <a:pt x="11410988" y="1609010"/>
                  <a:pt x="11448132" y="1615865"/>
                </a:cubicBezTo>
                <a:cubicBezTo>
                  <a:pt x="11522421" y="1630823"/>
                  <a:pt x="11596009" y="1647650"/>
                  <a:pt x="11668896" y="1666971"/>
                </a:cubicBezTo>
                <a:cubicBezTo>
                  <a:pt x="11692724" y="1673202"/>
                  <a:pt x="11719358" y="1675072"/>
                  <a:pt x="11743887" y="1670710"/>
                </a:cubicBezTo>
                <a:cubicBezTo>
                  <a:pt x="11802758" y="1660115"/>
                  <a:pt x="11853918" y="1679434"/>
                  <a:pt x="11906481" y="1697509"/>
                </a:cubicBezTo>
                <a:cubicBezTo>
                  <a:pt x="11935918" y="1729917"/>
                  <a:pt x="11980069" y="1726177"/>
                  <a:pt x="12015813" y="1743004"/>
                </a:cubicBezTo>
                <a:cubicBezTo>
                  <a:pt x="12020018" y="1744873"/>
                  <a:pt x="12022821" y="1750483"/>
                  <a:pt x="12026326" y="1754223"/>
                </a:cubicBezTo>
                <a:cubicBezTo>
                  <a:pt x="12018616" y="1759832"/>
                  <a:pt x="12010907" y="1768556"/>
                  <a:pt x="12002498" y="1769804"/>
                </a:cubicBezTo>
                <a:cubicBezTo>
                  <a:pt x="11987078" y="1771672"/>
                  <a:pt x="11972361" y="1767310"/>
                  <a:pt x="11956943" y="1768556"/>
                </a:cubicBezTo>
                <a:cubicBezTo>
                  <a:pt x="11940823" y="1769804"/>
                  <a:pt x="11929609" y="1779775"/>
                  <a:pt x="11923302" y="1797848"/>
                </a:cubicBezTo>
                <a:cubicBezTo>
                  <a:pt x="11919798" y="1807197"/>
                  <a:pt x="11914191" y="1815300"/>
                  <a:pt x="11908585" y="1823401"/>
                </a:cubicBezTo>
                <a:cubicBezTo>
                  <a:pt x="11888261" y="1822154"/>
                  <a:pt x="11869338" y="1817169"/>
                  <a:pt x="11860227" y="1795355"/>
                </a:cubicBezTo>
                <a:cubicBezTo>
                  <a:pt x="11849714" y="1769180"/>
                  <a:pt x="11832893" y="1751730"/>
                  <a:pt x="11806263" y="1746121"/>
                </a:cubicBezTo>
                <a:cubicBezTo>
                  <a:pt x="11722162" y="1728047"/>
                  <a:pt x="11638760" y="1706858"/>
                  <a:pt x="11549753" y="1718698"/>
                </a:cubicBezTo>
                <a:cubicBezTo>
                  <a:pt x="11518216" y="1722438"/>
                  <a:pt x="11488781" y="1716830"/>
                  <a:pt x="11460748" y="1704364"/>
                </a:cubicBezTo>
                <a:cubicBezTo>
                  <a:pt x="11428508" y="1690030"/>
                  <a:pt x="11396270" y="1676318"/>
                  <a:pt x="11363329" y="1664479"/>
                </a:cubicBezTo>
                <a:cubicBezTo>
                  <a:pt x="11325485" y="1651390"/>
                  <a:pt x="11286938" y="1640172"/>
                  <a:pt x="11247690" y="1629577"/>
                </a:cubicBezTo>
                <a:cubicBezTo>
                  <a:pt x="11233674" y="1625836"/>
                  <a:pt x="11216854" y="1625214"/>
                  <a:pt x="11202838" y="1635809"/>
                </a:cubicBezTo>
                <a:cubicBezTo>
                  <a:pt x="11165693" y="1663231"/>
                  <a:pt x="11136959" y="1649519"/>
                  <a:pt x="11106122" y="1629577"/>
                </a:cubicBezTo>
                <a:cubicBezTo>
                  <a:pt x="11084396" y="1615241"/>
                  <a:pt x="11054959" y="1612126"/>
                  <a:pt x="11031833" y="1623967"/>
                </a:cubicBezTo>
                <a:cubicBezTo>
                  <a:pt x="10989783" y="1645781"/>
                  <a:pt x="10953338" y="1643288"/>
                  <a:pt x="10912691" y="1631446"/>
                </a:cubicBezTo>
                <a:cubicBezTo>
                  <a:pt x="10835597" y="1608388"/>
                  <a:pt x="10755001" y="1595922"/>
                  <a:pt x="10674405" y="1585329"/>
                </a:cubicBezTo>
                <a:cubicBezTo>
                  <a:pt x="10649173" y="1582211"/>
                  <a:pt x="10624645" y="1577849"/>
                  <a:pt x="10599413" y="1573485"/>
                </a:cubicBezTo>
                <a:lnTo>
                  <a:pt x="10524423" y="1559152"/>
                </a:lnTo>
                <a:lnTo>
                  <a:pt x="10345010" y="1526120"/>
                </a:lnTo>
                <a:cubicBezTo>
                  <a:pt x="10284737" y="1514902"/>
                  <a:pt x="10225164" y="1504307"/>
                  <a:pt x="10165594" y="1491843"/>
                </a:cubicBezTo>
                <a:cubicBezTo>
                  <a:pt x="10066074" y="1471277"/>
                  <a:pt x="9967254" y="1448218"/>
                  <a:pt x="9868436" y="1426405"/>
                </a:cubicBezTo>
                <a:cubicBezTo>
                  <a:pt x="9863532" y="1425157"/>
                  <a:pt x="9860027" y="1421419"/>
                  <a:pt x="9855121" y="1419548"/>
                </a:cubicBezTo>
                <a:cubicBezTo>
                  <a:pt x="9841806" y="1415185"/>
                  <a:pt x="9839001" y="1406461"/>
                  <a:pt x="9848815" y="1392750"/>
                </a:cubicBezTo>
                <a:cubicBezTo>
                  <a:pt x="9855823" y="1385270"/>
                  <a:pt x="9867735" y="1372183"/>
                  <a:pt x="9872642" y="1374054"/>
                </a:cubicBezTo>
                <a:close/>
                <a:moveTo>
                  <a:pt x="8743587" y="1107933"/>
                </a:moveTo>
                <a:cubicBezTo>
                  <a:pt x="8780733" y="1105441"/>
                  <a:pt x="8815074" y="1112297"/>
                  <a:pt x="8848713" y="1121645"/>
                </a:cubicBezTo>
                <a:cubicBezTo>
                  <a:pt x="8916696" y="1140341"/>
                  <a:pt x="8983275" y="1160908"/>
                  <a:pt x="9050557" y="1180228"/>
                </a:cubicBezTo>
                <a:lnTo>
                  <a:pt x="9050557" y="1179606"/>
                </a:lnTo>
                <a:cubicBezTo>
                  <a:pt x="9089104" y="1190823"/>
                  <a:pt x="9127648" y="1202043"/>
                  <a:pt x="9166195" y="1212013"/>
                </a:cubicBezTo>
                <a:cubicBezTo>
                  <a:pt x="9199835" y="1220739"/>
                  <a:pt x="9234877" y="1227594"/>
                  <a:pt x="9268517" y="1236319"/>
                </a:cubicBezTo>
                <a:cubicBezTo>
                  <a:pt x="9282534" y="1240058"/>
                  <a:pt x="9296552" y="1245668"/>
                  <a:pt x="9309867" y="1251901"/>
                </a:cubicBezTo>
                <a:cubicBezTo>
                  <a:pt x="9314072" y="1253769"/>
                  <a:pt x="9315473" y="1260002"/>
                  <a:pt x="9318278" y="1264364"/>
                </a:cubicBezTo>
                <a:cubicBezTo>
                  <a:pt x="9310569" y="1269350"/>
                  <a:pt x="9301458" y="1279322"/>
                  <a:pt x="9296552" y="1278077"/>
                </a:cubicBezTo>
                <a:cubicBezTo>
                  <a:pt x="9185818" y="1246290"/>
                  <a:pt x="9073683" y="1220739"/>
                  <a:pt x="8958044" y="1206403"/>
                </a:cubicBezTo>
                <a:cubicBezTo>
                  <a:pt x="8897773" y="1199550"/>
                  <a:pt x="8839603" y="1182722"/>
                  <a:pt x="8780733" y="1169634"/>
                </a:cubicBezTo>
                <a:cubicBezTo>
                  <a:pt x="8761110" y="1165272"/>
                  <a:pt x="8741486" y="1159663"/>
                  <a:pt x="8723263" y="1152184"/>
                </a:cubicBezTo>
                <a:cubicBezTo>
                  <a:pt x="8715554" y="1148444"/>
                  <a:pt x="8709245" y="1139719"/>
                  <a:pt x="8704340" y="1131616"/>
                </a:cubicBezTo>
                <a:cubicBezTo>
                  <a:pt x="8700135" y="1124761"/>
                  <a:pt x="8728170" y="1109181"/>
                  <a:pt x="8743587" y="1107933"/>
                </a:cubicBezTo>
                <a:close/>
                <a:moveTo>
                  <a:pt x="7895570" y="918473"/>
                </a:moveTo>
                <a:cubicBezTo>
                  <a:pt x="7896972" y="919721"/>
                  <a:pt x="7899074" y="920965"/>
                  <a:pt x="7900476" y="922213"/>
                </a:cubicBezTo>
                <a:cubicBezTo>
                  <a:pt x="7899074" y="922213"/>
                  <a:pt x="7898373" y="922213"/>
                  <a:pt x="7897673" y="922836"/>
                </a:cubicBezTo>
                <a:cubicBezTo>
                  <a:pt x="7894869" y="922213"/>
                  <a:pt x="7891365" y="922213"/>
                  <a:pt x="7888562" y="921590"/>
                </a:cubicBezTo>
                <a:close/>
                <a:moveTo>
                  <a:pt x="7929386" y="918239"/>
                </a:moveTo>
                <a:cubicBezTo>
                  <a:pt x="7938848" y="918472"/>
                  <a:pt x="7948133" y="920030"/>
                  <a:pt x="7957245" y="922835"/>
                </a:cubicBezTo>
                <a:cubicBezTo>
                  <a:pt x="8003500" y="937794"/>
                  <a:pt x="8050455" y="953374"/>
                  <a:pt x="8096711" y="969578"/>
                </a:cubicBezTo>
                <a:cubicBezTo>
                  <a:pt x="8105822" y="972694"/>
                  <a:pt x="8112830" y="979548"/>
                  <a:pt x="8119840" y="984535"/>
                </a:cubicBezTo>
                <a:cubicBezTo>
                  <a:pt x="8072182" y="973940"/>
                  <a:pt x="8023825" y="963969"/>
                  <a:pt x="7975467" y="952749"/>
                </a:cubicBezTo>
                <a:cubicBezTo>
                  <a:pt x="7948833" y="946518"/>
                  <a:pt x="7922202" y="939662"/>
                  <a:pt x="7900476" y="921590"/>
                </a:cubicBezTo>
                <a:cubicBezTo>
                  <a:pt x="7910288" y="919096"/>
                  <a:pt x="7919924" y="918006"/>
                  <a:pt x="7929386" y="918239"/>
                </a:cubicBezTo>
                <a:close/>
                <a:moveTo>
                  <a:pt x="7245192" y="748330"/>
                </a:moveTo>
                <a:cubicBezTo>
                  <a:pt x="7358025" y="758302"/>
                  <a:pt x="7465956" y="785101"/>
                  <a:pt x="7573184" y="811279"/>
                </a:cubicBezTo>
                <a:cubicBezTo>
                  <a:pt x="7636260" y="826236"/>
                  <a:pt x="7699336" y="843063"/>
                  <a:pt x="7753301" y="881704"/>
                </a:cubicBezTo>
                <a:cubicBezTo>
                  <a:pt x="7791846" y="908502"/>
                  <a:pt x="7840204" y="915357"/>
                  <a:pt x="7888562" y="920965"/>
                </a:cubicBezTo>
                <a:cubicBezTo>
                  <a:pt x="7871041" y="928444"/>
                  <a:pt x="7853519" y="935923"/>
                  <a:pt x="7834598" y="931560"/>
                </a:cubicBezTo>
                <a:cubicBezTo>
                  <a:pt x="7770820" y="916603"/>
                  <a:pt x="7708447" y="896038"/>
                  <a:pt x="7642567" y="887312"/>
                </a:cubicBezTo>
                <a:cubicBezTo>
                  <a:pt x="7540245" y="874224"/>
                  <a:pt x="7444931" y="842440"/>
                  <a:pt x="7348215" y="814394"/>
                </a:cubicBezTo>
                <a:cubicBezTo>
                  <a:pt x="7308967" y="803176"/>
                  <a:pt x="7271823" y="788217"/>
                  <a:pt x="7234678" y="773884"/>
                </a:cubicBezTo>
                <a:cubicBezTo>
                  <a:pt x="7221363" y="768897"/>
                  <a:pt x="7220662" y="760173"/>
                  <a:pt x="7230472" y="753941"/>
                </a:cubicBezTo>
                <a:cubicBezTo>
                  <a:pt x="7235379" y="751447"/>
                  <a:pt x="7240984" y="747708"/>
                  <a:pt x="7245192" y="748330"/>
                </a:cubicBezTo>
                <a:close/>
                <a:moveTo>
                  <a:pt x="6824688" y="631163"/>
                </a:moveTo>
                <a:cubicBezTo>
                  <a:pt x="6852721" y="636149"/>
                  <a:pt x="6880753" y="642382"/>
                  <a:pt x="6906686" y="651106"/>
                </a:cubicBezTo>
                <a:cubicBezTo>
                  <a:pt x="6933318" y="659832"/>
                  <a:pt x="6957848" y="671673"/>
                  <a:pt x="6980975" y="687254"/>
                </a:cubicBezTo>
                <a:cubicBezTo>
                  <a:pt x="6985180" y="689747"/>
                  <a:pt x="6987983" y="695356"/>
                  <a:pt x="6987983" y="699718"/>
                </a:cubicBezTo>
                <a:cubicBezTo>
                  <a:pt x="6987282" y="707820"/>
                  <a:pt x="6978172" y="711560"/>
                  <a:pt x="6965556" y="709067"/>
                </a:cubicBezTo>
                <a:cubicBezTo>
                  <a:pt x="6953641" y="706573"/>
                  <a:pt x="6941027" y="704081"/>
                  <a:pt x="6928410" y="700965"/>
                </a:cubicBezTo>
                <a:cubicBezTo>
                  <a:pt x="6915797" y="698472"/>
                  <a:pt x="6903181" y="695356"/>
                  <a:pt x="6890566" y="692240"/>
                </a:cubicBezTo>
                <a:cubicBezTo>
                  <a:pt x="6867439" y="682892"/>
                  <a:pt x="6844311" y="672920"/>
                  <a:pt x="6821183" y="662325"/>
                </a:cubicBezTo>
                <a:cubicBezTo>
                  <a:pt x="6816978" y="660454"/>
                  <a:pt x="6814175" y="654846"/>
                  <a:pt x="6812072" y="651106"/>
                </a:cubicBezTo>
                <a:cubicBezTo>
                  <a:pt x="6810671" y="647367"/>
                  <a:pt x="6808568" y="641135"/>
                  <a:pt x="6810671" y="638642"/>
                </a:cubicBezTo>
                <a:cubicBezTo>
                  <a:pt x="6813473" y="634903"/>
                  <a:pt x="6820482" y="630540"/>
                  <a:pt x="6824688" y="631163"/>
                </a:cubicBezTo>
                <a:close/>
                <a:moveTo>
                  <a:pt x="6430112" y="533940"/>
                </a:moveTo>
                <a:cubicBezTo>
                  <a:pt x="6481975" y="529577"/>
                  <a:pt x="6524025" y="555129"/>
                  <a:pt x="6573086" y="560115"/>
                </a:cubicBezTo>
                <a:cubicBezTo>
                  <a:pt x="6616537" y="564477"/>
                  <a:pt x="6657186" y="578812"/>
                  <a:pt x="6698536" y="588784"/>
                </a:cubicBezTo>
                <a:cubicBezTo>
                  <a:pt x="6702740" y="590030"/>
                  <a:pt x="6707646" y="593769"/>
                  <a:pt x="6711150" y="596886"/>
                </a:cubicBezTo>
                <a:cubicBezTo>
                  <a:pt x="6714654" y="600624"/>
                  <a:pt x="6717459" y="604987"/>
                  <a:pt x="6720963" y="608727"/>
                </a:cubicBezTo>
                <a:cubicBezTo>
                  <a:pt x="6712552" y="614959"/>
                  <a:pt x="6704142" y="624931"/>
                  <a:pt x="6695731" y="626178"/>
                </a:cubicBezTo>
                <a:cubicBezTo>
                  <a:pt x="6633357" y="633656"/>
                  <a:pt x="6579393" y="613090"/>
                  <a:pt x="6521923" y="596263"/>
                </a:cubicBezTo>
                <a:cubicBezTo>
                  <a:pt x="6491086" y="586914"/>
                  <a:pt x="6460250" y="577565"/>
                  <a:pt x="6429412" y="567593"/>
                </a:cubicBezTo>
                <a:cubicBezTo>
                  <a:pt x="6425207" y="566348"/>
                  <a:pt x="6422403" y="560739"/>
                  <a:pt x="6419601" y="556376"/>
                </a:cubicBezTo>
                <a:cubicBezTo>
                  <a:pt x="6417497" y="552636"/>
                  <a:pt x="6414695" y="546404"/>
                  <a:pt x="6416097" y="543288"/>
                </a:cubicBezTo>
                <a:cubicBezTo>
                  <a:pt x="6418899" y="538925"/>
                  <a:pt x="6425207" y="534562"/>
                  <a:pt x="6430112" y="533940"/>
                </a:cubicBezTo>
                <a:close/>
                <a:moveTo>
                  <a:pt x="205248" y="482836"/>
                </a:moveTo>
                <a:cubicBezTo>
                  <a:pt x="210156" y="482212"/>
                  <a:pt x="216462" y="486575"/>
                  <a:pt x="222069" y="488445"/>
                </a:cubicBezTo>
                <a:cubicBezTo>
                  <a:pt x="216462" y="495924"/>
                  <a:pt x="212257" y="506518"/>
                  <a:pt x="203847" y="509635"/>
                </a:cubicBezTo>
                <a:cubicBezTo>
                  <a:pt x="189130" y="515867"/>
                  <a:pt x="173013" y="520229"/>
                  <a:pt x="156892" y="523345"/>
                </a:cubicBezTo>
                <a:cubicBezTo>
                  <a:pt x="140772" y="526461"/>
                  <a:pt x="124652" y="528955"/>
                  <a:pt x="108533" y="530824"/>
                </a:cubicBezTo>
                <a:cubicBezTo>
                  <a:pt x="76294" y="535187"/>
                  <a:pt x="43355" y="538303"/>
                  <a:pt x="11818" y="546404"/>
                </a:cubicBezTo>
                <a:lnTo>
                  <a:pt x="0" y="543462"/>
                </a:lnTo>
                <a:lnTo>
                  <a:pt x="0" y="527389"/>
                </a:lnTo>
                <a:lnTo>
                  <a:pt x="603" y="525839"/>
                </a:lnTo>
                <a:cubicBezTo>
                  <a:pt x="25134" y="517113"/>
                  <a:pt x="51766" y="504025"/>
                  <a:pt x="80499" y="498416"/>
                </a:cubicBezTo>
                <a:cubicBezTo>
                  <a:pt x="100823" y="494676"/>
                  <a:pt x="121849" y="491561"/>
                  <a:pt x="142174" y="489068"/>
                </a:cubicBezTo>
                <a:cubicBezTo>
                  <a:pt x="163199" y="486575"/>
                  <a:pt x="184224" y="484705"/>
                  <a:pt x="205248" y="482836"/>
                </a:cubicBezTo>
                <a:close/>
                <a:moveTo>
                  <a:pt x="803768" y="438586"/>
                </a:moveTo>
                <a:cubicBezTo>
                  <a:pt x="813577" y="437339"/>
                  <a:pt x="824792" y="441079"/>
                  <a:pt x="835304" y="442948"/>
                </a:cubicBezTo>
                <a:cubicBezTo>
                  <a:pt x="829697" y="454166"/>
                  <a:pt x="819885" y="458529"/>
                  <a:pt x="807269" y="461645"/>
                </a:cubicBezTo>
                <a:cubicBezTo>
                  <a:pt x="783442" y="466631"/>
                  <a:pt x="761016" y="472863"/>
                  <a:pt x="737887" y="479719"/>
                </a:cubicBezTo>
                <a:cubicBezTo>
                  <a:pt x="725272" y="482835"/>
                  <a:pt x="714758" y="482211"/>
                  <a:pt x="704948" y="474733"/>
                </a:cubicBezTo>
                <a:cubicBezTo>
                  <a:pt x="709152" y="470994"/>
                  <a:pt x="712658" y="466007"/>
                  <a:pt x="717563" y="463515"/>
                </a:cubicBezTo>
                <a:cubicBezTo>
                  <a:pt x="728775" y="458529"/>
                  <a:pt x="739990" y="455413"/>
                  <a:pt x="729475" y="459152"/>
                </a:cubicBezTo>
                <a:cubicBezTo>
                  <a:pt x="769425" y="447934"/>
                  <a:pt x="786245" y="441702"/>
                  <a:pt x="803768" y="438586"/>
                </a:cubicBezTo>
                <a:close/>
                <a:moveTo>
                  <a:pt x="1008414" y="386235"/>
                </a:moveTo>
                <a:cubicBezTo>
                  <a:pt x="1016474" y="384988"/>
                  <a:pt x="1022431" y="384988"/>
                  <a:pt x="1025934" y="386235"/>
                </a:cubicBezTo>
                <a:cubicBezTo>
                  <a:pt x="1029438" y="387481"/>
                  <a:pt x="1030490" y="389974"/>
                  <a:pt x="1028737" y="393713"/>
                </a:cubicBezTo>
                <a:cubicBezTo>
                  <a:pt x="1026637" y="397452"/>
                  <a:pt x="1020326" y="400568"/>
                  <a:pt x="1015423" y="402439"/>
                </a:cubicBezTo>
                <a:cubicBezTo>
                  <a:pt x="1004911" y="406178"/>
                  <a:pt x="994396" y="410540"/>
                  <a:pt x="983182" y="411787"/>
                </a:cubicBezTo>
                <a:cubicBezTo>
                  <a:pt x="972670" y="413034"/>
                  <a:pt x="961458" y="411164"/>
                  <a:pt x="950244" y="410540"/>
                </a:cubicBezTo>
                <a:cubicBezTo>
                  <a:pt x="953747" y="399323"/>
                  <a:pt x="962159" y="393091"/>
                  <a:pt x="974773" y="391220"/>
                </a:cubicBezTo>
                <a:close/>
                <a:moveTo>
                  <a:pt x="1438731" y="346972"/>
                </a:moveTo>
                <a:lnTo>
                  <a:pt x="1440134" y="350711"/>
                </a:lnTo>
                <a:lnTo>
                  <a:pt x="1471231" y="348296"/>
                </a:lnTo>
                <a:cubicBezTo>
                  <a:pt x="1476926" y="349776"/>
                  <a:pt x="1477978" y="353516"/>
                  <a:pt x="1474475" y="359436"/>
                </a:cubicBezTo>
                <a:cubicBezTo>
                  <a:pt x="1472369" y="363176"/>
                  <a:pt x="1465362" y="366915"/>
                  <a:pt x="1460457" y="366915"/>
                </a:cubicBezTo>
                <a:cubicBezTo>
                  <a:pt x="1454148" y="367227"/>
                  <a:pt x="1449419" y="365668"/>
                  <a:pt x="1446088" y="362787"/>
                </a:cubicBezTo>
                <a:lnTo>
                  <a:pt x="1440131" y="350711"/>
                </a:lnTo>
                <a:lnTo>
                  <a:pt x="1435928" y="351335"/>
                </a:lnTo>
                <a:cubicBezTo>
                  <a:pt x="1434525" y="350088"/>
                  <a:pt x="1433122" y="348841"/>
                  <a:pt x="1431722" y="347595"/>
                </a:cubicBezTo>
                <a:close/>
                <a:moveTo>
                  <a:pt x="1409293" y="332637"/>
                </a:moveTo>
                <a:cubicBezTo>
                  <a:pt x="1415602" y="332014"/>
                  <a:pt x="1424014" y="340738"/>
                  <a:pt x="1431722" y="346972"/>
                </a:cubicBezTo>
                <a:cubicBezTo>
                  <a:pt x="1395978" y="352580"/>
                  <a:pt x="1358835" y="358189"/>
                  <a:pt x="1321690" y="364421"/>
                </a:cubicBezTo>
                <a:cubicBezTo>
                  <a:pt x="1284545" y="371277"/>
                  <a:pt x="1246000" y="378133"/>
                  <a:pt x="1205350" y="385612"/>
                </a:cubicBezTo>
                <a:cubicBezTo>
                  <a:pt x="1239691" y="367537"/>
                  <a:pt x="1274030" y="356943"/>
                  <a:pt x="1307671" y="348841"/>
                </a:cubicBezTo>
                <a:cubicBezTo>
                  <a:pt x="1324493" y="344478"/>
                  <a:pt x="1342014" y="341985"/>
                  <a:pt x="1358835" y="339493"/>
                </a:cubicBezTo>
                <a:cubicBezTo>
                  <a:pt x="1375654" y="337000"/>
                  <a:pt x="1392476" y="335130"/>
                  <a:pt x="1409293" y="332637"/>
                </a:cubicBezTo>
                <a:close/>
                <a:moveTo>
                  <a:pt x="1775829" y="265951"/>
                </a:moveTo>
                <a:cubicBezTo>
                  <a:pt x="1780033" y="265328"/>
                  <a:pt x="1789144" y="268444"/>
                  <a:pt x="1789144" y="268444"/>
                </a:cubicBezTo>
                <a:cubicBezTo>
                  <a:pt x="1787041" y="278415"/>
                  <a:pt x="1777230" y="282155"/>
                  <a:pt x="1763915" y="287142"/>
                </a:cubicBezTo>
                <a:cubicBezTo>
                  <a:pt x="1734480" y="298982"/>
                  <a:pt x="1706445" y="308954"/>
                  <a:pt x="1674907" y="301475"/>
                </a:cubicBezTo>
                <a:cubicBezTo>
                  <a:pt x="1669301" y="300229"/>
                  <a:pt x="1664396" y="297736"/>
                  <a:pt x="1658787" y="295866"/>
                </a:cubicBezTo>
                <a:cubicBezTo>
                  <a:pt x="1660889" y="292750"/>
                  <a:pt x="1662992" y="287764"/>
                  <a:pt x="1665795" y="287142"/>
                </a:cubicBezTo>
                <a:cubicBezTo>
                  <a:pt x="1702239" y="279663"/>
                  <a:pt x="1739383" y="272807"/>
                  <a:pt x="1775829" y="265951"/>
                </a:cubicBezTo>
                <a:close/>
                <a:moveTo>
                  <a:pt x="1472796" y="245160"/>
                </a:moveTo>
                <a:cubicBezTo>
                  <a:pt x="1483758" y="243904"/>
                  <a:pt x="1494798" y="243671"/>
                  <a:pt x="1506009" y="245384"/>
                </a:cubicBezTo>
                <a:cubicBezTo>
                  <a:pt x="1509511" y="246008"/>
                  <a:pt x="1511614" y="250994"/>
                  <a:pt x="1514417" y="254111"/>
                </a:cubicBezTo>
                <a:cubicBezTo>
                  <a:pt x="1509511" y="257227"/>
                  <a:pt x="1504610" y="262212"/>
                  <a:pt x="1499004" y="264082"/>
                </a:cubicBezTo>
                <a:cubicBezTo>
                  <a:pt x="1487090" y="268444"/>
                  <a:pt x="1475174" y="271560"/>
                  <a:pt x="1452746" y="278415"/>
                </a:cubicBezTo>
                <a:cubicBezTo>
                  <a:pt x="1424014" y="287142"/>
                  <a:pt x="1391773" y="292750"/>
                  <a:pt x="1358134" y="296490"/>
                </a:cubicBezTo>
                <a:cubicBezTo>
                  <a:pt x="1341314" y="298359"/>
                  <a:pt x="1324493" y="299606"/>
                  <a:pt x="1306973" y="300852"/>
                </a:cubicBezTo>
                <a:cubicBezTo>
                  <a:pt x="1290150" y="302099"/>
                  <a:pt x="1272632" y="303345"/>
                  <a:pt x="1255110" y="304591"/>
                </a:cubicBezTo>
                <a:cubicBezTo>
                  <a:pt x="1201144" y="308331"/>
                  <a:pt x="1147181" y="313317"/>
                  <a:pt x="1093917" y="320795"/>
                </a:cubicBezTo>
                <a:cubicBezTo>
                  <a:pt x="1079900" y="322665"/>
                  <a:pt x="1067284" y="324535"/>
                  <a:pt x="1053967" y="327028"/>
                </a:cubicBezTo>
                <a:cubicBezTo>
                  <a:pt x="1040652" y="329521"/>
                  <a:pt x="1028037" y="332014"/>
                  <a:pt x="1014721" y="334506"/>
                </a:cubicBezTo>
                <a:cubicBezTo>
                  <a:pt x="988788" y="340116"/>
                  <a:pt x="962859" y="345725"/>
                  <a:pt x="936929" y="352580"/>
                </a:cubicBezTo>
                <a:cubicBezTo>
                  <a:pt x="920809" y="356942"/>
                  <a:pt x="912400" y="350088"/>
                  <a:pt x="910997" y="337622"/>
                </a:cubicBezTo>
                <a:cubicBezTo>
                  <a:pt x="909597" y="326405"/>
                  <a:pt x="911698" y="314563"/>
                  <a:pt x="924313" y="308954"/>
                </a:cubicBezTo>
                <a:cubicBezTo>
                  <a:pt x="948842" y="297736"/>
                  <a:pt x="974073" y="287764"/>
                  <a:pt x="999302" y="279663"/>
                </a:cubicBezTo>
                <a:cubicBezTo>
                  <a:pt x="1025234" y="271560"/>
                  <a:pt x="1050465" y="264704"/>
                  <a:pt x="1077096" y="260343"/>
                </a:cubicBezTo>
                <a:cubicBezTo>
                  <a:pt x="1130360" y="251617"/>
                  <a:pt x="1185024" y="247878"/>
                  <a:pt x="1239691" y="249124"/>
                </a:cubicBezTo>
                <a:cubicBezTo>
                  <a:pt x="1262119" y="249748"/>
                  <a:pt x="1283844" y="250994"/>
                  <a:pt x="1306270" y="252864"/>
                </a:cubicBezTo>
                <a:cubicBezTo>
                  <a:pt x="1328699" y="254733"/>
                  <a:pt x="1351125" y="257227"/>
                  <a:pt x="1373552" y="259096"/>
                </a:cubicBezTo>
                <a:cubicBezTo>
                  <a:pt x="1407718" y="261900"/>
                  <a:pt x="1439912" y="248929"/>
                  <a:pt x="1472796" y="245160"/>
                </a:cubicBezTo>
                <a:close/>
                <a:moveTo>
                  <a:pt x="2167600" y="236660"/>
                </a:moveTo>
                <a:lnTo>
                  <a:pt x="2169702" y="245384"/>
                </a:lnTo>
                <a:lnTo>
                  <a:pt x="2162511" y="244222"/>
                </a:lnTo>
                <a:lnTo>
                  <a:pt x="2162695" y="244139"/>
                </a:lnTo>
                <a:lnTo>
                  <a:pt x="2162134" y="244058"/>
                </a:lnTo>
                <a:lnTo>
                  <a:pt x="2166200" y="241645"/>
                </a:lnTo>
                <a:close/>
                <a:moveTo>
                  <a:pt x="2016919" y="224819"/>
                </a:moveTo>
                <a:cubicBezTo>
                  <a:pt x="2040748" y="226688"/>
                  <a:pt x="2065277" y="230428"/>
                  <a:pt x="2089806" y="233544"/>
                </a:cubicBezTo>
                <a:lnTo>
                  <a:pt x="2162134" y="244058"/>
                </a:lnTo>
                <a:lnTo>
                  <a:pt x="2161995" y="244139"/>
                </a:lnTo>
                <a:lnTo>
                  <a:pt x="2162511" y="244222"/>
                </a:lnTo>
                <a:lnTo>
                  <a:pt x="2130631" y="258551"/>
                </a:lnTo>
                <a:cubicBezTo>
                  <a:pt x="2119242" y="261745"/>
                  <a:pt x="2107327" y="263459"/>
                  <a:pt x="2095412" y="264082"/>
                </a:cubicBezTo>
                <a:cubicBezTo>
                  <a:pt x="2044251" y="267198"/>
                  <a:pt x="1993090" y="269691"/>
                  <a:pt x="1941928" y="272807"/>
                </a:cubicBezTo>
                <a:cubicBezTo>
                  <a:pt x="1937723" y="273430"/>
                  <a:pt x="1931416" y="267198"/>
                  <a:pt x="1928613" y="262835"/>
                </a:cubicBezTo>
                <a:cubicBezTo>
                  <a:pt x="1923707" y="252240"/>
                  <a:pt x="1929314" y="242892"/>
                  <a:pt x="1941928" y="236660"/>
                </a:cubicBezTo>
                <a:cubicBezTo>
                  <a:pt x="1965757" y="225441"/>
                  <a:pt x="1991687" y="222325"/>
                  <a:pt x="2016919" y="224819"/>
                </a:cubicBezTo>
                <a:close/>
                <a:moveTo>
                  <a:pt x="2837603" y="108898"/>
                </a:moveTo>
                <a:cubicBezTo>
                  <a:pt x="2832697" y="108898"/>
                  <a:pt x="2827791" y="113885"/>
                  <a:pt x="2823587" y="116377"/>
                </a:cubicBezTo>
                <a:cubicBezTo>
                  <a:pt x="2829194" y="118246"/>
                  <a:pt x="2834799" y="121986"/>
                  <a:pt x="2839705" y="121986"/>
                </a:cubicBezTo>
                <a:cubicBezTo>
                  <a:pt x="2844612" y="121986"/>
                  <a:pt x="2849516" y="117001"/>
                  <a:pt x="2853723" y="114508"/>
                </a:cubicBezTo>
                <a:cubicBezTo>
                  <a:pt x="2848117" y="112638"/>
                  <a:pt x="2843208" y="108898"/>
                  <a:pt x="2837603" y="108898"/>
                </a:cubicBezTo>
                <a:close/>
                <a:moveTo>
                  <a:pt x="3688249" y="301"/>
                </a:moveTo>
                <a:cubicBezTo>
                  <a:pt x="3791449" y="2327"/>
                  <a:pt x="3894120" y="14480"/>
                  <a:pt x="3994691" y="33488"/>
                </a:cubicBezTo>
                <a:cubicBezTo>
                  <a:pt x="4020621" y="37851"/>
                  <a:pt x="4045851" y="42836"/>
                  <a:pt x="4071783" y="48446"/>
                </a:cubicBezTo>
                <a:cubicBezTo>
                  <a:pt x="4115939" y="59040"/>
                  <a:pt x="4161491" y="66519"/>
                  <a:pt x="4205643" y="73374"/>
                </a:cubicBezTo>
                <a:cubicBezTo>
                  <a:pt x="4228070" y="77114"/>
                  <a:pt x="4250498" y="79607"/>
                  <a:pt x="4272926" y="82723"/>
                </a:cubicBezTo>
                <a:cubicBezTo>
                  <a:pt x="4295354" y="85217"/>
                  <a:pt x="4317781" y="87709"/>
                  <a:pt x="4340208" y="90202"/>
                </a:cubicBezTo>
                <a:cubicBezTo>
                  <a:pt x="4397674" y="96434"/>
                  <a:pt x="4455144" y="102666"/>
                  <a:pt x="4511912" y="109522"/>
                </a:cubicBezTo>
                <a:cubicBezTo>
                  <a:pt x="4540647" y="112638"/>
                  <a:pt x="4568681" y="115754"/>
                  <a:pt x="4597415" y="118246"/>
                </a:cubicBezTo>
                <a:cubicBezTo>
                  <a:pt x="4625447" y="121364"/>
                  <a:pt x="4653482" y="123856"/>
                  <a:pt x="4682216" y="125726"/>
                </a:cubicBezTo>
                <a:cubicBezTo>
                  <a:pt x="4858828" y="138813"/>
                  <a:pt x="5030534" y="164989"/>
                  <a:pt x="5199438" y="188672"/>
                </a:cubicBezTo>
                <a:cubicBezTo>
                  <a:pt x="5235881" y="193658"/>
                  <a:pt x="5271623" y="199890"/>
                  <a:pt x="5307367" y="206746"/>
                </a:cubicBezTo>
                <a:cubicBezTo>
                  <a:pt x="5343110" y="213602"/>
                  <a:pt x="5377451" y="221703"/>
                  <a:pt x="5412492" y="231675"/>
                </a:cubicBezTo>
                <a:lnTo>
                  <a:pt x="5449637" y="241646"/>
                </a:lnTo>
                <a:lnTo>
                  <a:pt x="5486082" y="252241"/>
                </a:lnTo>
                <a:lnTo>
                  <a:pt x="5558268" y="272808"/>
                </a:lnTo>
                <a:cubicBezTo>
                  <a:pt x="5606626" y="286519"/>
                  <a:pt x="5653580" y="300853"/>
                  <a:pt x="5701939" y="314564"/>
                </a:cubicBezTo>
                <a:cubicBezTo>
                  <a:pt x="5729972" y="322667"/>
                  <a:pt x="5758706" y="331391"/>
                  <a:pt x="5787441" y="330768"/>
                </a:cubicBezTo>
                <a:cubicBezTo>
                  <a:pt x="5859628" y="328275"/>
                  <a:pt x="5927611" y="338870"/>
                  <a:pt x="5995591" y="351335"/>
                </a:cubicBezTo>
                <a:cubicBezTo>
                  <a:pt x="6029232" y="357567"/>
                  <a:pt x="6062873" y="364423"/>
                  <a:pt x="6096512" y="371278"/>
                </a:cubicBezTo>
                <a:cubicBezTo>
                  <a:pt x="6130154" y="377510"/>
                  <a:pt x="6163092" y="383119"/>
                  <a:pt x="6197435" y="386859"/>
                </a:cubicBezTo>
                <a:cubicBezTo>
                  <a:pt x="6215656" y="388729"/>
                  <a:pt x="6228270" y="400570"/>
                  <a:pt x="6236680" y="414281"/>
                </a:cubicBezTo>
                <a:cubicBezTo>
                  <a:pt x="6251399" y="437964"/>
                  <a:pt x="6271023" y="454791"/>
                  <a:pt x="6296954" y="466632"/>
                </a:cubicBezTo>
                <a:cubicBezTo>
                  <a:pt x="6311671" y="473488"/>
                  <a:pt x="6324987" y="482836"/>
                  <a:pt x="6338303" y="492184"/>
                </a:cubicBezTo>
                <a:cubicBezTo>
                  <a:pt x="6341807" y="494676"/>
                  <a:pt x="6343910" y="501532"/>
                  <a:pt x="6343910" y="507142"/>
                </a:cubicBezTo>
                <a:cubicBezTo>
                  <a:pt x="6343910" y="516490"/>
                  <a:pt x="6336900" y="525215"/>
                  <a:pt x="6323586" y="527708"/>
                </a:cubicBezTo>
                <a:cubicBezTo>
                  <a:pt x="6294850" y="533941"/>
                  <a:pt x="6266816" y="535187"/>
                  <a:pt x="6240184" y="525215"/>
                </a:cubicBezTo>
                <a:cubicBezTo>
                  <a:pt x="6219862" y="517114"/>
                  <a:pt x="6199536" y="509011"/>
                  <a:pt x="6180614" y="497171"/>
                </a:cubicBezTo>
                <a:cubicBezTo>
                  <a:pt x="6160990" y="485328"/>
                  <a:pt x="6142068" y="480967"/>
                  <a:pt x="6117538" y="483459"/>
                </a:cubicBezTo>
                <a:cubicBezTo>
                  <a:pt x="6095812" y="485952"/>
                  <a:pt x="6070582" y="483459"/>
                  <a:pt x="6050958" y="474733"/>
                </a:cubicBezTo>
                <a:cubicBezTo>
                  <a:pt x="6011711" y="457907"/>
                  <a:pt x="5971763" y="446065"/>
                  <a:pt x="5930413" y="437340"/>
                </a:cubicBezTo>
                <a:cubicBezTo>
                  <a:pt x="5888363" y="428614"/>
                  <a:pt x="5846313" y="423006"/>
                  <a:pt x="5802861" y="418643"/>
                </a:cubicBezTo>
                <a:cubicBezTo>
                  <a:pt x="5785340" y="416774"/>
                  <a:pt x="5768519" y="413658"/>
                  <a:pt x="5751697" y="408672"/>
                </a:cubicBezTo>
                <a:cubicBezTo>
                  <a:pt x="5729273" y="402439"/>
                  <a:pt x="5707547" y="396207"/>
                  <a:pt x="5685118" y="390598"/>
                </a:cubicBezTo>
                <a:cubicBezTo>
                  <a:pt x="5662693" y="384989"/>
                  <a:pt x="5639565" y="380003"/>
                  <a:pt x="5617138" y="375018"/>
                </a:cubicBezTo>
                <a:cubicBezTo>
                  <a:pt x="5594711" y="370031"/>
                  <a:pt x="5571583" y="365046"/>
                  <a:pt x="5548455" y="360683"/>
                </a:cubicBezTo>
                <a:cubicBezTo>
                  <a:pt x="5525328" y="356320"/>
                  <a:pt x="5502200" y="351958"/>
                  <a:pt x="5479071" y="347595"/>
                </a:cubicBezTo>
                <a:cubicBezTo>
                  <a:pt x="5444031" y="341363"/>
                  <a:pt x="5411090" y="328899"/>
                  <a:pt x="5376049" y="320796"/>
                </a:cubicBezTo>
                <a:lnTo>
                  <a:pt x="5289143" y="300853"/>
                </a:lnTo>
                <a:cubicBezTo>
                  <a:pt x="5259709" y="294621"/>
                  <a:pt x="5230274" y="288388"/>
                  <a:pt x="5200838" y="282780"/>
                </a:cubicBezTo>
                <a:lnTo>
                  <a:pt x="5151779" y="273430"/>
                </a:lnTo>
                <a:lnTo>
                  <a:pt x="5102020" y="265329"/>
                </a:lnTo>
                <a:lnTo>
                  <a:pt x="5000398" y="247255"/>
                </a:lnTo>
                <a:cubicBezTo>
                  <a:pt x="4963954" y="241646"/>
                  <a:pt x="4928211" y="234167"/>
                  <a:pt x="4891767" y="229805"/>
                </a:cubicBezTo>
                <a:cubicBezTo>
                  <a:pt x="4863033" y="226066"/>
                  <a:pt x="4833598" y="223573"/>
                  <a:pt x="4804162" y="221079"/>
                </a:cubicBezTo>
                <a:lnTo>
                  <a:pt x="4716558" y="212978"/>
                </a:lnTo>
                <a:cubicBezTo>
                  <a:pt x="4687123" y="210485"/>
                  <a:pt x="4657686" y="207991"/>
                  <a:pt x="4628251" y="205499"/>
                </a:cubicBezTo>
                <a:cubicBezTo>
                  <a:pt x="4598816" y="203006"/>
                  <a:pt x="4569381" y="199890"/>
                  <a:pt x="4539945" y="196774"/>
                </a:cubicBezTo>
                <a:cubicBezTo>
                  <a:pt x="4352822" y="175584"/>
                  <a:pt x="4161491" y="165612"/>
                  <a:pt x="3968059" y="163120"/>
                </a:cubicBezTo>
                <a:cubicBezTo>
                  <a:pt x="3934419" y="163120"/>
                  <a:pt x="3900077" y="162496"/>
                  <a:pt x="3866436" y="163120"/>
                </a:cubicBezTo>
                <a:lnTo>
                  <a:pt x="3841208" y="163120"/>
                </a:lnTo>
                <a:lnTo>
                  <a:pt x="3815976" y="163743"/>
                </a:lnTo>
                <a:cubicBezTo>
                  <a:pt x="3799156" y="164367"/>
                  <a:pt x="3781636" y="164989"/>
                  <a:pt x="3764815" y="165612"/>
                </a:cubicBezTo>
                <a:cubicBezTo>
                  <a:pt x="3697533" y="168105"/>
                  <a:pt x="3628852" y="174960"/>
                  <a:pt x="3562273" y="186179"/>
                </a:cubicBezTo>
                <a:cubicBezTo>
                  <a:pt x="3548258" y="188672"/>
                  <a:pt x="3543349" y="199890"/>
                  <a:pt x="3542650" y="211108"/>
                </a:cubicBezTo>
                <a:cubicBezTo>
                  <a:pt x="3542650" y="222950"/>
                  <a:pt x="3548955" y="230429"/>
                  <a:pt x="3564375" y="234167"/>
                </a:cubicBezTo>
                <a:cubicBezTo>
                  <a:pt x="3570684" y="235414"/>
                  <a:pt x="3576291" y="238530"/>
                  <a:pt x="3582596" y="239154"/>
                </a:cubicBezTo>
                <a:lnTo>
                  <a:pt x="3682816" y="252865"/>
                </a:lnTo>
                <a:lnTo>
                  <a:pt x="3782335" y="268445"/>
                </a:lnTo>
                <a:cubicBezTo>
                  <a:pt x="3799156" y="270938"/>
                  <a:pt x="3815276" y="273430"/>
                  <a:pt x="3832097" y="275924"/>
                </a:cubicBezTo>
                <a:lnTo>
                  <a:pt x="3881155" y="284026"/>
                </a:lnTo>
                <a:cubicBezTo>
                  <a:pt x="3914095" y="289636"/>
                  <a:pt x="3947034" y="294621"/>
                  <a:pt x="3979272" y="300853"/>
                </a:cubicBezTo>
                <a:cubicBezTo>
                  <a:pt x="4016416" y="307708"/>
                  <a:pt x="4053561" y="312695"/>
                  <a:pt x="4090706" y="318304"/>
                </a:cubicBezTo>
                <a:cubicBezTo>
                  <a:pt x="4127850" y="323912"/>
                  <a:pt x="4164294" y="330768"/>
                  <a:pt x="4200741" y="339493"/>
                </a:cubicBezTo>
                <a:cubicBezTo>
                  <a:pt x="4218260" y="343855"/>
                  <a:pt x="4236482" y="347595"/>
                  <a:pt x="4254705" y="351335"/>
                </a:cubicBezTo>
                <a:cubicBezTo>
                  <a:pt x="4272926" y="355074"/>
                  <a:pt x="4290446" y="359436"/>
                  <a:pt x="4307966" y="364423"/>
                </a:cubicBezTo>
                <a:cubicBezTo>
                  <a:pt x="4343009" y="374394"/>
                  <a:pt x="4377352" y="386235"/>
                  <a:pt x="4407486" y="407425"/>
                </a:cubicBezTo>
                <a:cubicBezTo>
                  <a:pt x="4412392" y="410541"/>
                  <a:pt x="4418701" y="411788"/>
                  <a:pt x="4424307" y="413034"/>
                </a:cubicBezTo>
                <a:cubicBezTo>
                  <a:pt x="4460050" y="420513"/>
                  <a:pt x="4495793" y="427992"/>
                  <a:pt x="4530835" y="436717"/>
                </a:cubicBezTo>
                <a:cubicBezTo>
                  <a:pt x="4565877" y="445442"/>
                  <a:pt x="4600919" y="453544"/>
                  <a:pt x="4635959" y="461645"/>
                </a:cubicBezTo>
                <a:cubicBezTo>
                  <a:pt x="4671003" y="469748"/>
                  <a:pt x="4706043" y="477227"/>
                  <a:pt x="4741787" y="483459"/>
                </a:cubicBezTo>
                <a:cubicBezTo>
                  <a:pt x="4777531" y="489691"/>
                  <a:pt x="4812572" y="494676"/>
                  <a:pt x="4849017" y="497171"/>
                </a:cubicBezTo>
                <a:cubicBezTo>
                  <a:pt x="4890366" y="500287"/>
                  <a:pt x="4931015" y="510882"/>
                  <a:pt x="4970962" y="520853"/>
                </a:cubicBezTo>
                <a:cubicBezTo>
                  <a:pt x="5005304" y="529578"/>
                  <a:pt x="5039643" y="536434"/>
                  <a:pt x="5074687" y="540173"/>
                </a:cubicBezTo>
                <a:cubicBezTo>
                  <a:pt x="5109029" y="543913"/>
                  <a:pt x="5144771" y="543913"/>
                  <a:pt x="5181215" y="538303"/>
                </a:cubicBezTo>
                <a:cubicBezTo>
                  <a:pt x="5239385" y="529578"/>
                  <a:pt x="5299654" y="532071"/>
                  <a:pt x="5357827" y="536434"/>
                </a:cubicBezTo>
                <a:cubicBezTo>
                  <a:pt x="5398474" y="539550"/>
                  <a:pt x="5439124" y="543289"/>
                  <a:pt x="5479773" y="548275"/>
                </a:cubicBezTo>
                <a:cubicBezTo>
                  <a:pt x="5519720" y="553261"/>
                  <a:pt x="5560368" y="558246"/>
                  <a:pt x="5600317" y="563233"/>
                </a:cubicBezTo>
                <a:cubicBezTo>
                  <a:pt x="5605925" y="563856"/>
                  <a:pt x="5610831" y="566972"/>
                  <a:pt x="5616437" y="568842"/>
                </a:cubicBezTo>
                <a:cubicBezTo>
                  <a:pt x="5644471" y="579437"/>
                  <a:pt x="5665495" y="596264"/>
                  <a:pt x="5666195" y="627425"/>
                </a:cubicBezTo>
                <a:cubicBezTo>
                  <a:pt x="5666897" y="639267"/>
                  <a:pt x="5669000" y="649238"/>
                  <a:pt x="5680214" y="654847"/>
                </a:cubicBezTo>
                <a:cubicBezTo>
                  <a:pt x="5699838" y="665442"/>
                  <a:pt x="5718760" y="677906"/>
                  <a:pt x="5739083" y="684762"/>
                </a:cubicBezTo>
                <a:cubicBezTo>
                  <a:pt x="5776229" y="697850"/>
                  <a:pt x="5814074" y="709691"/>
                  <a:pt x="5850517" y="722156"/>
                </a:cubicBezTo>
                <a:cubicBezTo>
                  <a:pt x="5887662" y="734621"/>
                  <a:pt x="5924107" y="747085"/>
                  <a:pt x="5959850" y="762042"/>
                </a:cubicBezTo>
                <a:cubicBezTo>
                  <a:pt x="6050958" y="801306"/>
                  <a:pt x="6144871" y="831220"/>
                  <a:pt x="6237382" y="863630"/>
                </a:cubicBezTo>
                <a:cubicBezTo>
                  <a:pt x="6308867" y="888559"/>
                  <a:pt x="6382456" y="909748"/>
                  <a:pt x="6456745" y="922836"/>
                </a:cubicBezTo>
                <a:cubicBezTo>
                  <a:pt x="6542248" y="937794"/>
                  <a:pt x="6624245" y="960852"/>
                  <a:pt x="6704843" y="985159"/>
                </a:cubicBezTo>
                <a:cubicBezTo>
                  <a:pt x="6739884" y="995755"/>
                  <a:pt x="6774927" y="1006972"/>
                  <a:pt x="6809967" y="1018190"/>
                </a:cubicBezTo>
                <a:lnTo>
                  <a:pt x="6914393" y="1051845"/>
                </a:lnTo>
                <a:cubicBezTo>
                  <a:pt x="6929110" y="1056207"/>
                  <a:pt x="6944531" y="1058701"/>
                  <a:pt x="6959948" y="1062439"/>
                </a:cubicBezTo>
                <a:cubicBezTo>
                  <a:pt x="6979572" y="1067425"/>
                  <a:pt x="6995691" y="1055582"/>
                  <a:pt x="7008307" y="1028162"/>
                </a:cubicBezTo>
                <a:cubicBezTo>
                  <a:pt x="7020921" y="999492"/>
                  <a:pt x="7032136" y="995130"/>
                  <a:pt x="7053862" y="1006972"/>
                </a:cubicBezTo>
                <a:cubicBezTo>
                  <a:pt x="7071382" y="1016944"/>
                  <a:pt x="7088203" y="1026914"/>
                  <a:pt x="7099417" y="1044989"/>
                </a:cubicBezTo>
                <a:cubicBezTo>
                  <a:pt x="7126749" y="1090485"/>
                  <a:pt x="7169501" y="1116036"/>
                  <a:pt x="7219960" y="1130995"/>
                </a:cubicBezTo>
                <a:cubicBezTo>
                  <a:pt x="7264113" y="1144083"/>
                  <a:pt x="7308268" y="1158415"/>
                  <a:pt x="7352419" y="1171503"/>
                </a:cubicBezTo>
                <a:cubicBezTo>
                  <a:pt x="7374145" y="1178360"/>
                  <a:pt x="7396573" y="1184591"/>
                  <a:pt x="7418999" y="1190823"/>
                </a:cubicBezTo>
                <a:cubicBezTo>
                  <a:pt x="7441427" y="1197057"/>
                  <a:pt x="7463853" y="1202665"/>
                  <a:pt x="7486279" y="1207651"/>
                </a:cubicBezTo>
                <a:cubicBezTo>
                  <a:pt x="7571784" y="1226972"/>
                  <a:pt x="7655183" y="1250653"/>
                  <a:pt x="7738582" y="1275584"/>
                </a:cubicBezTo>
                <a:cubicBezTo>
                  <a:pt x="7761008" y="1281816"/>
                  <a:pt x="7782734" y="1288672"/>
                  <a:pt x="7805161" y="1294904"/>
                </a:cubicBezTo>
                <a:cubicBezTo>
                  <a:pt x="7827588" y="1301135"/>
                  <a:pt x="7850015" y="1306744"/>
                  <a:pt x="7872442" y="1311730"/>
                </a:cubicBezTo>
                <a:cubicBezTo>
                  <a:pt x="7894168" y="1316715"/>
                  <a:pt x="7911690" y="1307992"/>
                  <a:pt x="7925005" y="1284309"/>
                </a:cubicBezTo>
                <a:cubicBezTo>
                  <a:pt x="7936920" y="1263120"/>
                  <a:pt x="7957243" y="1253769"/>
                  <a:pt x="7979670" y="1255640"/>
                </a:cubicBezTo>
                <a:cubicBezTo>
                  <a:pt x="7999995" y="1257510"/>
                  <a:pt x="8021020" y="1260004"/>
                  <a:pt x="8040644" y="1264364"/>
                </a:cubicBezTo>
                <a:cubicBezTo>
                  <a:pt x="8126146" y="1281816"/>
                  <a:pt x="8208145" y="1308614"/>
                  <a:pt x="8297152" y="1315471"/>
                </a:cubicBezTo>
                <a:cubicBezTo>
                  <a:pt x="8327287" y="1317963"/>
                  <a:pt x="8355321" y="1333544"/>
                  <a:pt x="8384057" y="1344139"/>
                </a:cubicBezTo>
                <a:cubicBezTo>
                  <a:pt x="8386858" y="1345385"/>
                  <a:pt x="8387561" y="1349748"/>
                  <a:pt x="8389663" y="1352864"/>
                </a:cubicBezTo>
                <a:cubicBezTo>
                  <a:pt x="8384757" y="1355979"/>
                  <a:pt x="8380553" y="1359096"/>
                  <a:pt x="8375646" y="1361589"/>
                </a:cubicBezTo>
                <a:cubicBezTo>
                  <a:pt x="8350415" y="1375923"/>
                  <a:pt x="8325886" y="1382778"/>
                  <a:pt x="8300656" y="1369690"/>
                </a:cubicBezTo>
                <a:cubicBezTo>
                  <a:pt x="8287339" y="1362835"/>
                  <a:pt x="8273323" y="1355979"/>
                  <a:pt x="8258605" y="1352864"/>
                </a:cubicBezTo>
                <a:cubicBezTo>
                  <a:pt x="8249495" y="1350994"/>
                  <a:pt x="8238282" y="1354734"/>
                  <a:pt x="8227768" y="1357850"/>
                </a:cubicBezTo>
                <a:cubicBezTo>
                  <a:pt x="8224264" y="1359096"/>
                  <a:pt x="8220060" y="1364081"/>
                  <a:pt x="8218657" y="1368445"/>
                </a:cubicBezTo>
                <a:cubicBezTo>
                  <a:pt x="8217255" y="1373430"/>
                  <a:pt x="8215855" y="1381533"/>
                  <a:pt x="8218657" y="1384649"/>
                </a:cubicBezTo>
                <a:cubicBezTo>
                  <a:pt x="8253699" y="1425781"/>
                  <a:pt x="8302056" y="1439493"/>
                  <a:pt x="8355321" y="1441985"/>
                </a:cubicBezTo>
                <a:cubicBezTo>
                  <a:pt x="8405081" y="1444479"/>
                  <a:pt x="8454140" y="1450088"/>
                  <a:pt x="8501797" y="1458190"/>
                </a:cubicBezTo>
                <a:cubicBezTo>
                  <a:pt x="8525624" y="1462551"/>
                  <a:pt x="8549454" y="1467538"/>
                  <a:pt x="8573283" y="1473771"/>
                </a:cubicBezTo>
                <a:cubicBezTo>
                  <a:pt x="8597111" y="1479380"/>
                  <a:pt x="8620240" y="1486234"/>
                  <a:pt x="8643367" y="1494337"/>
                </a:cubicBezTo>
                <a:cubicBezTo>
                  <a:pt x="8749895" y="1530484"/>
                  <a:pt x="8859224" y="1557905"/>
                  <a:pt x="8967855" y="1585951"/>
                </a:cubicBezTo>
                <a:cubicBezTo>
                  <a:pt x="9067377" y="1610881"/>
                  <a:pt x="9166895" y="1635187"/>
                  <a:pt x="9266413" y="1660738"/>
                </a:cubicBezTo>
                <a:lnTo>
                  <a:pt x="9340704" y="1680059"/>
                </a:lnTo>
                <a:lnTo>
                  <a:pt x="9414992" y="1699379"/>
                </a:lnTo>
                <a:cubicBezTo>
                  <a:pt x="9464751" y="1712467"/>
                  <a:pt x="9513811" y="1725555"/>
                  <a:pt x="9563570" y="1739888"/>
                </a:cubicBezTo>
                <a:cubicBezTo>
                  <a:pt x="9615434" y="1754224"/>
                  <a:pt x="9667295" y="1766687"/>
                  <a:pt x="9720559" y="1778529"/>
                </a:cubicBezTo>
                <a:cubicBezTo>
                  <a:pt x="9773121" y="1789747"/>
                  <a:pt x="9826385" y="1799719"/>
                  <a:pt x="9879649" y="1810313"/>
                </a:cubicBezTo>
                <a:cubicBezTo>
                  <a:pt x="9899273" y="1814053"/>
                  <a:pt x="9920999" y="1810937"/>
                  <a:pt x="9941323" y="1809066"/>
                </a:cubicBezTo>
                <a:cubicBezTo>
                  <a:pt x="9945529" y="1809066"/>
                  <a:pt x="9950435" y="1802834"/>
                  <a:pt x="9953237" y="1798471"/>
                </a:cubicBezTo>
                <a:cubicBezTo>
                  <a:pt x="9958844" y="1789747"/>
                  <a:pt x="9957443" y="1779151"/>
                  <a:pt x="9946931" y="1773543"/>
                </a:cubicBezTo>
                <a:cubicBezTo>
                  <a:pt x="9924502" y="1761703"/>
                  <a:pt x="9901376" y="1751731"/>
                  <a:pt x="9878249" y="1741136"/>
                </a:cubicBezTo>
                <a:cubicBezTo>
                  <a:pt x="9867035" y="1735526"/>
                  <a:pt x="9863530" y="1726800"/>
                  <a:pt x="9869137" y="1715583"/>
                </a:cubicBezTo>
                <a:cubicBezTo>
                  <a:pt x="9874043" y="1706234"/>
                  <a:pt x="9885256" y="1696885"/>
                  <a:pt x="9894367" y="1702495"/>
                </a:cubicBezTo>
                <a:cubicBezTo>
                  <a:pt x="9946228" y="1734279"/>
                  <a:pt x="10010707" y="1739888"/>
                  <a:pt x="10059065" y="1779775"/>
                </a:cubicBezTo>
                <a:cubicBezTo>
                  <a:pt x="10077987" y="1795355"/>
                  <a:pt x="10104619" y="1802212"/>
                  <a:pt x="10128447" y="1810313"/>
                </a:cubicBezTo>
                <a:cubicBezTo>
                  <a:pt x="10235678" y="1843969"/>
                  <a:pt x="10344307" y="1872637"/>
                  <a:pt x="10454338" y="1898188"/>
                </a:cubicBezTo>
                <a:cubicBezTo>
                  <a:pt x="10479570" y="1903797"/>
                  <a:pt x="10504799" y="1908783"/>
                  <a:pt x="10530731" y="1911276"/>
                </a:cubicBezTo>
                <a:cubicBezTo>
                  <a:pt x="10556661" y="1914392"/>
                  <a:pt x="10581891" y="1916262"/>
                  <a:pt x="10607824" y="1917509"/>
                </a:cubicBezTo>
                <a:cubicBezTo>
                  <a:pt x="10659684" y="1920625"/>
                  <a:pt x="10710847" y="1921871"/>
                  <a:pt x="10762008" y="1927480"/>
                </a:cubicBezTo>
                <a:cubicBezTo>
                  <a:pt x="10786538" y="1929974"/>
                  <a:pt x="10802655" y="1922496"/>
                  <a:pt x="10801956" y="1910031"/>
                </a:cubicBezTo>
                <a:cubicBezTo>
                  <a:pt x="10801254" y="1899436"/>
                  <a:pt x="10798451" y="1889464"/>
                  <a:pt x="10797051" y="1878869"/>
                </a:cubicBezTo>
                <a:cubicBezTo>
                  <a:pt x="10793546" y="1857679"/>
                  <a:pt x="10804059" y="1843346"/>
                  <a:pt x="10819478" y="1845837"/>
                </a:cubicBezTo>
                <a:cubicBezTo>
                  <a:pt x="10864330" y="1854563"/>
                  <a:pt x="10909885" y="1863288"/>
                  <a:pt x="10954739" y="1871389"/>
                </a:cubicBezTo>
                <a:cubicBezTo>
                  <a:pt x="11000294" y="1879492"/>
                  <a:pt x="11045148" y="1887593"/>
                  <a:pt x="11090000" y="1896943"/>
                </a:cubicBezTo>
                <a:cubicBezTo>
                  <a:pt x="11134856" y="1906291"/>
                  <a:pt x="11178308" y="1920625"/>
                  <a:pt x="11222460" y="1933091"/>
                </a:cubicBezTo>
                <a:cubicBezTo>
                  <a:pt x="11242784" y="1938699"/>
                  <a:pt x="11258904" y="1952411"/>
                  <a:pt x="11267313" y="1972353"/>
                </a:cubicBezTo>
                <a:cubicBezTo>
                  <a:pt x="11276424" y="1993542"/>
                  <a:pt x="11291843" y="2006630"/>
                  <a:pt x="11311467" y="2012240"/>
                </a:cubicBezTo>
                <a:cubicBezTo>
                  <a:pt x="11404679" y="2038415"/>
                  <a:pt x="11497190" y="2067707"/>
                  <a:pt x="11592505" y="2087028"/>
                </a:cubicBezTo>
                <a:cubicBezTo>
                  <a:pt x="11622640" y="2093259"/>
                  <a:pt x="11652776" y="2099491"/>
                  <a:pt x="11682210" y="2106347"/>
                </a:cubicBezTo>
                <a:cubicBezTo>
                  <a:pt x="11712348" y="2113203"/>
                  <a:pt x="11741782" y="2119435"/>
                  <a:pt x="11771920" y="2126291"/>
                </a:cubicBezTo>
                <a:cubicBezTo>
                  <a:pt x="11829388" y="2138754"/>
                  <a:pt x="11886857" y="2151842"/>
                  <a:pt x="11944327" y="2164308"/>
                </a:cubicBezTo>
                <a:cubicBezTo>
                  <a:pt x="11973060" y="2170540"/>
                  <a:pt x="12001795" y="2176773"/>
                  <a:pt x="12030531" y="2182382"/>
                </a:cubicBezTo>
                <a:cubicBezTo>
                  <a:pt x="12059263" y="2187990"/>
                  <a:pt x="12088699" y="2193599"/>
                  <a:pt x="12117434" y="2198585"/>
                </a:cubicBezTo>
                <a:lnTo>
                  <a:pt x="12192001" y="2206361"/>
                </a:lnTo>
                <a:lnTo>
                  <a:pt x="12192001" y="3465512"/>
                </a:lnTo>
                <a:lnTo>
                  <a:pt x="7200241" y="3465512"/>
                </a:lnTo>
                <a:lnTo>
                  <a:pt x="7194029" y="3463740"/>
                </a:lnTo>
                <a:cubicBezTo>
                  <a:pt x="7117637" y="3447537"/>
                  <a:pt x="7044049" y="3424476"/>
                  <a:pt x="6969761" y="3400793"/>
                </a:cubicBezTo>
                <a:cubicBezTo>
                  <a:pt x="6901778" y="3378982"/>
                  <a:pt x="6834498" y="3352805"/>
                  <a:pt x="6758808" y="3356543"/>
                </a:cubicBezTo>
                <a:cubicBezTo>
                  <a:pt x="6737083" y="3357791"/>
                  <a:pt x="6713253" y="3351558"/>
                  <a:pt x="6693629" y="3343456"/>
                </a:cubicBezTo>
                <a:cubicBezTo>
                  <a:pt x="6642468" y="3321643"/>
                  <a:pt x="6580793" y="3335977"/>
                  <a:pt x="6531035" y="3310425"/>
                </a:cubicBezTo>
                <a:cubicBezTo>
                  <a:pt x="6470061" y="3304817"/>
                  <a:pt x="6409788" y="3291729"/>
                  <a:pt x="6347414" y="3295468"/>
                </a:cubicBezTo>
                <a:cubicBezTo>
                  <a:pt x="6324287" y="3296714"/>
                  <a:pt x="6302560" y="3285496"/>
                  <a:pt x="6292047" y="3266176"/>
                </a:cubicBezTo>
                <a:cubicBezTo>
                  <a:pt x="6275228" y="3235638"/>
                  <a:pt x="6245791" y="3222551"/>
                  <a:pt x="6213553" y="3212579"/>
                </a:cubicBezTo>
                <a:cubicBezTo>
                  <a:pt x="6179211" y="3201984"/>
                  <a:pt x="6144170" y="3192011"/>
                  <a:pt x="6110530" y="3181417"/>
                </a:cubicBezTo>
                <a:lnTo>
                  <a:pt x="6008207" y="3150255"/>
                </a:lnTo>
                <a:cubicBezTo>
                  <a:pt x="5982275" y="3142153"/>
                  <a:pt x="5956345" y="3132805"/>
                  <a:pt x="5929012" y="3129688"/>
                </a:cubicBezTo>
                <a:cubicBezTo>
                  <a:pt x="5846313" y="3120341"/>
                  <a:pt x="5770623" y="3092294"/>
                  <a:pt x="5695632" y="3067367"/>
                </a:cubicBezTo>
                <a:cubicBezTo>
                  <a:pt x="5584899" y="3030596"/>
                  <a:pt x="5474867" y="2996319"/>
                  <a:pt x="5362032" y="2976375"/>
                </a:cubicBezTo>
                <a:cubicBezTo>
                  <a:pt x="5336100" y="2972013"/>
                  <a:pt x="5310871" y="2965156"/>
                  <a:pt x="5287042" y="2957054"/>
                </a:cubicBezTo>
                <a:cubicBezTo>
                  <a:pt x="5253402" y="2945837"/>
                  <a:pt x="5219059" y="2934619"/>
                  <a:pt x="5186121" y="2923400"/>
                </a:cubicBezTo>
                <a:cubicBezTo>
                  <a:pt x="5152480" y="2912182"/>
                  <a:pt x="5119541" y="2900964"/>
                  <a:pt x="5085901" y="2890370"/>
                </a:cubicBezTo>
                <a:cubicBezTo>
                  <a:pt x="5071883" y="2886006"/>
                  <a:pt x="5056465" y="2884760"/>
                  <a:pt x="5041748" y="2883514"/>
                </a:cubicBezTo>
                <a:cubicBezTo>
                  <a:pt x="5037542" y="2882890"/>
                  <a:pt x="5031936" y="2886006"/>
                  <a:pt x="5028432" y="2889122"/>
                </a:cubicBezTo>
                <a:cubicBezTo>
                  <a:pt x="5017219" y="2897225"/>
                  <a:pt x="5013715" y="2909067"/>
                  <a:pt x="5022825" y="2917790"/>
                </a:cubicBezTo>
                <a:cubicBezTo>
                  <a:pt x="5036841" y="2931502"/>
                  <a:pt x="5050858" y="2944589"/>
                  <a:pt x="5063474" y="2959548"/>
                </a:cubicBezTo>
                <a:cubicBezTo>
                  <a:pt x="5076088" y="2974505"/>
                  <a:pt x="5087303" y="2990709"/>
                  <a:pt x="5095011" y="3010028"/>
                </a:cubicBezTo>
                <a:cubicBezTo>
                  <a:pt x="5099917" y="3023116"/>
                  <a:pt x="5114636" y="3014392"/>
                  <a:pt x="5127950" y="2990709"/>
                </a:cubicBezTo>
                <a:cubicBezTo>
                  <a:pt x="5143370" y="2963910"/>
                  <a:pt x="5148975" y="2958302"/>
                  <a:pt x="5162292" y="2962664"/>
                </a:cubicBezTo>
                <a:cubicBezTo>
                  <a:pt x="5195232" y="2973257"/>
                  <a:pt x="5229572" y="2983853"/>
                  <a:pt x="5261812" y="2997564"/>
                </a:cubicBezTo>
                <a:cubicBezTo>
                  <a:pt x="5272324" y="3001927"/>
                  <a:pt x="5267418" y="3013769"/>
                  <a:pt x="5257607" y="3022495"/>
                </a:cubicBezTo>
                <a:cubicBezTo>
                  <a:pt x="5240085" y="3037452"/>
                  <a:pt x="5240085" y="3048047"/>
                  <a:pt x="5254102" y="3056772"/>
                </a:cubicBezTo>
                <a:cubicBezTo>
                  <a:pt x="5277931" y="3071105"/>
                  <a:pt x="5303863" y="3082323"/>
                  <a:pt x="5330494" y="3091050"/>
                </a:cubicBezTo>
                <a:cubicBezTo>
                  <a:pt x="5357126" y="3099773"/>
                  <a:pt x="5384459" y="3106630"/>
                  <a:pt x="5413192" y="3112861"/>
                </a:cubicBezTo>
                <a:cubicBezTo>
                  <a:pt x="5420903" y="3114733"/>
                  <a:pt x="5436320" y="3107253"/>
                  <a:pt x="5440527" y="3099773"/>
                </a:cubicBezTo>
                <a:cubicBezTo>
                  <a:pt x="5471362" y="3052409"/>
                  <a:pt x="5510611" y="3043684"/>
                  <a:pt x="5554062" y="3060510"/>
                </a:cubicBezTo>
                <a:cubicBezTo>
                  <a:pt x="5583498" y="3071730"/>
                  <a:pt x="5613634" y="3081077"/>
                  <a:pt x="5641667" y="3094165"/>
                </a:cubicBezTo>
                <a:cubicBezTo>
                  <a:pt x="5670401" y="3106630"/>
                  <a:pt x="5697733" y="3122834"/>
                  <a:pt x="5720161" y="3145893"/>
                </a:cubicBezTo>
                <a:cubicBezTo>
                  <a:pt x="5735579" y="3161475"/>
                  <a:pt x="5758006" y="3162721"/>
                  <a:pt x="5780434" y="3162097"/>
                </a:cubicBezTo>
                <a:cubicBezTo>
                  <a:pt x="5790946" y="3162097"/>
                  <a:pt x="5801460" y="3162721"/>
                  <a:pt x="5811972" y="3165213"/>
                </a:cubicBezTo>
                <a:cubicBezTo>
                  <a:pt x="5825988" y="3168328"/>
                  <a:pt x="5836500" y="3192635"/>
                  <a:pt x="5831595" y="3204476"/>
                </a:cubicBezTo>
                <a:cubicBezTo>
                  <a:pt x="5827390" y="3213201"/>
                  <a:pt x="5818981" y="3218188"/>
                  <a:pt x="5805663" y="3217564"/>
                </a:cubicBezTo>
                <a:cubicBezTo>
                  <a:pt x="5794450" y="3216941"/>
                  <a:pt x="5783938" y="3212579"/>
                  <a:pt x="5773426" y="3214447"/>
                </a:cubicBezTo>
                <a:cubicBezTo>
                  <a:pt x="5731374" y="3221303"/>
                  <a:pt x="5699838" y="3210709"/>
                  <a:pt x="5674606" y="3178923"/>
                </a:cubicBezTo>
                <a:cubicBezTo>
                  <a:pt x="5657086" y="3157112"/>
                  <a:pt x="5630455" y="3153371"/>
                  <a:pt x="5601018" y="3163966"/>
                </a:cubicBezTo>
                <a:cubicBezTo>
                  <a:pt x="5574387" y="3173938"/>
                  <a:pt x="5547054" y="3177054"/>
                  <a:pt x="5520422" y="3173938"/>
                </a:cubicBezTo>
                <a:cubicBezTo>
                  <a:pt x="5482575" y="3170200"/>
                  <a:pt x="5446834" y="3164591"/>
                  <a:pt x="5409688" y="3162721"/>
                </a:cubicBezTo>
                <a:cubicBezTo>
                  <a:pt x="5365536" y="3160850"/>
                  <a:pt x="5326289" y="3151503"/>
                  <a:pt x="5293349" y="3126572"/>
                </a:cubicBezTo>
                <a:cubicBezTo>
                  <a:pt x="5259709" y="3101645"/>
                  <a:pt x="5222563" y="3090426"/>
                  <a:pt x="5179814" y="3086686"/>
                </a:cubicBezTo>
                <a:cubicBezTo>
                  <a:pt x="5148975" y="3083570"/>
                  <a:pt x="5118840" y="3078584"/>
                  <a:pt x="5089405" y="3072975"/>
                </a:cubicBezTo>
                <a:cubicBezTo>
                  <a:pt x="5059968" y="3067367"/>
                  <a:pt x="5029833" y="3060510"/>
                  <a:pt x="5000398" y="3054901"/>
                </a:cubicBezTo>
                <a:cubicBezTo>
                  <a:pt x="4956245" y="3046176"/>
                  <a:pt x="4916996" y="3024987"/>
                  <a:pt x="4874246" y="3017508"/>
                </a:cubicBezTo>
                <a:cubicBezTo>
                  <a:pt x="4839905" y="3011900"/>
                  <a:pt x="4807666" y="3003175"/>
                  <a:pt x="4776829" y="2989463"/>
                </a:cubicBezTo>
                <a:cubicBezTo>
                  <a:pt x="4737583" y="2972013"/>
                  <a:pt x="4697635" y="2955185"/>
                  <a:pt x="4657686" y="2941473"/>
                </a:cubicBezTo>
                <a:cubicBezTo>
                  <a:pt x="4563073" y="2909067"/>
                  <a:pt x="4473366" y="2874789"/>
                  <a:pt x="4389967" y="2826177"/>
                </a:cubicBezTo>
                <a:cubicBezTo>
                  <a:pt x="4368242" y="2824308"/>
                  <a:pt x="4351419" y="2813089"/>
                  <a:pt x="4335300" y="2800625"/>
                </a:cubicBezTo>
                <a:cubicBezTo>
                  <a:pt x="4319181" y="2788160"/>
                  <a:pt x="4303063" y="2775072"/>
                  <a:pt x="4283437" y="2769462"/>
                </a:cubicBezTo>
                <a:cubicBezTo>
                  <a:pt x="4261711" y="2763231"/>
                  <a:pt x="4240687" y="2754505"/>
                  <a:pt x="4220362" y="2745158"/>
                </a:cubicBezTo>
                <a:cubicBezTo>
                  <a:pt x="4200038" y="2735807"/>
                  <a:pt x="4180414" y="2725838"/>
                  <a:pt x="4160790" y="2715243"/>
                </a:cubicBezTo>
                <a:cubicBezTo>
                  <a:pt x="4137664" y="2702777"/>
                  <a:pt x="4111732" y="2694051"/>
                  <a:pt x="4086500" y="2688443"/>
                </a:cubicBezTo>
                <a:cubicBezTo>
                  <a:pt x="4060568" y="2682211"/>
                  <a:pt x="4033939" y="2680965"/>
                  <a:pt x="4006607" y="2682833"/>
                </a:cubicBezTo>
                <a:cubicBezTo>
                  <a:pt x="3979975" y="2685327"/>
                  <a:pt x="3953340" y="2690935"/>
                  <a:pt x="3926007" y="2698414"/>
                </a:cubicBezTo>
                <a:cubicBezTo>
                  <a:pt x="3919001" y="2700285"/>
                  <a:pt x="3912693" y="2708387"/>
                  <a:pt x="3906387" y="2715243"/>
                </a:cubicBezTo>
                <a:cubicBezTo>
                  <a:pt x="3890967" y="2709632"/>
                  <a:pt x="3876249" y="2702777"/>
                  <a:pt x="3860129" y="2699038"/>
                </a:cubicBezTo>
                <a:lnTo>
                  <a:pt x="3816676" y="2689067"/>
                </a:lnTo>
                <a:cubicBezTo>
                  <a:pt x="3801959" y="2685950"/>
                  <a:pt x="3787944" y="2683456"/>
                  <a:pt x="3773925" y="2680340"/>
                </a:cubicBezTo>
                <a:cubicBezTo>
                  <a:pt x="3745192" y="2674732"/>
                  <a:pt x="3716456" y="2668500"/>
                  <a:pt x="3689125" y="2662892"/>
                </a:cubicBezTo>
                <a:cubicBezTo>
                  <a:pt x="3682816" y="2661644"/>
                  <a:pt x="3677209" y="2655413"/>
                  <a:pt x="3671604" y="2650426"/>
                </a:cubicBezTo>
                <a:cubicBezTo>
                  <a:pt x="3670903" y="2649803"/>
                  <a:pt x="3676510" y="2636715"/>
                  <a:pt x="3677913" y="2636715"/>
                </a:cubicBezTo>
                <a:cubicBezTo>
                  <a:pt x="3722766" y="2636093"/>
                  <a:pt x="3771124" y="2629236"/>
                  <a:pt x="3812472" y="2654165"/>
                </a:cubicBezTo>
                <a:cubicBezTo>
                  <a:pt x="3822285" y="2659776"/>
                  <a:pt x="3838403" y="2657282"/>
                  <a:pt x="3850319" y="2652297"/>
                </a:cubicBezTo>
                <a:cubicBezTo>
                  <a:pt x="3865737" y="2646687"/>
                  <a:pt x="3881155" y="2642325"/>
                  <a:pt x="3896572" y="2640453"/>
                </a:cubicBezTo>
                <a:cubicBezTo>
                  <a:pt x="3911993" y="2638585"/>
                  <a:pt x="3926711" y="2639209"/>
                  <a:pt x="3942128" y="2642947"/>
                </a:cubicBezTo>
                <a:cubicBezTo>
                  <a:pt x="3954743" y="2646063"/>
                  <a:pt x="3968059" y="2647933"/>
                  <a:pt x="3981374" y="2646063"/>
                </a:cubicBezTo>
                <a:cubicBezTo>
                  <a:pt x="3997494" y="2643570"/>
                  <a:pt x="4012913" y="2642947"/>
                  <a:pt x="4028333" y="2644194"/>
                </a:cubicBezTo>
                <a:cubicBezTo>
                  <a:pt x="4043750" y="2645440"/>
                  <a:pt x="4059168" y="2647933"/>
                  <a:pt x="4073886" y="2651672"/>
                </a:cubicBezTo>
                <a:cubicBezTo>
                  <a:pt x="4088603" y="2655413"/>
                  <a:pt x="4104724" y="2654165"/>
                  <a:pt x="4120141" y="2654789"/>
                </a:cubicBezTo>
                <a:cubicBezTo>
                  <a:pt x="4135559" y="2655413"/>
                  <a:pt x="4151679" y="2657282"/>
                  <a:pt x="4164996" y="2667877"/>
                </a:cubicBezTo>
                <a:cubicBezTo>
                  <a:pt x="4174105" y="2674732"/>
                  <a:pt x="4191628" y="2668500"/>
                  <a:pt x="4204943" y="2668500"/>
                </a:cubicBezTo>
                <a:cubicBezTo>
                  <a:pt x="4218260" y="2668500"/>
                  <a:pt x="4234379" y="2664136"/>
                  <a:pt x="4245595" y="2670370"/>
                </a:cubicBezTo>
                <a:cubicBezTo>
                  <a:pt x="4265216" y="2680340"/>
                  <a:pt x="4286942" y="2690312"/>
                  <a:pt x="4295354" y="2715866"/>
                </a:cubicBezTo>
                <a:cubicBezTo>
                  <a:pt x="4300960" y="2732691"/>
                  <a:pt x="4312175" y="2737055"/>
                  <a:pt x="4326892" y="2734563"/>
                </a:cubicBezTo>
                <a:cubicBezTo>
                  <a:pt x="4341610" y="2732070"/>
                  <a:pt x="4355625" y="2733939"/>
                  <a:pt x="4366838" y="2742664"/>
                </a:cubicBezTo>
                <a:cubicBezTo>
                  <a:pt x="4385059" y="2757622"/>
                  <a:pt x="4403282" y="2770710"/>
                  <a:pt x="4425009" y="2778188"/>
                </a:cubicBezTo>
                <a:cubicBezTo>
                  <a:pt x="4446733" y="2785666"/>
                  <a:pt x="4470562" y="2789406"/>
                  <a:pt x="4490888" y="2798754"/>
                </a:cubicBezTo>
                <a:cubicBezTo>
                  <a:pt x="4511912" y="2808104"/>
                  <a:pt x="4536441" y="2809349"/>
                  <a:pt x="4560269" y="2811220"/>
                </a:cubicBezTo>
                <a:cubicBezTo>
                  <a:pt x="4584098" y="2813089"/>
                  <a:pt x="4607927" y="2816205"/>
                  <a:pt x="4628251" y="2830539"/>
                </a:cubicBezTo>
                <a:cubicBezTo>
                  <a:pt x="4631056" y="2832409"/>
                  <a:pt x="4637362" y="2831164"/>
                  <a:pt x="4641568" y="2828669"/>
                </a:cubicBezTo>
                <a:cubicBezTo>
                  <a:pt x="4645773" y="2826177"/>
                  <a:pt x="4649977" y="2821192"/>
                  <a:pt x="4651379" y="2816828"/>
                </a:cubicBezTo>
                <a:cubicBezTo>
                  <a:pt x="4652780" y="2811841"/>
                  <a:pt x="4652780" y="2803740"/>
                  <a:pt x="4650678" y="2801247"/>
                </a:cubicBezTo>
                <a:cubicBezTo>
                  <a:pt x="4628251" y="2783798"/>
                  <a:pt x="4603021" y="2771333"/>
                  <a:pt x="4577090" y="2760115"/>
                </a:cubicBezTo>
                <a:cubicBezTo>
                  <a:pt x="4564476" y="2754505"/>
                  <a:pt x="4551158" y="2749520"/>
                  <a:pt x="4537844" y="2744534"/>
                </a:cubicBezTo>
                <a:cubicBezTo>
                  <a:pt x="4524526" y="2739548"/>
                  <a:pt x="4511912" y="2735185"/>
                  <a:pt x="4498596" y="2730199"/>
                </a:cubicBezTo>
                <a:cubicBezTo>
                  <a:pt x="4476870" y="2721475"/>
                  <a:pt x="4456546" y="2711502"/>
                  <a:pt x="4440426" y="2692805"/>
                </a:cubicBezTo>
                <a:cubicBezTo>
                  <a:pt x="4412392" y="2660398"/>
                  <a:pt x="4365436" y="2656657"/>
                  <a:pt x="4336002" y="2626121"/>
                </a:cubicBezTo>
                <a:cubicBezTo>
                  <a:pt x="4312873" y="2623005"/>
                  <a:pt x="4289746" y="2621135"/>
                  <a:pt x="4267321" y="2616772"/>
                </a:cubicBezTo>
                <a:cubicBezTo>
                  <a:pt x="4245595" y="2612410"/>
                  <a:pt x="4224567" y="2608669"/>
                  <a:pt x="4203542" y="2604931"/>
                </a:cubicBezTo>
                <a:cubicBezTo>
                  <a:pt x="4182518" y="2601190"/>
                  <a:pt x="4160790" y="2598074"/>
                  <a:pt x="4139064" y="2595582"/>
                </a:cubicBezTo>
                <a:cubicBezTo>
                  <a:pt x="4118040" y="2593089"/>
                  <a:pt x="4096312" y="2591843"/>
                  <a:pt x="4074589" y="2590595"/>
                </a:cubicBezTo>
                <a:cubicBezTo>
                  <a:pt x="4064074" y="2589973"/>
                  <a:pt x="4052863" y="2589973"/>
                  <a:pt x="4042348" y="2589973"/>
                </a:cubicBezTo>
                <a:cubicBezTo>
                  <a:pt x="4031836" y="2589973"/>
                  <a:pt x="4020621" y="2590595"/>
                  <a:pt x="4010110" y="2591220"/>
                </a:cubicBezTo>
                <a:cubicBezTo>
                  <a:pt x="3992588" y="2592465"/>
                  <a:pt x="3975768" y="2584364"/>
                  <a:pt x="3959649" y="2579378"/>
                </a:cubicBezTo>
                <a:cubicBezTo>
                  <a:pt x="3955445" y="2578132"/>
                  <a:pt x="3952640" y="2573769"/>
                  <a:pt x="3949837" y="2570653"/>
                </a:cubicBezTo>
                <a:cubicBezTo>
                  <a:pt x="3954042" y="2567537"/>
                  <a:pt x="3957545" y="2561928"/>
                  <a:pt x="3961752" y="2561303"/>
                </a:cubicBezTo>
                <a:cubicBezTo>
                  <a:pt x="3986281" y="2558811"/>
                  <a:pt x="4011513" y="2556943"/>
                  <a:pt x="4036042" y="2556318"/>
                </a:cubicBezTo>
                <a:cubicBezTo>
                  <a:pt x="4060568" y="2555695"/>
                  <a:pt x="4085800" y="2557565"/>
                  <a:pt x="4110330" y="2561928"/>
                </a:cubicBezTo>
                <a:cubicBezTo>
                  <a:pt x="4127850" y="2565044"/>
                  <a:pt x="4146072" y="2565044"/>
                  <a:pt x="4164996" y="2565667"/>
                </a:cubicBezTo>
                <a:cubicBezTo>
                  <a:pt x="4174807" y="2566290"/>
                  <a:pt x="4183919" y="2557565"/>
                  <a:pt x="4185317" y="2545100"/>
                </a:cubicBezTo>
                <a:cubicBezTo>
                  <a:pt x="4186720" y="2533260"/>
                  <a:pt x="4179713" y="2525157"/>
                  <a:pt x="4170602" y="2523288"/>
                </a:cubicBezTo>
                <a:cubicBezTo>
                  <a:pt x="4143270" y="2519549"/>
                  <a:pt x="4115939" y="2517678"/>
                  <a:pt x="4089305" y="2513315"/>
                </a:cubicBezTo>
                <a:cubicBezTo>
                  <a:pt x="4057765" y="2507707"/>
                  <a:pt x="4026930" y="2503968"/>
                  <a:pt x="3993989" y="2515186"/>
                </a:cubicBezTo>
                <a:cubicBezTo>
                  <a:pt x="3975066" y="2522040"/>
                  <a:pt x="3958249" y="2513939"/>
                  <a:pt x="3941428" y="2510823"/>
                </a:cubicBezTo>
                <a:cubicBezTo>
                  <a:pt x="3919701" y="2507084"/>
                  <a:pt x="3897975" y="2504592"/>
                  <a:pt x="3876249" y="2503968"/>
                </a:cubicBezTo>
                <a:cubicBezTo>
                  <a:pt x="3866436" y="2503344"/>
                  <a:pt x="3858029" y="2512693"/>
                  <a:pt x="3856625" y="2523288"/>
                </a:cubicBezTo>
                <a:cubicBezTo>
                  <a:pt x="3853120" y="2551332"/>
                  <a:pt x="3838403" y="2560681"/>
                  <a:pt x="3818782" y="2563174"/>
                </a:cubicBezTo>
                <a:cubicBezTo>
                  <a:pt x="3809670" y="2564420"/>
                  <a:pt x="3800559" y="2568160"/>
                  <a:pt x="3792850" y="2566913"/>
                </a:cubicBezTo>
                <a:cubicBezTo>
                  <a:pt x="3776029" y="2565044"/>
                  <a:pt x="3759209" y="2563797"/>
                  <a:pt x="3741688" y="2562551"/>
                </a:cubicBezTo>
                <a:lnTo>
                  <a:pt x="3691228" y="2560059"/>
                </a:lnTo>
                <a:cubicBezTo>
                  <a:pt x="3674410" y="2559435"/>
                  <a:pt x="3657589" y="2558187"/>
                  <a:pt x="3640768" y="2556318"/>
                </a:cubicBezTo>
                <a:cubicBezTo>
                  <a:pt x="3624648" y="2555072"/>
                  <a:pt x="3607828" y="2552579"/>
                  <a:pt x="3591708" y="2548840"/>
                </a:cubicBezTo>
                <a:cubicBezTo>
                  <a:pt x="3551761" y="2539491"/>
                  <a:pt x="3511812" y="2534504"/>
                  <a:pt x="3469761" y="2540739"/>
                </a:cubicBezTo>
                <a:cubicBezTo>
                  <a:pt x="3453642" y="2543230"/>
                  <a:pt x="3437524" y="2540739"/>
                  <a:pt x="3422806" y="2534504"/>
                </a:cubicBezTo>
                <a:cubicBezTo>
                  <a:pt x="3407386" y="2528273"/>
                  <a:pt x="3392669" y="2523911"/>
                  <a:pt x="3377250" y="2521417"/>
                </a:cubicBezTo>
                <a:cubicBezTo>
                  <a:pt x="3361830" y="2519549"/>
                  <a:pt x="3346416" y="2520172"/>
                  <a:pt x="3329593" y="2525157"/>
                </a:cubicBezTo>
                <a:cubicBezTo>
                  <a:pt x="3314174" y="2529519"/>
                  <a:pt x="3298057" y="2527649"/>
                  <a:pt x="3282637" y="2525781"/>
                </a:cubicBezTo>
                <a:cubicBezTo>
                  <a:pt x="3190125" y="2515808"/>
                  <a:pt x="3100418" y="2503968"/>
                  <a:pt x="3010712" y="2501474"/>
                </a:cubicBezTo>
                <a:cubicBezTo>
                  <a:pt x="2988284" y="2501474"/>
                  <a:pt x="2966558" y="2500228"/>
                  <a:pt x="2944130" y="2498982"/>
                </a:cubicBezTo>
                <a:cubicBezTo>
                  <a:pt x="2921705" y="2497735"/>
                  <a:pt x="2899979" y="2498357"/>
                  <a:pt x="2878252" y="2498982"/>
                </a:cubicBezTo>
                <a:cubicBezTo>
                  <a:pt x="2869140" y="2499605"/>
                  <a:pt x="2860031" y="2499605"/>
                  <a:pt x="2850920" y="2499605"/>
                </a:cubicBezTo>
                <a:lnTo>
                  <a:pt x="2823587" y="2500851"/>
                </a:lnTo>
                <a:cubicBezTo>
                  <a:pt x="2805365" y="2501474"/>
                  <a:pt x="2787144" y="2502720"/>
                  <a:pt x="2768920" y="2502720"/>
                </a:cubicBezTo>
                <a:cubicBezTo>
                  <a:pt x="2756306" y="2503344"/>
                  <a:pt x="2744392" y="2503344"/>
                  <a:pt x="2731776" y="2503344"/>
                </a:cubicBezTo>
                <a:lnTo>
                  <a:pt x="2713554" y="2503344"/>
                </a:lnTo>
                <a:lnTo>
                  <a:pt x="2694630" y="2504592"/>
                </a:lnTo>
                <a:cubicBezTo>
                  <a:pt x="2669402" y="2505836"/>
                  <a:pt x="2644872" y="2506461"/>
                  <a:pt x="2619640" y="2507084"/>
                </a:cubicBezTo>
                <a:lnTo>
                  <a:pt x="2581796" y="2507707"/>
                </a:lnTo>
                <a:cubicBezTo>
                  <a:pt x="2575488" y="2507707"/>
                  <a:pt x="2569182" y="2508329"/>
                  <a:pt x="2562875" y="2508952"/>
                </a:cubicBezTo>
                <a:lnTo>
                  <a:pt x="2543953" y="2510200"/>
                </a:lnTo>
                <a:cubicBezTo>
                  <a:pt x="2518020" y="2512069"/>
                  <a:pt x="2492790" y="2513939"/>
                  <a:pt x="2466859" y="2516431"/>
                </a:cubicBezTo>
                <a:cubicBezTo>
                  <a:pt x="2457748" y="2517056"/>
                  <a:pt x="2447936" y="2517056"/>
                  <a:pt x="2438124" y="2516431"/>
                </a:cubicBezTo>
                <a:cubicBezTo>
                  <a:pt x="2428313" y="2515808"/>
                  <a:pt x="2418501" y="2515186"/>
                  <a:pt x="2408688" y="2514562"/>
                </a:cubicBezTo>
                <a:cubicBezTo>
                  <a:pt x="2365237" y="2511445"/>
                  <a:pt x="2321084" y="2508329"/>
                  <a:pt x="2277632" y="2508329"/>
                </a:cubicBezTo>
                <a:cubicBezTo>
                  <a:pt x="2233476" y="2510200"/>
                  <a:pt x="2189326" y="2515186"/>
                  <a:pt x="2145873" y="2525781"/>
                </a:cubicBezTo>
                <a:cubicBezTo>
                  <a:pt x="2136763" y="2527649"/>
                  <a:pt x="2128353" y="2529519"/>
                  <a:pt x="2119241" y="2531389"/>
                </a:cubicBezTo>
                <a:cubicBezTo>
                  <a:pt x="2110130" y="2532635"/>
                  <a:pt x="2101018" y="2533883"/>
                  <a:pt x="2091909" y="2534504"/>
                </a:cubicBezTo>
                <a:cubicBezTo>
                  <a:pt x="2073686" y="2535752"/>
                  <a:pt x="2054763" y="2535128"/>
                  <a:pt x="2035139" y="2533883"/>
                </a:cubicBezTo>
                <a:cubicBezTo>
                  <a:pt x="2016216" y="2532635"/>
                  <a:pt x="1996592" y="2530144"/>
                  <a:pt x="1977671" y="2527649"/>
                </a:cubicBezTo>
                <a:cubicBezTo>
                  <a:pt x="1958048" y="2525781"/>
                  <a:pt x="1938423" y="2523911"/>
                  <a:pt x="1918799" y="2522665"/>
                </a:cubicBezTo>
                <a:cubicBezTo>
                  <a:pt x="1910390" y="2522040"/>
                  <a:pt x="1901279" y="2515808"/>
                  <a:pt x="1892870" y="2511445"/>
                </a:cubicBezTo>
                <a:cubicBezTo>
                  <a:pt x="1890066" y="2510200"/>
                  <a:pt x="1886561" y="2502720"/>
                  <a:pt x="1886561" y="2502098"/>
                </a:cubicBezTo>
                <a:cubicBezTo>
                  <a:pt x="1888664" y="2498357"/>
                  <a:pt x="1892167" y="2493373"/>
                  <a:pt x="1895672" y="2493997"/>
                </a:cubicBezTo>
                <a:cubicBezTo>
                  <a:pt x="1911091" y="2495866"/>
                  <a:pt x="1926510" y="2497112"/>
                  <a:pt x="1941928" y="2496489"/>
                </a:cubicBezTo>
                <a:cubicBezTo>
                  <a:pt x="1949637" y="2496489"/>
                  <a:pt x="1956646" y="2495866"/>
                  <a:pt x="1964354" y="2495241"/>
                </a:cubicBezTo>
                <a:cubicBezTo>
                  <a:pt x="1972064" y="2494619"/>
                  <a:pt x="1979072" y="2494619"/>
                  <a:pt x="1986081" y="2493373"/>
                </a:cubicBezTo>
                <a:cubicBezTo>
                  <a:pt x="2014815" y="2490256"/>
                  <a:pt x="2042850" y="2484024"/>
                  <a:pt x="2070883" y="2475299"/>
                </a:cubicBezTo>
                <a:cubicBezTo>
                  <a:pt x="2072986" y="2474677"/>
                  <a:pt x="2075789" y="2467821"/>
                  <a:pt x="2074386" y="2464704"/>
                </a:cubicBezTo>
                <a:cubicBezTo>
                  <a:pt x="2072986" y="2459718"/>
                  <a:pt x="2068780" y="2452862"/>
                  <a:pt x="2065277" y="2451617"/>
                </a:cubicBezTo>
                <a:cubicBezTo>
                  <a:pt x="2026730" y="2439151"/>
                  <a:pt x="1987483" y="2427311"/>
                  <a:pt x="1947535" y="2419207"/>
                </a:cubicBezTo>
                <a:cubicBezTo>
                  <a:pt x="1907587" y="2412353"/>
                  <a:pt x="1867638" y="2410482"/>
                  <a:pt x="1828392" y="2416716"/>
                </a:cubicBezTo>
                <a:cubicBezTo>
                  <a:pt x="1815776" y="2418584"/>
                  <a:pt x="1805265" y="2407367"/>
                  <a:pt x="1798256" y="2391786"/>
                </a:cubicBezTo>
                <a:cubicBezTo>
                  <a:pt x="1868340" y="2387423"/>
                  <a:pt x="1937722" y="2383683"/>
                  <a:pt x="2007107" y="2389916"/>
                </a:cubicBezTo>
                <a:cubicBezTo>
                  <a:pt x="2055463" y="2393656"/>
                  <a:pt x="2102421" y="2390540"/>
                  <a:pt x="2148676" y="2389916"/>
                </a:cubicBezTo>
                <a:cubicBezTo>
                  <a:pt x="2231376" y="2388047"/>
                  <a:pt x="2239785" y="2381814"/>
                  <a:pt x="2318983" y="2324478"/>
                </a:cubicBezTo>
                <a:cubicBezTo>
                  <a:pt x="2321084" y="2323230"/>
                  <a:pt x="2321786" y="2315752"/>
                  <a:pt x="2321084" y="2313883"/>
                </a:cubicBezTo>
                <a:cubicBezTo>
                  <a:pt x="2318281" y="2309520"/>
                  <a:pt x="2314075" y="2304533"/>
                  <a:pt x="2310571" y="2303911"/>
                </a:cubicBezTo>
                <a:cubicBezTo>
                  <a:pt x="2287445" y="2297678"/>
                  <a:pt x="2263616" y="2292069"/>
                  <a:pt x="2240487" y="2288953"/>
                </a:cubicBezTo>
                <a:cubicBezTo>
                  <a:pt x="2216660" y="2286460"/>
                  <a:pt x="2193532" y="2287707"/>
                  <a:pt x="2169702" y="2292069"/>
                </a:cubicBezTo>
                <a:cubicBezTo>
                  <a:pt x="2139565" y="2298302"/>
                  <a:pt x="2108727" y="2302041"/>
                  <a:pt x="2077891" y="2304533"/>
                </a:cubicBezTo>
                <a:cubicBezTo>
                  <a:pt x="2046354" y="2308273"/>
                  <a:pt x="2014815" y="2310766"/>
                  <a:pt x="1983278" y="2312636"/>
                </a:cubicBezTo>
                <a:lnTo>
                  <a:pt x="1935620" y="2315129"/>
                </a:lnTo>
                <a:cubicBezTo>
                  <a:pt x="1927911" y="2315752"/>
                  <a:pt x="1919501" y="2315752"/>
                  <a:pt x="1911791" y="2316374"/>
                </a:cubicBezTo>
                <a:lnTo>
                  <a:pt x="1887964" y="2318245"/>
                </a:lnTo>
                <a:cubicBezTo>
                  <a:pt x="1855723" y="2320737"/>
                  <a:pt x="1823486" y="2323853"/>
                  <a:pt x="1791247" y="2328216"/>
                </a:cubicBezTo>
                <a:cubicBezTo>
                  <a:pt x="1777930" y="2330086"/>
                  <a:pt x="1763915" y="2330086"/>
                  <a:pt x="1750597" y="2328216"/>
                </a:cubicBezTo>
                <a:cubicBezTo>
                  <a:pt x="1655284" y="2316374"/>
                  <a:pt x="1568378" y="2343798"/>
                  <a:pt x="1482177" y="2374335"/>
                </a:cubicBezTo>
                <a:cubicBezTo>
                  <a:pt x="1467460" y="2379320"/>
                  <a:pt x="1452742" y="2401135"/>
                  <a:pt x="1459751" y="2404874"/>
                </a:cubicBezTo>
                <a:cubicBezTo>
                  <a:pt x="1468159" y="2409860"/>
                  <a:pt x="1478674" y="2411730"/>
                  <a:pt x="1487783" y="2414846"/>
                </a:cubicBezTo>
                <a:cubicBezTo>
                  <a:pt x="1491989" y="2416091"/>
                  <a:pt x="1498297" y="2417962"/>
                  <a:pt x="1499698" y="2421078"/>
                </a:cubicBezTo>
                <a:cubicBezTo>
                  <a:pt x="1504605" y="2429802"/>
                  <a:pt x="1498997" y="2434165"/>
                  <a:pt x="1487082" y="2436658"/>
                </a:cubicBezTo>
                <a:cubicBezTo>
                  <a:pt x="1459751" y="2442267"/>
                  <a:pt x="1432418" y="2444138"/>
                  <a:pt x="1402983" y="2423570"/>
                </a:cubicBezTo>
                <a:cubicBezTo>
                  <a:pt x="1394571" y="2417962"/>
                  <a:pt x="1383357" y="2412353"/>
                  <a:pt x="1374949" y="2412975"/>
                </a:cubicBezTo>
                <a:cubicBezTo>
                  <a:pt x="1344111" y="2414223"/>
                  <a:pt x="1312573" y="2413599"/>
                  <a:pt x="1282437" y="2416716"/>
                </a:cubicBezTo>
                <a:cubicBezTo>
                  <a:pt x="1267020" y="2418584"/>
                  <a:pt x="1252302" y="2421078"/>
                  <a:pt x="1237584" y="2425440"/>
                </a:cubicBezTo>
                <a:cubicBezTo>
                  <a:pt x="1223567" y="2429802"/>
                  <a:pt x="1209550" y="2436658"/>
                  <a:pt x="1196935" y="2446007"/>
                </a:cubicBezTo>
                <a:cubicBezTo>
                  <a:pt x="1161894" y="2470314"/>
                  <a:pt x="1123347" y="2487140"/>
                  <a:pt x="1083398" y="2498982"/>
                </a:cubicBezTo>
                <a:cubicBezTo>
                  <a:pt x="1049757" y="2509577"/>
                  <a:pt x="1015419" y="2519549"/>
                  <a:pt x="980375" y="2528896"/>
                </a:cubicBezTo>
                <a:lnTo>
                  <a:pt x="928514" y="2542607"/>
                </a:lnTo>
                <a:lnTo>
                  <a:pt x="902582" y="2549464"/>
                </a:lnTo>
                <a:lnTo>
                  <a:pt x="876652" y="2556943"/>
                </a:lnTo>
                <a:cubicBezTo>
                  <a:pt x="863335" y="2560681"/>
                  <a:pt x="845814" y="2562551"/>
                  <a:pt x="831797" y="2556318"/>
                </a:cubicBezTo>
                <a:cubicBezTo>
                  <a:pt x="788344" y="2537621"/>
                  <a:pt x="750500" y="2543855"/>
                  <a:pt x="713355" y="2556943"/>
                </a:cubicBezTo>
                <a:cubicBezTo>
                  <a:pt x="681117" y="2568160"/>
                  <a:pt x="648878" y="2580624"/>
                  <a:pt x="618040" y="2593089"/>
                </a:cubicBezTo>
                <a:cubicBezTo>
                  <a:pt x="594212" y="2603061"/>
                  <a:pt x="571085" y="2613033"/>
                  <a:pt x="547253" y="2623005"/>
                </a:cubicBezTo>
                <a:cubicBezTo>
                  <a:pt x="524129" y="2633599"/>
                  <a:pt x="500300" y="2644818"/>
                  <a:pt x="477872" y="2655413"/>
                </a:cubicBezTo>
                <a:cubicBezTo>
                  <a:pt x="454744" y="2666629"/>
                  <a:pt x="431618" y="2677848"/>
                  <a:pt x="409190" y="2689689"/>
                </a:cubicBezTo>
                <a:lnTo>
                  <a:pt x="374848" y="2707139"/>
                </a:lnTo>
                <a:lnTo>
                  <a:pt x="341208" y="2725838"/>
                </a:lnTo>
                <a:cubicBezTo>
                  <a:pt x="296355" y="2750766"/>
                  <a:pt x="251502" y="2775694"/>
                  <a:pt x="207347" y="2801870"/>
                </a:cubicBezTo>
                <a:cubicBezTo>
                  <a:pt x="163195" y="2828669"/>
                  <a:pt x="119743" y="2856092"/>
                  <a:pt x="76292" y="2883514"/>
                </a:cubicBezTo>
                <a:cubicBezTo>
                  <a:pt x="52463" y="2898471"/>
                  <a:pt x="28634" y="2912805"/>
                  <a:pt x="4105" y="2927140"/>
                </a:cubicBezTo>
                <a:lnTo>
                  <a:pt x="0" y="2929527"/>
                </a:lnTo>
                <a:lnTo>
                  <a:pt x="0" y="754457"/>
                </a:lnTo>
                <a:lnTo>
                  <a:pt x="132357" y="691618"/>
                </a:lnTo>
                <a:cubicBezTo>
                  <a:pt x="161094" y="679776"/>
                  <a:pt x="189827" y="669182"/>
                  <a:pt x="219964" y="660456"/>
                </a:cubicBezTo>
                <a:cubicBezTo>
                  <a:pt x="250099" y="651731"/>
                  <a:pt x="281637" y="644875"/>
                  <a:pt x="313175" y="639267"/>
                </a:cubicBezTo>
                <a:cubicBezTo>
                  <a:pt x="339804" y="634904"/>
                  <a:pt x="365737" y="627425"/>
                  <a:pt x="390969" y="618700"/>
                </a:cubicBezTo>
                <a:cubicBezTo>
                  <a:pt x="416198" y="609974"/>
                  <a:pt x="440727" y="599380"/>
                  <a:pt x="466659" y="589408"/>
                </a:cubicBezTo>
                <a:cubicBezTo>
                  <a:pt x="511513" y="571334"/>
                  <a:pt x="558468" y="557001"/>
                  <a:pt x="605426" y="547029"/>
                </a:cubicBezTo>
                <a:cubicBezTo>
                  <a:pt x="629254" y="542042"/>
                  <a:pt x="653082" y="537680"/>
                  <a:pt x="677611" y="535187"/>
                </a:cubicBezTo>
                <a:cubicBezTo>
                  <a:pt x="702143" y="532694"/>
                  <a:pt x="726671" y="530824"/>
                  <a:pt x="751901" y="530824"/>
                </a:cubicBezTo>
                <a:cubicBezTo>
                  <a:pt x="779936" y="530202"/>
                  <a:pt x="807968" y="528955"/>
                  <a:pt x="835301" y="526462"/>
                </a:cubicBezTo>
                <a:cubicBezTo>
                  <a:pt x="849317" y="525215"/>
                  <a:pt x="862633" y="523346"/>
                  <a:pt x="875950" y="521476"/>
                </a:cubicBezTo>
                <a:cubicBezTo>
                  <a:pt x="889267" y="519606"/>
                  <a:pt x="903283" y="517736"/>
                  <a:pt x="916599" y="515244"/>
                </a:cubicBezTo>
                <a:cubicBezTo>
                  <a:pt x="971264" y="506519"/>
                  <a:pt x="1024528" y="493431"/>
                  <a:pt x="1077792" y="475980"/>
                </a:cubicBezTo>
                <a:cubicBezTo>
                  <a:pt x="1095313" y="470372"/>
                  <a:pt x="1112835" y="465385"/>
                  <a:pt x="1131056" y="462892"/>
                </a:cubicBezTo>
                <a:cubicBezTo>
                  <a:pt x="1149277" y="460400"/>
                  <a:pt x="1168200" y="459153"/>
                  <a:pt x="1187123" y="459153"/>
                </a:cubicBezTo>
                <a:cubicBezTo>
                  <a:pt x="1246694" y="458529"/>
                  <a:pt x="1305566" y="456660"/>
                  <a:pt x="1364436" y="454791"/>
                </a:cubicBezTo>
                <a:cubicBezTo>
                  <a:pt x="1424007" y="453544"/>
                  <a:pt x="1483579" y="452297"/>
                  <a:pt x="1543149" y="451052"/>
                </a:cubicBezTo>
                <a:cubicBezTo>
                  <a:pt x="1562773" y="450428"/>
                  <a:pt x="1580996" y="447936"/>
                  <a:pt x="1598516" y="442326"/>
                </a:cubicBezTo>
                <a:cubicBezTo>
                  <a:pt x="1616037" y="437340"/>
                  <a:pt x="1632155" y="429238"/>
                  <a:pt x="1647575" y="418643"/>
                </a:cubicBezTo>
                <a:cubicBezTo>
                  <a:pt x="1657386" y="411788"/>
                  <a:pt x="1667198" y="404933"/>
                  <a:pt x="1677710" y="398701"/>
                </a:cubicBezTo>
                <a:cubicBezTo>
                  <a:pt x="1720462" y="371902"/>
                  <a:pt x="1768120" y="360060"/>
                  <a:pt x="1821383" y="366292"/>
                </a:cubicBezTo>
                <a:cubicBezTo>
                  <a:pt x="1852220" y="370655"/>
                  <a:pt x="1887262" y="373147"/>
                  <a:pt x="1915997" y="366292"/>
                </a:cubicBezTo>
                <a:cubicBezTo>
                  <a:pt x="1950339" y="357567"/>
                  <a:pt x="1985380" y="353204"/>
                  <a:pt x="2019721" y="350088"/>
                </a:cubicBezTo>
                <a:cubicBezTo>
                  <a:pt x="2037243" y="348842"/>
                  <a:pt x="2054062" y="346972"/>
                  <a:pt x="2072286" y="346348"/>
                </a:cubicBezTo>
                <a:cubicBezTo>
                  <a:pt x="2089804" y="345726"/>
                  <a:pt x="2107327" y="344479"/>
                  <a:pt x="2124848" y="343232"/>
                </a:cubicBezTo>
                <a:cubicBezTo>
                  <a:pt x="2182315" y="338870"/>
                  <a:pt x="2239785" y="329521"/>
                  <a:pt x="2297255" y="322043"/>
                </a:cubicBezTo>
                <a:cubicBezTo>
                  <a:pt x="2330195" y="318927"/>
                  <a:pt x="2360330" y="308955"/>
                  <a:pt x="2389065" y="294621"/>
                </a:cubicBezTo>
                <a:cubicBezTo>
                  <a:pt x="2417100" y="280286"/>
                  <a:pt x="2450038" y="270314"/>
                  <a:pt x="2472465" y="250994"/>
                </a:cubicBezTo>
                <a:cubicBezTo>
                  <a:pt x="2483679" y="241023"/>
                  <a:pt x="2496295" y="233545"/>
                  <a:pt x="2508909" y="227312"/>
                </a:cubicBezTo>
                <a:cubicBezTo>
                  <a:pt x="2521523" y="221079"/>
                  <a:pt x="2534838" y="216094"/>
                  <a:pt x="2548858" y="212355"/>
                </a:cubicBezTo>
                <a:cubicBezTo>
                  <a:pt x="2576891" y="204876"/>
                  <a:pt x="2605624" y="201759"/>
                  <a:pt x="2635760" y="198643"/>
                </a:cubicBezTo>
                <a:cubicBezTo>
                  <a:pt x="2648375" y="197398"/>
                  <a:pt x="2660290" y="190542"/>
                  <a:pt x="2671504" y="184309"/>
                </a:cubicBezTo>
                <a:cubicBezTo>
                  <a:pt x="2676409" y="181816"/>
                  <a:pt x="2679213" y="176207"/>
                  <a:pt x="2682718" y="171221"/>
                </a:cubicBezTo>
                <a:cubicBezTo>
                  <a:pt x="2689725" y="159380"/>
                  <a:pt x="2684119" y="152524"/>
                  <a:pt x="2665196" y="150032"/>
                </a:cubicBezTo>
                <a:cubicBezTo>
                  <a:pt x="2624546" y="144423"/>
                  <a:pt x="2583899" y="148161"/>
                  <a:pt x="2545353" y="157511"/>
                </a:cubicBezTo>
                <a:cubicBezTo>
                  <a:pt x="2539747" y="158757"/>
                  <a:pt x="2533440" y="160003"/>
                  <a:pt x="2527832" y="161249"/>
                </a:cubicBezTo>
                <a:cubicBezTo>
                  <a:pt x="2522225" y="162496"/>
                  <a:pt x="2516617" y="163743"/>
                  <a:pt x="2510312" y="164367"/>
                </a:cubicBezTo>
                <a:cubicBezTo>
                  <a:pt x="2499097" y="166236"/>
                  <a:pt x="2487885" y="166859"/>
                  <a:pt x="2475971" y="166859"/>
                </a:cubicBezTo>
                <a:cubicBezTo>
                  <a:pt x="2453544" y="166859"/>
                  <a:pt x="2431115" y="163743"/>
                  <a:pt x="2407988" y="156888"/>
                </a:cubicBezTo>
                <a:cubicBezTo>
                  <a:pt x="2388366" y="151278"/>
                  <a:pt x="2368040" y="157511"/>
                  <a:pt x="2350519" y="166236"/>
                </a:cubicBezTo>
                <a:cubicBezTo>
                  <a:pt x="2333699" y="174960"/>
                  <a:pt x="2318281" y="186179"/>
                  <a:pt x="2300758" y="193658"/>
                </a:cubicBezTo>
                <a:cubicBezTo>
                  <a:pt x="2295154" y="196151"/>
                  <a:pt x="2288145" y="198020"/>
                  <a:pt x="2281137" y="198643"/>
                </a:cubicBezTo>
                <a:cubicBezTo>
                  <a:pt x="2274126" y="199890"/>
                  <a:pt x="2267819" y="199267"/>
                  <a:pt x="2262914" y="197398"/>
                </a:cubicBezTo>
                <a:cubicBezTo>
                  <a:pt x="2227172" y="179947"/>
                  <a:pt x="2189326" y="178077"/>
                  <a:pt x="2148676" y="183063"/>
                </a:cubicBezTo>
                <a:cubicBezTo>
                  <a:pt x="2112232" y="187426"/>
                  <a:pt x="2076491" y="191164"/>
                  <a:pt x="2040045" y="194280"/>
                </a:cubicBezTo>
                <a:cubicBezTo>
                  <a:pt x="2004302" y="198020"/>
                  <a:pt x="1968561" y="201136"/>
                  <a:pt x="1932117" y="204252"/>
                </a:cubicBezTo>
                <a:cubicBezTo>
                  <a:pt x="1860631" y="210485"/>
                  <a:pt x="1787742" y="214224"/>
                  <a:pt x="1716956" y="223573"/>
                </a:cubicBezTo>
                <a:cubicBezTo>
                  <a:pt x="1705043" y="224819"/>
                  <a:pt x="1691727" y="220457"/>
                  <a:pt x="1679113" y="218587"/>
                </a:cubicBezTo>
                <a:cubicBezTo>
                  <a:pt x="1663695" y="216094"/>
                  <a:pt x="1653183" y="190542"/>
                  <a:pt x="1663695" y="179323"/>
                </a:cubicBezTo>
                <a:cubicBezTo>
                  <a:pt x="1671404" y="170598"/>
                  <a:pt x="1678412" y="158757"/>
                  <a:pt x="1688924" y="153771"/>
                </a:cubicBezTo>
                <a:cubicBezTo>
                  <a:pt x="1718360" y="141307"/>
                  <a:pt x="1748495" y="127596"/>
                  <a:pt x="1780733" y="121986"/>
                </a:cubicBezTo>
                <a:cubicBezTo>
                  <a:pt x="1828392" y="114508"/>
                  <a:pt x="1876049" y="107653"/>
                  <a:pt x="1924408" y="100173"/>
                </a:cubicBezTo>
                <a:lnTo>
                  <a:pt x="1995892" y="90202"/>
                </a:lnTo>
                <a:lnTo>
                  <a:pt x="2014116" y="87709"/>
                </a:lnTo>
                <a:lnTo>
                  <a:pt x="2032336" y="85839"/>
                </a:lnTo>
                <a:lnTo>
                  <a:pt x="2068780" y="82099"/>
                </a:lnTo>
                <a:cubicBezTo>
                  <a:pt x="2166197" y="72751"/>
                  <a:pt x="2262914" y="62779"/>
                  <a:pt x="2362433" y="61534"/>
                </a:cubicBezTo>
                <a:cubicBezTo>
                  <a:pt x="2382759" y="60910"/>
                  <a:pt x="2403783" y="60287"/>
                  <a:pt x="2423407" y="62779"/>
                </a:cubicBezTo>
                <a:cubicBezTo>
                  <a:pt x="2454245" y="66519"/>
                  <a:pt x="2484380" y="69011"/>
                  <a:pt x="2515217" y="69635"/>
                </a:cubicBezTo>
                <a:cubicBezTo>
                  <a:pt x="2546055" y="70882"/>
                  <a:pt x="2576891" y="71505"/>
                  <a:pt x="2607026" y="70258"/>
                </a:cubicBezTo>
                <a:cubicBezTo>
                  <a:pt x="2667999" y="68389"/>
                  <a:pt x="2729675" y="62156"/>
                  <a:pt x="2791347" y="56547"/>
                </a:cubicBezTo>
                <a:cubicBezTo>
                  <a:pt x="2818679" y="54055"/>
                  <a:pt x="2846014" y="52808"/>
                  <a:pt x="2873347" y="52185"/>
                </a:cubicBezTo>
                <a:cubicBezTo>
                  <a:pt x="2900679" y="51562"/>
                  <a:pt x="2928011" y="51562"/>
                  <a:pt x="2955345" y="53431"/>
                </a:cubicBezTo>
                <a:cubicBezTo>
                  <a:pt x="2991089" y="55924"/>
                  <a:pt x="3027533" y="57170"/>
                  <a:pt x="3062574" y="57170"/>
                </a:cubicBezTo>
                <a:cubicBezTo>
                  <a:pt x="3080092" y="57170"/>
                  <a:pt x="3098317" y="57170"/>
                  <a:pt x="3115836" y="56547"/>
                </a:cubicBezTo>
                <a:cubicBezTo>
                  <a:pt x="3133359" y="56547"/>
                  <a:pt x="3150879" y="55301"/>
                  <a:pt x="3168399" y="54678"/>
                </a:cubicBezTo>
                <a:cubicBezTo>
                  <a:pt x="3185920" y="54055"/>
                  <a:pt x="3203443" y="52185"/>
                  <a:pt x="3220961" y="50938"/>
                </a:cubicBezTo>
                <a:lnTo>
                  <a:pt x="3247595" y="48446"/>
                </a:lnTo>
                <a:cubicBezTo>
                  <a:pt x="3256005" y="47822"/>
                  <a:pt x="3265117" y="46575"/>
                  <a:pt x="3273525" y="45330"/>
                </a:cubicBezTo>
                <a:cubicBezTo>
                  <a:pt x="3308568" y="40967"/>
                  <a:pt x="3342910" y="35358"/>
                  <a:pt x="3378651" y="27879"/>
                </a:cubicBezTo>
                <a:cubicBezTo>
                  <a:pt x="3481325" y="6377"/>
                  <a:pt x="3585050" y="-1725"/>
                  <a:pt x="3688249" y="301"/>
                </a:cubicBezTo>
                <a:close/>
              </a:path>
            </a:pathLst>
          </a:custGeom>
          <a:solidFill>
            <a:srgbClr val="4D7E73"/>
          </a:solidFill>
          <a:ln w="4918" cap="flat">
            <a:noFill/>
            <a:prstDash val="solid"/>
            <a:miter/>
          </a:ln>
        </p:spPr>
        <p:txBody>
          <a:bodyPr rtlCol="0" anchor="ctr"/>
          <a:lstStyle/>
          <a:p>
            <a:endParaRPr lang="zh-CN" altLang="en-US" dirty="0">
              <a:latin typeface="思源宋体 CN Heavy" pitchFamily="18" charset="-122"/>
              <a:sym typeface="Arial" panose="020B0604020202020204" pitchFamily="34" charset="0"/>
            </a:endParaRPr>
          </a:p>
        </p:txBody>
      </p:sp>
      <p:sp>
        <p:nvSpPr>
          <p:cNvPr id="44" name="任意多边形: 形状 68"/>
          <p:cNvSpPr/>
          <p:nvPr>
            <p:custDataLst>
              <p:tags r:id="R18c3db99b45d4ffd"/>
            </p:custDataLst>
          </p:nvPr>
        </p:nvSpPr>
        <p:spPr>
          <a:xfrm flipH="1" flipV="1">
            <a:off x="-298450" y="-1472565"/>
            <a:ext cx="13881100" cy="3830955"/>
          </a:xfrm>
          <a:custGeom>
            <a:avLst/>
            <a:gdLst>
              <a:gd name="connsiteX0" fmla="*/ 5845580 w 12192001"/>
              <a:gd name="connsiteY0" fmla="*/ 3455102 h 3465512"/>
              <a:gd name="connsiteX1" fmla="*/ 5868740 w 12192001"/>
              <a:gd name="connsiteY1" fmla="*/ 3462492 h 3465512"/>
              <a:gd name="connsiteX2" fmla="*/ 5875532 w 12192001"/>
              <a:gd name="connsiteY2" fmla="*/ 3465512 h 3465512"/>
              <a:gd name="connsiteX3" fmla="*/ 5801570 w 12192001"/>
              <a:gd name="connsiteY3" fmla="*/ 3465512 h 3465512"/>
              <a:gd name="connsiteX4" fmla="*/ 5812379 w 12192001"/>
              <a:gd name="connsiteY4" fmla="*/ 3459407 h 3465512"/>
              <a:gd name="connsiteX5" fmla="*/ 5845580 w 12192001"/>
              <a:gd name="connsiteY5" fmla="*/ 3455102 h 3465512"/>
              <a:gd name="connsiteX6" fmla="*/ 5727435 w 12192001"/>
              <a:gd name="connsiteY6" fmla="*/ 3450962 h 3465512"/>
              <a:gd name="connsiteX7" fmla="*/ 5741187 w 12192001"/>
              <a:gd name="connsiteY7" fmla="*/ 3456882 h 3465512"/>
              <a:gd name="connsiteX8" fmla="*/ 5756713 w 12192001"/>
              <a:gd name="connsiteY8" fmla="*/ 3465512 h 3465512"/>
              <a:gd name="connsiteX9" fmla="*/ 5752144 w 12192001"/>
              <a:gd name="connsiteY9" fmla="*/ 3465512 h 3465512"/>
              <a:gd name="connsiteX10" fmla="*/ 5737683 w 12192001"/>
              <a:gd name="connsiteY10" fmla="*/ 3463739 h 3465512"/>
              <a:gd name="connsiteX11" fmla="*/ 5722966 w 12192001"/>
              <a:gd name="connsiteY11" fmla="*/ 3461869 h 3465512"/>
              <a:gd name="connsiteX12" fmla="*/ 5717359 w 12192001"/>
              <a:gd name="connsiteY12" fmla="*/ 3454390 h 3465512"/>
              <a:gd name="connsiteX13" fmla="*/ 5727435 w 12192001"/>
              <a:gd name="connsiteY13" fmla="*/ 3450962 h 3465512"/>
              <a:gd name="connsiteX14" fmla="*/ 5608728 w 12192001"/>
              <a:gd name="connsiteY14" fmla="*/ 3414503 h 3465512"/>
              <a:gd name="connsiteX15" fmla="*/ 5606626 w 12192001"/>
              <a:gd name="connsiteY15" fmla="*/ 3421982 h 3465512"/>
              <a:gd name="connsiteX16" fmla="*/ 5596814 w 12192001"/>
              <a:gd name="connsiteY16" fmla="*/ 3415751 h 3465512"/>
              <a:gd name="connsiteX17" fmla="*/ 6041147 w 12192001"/>
              <a:gd name="connsiteY17" fmla="*/ 3387704 h 3465512"/>
              <a:gd name="connsiteX18" fmla="*/ 6051659 w 12192001"/>
              <a:gd name="connsiteY18" fmla="*/ 3394561 h 3465512"/>
              <a:gd name="connsiteX19" fmla="*/ 6044651 w 12192001"/>
              <a:gd name="connsiteY19" fmla="*/ 3400793 h 3465512"/>
              <a:gd name="connsiteX20" fmla="*/ 6034139 w 12192001"/>
              <a:gd name="connsiteY20" fmla="*/ 3394561 h 3465512"/>
              <a:gd name="connsiteX21" fmla="*/ 6440626 w 12192001"/>
              <a:gd name="connsiteY21" fmla="*/ 3338469 h 3465512"/>
              <a:gd name="connsiteX22" fmla="*/ 6447634 w 12192001"/>
              <a:gd name="connsiteY22" fmla="*/ 3349064 h 3465512"/>
              <a:gd name="connsiteX23" fmla="*/ 6436420 w 12192001"/>
              <a:gd name="connsiteY23" fmla="*/ 3355920 h 3465512"/>
              <a:gd name="connsiteX24" fmla="*/ 6429412 w 12192001"/>
              <a:gd name="connsiteY24" fmla="*/ 3345948 h 3465512"/>
              <a:gd name="connsiteX25" fmla="*/ 5458136 w 12192001"/>
              <a:gd name="connsiteY25" fmla="*/ 3210786 h 3465512"/>
              <a:gd name="connsiteX26" fmla="*/ 5474166 w 12192001"/>
              <a:gd name="connsiteY26" fmla="*/ 3213201 h 3465512"/>
              <a:gd name="connsiteX27" fmla="*/ 5493090 w 12192001"/>
              <a:gd name="connsiteY27" fmla="*/ 3233768 h 3465512"/>
              <a:gd name="connsiteX28" fmla="*/ 5463653 w 12192001"/>
              <a:gd name="connsiteY28" fmla="*/ 3240623 h 3465512"/>
              <a:gd name="connsiteX29" fmla="*/ 5446834 w 12192001"/>
              <a:gd name="connsiteY29" fmla="*/ 3220057 h 3465512"/>
              <a:gd name="connsiteX30" fmla="*/ 5458136 w 12192001"/>
              <a:gd name="connsiteY30" fmla="*/ 3210786 h 3465512"/>
              <a:gd name="connsiteX31" fmla="*/ 6056566 w 12192001"/>
              <a:gd name="connsiteY31" fmla="*/ 3208838 h 3465512"/>
              <a:gd name="connsiteX32" fmla="*/ 6121043 w 12192001"/>
              <a:gd name="connsiteY32" fmla="*/ 3241871 h 3465512"/>
              <a:gd name="connsiteX33" fmla="*/ 6107026 w 12192001"/>
              <a:gd name="connsiteY33" fmla="*/ 3246856 h 3465512"/>
              <a:gd name="connsiteX34" fmla="*/ 6049555 w 12192001"/>
              <a:gd name="connsiteY34" fmla="*/ 3227535 h 3465512"/>
              <a:gd name="connsiteX35" fmla="*/ 6041147 w 12192001"/>
              <a:gd name="connsiteY35" fmla="*/ 3215072 h 3465512"/>
              <a:gd name="connsiteX36" fmla="*/ 6056566 w 12192001"/>
              <a:gd name="connsiteY36" fmla="*/ 3208838 h 3465512"/>
              <a:gd name="connsiteX37" fmla="*/ 4767018 w 12192001"/>
              <a:gd name="connsiteY37" fmla="*/ 2844873 h 3465512"/>
              <a:gd name="connsiteX38" fmla="*/ 4742488 w 12192001"/>
              <a:gd name="connsiteY38" fmla="*/ 2861701 h 3465512"/>
              <a:gd name="connsiteX39" fmla="*/ 4749496 w 12192001"/>
              <a:gd name="connsiteY39" fmla="*/ 2884138 h 3465512"/>
              <a:gd name="connsiteX40" fmla="*/ 4846214 w 12192001"/>
              <a:gd name="connsiteY40" fmla="*/ 2916546 h 3465512"/>
              <a:gd name="connsiteX41" fmla="*/ 4899477 w 12192001"/>
              <a:gd name="connsiteY41" fmla="*/ 2927140 h 3465512"/>
              <a:gd name="connsiteX42" fmla="*/ 4922605 w 12192001"/>
              <a:gd name="connsiteY42" fmla="*/ 2910936 h 3465512"/>
              <a:gd name="connsiteX43" fmla="*/ 4916996 w 12192001"/>
              <a:gd name="connsiteY43" fmla="*/ 2885384 h 3465512"/>
              <a:gd name="connsiteX44" fmla="*/ 4865134 w 12192001"/>
              <a:gd name="connsiteY44" fmla="*/ 2861701 h 3465512"/>
              <a:gd name="connsiteX45" fmla="*/ 4810470 w 12192001"/>
              <a:gd name="connsiteY45" fmla="*/ 2846743 h 3465512"/>
              <a:gd name="connsiteX46" fmla="*/ 4767018 w 12192001"/>
              <a:gd name="connsiteY46" fmla="*/ 2844873 h 3465512"/>
              <a:gd name="connsiteX47" fmla="*/ 5113234 w 12192001"/>
              <a:gd name="connsiteY47" fmla="*/ 2808104 h 3465512"/>
              <a:gd name="connsiteX48" fmla="*/ 5106925 w 12192001"/>
              <a:gd name="connsiteY48" fmla="*/ 2814335 h 3465512"/>
              <a:gd name="connsiteX49" fmla="*/ 5132156 w 12192001"/>
              <a:gd name="connsiteY49" fmla="*/ 2822436 h 3465512"/>
              <a:gd name="connsiteX50" fmla="*/ 5126549 w 12192001"/>
              <a:gd name="connsiteY50" fmla="*/ 2811841 h 3465512"/>
              <a:gd name="connsiteX51" fmla="*/ 5113234 w 12192001"/>
              <a:gd name="connsiteY51" fmla="*/ 2808104 h 3465512"/>
              <a:gd name="connsiteX52" fmla="*/ 3910590 w 12192001"/>
              <a:gd name="connsiteY52" fmla="*/ 2722720 h 3465512"/>
              <a:gd name="connsiteX53" fmla="*/ 3972266 w 12192001"/>
              <a:gd name="connsiteY53" fmla="*/ 2743910 h 3465512"/>
              <a:gd name="connsiteX54" fmla="*/ 3976469 w 12192001"/>
              <a:gd name="connsiteY54" fmla="*/ 2754504 h 3465512"/>
              <a:gd name="connsiteX55" fmla="*/ 3970863 w 12192001"/>
              <a:gd name="connsiteY55" fmla="*/ 2768216 h 3465512"/>
              <a:gd name="connsiteX56" fmla="*/ 3918299 w 12192001"/>
              <a:gd name="connsiteY56" fmla="*/ 2758244 h 3465512"/>
              <a:gd name="connsiteX57" fmla="*/ 3910590 w 12192001"/>
              <a:gd name="connsiteY57" fmla="*/ 2722720 h 3465512"/>
              <a:gd name="connsiteX58" fmla="*/ 3905684 w 12192001"/>
              <a:gd name="connsiteY58" fmla="*/ 2716488 h 3465512"/>
              <a:gd name="connsiteX59" fmla="*/ 3907086 w 12192001"/>
              <a:gd name="connsiteY59" fmla="*/ 2717111 h 3465512"/>
              <a:gd name="connsiteX60" fmla="*/ 3910590 w 12192001"/>
              <a:gd name="connsiteY60" fmla="*/ 2722720 h 3465512"/>
              <a:gd name="connsiteX61" fmla="*/ 3902881 w 12192001"/>
              <a:gd name="connsiteY61" fmla="*/ 2719604 h 3465512"/>
              <a:gd name="connsiteX62" fmla="*/ 3905684 w 12192001"/>
              <a:gd name="connsiteY62" fmla="*/ 2716488 h 3465512"/>
              <a:gd name="connsiteX63" fmla="*/ 2801159 w 12192001"/>
              <a:gd name="connsiteY63" fmla="*/ 2707139 h 3465512"/>
              <a:gd name="connsiteX64" fmla="*/ 2847415 w 12192001"/>
              <a:gd name="connsiteY64" fmla="*/ 2707139 h 3465512"/>
              <a:gd name="connsiteX65" fmla="*/ 2869843 w 12192001"/>
              <a:gd name="connsiteY65" fmla="*/ 2707139 h 3465512"/>
              <a:gd name="connsiteX66" fmla="*/ 2892267 w 12192001"/>
              <a:gd name="connsiteY66" fmla="*/ 2707762 h 3465512"/>
              <a:gd name="connsiteX67" fmla="*/ 2937823 w 12192001"/>
              <a:gd name="connsiteY67" fmla="*/ 2709008 h 3465512"/>
              <a:gd name="connsiteX68" fmla="*/ 2984078 w 12192001"/>
              <a:gd name="connsiteY68" fmla="*/ 2712124 h 3465512"/>
              <a:gd name="connsiteX69" fmla="*/ 3009309 w 12192001"/>
              <a:gd name="connsiteY69" fmla="*/ 2715242 h 3465512"/>
              <a:gd name="connsiteX70" fmla="*/ 3033838 w 12192001"/>
              <a:gd name="connsiteY70" fmla="*/ 2731445 h 3465512"/>
              <a:gd name="connsiteX71" fmla="*/ 3012813 w 12192001"/>
              <a:gd name="connsiteY71" fmla="*/ 2737054 h 3465512"/>
              <a:gd name="connsiteX72" fmla="*/ 2992490 w 12192001"/>
              <a:gd name="connsiteY72" fmla="*/ 2741416 h 3465512"/>
              <a:gd name="connsiteX73" fmla="*/ 2951840 w 12192001"/>
              <a:gd name="connsiteY73" fmla="*/ 2741416 h 3465512"/>
              <a:gd name="connsiteX74" fmla="*/ 2801861 w 12192001"/>
              <a:gd name="connsiteY74" fmla="*/ 2730199 h 3465512"/>
              <a:gd name="connsiteX75" fmla="*/ 2792751 w 12192001"/>
              <a:gd name="connsiteY75" fmla="*/ 2722720 h 3465512"/>
              <a:gd name="connsiteX76" fmla="*/ 2801159 w 12192001"/>
              <a:gd name="connsiteY76" fmla="*/ 2707139 h 3465512"/>
              <a:gd name="connsiteX77" fmla="*/ 2168739 w 12192001"/>
              <a:gd name="connsiteY77" fmla="*/ 2673330 h 3465512"/>
              <a:gd name="connsiteX78" fmla="*/ 2164797 w 12192001"/>
              <a:gd name="connsiteY78" fmla="*/ 2688443 h 3465512"/>
              <a:gd name="connsiteX79" fmla="*/ 2154283 w 12192001"/>
              <a:gd name="connsiteY79" fmla="*/ 2690935 h 3465512"/>
              <a:gd name="connsiteX80" fmla="*/ 2143771 w 12192001"/>
              <a:gd name="connsiteY80" fmla="*/ 2692805 h 3465512"/>
              <a:gd name="connsiteX81" fmla="*/ 2122045 w 12192001"/>
              <a:gd name="connsiteY81" fmla="*/ 2690935 h 3465512"/>
              <a:gd name="connsiteX82" fmla="*/ 2135360 w 12192001"/>
              <a:gd name="connsiteY82" fmla="*/ 2679096 h 3465512"/>
              <a:gd name="connsiteX83" fmla="*/ 2156386 w 12192001"/>
              <a:gd name="connsiteY83" fmla="*/ 2674109 h 3465512"/>
              <a:gd name="connsiteX84" fmla="*/ 2168739 w 12192001"/>
              <a:gd name="connsiteY84" fmla="*/ 2673330 h 3465512"/>
              <a:gd name="connsiteX85" fmla="*/ 3109530 w 12192001"/>
              <a:gd name="connsiteY85" fmla="*/ 2551956 h 3465512"/>
              <a:gd name="connsiteX86" fmla="*/ 3159990 w 12192001"/>
              <a:gd name="connsiteY86" fmla="*/ 2556318 h 3465512"/>
              <a:gd name="connsiteX87" fmla="*/ 3184519 w 12192001"/>
              <a:gd name="connsiteY87" fmla="*/ 2561928 h 3465512"/>
              <a:gd name="connsiteX88" fmla="*/ 3209050 w 12192001"/>
              <a:gd name="connsiteY88" fmla="*/ 2572523 h 3465512"/>
              <a:gd name="connsiteX89" fmla="*/ 3241287 w 12192001"/>
              <a:gd name="connsiteY89" fmla="*/ 2581248 h 3465512"/>
              <a:gd name="connsiteX90" fmla="*/ 3333798 w 12192001"/>
              <a:gd name="connsiteY90" fmla="*/ 2575639 h 3465512"/>
              <a:gd name="connsiteX91" fmla="*/ 3356925 w 12192001"/>
              <a:gd name="connsiteY91" fmla="*/ 2578755 h 3465512"/>
              <a:gd name="connsiteX92" fmla="*/ 3380054 w 12192001"/>
              <a:gd name="connsiteY92" fmla="*/ 2583118 h 3465512"/>
              <a:gd name="connsiteX93" fmla="*/ 3426309 w 12192001"/>
              <a:gd name="connsiteY93" fmla="*/ 2591220 h 3465512"/>
              <a:gd name="connsiteX94" fmla="*/ 3449437 w 12192001"/>
              <a:gd name="connsiteY94" fmla="*/ 2594336 h 3465512"/>
              <a:gd name="connsiteX95" fmla="*/ 3473265 w 12192001"/>
              <a:gd name="connsiteY95" fmla="*/ 2598074 h 3465512"/>
              <a:gd name="connsiteX96" fmla="*/ 3520223 w 12192001"/>
              <a:gd name="connsiteY96" fmla="*/ 2607423 h 3465512"/>
              <a:gd name="connsiteX97" fmla="*/ 3544753 w 12192001"/>
              <a:gd name="connsiteY97" fmla="*/ 2638585 h 3465512"/>
              <a:gd name="connsiteX98" fmla="*/ 3544753 w 12192001"/>
              <a:gd name="connsiteY98" fmla="*/ 2654165 h 3465512"/>
              <a:gd name="connsiteX99" fmla="*/ 3537742 w 12192001"/>
              <a:gd name="connsiteY99" fmla="*/ 2663514 h 3465512"/>
              <a:gd name="connsiteX100" fmla="*/ 3480973 w 12192001"/>
              <a:gd name="connsiteY100" fmla="*/ 2666629 h 3465512"/>
              <a:gd name="connsiteX101" fmla="*/ 3426309 w 12192001"/>
              <a:gd name="connsiteY101" fmla="*/ 2659151 h 3465512"/>
              <a:gd name="connsiteX102" fmla="*/ 3371644 w 12192001"/>
              <a:gd name="connsiteY102" fmla="*/ 2652919 h 3465512"/>
              <a:gd name="connsiteX103" fmla="*/ 3344312 w 12192001"/>
              <a:gd name="connsiteY103" fmla="*/ 2653541 h 3465512"/>
              <a:gd name="connsiteX104" fmla="*/ 3316980 w 12192001"/>
              <a:gd name="connsiteY104" fmla="*/ 2659151 h 3465512"/>
              <a:gd name="connsiteX105" fmla="*/ 3295252 w 12192001"/>
              <a:gd name="connsiteY105" fmla="*/ 2652919 h 3465512"/>
              <a:gd name="connsiteX106" fmla="*/ 3251099 w 12192001"/>
              <a:gd name="connsiteY106" fmla="*/ 2646063 h 3465512"/>
              <a:gd name="connsiteX107" fmla="*/ 3200638 w 12192001"/>
              <a:gd name="connsiteY107" fmla="*/ 2651049 h 3465512"/>
              <a:gd name="connsiteX108" fmla="*/ 3175409 w 12192001"/>
              <a:gd name="connsiteY108" fmla="*/ 2651672 h 3465512"/>
              <a:gd name="connsiteX109" fmla="*/ 3150879 w 12192001"/>
              <a:gd name="connsiteY109" fmla="*/ 2652297 h 3465512"/>
              <a:gd name="connsiteX110" fmla="*/ 3101821 w 12192001"/>
              <a:gd name="connsiteY110" fmla="*/ 2651672 h 3465512"/>
              <a:gd name="connsiteX111" fmla="*/ 3053462 w 12192001"/>
              <a:gd name="connsiteY111" fmla="*/ 2651049 h 3465512"/>
              <a:gd name="connsiteX112" fmla="*/ 2927313 w 12192001"/>
              <a:gd name="connsiteY112" fmla="*/ 2657282 h 3465512"/>
              <a:gd name="connsiteX113" fmla="*/ 2846014 w 12192001"/>
              <a:gd name="connsiteY113" fmla="*/ 2650426 h 3465512"/>
              <a:gd name="connsiteX114" fmla="*/ 2825690 w 12192001"/>
              <a:gd name="connsiteY114" fmla="*/ 2647310 h 3465512"/>
              <a:gd name="connsiteX115" fmla="*/ 2754203 w 12192001"/>
              <a:gd name="connsiteY115" fmla="*/ 2642946 h 3465512"/>
              <a:gd name="connsiteX116" fmla="*/ 2744392 w 12192001"/>
              <a:gd name="connsiteY116" fmla="*/ 2644818 h 3465512"/>
              <a:gd name="connsiteX117" fmla="*/ 2735982 w 12192001"/>
              <a:gd name="connsiteY117" fmla="*/ 2652919 h 3465512"/>
              <a:gd name="connsiteX118" fmla="*/ 2700940 w 12192001"/>
              <a:gd name="connsiteY118" fmla="*/ 2677224 h 3465512"/>
              <a:gd name="connsiteX119" fmla="*/ 2648375 w 12192001"/>
              <a:gd name="connsiteY119" fmla="*/ 2660398 h 3465512"/>
              <a:gd name="connsiteX120" fmla="*/ 2619640 w 12192001"/>
              <a:gd name="connsiteY120" fmla="*/ 2664760 h 3465512"/>
              <a:gd name="connsiteX121" fmla="*/ 2580396 w 12192001"/>
              <a:gd name="connsiteY121" fmla="*/ 2682211 h 3465512"/>
              <a:gd name="connsiteX122" fmla="*/ 2515217 w 12192001"/>
              <a:gd name="connsiteY122" fmla="*/ 2682211 h 3465512"/>
              <a:gd name="connsiteX123" fmla="*/ 2482279 w 12192001"/>
              <a:gd name="connsiteY123" fmla="*/ 2681588 h 3465512"/>
              <a:gd name="connsiteX124" fmla="*/ 2449336 w 12192001"/>
              <a:gd name="connsiteY124" fmla="*/ 2680965 h 3465512"/>
              <a:gd name="connsiteX125" fmla="*/ 2428313 w 12192001"/>
              <a:gd name="connsiteY125" fmla="*/ 2667877 h 3465512"/>
              <a:gd name="connsiteX126" fmla="*/ 2386262 w 12192001"/>
              <a:gd name="connsiteY126" fmla="*/ 2648556 h 3465512"/>
              <a:gd name="connsiteX127" fmla="*/ 2352622 w 12192001"/>
              <a:gd name="connsiteY127" fmla="*/ 2653541 h 3465512"/>
              <a:gd name="connsiteX128" fmla="*/ 2350519 w 12192001"/>
              <a:gd name="connsiteY128" fmla="*/ 2647933 h 3465512"/>
              <a:gd name="connsiteX129" fmla="*/ 2349118 w 12192001"/>
              <a:gd name="connsiteY129" fmla="*/ 2649181 h 3465512"/>
              <a:gd name="connsiteX130" fmla="*/ 2330896 w 12192001"/>
              <a:gd name="connsiteY130" fmla="*/ 2681588 h 3465512"/>
              <a:gd name="connsiteX131" fmla="*/ 2285340 w 12192001"/>
              <a:gd name="connsiteY131" fmla="*/ 2685327 h 3465512"/>
              <a:gd name="connsiteX132" fmla="*/ 2238385 w 12192001"/>
              <a:gd name="connsiteY132" fmla="*/ 2680340 h 3465512"/>
              <a:gd name="connsiteX133" fmla="*/ 2218761 w 12192001"/>
              <a:gd name="connsiteY133" fmla="*/ 2659773 h 3465512"/>
              <a:gd name="connsiteX134" fmla="*/ 2175309 w 12192001"/>
              <a:gd name="connsiteY134" fmla="*/ 2634845 h 3465512"/>
              <a:gd name="connsiteX135" fmla="*/ 2157788 w 12192001"/>
              <a:gd name="connsiteY135" fmla="*/ 2614278 h 3465512"/>
              <a:gd name="connsiteX136" fmla="*/ 2172506 w 12192001"/>
              <a:gd name="connsiteY136" fmla="*/ 2597452 h 3465512"/>
              <a:gd name="connsiteX137" fmla="*/ 2360330 w 12192001"/>
              <a:gd name="connsiteY137" fmla="*/ 2582494 h 3465512"/>
              <a:gd name="connsiteX138" fmla="*/ 2410092 w 12192001"/>
              <a:gd name="connsiteY138" fmla="*/ 2584986 h 3465512"/>
              <a:gd name="connsiteX139" fmla="*/ 2459151 w 12192001"/>
              <a:gd name="connsiteY139" fmla="*/ 2586857 h 3465512"/>
              <a:gd name="connsiteX140" fmla="*/ 2555164 w 12192001"/>
              <a:gd name="connsiteY140" fmla="*/ 2592465 h 3465512"/>
              <a:gd name="connsiteX141" fmla="*/ 2588104 w 12192001"/>
              <a:gd name="connsiteY141" fmla="*/ 2593711 h 3465512"/>
              <a:gd name="connsiteX142" fmla="*/ 2621045 w 12192001"/>
              <a:gd name="connsiteY142" fmla="*/ 2594336 h 3465512"/>
              <a:gd name="connsiteX143" fmla="*/ 2685521 w 12192001"/>
              <a:gd name="connsiteY143" fmla="*/ 2589350 h 3465512"/>
              <a:gd name="connsiteX144" fmla="*/ 2719862 w 12192001"/>
              <a:gd name="connsiteY144" fmla="*/ 2582494 h 3465512"/>
              <a:gd name="connsiteX145" fmla="*/ 2753503 w 12192001"/>
              <a:gd name="connsiteY145" fmla="*/ 2577507 h 3465512"/>
              <a:gd name="connsiteX146" fmla="*/ 2822186 w 12192001"/>
              <a:gd name="connsiteY146" fmla="*/ 2591843 h 3465512"/>
              <a:gd name="connsiteX147" fmla="*/ 2831996 w 12192001"/>
              <a:gd name="connsiteY147" fmla="*/ 2591843 h 3465512"/>
              <a:gd name="connsiteX148" fmla="*/ 2848817 w 12192001"/>
              <a:gd name="connsiteY148" fmla="*/ 2584364 h 3465512"/>
              <a:gd name="connsiteX149" fmla="*/ 2865635 w 12192001"/>
              <a:gd name="connsiteY149" fmla="*/ 2580001 h 3465512"/>
              <a:gd name="connsiteX150" fmla="*/ 2899979 w 12192001"/>
              <a:gd name="connsiteY150" fmla="*/ 2578132 h 3465512"/>
              <a:gd name="connsiteX151" fmla="*/ 2934320 w 12192001"/>
              <a:gd name="connsiteY151" fmla="*/ 2580624 h 3465512"/>
              <a:gd name="connsiteX152" fmla="*/ 2969360 w 12192001"/>
              <a:gd name="connsiteY152" fmla="*/ 2583118 h 3465512"/>
              <a:gd name="connsiteX153" fmla="*/ 3023327 w 12192001"/>
              <a:gd name="connsiteY153" fmla="*/ 2580624 h 3465512"/>
              <a:gd name="connsiteX154" fmla="*/ 3076589 w 12192001"/>
              <a:gd name="connsiteY154" fmla="*/ 2558811 h 3465512"/>
              <a:gd name="connsiteX155" fmla="*/ 3109530 w 12192001"/>
              <a:gd name="connsiteY155" fmla="*/ 2551956 h 3465512"/>
              <a:gd name="connsiteX156" fmla="*/ 4280635 w 12192001"/>
              <a:gd name="connsiteY156" fmla="*/ 2537621 h 3465512"/>
              <a:gd name="connsiteX157" fmla="*/ 4268020 w 12192001"/>
              <a:gd name="connsiteY157" fmla="*/ 2545723 h 3465512"/>
              <a:gd name="connsiteX158" fmla="*/ 4272224 w 12192001"/>
              <a:gd name="connsiteY158" fmla="*/ 2568160 h 3465512"/>
              <a:gd name="connsiteX159" fmla="*/ 4417999 w 12192001"/>
              <a:gd name="connsiteY159" fmla="*/ 2598698 h 3465512"/>
              <a:gd name="connsiteX160" fmla="*/ 4429914 w 12192001"/>
              <a:gd name="connsiteY160" fmla="*/ 2591843 h 3465512"/>
              <a:gd name="connsiteX161" fmla="*/ 4423607 w 12192001"/>
              <a:gd name="connsiteY161" fmla="*/ 2578755 h 3465512"/>
              <a:gd name="connsiteX162" fmla="*/ 4413796 w 12192001"/>
              <a:gd name="connsiteY162" fmla="*/ 2570030 h 3465512"/>
              <a:gd name="connsiteX163" fmla="*/ 4378052 w 12192001"/>
              <a:gd name="connsiteY163" fmla="*/ 2559435 h 3465512"/>
              <a:gd name="connsiteX164" fmla="*/ 4327590 w 12192001"/>
              <a:gd name="connsiteY164" fmla="*/ 2545100 h 3465512"/>
              <a:gd name="connsiteX165" fmla="*/ 4280635 w 12192001"/>
              <a:gd name="connsiteY165" fmla="*/ 2537621 h 3465512"/>
              <a:gd name="connsiteX166" fmla="*/ 3692629 w 12192001"/>
              <a:gd name="connsiteY166" fmla="*/ 2509577 h 3465512"/>
              <a:gd name="connsiteX167" fmla="*/ 3684217 w 12192001"/>
              <a:gd name="connsiteY167" fmla="*/ 2514562 h 3465512"/>
              <a:gd name="connsiteX168" fmla="*/ 3691928 w 12192001"/>
              <a:gd name="connsiteY168" fmla="*/ 2518924 h 3465512"/>
              <a:gd name="connsiteX169" fmla="*/ 1796153 w 12192001"/>
              <a:gd name="connsiteY169" fmla="*/ 2391162 h 3465512"/>
              <a:gd name="connsiteX170" fmla="*/ 1797555 w 12192001"/>
              <a:gd name="connsiteY170" fmla="*/ 2394901 h 3465512"/>
              <a:gd name="connsiteX171" fmla="*/ 1794050 w 12192001"/>
              <a:gd name="connsiteY171" fmla="*/ 2394901 h 3465512"/>
              <a:gd name="connsiteX172" fmla="*/ 1790547 w 12192001"/>
              <a:gd name="connsiteY172" fmla="*/ 2394278 h 3465512"/>
              <a:gd name="connsiteX173" fmla="*/ 1796153 w 12192001"/>
              <a:gd name="connsiteY173" fmla="*/ 2391162 h 3465512"/>
              <a:gd name="connsiteX174" fmla="*/ 1746043 w 12192001"/>
              <a:gd name="connsiteY174" fmla="*/ 2386098 h 3465512"/>
              <a:gd name="connsiteX175" fmla="*/ 1790547 w 12192001"/>
              <a:gd name="connsiteY175" fmla="*/ 2393655 h 3465512"/>
              <a:gd name="connsiteX176" fmla="*/ 1711352 w 12192001"/>
              <a:gd name="connsiteY176" fmla="*/ 2416716 h 3465512"/>
              <a:gd name="connsiteX177" fmla="*/ 1695933 w 12192001"/>
              <a:gd name="connsiteY177" fmla="*/ 2404250 h 3465512"/>
              <a:gd name="connsiteX178" fmla="*/ 1703642 w 12192001"/>
              <a:gd name="connsiteY178" fmla="*/ 2394901 h 3465512"/>
              <a:gd name="connsiteX179" fmla="*/ 1746043 w 12192001"/>
              <a:gd name="connsiteY179" fmla="*/ 2386098 h 3465512"/>
              <a:gd name="connsiteX180" fmla="*/ 2420603 w 12192001"/>
              <a:gd name="connsiteY180" fmla="*/ 2303911 h 3465512"/>
              <a:gd name="connsiteX181" fmla="*/ 2389765 w 12192001"/>
              <a:gd name="connsiteY181" fmla="*/ 2316999 h 3465512"/>
              <a:gd name="connsiteX182" fmla="*/ 2392571 w 12192001"/>
              <a:gd name="connsiteY182" fmla="*/ 2331956 h 3465512"/>
              <a:gd name="connsiteX183" fmla="*/ 2431815 w 12192001"/>
              <a:gd name="connsiteY183" fmla="*/ 2339435 h 3465512"/>
              <a:gd name="connsiteX184" fmla="*/ 2431115 w 12192001"/>
              <a:gd name="connsiteY184" fmla="*/ 2312014 h 3465512"/>
              <a:gd name="connsiteX185" fmla="*/ 2420603 w 12192001"/>
              <a:gd name="connsiteY185" fmla="*/ 2303911 h 3465512"/>
              <a:gd name="connsiteX186" fmla="*/ 11828688 w 12192001"/>
              <a:gd name="connsiteY186" fmla="*/ 2025951 h 3465512"/>
              <a:gd name="connsiteX187" fmla="*/ 11893166 w 12192001"/>
              <a:gd name="connsiteY187" fmla="*/ 2060229 h 3465512"/>
              <a:gd name="connsiteX188" fmla="*/ 11897371 w 12192001"/>
              <a:gd name="connsiteY188" fmla="*/ 2075185 h 3465512"/>
              <a:gd name="connsiteX189" fmla="*/ 11886859 w 12192001"/>
              <a:gd name="connsiteY189" fmla="*/ 2082664 h 3465512"/>
              <a:gd name="connsiteX190" fmla="*/ 11813970 w 12192001"/>
              <a:gd name="connsiteY190" fmla="*/ 2047141 h 3465512"/>
              <a:gd name="connsiteX191" fmla="*/ 11816074 w 12192001"/>
              <a:gd name="connsiteY191" fmla="*/ 2034053 h 3465512"/>
              <a:gd name="connsiteX192" fmla="*/ 11828688 w 12192001"/>
              <a:gd name="connsiteY192" fmla="*/ 2025951 h 3465512"/>
              <a:gd name="connsiteX193" fmla="*/ 11438320 w 12192001"/>
              <a:gd name="connsiteY193" fmla="*/ 1948047 h 3465512"/>
              <a:gd name="connsiteX194" fmla="*/ 11468454 w 12192001"/>
              <a:gd name="connsiteY194" fmla="*/ 1949918 h 3465512"/>
              <a:gd name="connsiteX195" fmla="*/ 11626845 w 12192001"/>
              <a:gd name="connsiteY195" fmla="*/ 1992297 h 3465512"/>
              <a:gd name="connsiteX196" fmla="*/ 11640161 w 12192001"/>
              <a:gd name="connsiteY196" fmla="*/ 1999153 h 3465512"/>
              <a:gd name="connsiteX197" fmla="*/ 11655581 w 12192001"/>
              <a:gd name="connsiteY197" fmla="*/ 2022834 h 3465512"/>
              <a:gd name="connsiteX198" fmla="*/ 11631750 w 12192001"/>
              <a:gd name="connsiteY198" fmla="*/ 2035299 h 3465512"/>
              <a:gd name="connsiteX199" fmla="*/ 11557463 w 12192001"/>
              <a:gd name="connsiteY199" fmla="*/ 2019718 h 3465512"/>
              <a:gd name="connsiteX200" fmla="*/ 11558162 w 12192001"/>
              <a:gd name="connsiteY200" fmla="*/ 2017225 h 3465512"/>
              <a:gd name="connsiteX201" fmla="*/ 11455139 w 12192001"/>
              <a:gd name="connsiteY201" fmla="*/ 1995412 h 3465512"/>
              <a:gd name="connsiteX202" fmla="*/ 11430610 w 12192001"/>
              <a:gd name="connsiteY202" fmla="*/ 1979831 h 3465512"/>
              <a:gd name="connsiteX203" fmla="*/ 11424303 w 12192001"/>
              <a:gd name="connsiteY203" fmla="*/ 1953033 h 3465512"/>
              <a:gd name="connsiteX204" fmla="*/ 11438320 w 12192001"/>
              <a:gd name="connsiteY204" fmla="*/ 1948047 h 3465512"/>
              <a:gd name="connsiteX205" fmla="*/ 10645669 w 12192001"/>
              <a:gd name="connsiteY205" fmla="*/ 1838359 h 3465512"/>
              <a:gd name="connsiteX206" fmla="*/ 10660387 w 12192001"/>
              <a:gd name="connsiteY206" fmla="*/ 1838982 h 3465512"/>
              <a:gd name="connsiteX207" fmla="*/ 10663190 w 12192001"/>
              <a:gd name="connsiteY207" fmla="*/ 1852070 h 3465512"/>
              <a:gd name="connsiteX208" fmla="*/ 10650574 w 12192001"/>
              <a:gd name="connsiteY208" fmla="*/ 1857679 h 3465512"/>
              <a:gd name="connsiteX209" fmla="*/ 10640062 w 12192001"/>
              <a:gd name="connsiteY209" fmla="*/ 1848954 h 3465512"/>
              <a:gd name="connsiteX210" fmla="*/ 10645669 w 12192001"/>
              <a:gd name="connsiteY210" fmla="*/ 1838359 h 3465512"/>
              <a:gd name="connsiteX211" fmla="*/ 11909286 w 12192001"/>
              <a:gd name="connsiteY211" fmla="*/ 1825893 h 3465512"/>
              <a:gd name="connsiteX212" fmla="*/ 11931010 w 12192001"/>
              <a:gd name="connsiteY212" fmla="*/ 1827139 h 3465512"/>
              <a:gd name="connsiteX213" fmla="*/ 11935918 w 12192001"/>
              <a:gd name="connsiteY213" fmla="*/ 1848330 h 3465512"/>
              <a:gd name="connsiteX214" fmla="*/ 11924002 w 12192001"/>
              <a:gd name="connsiteY214" fmla="*/ 1853315 h 3465512"/>
              <a:gd name="connsiteX215" fmla="*/ 11909286 w 12192001"/>
              <a:gd name="connsiteY215" fmla="*/ 1825893 h 3465512"/>
              <a:gd name="connsiteX216" fmla="*/ 11907884 w 12192001"/>
              <a:gd name="connsiteY216" fmla="*/ 1824023 h 3465512"/>
              <a:gd name="connsiteX217" fmla="*/ 11909284 w 12192001"/>
              <a:gd name="connsiteY217" fmla="*/ 1824023 h 3465512"/>
              <a:gd name="connsiteX218" fmla="*/ 11909284 w 12192001"/>
              <a:gd name="connsiteY218" fmla="*/ 1825893 h 3465512"/>
              <a:gd name="connsiteX219" fmla="*/ 11905780 w 12192001"/>
              <a:gd name="connsiteY219" fmla="*/ 1827764 h 3465512"/>
              <a:gd name="connsiteX220" fmla="*/ 11907884 w 12192001"/>
              <a:gd name="connsiteY220" fmla="*/ 1824023 h 3465512"/>
              <a:gd name="connsiteX221" fmla="*/ 10241984 w 12192001"/>
              <a:gd name="connsiteY221" fmla="*/ 1779150 h 3465512"/>
              <a:gd name="connsiteX222" fmla="*/ 10242685 w 12192001"/>
              <a:gd name="connsiteY222" fmla="*/ 1789123 h 3465512"/>
              <a:gd name="connsiteX223" fmla="*/ 10230770 w 12192001"/>
              <a:gd name="connsiteY223" fmla="*/ 1779774 h 3465512"/>
              <a:gd name="connsiteX224" fmla="*/ 10241984 w 12192001"/>
              <a:gd name="connsiteY224" fmla="*/ 1779150 h 3465512"/>
              <a:gd name="connsiteX225" fmla="*/ 9872642 w 12192001"/>
              <a:gd name="connsiteY225" fmla="*/ 1374054 h 3465512"/>
              <a:gd name="connsiteX226" fmla="*/ 9978469 w 12192001"/>
              <a:gd name="connsiteY226" fmla="*/ 1387142 h 3465512"/>
              <a:gd name="connsiteX227" fmla="*/ 10218858 w 12192001"/>
              <a:gd name="connsiteY227" fmla="*/ 1426405 h 3465512"/>
              <a:gd name="connsiteX228" fmla="*/ 10457844 w 12192001"/>
              <a:gd name="connsiteY228" fmla="*/ 1470652 h 3465512"/>
              <a:gd name="connsiteX229" fmla="*/ 10563671 w 12192001"/>
              <a:gd name="connsiteY229" fmla="*/ 1483740 h 3465512"/>
              <a:gd name="connsiteX230" fmla="*/ 10628850 w 12192001"/>
              <a:gd name="connsiteY230" fmla="*/ 1486234 h 3465512"/>
              <a:gd name="connsiteX231" fmla="*/ 10693326 w 12192001"/>
              <a:gd name="connsiteY231" fmla="*/ 1493089 h 3465512"/>
              <a:gd name="connsiteX232" fmla="*/ 10818776 w 12192001"/>
              <a:gd name="connsiteY232" fmla="*/ 1519266 h 3465512"/>
              <a:gd name="connsiteX233" fmla="*/ 10908484 w 12192001"/>
              <a:gd name="connsiteY233" fmla="*/ 1534847 h 3465512"/>
              <a:gd name="connsiteX234" fmla="*/ 11224565 w 12192001"/>
              <a:gd name="connsiteY234" fmla="*/ 1576603 h 3465512"/>
              <a:gd name="connsiteX235" fmla="*/ 11336699 w 12192001"/>
              <a:gd name="connsiteY235" fmla="*/ 1594676 h 3465512"/>
              <a:gd name="connsiteX236" fmla="*/ 11448132 w 12192001"/>
              <a:gd name="connsiteY236" fmla="*/ 1615865 h 3465512"/>
              <a:gd name="connsiteX237" fmla="*/ 11668896 w 12192001"/>
              <a:gd name="connsiteY237" fmla="*/ 1666971 h 3465512"/>
              <a:gd name="connsiteX238" fmla="*/ 11743887 w 12192001"/>
              <a:gd name="connsiteY238" fmla="*/ 1670710 h 3465512"/>
              <a:gd name="connsiteX239" fmla="*/ 11906481 w 12192001"/>
              <a:gd name="connsiteY239" fmla="*/ 1697509 h 3465512"/>
              <a:gd name="connsiteX240" fmla="*/ 12015813 w 12192001"/>
              <a:gd name="connsiteY240" fmla="*/ 1743004 h 3465512"/>
              <a:gd name="connsiteX241" fmla="*/ 12026326 w 12192001"/>
              <a:gd name="connsiteY241" fmla="*/ 1754223 h 3465512"/>
              <a:gd name="connsiteX242" fmla="*/ 12002498 w 12192001"/>
              <a:gd name="connsiteY242" fmla="*/ 1769804 h 3465512"/>
              <a:gd name="connsiteX243" fmla="*/ 11956943 w 12192001"/>
              <a:gd name="connsiteY243" fmla="*/ 1768556 h 3465512"/>
              <a:gd name="connsiteX244" fmla="*/ 11923302 w 12192001"/>
              <a:gd name="connsiteY244" fmla="*/ 1797848 h 3465512"/>
              <a:gd name="connsiteX245" fmla="*/ 11908585 w 12192001"/>
              <a:gd name="connsiteY245" fmla="*/ 1823401 h 3465512"/>
              <a:gd name="connsiteX246" fmla="*/ 11860227 w 12192001"/>
              <a:gd name="connsiteY246" fmla="*/ 1795355 h 3465512"/>
              <a:gd name="connsiteX247" fmla="*/ 11806263 w 12192001"/>
              <a:gd name="connsiteY247" fmla="*/ 1746121 h 3465512"/>
              <a:gd name="connsiteX248" fmla="*/ 11549753 w 12192001"/>
              <a:gd name="connsiteY248" fmla="*/ 1718698 h 3465512"/>
              <a:gd name="connsiteX249" fmla="*/ 11460748 w 12192001"/>
              <a:gd name="connsiteY249" fmla="*/ 1704364 h 3465512"/>
              <a:gd name="connsiteX250" fmla="*/ 11363329 w 12192001"/>
              <a:gd name="connsiteY250" fmla="*/ 1664479 h 3465512"/>
              <a:gd name="connsiteX251" fmla="*/ 11247690 w 12192001"/>
              <a:gd name="connsiteY251" fmla="*/ 1629577 h 3465512"/>
              <a:gd name="connsiteX252" fmla="*/ 11202838 w 12192001"/>
              <a:gd name="connsiteY252" fmla="*/ 1635809 h 3465512"/>
              <a:gd name="connsiteX253" fmla="*/ 11106122 w 12192001"/>
              <a:gd name="connsiteY253" fmla="*/ 1629577 h 3465512"/>
              <a:gd name="connsiteX254" fmla="*/ 11031833 w 12192001"/>
              <a:gd name="connsiteY254" fmla="*/ 1623967 h 3465512"/>
              <a:gd name="connsiteX255" fmla="*/ 10912691 w 12192001"/>
              <a:gd name="connsiteY255" fmla="*/ 1631446 h 3465512"/>
              <a:gd name="connsiteX256" fmla="*/ 10674405 w 12192001"/>
              <a:gd name="connsiteY256" fmla="*/ 1585329 h 3465512"/>
              <a:gd name="connsiteX257" fmla="*/ 10599413 w 12192001"/>
              <a:gd name="connsiteY257" fmla="*/ 1573485 h 3465512"/>
              <a:gd name="connsiteX258" fmla="*/ 10524423 w 12192001"/>
              <a:gd name="connsiteY258" fmla="*/ 1559152 h 3465512"/>
              <a:gd name="connsiteX259" fmla="*/ 10345010 w 12192001"/>
              <a:gd name="connsiteY259" fmla="*/ 1526120 h 3465512"/>
              <a:gd name="connsiteX260" fmla="*/ 10165594 w 12192001"/>
              <a:gd name="connsiteY260" fmla="*/ 1491843 h 3465512"/>
              <a:gd name="connsiteX261" fmla="*/ 9868436 w 12192001"/>
              <a:gd name="connsiteY261" fmla="*/ 1426405 h 3465512"/>
              <a:gd name="connsiteX262" fmla="*/ 9855121 w 12192001"/>
              <a:gd name="connsiteY262" fmla="*/ 1419548 h 3465512"/>
              <a:gd name="connsiteX263" fmla="*/ 9848815 w 12192001"/>
              <a:gd name="connsiteY263" fmla="*/ 1392750 h 3465512"/>
              <a:gd name="connsiteX264" fmla="*/ 9872642 w 12192001"/>
              <a:gd name="connsiteY264" fmla="*/ 1374054 h 3465512"/>
              <a:gd name="connsiteX265" fmla="*/ 8743587 w 12192001"/>
              <a:gd name="connsiteY265" fmla="*/ 1107933 h 3465512"/>
              <a:gd name="connsiteX266" fmla="*/ 8848713 w 12192001"/>
              <a:gd name="connsiteY266" fmla="*/ 1121645 h 3465512"/>
              <a:gd name="connsiteX267" fmla="*/ 9050557 w 12192001"/>
              <a:gd name="connsiteY267" fmla="*/ 1180228 h 3465512"/>
              <a:gd name="connsiteX268" fmla="*/ 9050557 w 12192001"/>
              <a:gd name="connsiteY268" fmla="*/ 1179606 h 3465512"/>
              <a:gd name="connsiteX269" fmla="*/ 9166195 w 12192001"/>
              <a:gd name="connsiteY269" fmla="*/ 1212013 h 3465512"/>
              <a:gd name="connsiteX270" fmla="*/ 9268517 w 12192001"/>
              <a:gd name="connsiteY270" fmla="*/ 1236319 h 3465512"/>
              <a:gd name="connsiteX271" fmla="*/ 9309867 w 12192001"/>
              <a:gd name="connsiteY271" fmla="*/ 1251901 h 3465512"/>
              <a:gd name="connsiteX272" fmla="*/ 9318278 w 12192001"/>
              <a:gd name="connsiteY272" fmla="*/ 1264364 h 3465512"/>
              <a:gd name="connsiteX273" fmla="*/ 9296552 w 12192001"/>
              <a:gd name="connsiteY273" fmla="*/ 1278077 h 3465512"/>
              <a:gd name="connsiteX274" fmla="*/ 8958044 w 12192001"/>
              <a:gd name="connsiteY274" fmla="*/ 1206403 h 3465512"/>
              <a:gd name="connsiteX275" fmla="*/ 8780733 w 12192001"/>
              <a:gd name="connsiteY275" fmla="*/ 1169634 h 3465512"/>
              <a:gd name="connsiteX276" fmla="*/ 8723263 w 12192001"/>
              <a:gd name="connsiteY276" fmla="*/ 1152184 h 3465512"/>
              <a:gd name="connsiteX277" fmla="*/ 8704340 w 12192001"/>
              <a:gd name="connsiteY277" fmla="*/ 1131616 h 3465512"/>
              <a:gd name="connsiteX278" fmla="*/ 8743587 w 12192001"/>
              <a:gd name="connsiteY278" fmla="*/ 1107933 h 3465512"/>
              <a:gd name="connsiteX279" fmla="*/ 7895570 w 12192001"/>
              <a:gd name="connsiteY279" fmla="*/ 918473 h 3465512"/>
              <a:gd name="connsiteX280" fmla="*/ 7900476 w 12192001"/>
              <a:gd name="connsiteY280" fmla="*/ 922213 h 3465512"/>
              <a:gd name="connsiteX281" fmla="*/ 7897673 w 12192001"/>
              <a:gd name="connsiteY281" fmla="*/ 922836 h 3465512"/>
              <a:gd name="connsiteX282" fmla="*/ 7888562 w 12192001"/>
              <a:gd name="connsiteY282" fmla="*/ 921590 h 3465512"/>
              <a:gd name="connsiteX283" fmla="*/ 7929386 w 12192001"/>
              <a:gd name="connsiteY283" fmla="*/ 918239 h 3465512"/>
              <a:gd name="connsiteX284" fmla="*/ 7957245 w 12192001"/>
              <a:gd name="connsiteY284" fmla="*/ 922835 h 3465512"/>
              <a:gd name="connsiteX285" fmla="*/ 8096711 w 12192001"/>
              <a:gd name="connsiteY285" fmla="*/ 969578 h 3465512"/>
              <a:gd name="connsiteX286" fmla="*/ 8119840 w 12192001"/>
              <a:gd name="connsiteY286" fmla="*/ 984535 h 3465512"/>
              <a:gd name="connsiteX287" fmla="*/ 7975467 w 12192001"/>
              <a:gd name="connsiteY287" fmla="*/ 952749 h 3465512"/>
              <a:gd name="connsiteX288" fmla="*/ 7900476 w 12192001"/>
              <a:gd name="connsiteY288" fmla="*/ 921590 h 3465512"/>
              <a:gd name="connsiteX289" fmla="*/ 7929386 w 12192001"/>
              <a:gd name="connsiteY289" fmla="*/ 918239 h 3465512"/>
              <a:gd name="connsiteX290" fmla="*/ 7245192 w 12192001"/>
              <a:gd name="connsiteY290" fmla="*/ 748330 h 3465512"/>
              <a:gd name="connsiteX291" fmla="*/ 7573184 w 12192001"/>
              <a:gd name="connsiteY291" fmla="*/ 811279 h 3465512"/>
              <a:gd name="connsiteX292" fmla="*/ 7753301 w 12192001"/>
              <a:gd name="connsiteY292" fmla="*/ 881704 h 3465512"/>
              <a:gd name="connsiteX293" fmla="*/ 7888562 w 12192001"/>
              <a:gd name="connsiteY293" fmla="*/ 920965 h 3465512"/>
              <a:gd name="connsiteX294" fmla="*/ 7834598 w 12192001"/>
              <a:gd name="connsiteY294" fmla="*/ 931560 h 3465512"/>
              <a:gd name="connsiteX295" fmla="*/ 7642567 w 12192001"/>
              <a:gd name="connsiteY295" fmla="*/ 887312 h 3465512"/>
              <a:gd name="connsiteX296" fmla="*/ 7348215 w 12192001"/>
              <a:gd name="connsiteY296" fmla="*/ 814394 h 3465512"/>
              <a:gd name="connsiteX297" fmla="*/ 7234678 w 12192001"/>
              <a:gd name="connsiteY297" fmla="*/ 773884 h 3465512"/>
              <a:gd name="connsiteX298" fmla="*/ 7230472 w 12192001"/>
              <a:gd name="connsiteY298" fmla="*/ 753941 h 3465512"/>
              <a:gd name="connsiteX299" fmla="*/ 7245192 w 12192001"/>
              <a:gd name="connsiteY299" fmla="*/ 748330 h 3465512"/>
              <a:gd name="connsiteX300" fmla="*/ 6824688 w 12192001"/>
              <a:gd name="connsiteY300" fmla="*/ 631163 h 3465512"/>
              <a:gd name="connsiteX301" fmla="*/ 6906686 w 12192001"/>
              <a:gd name="connsiteY301" fmla="*/ 651106 h 3465512"/>
              <a:gd name="connsiteX302" fmla="*/ 6980975 w 12192001"/>
              <a:gd name="connsiteY302" fmla="*/ 687254 h 3465512"/>
              <a:gd name="connsiteX303" fmla="*/ 6987983 w 12192001"/>
              <a:gd name="connsiteY303" fmla="*/ 699718 h 3465512"/>
              <a:gd name="connsiteX304" fmla="*/ 6965556 w 12192001"/>
              <a:gd name="connsiteY304" fmla="*/ 709067 h 3465512"/>
              <a:gd name="connsiteX305" fmla="*/ 6928410 w 12192001"/>
              <a:gd name="connsiteY305" fmla="*/ 700965 h 3465512"/>
              <a:gd name="connsiteX306" fmla="*/ 6890566 w 12192001"/>
              <a:gd name="connsiteY306" fmla="*/ 692240 h 3465512"/>
              <a:gd name="connsiteX307" fmla="*/ 6821183 w 12192001"/>
              <a:gd name="connsiteY307" fmla="*/ 662325 h 3465512"/>
              <a:gd name="connsiteX308" fmla="*/ 6812072 w 12192001"/>
              <a:gd name="connsiteY308" fmla="*/ 651106 h 3465512"/>
              <a:gd name="connsiteX309" fmla="*/ 6810671 w 12192001"/>
              <a:gd name="connsiteY309" fmla="*/ 638642 h 3465512"/>
              <a:gd name="connsiteX310" fmla="*/ 6824688 w 12192001"/>
              <a:gd name="connsiteY310" fmla="*/ 631163 h 3465512"/>
              <a:gd name="connsiteX311" fmla="*/ 6430112 w 12192001"/>
              <a:gd name="connsiteY311" fmla="*/ 533940 h 3465512"/>
              <a:gd name="connsiteX312" fmla="*/ 6573086 w 12192001"/>
              <a:gd name="connsiteY312" fmla="*/ 560115 h 3465512"/>
              <a:gd name="connsiteX313" fmla="*/ 6698536 w 12192001"/>
              <a:gd name="connsiteY313" fmla="*/ 588784 h 3465512"/>
              <a:gd name="connsiteX314" fmla="*/ 6711150 w 12192001"/>
              <a:gd name="connsiteY314" fmla="*/ 596886 h 3465512"/>
              <a:gd name="connsiteX315" fmla="*/ 6720963 w 12192001"/>
              <a:gd name="connsiteY315" fmla="*/ 608727 h 3465512"/>
              <a:gd name="connsiteX316" fmla="*/ 6695731 w 12192001"/>
              <a:gd name="connsiteY316" fmla="*/ 626178 h 3465512"/>
              <a:gd name="connsiteX317" fmla="*/ 6521923 w 12192001"/>
              <a:gd name="connsiteY317" fmla="*/ 596263 h 3465512"/>
              <a:gd name="connsiteX318" fmla="*/ 6429412 w 12192001"/>
              <a:gd name="connsiteY318" fmla="*/ 567593 h 3465512"/>
              <a:gd name="connsiteX319" fmla="*/ 6419601 w 12192001"/>
              <a:gd name="connsiteY319" fmla="*/ 556376 h 3465512"/>
              <a:gd name="connsiteX320" fmla="*/ 6416097 w 12192001"/>
              <a:gd name="connsiteY320" fmla="*/ 543288 h 3465512"/>
              <a:gd name="connsiteX321" fmla="*/ 6430112 w 12192001"/>
              <a:gd name="connsiteY321" fmla="*/ 533940 h 3465512"/>
              <a:gd name="connsiteX322" fmla="*/ 205248 w 12192001"/>
              <a:gd name="connsiteY322" fmla="*/ 482836 h 3465512"/>
              <a:gd name="connsiteX323" fmla="*/ 222069 w 12192001"/>
              <a:gd name="connsiteY323" fmla="*/ 488445 h 3465512"/>
              <a:gd name="connsiteX324" fmla="*/ 203847 w 12192001"/>
              <a:gd name="connsiteY324" fmla="*/ 509635 h 3465512"/>
              <a:gd name="connsiteX325" fmla="*/ 156892 w 12192001"/>
              <a:gd name="connsiteY325" fmla="*/ 523345 h 3465512"/>
              <a:gd name="connsiteX326" fmla="*/ 108533 w 12192001"/>
              <a:gd name="connsiteY326" fmla="*/ 530824 h 3465512"/>
              <a:gd name="connsiteX327" fmla="*/ 11818 w 12192001"/>
              <a:gd name="connsiteY327" fmla="*/ 546404 h 3465512"/>
              <a:gd name="connsiteX328" fmla="*/ 0 w 12192001"/>
              <a:gd name="connsiteY328" fmla="*/ 543462 h 3465512"/>
              <a:gd name="connsiteX329" fmla="*/ 0 w 12192001"/>
              <a:gd name="connsiteY329" fmla="*/ 527389 h 3465512"/>
              <a:gd name="connsiteX330" fmla="*/ 603 w 12192001"/>
              <a:gd name="connsiteY330" fmla="*/ 525839 h 3465512"/>
              <a:gd name="connsiteX331" fmla="*/ 80499 w 12192001"/>
              <a:gd name="connsiteY331" fmla="*/ 498416 h 3465512"/>
              <a:gd name="connsiteX332" fmla="*/ 142174 w 12192001"/>
              <a:gd name="connsiteY332" fmla="*/ 489068 h 3465512"/>
              <a:gd name="connsiteX333" fmla="*/ 205248 w 12192001"/>
              <a:gd name="connsiteY333" fmla="*/ 482836 h 3465512"/>
              <a:gd name="connsiteX334" fmla="*/ 803768 w 12192001"/>
              <a:gd name="connsiteY334" fmla="*/ 438586 h 3465512"/>
              <a:gd name="connsiteX335" fmla="*/ 835304 w 12192001"/>
              <a:gd name="connsiteY335" fmla="*/ 442948 h 3465512"/>
              <a:gd name="connsiteX336" fmla="*/ 807269 w 12192001"/>
              <a:gd name="connsiteY336" fmla="*/ 461645 h 3465512"/>
              <a:gd name="connsiteX337" fmla="*/ 737887 w 12192001"/>
              <a:gd name="connsiteY337" fmla="*/ 479719 h 3465512"/>
              <a:gd name="connsiteX338" fmla="*/ 704948 w 12192001"/>
              <a:gd name="connsiteY338" fmla="*/ 474733 h 3465512"/>
              <a:gd name="connsiteX339" fmla="*/ 717563 w 12192001"/>
              <a:gd name="connsiteY339" fmla="*/ 463515 h 3465512"/>
              <a:gd name="connsiteX340" fmla="*/ 729475 w 12192001"/>
              <a:gd name="connsiteY340" fmla="*/ 459152 h 3465512"/>
              <a:gd name="connsiteX341" fmla="*/ 803768 w 12192001"/>
              <a:gd name="connsiteY341" fmla="*/ 438586 h 3465512"/>
              <a:gd name="connsiteX342" fmla="*/ 1008414 w 12192001"/>
              <a:gd name="connsiteY342" fmla="*/ 386235 h 3465512"/>
              <a:gd name="connsiteX343" fmla="*/ 1025934 w 12192001"/>
              <a:gd name="connsiteY343" fmla="*/ 386235 h 3465512"/>
              <a:gd name="connsiteX344" fmla="*/ 1028737 w 12192001"/>
              <a:gd name="connsiteY344" fmla="*/ 393713 h 3465512"/>
              <a:gd name="connsiteX345" fmla="*/ 1015423 w 12192001"/>
              <a:gd name="connsiteY345" fmla="*/ 402439 h 3465512"/>
              <a:gd name="connsiteX346" fmla="*/ 983182 w 12192001"/>
              <a:gd name="connsiteY346" fmla="*/ 411787 h 3465512"/>
              <a:gd name="connsiteX347" fmla="*/ 950244 w 12192001"/>
              <a:gd name="connsiteY347" fmla="*/ 410540 h 3465512"/>
              <a:gd name="connsiteX348" fmla="*/ 974773 w 12192001"/>
              <a:gd name="connsiteY348" fmla="*/ 391220 h 3465512"/>
              <a:gd name="connsiteX349" fmla="*/ 1438731 w 12192001"/>
              <a:gd name="connsiteY349" fmla="*/ 346972 h 3465512"/>
              <a:gd name="connsiteX350" fmla="*/ 1440134 w 12192001"/>
              <a:gd name="connsiteY350" fmla="*/ 350711 h 3465512"/>
              <a:gd name="connsiteX351" fmla="*/ 1471231 w 12192001"/>
              <a:gd name="connsiteY351" fmla="*/ 348296 h 3465512"/>
              <a:gd name="connsiteX352" fmla="*/ 1474475 w 12192001"/>
              <a:gd name="connsiteY352" fmla="*/ 359436 h 3465512"/>
              <a:gd name="connsiteX353" fmla="*/ 1460457 w 12192001"/>
              <a:gd name="connsiteY353" fmla="*/ 366915 h 3465512"/>
              <a:gd name="connsiteX354" fmla="*/ 1446088 w 12192001"/>
              <a:gd name="connsiteY354" fmla="*/ 362787 h 3465512"/>
              <a:gd name="connsiteX355" fmla="*/ 1440131 w 12192001"/>
              <a:gd name="connsiteY355" fmla="*/ 350711 h 3465512"/>
              <a:gd name="connsiteX356" fmla="*/ 1435928 w 12192001"/>
              <a:gd name="connsiteY356" fmla="*/ 351335 h 3465512"/>
              <a:gd name="connsiteX357" fmla="*/ 1431722 w 12192001"/>
              <a:gd name="connsiteY357" fmla="*/ 347595 h 3465512"/>
              <a:gd name="connsiteX358" fmla="*/ 1409293 w 12192001"/>
              <a:gd name="connsiteY358" fmla="*/ 332637 h 3465512"/>
              <a:gd name="connsiteX359" fmla="*/ 1431722 w 12192001"/>
              <a:gd name="connsiteY359" fmla="*/ 346972 h 3465512"/>
              <a:gd name="connsiteX360" fmla="*/ 1321690 w 12192001"/>
              <a:gd name="connsiteY360" fmla="*/ 364421 h 3465512"/>
              <a:gd name="connsiteX361" fmla="*/ 1205350 w 12192001"/>
              <a:gd name="connsiteY361" fmla="*/ 385612 h 3465512"/>
              <a:gd name="connsiteX362" fmla="*/ 1307671 w 12192001"/>
              <a:gd name="connsiteY362" fmla="*/ 348841 h 3465512"/>
              <a:gd name="connsiteX363" fmla="*/ 1358835 w 12192001"/>
              <a:gd name="connsiteY363" fmla="*/ 339493 h 3465512"/>
              <a:gd name="connsiteX364" fmla="*/ 1409293 w 12192001"/>
              <a:gd name="connsiteY364" fmla="*/ 332637 h 3465512"/>
              <a:gd name="connsiteX365" fmla="*/ 1775829 w 12192001"/>
              <a:gd name="connsiteY365" fmla="*/ 265951 h 3465512"/>
              <a:gd name="connsiteX366" fmla="*/ 1789144 w 12192001"/>
              <a:gd name="connsiteY366" fmla="*/ 268444 h 3465512"/>
              <a:gd name="connsiteX367" fmla="*/ 1763915 w 12192001"/>
              <a:gd name="connsiteY367" fmla="*/ 287142 h 3465512"/>
              <a:gd name="connsiteX368" fmla="*/ 1674907 w 12192001"/>
              <a:gd name="connsiteY368" fmla="*/ 301475 h 3465512"/>
              <a:gd name="connsiteX369" fmla="*/ 1658787 w 12192001"/>
              <a:gd name="connsiteY369" fmla="*/ 295866 h 3465512"/>
              <a:gd name="connsiteX370" fmla="*/ 1665795 w 12192001"/>
              <a:gd name="connsiteY370" fmla="*/ 287142 h 3465512"/>
              <a:gd name="connsiteX371" fmla="*/ 1775829 w 12192001"/>
              <a:gd name="connsiteY371" fmla="*/ 265951 h 3465512"/>
              <a:gd name="connsiteX372" fmla="*/ 1472796 w 12192001"/>
              <a:gd name="connsiteY372" fmla="*/ 245160 h 3465512"/>
              <a:gd name="connsiteX373" fmla="*/ 1506009 w 12192001"/>
              <a:gd name="connsiteY373" fmla="*/ 245384 h 3465512"/>
              <a:gd name="connsiteX374" fmla="*/ 1514417 w 12192001"/>
              <a:gd name="connsiteY374" fmla="*/ 254111 h 3465512"/>
              <a:gd name="connsiteX375" fmla="*/ 1499004 w 12192001"/>
              <a:gd name="connsiteY375" fmla="*/ 264082 h 3465512"/>
              <a:gd name="connsiteX376" fmla="*/ 1452746 w 12192001"/>
              <a:gd name="connsiteY376" fmla="*/ 278415 h 3465512"/>
              <a:gd name="connsiteX377" fmla="*/ 1358134 w 12192001"/>
              <a:gd name="connsiteY377" fmla="*/ 296490 h 3465512"/>
              <a:gd name="connsiteX378" fmla="*/ 1306973 w 12192001"/>
              <a:gd name="connsiteY378" fmla="*/ 300852 h 3465512"/>
              <a:gd name="connsiteX379" fmla="*/ 1255110 w 12192001"/>
              <a:gd name="connsiteY379" fmla="*/ 304591 h 3465512"/>
              <a:gd name="connsiteX380" fmla="*/ 1093917 w 12192001"/>
              <a:gd name="connsiteY380" fmla="*/ 320795 h 3465512"/>
              <a:gd name="connsiteX381" fmla="*/ 1053967 w 12192001"/>
              <a:gd name="connsiteY381" fmla="*/ 327028 h 3465512"/>
              <a:gd name="connsiteX382" fmla="*/ 1014721 w 12192001"/>
              <a:gd name="connsiteY382" fmla="*/ 334506 h 3465512"/>
              <a:gd name="connsiteX383" fmla="*/ 936929 w 12192001"/>
              <a:gd name="connsiteY383" fmla="*/ 352580 h 3465512"/>
              <a:gd name="connsiteX384" fmla="*/ 910997 w 12192001"/>
              <a:gd name="connsiteY384" fmla="*/ 337622 h 3465512"/>
              <a:gd name="connsiteX385" fmla="*/ 924313 w 12192001"/>
              <a:gd name="connsiteY385" fmla="*/ 308954 h 3465512"/>
              <a:gd name="connsiteX386" fmla="*/ 999302 w 12192001"/>
              <a:gd name="connsiteY386" fmla="*/ 279663 h 3465512"/>
              <a:gd name="connsiteX387" fmla="*/ 1077096 w 12192001"/>
              <a:gd name="connsiteY387" fmla="*/ 260343 h 3465512"/>
              <a:gd name="connsiteX388" fmla="*/ 1239691 w 12192001"/>
              <a:gd name="connsiteY388" fmla="*/ 249124 h 3465512"/>
              <a:gd name="connsiteX389" fmla="*/ 1306270 w 12192001"/>
              <a:gd name="connsiteY389" fmla="*/ 252864 h 3465512"/>
              <a:gd name="connsiteX390" fmla="*/ 1373552 w 12192001"/>
              <a:gd name="connsiteY390" fmla="*/ 259096 h 3465512"/>
              <a:gd name="connsiteX391" fmla="*/ 1472796 w 12192001"/>
              <a:gd name="connsiteY391" fmla="*/ 245160 h 3465512"/>
              <a:gd name="connsiteX392" fmla="*/ 2167600 w 12192001"/>
              <a:gd name="connsiteY392" fmla="*/ 236660 h 3465512"/>
              <a:gd name="connsiteX393" fmla="*/ 2169702 w 12192001"/>
              <a:gd name="connsiteY393" fmla="*/ 245384 h 3465512"/>
              <a:gd name="connsiteX394" fmla="*/ 2162511 w 12192001"/>
              <a:gd name="connsiteY394" fmla="*/ 244222 h 3465512"/>
              <a:gd name="connsiteX395" fmla="*/ 2162695 w 12192001"/>
              <a:gd name="connsiteY395" fmla="*/ 244139 h 3465512"/>
              <a:gd name="connsiteX396" fmla="*/ 2162134 w 12192001"/>
              <a:gd name="connsiteY396" fmla="*/ 244058 h 3465512"/>
              <a:gd name="connsiteX397" fmla="*/ 2166200 w 12192001"/>
              <a:gd name="connsiteY397" fmla="*/ 241645 h 3465512"/>
              <a:gd name="connsiteX398" fmla="*/ 2016919 w 12192001"/>
              <a:gd name="connsiteY398" fmla="*/ 224819 h 3465512"/>
              <a:gd name="connsiteX399" fmla="*/ 2089806 w 12192001"/>
              <a:gd name="connsiteY399" fmla="*/ 233544 h 3465512"/>
              <a:gd name="connsiteX400" fmla="*/ 2162134 w 12192001"/>
              <a:gd name="connsiteY400" fmla="*/ 244058 h 3465512"/>
              <a:gd name="connsiteX401" fmla="*/ 2161995 w 12192001"/>
              <a:gd name="connsiteY401" fmla="*/ 244139 h 3465512"/>
              <a:gd name="connsiteX402" fmla="*/ 2162511 w 12192001"/>
              <a:gd name="connsiteY402" fmla="*/ 244222 h 3465512"/>
              <a:gd name="connsiteX403" fmla="*/ 2130631 w 12192001"/>
              <a:gd name="connsiteY403" fmla="*/ 258551 h 3465512"/>
              <a:gd name="connsiteX404" fmla="*/ 2095412 w 12192001"/>
              <a:gd name="connsiteY404" fmla="*/ 264082 h 3465512"/>
              <a:gd name="connsiteX405" fmla="*/ 1941928 w 12192001"/>
              <a:gd name="connsiteY405" fmla="*/ 272807 h 3465512"/>
              <a:gd name="connsiteX406" fmla="*/ 1928613 w 12192001"/>
              <a:gd name="connsiteY406" fmla="*/ 262835 h 3465512"/>
              <a:gd name="connsiteX407" fmla="*/ 1941928 w 12192001"/>
              <a:gd name="connsiteY407" fmla="*/ 236660 h 3465512"/>
              <a:gd name="connsiteX408" fmla="*/ 2016919 w 12192001"/>
              <a:gd name="connsiteY408" fmla="*/ 224819 h 3465512"/>
              <a:gd name="connsiteX409" fmla="*/ 2837603 w 12192001"/>
              <a:gd name="connsiteY409" fmla="*/ 108898 h 3465512"/>
              <a:gd name="connsiteX410" fmla="*/ 2823587 w 12192001"/>
              <a:gd name="connsiteY410" fmla="*/ 116377 h 3465512"/>
              <a:gd name="connsiteX411" fmla="*/ 2839705 w 12192001"/>
              <a:gd name="connsiteY411" fmla="*/ 121986 h 3465512"/>
              <a:gd name="connsiteX412" fmla="*/ 2853723 w 12192001"/>
              <a:gd name="connsiteY412" fmla="*/ 114508 h 3465512"/>
              <a:gd name="connsiteX413" fmla="*/ 2837603 w 12192001"/>
              <a:gd name="connsiteY413" fmla="*/ 108898 h 3465512"/>
              <a:gd name="connsiteX414" fmla="*/ 3688249 w 12192001"/>
              <a:gd name="connsiteY414" fmla="*/ 301 h 3465512"/>
              <a:gd name="connsiteX415" fmla="*/ 3994691 w 12192001"/>
              <a:gd name="connsiteY415" fmla="*/ 33488 h 3465512"/>
              <a:gd name="connsiteX416" fmla="*/ 4071783 w 12192001"/>
              <a:gd name="connsiteY416" fmla="*/ 48446 h 3465512"/>
              <a:gd name="connsiteX417" fmla="*/ 4205643 w 12192001"/>
              <a:gd name="connsiteY417" fmla="*/ 73374 h 3465512"/>
              <a:gd name="connsiteX418" fmla="*/ 4272926 w 12192001"/>
              <a:gd name="connsiteY418" fmla="*/ 82723 h 3465512"/>
              <a:gd name="connsiteX419" fmla="*/ 4340208 w 12192001"/>
              <a:gd name="connsiteY419" fmla="*/ 90202 h 3465512"/>
              <a:gd name="connsiteX420" fmla="*/ 4511912 w 12192001"/>
              <a:gd name="connsiteY420" fmla="*/ 109522 h 3465512"/>
              <a:gd name="connsiteX421" fmla="*/ 4597415 w 12192001"/>
              <a:gd name="connsiteY421" fmla="*/ 118246 h 3465512"/>
              <a:gd name="connsiteX422" fmla="*/ 4682216 w 12192001"/>
              <a:gd name="connsiteY422" fmla="*/ 125726 h 3465512"/>
              <a:gd name="connsiteX423" fmla="*/ 5199438 w 12192001"/>
              <a:gd name="connsiteY423" fmla="*/ 188672 h 3465512"/>
              <a:gd name="connsiteX424" fmla="*/ 5307367 w 12192001"/>
              <a:gd name="connsiteY424" fmla="*/ 206746 h 3465512"/>
              <a:gd name="connsiteX425" fmla="*/ 5412492 w 12192001"/>
              <a:gd name="connsiteY425" fmla="*/ 231675 h 3465512"/>
              <a:gd name="connsiteX426" fmla="*/ 5449637 w 12192001"/>
              <a:gd name="connsiteY426" fmla="*/ 241646 h 3465512"/>
              <a:gd name="connsiteX427" fmla="*/ 5486082 w 12192001"/>
              <a:gd name="connsiteY427" fmla="*/ 252241 h 3465512"/>
              <a:gd name="connsiteX428" fmla="*/ 5558268 w 12192001"/>
              <a:gd name="connsiteY428" fmla="*/ 272808 h 3465512"/>
              <a:gd name="connsiteX429" fmla="*/ 5701939 w 12192001"/>
              <a:gd name="connsiteY429" fmla="*/ 314564 h 3465512"/>
              <a:gd name="connsiteX430" fmla="*/ 5787441 w 12192001"/>
              <a:gd name="connsiteY430" fmla="*/ 330768 h 3465512"/>
              <a:gd name="connsiteX431" fmla="*/ 5995591 w 12192001"/>
              <a:gd name="connsiteY431" fmla="*/ 351335 h 3465512"/>
              <a:gd name="connsiteX432" fmla="*/ 6096512 w 12192001"/>
              <a:gd name="connsiteY432" fmla="*/ 371278 h 3465512"/>
              <a:gd name="connsiteX433" fmla="*/ 6197435 w 12192001"/>
              <a:gd name="connsiteY433" fmla="*/ 386859 h 3465512"/>
              <a:gd name="connsiteX434" fmla="*/ 6236680 w 12192001"/>
              <a:gd name="connsiteY434" fmla="*/ 414281 h 3465512"/>
              <a:gd name="connsiteX435" fmla="*/ 6296954 w 12192001"/>
              <a:gd name="connsiteY435" fmla="*/ 466632 h 3465512"/>
              <a:gd name="connsiteX436" fmla="*/ 6338303 w 12192001"/>
              <a:gd name="connsiteY436" fmla="*/ 492184 h 3465512"/>
              <a:gd name="connsiteX437" fmla="*/ 6343910 w 12192001"/>
              <a:gd name="connsiteY437" fmla="*/ 507142 h 3465512"/>
              <a:gd name="connsiteX438" fmla="*/ 6323586 w 12192001"/>
              <a:gd name="connsiteY438" fmla="*/ 527708 h 3465512"/>
              <a:gd name="connsiteX439" fmla="*/ 6240184 w 12192001"/>
              <a:gd name="connsiteY439" fmla="*/ 525215 h 3465512"/>
              <a:gd name="connsiteX440" fmla="*/ 6180614 w 12192001"/>
              <a:gd name="connsiteY440" fmla="*/ 497171 h 3465512"/>
              <a:gd name="connsiteX441" fmla="*/ 6117538 w 12192001"/>
              <a:gd name="connsiteY441" fmla="*/ 483459 h 3465512"/>
              <a:gd name="connsiteX442" fmla="*/ 6050958 w 12192001"/>
              <a:gd name="connsiteY442" fmla="*/ 474733 h 3465512"/>
              <a:gd name="connsiteX443" fmla="*/ 5930413 w 12192001"/>
              <a:gd name="connsiteY443" fmla="*/ 437340 h 3465512"/>
              <a:gd name="connsiteX444" fmla="*/ 5802861 w 12192001"/>
              <a:gd name="connsiteY444" fmla="*/ 418643 h 3465512"/>
              <a:gd name="connsiteX445" fmla="*/ 5751697 w 12192001"/>
              <a:gd name="connsiteY445" fmla="*/ 408672 h 3465512"/>
              <a:gd name="connsiteX446" fmla="*/ 5685118 w 12192001"/>
              <a:gd name="connsiteY446" fmla="*/ 390598 h 3465512"/>
              <a:gd name="connsiteX447" fmla="*/ 5617138 w 12192001"/>
              <a:gd name="connsiteY447" fmla="*/ 375018 h 3465512"/>
              <a:gd name="connsiteX448" fmla="*/ 5548455 w 12192001"/>
              <a:gd name="connsiteY448" fmla="*/ 360683 h 3465512"/>
              <a:gd name="connsiteX449" fmla="*/ 5479071 w 12192001"/>
              <a:gd name="connsiteY449" fmla="*/ 347595 h 3465512"/>
              <a:gd name="connsiteX450" fmla="*/ 5376049 w 12192001"/>
              <a:gd name="connsiteY450" fmla="*/ 320796 h 3465512"/>
              <a:gd name="connsiteX451" fmla="*/ 5289143 w 12192001"/>
              <a:gd name="connsiteY451" fmla="*/ 300853 h 3465512"/>
              <a:gd name="connsiteX452" fmla="*/ 5200838 w 12192001"/>
              <a:gd name="connsiteY452" fmla="*/ 282780 h 3465512"/>
              <a:gd name="connsiteX453" fmla="*/ 5151779 w 12192001"/>
              <a:gd name="connsiteY453" fmla="*/ 273430 h 3465512"/>
              <a:gd name="connsiteX454" fmla="*/ 5102020 w 12192001"/>
              <a:gd name="connsiteY454" fmla="*/ 265329 h 3465512"/>
              <a:gd name="connsiteX455" fmla="*/ 5000398 w 12192001"/>
              <a:gd name="connsiteY455" fmla="*/ 247255 h 3465512"/>
              <a:gd name="connsiteX456" fmla="*/ 4891767 w 12192001"/>
              <a:gd name="connsiteY456" fmla="*/ 229805 h 3465512"/>
              <a:gd name="connsiteX457" fmla="*/ 4804162 w 12192001"/>
              <a:gd name="connsiteY457" fmla="*/ 221079 h 3465512"/>
              <a:gd name="connsiteX458" fmla="*/ 4716558 w 12192001"/>
              <a:gd name="connsiteY458" fmla="*/ 212978 h 3465512"/>
              <a:gd name="connsiteX459" fmla="*/ 4628251 w 12192001"/>
              <a:gd name="connsiteY459" fmla="*/ 205499 h 3465512"/>
              <a:gd name="connsiteX460" fmla="*/ 4539945 w 12192001"/>
              <a:gd name="connsiteY460" fmla="*/ 196774 h 3465512"/>
              <a:gd name="connsiteX461" fmla="*/ 3968059 w 12192001"/>
              <a:gd name="connsiteY461" fmla="*/ 163120 h 3465512"/>
              <a:gd name="connsiteX462" fmla="*/ 3866436 w 12192001"/>
              <a:gd name="connsiteY462" fmla="*/ 163120 h 3465512"/>
              <a:gd name="connsiteX463" fmla="*/ 3841208 w 12192001"/>
              <a:gd name="connsiteY463" fmla="*/ 163120 h 3465512"/>
              <a:gd name="connsiteX464" fmla="*/ 3815976 w 12192001"/>
              <a:gd name="connsiteY464" fmla="*/ 163743 h 3465512"/>
              <a:gd name="connsiteX465" fmla="*/ 3764815 w 12192001"/>
              <a:gd name="connsiteY465" fmla="*/ 165612 h 3465512"/>
              <a:gd name="connsiteX466" fmla="*/ 3562273 w 12192001"/>
              <a:gd name="connsiteY466" fmla="*/ 186179 h 3465512"/>
              <a:gd name="connsiteX467" fmla="*/ 3542650 w 12192001"/>
              <a:gd name="connsiteY467" fmla="*/ 211108 h 3465512"/>
              <a:gd name="connsiteX468" fmla="*/ 3564375 w 12192001"/>
              <a:gd name="connsiteY468" fmla="*/ 234167 h 3465512"/>
              <a:gd name="connsiteX469" fmla="*/ 3582596 w 12192001"/>
              <a:gd name="connsiteY469" fmla="*/ 239154 h 3465512"/>
              <a:gd name="connsiteX470" fmla="*/ 3682816 w 12192001"/>
              <a:gd name="connsiteY470" fmla="*/ 252865 h 3465512"/>
              <a:gd name="connsiteX471" fmla="*/ 3782335 w 12192001"/>
              <a:gd name="connsiteY471" fmla="*/ 268445 h 3465512"/>
              <a:gd name="connsiteX472" fmla="*/ 3832097 w 12192001"/>
              <a:gd name="connsiteY472" fmla="*/ 275924 h 3465512"/>
              <a:gd name="connsiteX473" fmla="*/ 3881155 w 12192001"/>
              <a:gd name="connsiteY473" fmla="*/ 284026 h 3465512"/>
              <a:gd name="connsiteX474" fmla="*/ 3979272 w 12192001"/>
              <a:gd name="connsiteY474" fmla="*/ 300853 h 3465512"/>
              <a:gd name="connsiteX475" fmla="*/ 4090706 w 12192001"/>
              <a:gd name="connsiteY475" fmla="*/ 318304 h 3465512"/>
              <a:gd name="connsiteX476" fmla="*/ 4200741 w 12192001"/>
              <a:gd name="connsiteY476" fmla="*/ 339493 h 3465512"/>
              <a:gd name="connsiteX477" fmla="*/ 4254705 w 12192001"/>
              <a:gd name="connsiteY477" fmla="*/ 351335 h 3465512"/>
              <a:gd name="connsiteX478" fmla="*/ 4307966 w 12192001"/>
              <a:gd name="connsiteY478" fmla="*/ 364423 h 3465512"/>
              <a:gd name="connsiteX479" fmla="*/ 4407486 w 12192001"/>
              <a:gd name="connsiteY479" fmla="*/ 407425 h 3465512"/>
              <a:gd name="connsiteX480" fmla="*/ 4424307 w 12192001"/>
              <a:gd name="connsiteY480" fmla="*/ 413034 h 3465512"/>
              <a:gd name="connsiteX481" fmla="*/ 4530835 w 12192001"/>
              <a:gd name="connsiteY481" fmla="*/ 436717 h 3465512"/>
              <a:gd name="connsiteX482" fmla="*/ 4635959 w 12192001"/>
              <a:gd name="connsiteY482" fmla="*/ 461645 h 3465512"/>
              <a:gd name="connsiteX483" fmla="*/ 4741787 w 12192001"/>
              <a:gd name="connsiteY483" fmla="*/ 483459 h 3465512"/>
              <a:gd name="connsiteX484" fmla="*/ 4849017 w 12192001"/>
              <a:gd name="connsiteY484" fmla="*/ 497171 h 3465512"/>
              <a:gd name="connsiteX485" fmla="*/ 4970962 w 12192001"/>
              <a:gd name="connsiteY485" fmla="*/ 520853 h 3465512"/>
              <a:gd name="connsiteX486" fmla="*/ 5074687 w 12192001"/>
              <a:gd name="connsiteY486" fmla="*/ 540173 h 3465512"/>
              <a:gd name="connsiteX487" fmla="*/ 5181215 w 12192001"/>
              <a:gd name="connsiteY487" fmla="*/ 538303 h 3465512"/>
              <a:gd name="connsiteX488" fmla="*/ 5357827 w 12192001"/>
              <a:gd name="connsiteY488" fmla="*/ 536434 h 3465512"/>
              <a:gd name="connsiteX489" fmla="*/ 5479773 w 12192001"/>
              <a:gd name="connsiteY489" fmla="*/ 548275 h 3465512"/>
              <a:gd name="connsiteX490" fmla="*/ 5600317 w 12192001"/>
              <a:gd name="connsiteY490" fmla="*/ 563233 h 3465512"/>
              <a:gd name="connsiteX491" fmla="*/ 5616437 w 12192001"/>
              <a:gd name="connsiteY491" fmla="*/ 568842 h 3465512"/>
              <a:gd name="connsiteX492" fmla="*/ 5666195 w 12192001"/>
              <a:gd name="connsiteY492" fmla="*/ 627425 h 3465512"/>
              <a:gd name="connsiteX493" fmla="*/ 5680214 w 12192001"/>
              <a:gd name="connsiteY493" fmla="*/ 654847 h 3465512"/>
              <a:gd name="connsiteX494" fmla="*/ 5739083 w 12192001"/>
              <a:gd name="connsiteY494" fmla="*/ 684762 h 3465512"/>
              <a:gd name="connsiteX495" fmla="*/ 5850517 w 12192001"/>
              <a:gd name="connsiteY495" fmla="*/ 722156 h 3465512"/>
              <a:gd name="connsiteX496" fmla="*/ 5959850 w 12192001"/>
              <a:gd name="connsiteY496" fmla="*/ 762042 h 3465512"/>
              <a:gd name="connsiteX497" fmla="*/ 6237382 w 12192001"/>
              <a:gd name="connsiteY497" fmla="*/ 863630 h 3465512"/>
              <a:gd name="connsiteX498" fmla="*/ 6456745 w 12192001"/>
              <a:gd name="connsiteY498" fmla="*/ 922836 h 3465512"/>
              <a:gd name="connsiteX499" fmla="*/ 6704843 w 12192001"/>
              <a:gd name="connsiteY499" fmla="*/ 985159 h 3465512"/>
              <a:gd name="connsiteX500" fmla="*/ 6809967 w 12192001"/>
              <a:gd name="connsiteY500" fmla="*/ 1018190 h 3465512"/>
              <a:gd name="connsiteX501" fmla="*/ 6914393 w 12192001"/>
              <a:gd name="connsiteY501" fmla="*/ 1051845 h 3465512"/>
              <a:gd name="connsiteX502" fmla="*/ 6959948 w 12192001"/>
              <a:gd name="connsiteY502" fmla="*/ 1062439 h 3465512"/>
              <a:gd name="connsiteX503" fmla="*/ 7008307 w 12192001"/>
              <a:gd name="connsiteY503" fmla="*/ 1028162 h 3465512"/>
              <a:gd name="connsiteX504" fmla="*/ 7053862 w 12192001"/>
              <a:gd name="connsiteY504" fmla="*/ 1006972 h 3465512"/>
              <a:gd name="connsiteX505" fmla="*/ 7099417 w 12192001"/>
              <a:gd name="connsiteY505" fmla="*/ 1044989 h 3465512"/>
              <a:gd name="connsiteX506" fmla="*/ 7219960 w 12192001"/>
              <a:gd name="connsiteY506" fmla="*/ 1130995 h 3465512"/>
              <a:gd name="connsiteX507" fmla="*/ 7352419 w 12192001"/>
              <a:gd name="connsiteY507" fmla="*/ 1171503 h 3465512"/>
              <a:gd name="connsiteX508" fmla="*/ 7418999 w 12192001"/>
              <a:gd name="connsiteY508" fmla="*/ 1190823 h 3465512"/>
              <a:gd name="connsiteX509" fmla="*/ 7486279 w 12192001"/>
              <a:gd name="connsiteY509" fmla="*/ 1207651 h 3465512"/>
              <a:gd name="connsiteX510" fmla="*/ 7738582 w 12192001"/>
              <a:gd name="connsiteY510" fmla="*/ 1275584 h 3465512"/>
              <a:gd name="connsiteX511" fmla="*/ 7805161 w 12192001"/>
              <a:gd name="connsiteY511" fmla="*/ 1294904 h 3465512"/>
              <a:gd name="connsiteX512" fmla="*/ 7872442 w 12192001"/>
              <a:gd name="connsiteY512" fmla="*/ 1311730 h 3465512"/>
              <a:gd name="connsiteX513" fmla="*/ 7925005 w 12192001"/>
              <a:gd name="connsiteY513" fmla="*/ 1284309 h 3465512"/>
              <a:gd name="connsiteX514" fmla="*/ 7979670 w 12192001"/>
              <a:gd name="connsiteY514" fmla="*/ 1255640 h 3465512"/>
              <a:gd name="connsiteX515" fmla="*/ 8040644 w 12192001"/>
              <a:gd name="connsiteY515" fmla="*/ 1264364 h 3465512"/>
              <a:gd name="connsiteX516" fmla="*/ 8297152 w 12192001"/>
              <a:gd name="connsiteY516" fmla="*/ 1315471 h 3465512"/>
              <a:gd name="connsiteX517" fmla="*/ 8384057 w 12192001"/>
              <a:gd name="connsiteY517" fmla="*/ 1344139 h 3465512"/>
              <a:gd name="connsiteX518" fmla="*/ 8389663 w 12192001"/>
              <a:gd name="connsiteY518" fmla="*/ 1352864 h 3465512"/>
              <a:gd name="connsiteX519" fmla="*/ 8375646 w 12192001"/>
              <a:gd name="connsiteY519" fmla="*/ 1361589 h 3465512"/>
              <a:gd name="connsiteX520" fmla="*/ 8300656 w 12192001"/>
              <a:gd name="connsiteY520" fmla="*/ 1369690 h 3465512"/>
              <a:gd name="connsiteX521" fmla="*/ 8258605 w 12192001"/>
              <a:gd name="connsiteY521" fmla="*/ 1352864 h 3465512"/>
              <a:gd name="connsiteX522" fmla="*/ 8227768 w 12192001"/>
              <a:gd name="connsiteY522" fmla="*/ 1357850 h 3465512"/>
              <a:gd name="connsiteX523" fmla="*/ 8218657 w 12192001"/>
              <a:gd name="connsiteY523" fmla="*/ 1368445 h 3465512"/>
              <a:gd name="connsiteX524" fmla="*/ 8218657 w 12192001"/>
              <a:gd name="connsiteY524" fmla="*/ 1384649 h 3465512"/>
              <a:gd name="connsiteX525" fmla="*/ 8355321 w 12192001"/>
              <a:gd name="connsiteY525" fmla="*/ 1441985 h 3465512"/>
              <a:gd name="connsiteX526" fmla="*/ 8501797 w 12192001"/>
              <a:gd name="connsiteY526" fmla="*/ 1458190 h 3465512"/>
              <a:gd name="connsiteX527" fmla="*/ 8573283 w 12192001"/>
              <a:gd name="connsiteY527" fmla="*/ 1473771 h 3465512"/>
              <a:gd name="connsiteX528" fmla="*/ 8643367 w 12192001"/>
              <a:gd name="connsiteY528" fmla="*/ 1494337 h 3465512"/>
              <a:gd name="connsiteX529" fmla="*/ 8967855 w 12192001"/>
              <a:gd name="connsiteY529" fmla="*/ 1585951 h 3465512"/>
              <a:gd name="connsiteX530" fmla="*/ 9266413 w 12192001"/>
              <a:gd name="connsiteY530" fmla="*/ 1660738 h 3465512"/>
              <a:gd name="connsiteX531" fmla="*/ 9340704 w 12192001"/>
              <a:gd name="connsiteY531" fmla="*/ 1680059 h 3465512"/>
              <a:gd name="connsiteX532" fmla="*/ 9414992 w 12192001"/>
              <a:gd name="connsiteY532" fmla="*/ 1699379 h 3465512"/>
              <a:gd name="connsiteX533" fmla="*/ 9563570 w 12192001"/>
              <a:gd name="connsiteY533" fmla="*/ 1739888 h 3465512"/>
              <a:gd name="connsiteX534" fmla="*/ 9720559 w 12192001"/>
              <a:gd name="connsiteY534" fmla="*/ 1778529 h 3465512"/>
              <a:gd name="connsiteX535" fmla="*/ 9879649 w 12192001"/>
              <a:gd name="connsiteY535" fmla="*/ 1810313 h 3465512"/>
              <a:gd name="connsiteX536" fmla="*/ 9941323 w 12192001"/>
              <a:gd name="connsiteY536" fmla="*/ 1809066 h 3465512"/>
              <a:gd name="connsiteX537" fmla="*/ 9953237 w 12192001"/>
              <a:gd name="connsiteY537" fmla="*/ 1798471 h 3465512"/>
              <a:gd name="connsiteX538" fmla="*/ 9946931 w 12192001"/>
              <a:gd name="connsiteY538" fmla="*/ 1773543 h 3465512"/>
              <a:gd name="connsiteX539" fmla="*/ 9878249 w 12192001"/>
              <a:gd name="connsiteY539" fmla="*/ 1741136 h 3465512"/>
              <a:gd name="connsiteX540" fmla="*/ 9869137 w 12192001"/>
              <a:gd name="connsiteY540" fmla="*/ 1715583 h 3465512"/>
              <a:gd name="connsiteX541" fmla="*/ 9894367 w 12192001"/>
              <a:gd name="connsiteY541" fmla="*/ 1702495 h 3465512"/>
              <a:gd name="connsiteX542" fmla="*/ 10059065 w 12192001"/>
              <a:gd name="connsiteY542" fmla="*/ 1779775 h 3465512"/>
              <a:gd name="connsiteX543" fmla="*/ 10128447 w 12192001"/>
              <a:gd name="connsiteY543" fmla="*/ 1810313 h 3465512"/>
              <a:gd name="connsiteX544" fmla="*/ 10454338 w 12192001"/>
              <a:gd name="connsiteY544" fmla="*/ 1898188 h 3465512"/>
              <a:gd name="connsiteX545" fmla="*/ 10530731 w 12192001"/>
              <a:gd name="connsiteY545" fmla="*/ 1911276 h 3465512"/>
              <a:gd name="connsiteX546" fmla="*/ 10607824 w 12192001"/>
              <a:gd name="connsiteY546" fmla="*/ 1917509 h 3465512"/>
              <a:gd name="connsiteX547" fmla="*/ 10762008 w 12192001"/>
              <a:gd name="connsiteY547" fmla="*/ 1927480 h 3465512"/>
              <a:gd name="connsiteX548" fmla="*/ 10801956 w 12192001"/>
              <a:gd name="connsiteY548" fmla="*/ 1910031 h 3465512"/>
              <a:gd name="connsiteX549" fmla="*/ 10797051 w 12192001"/>
              <a:gd name="connsiteY549" fmla="*/ 1878869 h 3465512"/>
              <a:gd name="connsiteX550" fmla="*/ 10819478 w 12192001"/>
              <a:gd name="connsiteY550" fmla="*/ 1845837 h 3465512"/>
              <a:gd name="connsiteX551" fmla="*/ 10954739 w 12192001"/>
              <a:gd name="connsiteY551" fmla="*/ 1871389 h 3465512"/>
              <a:gd name="connsiteX552" fmla="*/ 11090000 w 12192001"/>
              <a:gd name="connsiteY552" fmla="*/ 1896943 h 3465512"/>
              <a:gd name="connsiteX553" fmla="*/ 11222460 w 12192001"/>
              <a:gd name="connsiteY553" fmla="*/ 1933091 h 3465512"/>
              <a:gd name="connsiteX554" fmla="*/ 11267313 w 12192001"/>
              <a:gd name="connsiteY554" fmla="*/ 1972353 h 3465512"/>
              <a:gd name="connsiteX555" fmla="*/ 11311467 w 12192001"/>
              <a:gd name="connsiteY555" fmla="*/ 2012240 h 3465512"/>
              <a:gd name="connsiteX556" fmla="*/ 11592505 w 12192001"/>
              <a:gd name="connsiteY556" fmla="*/ 2087028 h 3465512"/>
              <a:gd name="connsiteX557" fmla="*/ 11682210 w 12192001"/>
              <a:gd name="connsiteY557" fmla="*/ 2106347 h 3465512"/>
              <a:gd name="connsiteX558" fmla="*/ 11771920 w 12192001"/>
              <a:gd name="connsiteY558" fmla="*/ 2126291 h 3465512"/>
              <a:gd name="connsiteX559" fmla="*/ 11944327 w 12192001"/>
              <a:gd name="connsiteY559" fmla="*/ 2164308 h 3465512"/>
              <a:gd name="connsiteX560" fmla="*/ 12030531 w 12192001"/>
              <a:gd name="connsiteY560" fmla="*/ 2182382 h 3465512"/>
              <a:gd name="connsiteX561" fmla="*/ 12117434 w 12192001"/>
              <a:gd name="connsiteY561" fmla="*/ 2198585 h 3465512"/>
              <a:gd name="connsiteX562" fmla="*/ 12192001 w 12192001"/>
              <a:gd name="connsiteY562" fmla="*/ 2206361 h 3465512"/>
              <a:gd name="connsiteX563" fmla="*/ 12192001 w 12192001"/>
              <a:gd name="connsiteY563" fmla="*/ 3465512 h 3465512"/>
              <a:gd name="connsiteX564" fmla="*/ 7200241 w 12192001"/>
              <a:gd name="connsiteY564" fmla="*/ 3465512 h 3465512"/>
              <a:gd name="connsiteX565" fmla="*/ 7194029 w 12192001"/>
              <a:gd name="connsiteY565" fmla="*/ 3463740 h 3465512"/>
              <a:gd name="connsiteX566" fmla="*/ 6969761 w 12192001"/>
              <a:gd name="connsiteY566" fmla="*/ 3400793 h 3465512"/>
              <a:gd name="connsiteX567" fmla="*/ 6758808 w 12192001"/>
              <a:gd name="connsiteY567" fmla="*/ 3356543 h 3465512"/>
              <a:gd name="connsiteX568" fmla="*/ 6693629 w 12192001"/>
              <a:gd name="connsiteY568" fmla="*/ 3343456 h 3465512"/>
              <a:gd name="connsiteX569" fmla="*/ 6531035 w 12192001"/>
              <a:gd name="connsiteY569" fmla="*/ 3310425 h 3465512"/>
              <a:gd name="connsiteX570" fmla="*/ 6347414 w 12192001"/>
              <a:gd name="connsiteY570" fmla="*/ 3295468 h 3465512"/>
              <a:gd name="connsiteX571" fmla="*/ 6292047 w 12192001"/>
              <a:gd name="connsiteY571" fmla="*/ 3266176 h 3465512"/>
              <a:gd name="connsiteX572" fmla="*/ 6213553 w 12192001"/>
              <a:gd name="connsiteY572" fmla="*/ 3212579 h 3465512"/>
              <a:gd name="connsiteX573" fmla="*/ 6110530 w 12192001"/>
              <a:gd name="connsiteY573" fmla="*/ 3181417 h 3465512"/>
              <a:gd name="connsiteX574" fmla="*/ 6008207 w 12192001"/>
              <a:gd name="connsiteY574" fmla="*/ 3150255 h 3465512"/>
              <a:gd name="connsiteX575" fmla="*/ 5929012 w 12192001"/>
              <a:gd name="connsiteY575" fmla="*/ 3129688 h 3465512"/>
              <a:gd name="connsiteX576" fmla="*/ 5695632 w 12192001"/>
              <a:gd name="connsiteY576" fmla="*/ 3067367 h 3465512"/>
              <a:gd name="connsiteX577" fmla="*/ 5362032 w 12192001"/>
              <a:gd name="connsiteY577" fmla="*/ 2976375 h 3465512"/>
              <a:gd name="connsiteX578" fmla="*/ 5287042 w 12192001"/>
              <a:gd name="connsiteY578" fmla="*/ 2957054 h 3465512"/>
              <a:gd name="connsiteX579" fmla="*/ 5186121 w 12192001"/>
              <a:gd name="connsiteY579" fmla="*/ 2923400 h 3465512"/>
              <a:gd name="connsiteX580" fmla="*/ 5085901 w 12192001"/>
              <a:gd name="connsiteY580" fmla="*/ 2890370 h 3465512"/>
              <a:gd name="connsiteX581" fmla="*/ 5041748 w 12192001"/>
              <a:gd name="connsiteY581" fmla="*/ 2883514 h 3465512"/>
              <a:gd name="connsiteX582" fmla="*/ 5028432 w 12192001"/>
              <a:gd name="connsiteY582" fmla="*/ 2889122 h 3465512"/>
              <a:gd name="connsiteX583" fmla="*/ 5022825 w 12192001"/>
              <a:gd name="connsiteY583" fmla="*/ 2917790 h 3465512"/>
              <a:gd name="connsiteX584" fmla="*/ 5063474 w 12192001"/>
              <a:gd name="connsiteY584" fmla="*/ 2959548 h 3465512"/>
              <a:gd name="connsiteX585" fmla="*/ 5095011 w 12192001"/>
              <a:gd name="connsiteY585" fmla="*/ 3010028 h 3465512"/>
              <a:gd name="connsiteX586" fmla="*/ 5127950 w 12192001"/>
              <a:gd name="connsiteY586" fmla="*/ 2990709 h 3465512"/>
              <a:gd name="connsiteX587" fmla="*/ 5162292 w 12192001"/>
              <a:gd name="connsiteY587" fmla="*/ 2962664 h 3465512"/>
              <a:gd name="connsiteX588" fmla="*/ 5261812 w 12192001"/>
              <a:gd name="connsiteY588" fmla="*/ 2997564 h 3465512"/>
              <a:gd name="connsiteX589" fmla="*/ 5257607 w 12192001"/>
              <a:gd name="connsiteY589" fmla="*/ 3022495 h 3465512"/>
              <a:gd name="connsiteX590" fmla="*/ 5254102 w 12192001"/>
              <a:gd name="connsiteY590" fmla="*/ 3056772 h 3465512"/>
              <a:gd name="connsiteX591" fmla="*/ 5330494 w 12192001"/>
              <a:gd name="connsiteY591" fmla="*/ 3091050 h 3465512"/>
              <a:gd name="connsiteX592" fmla="*/ 5413192 w 12192001"/>
              <a:gd name="connsiteY592" fmla="*/ 3112861 h 3465512"/>
              <a:gd name="connsiteX593" fmla="*/ 5440527 w 12192001"/>
              <a:gd name="connsiteY593" fmla="*/ 3099773 h 3465512"/>
              <a:gd name="connsiteX594" fmla="*/ 5554062 w 12192001"/>
              <a:gd name="connsiteY594" fmla="*/ 3060510 h 3465512"/>
              <a:gd name="connsiteX595" fmla="*/ 5641667 w 12192001"/>
              <a:gd name="connsiteY595" fmla="*/ 3094165 h 3465512"/>
              <a:gd name="connsiteX596" fmla="*/ 5720161 w 12192001"/>
              <a:gd name="connsiteY596" fmla="*/ 3145893 h 3465512"/>
              <a:gd name="connsiteX597" fmla="*/ 5780434 w 12192001"/>
              <a:gd name="connsiteY597" fmla="*/ 3162097 h 3465512"/>
              <a:gd name="connsiteX598" fmla="*/ 5811972 w 12192001"/>
              <a:gd name="connsiteY598" fmla="*/ 3165213 h 3465512"/>
              <a:gd name="connsiteX599" fmla="*/ 5831595 w 12192001"/>
              <a:gd name="connsiteY599" fmla="*/ 3204476 h 3465512"/>
              <a:gd name="connsiteX600" fmla="*/ 5805663 w 12192001"/>
              <a:gd name="connsiteY600" fmla="*/ 3217564 h 3465512"/>
              <a:gd name="connsiteX601" fmla="*/ 5773426 w 12192001"/>
              <a:gd name="connsiteY601" fmla="*/ 3214447 h 3465512"/>
              <a:gd name="connsiteX602" fmla="*/ 5674606 w 12192001"/>
              <a:gd name="connsiteY602" fmla="*/ 3178923 h 3465512"/>
              <a:gd name="connsiteX603" fmla="*/ 5601018 w 12192001"/>
              <a:gd name="connsiteY603" fmla="*/ 3163966 h 3465512"/>
              <a:gd name="connsiteX604" fmla="*/ 5520422 w 12192001"/>
              <a:gd name="connsiteY604" fmla="*/ 3173938 h 3465512"/>
              <a:gd name="connsiteX605" fmla="*/ 5409688 w 12192001"/>
              <a:gd name="connsiteY605" fmla="*/ 3162721 h 3465512"/>
              <a:gd name="connsiteX606" fmla="*/ 5293349 w 12192001"/>
              <a:gd name="connsiteY606" fmla="*/ 3126572 h 3465512"/>
              <a:gd name="connsiteX607" fmla="*/ 5179814 w 12192001"/>
              <a:gd name="connsiteY607" fmla="*/ 3086686 h 3465512"/>
              <a:gd name="connsiteX608" fmla="*/ 5089405 w 12192001"/>
              <a:gd name="connsiteY608" fmla="*/ 3072975 h 3465512"/>
              <a:gd name="connsiteX609" fmla="*/ 5000398 w 12192001"/>
              <a:gd name="connsiteY609" fmla="*/ 3054901 h 3465512"/>
              <a:gd name="connsiteX610" fmla="*/ 4874246 w 12192001"/>
              <a:gd name="connsiteY610" fmla="*/ 3017508 h 3465512"/>
              <a:gd name="connsiteX611" fmla="*/ 4776829 w 12192001"/>
              <a:gd name="connsiteY611" fmla="*/ 2989463 h 3465512"/>
              <a:gd name="connsiteX612" fmla="*/ 4657686 w 12192001"/>
              <a:gd name="connsiteY612" fmla="*/ 2941473 h 3465512"/>
              <a:gd name="connsiteX613" fmla="*/ 4389967 w 12192001"/>
              <a:gd name="connsiteY613" fmla="*/ 2826177 h 3465512"/>
              <a:gd name="connsiteX614" fmla="*/ 4335300 w 12192001"/>
              <a:gd name="connsiteY614" fmla="*/ 2800625 h 3465512"/>
              <a:gd name="connsiteX615" fmla="*/ 4283437 w 12192001"/>
              <a:gd name="connsiteY615" fmla="*/ 2769462 h 3465512"/>
              <a:gd name="connsiteX616" fmla="*/ 4220362 w 12192001"/>
              <a:gd name="connsiteY616" fmla="*/ 2745158 h 3465512"/>
              <a:gd name="connsiteX617" fmla="*/ 4160790 w 12192001"/>
              <a:gd name="connsiteY617" fmla="*/ 2715243 h 3465512"/>
              <a:gd name="connsiteX618" fmla="*/ 4086500 w 12192001"/>
              <a:gd name="connsiteY618" fmla="*/ 2688443 h 3465512"/>
              <a:gd name="connsiteX619" fmla="*/ 4006607 w 12192001"/>
              <a:gd name="connsiteY619" fmla="*/ 2682833 h 3465512"/>
              <a:gd name="connsiteX620" fmla="*/ 3926007 w 12192001"/>
              <a:gd name="connsiteY620" fmla="*/ 2698414 h 3465512"/>
              <a:gd name="connsiteX621" fmla="*/ 3906387 w 12192001"/>
              <a:gd name="connsiteY621" fmla="*/ 2715243 h 3465512"/>
              <a:gd name="connsiteX622" fmla="*/ 3860129 w 12192001"/>
              <a:gd name="connsiteY622" fmla="*/ 2699038 h 3465512"/>
              <a:gd name="connsiteX623" fmla="*/ 3816676 w 12192001"/>
              <a:gd name="connsiteY623" fmla="*/ 2689067 h 3465512"/>
              <a:gd name="connsiteX624" fmla="*/ 3773925 w 12192001"/>
              <a:gd name="connsiteY624" fmla="*/ 2680340 h 3465512"/>
              <a:gd name="connsiteX625" fmla="*/ 3689125 w 12192001"/>
              <a:gd name="connsiteY625" fmla="*/ 2662892 h 3465512"/>
              <a:gd name="connsiteX626" fmla="*/ 3671604 w 12192001"/>
              <a:gd name="connsiteY626" fmla="*/ 2650426 h 3465512"/>
              <a:gd name="connsiteX627" fmla="*/ 3677913 w 12192001"/>
              <a:gd name="connsiteY627" fmla="*/ 2636715 h 3465512"/>
              <a:gd name="connsiteX628" fmla="*/ 3812472 w 12192001"/>
              <a:gd name="connsiteY628" fmla="*/ 2654165 h 3465512"/>
              <a:gd name="connsiteX629" fmla="*/ 3850319 w 12192001"/>
              <a:gd name="connsiteY629" fmla="*/ 2652297 h 3465512"/>
              <a:gd name="connsiteX630" fmla="*/ 3896572 w 12192001"/>
              <a:gd name="connsiteY630" fmla="*/ 2640453 h 3465512"/>
              <a:gd name="connsiteX631" fmla="*/ 3942128 w 12192001"/>
              <a:gd name="connsiteY631" fmla="*/ 2642947 h 3465512"/>
              <a:gd name="connsiteX632" fmla="*/ 3981374 w 12192001"/>
              <a:gd name="connsiteY632" fmla="*/ 2646063 h 3465512"/>
              <a:gd name="connsiteX633" fmla="*/ 4028333 w 12192001"/>
              <a:gd name="connsiteY633" fmla="*/ 2644194 h 3465512"/>
              <a:gd name="connsiteX634" fmla="*/ 4073886 w 12192001"/>
              <a:gd name="connsiteY634" fmla="*/ 2651672 h 3465512"/>
              <a:gd name="connsiteX635" fmla="*/ 4120141 w 12192001"/>
              <a:gd name="connsiteY635" fmla="*/ 2654789 h 3465512"/>
              <a:gd name="connsiteX636" fmla="*/ 4164996 w 12192001"/>
              <a:gd name="connsiteY636" fmla="*/ 2667877 h 3465512"/>
              <a:gd name="connsiteX637" fmla="*/ 4204943 w 12192001"/>
              <a:gd name="connsiteY637" fmla="*/ 2668500 h 3465512"/>
              <a:gd name="connsiteX638" fmla="*/ 4245595 w 12192001"/>
              <a:gd name="connsiteY638" fmla="*/ 2670370 h 3465512"/>
              <a:gd name="connsiteX639" fmla="*/ 4295354 w 12192001"/>
              <a:gd name="connsiteY639" fmla="*/ 2715866 h 3465512"/>
              <a:gd name="connsiteX640" fmla="*/ 4326892 w 12192001"/>
              <a:gd name="connsiteY640" fmla="*/ 2734563 h 3465512"/>
              <a:gd name="connsiteX641" fmla="*/ 4366838 w 12192001"/>
              <a:gd name="connsiteY641" fmla="*/ 2742664 h 3465512"/>
              <a:gd name="connsiteX642" fmla="*/ 4425009 w 12192001"/>
              <a:gd name="connsiteY642" fmla="*/ 2778188 h 3465512"/>
              <a:gd name="connsiteX643" fmla="*/ 4490888 w 12192001"/>
              <a:gd name="connsiteY643" fmla="*/ 2798754 h 3465512"/>
              <a:gd name="connsiteX644" fmla="*/ 4560269 w 12192001"/>
              <a:gd name="connsiteY644" fmla="*/ 2811220 h 3465512"/>
              <a:gd name="connsiteX645" fmla="*/ 4628251 w 12192001"/>
              <a:gd name="connsiteY645" fmla="*/ 2830539 h 3465512"/>
              <a:gd name="connsiteX646" fmla="*/ 4641568 w 12192001"/>
              <a:gd name="connsiteY646" fmla="*/ 2828669 h 3465512"/>
              <a:gd name="connsiteX647" fmla="*/ 4651379 w 12192001"/>
              <a:gd name="connsiteY647" fmla="*/ 2816828 h 3465512"/>
              <a:gd name="connsiteX648" fmla="*/ 4650678 w 12192001"/>
              <a:gd name="connsiteY648" fmla="*/ 2801247 h 3465512"/>
              <a:gd name="connsiteX649" fmla="*/ 4577090 w 12192001"/>
              <a:gd name="connsiteY649" fmla="*/ 2760115 h 3465512"/>
              <a:gd name="connsiteX650" fmla="*/ 4537844 w 12192001"/>
              <a:gd name="connsiteY650" fmla="*/ 2744534 h 3465512"/>
              <a:gd name="connsiteX651" fmla="*/ 4498596 w 12192001"/>
              <a:gd name="connsiteY651" fmla="*/ 2730199 h 3465512"/>
              <a:gd name="connsiteX652" fmla="*/ 4440426 w 12192001"/>
              <a:gd name="connsiteY652" fmla="*/ 2692805 h 3465512"/>
              <a:gd name="connsiteX653" fmla="*/ 4336002 w 12192001"/>
              <a:gd name="connsiteY653" fmla="*/ 2626121 h 3465512"/>
              <a:gd name="connsiteX654" fmla="*/ 4267321 w 12192001"/>
              <a:gd name="connsiteY654" fmla="*/ 2616772 h 3465512"/>
              <a:gd name="connsiteX655" fmla="*/ 4203542 w 12192001"/>
              <a:gd name="connsiteY655" fmla="*/ 2604931 h 3465512"/>
              <a:gd name="connsiteX656" fmla="*/ 4139064 w 12192001"/>
              <a:gd name="connsiteY656" fmla="*/ 2595582 h 3465512"/>
              <a:gd name="connsiteX657" fmla="*/ 4074589 w 12192001"/>
              <a:gd name="connsiteY657" fmla="*/ 2590595 h 3465512"/>
              <a:gd name="connsiteX658" fmla="*/ 4042348 w 12192001"/>
              <a:gd name="connsiteY658" fmla="*/ 2589973 h 3465512"/>
              <a:gd name="connsiteX659" fmla="*/ 4010110 w 12192001"/>
              <a:gd name="connsiteY659" fmla="*/ 2591220 h 3465512"/>
              <a:gd name="connsiteX660" fmla="*/ 3959649 w 12192001"/>
              <a:gd name="connsiteY660" fmla="*/ 2579378 h 3465512"/>
              <a:gd name="connsiteX661" fmla="*/ 3949837 w 12192001"/>
              <a:gd name="connsiteY661" fmla="*/ 2570653 h 3465512"/>
              <a:gd name="connsiteX662" fmla="*/ 3961752 w 12192001"/>
              <a:gd name="connsiteY662" fmla="*/ 2561303 h 3465512"/>
              <a:gd name="connsiteX663" fmla="*/ 4036042 w 12192001"/>
              <a:gd name="connsiteY663" fmla="*/ 2556318 h 3465512"/>
              <a:gd name="connsiteX664" fmla="*/ 4110330 w 12192001"/>
              <a:gd name="connsiteY664" fmla="*/ 2561928 h 3465512"/>
              <a:gd name="connsiteX665" fmla="*/ 4164996 w 12192001"/>
              <a:gd name="connsiteY665" fmla="*/ 2565667 h 3465512"/>
              <a:gd name="connsiteX666" fmla="*/ 4185317 w 12192001"/>
              <a:gd name="connsiteY666" fmla="*/ 2545100 h 3465512"/>
              <a:gd name="connsiteX667" fmla="*/ 4170602 w 12192001"/>
              <a:gd name="connsiteY667" fmla="*/ 2523288 h 3465512"/>
              <a:gd name="connsiteX668" fmla="*/ 4089305 w 12192001"/>
              <a:gd name="connsiteY668" fmla="*/ 2513315 h 3465512"/>
              <a:gd name="connsiteX669" fmla="*/ 3993989 w 12192001"/>
              <a:gd name="connsiteY669" fmla="*/ 2515186 h 3465512"/>
              <a:gd name="connsiteX670" fmla="*/ 3941428 w 12192001"/>
              <a:gd name="connsiteY670" fmla="*/ 2510823 h 3465512"/>
              <a:gd name="connsiteX671" fmla="*/ 3876249 w 12192001"/>
              <a:gd name="connsiteY671" fmla="*/ 2503968 h 3465512"/>
              <a:gd name="connsiteX672" fmla="*/ 3856625 w 12192001"/>
              <a:gd name="connsiteY672" fmla="*/ 2523288 h 3465512"/>
              <a:gd name="connsiteX673" fmla="*/ 3818782 w 12192001"/>
              <a:gd name="connsiteY673" fmla="*/ 2563174 h 3465512"/>
              <a:gd name="connsiteX674" fmla="*/ 3792850 w 12192001"/>
              <a:gd name="connsiteY674" fmla="*/ 2566913 h 3465512"/>
              <a:gd name="connsiteX675" fmla="*/ 3741688 w 12192001"/>
              <a:gd name="connsiteY675" fmla="*/ 2562551 h 3465512"/>
              <a:gd name="connsiteX676" fmla="*/ 3691228 w 12192001"/>
              <a:gd name="connsiteY676" fmla="*/ 2560059 h 3465512"/>
              <a:gd name="connsiteX677" fmla="*/ 3640768 w 12192001"/>
              <a:gd name="connsiteY677" fmla="*/ 2556318 h 3465512"/>
              <a:gd name="connsiteX678" fmla="*/ 3591708 w 12192001"/>
              <a:gd name="connsiteY678" fmla="*/ 2548840 h 3465512"/>
              <a:gd name="connsiteX679" fmla="*/ 3469761 w 12192001"/>
              <a:gd name="connsiteY679" fmla="*/ 2540739 h 3465512"/>
              <a:gd name="connsiteX680" fmla="*/ 3422806 w 12192001"/>
              <a:gd name="connsiteY680" fmla="*/ 2534504 h 3465512"/>
              <a:gd name="connsiteX681" fmla="*/ 3377250 w 12192001"/>
              <a:gd name="connsiteY681" fmla="*/ 2521417 h 3465512"/>
              <a:gd name="connsiteX682" fmla="*/ 3329593 w 12192001"/>
              <a:gd name="connsiteY682" fmla="*/ 2525157 h 3465512"/>
              <a:gd name="connsiteX683" fmla="*/ 3282637 w 12192001"/>
              <a:gd name="connsiteY683" fmla="*/ 2525781 h 3465512"/>
              <a:gd name="connsiteX684" fmla="*/ 3010712 w 12192001"/>
              <a:gd name="connsiteY684" fmla="*/ 2501474 h 3465512"/>
              <a:gd name="connsiteX685" fmla="*/ 2944130 w 12192001"/>
              <a:gd name="connsiteY685" fmla="*/ 2498982 h 3465512"/>
              <a:gd name="connsiteX686" fmla="*/ 2878252 w 12192001"/>
              <a:gd name="connsiteY686" fmla="*/ 2498982 h 3465512"/>
              <a:gd name="connsiteX687" fmla="*/ 2850920 w 12192001"/>
              <a:gd name="connsiteY687" fmla="*/ 2499605 h 3465512"/>
              <a:gd name="connsiteX688" fmla="*/ 2823587 w 12192001"/>
              <a:gd name="connsiteY688" fmla="*/ 2500851 h 3465512"/>
              <a:gd name="connsiteX689" fmla="*/ 2768920 w 12192001"/>
              <a:gd name="connsiteY689" fmla="*/ 2502720 h 3465512"/>
              <a:gd name="connsiteX690" fmla="*/ 2731776 w 12192001"/>
              <a:gd name="connsiteY690" fmla="*/ 2503344 h 3465512"/>
              <a:gd name="connsiteX691" fmla="*/ 2713554 w 12192001"/>
              <a:gd name="connsiteY691" fmla="*/ 2503344 h 3465512"/>
              <a:gd name="connsiteX692" fmla="*/ 2694630 w 12192001"/>
              <a:gd name="connsiteY692" fmla="*/ 2504592 h 3465512"/>
              <a:gd name="connsiteX693" fmla="*/ 2619640 w 12192001"/>
              <a:gd name="connsiteY693" fmla="*/ 2507084 h 3465512"/>
              <a:gd name="connsiteX694" fmla="*/ 2581796 w 12192001"/>
              <a:gd name="connsiteY694" fmla="*/ 2507707 h 3465512"/>
              <a:gd name="connsiteX695" fmla="*/ 2562875 w 12192001"/>
              <a:gd name="connsiteY695" fmla="*/ 2508952 h 3465512"/>
              <a:gd name="connsiteX696" fmla="*/ 2543953 w 12192001"/>
              <a:gd name="connsiteY696" fmla="*/ 2510200 h 3465512"/>
              <a:gd name="connsiteX697" fmla="*/ 2466859 w 12192001"/>
              <a:gd name="connsiteY697" fmla="*/ 2516431 h 3465512"/>
              <a:gd name="connsiteX698" fmla="*/ 2438124 w 12192001"/>
              <a:gd name="connsiteY698" fmla="*/ 2516431 h 3465512"/>
              <a:gd name="connsiteX699" fmla="*/ 2408688 w 12192001"/>
              <a:gd name="connsiteY699" fmla="*/ 2514562 h 3465512"/>
              <a:gd name="connsiteX700" fmla="*/ 2277632 w 12192001"/>
              <a:gd name="connsiteY700" fmla="*/ 2508329 h 3465512"/>
              <a:gd name="connsiteX701" fmla="*/ 2145873 w 12192001"/>
              <a:gd name="connsiteY701" fmla="*/ 2525781 h 3465512"/>
              <a:gd name="connsiteX702" fmla="*/ 2119241 w 12192001"/>
              <a:gd name="connsiteY702" fmla="*/ 2531389 h 3465512"/>
              <a:gd name="connsiteX703" fmla="*/ 2091909 w 12192001"/>
              <a:gd name="connsiteY703" fmla="*/ 2534504 h 3465512"/>
              <a:gd name="connsiteX704" fmla="*/ 2035139 w 12192001"/>
              <a:gd name="connsiteY704" fmla="*/ 2533883 h 3465512"/>
              <a:gd name="connsiteX705" fmla="*/ 1977671 w 12192001"/>
              <a:gd name="connsiteY705" fmla="*/ 2527649 h 3465512"/>
              <a:gd name="connsiteX706" fmla="*/ 1918799 w 12192001"/>
              <a:gd name="connsiteY706" fmla="*/ 2522665 h 3465512"/>
              <a:gd name="connsiteX707" fmla="*/ 1892870 w 12192001"/>
              <a:gd name="connsiteY707" fmla="*/ 2511445 h 3465512"/>
              <a:gd name="connsiteX708" fmla="*/ 1886561 w 12192001"/>
              <a:gd name="connsiteY708" fmla="*/ 2502098 h 3465512"/>
              <a:gd name="connsiteX709" fmla="*/ 1895672 w 12192001"/>
              <a:gd name="connsiteY709" fmla="*/ 2493997 h 3465512"/>
              <a:gd name="connsiteX710" fmla="*/ 1941928 w 12192001"/>
              <a:gd name="connsiteY710" fmla="*/ 2496489 h 3465512"/>
              <a:gd name="connsiteX711" fmla="*/ 1964354 w 12192001"/>
              <a:gd name="connsiteY711" fmla="*/ 2495241 h 3465512"/>
              <a:gd name="connsiteX712" fmla="*/ 1986081 w 12192001"/>
              <a:gd name="connsiteY712" fmla="*/ 2493373 h 3465512"/>
              <a:gd name="connsiteX713" fmla="*/ 2070883 w 12192001"/>
              <a:gd name="connsiteY713" fmla="*/ 2475299 h 3465512"/>
              <a:gd name="connsiteX714" fmla="*/ 2074386 w 12192001"/>
              <a:gd name="connsiteY714" fmla="*/ 2464704 h 3465512"/>
              <a:gd name="connsiteX715" fmla="*/ 2065277 w 12192001"/>
              <a:gd name="connsiteY715" fmla="*/ 2451617 h 3465512"/>
              <a:gd name="connsiteX716" fmla="*/ 1947535 w 12192001"/>
              <a:gd name="connsiteY716" fmla="*/ 2419207 h 3465512"/>
              <a:gd name="connsiteX717" fmla="*/ 1828392 w 12192001"/>
              <a:gd name="connsiteY717" fmla="*/ 2416716 h 3465512"/>
              <a:gd name="connsiteX718" fmla="*/ 1798256 w 12192001"/>
              <a:gd name="connsiteY718" fmla="*/ 2391786 h 3465512"/>
              <a:gd name="connsiteX719" fmla="*/ 2007107 w 12192001"/>
              <a:gd name="connsiteY719" fmla="*/ 2389916 h 3465512"/>
              <a:gd name="connsiteX720" fmla="*/ 2148676 w 12192001"/>
              <a:gd name="connsiteY720" fmla="*/ 2389916 h 3465512"/>
              <a:gd name="connsiteX721" fmla="*/ 2318983 w 12192001"/>
              <a:gd name="connsiteY721" fmla="*/ 2324478 h 3465512"/>
              <a:gd name="connsiteX722" fmla="*/ 2321084 w 12192001"/>
              <a:gd name="connsiteY722" fmla="*/ 2313883 h 3465512"/>
              <a:gd name="connsiteX723" fmla="*/ 2310571 w 12192001"/>
              <a:gd name="connsiteY723" fmla="*/ 2303911 h 3465512"/>
              <a:gd name="connsiteX724" fmla="*/ 2240487 w 12192001"/>
              <a:gd name="connsiteY724" fmla="*/ 2288953 h 3465512"/>
              <a:gd name="connsiteX725" fmla="*/ 2169702 w 12192001"/>
              <a:gd name="connsiteY725" fmla="*/ 2292069 h 3465512"/>
              <a:gd name="connsiteX726" fmla="*/ 2077891 w 12192001"/>
              <a:gd name="connsiteY726" fmla="*/ 2304533 h 3465512"/>
              <a:gd name="connsiteX727" fmla="*/ 1983278 w 12192001"/>
              <a:gd name="connsiteY727" fmla="*/ 2312636 h 3465512"/>
              <a:gd name="connsiteX728" fmla="*/ 1935620 w 12192001"/>
              <a:gd name="connsiteY728" fmla="*/ 2315129 h 3465512"/>
              <a:gd name="connsiteX729" fmla="*/ 1911791 w 12192001"/>
              <a:gd name="connsiteY729" fmla="*/ 2316374 h 3465512"/>
              <a:gd name="connsiteX730" fmla="*/ 1887964 w 12192001"/>
              <a:gd name="connsiteY730" fmla="*/ 2318245 h 3465512"/>
              <a:gd name="connsiteX731" fmla="*/ 1791247 w 12192001"/>
              <a:gd name="connsiteY731" fmla="*/ 2328216 h 3465512"/>
              <a:gd name="connsiteX732" fmla="*/ 1750597 w 12192001"/>
              <a:gd name="connsiteY732" fmla="*/ 2328216 h 3465512"/>
              <a:gd name="connsiteX733" fmla="*/ 1482177 w 12192001"/>
              <a:gd name="connsiteY733" fmla="*/ 2374335 h 3465512"/>
              <a:gd name="connsiteX734" fmla="*/ 1459751 w 12192001"/>
              <a:gd name="connsiteY734" fmla="*/ 2404874 h 3465512"/>
              <a:gd name="connsiteX735" fmla="*/ 1487783 w 12192001"/>
              <a:gd name="connsiteY735" fmla="*/ 2414846 h 3465512"/>
              <a:gd name="connsiteX736" fmla="*/ 1499698 w 12192001"/>
              <a:gd name="connsiteY736" fmla="*/ 2421078 h 3465512"/>
              <a:gd name="connsiteX737" fmla="*/ 1487082 w 12192001"/>
              <a:gd name="connsiteY737" fmla="*/ 2436658 h 3465512"/>
              <a:gd name="connsiteX738" fmla="*/ 1402983 w 12192001"/>
              <a:gd name="connsiteY738" fmla="*/ 2423570 h 3465512"/>
              <a:gd name="connsiteX739" fmla="*/ 1374949 w 12192001"/>
              <a:gd name="connsiteY739" fmla="*/ 2412975 h 3465512"/>
              <a:gd name="connsiteX740" fmla="*/ 1282437 w 12192001"/>
              <a:gd name="connsiteY740" fmla="*/ 2416716 h 3465512"/>
              <a:gd name="connsiteX741" fmla="*/ 1237584 w 12192001"/>
              <a:gd name="connsiteY741" fmla="*/ 2425440 h 3465512"/>
              <a:gd name="connsiteX742" fmla="*/ 1196935 w 12192001"/>
              <a:gd name="connsiteY742" fmla="*/ 2446007 h 3465512"/>
              <a:gd name="connsiteX743" fmla="*/ 1083398 w 12192001"/>
              <a:gd name="connsiteY743" fmla="*/ 2498982 h 3465512"/>
              <a:gd name="connsiteX744" fmla="*/ 980375 w 12192001"/>
              <a:gd name="connsiteY744" fmla="*/ 2528896 h 3465512"/>
              <a:gd name="connsiteX745" fmla="*/ 928514 w 12192001"/>
              <a:gd name="connsiteY745" fmla="*/ 2542607 h 3465512"/>
              <a:gd name="connsiteX746" fmla="*/ 902582 w 12192001"/>
              <a:gd name="connsiteY746" fmla="*/ 2549464 h 3465512"/>
              <a:gd name="connsiteX747" fmla="*/ 876652 w 12192001"/>
              <a:gd name="connsiteY747" fmla="*/ 2556943 h 3465512"/>
              <a:gd name="connsiteX748" fmla="*/ 831797 w 12192001"/>
              <a:gd name="connsiteY748" fmla="*/ 2556318 h 3465512"/>
              <a:gd name="connsiteX749" fmla="*/ 713355 w 12192001"/>
              <a:gd name="connsiteY749" fmla="*/ 2556943 h 3465512"/>
              <a:gd name="connsiteX750" fmla="*/ 618040 w 12192001"/>
              <a:gd name="connsiteY750" fmla="*/ 2593089 h 3465512"/>
              <a:gd name="connsiteX751" fmla="*/ 547253 w 12192001"/>
              <a:gd name="connsiteY751" fmla="*/ 2623005 h 3465512"/>
              <a:gd name="connsiteX752" fmla="*/ 477872 w 12192001"/>
              <a:gd name="connsiteY752" fmla="*/ 2655413 h 3465512"/>
              <a:gd name="connsiteX753" fmla="*/ 409190 w 12192001"/>
              <a:gd name="connsiteY753" fmla="*/ 2689689 h 3465512"/>
              <a:gd name="connsiteX754" fmla="*/ 374848 w 12192001"/>
              <a:gd name="connsiteY754" fmla="*/ 2707139 h 3465512"/>
              <a:gd name="connsiteX755" fmla="*/ 341208 w 12192001"/>
              <a:gd name="connsiteY755" fmla="*/ 2725838 h 3465512"/>
              <a:gd name="connsiteX756" fmla="*/ 207347 w 12192001"/>
              <a:gd name="connsiteY756" fmla="*/ 2801870 h 3465512"/>
              <a:gd name="connsiteX757" fmla="*/ 76292 w 12192001"/>
              <a:gd name="connsiteY757" fmla="*/ 2883514 h 3465512"/>
              <a:gd name="connsiteX758" fmla="*/ 4105 w 12192001"/>
              <a:gd name="connsiteY758" fmla="*/ 2927140 h 3465512"/>
              <a:gd name="connsiteX759" fmla="*/ 0 w 12192001"/>
              <a:gd name="connsiteY759" fmla="*/ 2929527 h 3465512"/>
              <a:gd name="connsiteX760" fmla="*/ 0 w 12192001"/>
              <a:gd name="connsiteY760" fmla="*/ 754457 h 3465512"/>
              <a:gd name="connsiteX761" fmla="*/ 132357 w 12192001"/>
              <a:gd name="connsiteY761" fmla="*/ 691618 h 3465512"/>
              <a:gd name="connsiteX762" fmla="*/ 219964 w 12192001"/>
              <a:gd name="connsiteY762" fmla="*/ 660456 h 3465512"/>
              <a:gd name="connsiteX763" fmla="*/ 313175 w 12192001"/>
              <a:gd name="connsiteY763" fmla="*/ 639267 h 3465512"/>
              <a:gd name="connsiteX764" fmla="*/ 390969 w 12192001"/>
              <a:gd name="connsiteY764" fmla="*/ 618700 h 3465512"/>
              <a:gd name="connsiteX765" fmla="*/ 466659 w 12192001"/>
              <a:gd name="connsiteY765" fmla="*/ 589408 h 3465512"/>
              <a:gd name="connsiteX766" fmla="*/ 605426 w 12192001"/>
              <a:gd name="connsiteY766" fmla="*/ 547029 h 3465512"/>
              <a:gd name="connsiteX767" fmla="*/ 677611 w 12192001"/>
              <a:gd name="connsiteY767" fmla="*/ 535187 h 3465512"/>
              <a:gd name="connsiteX768" fmla="*/ 751901 w 12192001"/>
              <a:gd name="connsiteY768" fmla="*/ 530824 h 3465512"/>
              <a:gd name="connsiteX769" fmla="*/ 835301 w 12192001"/>
              <a:gd name="connsiteY769" fmla="*/ 526462 h 3465512"/>
              <a:gd name="connsiteX770" fmla="*/ 875950 w 12192001"/>
              <a:gd name="connsiteY770" fmla="*/ 521476 h 3465512"/>
              <a:gd name="connsiteX771" fmla="*/ 916599 w 12192001"/>
              <a:gd name="connsiteY771" fmla="*/ 515244 h 3465512"/>
              <a:gd name="connsiteX772" fmla="*/ 1077792 w 12192001"/>
              <a:gd name="connsiteY772" fmla="*/ 475980 h 3465512"/>
              <a:gd name="connsiteX773" fmla="*/ 1131056 w 12192001"/>
              <a:gd name="connsiteY773" fmla="*/ 462892 h 3465512"/>
              <a:gd name="connsiteX774" fmla="*/ 1187123 w 12192001"/>
              <a:gd name="connsiteY774" fmla="*/ 459153 h 3465512"/>
              <a:gd name="connsiteX775" fmla="*/ 1364436 w 12192001"/>
              <a:gd name="connsiteY775" fmla="*/ 454791 h 3465512"/>
              <a:gd name="connsiteX776" fmla="*/ 1543149 w 12192001"/>
              <a:gd name="connsiteY776" fmla="*/ 451052 h 3465512"/>
              <a:gd name="connsiteX777" fmla="*/ 1598516 w 12192001"/>
              <a:gd name="connsiteY777" fmla="*/ 442326 h 3465512"/>
              <a:gd name="connsiteX778" fmla="*/ 1647575 w 12192001"/>
              <a:gd name="connsiteY778" fmla="*/ 418643 h 3465512"/>
              <a:gd name="connsiteX779" fmla="*/ 1677710 w 12192001"/>
              <a:gd name="connsiteY779" fmla="*/ 398701 h 3465512"/>
              <a:gd name="connsiteX780" fmla="*/ 1821383 w 12192001"/>
              <a:gd name="connsiteY780" fmla="*/ 366292 h 3465512"/>
              <a:gd name="connsiteX781" fmla="*/ 1915997 w 12192001"/>
              <a:gd name="connsiteY781" fmla="*/ 366292 h 3465512"/>
              <a:gd name="connsiteX782" fmla="*/ 2019721 w 12192001"/>
              <a:gd name="connsiteY782" fmla="*/ 350088 h 3465512"/>
              <a:gd name="connsiteX783" fmla="*/ 2072286 w 12192001"/>
              <a:gd name="connsiteY783" fmla="*/ 346348 h 3465512"/>
              <a:gd name="connsiteX784" fmla="*/ 2124848 w 12192001"/>
              <a:gd name="connsiteY784" fmla="*/ 343232 h 3465512"/>
              <a:gd name="connsiteX785" fmla="*/ 2297255 w 12192001"/>
              <a:gd name="connsiteY785" fmla="*/ 322043 h 3465512"/>
              <a:gd name="connsiteX786" fmla="*/ 2389065 w 12192001"/>
              <a:gd name="connsiteY786" fmla="*/ 294621 h 3465512"/>
              <a:gd name="connsiteX787" fmla="*/ 2472465 w 12192001"/>
              <a:gd name="connsiteY787" fmla="*/ 250994 h 3465512"/>
              <a:gd name="connsiteX788" fmla="*/ 2508909 w 12192001"/>
              <a:gd name="connsiteY788" fmla="*/ 227312 h 3465512"/>
              <a:gd name="connsiteX789" fmla="*/ 2548858 w 12192001"/>
              <a:gd name="connsiteY789" fmla="*/ 212355 h 3465512"/>
              <a:gd name="connsiteX790" fmla="*/ 2635760 w 12192001"/>
              <a:gd name="connsiteY790" fmla="*/ 198643 h 3465512"/>
              <a:gd name="connsiteX791" fmla="*/ 2671504 w 12192001"/>
              <a:gd name="connsiteY791" fmla="*/ 184309 h 3465512"/>
              <a:gd name="connsiteX792" fmla="*/ 2682718 w 12192001"/>
              <a:gd name="connsiteY792" fmla="*/ 171221 h 3465512"/>
              <a:gd name="connsiteX793" fmla="*/ 2665196 w 12192001"/>
              <a:gd name="connsiteY793" fmla="*/ 150032 h 3465512"/>
              <a:gd name="connsiteX794" fmla="*/ 2545353 w 12192001"/>
              <a:gd name="connsiteY794" fmla="*/ 157511 h 3465512"/>
              <a:gd name="connsiteX795" fmla="*/ 2527832 w 12192001"/>
              <a:gd name="connsiteY795" fmla="*/ 161249 h 3465512"/>
              <a:gd name="connsiteX796" fmla="*/ 2510312 w 12192001"/>
              <a:gd name="connsiteY796" fmla="*/ 164367 h 3465512"/>
              <a:gd name="connsiteX797" fmla="*/ 2475971 w 12192001"/>
              <a:gd name="connsiteY797" fmla="*/ 166859 h 3465512"/>
              <a:gd name="connsiteX798" fmla="*/ 2407988 w 12192001"/>
              <a:gd name="connsiteY798" fmla="*/ 156888 h 3465512"/>
              <a:gd name="connsiteX799" fmla="*/ 2350519 w 12192001"/>
              <a:gd name="connsiteY799" fmla="*/ 166236 h 3465512"/>
              <a:gd name="connsiteX800" fmla="*/ 2300758 w 12192001"/>
              <a:gd name="connsiteY800" fmla="*/ 193658 h 3465512"/>
              <a:gd name="connsiteX801" fmla="*/ 2281137 w 12192001"/>
              <a:gd name="connsiteY801" fmla="*/ 198643 h 3465512"/>
              <a:gd name="connsiteX802" fmla="*/ 2262914 w 12192001"/>
              <a:gd name="connsiteY802" fmla="*/ 197398 h 3465512"/>
              <a:gd name="connsiteX803" fmla="*/ 2148676 w 12192001"/>
              <a:gd name="connsiteY803" fmla="*/ 183063 h 3465512"/>
              <a:gd name="connsiteX804" fmla="*/ 2040045 w 12192001"/>
              <a:gd name="connsiteY804" fmla="*/ 194280 h 3465512"/>
              <a:gd name="connsiteX805" fmla="*/ 1932117 w 12192001"/>
              <a:gd name="connsiteY805" fmla="*/ 204252 h 3465512"/>
              <a:gd name="connsiteX806" fmla="*/ 1716956 w 12192001"/>
              <a:gd name="connsiteY806" fmla="*/ 223573 h 3465512"/>
              <a:gd name="connsiteX807" fmla="*/ 1679113 w 12192001"/>
              <a:gd name="connsiteY807" fmla="*/ 218587 h 3465512"/>
              <a:gd name="connsiteX808" fmla="*/ 1663695 w 12192001"/>
              <a:gd name="connsiteY808" fmla="*/ 179323 h 3465512"/>
              <a:gd name="connsiteX809" fmla="*/ 1688924 w 12192001"/>
              <a:gd name="connsiteY809" fmla="*/ 153771 h 3465512"/>
              <a:gd name="connsiteX810" fmla="*/ 1780733 w 12192001"/>
              <a:gd name="connsiteY810" fmla="*/ 121986 h 3465512"/>
              <a:gd name="connsiteX811" fmla="*/ 1924408 w 12192001"/>
              <a:gd name="connsiteY811" fmla="*/ 100173 h 3465512"/>
              <a:gd name="connsiteX812" fmla="*/ 1995892 w 12192001"/>
              <a:gd name="connsiteY812" fmla="*/ 90202 h 3465512"/>
              <a:gd name="connsiteX813" fmla="*/ 2014116 w 12192001"/>
              <a:gd name="connsiteY813" fmla="*/ 87709 h 3465512"/>
              <a:gd name="connsiteX814" fmla="*/ 2032336 w 12192001"/>
              <a:gd name="connsiteY814" fmla="*/ 85839 h 3465512"/>
              <a:gd name="connsiteX815" fmla="*/ 2068780 w 12192001"/>
              <a:gd name="connsiteY815" fmla="*/ 82099 h 3465512"/>
              <a:gd name="connsiteX816" fmla="*/ 2362433 w 12192001"/>
              <a:gd name="connsiteY816" fmla="*/ 61534 h 3465512"/>
              <a:gd name="connsiteX817" fmla="*/ 2423407 w 12192001"/>
              <a:gd name="connsiteY817" fmla="*/ 62779 h 3465512"/>
              <a:gd name="connsiteX818" fmla="*/ 2515217 w 12192001"/>
              <a:gd name="connsiteY818" fmla="*/ 69635 h 3465512"/>
              <a:gd name="connsiteX819" fmla="*/ 2607026 w 12192001"/>
              <a:gd name="connsiteY819" fmla="*/ 70258 h 3465512"/>
              <a:gd name="connsiteX820" fmla="*/ 2791347 w 12192001"/>
              <a:gd name="connsiteY820" fmla="*/ 56547 h 3465512"/>
              <a:gd name="connsiteX821" fmla="*/ 2873347 w 12192001"/>
              <a:gd name="connsiteY821" fmla="*/ 52185 h 3465512"/>
              <a:gd name="connsiteX822" fmla="*/ 2955345 w 12192001"/>
              <a:gd name="connsiteY822" fmla="*/ 53431 h 3465512"/>
              <a:gd name="connsiteX823" fmla="*/ 3062574 w 12192001"/>
              <a:gd name="connsiteY823" fmla="*/ 57170 h 3465512"/>
              <a:gd name="connsiteX824" fmla="*/ 3115836 w 12192001"/>
              <a:gd name="connsiteY824" fmla="*/ 56547 h 3465512"/>
              <a:gd name="connsiteX825" fmla="*/ 3168399 w 12192001"/>
              <a:gd name="connsiteY825" fmla="*/ 54678 h 3465512"/>
              <a:gd name="connsiteX826" fmla="*/ 3220961 w 12192001"/>
              <a:gd name="connsiteY826" fmla="*/ 50938 h 3465512"/>
              <a:gd name="connsiteX827" fmla="*/ 3247595 w 12192001"/>
              <a:gd name="connsiteY827" fmla="*/ 48446 h 3465512"/>
              <a:gd name="connsiteX828" fmla="*/ 3273525 w 12192001"/>
              <a:gd name="connsiteY828" fmla="*/ 45330 h 3465512"/>
              <a:gd name="connsiteX829" fmla="*/ 3378651 w 12192001"/>
              <a:gd name="connsiteY829" fmla="*/ 27879 h 3465512"/>
              <a:gd name="connsiteX830" fmla="*/ 3688249 w 12192001"/>
              <a:gd name="connsiteY830" fmla="*/ 301 h 346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Lst>
            <a:rect l="l" t="t" r="r" b="b"/>
            <a:pathLst>
              <a:path w="12192001" h="3465512">
                <a:moveTo>
                  <a:pt x="5845580" y="3455102"/>
                </a:moveTo>
                <a:cubicBezTo>
                  <a:pt x="5853147" y="3456066"/>
                  <a:pt x="5860856" y="3458442"/>
                  <a:pt x="5868740" y="3462492"/>
                </a:cubicBezTo>
                <a:lnTo>
                  <a:pt x="5875532" y="3465512"/>
                </a:lnTo>
                <a:lnTo>
                  <a:pt x="5801570" y="3465512"/>
                </a:lnTo>
                <a:lnTo>
                  <a:pt x="5812379" y="3459407"/>
                </a:lnTo>
                <a:cubicBezTo>
                  <a:pt x="5823200" y="3455387"/>
                  <a:pt x="5834230" y="3453656"/>
                  <a:pt x="5845580" y="3455102"/>
                </a:cubicBezTo>
                <a:close/>
                <a:moveTo>
                  <a:pt x="5727435" y="3450962"/>
                </a:moveTo>
                <a:cubicBezTo>
                  <a:pt x="5731376" y="3451587"/>
                  <a:pt x="5735932" y="3453766"/>
                  <a:pt x="5741187" y="3456882"/>
                </a:cubicBezTo>
                <a:lnTo>
                  <a:pt x="5756713" y="3465512"/>
                </a:lnTo>
                <a:lnTo>
                  <a:pt x="5752144" y="3465512"/>
                </a:lnTo>
                <a:lnTo>
                  <a:pt x="5737683" y="3463739"/>
                </a:lnTo>
                <a:cubicBezTo>
                  <a:pt x="5732777" y="3463739"/>
                  <a:pt x="5727171" y="3463739"/>
                  <a:pt x="5722966" y="3461869"/>
                </a:cubicBezTo>
                <a:cubicBezTo>
                  <a:pt x="5720163" y="3461246"/>
                  <a:pt x="5716657" y="3455014"/>
                  <a:pt x="5717359" y="3454390"/>
                </a:cubicBezTo>
                <a:cubicBezTo>
                  <a:pt x="5720163" y="3451274"/>
                  <a:pt x="5723491" y="3450339"/>
                  <a:pt x="5727435" y="3450962"/>
                </a:cubicBezTo>
                <a:close/>
                <a:moveTo>
                  <a:pt x="5608728" y="3414503"/>
                </a:moveTo>
                <a:lnTo>
                  <a:pt x="5606626" y="3421982"/>
                </a:lnTo>
                <a:lnTo>
                  <a:pt x="5596814" y="3415751"/>
                </a:lnTo>
                <a:close/>
                <a:moveTo>
                  <a:pt x="6041147" y="3387704"/>
                </a:moveTo>
                <a:lnTo>
                  <a:pt x="6051659" y="3394561"/>
                </a:lnTo>
                <a:cubicBezTo>
                  <a:pt x="6048856" y="3396429"/>
                  <a:pt x="6046053" y="3401415"/>
                  <a:pt x="6044651" y="3400793"/>
                </a:cubicBezTo>
                <a:cubicBezTo>
                  <a:pt x="6041147" y="3399545"/>
                  <a:pt x="6037643" y="3397053"/>
                  <a:pt x="6034139" y="3394561"/>
                </a:cubicBezTo>
                <a:close/>
                <a:moveTo>
                  <a:pt x="6440626" y="3338469"/>
                </a:moveTo>
                <a:lnTo>
                  <a:pt x="6447634" y="3349064"/>
                </a:lnTo>
                <a:cubicBezTo>
                  <a:pt x="6444130" y="3351557"/>
                  <a:pt x="6439223" y="3356543"/>
                  <a:pt x="6436420" y="3355920"/>
                </a:cubicBezTo>
                <a:cubicBezTo>
                  <a:pt x="6433617" y="3355297"/>
                  <a:pt x="6431514" y="3349689"/>
                  <a:pt x="6429412" y="3345948"/>
                </a:cubicBezTo>
                <a:close/>
                <a:moveTo>
                  <a:pt x="5458136" y="3210786"/>
                </a:moveTo>
                <a:cubicBezTo>
                  <a:pt x="5463304" y="3209618"/>
                  <a:pt x="5469261" y="3210396"/>
                  <a:pt x="5474166" y="3213201"/>
                </a:cubicBezTo>
                <a:cubicBezTo>
                  <a:pt x="5481875" y="3218188"/>
                  <a:pt x="5486780" y="3226911"/>
                  <a:pt x="5493090" y="3233768"/>
                </a:cubicBezTo>
                <a:cubicBezTo>
                  <a:pt x="5483978" y="3241247"/>
                  <a:pt x="5474166" y="3243740"/>
                  <a:pt x="5463653" y="3240623"/>
                </a:cubicBezTo>
                <a:cubicBezTo>
                  <a:pt x="5453141" y="3237507"/>
                  <a:pt x="5443330" y="3229404"/>
                  <a:pt x="5446834" y="3220057"/>
                </a:cubicBezTo>
                <a:cubicBezTo>
                  <a:pt x="5448587" y="3215072"/>
                  <a:pt x="5452967" y="3211956"/>
                  <a:pt x="5458136" y="3210786"/>
                </a:cubicBezTo>
                <a:close/>
                <a:moveTo>
                  <a:pt x="6056566" y="3208838"/>
                </a:moveTo>
                <a:cubicBezTo>
                  <a:pt x="6094411" y="3210708"/>
                  <a:pt x="6125948" y="3226289"/>
                  <a:pt x="6121043" y="3241871"/>
                </a:cubicBezTo>
                <a:cubicBezTo>
                  <a:pt x="6116837" y="3243117"/>
                  <a:pt x="6111932" y="3246234"/>
                  <a:pt x="6107026" y="3246856"/>
                </a:cubicBezTo>
                <a:cubicBezTo>
                  <a:pt x="6084599" y="3248725"/>
                  <a:pt x="6065675" y="3240000"/>
                  <a:pt x="6049555" y="3227535"/>
                </a:cubicBezTo>
                <a:cubicBezTo>
                  <a:pt x="6046051" y="3224419"/>
                  <a:pt x="6043950" y="3219434"/>
                  <a:pt x="6041147" y="3215072"/>
                </a:cubicBezTo>
                <a:cubicBezTo>
                  <a:pt x="6046753" y="3212579"/>
                  <a:pt x="6051659" y="3208838"/>
                  <a:pt x="6056566" y="3208838"/>
                </a:cubicBezTo>
                <a:close/>
                <a:moveTo>
                  <a:pt x="4767018" y="2844873"/>
                </a:moveTo>
                <a:cubicBezTo>
                  <a:pt x="4755104" y="2844250"/>
                  <a:pt x="4748095" y="2850483"/>
                  <a:pt x="4742488" y="2861701"/>
                </a:cubicBezTo>
                <a:cubicBezTo>
                  <a:pt x="4736882" y="2871672"/>
                  <a:pt x="4737583" y="2880397"/>
                  <a:pt x="4749496" y="2884138"/>
                </a:cubicBezTo>
                <a:cubicBezTo>
                  <a:pt x="4776130" y="2893485"/>
                  <a:pt x="4802762" y="2902210"/>
                  <a:pt x="4846214" y="2916546"/>
                </a:cubicBezTo>
                <a:cubicBezTo>
                  <a:pt x="4852521" y="2917790"/>
                  <a:pt x="4875647" y="2922777"/>
                  <a:pt x="4899477" y="2927140"/>
                </a:cubicBezTo>
                <a:cubicBezTo>
                  <a:pt x="4911391" y="2929633"/>
                  <a:pt x="4917698" y="2922777"/>
                  <a:pt x="4922605" y="2910936"/>
                </a:cubicBezTo>
                <a:cubicBezTo>
                  <a:pt x="4927511" y="2899717"/>
                  <a:pt x="4927511" y="2890993"/>
                  <a:pt x="4916996" y="2885384"/>
                </a:cubicBezTo>
                <a:cubicBezTo>
                  <a:pt x="4900178" y="2876659"/>
                  <a:pt x="4883358" y="2868556"/>
                  <a:pt x="4865134" y="2861701"/>
                </a:cubicBezTo>
                <a:cubicBezTo>
                  <a:pt x="4847614" y="2854844"/>
                  <a:pt x="4829393" y="2849860"/>
                  <a:pt x="4810470" y="2846743"/>
                </a:cubicBezTo>
                <a:cubicBezTo>
                  <a:pt x="4796453" y="2844873"/>
                  <a:pt x="4781736" y="2845497"/>
                  <a:pt x="4767018" y="2844873"/>
                </a:cubicBezTo>
                <a:close/>
                <a:moveTo>
                  <a:pt x="5113234" y="2808104"/>
                </a:moveTo>
                <a:cubicBezTo>
                  <a:pt x="5111131" y="2808104"/>
                  <a:pt x="5109029" y="2812465"/>
                  <a:pt x="5106925" y="2814335"/>
                </a:cubicBezTo>
                <a:cubicBezTo>
                  <a:pt x="5113234" y="2823060"/>
                  <a:pt x="5121644" y="2825553"/>
                  <a:pt x="5132156" y="2822436"/>
                </a:cubicBezTo>
                <a:cubicBezTo>
                  <a:pt x="5130754" y="2818698"/>
                  <a:pt x="5129351" y="2814335"/>
                  <a:pt x="5126549" y="2811841"/>
                </a:cubicBezTo>
                <a:cubicBezTo>
                  <a:pt x="5123045" y="2809349"/>
                  <a:pt x="5118140" y="2808104"/>
                  <a:pt x="5113234" y="2808104"/>
                </a:cubicBezTo>
                <a:close/>
                <a:moveTo>
                  <a:pt x="3910590" y="2722720"/>
                </a:moveTo>
                <a:cubicBezTo>
                  <a:pt x="3930914" y="2729576"/>
                  <a:pt x="3951940" y="2736432"/>
                  <a:pt x="3972266" y="2743910"/>
                </a:cubicBezTo>
                <a:cubicBezTo>
                  <a:pt x="3975066" y="2744533"/>
                  <a:pt x="3977169" y="2750766"/>
                  <a:pt x="3976469" y="2754504"/>
                </a:cubicBezTo>
                <a:cubicBezTo>
                  <a:pt x="3976469" y="2758867"/>
                  <a:pt x="3973666" y="2765723"/>
                  <a:pt x="3970863" y="2768216"/>
                </a:cubicBezTo>
                <a:cubicBezTo>
                  <a:pt x="3949137" y="2786912"/>
                  <a:pt x="3925308" y="2781927"/>
                  <a:pt x="3918299" y="2758244"/>
                </a:cubicBezTo>
                <a:cubicBezTo>
                  <a:pt x="3915496" y="2746403"/>
                  <a:pt x="3916198" y="2732691"/>
                  <a:pt x="3910590" y="2722720"/>
                </a:cubicBezTo>
                <a:close/>
                <a:moveTo>
                  <a:pt x="3905684" y="2716488"/>
                </a:moveTo>
                <a:lnTo>
                  <a:pt x="3907086" y="2717111"/>
                </a:lnTo>
                <a:cubicBezTo>
                  <a:pt x="3908487" y="2718981"/>
                  <a:pt x="3909890" y="2720851"/>
                  <a:pt x="3910590" y="2722720"/>
                </a:cubicBezTo>
                <a:lnTo>
                  <a:pt x="3902881" y="2719604"/>
                </a:lnTo>
                <a:cubicBezTo>
                  <a:pt x="3903581" y="2718981"/>
                  <a:pt x="3904983" y="2717734"/>
                  <a:pt x="3905684" y="2716488"/>
                </a:cubicBezTo>
                <a:close/>
                <a:moveTo>
                  <a:pt x="2801159" y="2707139"/>
                </a:moveTo>
                <a:lnTo>
                  <a:pt x="2847415" y="2707139"/>
                </a:lnTo>
                <a:cubicBezTo>
                  <a:pt x="2854423" y="2706516"/>
                  <a:pt x="2862132" y="2707139"/>
                  <a:pt x="2869843" y="2707139"/>
                </a:cubicBezTo>
                <a:lnTo>
                  <a:pt x="2892267" y="2707762"/>
                </a:lnTo>
                <a:cubicBezTo>
                  <a:pt x="2907688" y="2708386"/>
                  <a:pt x="2922405" y="2708386"/>
                  <a:pt x="2937823" y="2709008"/>
                </a:cubicBezTo>
                <a:lnTo>
                  <a:pt x="2984078" y="2712124"/>
                </a:lnTo>
                <a:cubicBezTo>
                  <a:pt x="2992490" y="2712749"/>
                  <a:pt x="3000898" y="2712749"/>
                  <a:pt x="3009309" y="2715242"/>
                </a:cubicBezTo>
                <a:cubicBezTo>
                  <a:pt x="3017719" y="2717110"/>
                  <a:pt x="3026130" y="2722096"/>
                  <a:pt x="3033838" y="2731445"/>
                </a:cubicBezTo>
                <a:cubicBezTo>
                  <a:pt x="3026831" y="2733315"/>
                  <a:pt x="3019822" y="2735184"/>
                  <a:pt x="3012813" y="2737054"/>
                </a:cubicBezTo>
                <a:cubicBezTo>
                  <a:pt x="3005804" y="2738923"/>
                  <a:pt x="2998795" y="2740793"/>
                  <a:pt x="2992490" y="2741416"/>
                </a:cubicBezTo>
                <a:cubicBezTo>
                  <a:pt x="2978472" y="2743286"/>
                  <a:pt x="2965157" y="2742664"/>
                  <a:pt x="2951840" y="2741416"/>
                </a:cubicBezTo>
                <a:cubicBezTo>
                  <a:pt x="2901379" y="2737054"/>
                  <a:pt x="2851621" y="2732691"/>
                  <a:pt x="2801861" y="2730199"/>
                </a:cubicBezTo>
                <a:cubicBezTo>
                  <a:pt x="2798356" y="2729576"/>
                  <a:pt x="2794850" y="2726460"/>
                  <a:pt x="2792751" y="2722720"/>
                </a:cubicBezTo>
                <a:cubicBezTo>
                  <a:pt x="2789244" y="2716488"/>
                  <a:pt x="2792751" y="2707139"/>
                  <a:pt x="2801159" y="2707139"/>
                </a:cubicBezTo>
                <a:close/>
                <a:moveTo>
                  <a:pt x="2168739" y="2673330"/>
                </a:moveTo>
                <a:cubicBezTo>
                  <a:pt x="2172329" y="2674265"/>
                  <a:pt x="2173206" y="2677848"/>
                  <a:pt x="2164797" y="2688443"/>
                </a:cubicBezTo>
                <a:cubicBezTo>
                  <a:pt x="2162692" y="2691560"/>
                  <a:pt x="2157788" y="2690312"/>
                  <a:pt x="2154283" y="2690935"/>
                </a:cubicBezTo>
                <a:cubicBezTo>
                  <a:pt x="2150780" y="2691560"/>
                  <a:pt x="2147275" y="2692805"/>
                  <a:pt x="2143771" y="2692805"/>
                </a:cubicBezTo>
                <a:cubicBezTo>
                  <a:pt x="2136763" y="2692805"/>
                  <a:pt x="2129052" y="2691560"/>
                  <a:pt x="2122045" y="2690935"/>
                </a:cubicBezTo>
                <a:cubicBezTo>
                  <a:pt x="2121344" y="2684081"/>
                  <a:pt x="2126251" y="2680340"/>
                  <a:pt x="2135360" y="2679096"/>
                </a:cubicBezTo>
                <a:cubicBezTo>
                  <a:pt x="2142368" y="2677848"/>
                  <a:pt x="2149377" y="2674109"/>
                  <a:pt x="2156386" y="2674109"/>
                </a:cubicBezTo>
                <a:cubicBezTo>
                  <a:pt x="2158838" y="2674109"/>
                  <a:pt x="2165148" y="2672395"/>
                  <a:pt x="2168739" y="2673330"/>
                </a:cubicBezTo>
                <a:close/>
                <a:moveTo>
                  <a:pt x="3109530" y="2551956"/>
                </a:moveTo>
                <a:cubicBezTo>
                  <a:pt x="3126350" y="2552579"/>
                  <a:pt x="3143168" y="2553827"/>
                  <a:pt x="3159990" y="2556318"/>
                </a:cubicBezTo>
                <a:cubicBezTo>
                  <a:pt x="3168402" y="2557565"/>
                  <a:pt x="3176109" y="2559435"/>
                  <a:pt x="3184519" y="2561928"/>
                </a:cubicBezTo>
                <a:cubicBezTo>
                  <a:pt x="3192929" y="2564420"/>
                  <a:pt x="3201341" y="2568160"/>
                  <a:pt x="3209050" y="2572523"/>
                </a:cubicBezTo>
                <a:cubicBezTo>
                  <a:pt x="3218861" y="2578132"/>
                  <a:pt x="3230775" y="2584364"/>
                  <a:pt x="3241287" y="2581248"/>
                </a:cubicBezTo>
                <a:cubicBezTo>
                  <a:pt x="3272126" y="2570653"/>
                  <a:pt x="3303664" y="2571899"/>
                  <a:pt x="3333798" y="2575639"/>
                </a:cubicBezTo>
                <a:cubicBezTo>
                  <a:pt x="3341507" y="2576262"/>
                  <a:pt x="3349216" y="2577507"/>
                  <a:pt x="3356925" y="2578755"/>
                </a:cubicBezTo>
                <a:cubicBezTo>
                  <a:pt x="3364637" y="2580001"/>
                  <a:pt x="3372345" y="2581870"/>
                  <a:pt x="3380054" y="2583118"/>
                </a:cubicBezTo>
                <a:cubicBezTo>
                  <a:pt x="3395473" y="2586234"/>
                  <a:pt x="3410891" y="2589350"/>
                  <a:pt x="3426309" y="2591220"/>
                </a:cubicBezTo>
                <a:lnTo>
                  <a:pt x="3449437" y="2594336"/>
                </a:lnTo>
                <a:lnTo>
                  <a:pt x="3473265" y="2598074"/>
                </a:lnTo>
                <a:cubicBezTo>
                  <a:pt x="3489385" y="2600567"/>
                  <a:pt x="3504803" y="2603683"/>
                  <a:pt x="3520223" y="2607423"/>
                </a:cubicBezTo>
                <a:cubicBezTo>
                  <a:pt x="3530734" y="2609917"/>
                  <a:pt x="3538443" y="2624250"/>
                  <a:pt x="3544753" y="2638585"/>
                </a:cubicBezTo>
                <a:cubicBezTo>
                  <a:pt x="3546855" y="2641077"/>
                  <a:pt x="3546152" y="2649181"/>
                  <a:pt x="3544753" y="2654165"/>
                </a:cubicBezTo>
                <a:cubicBezTo>
                  <a:pt x="3544049" y="2657905"/>
                  <a:pt x="3539846" y="2662892"/>
                  <a:pt x="3537742" y="2663514"/>
                </a:cubicBezTo>
                <a:cubicBezTo>
                  <a:pt x="3518119" y="2667252"/>
                  <a:pt x="3499897" y="2667877"/>
                  <a:pt x="3480973" y="2666629"/>
                </a:cubicBezTo>
                <a:cubicBezTo>
                  <a:pt x="3462753" y="2665384"/>
                  <a:pt x="3444532" y="2661644"/>
                  <a:pt x="3426309" y="2659151"/>
                </a:cubicBezTo>
                <a:cubicBezTo>
                  <a:pt x="3408089" y="2656035"/>
                  <a:pt x="3389865" y="2653541"/>
                  <a:pt x="3371644" y="2652919"/>
                </a:cubicBezTo>
                <a:cubicBezTo>
                  <a:pt x="3362533" y="2652297"/>
                  <a:pt x="3353422" y="2652297"/>
                  <a:pt x="3344312" y="2653541"/>
                </a:cubicBezTo>
                <a:cubicBezTo>
                  <a:pt x="3335202" y="2654789"/>
                  <a:pt x="3326090" y="2656657"/>
                  <a:pt x="3316980" y="2659151"/>
                </a:cubicBezTo>
                <a:cubicBezTo>
                  <a:pt x="3309969" y="2661020"/>
                  <a:pt x="3302962" y="2654165"/>
                  <a:pt x="3295252" y="2652919"/>
                </a:cubicBezTo>
                <a:cubicBezTo>
                  <a:pt x="3280534" y="2649803"/>
                  <a:pt x="3265816" y="2643570"/>
                  <a:pt x="3251099" y="2646063"/>
                </a:cubicBezTo>
                <a:cubicBezTo>
                  <a:pt x="3234279" y="2648556"/>
                  <a:pt x="3217458" y="2650426"/>
                  <a:pt x="3200638" y="2651049"/>
                </a:cubicBezTo>
                <a:cubicBezTo>
                  <a:pt x="3192229" y="2651049"/>
                  <a:pt x="3183821" y="2651672"/>
                  <a:pt x="3175409" y="2651672"/>
                </a:cubicBezTo>
                <a:cubicBezTo>
                  <a:pt x="3167000" y="2651672"/>
                  <a:pt x="3159290" y="2652297"/>
                  <a:pt x="3150879" y="2652297"/>
                </a:cubicBezTo>
                <a:cubicBezTo>
                  <a:pt x="3134761" y="2652297"/>
                  <a:pt x="3117941" y="2652297"/>
                  <a:pt x="3101821" y="2651672"/>
                </a:cubicBezTo>
                <a:cubicBezTo>
                  <a:pt x="3085701" y="2651049"/>
                  <a:pt x="3069580" y="2651672"/>
                  <a:pt x="3053462" y="2651049"/>
                </a:cubicBezTo>
                <a:cubicBezTo>
                  <a:pt x="3010712" y="2649803"/>
                  <a:pt x="2968661" y="2651672"/>
                  <a:pt x="2927313" y="2657282"/>
                </a:cubicBezTo>
                <a:cubicBezTo>
                  <a:pt x="2899278" y="2661644"/>
                  <a:pt x="2873347" y="2668500"/>
                  <a:pt x="2846014" y="2650426"/>
                </a:cubicBezTo>
                <a:cubicBezTo>
                  <a:pt x="2839705" y="2646687"/>
                  <a:pt x="2831996" y="2646063"/>
                  <a:pt x="2825690" y="2647310"/>
                </a:cubicBezTo>
                <a:cubicBezTo>
                  <a:pt x="2801861" y="2652919"/>
                  <a:pt x="2778733" y="2652919"/>
                  <a:pt x="2754203" y="2642946"/>
                </a:cubicBezTo>
                <a:cubicBezTo>
                  <a:pt x="2750698" y="2641701"/>
                  <a:pt x="2747195" y="2642946"/>
                  <a:pt x="2744392" y="2644818"/>
                </a:cubicBezTo>
                <a:cubicBezTo>
                  <a:pt x="2741589" y="2646687"/>
                  <a:pt x="2738086" y="2649181"/>
                  <a:pt x="2735982" y="2652919"/>
                </a:cubicBezTo>
                <a:cubicBezTo>
                  <a:pt x="2726871" y="2669123"/>
                  <a:pt x="2717057" y="2680340"/>
                  <a:pt x="2700940" y="2677224"/>
                </a:cubicBezTo>
                <a:cubicBezTo>
                  <a:pt x="2683419" y="2674109"/>
                  <a:pt x="2665196" y="2672863"/>
                  <a:pt x="2648375" y="2660398"/>
                </a:cubicBezTo>
                <a:cubicBezTo>
                  <a:pt x="2637164" y="2652297"/>
                  <a:pt x="2628051" y="2655413"/>
                  <a:pt x="2619640" y="2664760"/>
                </a:cubicBezTo>
                <a:cubicBezTo>
                  <a:pt x="2608429" y="2676602"/>
                  <a:pt x="2595113" y="2681588"/>
                  <a:pt x="2580396" y="2682211"/>
                </a:cubicBezTo>
                <a:cubicBezTo>
                  <a:pt x="2558667" y="2682211"/>
                  <a:pt x="2536944" y="2682211"/>
                  <a:pt x="2515217" y="2682211"/>
                </a:cubicBezTo>
                <a:lnTo>
                  <a:pt x="2482279" y="2681588"/>
                </a:lnTo>
                <a:cubicBezTo>
                  <a:pt x="2471765" y="2681588"/>
                  <a:pt x="2460550" y="2680340"/>
                  <a:pt x="2449336" y="2680965"/>
                </a:cubicBezTo>
                <a:cubicBezTo>
                  <a:pt x="2443030" y="2680965"/>
                  <a:pt x="2435320" y="2673486"/>
                  <a:pt x="2428313" y="2667877"/>
                </a:cubicBezTo>
                <a:cubicBezTo>
                  <a:pt x="2402381" y="2646687"/>
                  <a:pt x="2402381" y="2646687"/>
                  <a:pt x="2386262" y="2648556"/>
                </a:cubicBezTo>
                <a:cubicBezTo>
                  <a:pt x="2375048" y="2649803"/>
                  <a:pt x="2363836" y="2651672"/>
                  <a:pt x="2352622" y="2653541"/>
                </a:cubicBezTo>
                <a:cubicBezTo>
                  <a:pt x="2351921" y="2652297"/>
                  <a:pt x="2351221" y="2649803"/>
                  <a:pt x="2350519" y="2647933"/>
                </a:cubicBezTo>
                <a:cubicBezTo>
                  <a:pt x="2349819" y="2648556"/>
                  <a:pt x="2349819" y="2648556"/>
                  <a:pt x="2349118" y="2649181"/>
                </a:cubicBezTo>
                <a:cubicBezTo>
                  <a:pt x="2347716" y="2666008"/>
                  <a:pt x="2342107" y="2681588"/>
                  <a:pt x="2330896" y="2681588"/>
                </a:cubicBezTo>
                <a:cubicBezTo>
                  <a:pt x="2316178" y="2681588"/>
                  <a:pt x="2300758" y="2684704"/>
                  <a:pt x="2285340" y="2685327"/>
                </a:cubicBezTo>
                <a:cubicBezTo>
                  <a:pt x="2269923" y="2686573"/>
                  <a:pt x="2254504" y="2685327"/>
                  <a:pt x="2238385" y="2680340"/>
                </a:cubicBezTo>
                <a:cubicBezTo>
                  <a:pt x="2229276" y="2677224"/>
                  <a:pt x="2225067" y="2669745"/>
                  <a:pt x="2218761" y="2659773"/>
                </a:cubicBezTo>
                <a:cubicBezTo>
                  <a:pt x="2206847" y="2641077"/>
                  <a:pt x="2206148" y="2641701"/>
                  <a:pt x="2175309" y="2634845"/>
                </a:cubicBezTo>
                <a:cubicBezTo>
                  <a:pt x="2166197" y="2632352"/>
                  <a:pt x="2157788" y="2626743"/>
                  <a:pt x="2157788" y="2614278"/>
                </a:cubicBezTo>
                <a:cubicBezTo>
                  <a:pt x="2157788" y="2606799"/>
                  <a:pt x="2166197" y="2598074"/>
                  <a:pt x="2172506" y="2597452"/>
                </a:cubicBezTo>
                <a:cubicBezTo>
                  <a:pt x="2235582" y="2590595"/>
                  <a:pt x="2298658" y="2576884"/>
                  <a:pt x="2360330" y="2582494"/>
                </a:cubicBezTo>
                <a:cubicBezTo>
                  <a:pt x="2377151" y="2583740"/>
                  <a:pt x="2393971" y="2584364"/>
                  <a:pt x="2410092" y="2584986"/>
                </a:cubicBezTo>
                <a:cubicBezTo>
                  <a:pt x="2426909" y="2585610"/>
                  <a:pt x="2443030" y="2585610"/>
                  <a:pt x="2459151" y="2586857"/>
                </a:cubicBezTo>
                <a:cubicBezTo>
                  <a:pt x="2491389" y="2588727"/>
                  <a:pt x="2522927" y="2590595"/>
                  <a:pt x="2555164" y="2592465"/>
                </a:cubicBezTo>
                <a:cubicBezTo>
                  <a:pt x="2565678" y="2593089"/>
                  <a:pt x="2576891" y="2593089"/>
                  <a:pt x="2588104" y="2593711"/>
                </a:cubicBezTo>
                <a:cubicBezTo>
                  <a:pt x="2599317" y="2594336"/>
                  <a:pt x="2610530" y="2594336"/>
                  <a:pt x="2621045" y="2594336"/>
                </a:cubicBezTo>
                <a:cubicBezTo>
                  <a:pt x="2642769" y="2593711"/>
                  <a:pt x="2664496" y="2592465"/>
                  <a:pt x="2685521" y="2589350"/>
                </a:cubicBezTo>
                <a:cubicBezTo>
                  <a:pt x="2696734" y="2587479"/>
                  <a:pt x="2708650" y="2584986"/>
                  <a:pt x="2719862" y="2582494"/>
                </a:cubicBezTo>
                <a:cubicBezTo>
                  <a:pt x="2731077" y="2580624"/>
                  <a:pt x="2742288" y="2578132"/>
                  <a:pt x="2753503" y="2577507"/>
                </a:cubicBezTo>
                <a:cubicBezTo>
                  <a:pt x="2776629" y="2575639"/>
                  <a:pt x="2799058" y="2577507"/>
                  <a:pt x="2822186" y="2591843"/>
                </a:cubicBezTo>
                <a:cubicBezTo>
                  <a:pt x="2824988" y="2593089"/>
                  <a:pt x="2829194" y="2593711"/>
                  <a:pt x="2831996" y="2591843"/>
                </a:cubicBezTo>
                <a:cubicBezTo>
                  <a:pt x="2837603" y="2588727"/>
                  <a:pt x="2843208" y="2586234"/>
                  <a:pt x="2848817" y="2584364"/>
                </a:cubicBezTo>
                <a:cubicBezTo>
                  <a:pt x="2854423" y="2581870"/>
                  <a:pt x="2860031" y="2581248"/>
                  <a:pt x="2865635" y="2580001"/>
                </a:cubicBezTo>
                <a:cubicBezTo>
                  <a:pt x="2876852" y="2578132"/>
                  <a:pt x="2888764" y="2577507"/>
                  <a:pt x="2899979" y="2578132"/>
                </a:cubicBezTo>
                <a:cubicBezTo>
                  <a:pt x="2911193" y="2578755"/>
                  <a:pt x="2923105" y="2579378"/>
                  <a:pt x="2934320" y="2580624"/>
                </a:cubicBezTo>
                <a:cubicBezTo>
                  <a:pt x="2946234" y="2581870"/>
                  <a:pt x="2957449" y="2583118"/>
                  <a:pt x="2969360" y="2583118"/>
                </a:cubicBezTo>
                <a:cubicBezTo>
                  <a:pt x="2987584" y="2583740"/>
                  <a:pt x="3005105" y="2583740"/>
                  <a:pt x="3023327" y="2580624"/>
                </a:cubicBezTo>
                <a:cubicBezTo>
                  <a:pt x="3040848" y="2577507"/>
                  <a:pt x="3059069" y="2571275"/>
                  <a:pt x="3076589" y="2558811"/>
                </a:cubicBezTo>
                <a:cubicBezTo>
                  <a:pt x="3086404" y="2551956"/>
                  <a:pt x="3098317" y="2551332"/>
                  <a:pt x="3109530" y="2551956"/>
                </a:cubicBezTo>
                <a:close/>
                <a:moveTo>
                  <a:pt x="4280635" y="2537621"/>
                </a:moveTo>
                <a:cubicBezTo>
                  <a:pt x="4277130" y="2536998"/>
                  <a:pt x="4271524" y="2541985"/>
                  <a:pt x="4268020" y="2545723"/>
                </a:cubicBezTo>
                <a:cubicBezTo>
                  <a:pt x="4262413" y="2551332"/>
                  <a:pt x="4262413" y="2563797"/>
                  <a:pt x="4272224" y="2568160"/>
                </a:cubicBezTo>
                <a:cubicBezTo>
                  <a:pt x="4317781" y="2588727"/>
                  <a:pt x="4364736" y="2600567"/>
                  <a:pt x="4417999" y="2598698"/>
                </a:cubicBezTo>
                <a:cubicBezTo>
                  <a:pt x="4420802" y="2598698"/>
                  <a:pt x="4425709" y="2594336"/>
                  <a:pt x="4429914" y="2591843"/>
                </a:cubicBezTo>
                <a:cubicBezTo>
                  <a:pt x="4427811" y="2587479"/>
                  <a:pt x="4426410" y="2582494"/>
                  <a:pt x="4423607" y="2578755"/>
                </a:cubicBezTo>
                <a:cubicBezTo>
                  <a:pt x="4420802" y="2575015"/>
                  <a:pt x="4417298" y="2571275"/>
                  <a:pt x="4413796" y="2570030"/>
                </a:cubicBezTo>
                <a:cubicBezTo>
                  <a:pt x="4402581" y="2566290"/>
                  <a:pt x="4392070" y="2563174"/>
                  <a:pt x="4378052" y="2559435"/>
                </a:cubicBezTo>
                <a:cubicBezTo>
                  <a:pt x="4364736" y="2555695"/>
                  <a:pt x="4348617" y="2551332"/>
                  <a:pt x="4327590" y="2545100"/>
                </a:cubicBezTo>
                <a:cubicBezTo>
                  <a:pt x="4325490" y="2544477"/>
                  <a:pt x="4303063" y="2540739"/>
                  <a:pt x="4280635" y="2537621"/>
                </a:cubicBezTo>
                <a:close/>
                <a:moveTo>
                  <a:pt x="3692629" y="2509577"/>
                </a:moveTo>
                <a:lnTo>
                  <a:pt x="3684217" y="2514562"/>
                </a:lnTo>
                <a:lnTo>
                  <a:pt x="3691928" y="2518924"/>
                </a:lnTo>
                <a:close/>
                <a:moveTo>
                  <a:pt x="1796153" y="2391162"/>
                </a:moveTo>
                <a:cubicBezTo>
                  <a:pt x="1796153" y="2392408"/>
                  <a:pt x="1796853" y="2393655"/>
                  <a:pt x="1797555" y="2394901"/>
                </a:cubicBezTo>
                <a:lnTo>
                  <a:pt x="1794050" y="2394901"/>
                </a:lnTo>
                <a:cubicBezTo>
                  <a:pt x="1792648" y="2394901"/>
                  <a:pt x="1791948" y="2394901"/>
                  <a:pt x="1790547" y="2394278"/>
                </a:cubicBezTo>
                <a:cubicBezTo>
                  <a:pt x="1792648" y="2393030"/>
                  <a:pt x="1794050" y="2392408"/>
                  <a:pt x="1796153" y="2391162"/>
                </a:cubicBezTo>
                <a:close/>
                <a:moveTo>
                  <a:pt x="1746043" y="2386098"/>
                </a:moveTo>
                <a:cubicBezTo>
                  <a:pt x="1760586" y="2386020"/>
                  <a:pt x="1775478" y="2388670"/>
                  <a:pt x="1790547" y="2393655"/>
                </a:cubicBezTo>
                <a:cubicBezTo>
                  <a:pt x="1766718" y="2407366"/>
                  <a:pt x="1740086" y="2414845"/>
                  <a:pt x="1711352" y="2416716"/>
                </a:cubicBezTo>
                <a:cubicBezTo>
                  <a:pt x="1698736" y="2417961"/>
                  <a:pt x="1693130" y="2414222"/>
                  <a:pt x="1695933" y="2404250"/>
                </a:cubicBezTo>
                <a:cubicBezTo>
                  <a:pt x="1696633" y="2399887"/>
                  <a:pt x="1700137" y="2396149"/>
                  <a:pt x="1703642" y="2394901"/>
                </a:cubicBezTo>
                <a:cubicBezTo>
                  <a:pt x="1717308" y="2388980"/>
                  <a:pt x="1731500" y="2386177"/>
                  <a:pt x="1746043" y="2386098"/>
                </a:cubicBezTo>
                <a:close/>
                <a:moveTo>
                  <a:pt x="2420603" y="2303911"/>
                </a:moveTo>
                <a:cubicBezTo>
                  <a:pt x="2404483" y="2299548"/>
                  <a:pt x="2391169" y="2305157"/>
                  <a:pt x="2389765" y="2316999"/>
                </a:cubicBezTo>
                <a:cubicBezTo>
                  <a:pt x="2389065" y="2321361"/>
                  <a:pt x="2391869" y="2326970"/>
                  <a:pt x="2392571" y="2331956"/>
                </a:cubicBezTo>
                <a:cubicBezTo>
                  <a:pt x="2400980" y="2353769"/>
                  <a:pt x="2424809" y="2356262"/>
                  <a:pt x="2431815" y="2339435"/>
                </a:cubicBezTo>
                <a:cubicBezTo>
                  <a:pt x="2436022" y="2330710"/>
                  <a:pt x="2436723" y="2321361"/>
                  <a:pt x="2431115" y="2312014"/>
                </a:cubicBezTo>
                <a:cubicBezTo>
                  <a:pt x="2428313" y="2308273"/>
                  <a:pt x="2424107" y="2304533"/>
                  <a:pt x="2420603" y="2303911"/>
                </a:cubicBezTo>
                <a:close/>
                <a:moveTo>
                  <a:pt x="11828688" y="2025951"/>
                </a:moveTo>
                <a:cubicBezTo>
                  <a:pt x="11855320" y="2027197"/>
                  <a:pt x="11874243" y="2044023"/>
                  <a:pt x="11893166" y="2060229"/>
                </a:cubicBezTo>
                <a:cubicBezTo>
                  <a:pt x="11895969" y="2063345"/>
                  <a:pt x="11895969" y="2070199"/>
                  <a:pt x="11897371" y="2075185"/>
                </a:cubicBezTo>
                <a:cubicBezTo>
                  <a:pt x="11893867" y="2077677"/>
                  <a:pt x="11890363" y="2082041"/>
                  <a:pt x="11886859" y="2082664"/>
                </a:cubicBezTo>
                <a:cubicBezTo>
                  <a:pt x="11854619" y="2087650"/>
                  <a:pt x="11827287" y="2080793"/>
                  <a:pt x="11813970" y="2047141"/>
                </a:cubicBezTo>
                <a:cubicBezTo>
                  <a:pt x="11812568" y="2043400"/>
                  <a:pt x="11813970" y="2037169"/>
                  <a:pt x="11816074" y="2034053"/>
                </a:cubicBezTo>
                <a:cubicBezTo>
                  <a:pt x="11818875" y="2030313"/>
                  <a:pt x="11825184" y="2025951"/>
                  <a:pt x="11828688" y="2025951"/>
                </a:cubicBezTo>
                <a:close/>
                <a:moveTo>
                  <a:pt x="11438320" y="1948047"/>
                </a:moveTo>
                <a:cubicBezTo>
                  <a:pt x="11448832" y="1947424"/>
                  <a:pt x="11458643" y="1949295"/>
                  <a:pt x="11468454" y="1949918"/>
                </a:cubicBezTo>
                <a:cubicBezTo>
                  <a:pt x="11523822" y="1954903"/>
                  <a:pt x="11570778" y="1988558"/>
                  <a:pt x="11626845" y="1992297"/>
                </a:cubicBezTo>
                <a:cubicBezTo>
                  <a:pt x="11631750" y="1992297"/>
                  <a:pt x="11637358" y="1995412"/>
                  <a:pt x="11640161" y="1999153"/>
                </a:cubicBezTo>
                <a:cubicBezTo>
                  <a:pt x="11646469" y="2006630"/>
                  <a:pt x="11656281" y="2014732"/>
                  <a:pt x="11655581" y="2022834"/>
                </a:cubicBezTo>
                <a:cubicBezTo>
                  <a:pt x="11654878" y="2035299"/>
                  <a:pt x="11644366" y="2038415"/>
                  <a:pt x="11631750" y="2035299"/>
                </a:cubicBezTo>
                <a:cubicBezTo>
                  <a:pt x="11607221" y="2029689"/>
                  <a:pt x="11582693" y="2025327"/>
                  <a:pt x="11557463" y="2019718"/>
                </a:cubicBezTo>
                <a:cubicBezTo>
                  <a:pt x="11557463" y="2019095"/>
                  <a:pt x="11558162" y="2017849"/>
                  <a:pt x="11558162" y="2017225"/>
                </a:cubicBezTo>
                <a:cubicBezTo>
                  <a:pt x="11523822" y="2009746"/>
                  <a:pt x="11489479" y="2003514"/>
                  <a:pt x="11455139" y="1995412"/>
                </a:cubicBezTo>
                <a:cubicBezTo>
                  <a:pt x="11446027" y="1993542"/>
                  <a:pt x="11436218" y="1987310"/>
                  <a:pt x="11430610" y="1979831"/>
                </a:cubicBezTo>
                <a:cubicBezTo>
                  <a:pt x="11425704" y="1973600"/>
                  <a:pt x="11425003" y="1962382"/>
                  <a:pt x="11424303" y="1953033"/>
                </a:cubicBezTo>
                <a:cubicBezTo>
                  <a:pt x="11424303" y="1952411"/>
                  <a:pt x="11433413" y="1948047"/>
                  <a:pt x="11438320" y="1948047"/>
                </a:cubicBezTo>
                <a:close/>
                <a:moveTo>
                  <a:pt x="10645669" y="1838359"/>
                </a:moveTo>
                <a:cubicBezTo>
                  <a:pt x="10650574" y="1838982"/>
                  <a:pt x="10656182" y="1837111"/>
                  <a:pt x="10660387" y="1838982"/>
                </a:cubicBezTo>
                <a:cubicBezTo>
                  <a:pt x="10663190" y="1840852"/>
                  <a:pt x="10665293" y="1848954"/>
                  <a:pt x="10663190" y="1852070"/>
                </a:cubicBezTo>
                <a:cubicBezTo>
                  <a:pt x="10661087" y="1855809"/>
                  <a:pt x="10654078" y="1858301"/>
                  <a:pt x="10650574" y="1857679"/>
                </a:cubicBezTo>
                <a:cubicBezTo>
                  <a:pt x="10646370" y="1857055"/>
                  <a:pt x="10642165" y="1853315"/>
                  <a:pt x="10640062" y="1848954"/>
                </a:cubicBezTo>
                <a:cubicBezTo>
                  <a:pt x="10638661" y="1847084"/>
                  <a:pt x="10643566" y="1842098"/>
                  <a:pt x="10645669" y="1838359"/>
                </a:cubicBezTo>
                <a:close/>
                <a:moveTo>
                  <a:pt x="11909286" y="1825893"/>
                </a:moveTo>
                <a:cubicBezTo>
                  <a:pt x="11916994" y="1822154"/>
                  <a:pt x="11924002" y="1822154"/>
                  <a:pt x="11931010" y="1827139"/>
                </a:cubicBezTo>
                <a:cubicBezTo>
                  <a:pt x="11940122" y="1834618"/>
                  <a:pt x="11942224" y="1841475"/>
                  <a:pt x="11935918" y="1848330"/>
                </a:cubicBezTo>
                <a:cubicBezTo>
                  <a:pt x="11933114" y="1851447"/>
                  <a:pt x="11927506" y="1853315"/>
                  <a:pt x="11924002" y="1853315"/>
                </a:cubicBezTo>
                <a:cubicBezTo>
                  <a:pt x="11909985" y="1852692"/>
                  <a:pt x="11907884" y="1847084"/>
                  <a:pt x="11909286" y="1825893"/>
                </a:cubicBezTo>
                <a:close/>
                <a:moveTo>
                  <a:pt x="11907884" y="1824023"/>
                </a:moveTo>
                <a:lnTo>
                  <a:pt x="11909284" y="1824023"/>
                </a:lnTo>
                <a:cubicBezTo>
                  <a:pt x="11909284" y="1824647"/>
                  <a:pt x="11909284" y="1825271"/>
                  <a:pt x="11909284" y="1825893"/>
                </a:cubicBezTo>
                <a:cubicBezTo>
                  <a:pt x="11907884" y="1826516"/>
                  <a:pt x="11906480" y="1826516"/>
                  <a:pt x="11905780" y="1827764"/>
                </a:cubicBezTo>
                <a:cubicBezTo>
                  <a:pt x="11906480" y="1826516"/>
                  <a:pt x="11907181" y="1825271"/>
                  <a:pt x="11907884" y="1824023"/>
                </a:cubicBezTo>
                <a:close/>
                <a:moveTo>
                  <a:pt x="10241984" y="1779150"/>
                </a:moveTo>
                <a:cubicBezTo>
                  <a:pt x="10243387" y="1779774"/>
                  <a:pt x="10242685" y="1786007"/>
                  <a:pt x="10242685" y="1789123"/>
                </a:cubicBezTo>
                <a:cubicBezTo>
                  <a:pt x="10230770" y="1794109"/>
                  <a:pt x="10225867" y="1790369"/>
                  <a:pt x="10230770" y="1779774"/>
                </a:cubicBezTo>
                <a:cubicBezTo>
                  <a:pt x="10231473" y="1777905"/>
                  <a:pt x="10239181" y="1777905"/>
                  <a:pt x="10241984" y="1779150"/>
                </a:cubicBezTo>
                <a:close/>
                <a:moveTo>
                  <a:pt x="9872642" y="1374054"/>
                </a:moveTo>
                <a:cubicBezTo>
                  <a:pt x="9906984" y="1385270"/>
                  <a:pt x="9943428" y="1380907"/>
                  <a:pt x="9978469" y="1387142"/>
                </a:cubicBezTo>
                <a:cubicBezTo>
                  <a:pt x="10058365" y="1400852"/>
                  <a:pt x="10138962" y="1413317"/>
                  <a:pt x="10218858" y="1426405"/>
                </a:cubicBezTo>
                <a:cubicBezTo>
                  <a:pt x="10299455" y="1439493"/>
                  <a:pt x="10379351" y="1452581"/>
                  <a:pt x="10457844" y="1470652"/>
                </a:cubicBezTo>
                <a:cubicBezTo>
                  <a:pt x="10492186" y="1478755"/>
                  <a:pt x="10527927" y="1483740"/>
                  <a:pt x="10563671" y="1483740"/>
                </a:cubicBezTo>
                <a:cubicBezTo>
                  <a:pt x="10585397" y="1483740"/>
                  <a:pt x="10607123" y="1484365"/>
                  <a:pt x="10628850" y="1486234"/>
                </a:cubicBezTo>
                <a:cubicBezTo>
                  <a:pt x="10650574" y="1488104"/>
                  <a:pt x="10672302" y="1489973"/>
                  <a:pt x="10693326" y="1493089"/>
                </a:cubicBezTo>
                <a:cubicBezTo>
                  <a:pt x="10735377" y="1499322"/>
                  <a:pt x="10777428" y="1508048"/>
                  <a:pt x="10818776" y="1519266"/>
                </a:cubicBezTo>
                <a:cubicBezTo>
                  <a:pt x="10848212" y="1527368"/>
                  <a:pt x="10878348" y="1530483"/>
                  <a:pt x="10908484" y="1534847"/>
                </a:cubicBezTo>
                <a:cubicBezTo>
                  <a:pt x="11013611" y="1551050"/>
                  <a:pt x="11119439" y="1561022"/>
                  <a:pt x="11224565" y="1576603"/>
                </a:cubicBezTo>
                <a:cubicBezTo>
                  <a:pt x="11261708" y="1582211"/>
                  <a:pt x="11299554" y="1587821"/>
                  <a:pt x="11336699" y="1594676"/>
                </a:cubicBezTo>
                <a:cubicBezTo>
                  <a:pt x="11373842" y="1601532"/>
                  <a:pt x="11410988" y="1609010"/>
                  <a:pt x="11448132" y="1615865"/>
                </a:cubicBezTo>
                <a:cubicBezTo>
                  <a:pt x="11522421" y="1630823"/>
                  <a:pt x="11596009" y="1647650"/>
                  <a:pt x="11668896" y="1666971"/>
                </a:cubicBezTo>
                <a:cubicBezTo>
                  <a:pt x="11692724" y="1673202"/>
                  <a:pt x="11719358" y="1675072"/>
                  <a:pt x="11743887" y="1670710"/>
                </a:cubicBezTo>
                <a:cubicBezTo>
                  <a:pt x="11802758" y="1660115"/>
                  <a:pt x="11853918" y="1679434"/>
                  <a:pt x="11906481" y="1697509"/>
                </a:cubicBezTo>
                <a:cubicBezTo>
                  <a:pt x="11935918" y="1729917"/>
                  <a:pt x="11980069" y="1726177"/>
                  <a:pt x="12015813" y="1743004"/>
                </a:cubicBezTo>
                <a:cubicBezTo>
                  <a:pt x="12020018" y="1744873"/>
                  <a:pt x="12022821" y="1750483"/>
                  <a:pt x="12026326" y="1754223"/>
                </a:cubicBezTo>
                <a:cubicBezTo>
                  <a:pt x="12018616" y="1759832"/>
                  <a:pt x="12010907" y="1768556"/>
                  <a:pt x="12002498" y="1769804"/>
                </a:cubicBezTo>
                <a:cubicBezTo>
                  <a:pt x="11987078" y="1771672"/>
                  <a:pt x="11972361" y="1767310"/>
                  <a:pt x="11956943" y="1768556"/>
                </a:cubicBezTo>
                <a:cubicBezTo>
                  <a:pt x="11940823" y="1769804"/>
                  <a:pt x="11929609" y="1779775"/>
                  <a:pt x="11923302" y="1797848"/>
                </a:cubicBezTo>
                <a:cubicBezTo>
                  <a:pt x="11919798" y="1807197"/>
                  <a:pt x="11914191" y="1815300"/>
                  <a:pt x="11908585" y="1823401"/>
                </a:cubicBezTo>
                <a:cubicBezTo>
                  <a:pt x="11888261" y="1822154"/>
                  <a:pt x="11869338" y="1817169"/>
                  <a:pt x="11860227" y="1795355"/>
                </a:cubicBezTo>
                <a:cubicBezTo>
                  <a:pt x="11849714" y="1769180"/>
                  <a:pt x="11832893" y="1751730"/>
                  <a:pt x="11806263" y="1746121"/>
                </a:cubicBezTo>
                <a:cubicBezTo>
                  <a:pt x="11722162" y="1728047"/>
                  <a:pt x="11638760" y="1706858"/>
                  <a:pt x="11549753" y="1718698"/>
                </a:cubicBezTo>
                <a:cubicBezTo>
                  <a:pt x="11518216" y="1722438"/>
                  <a:pt x="11488781" y="1716830"/>
                  <a:pt x="11460748" y="1704364"/>
                </a:cubicBezTo>
                <a:cubicBezTo>
                  <a:pt x="11428508" y="1690030"/>
                  <a:pt x="11396270" y="1676318"/>
                  <a:pt x="11363329" y="1664479"/>
                </a:cubicBezTo>
                <a:cubicBezTo>
                  <a:pt x="11325485" y="1651390"/>
                  <a:pt x="11286938" y="1640172"/>
                  <a:pt x="11247690" y="1629577"/>
                </a:cubicBezTo>
                <a:cubicBezTo>
                  <a:pt x="11233674" y="1625836"/>
                  <a:pt x="11216854" y="1625214"/>
                  <a:pt x="11202838" y="1635809"/>
                </a:cubicBezTo>
                <a:cubicBezTo>
                  <a:pt x="11165693" y="1663231"/>
                  <a:pt x="11136959" y="1649519"/>
                  <a:pt x="11106122" y="1629577"/>
                </a:cubicBezTo>
                <a:cubicBezTo>
                  <a:pt x="11084396" y="1615241"/>
                  <a:pt x="11054959" y="1612126"/>
                  <a:pt x="11031833" y="1623967"/>
                </a:cubicBezTo>
                <a:cubicBezTo>
                  <a:pt x="10989783" y="1645781"/>
                  <a:pt x="10953338" y="1643288"/>
                  <a:pt x="10912691" y="1631446"/>
                </a:cubicBezTo>
                <a:cubicBezTo>
                  <a:pt x="10835597" y="1608388"/>
                  <a:pt x="10755001" y="1595922"/>
                  <a:pt x="10674405" y="1585329"/>
                </a:cubicBezTo>
                <a:cubicBezTo>
                  <a:pt x="10649173" y="1582211"/>
                  <a:pt x="10624645" y="1577849"/>
                  <a:pt x="10599413" y="1573485"/>
                </a:cubicBezTo>
                <a:lnTo>
                  <a:pt x="10524423" y="1559152"/>
                </a:lnTo>
                <a:lnTo>
                  <a:pt x="10345010" y="1526120"/>
                </a:lnTo>
                <a:cubicBezTo>
                  <a:pt x="10284737" y="1514902"/>
                  <a:pt x="10225164" y="1504307"/>
                  <a:pt x="10165594" y="1491843"/>
                </a:cubicBezTo>
                <a:cubicBezTo>
                  <a:pt x="10066074" y="1471277"/>
                  <a:pt x="9967254" y="1448218"/>
                  <a:pt x="9868436" y="1426405"/>
                </a:cubicBezTo>
                <a:cubicBezTo>
                  <a:pt x="9863532" y="1425157"/>
                  <a:pt x="9860027" y="1421419"/>
                  <a:pt x="9855121" y="1419548"/>
                </a:cubicBezTo>
                <a:cubicBezTo>
                  <a:pt x="9841806" y="1415185"/>
                  <a:pt x="9839001" y="1406461"/>
                  <a:pt x="9848815" y="1392750"/>
                </a:cubicBezTo>
                <a:cubicBezTo>
                  <a:pt x="9855823" y="1385270"/>
                  <a:pt x="9867735" y="1372183"/>
                  <a:pt x="9872642" y="1374054"/>
                </a:cubicBezTo>
                <a:close/>
                <a:moveTo>
                  <a:pt x="8743587" y="1107933"/>
                </a:moveTo>
                <a:cubicBezTo>
                  <a:pt x="8780733" y="1105441"/>
                  <a:pt x="8815074" y="1112297"/>
                  <a:pt x="8848713" y="1121645"/>
                </a:cubicBezTo>
                <a:cubicBezTo>
                  <a:pt x="8916696" y="1140341"/>
                  <a:pt x="8983275" y="1160908"/>
                  <a:pt x="9050557" y="1180228"/>
                </a:cubicBezTo>
                <a:lnTo>
                  <a:pt x="9050557" y="1179606"/>
                </a:lnTo>
                <a:cubicBezTo>
                  <a:pt x="9089104" y="1190823"/>
                  <a:pt x="9127648" y="1202043"/>
                  <a:pt x="9166195" y="1212013"/>
                </a:cubicBezTo>
                <a:cubicBezTo>
                  <a:pt x="9199835" y="1220739"/>
                  <a:pt x="9234877" y="1227594"/>
                  <a:pt x="9268517" y="1236319"/>
                </a:cubicBezTo>
                <a:cubicBezTo>
                  <a:pt x="9282534" y="1240058"/>
                  <a:pt x="9296552" y="1245668"/>
                  <a:pt x="9309867" y="1251901"/>
                </a:cubicBezTo>
                <a:cubicBezTo>
                  <a:pt x="9314072" y="1253769"/>
                  <a:pt x="9315473" y="1260002"/>
                  <a:pt x="9318278" y="1264364"/>
                </a:cubicBezTo>
                <a:cubicBezTo>
                  <a:pt x="9310569" y="1269350"/>
                  <a:pt x="9301458" y="1279322"/>
                  <a:pt x="9296552" y="1278077"/>
                </a:cubicBezTo>
                <a:cubicBezTo>
                  <a:pt x="9185818" y="1246290"/>
                  <a:pt x="9073683" y="1220739"/>
                  <a:pt x="8958044" y="1206403"/>
                </a:cubicBezTo>
                <a:cubicBezTo>
                  <a:pt x="8897773" y="1199550"/>
                  <a:pt x="8839603" y="1182722"/>
                  <a:pt x="8780733" y="1169634"/>
                </a:cubicBezTo>
                <a:cubicBezTo>
                  <a:pt x="8761110" y="1165272"/>
                  <a:pt x="8741486" y="1159663"/>
                  <a:pt x="8723263" y="1152184"/>
                </a:cubicBezTo>
                <a:cubicBezTo>
                  <a:pt x="8715554" y="1148444"/>
                  <a:pt x="8709245" y="1139719"/>
                  <a:pt x="8704340" y="1131616"/>
                </a:cubicBezTo>
                <a:cubicBezTo>
                  <a:pt x="8700135" y="1124761"/>
                  <a:pt x="8728170" y="1109181"/>
                  <a:pt x="8743587" y="1107933"/>
                </a:cubicBezTo>
                <a:close/>
                <a:moveTo>
                  <a:pt x="7895570" y="918473"/>
                </a:moveTo>
                <a:cubicBezTo>
                  <a:pt x="7896972" y="919721"/>
                  <a:pt x="7899074" y="920965"/>
                  <a:pt x="7900476" y="922213"/>
                </a:cubicBezTo>
                <a:cubicBezTo>
                  <a:pt x="7899074" y="922213"/>
                  <a:pt x="7898373" y="922213"/>
                  <a:pt x="7897673" y="922836"/>
                </a:cubicBezTo>
                <a:cubicBezTo>
                  <a:pt x="7894869" y="922213"/>
                  <a:pt x="7891365" y="922213"/>
                  <a:pt x="7888562" y="921590"/>
                </a:cubicBezTo>
                <a:close/>
                <a:moveTo>
                  <a:pt x="7929386" y="918239"/>
                </a:moveTo>
                <a:cubicBezTo>
                  <a:pt x="7938848" y="918472"/>
                  <a:pt x="7948133" y="920030"/>
                  <a:pt x="7957245" y="922835"/>
                </a:cubicBezTo>
                <a:cubicBezTo>
                  <a:pt x="8003500" y="937794"/>
                  <a:pt x="8050455" y="953374"/>
                  <a:pt x="8096711" y="969578"/>
                </a:cubicBezTo>
                <a:cubicBezTo>
                  <a:pt x="8105822" y="972694"/>
                  <a:pt x="8112830" y="979548"/>
                  <a:pt x="8119840" y="984535"/>
                </a:cubicBezTo>
                <a:cubicBezTo>
                  <a:pt x="8072182" y="973940"/>
                  <a:pt x="8023825" y="963969"/>
                  <a:pt x="7975467" y="952749"/>
                </a:cubicBezTo>
                <a:cubicBezTo>
                  <a:pt x="7948833" y="946518"/>
                  <a:pt x="7922202" y="939662"/>
                  <a:pt x="7900476" y="921590"/>
                </a:cubicBezTo>
                <a:cubicBezTo>
                  <a:pt x="7910288" y="919096"/>
                  <a:pt x="7919924" y="918006"/>
                  <a:pt x="7929386" y="918239"/>
                </a:cubicBezTo>
                <a:close/>
                <a:moveTo>
                  <a:pt x="7245192" y="748330"/>
                </a:moveTo>
                <a:cubicBezTo>
                  <a:pt x="7358025" y="758302"/>
                  <a:pt x="7465956" y="785101"/>
                  <a:pt x="7573184" y="811279"/>
                </a:cubicBezTo>
                <a:cubicBezTo>
                  <a:pt x="7636260" y="826236"/>
                  <a:pt x="7699336" y="843063"/>
                  <a:pt x="7753301" y="881704"/>
                </a:cubicBezTo>
                <a:cubicBezTo>
                  <a:pt x="7791846" y="908502"/>
                  <a:pt x="7840204" y="915357"/>
                  <a:pt x="7888562" y="920965"/>
                </a:cubicBezTo>
                <a:cubicBezTo>
                  <a:pt x="7871041" y="928444"/>
                  <a:pt x="7853519" y="935923"/>
                  <a:pt x="7834598" y="931560"/>
                </a:cubicBezTo>
                <a:cubicBezTo>
                  <a:pt x="7770820" y="916603"/>
                  <a:pt x="7708447" y="896038"/>
                  <a:pt x="7642567" y="887312"/>
                </a:cubicBezTo>
                <a:cubicBezTo>
                  <a:pt x="7540245" y="874224"/>
                  <a:pt x="7444931" y="842440"/>
                  <a:pt x="7348215" y="814394"/>
                </a:cubicBezTo>
                <a:cubicBezTo>
                  <a:pt x="7308967" y="803176"/>
                  <a:pt x="7271823" y="788217"/>
                  <a:pt x="7234678" y="773884"/>
                </a:cubicBezTo>
                <a:cubicBezTo>
                  <a:pt x="7221363" y="768897"/>
                  <a:pt x="7220662" y="760173"/>
                  <a:pt x="7230472" y="753941"/>
                </a:cubicBezTo>
                <a:cubicBezTo>
                  <a:pt x="7235379" y="751447"/>
                  <a:pt x="7240984" y="747708"/>
                  <a:pt x="7245192" y="748330"/>
                </a:cubicBezTo>
                <a:close/>
                <a:moveTo>
                  <a:pt x="6824688" y="631163"/>
                </a:moveTo>
                <a:cubicBezTo>
                  <a:pt x="6852721" y="636149"/>
                  <a:pt x="6880753" y="642382"/>
                  <a:pt x="6906686" y="651106"/>
                </a:cubicBezTo>
                <a:cubicBezTo>
                  <a:pt x="6933318" y="659832"/>
                  <a:pt x="6957848" y="671673"/>
                  <a:pt x="6980975" y="687254"/>
                </a:cubicBezTo>
                <a:cubicBezTo>
                  <a:pt x="6985180" y="689747"/>
                  <a:pt x="6987983" y="695356"/>
                  <a:pt x="6987983" y="699718"/>
                </a:cubicBezTo>
                <a:cubicBezTo>
                  <a:pt x="6987282" y="707820"/>
                  <a:pt x="6978172" y="711560"/>
                  <a:pt x="6965556" y="709067"/>
                </a:cubicBezTo>
                <a:cubicBezTo>
                  <a:pt x="6953641" y="706573"/>
                  <a:pt x="6941027" y="704081"/>
                  <a:pt x="6928410" y="700965"/>
                </a:cubicBezTo>
                <a:cubicBezTo>
                  <a:pt x="6915797" y="698472"/>
                  <a:pt x="6903181" y="695356"/>
                  <a:pt x="6890566" y="692240"/>
                </a:cubicBezTo>
                <a:cubicBezTo>
                  <a:pt x="6867439" y="682892"/>
                  <a:pt x="6844311" y="672920"/>
                  <a:pt x="6821183" y="662325"/>
                </a:cubicBezTo>
                <a:cubicBezTo>
                  <a:pt x="6816978" y="660454"/>
                  <a:pt x="6814175" y="654846"/>
                  <a:pt x="6812072" y="651106"/>
                </a:cubicBezTo>
                <a:cubicBezTo>
                  <a:pt x="6810671" y="647367"/>
                  <a:pt x="6808568" y="641135"/>
                  <a:pt x="6810671" y="638642"/>
                </a:cubicBezTo>
                <a:cubicBezTo>
                  <a:pt x="6813473" y="634903"/>
                  <a:pt x="6820482" y="630540"/>
                  <a:pt x="6824688" y="631163"/>
                </a:cubicBezTo>
                <a:close/>
                <a:moveTo>
                  <a:pt x="6430112" y="533940"/>
                </a:moveTo>
                <a:cubicBezTo>
                  <a:pt x="6481975" y="529577"/>
                  <a:pt x="6524025" y="555129"/>
                  <a:pt x="6573086" y="560115"/>
                </a:cubicBezTo>
                <a:cubicBezTo>
                  <a:pt x="6616537" y="564477"/>
                  <a:pt x="6657186" y="578812"/>
                  <a:pt x="6698536" y="588784"/>
                </a:cubicBezTo>
                <a:cubicBezTo>
                  <a:pt x="6702740" y="590030"/>
                  <a:pt x="6707646" y="593769"/>
                  <a:pt x="6711150" y="596886"/>
                </a:cubicBezTo>
                <a:cubicBezTo>
                  <a:pt x="6714654" y="600624"/>
                  <a:pt x="6717459" y="604987"/>
                  <a:pt x="6720963" y="608727"/>
                </a:cubicBezTo>
                <a:cubicBezTo>
                  <a:pt x="6712552" y="614959"/>
                  <a:pt x="6704142" y="624931"/>
                  <a:pt x="6695731" y="626178"/>
                </a:cubicBezTo>
                <a:cubicBezTo>
                  <a:pt x="6633357" y="633656"/>
                  <a:pt x="6579393" y="613090"/>
                  <a:pt x="6521923" y="596263"/>
                </a:cubicBezTo>
                <a:cubicBezTo>
                  <a:pt x="6491086" y="586914"/>
                  <a:pt x="6460250" y="577565"/>
                  <a:pt x="6429412" y="567593"/>
                </a:cubicBezTo>
                <a:cubicBezTo>
                  <a:pt x="6425207" y="566348"/>
                  <a:pt x="6422403" y="560739"/>
                  <a:pt x="6419601" y="556376"/>
                </a:cubicBezTo>
                <a:cubicBezTo>
                  <a:pt x="6417497" y="552636"/>
                  <a:pt x="6414695" y="546404"/>
                  <a:pt x="6416097" y="543288"/>
                </a:cubicBezTo>
                <a:cubicBezTo>
                  <a:pt x="6418899" y="538925"/>
                  <a:pt x="6425207" y="534562"/>
                  <a:pt x="6430112" y="533940"/>
                </a:cubicBezTo>
                <a:close/>
                <a:moveTo>
                  <a:pt x="205248" y="482836"/>
                </a:moveTo>
                <a:cubicBezTo>
                  <a:pt x="210156" y="482212"/>
                  <a:pt x="216462" y="486575"/>
                  <a:pt x="222069" y="488445"/>
                </a:cubicBezTo>
                <a:cubicBezTo>
                  <a:pt x="216462" y="495924"/>
                  <a:pt x="212257" y="506518"/>
                  <a:pt x="203847" y="509635"/>
                </a:cubicBezTo>
                <a:cubicBezTo>
                  <a:pt x="189130" y="515867"/>
                  <a:pt x="173013" y="520229"/>
                  <a:pt x="156892" y="523345"/>
                </a:cubicBezTo>
                <a:cubicBezTo>
                  <a:pt x="140772" y="526461"/>
                  <a:pt x="124652" y="528955"/>
                  <a:pt x="108533" y="530824"/>
                </a:cubicBezTo>
                <a:cubicBezTo>
                  <a:pt x="76294" y="535187"/>
                  <a:pt x="43355" y="538303"/>
                  <a:pt x="11818" y="546404"/>
                </a:cubicBezTo>
                <a:lnTo>
                  <a:pt x="0" y="543462"/>
                </a:lnTo>
                <a:lnTo>
                  <a:pt x="0" y="527389"/>
                </a:lnTo>
                <a:lnTo>
                  <a:pt x="603" y="525839"/>
                </a:lnTo>
                <a:cubicBezTo>
                  <a:pt x="25134" y="517113"/>
                  <a:pt x="51766" y="504025"/>
                  <a:pt x="80499" y="498416"/>
                </a:cubicBezTo>
                <a:cubicBezTo>
                  <a:pt x="100823" y="494676"/>
                  <a:pt x="121849" y="491561"/>
                  <a:pt x="142174" y="489068"/>
                </a:cubicBezTo>
                <a:cubicBezTo>
                  <a:pt x="163199" y="486575"/>
                  <a:pt x="184224" y="484705"/>
                  <a:pt x="205248" y="482836"/>
                </a:cubicBezTo>
                <a:close/>
                <a:moveTo>
                  <a:pt x="803768" y="438586"/>
                </a:moveTo>
                <a:cubicBezTo>
                  <a:pt x="813577" y="437339"/>
                  <a:pt x="824792" y="441079"/>
                  <a:pt x="835304" y="442948"/>
                </a:cubicBezTo>
                <a:cubicBezTo>
                  <a:pt x="829697" y="454166"/>
                  <a:pt x="819885" y="458529"/>
                  <a:pt x="807269" y="461645"/>
                </a:cubicBezTo>
                <a:cubicBezTo>
                  <a:pt x="783442" y="466631"/>
                  <a:pt x="761016" y="472863"/>
                  <a:pt x="737887" y="479719"/>
                </a:cubicBezTo>
                <a:cubicBezTo>
                  <a:pt x="725272" y="482835"/>
                  <a:pt x="714758" y="482211"/>
                  <a:pt x="704948" y="474733"/>
                </a:cubicBezTo>
                <a:cubicBezTo>
                  <a:pt x="709152" y="470994"/>
                  <a:pt x="712658" y="466007"/>
                  <a:pt x="717563" y="463515"/>
                </a:cubicBezTo>
                <a:cubicBezTo>
                  <a:pt x="728775" y="458529"/>
                  <a:pt x="739990" y="455413"/>
                  <a:pt x="729475" y="459152"/>
                </a:cubicBezTo>
                <a:cubicBezTo>
                  <a:pt x="769425" y="447934"/>
                  <a:pt x="786245" y="441702"/>
                  <a:pt x="803768" y="438586"/>
                </a:cubicBezTo>
                <a:close/>
                <a:moveTo>
                  <a:pt x="1008414" y="386235"/>
                </a:moveTo>
                <a:cubicBezTo>
                  <a:pt x="1016474" y="384988"/>
                  <a:pt x="1022431" y="384988"/>
                  <a:pt x="1025934" y="386235"/>
                </a:cubicBezTo>
                <a:cubicBezTo>
                  <a:pt x="1029438" y="387481"/>
                  <a:pt x="1030490" y="389974"/>
                  <a:pt x="1028737" y="393713"/>
                </a:cubicBezTo>
                <a:cubicBezTo>
                  <a:pt x="1026637" y="397452"/>
                  <a:pt x="1020326" y="400568"/>
                  <a:pt x="1015423" y="402439"/>
                </a:cubicBezTo>
                <a:cubicBezTo>
                  <a:pt x="1004911" y="406178"/>
                  <a:pt x="994396" y="410540"/>
                  <a:pt x="983182" y="411787"/>
                </a:cubicBezTo>
                <a:cubicBezTo>
                  <a:pt x="972670" y="413034"/>
                  <a:pt x="961458" y="411164"/>
                  <a:pt x="950244" y="410540"/>
                </a:cubicBezTo>
                <a:cubicBezTo>
                  <a:pt x="953747" y="399323"/>
                  <a:pt x="962159" y="393091"/>
                  <a:pt x="974773" y="391220"/>
                </a:cubicBezTo>
                <a:close/>
                <a:moveTo>
                  <a:pt x="1438731" y="346972"/>
                </a:moveTo>
                <a:lnTo>
                  <a:pt x="1440134" y="350711"/>
                </a:lnTo>
                <a:lnTo>
                  <a:pt x="1471231" y="348296"/>
                </a:lnTo>
                <a:cubicBezTo>
                  <a:pt x="1476926" y="349776"/>
                  <a:pt x="1477978" y="353516"/>
                  <a:pt x="1474475" y="359436"/>
                </a:cubicBezTo>
                <a:cubicBezTo>
                  <a:pt x="1472369" y="363176"/>
                  <a:pt x="1465362" y="366915"/>
                  <a:pt x="1460457" y="366915"/>
                </a:cubicBezTo>
                <a:cubicBezTo>
                  <a:pt x="1454148" y="367227"/>
                  <a:pt x="1449419" y="365668"/>
                  <a:pt x="1446088" y="362787"/>
                </a:cubicBezTo>
                <a:lnTo>
                  <a:pt x="1440131" y="350711"/>
                </a:lnTo>
                <a:lnTo>
                  <a:pt x="1435928" y="351335"/>
                </a:lnTo>
                <a:cubicBezTo>
                  <a:pt x="1434525" y="350088"/>
                  <a:pt x="1433122" y="348841"/>
                  <a:pt x="1431722" y="347595"/>
                </a:cubicBezTo>
                <a:close/>
                <a:moveTo>
                  <a:pt x="1409293" y="332637"/>
                </a:moveTo>
                <a:cubicBezTo>
                  <a:pt x="1415602" y="332014"/>
                  <a:pt x="1424014" y="340738"/>
                  <a:pt x="1431722" y="346972"/>
                </a:cubicBezTo>
                <a:cubicBezTo>
                  <a:pt x="1395978" y="352580"/>
                  <a:pt x="1358835" y="358189"/>
                  <a:pt x="1321690" y="364421"/>
                </a:cubicBezTo>
                <a:cubicBezTo>
                  <a:pt x="1284545" y="371277"/>
                  <a:pt x="1246000" y="378133"/>
                  <a:pt x="1205350" y="385612"/>
                </a:cubicBezTo>
                <a:cubicBezTo>
                  <a:pt x="1239691" y="367537"/>
                  <a:pt x="1274030" y="356943"/>
                  <a:pt x="1307671" y="348841"/>
                </a:cubicBezTo>
                <a:cubicBezTo>
                  <a:pt x="1324493" y="344478"/>
                  <a:pt x="1342014" y="341985"/>
                  <a:pt x="1358835" y="339493"/>
                </a:cubicBezTo>
                <a:cubicBezTo>
                  <a:pt x="1375654" y="337000"/>
                  <a:pt x="1392476" y="335130"/>
                  <a:pt x="1409293" y="332637"/>
                </a:cubicBezTo>
                <a:close/>
                <a:moveTo>
                  <a:pt x="1775829" y="265951"/>
                </a:moveTo>
                <a:cubicBezTo>
                  <a:pt x="1780033" y="265328"/>
                  <a:pt x="1789144" y="268444"/>
                  <a:pt x="1789144" y="268444"/>
                </a:cubicBezTo>
                <a:cubicBezTo>
                  <a:pt x="1787041" y="278415"/>
                  <a:pt x="1777230" y="282155"/>
                  <a:pt x="1763915" y="287142"/>
                </a:cubicBezTo>
                <a:cubicBezTo>
                  <a:pt x="1734480" y="298982"/>
                  <a:pt x="1706445" y="308954"/>
                  <a:pt x="1674907" y="301475"/>
                </a:cubicBezTo>
                <a:cubicBezTo>
                  <a:pt x="1669301" y="300229"/>
                  <a:pt x="1664396" y="297736"/>
                  <a:pt x="1658787" y="295866"/>
                </a:cubicBezTo>
                <a:cubicBezTo>
                  <a:pt x="1660889" y="292750"/>
                  <a:pt x="1662992" y="287764"/>
                  <a:pt x="1665795" y="287142"/>
                </a:cubicBezTo>
                <a:cubicBezTo>
                  <a:pt x="1702239" y="279663"/>
                  <a:pt x="1739383" y="272807"/>
                  <a:pt x="1775829" y="265951"/>
                </a:cubicBezTo>
                <a:close/>
                <a:moveTo>
                  <a:pt x="1472796" y="245160"/>
                </a:moveTo>
                <a:cubicBezTo>
                  <a:pt x="1483758" y="243904"/>
                  <a:pt x="1494798" y="243671"/>
                  <a:pt x="1506009" y="245384"/>
                </a:cubicBezTo>
                <a:cubicBezTo>
                  <a:pt x="1509511" y="246008"/>
                  <a:pt x="1511614" y="250994"/>
                  <a:pt x="1514417" y="254111"/>
                </a:cubicBezTo>
                <a:cubicBezTo>
                  <a:pt x="1509511" y="257227"/>
                  <a:pt x="1504610" y="262212"/>
                  <a:pt x="1499004" y="264082"/>
                </a:cubicBezTo>
                <a:cubicBezTo>
                  <a:pt x="1487090" y="268444"/>
                  <a:pt x="1475174" y="271560"/>
                  <a:pt x="1452746" y="278415"/>
                </a:cubicBezTo>
                <a:cubicBezTo>
                  <a:pt x="1424014" y="287142"/>
                  <a:pt x="1391773" y="292750"/>
                  <a:pt x="1358134" y="296490"/>
                </a:cubicBezTo>
                <a:cubicBezTo>
                  <a:pt x="1341314" y="298359"/>
                  <a:pt x="1324493" y="299606"/>
                  <a:pt x="1306973" y="300852"/>
                </a:cubicBezTo>
                <a:cubicBezTo>
                  <a:pt x="1290150" y="302099"/>
                  <a:pt x="1272632" y="303345"/>
                  <a:pt x="1255110" y="304591"/>
                </a:cubicBezTo>
                <a:cubicBezTo>
                  <a:pt x="1201144" y="308331"/>
                  <a:pt x="1147181" y="313317"/>
                  <a:pt x="1093917" y="320795"/>
                </a:cubicBezTo>
                <a:cubicBezTo>
                  <a:pt x="1079900" y="322665"/>
                  <a:pt x="1067284" y="324535"/>
                  <a:pt x="1053967" y="327028"/>
                </a:cubicBezTo>
                <a:cubicBezTo>
                  <a:pt x="1040652" y="329521"/>
                  <a:pt x="1028037" y="332014"/>
                  <a:pt x="1014721" y="334506"/>
                </a:cubicBezTo>
                <a:cubicBezTo>
                  <a:pt x="988788" y="340116"/>
                  <a:pt x="962859" y="345725"/>
                  <a:pt x="936929" y="352580"/>
                </a:cubicBezTo>
                <a:cubicBezTo>
                  <a:pt x="920809" y="356942"/>
                  <a:pt x="912400" y="350088"/>
                  <a:pt x="910997" y="337622"/>
                </a:cubicBezTo>
                <a:cubicBezTo>
                  <a:pt x="909597" y="326405"/>
                  <a:pt x="911698" y="314563"/>
                  <a:pt x="924313" y="308954"/>
                </a:cubicBezTo>
                <a:cubicBezTo>
                  <a:pt x="948842" y="297736"/>
                  <a:pt x="974073" y="287764"/>
                  <a:pt x="999302" y="279663"/>
                </a:cubicBezTo>
                <a:cubicBezTo>
                  <a:pt x="1025234" y="271560"/>
                  <a:pt x="1050465" y="264704"/>
                  <a:pt x="1077096" y="260343"/>
                </a:cubicBezTo>
                <a:cubicBezTo>
                  <a:pt x="1130360" y="251617"/>
                  <a:pt x="1185024" y="247878"/>
                  <a:pt x="1239691" y="249124"/>
                </a:cubicBezTo>
                <a:cubicBezTo>
                  <a:pt x="1262119" y="249748"/>
                  <a:pt x="1283844" y="250994"/>
                  <a:pt x="1306270" y="252864"/>
                </a:cubicBezTo>
                <a:cubicBezTo>
                  <a:pt x="1328699" y="254733"/>
                  <a:pt x="1351125" y="257227"/>
                  <a:pt x="1373552" y="259096"/>
                </a:cubicBezTo>
                <a:cubicBezTo>
                  <a:pt x="1407718" y="261900"/>
                  <a:pt x="1439912" y="248929"/>
                  <a:pt x="1472796" y="245160"/>
                </a:cubicBezTo>
                <a:close/>
                <a:moveTo>
                  <a:pt x="2167600" y="236660"/>
                </a:moveTo>
                <a:lnTo>
                  <a:pt x="2169702" y="245384"/>
                </a:lnTo>
                <a:lnTo>
                  <a:pt x="2162511" y="244222"/>
                </a:lnTo>
                <a:lnTo>
                  <a:pt x="2162695" y="244139"/>
                </a:lnTo>
                <a:lnTo>
                  <a:pt x="2162134" y="244058"/>
                </a:lnTo>
                <a:lnTo>
                  <a:pt x="2166200" y="241645"/>
                </a:lnTo>
                <a:close/>
                <a:moveTo>
                  <a:pt x="2016919" y="224819"/>
                </a:moveTo>
                <a:cubicBezTo>
                  <a:pt x="2040748" y="226688"/>
                  <a:pt x="2065277" y="230428"/>
                  <a:pt x="2089806" y="233544"/>
                </a:cubicBezTo>
                <a:lnTo>
                  <a:pt x="2162134" y="244058"/>
                </a:lnTo>
                <a:lnTo>
                  <a:pt x="2161995" y="244139"/>
                </a:lnTo>
                <a:lnTo>
                  <a:pt x="2162511" y="244222"/>
                </a:lnTo>
                <a:lnTo>
                  <a:pt x="2130631" y="258551"/>
                </a:lnTo>
                <a:cubicBezTo>
                  <a:pt x="2119242" y="261745"/>
                  <a:pt x="2107327" y="263459"/>
                  <a:pt x="2095412" y="264082"/>
                </a:cubicBezTo>
                <a:cubicBezTo>
                  <a:pt x="2044251" y="267198"/>
                  <a:pt x="1993090" y="269691"/>
                  <a:pt x="1941928" y="272807"/>
                </a:cubicBezTo>
                <a:cubicBezTo>
                  <a:pt x="1937723" y="273430"/>
                  <a:pt x="1931416" y="267198"/>
                  <a:pt x="1928613" y="262835"/>
                </a:cubicBezTo>
                <a:cubicBezTo>
                  <a:pt x="1923707" y="252240"/>
                  <a:pt x="1929314" y="242892"/>
                  <a:pt x="1941928" y="236660"/>
                </a:cubicBezTo>
                <a:cubicBezTo>
                  <a:pt x="1965757" y="225441"/>
                  <a:pt x="1991687" y="222325"/>
                  <a:pt x="2016919" y="224819"/>
                </a:cubicBezTo>
                <a:close/>
                <a:moveTo>
                  <a:pt x="2837603" y="108898"/>
                </a:moveTo>
                <a:cubicBezTo>
                  <a:pt x="2832697" y="108898"/>
                  <a:pt x="2827791" y="113885"/>
                  <a:pt x="2823587" y="116377"/>
                </a:cubicBezTo>
                <a:cubicBezTo>
                  <a:pt x="2829194" y="118246"/>
                  <a:pt x="2834799" y="121986"/>
                  <a:pt x="2839705" y="121986"/>
                </a:cubicBezTo>
                <a:cubicBezTo>
                  <a:pt x="2844612" y="121986"/>
                  <a:pt x="2849516" y="117001"/>
                  <a:pt x="2853723" y="114508"/>
                </a:cubicBezTo>
                <a:cubicBezTo>
                  <a:pt x="2848117" y="112638"/>
                  <a:pt x="2843208" y="108898"/>
                  <a:pt x="2837603" y="108898"/>
                </a:cubicBezTo>
                <a:close/>
                <a:moveTo>
                  <a:pt x="3688249" y="301"/>
                </a:moveTo>
                <a:cubicBezTo>
                  <a:pt x="3791449" y="2327"/>
                  <a:pt x="3894120" y="14480"/>
                  <a:pt x="3994691" y="33488"/>
                </a:cubicBezTo>
                <a:cubicBezTo>
                  <a:pt x="4020621" y="37851"/>
                  <a:pt x="4045851" y="42836"/>
                  <a:pt x="4071783" y="48446"/>
                </a:cubicBezTo>
                <a:cubicBezTo>
                  <a:pt x="4115939" y="59040"/>
                  <a:pt x="4161491" y="66519"/>
                  <a:pt x="4205643" y="73374"/>
                </a:cubicBezTo>
                <a:cubicBezTo>
                  <a:pt x="4228070" y="77114"/>
                  <a:pt x="4250498" y="79607"/>
                  <a:pt x="4272926" y="82723"/>
                </a:cubicBezTo>
                <a:cubicBezTo>
                  <a:pt x="4295354" y="85217"/>
                  <a:pt x="4317781" y="87709"/>
                  <a:pt x="4340208" y="90202"/>
                </a:cubicBezTo>
                <a:cubicBezTo>
                  <a:pt x="4397674" y="96434"/>
                  <a:pt x="4455144" y="102666"/>
                  <a:pt x="4511912" y="109522"/>
                </a:cubicBezTo>
                <a:cubicBezTo>
                  <a:pt x="4540647" y="112638"/>
                  <a:pt x="4568681" y="115754"/>
                  <a:pt x="4597415" y="118246"/>
                </a:cubicBezTo>
                <a:cubicBezTo>
                  <a:pt x="4625447" y="121364"/>
                  <a:pt x="4653482" y="123856"/>
                  <a:pt x="4682216" y="125726"/>
                </a:cubicBezTo>
                <a:cubicBezTo>
                  <a:pt x="4858828" y="138813"/>
                  <a:pt x="5030534" y="164989"/>
                  <a:pt x="5199438" y="188672"/>
                </a:cubicBezTo>
                <a:cubicBezTo>
                  <a:pt x="5235881" y="193658"/>
                  <a:pt x="5271623" y="199890"/>
                  <a:pt x="5307367" y="206746"/>
                </a:cubicBezTo>
                <a:cubicBezTo>
                  <a:pt x="5343110" y="213602"/>
                  <a:pt x="5377451" y="221703"/>
                  <a:pt x="5412492" y="231675"/>
                </a:cubicBezTo>
                <a:lnTo>
                  <a:pt x="5449637" y="241646"/>
                </a:lnTo>
                <a:lnTo>
                  <a:pt x="5486082" y="252241"/>
                </a:lnTo>
                <a:lnTo>
                  <a:pt x="5558268" y="272808"/>
                </a:lnTo>
                <a:cubicBezTo>
                  <a:pt x="5606626" y="286519"/>
                  <a:pt x="5653580" y="300853"/>
                  <a:pt x="5701939" y="314564"/>
                </a:cubicBezTo>
                <a:cubicBezTo>
                  <a:pt x="5729972" y="322667"/>
                  <a:pt x="5758706" y="331391"/>
                  <a:pt x="5787441" y="330768"/>
                </a:cubicBezTo>
                <a:cubicBezTo>
                  <a:pt x="5859628" y="328275"/>
                  <a:pt x="5927611" y="338870"/>
                  <a:pt x="5995591" y="351335"/>
                </a:cubicBezTo>
                <a:cubicBezTo>
                  <a:pt x="6029232" y="357567"/>
                  <a:pt x="6062873" y="364423"/>
                  <a:pt x="6096512" y="371278"/>
                </a:cubicBezTo>
                <a:cubicBezTo>
                  <a:pt x="6130154" y="377510"/>
                  <a:pt x="6163092" y="383119"/>
                  <a:pt x="6197435" y="386859"/>
                </a:cubicBezTo>
                <a:cubicBezTo>
                  <a:pt x="6215656" y="388729"/>
                  <a:pt x="6228270" y="400570"/>
                  <a:pt x="6236680" y="414281"/>
                </a:cubicBezTo>
                <a:cubicBezTo>
                  <a:pt x="6251399" y="437964"/>
                  <a:pt x="6271023" y="454791"/>
                  <a:pt x="6296954" y="466632"/>
                </a:cubicBezTo>
                <a:cubicBezTo>
                  <a:pt x="6311671" y="473488"/>
                  <a:pt x="6324987" y="482836"/>
                  <a:pt x="6338303" y="492184"/>
                </a:cubicBezTo>
                <a:cubicBezTo>
                  <a:pt x="6341807" y="494676"/>
                  <a:pt x="6343910" y="501532"/>
                  <a:pt x="6343910" y="507142"/>
                </a:cubicBezTo>
                <a:cubicBezTo>
                  <a:pt x="6343910" y="516490"/>
                  <a:pt x="6336900" y="525215"/>
                  <a:pt x="6323586" y="527708"/>
                </a:cubicBezTo>
                <a:cubicBezTo>
                  <a:pt x="6294850" y="533941"/>
                  <a:pt x="6266816" y="535187"/>
                  <a:pt x="6240184" y="525215"/>
                </a:cubicBezTo>
                <a:cubicBezTo>
                  <a:pt x="6219862" y="517114"/>
                  <a:pt x="6199536" y="509011"/>
                  <a:pt x="6180614" y="497171"/>
                </a:cubicBezTo>
                <a:cubicBezTo>
                  <a:pt x="6160990" y="485328"/>
                  <a:pt x="6142068" y="480967"/>
                  <a:pt x="6117538" y="483459"/>
                </a:cubicBezTo>
                <a:cubicBezTo>
                  <a:pt x="6095812" y="485952"/>
                  <a:pt x="6070582" y="483459"/>
                  <a:pt x="6050958" y="474733"/>
                </a:cubicBezTo>
                <a:cubicBezTo>
                  <a:pt x="6011711" y="457907"/>
                  <a:pt x="5971763" y="446065"/>
                  <a:pt x="5930413" y="437340"/>
                </a:cubicBezTo>
                <a:cubicBezTo>
                  <a:pt x="5888363" y="428614"/>
                  <a:pt x="5846313" y="423006"/>
                  <a:pt x="5802861" y="418643"/>
                </a:cubicBezTo>
                <a:cubicBezTo>
                  <a:pt x="5785340" y="416774"/>
                  <a:pt x="5768519" y="413658"/>
                  <a:pt x="5751697" y="408672"/>
                </a:cubicBezTo>
                <a:cubicBezTo>
                  <a:pt x="5729273" y="402439"/>
                  <a:pt x="5707547" y="396207"/>
                  <a:pt x="5685118" y="390598"/>
                </a:cubicBezTo>
                <a:cubicBezTo>
                  <a:pt x="5662693" y="384989"/>
                  <a:pt x="5639565" y="380003"/>
                  <a:pt x="5617138" y="375018"/>
                </a:cubicBezTo>
                <a:cubicBezTo>
                  <a:pt x="5594711" y="370031"/>
                  <a:pt x="5571583" y="365046"/>
                  <a:pt x="5548455" y="360683"/>
                </a:cubicBezTo>
                <a:cubicBezTo>
                  <a:pt x="5525328" y="356320"/>
                  <a:pt x="5502200" y="351958"/>
                  <a:pt x="5479071" y="347595"/>
                </a:cubicBezTo>
                <a:cubicBezTo>
                  <a:pt x="5444031" y="341363"/>
                  <a:pt x="5411090" y="328899"/>
                  <a:pt x="5376049" y="320796"/>
                </a:cubicBezTo>
                <a:lnTo>
                  <a:pt x="5289143" y="300853"/>
                </a:lnTo>
                <a:cubicBezTo>
                  <a:pt x="5259709" y="294621"/>
                  <a:pt x="5230274" y="288388"/>
                  <a:pt x="5200838" y="282780"/>
                </a:cubicBezTo>
                <a:lnTo>
                  <a:pt x="5151779" y="273430"/>
                </a:lnTo>
                <a:lnTo>
                  <a:pt x="5102020" y="265329"/>
                </a:lnTo>
                <a:lnTo>
                  <a:pt x="5000398" y="247255"/>
                </a:lnTo>
                <a:cubicBezTo>
                  <a:pt x="4963954" y="241646"/>
                  <a:pt x="4928211" y="234167"/>
                  <a:pt x="4891767" y="229805"/>
                </a:cubicBezTo>
                <a:cubicBezTo>
                  <a:pt x="4863033" y="226066"/>
                  <a:pt x="4833598" y="223573"/>
                  <a:pt x="4804162" y="221079"/>
                </a:cubicBezTo>
                <a:lnTo>
                  <a:pt x="4716558" y="212978"/>
                </a:lnTo>
                <a:cubicBezTo>
                  <a:pt x="4687123" y="210485"/>
                  <a:pt x="4657686" y="207991"/>
                  <a:pt x="4628251" y="205499"/>
                </a:cubicBezTo>
                <a:cubicBezTo>
                  <a:pt x="4598816" y="203006"/>
                  <a:pt x="4569381" y="199890"/>
                  <a:pt x="4539945" y="196774"/>
                </a:cubicBezTo>
                <a:cubicBezTo>
                  <a:pt x="4352822" y="175584"/>
                  <a:pt x="4161491" y="165612"/>
                  <a:pt x="3968059" y="163120"/>
                </a:cubicBezTo>
                <a:cubicBezTo>
                  <a:pt x="3934419" y="163120"/>
                  <a:pt x="3900077" y="162496"/>
                  <a:pt x="3866436" y="163120"/>
                </a:cubicBezTo>
                <a:lnTo>
                  <a:pt x="3841208" y="163120"/>
                </a:lnTo>
                <a:lnTo>
                  <a:pt x="3815976" y="163743"/>
                </a:lnTo>
                <a:cubicBezTo>
                  <a:pt x="3799156" y="164367"/>
                  <a:pt x="3781636" y="164989"/>
                  <a:pt x="3764815" y="165612"/>
                </a:cubicBezTo>
                <a:cubicBezTo>
                  <a:pt x="3697533" y="168105"/>
                  <a:pt x="3628852" y="174960"/>
                  <a:pt x="3562273" y="186179"/>
                </a:cubicBezTo>
                <a:cubicBezTo>
                  <a:pt x="3548258" y="188672"/>
                  <a:pt x="3543349" y="199890"/>
                  <a:pt x="3542650" y="211108"/>
                </a:cubicBezTo>
                <a:cubicBezTo>
                  <a:pt x="3542650" y="222950"/>
                  <a:pt x="3548955" y="230429"/>
                  <a:pt x="3564375" y="234167"/>
                </a:cubicBezTo>
                <a:cubicBezTo>
                  <a:pt x="3570684" y="235414"/>
                  <a:pt x="3576291" y="238530"/>
                  <a:pt x="3582596" y="239154"/>
                </a:cubicBezTo>
                <a:lnTo>
                  <a:pt x="3682816" y="252865"/>
                </a:lnTo>
                <a:lnTo>
                  <a:pt x="3782335" y="268445"/>
                </a:lnTo>
                <a:cubicBezTo>
                  <a:pt x="3799156" y="270938"/>
                  <a:pt x="3815276" y="273430"/>
                  <a:pt x="3832097" y="275924"/>
                </a:cubicBezTo>
                <a:lnTo>
                  <a:pt x="3881155" y="284026"/>
                </a:lnTo>
                <a:cubicBezTo>
                  <a:pt x="3914095" y="289636"/>
                  <a:pt x="3947034" y="294621"/>
                  <a:pt x="3979272" y="300853"/>
                </a:cubicBezTo>
                <a:cubicBezTo>
                  <a:pt x="4016416" y="307708"/>
                  <a:pt x="4053561" y="312695"/>
                  <a:pt x="4090706" y="318304"/>
                </a:cubicBezTo>
                <a:cubicBezTo>
                  <a:pt x="4127850" y="323912"/>
                  <a:pt x="4164294" y="330768"/>
                  <a:pt x="4200741" y="339493"/>
                </a:cubicBezTo>
                <a:cubicBezTo>
                  <a:pt x="4218260" y="343855"/>
                  <a:pt x="4236482" y="347595"/>
                  <a:pt x="4254705" y="351335"/>
                </a:cubicBezTo>
                <a:cubicBezTo>
                  <a:pt x="4272926" y="355074"/>
                  <a:pt x="4290446" y="359436"/>
                  <a:pt x="4307966" y="364423"/>
                </a:cubicBezTo>
                <a:cubicBezTo>
                  <a:pt x="4343009" y="374394"/>
                  <a:pt x="4377352" y="386235"/>
                  <a:pt x="4407486" y="407425"/>
                </a:cubicBezTo>
                <a:cubicBezTo>
                  <a:pt x="4412392" y="410541"/>
                  <a:pt x="4418701" y="411788"/>
                  <a:pt x="4424307" y="413034"/>
                </a:cubicBezTo>
                <a:cubicBezTo>
                  <a:pt x="4460050" y="420513"/>
                  <a:pt x="4495793" y="427992"/>
                  <a:pt x="4530835" y="436717"/>
                </a:cubicBezTo>
                <a:cubicBezTo>
                  <a:pt x="4565877" y="445442"/>
                  <a:pt x="4600919" y="453544"/>
                  <a:pt x="4635959" y="461645"/>
                </a:cubicBezTo>
                <a:cubicBezTo>
                  <a:pt x="4671003" y="469748"/>
                  <a:pt x="4706043" y="477227"/>
                  <a:pt x="4741787" y="483459"/>
                </a:cubicBezTo>
                <a:cubicBezTo>
                  <a:pt x="4777531" y="489691"/>
                  <a:pt x="4812572" y="494676"/>
                  <a:pt x="4849017" y="497171"/>
                </a:cubicBezTo>
                <a:cubicBezTo>
                  <a:pt x="4890366" y="500287"/>
                  <a:pt x="4931015" y="510882"/>
                  <a:pt x="4970962" y="520853"/>
                </a:cubicBezTo>
                <a:cubicBezTo>
                  <a:pt x="5005304" y="529578"/>
                  <a:pt x="5039643" y="536434"/>
                  <a:pt x="5074687" y="540173"/>
                </a:cubicBezTo>
                <a:cubicBezTo>
                  <a:pt x="5109029" y="543913"/>
                  <a:pt x="5144771" y="543913"/>
                  <a:pt x="5181215" y="538303"/>
                </a:cubicBezTo>
                <a:cubicBezTo>
                  <a:pt x="5239385" y="529578"/>
                  <a:pt x="5299654" y="532071"/>
                  <a:pt x="5357827" y="536434"/>
                </a:cubicBezTo>
                <a:cubicBezTo>
                  <a:pt x="5398474" y="539550"/>
                  <a:pt x="5439124" y="543289"/>
                  <a:pt x="5479773" y="548275"/>
                </a:cubicBezTo>
                <a:cubicBezTo>
                  <a:pt x="5519720" y="553261"/>
                  <a:pt x="5560368" y="558246"/>
                  <a:pt x="5600317" y="563233"/>
                </a:cubicBezTo>
                <a:cubicBezTo>
                  <a:pt x="5605925" y="563856"/>
                  <a:pt x="5610831" y="566972"/>
                  <a:pt x="5616437" y="568842"/>
                </a:cubicBezTo>
                <a:cubicBezTo>
                  <a:pt x="5644471" y="579437"/>
                  <a:pt x="5665495" y="596264"/>
                  <a:pt x="5666195" y="627425"/>
                </a:cubicBezTo>
                <a:cubicBezTo>
                  <a:pt x="5666897" y="639267"/>
                  <a:pt x="5669000" y="649238"/>
                  <a:pt x="5680214" y="654847"/>
                </a:cubicBezTo>
                <a:cubicBezTo>
                  <a:pt x="5699838" y="665442"/>
                  <a:pt x="5718760" y="677906"/>
                  <a:pt x="5739083" y="684762"/>
                </a:cubicBezTo>
                <a:cubicBezTo>
                  <a:pt x="5776229" y="697850"/>
                  <a:pt x="5814074" y="709691"/>
                  <a:pt x="5850517" y="722156"/>
                </a:cubicBezTo>
                <a:cubicBezTo>
                  <a:pt x="5887662" y="734621"/>
                  <a:pt x="5924107" y="747085"/>
                  <a:pt x="5959850" y="762042"/>
                </a:cubicBezTo>
                <a:cubicBezTo>
                  <a:pt x="6050958" y="801306"/>
                  <a:pt x="6144871" y="831220"/>
                  <a:pt x="6237382" y="863630"/>
                </a:cubicBezTo>
                <a:cubicBezTo>
                  <a:pt x="6308867" y="888559"/>
                  <a:pt x="6382456" y="909748"/>
                  <a:pt x="6456745" y="922836"/>
                </a:cubicBezTo>
                <a:cubicBezTo>
                  <a:pt x="6542248" y="937794"/>
                  <a:pt x="6624245" y="960852"/>
                  <a:pt x="6704843" y="985159"/>
                </a:cubicBezTo>
                <a:cubicBezTo>
                  <a:pt x="6739884" y="995755"/>
                  <a:pt x="6774927" y="1006972"/>
                  <a:pt x="6809967" y="1018190"/>
                </a:cubicBezTo>
                <a:lnTo>
                  <a:pt x="6914393" y="1051845"/>
                </a:lnTo>
                <a:cubicBezTo>
                  <a:pt x="6929110" y="1056207"/>
                  <a:pt x="6944531" y="1058701"/>
                  <a:pt x="6959948" y="1062439"/>
                </a:cubicBezTo>
                <a:cubicBezTo>
                  <a:pt x="6979572" y="1067425"/>
                  <a:pt x="6995691" y="1055582"/>
                  <a:pt x="7008307" y="1028162"/>
                </a:cubicBezTo>
                <a:cubicBezTo>
                  <a:pt x="7020921" y="999492"/>
                  <a:pt x="7032136" y="995130"/>
                  <a:pt x="7053862" y="1006972"/>
                </a:cubicBezTo>
                <a:cubicBezTo>
                  <a:pt x="7071382" y="1016944"/>
                  <a:pt x="7088203" y="1026914"/>
                  <a:pt x="7099417" y="1044989"/>
                </a:cubicBezTo>
                <a:cubicBezTo>
                  <a:pt x="7126749" y="1090485"/>
                  <a:pt x="7169501" y="1116036"/>
                  <a:pt x="7219960" y="1130995"/>
                </a:cubicBezTo>
                <a:cubicBezTo>
                  <a:pt x="7264113" y="1144083"/>
                  <a:pt x="7308268" y="1158415"/>
                  <a:pt x="7352419" y="1171503"/>
                </a:cubicBezTo>
                <a:cubicBezTo>
                  <a:pt x="7374145" y="1178360"/>
                  <a:pt x="7396573" y="1184591"/>
                  <a:pt x="7418999" y="1190823"/>
                </a:cubicBezTo>
                <a:cubicBezTo>
                  <a:pt x="7441427" y="1197057"/>
                  <a:pt x="7463853" y="1202665"/>
                  <a:pt x="7486279" y="1207651"/>
                </a:cubicBezTo>
                <a:cubicBezTo>
                  <a:pt x="7571784" y="1226972"/>
                  <a:pt x="7655183" y="1250653"/>
                  <a:pt x="7738582" y="1275584"/>
                </a:cubicBezTo>
                <a:cubicBezTo>
                  <a:pt x="7761008" y="1281816"/>
                  <a:pt x="7782734" y="1288672"/>
                  <a:pt x="7805161" y="1294904"/>
                </a:cubicBezTo>
                <a:cubicBezTo>
                  <a:pt x="7827588" y="1301135"/>
                  <a:pt x="7850015" y="1306744"/>
                  <a:pt x="7872442" y="1311730"/>
                </a:cubicBezTo>
                <a:cubicBezTo>
                  <a:pt x="7894168" y="1316715"/>
                  <a:pt x="7911690" y="1307992"/>
                  <a:pt x="7925005" y="1284309"/>
                </a:cubicBezTo>
                <a:cubicBezTo>
                  <a:pt x="7936920" y="1263120"/>
                  <a:pt x="7957243" y="1253769"/>
                  <a:pt x="7979670" y="1255640"/>
                </a:cubicBezTo>
                <a:cubicBezTo>
                  <a:pt x="7999995" y="1257510"/>
                  <a:pt x="8021020" y="1260004"/>
                  <a:pt x="8040644" y="1264364"/>
                </a:cubicBezTo>
                <a:cubicBezTo>
                  <a:pt x="8126146" y="1281816"/>
                  <a:pt x="8208145" y="1308614"/>
                  <a:pt x="8297152" y="1315471"/>
                </a:cubicBezTo>
                <a:cubicBezTo>
                  <a:pt x="8327287" y="1317963"/>
                  <a:pt x="8355321" y="1333544"/>
                  <a:pt x="8384057" y="1344139"/>
                </a:cubicBezTo>
                <a:cubicBezTo>
                  <a:pt x="8386858" y="1345385"/>
                  <a:pt x="8387561" y="1349748"/>
                  <a:pt x="8389663" y="1352864"/>
                </a:cubicBezTo>
                <a:cubicBezTo>
                  <a:pt x="8384757" y="1355979"/>
                  <a:pt x="8380553" y="1359096"/>
                  <a:pt x="8375646" y="1361589"/>
                </a:cubicBezTo>
                <a:cubicBezTo>
                  <a:pt x="8350415" y="1375923"/>
                  <a:pt x="8325886" y="1382778"/>
                  <a:pt x="8300656" y="1369690"/>
                </a:cubicBezTo>
                <a:cubicBezTo>
                  <a:pt x="8287339" y="1362835"/>
                  <a:pt x="8273323" y="1355979"/>
                  <a:pt x="8258605" y="1352864"/>
                </a:cubicBezTo>
                <a:cubicBezTo>
                  <a:pt x="8249495" y="1350994"/>
                  <a:pt x="8238282" y="1354734"/>
                  <a:pt x="8227768" y="1357850"/>
                </a:cubicBezTo>
                <a:cubicBezTo>
                  <a:pt x="8224264" y="1359096"/>
                  <a:pt x="8220060" y="1364081"/>
                  <a:pt x="8218657" y="1368445"/>
                </a:cubicBezTo>
                <a:cubicBezTo>
                  <a:pt x="8217255" y="1373430"/>
                  <a:pt x="8215855" y="1381533"/>
                  <a:pt x="8218657" y="1384649"/>
                </a:cubicBezTo>
                <a:cubicBezTo>
                  <a:pt x="8253699" y="1425781"/>
                  <a:pt x="8302056" y="1439493"/>
                  <a:pt x="8355321" y="1441985"/>
                </a:cubicBezTo>
                <a:cubicBezTo>
                  <a:pt x="8405081" y="1444479"/>
                  <a:pt x="8454140" y="1450088"/>
                  <a:pt x="8501797" y="1458190"/>
                </a:cubicBezTo>
                <a:cubicBezTo>
                  <a:pt x="8525624" y="1462551"/>
                  <a:pt x="8549454" y="1467538"/>
                  <a:pt x="8573283" y="1473771"/>
                </a:cubicBezTo>
                <a:cubicBezTo>
                  <a:pt x="8597111" y="1479380"/>
                  <a:pt x="8620240" y="1486234"/>
                  <a:pt x="8643367" y="1494337"/>
                </a:cubicBezTo>
                <a:cubicBezTo>
                  <a:pt x="8749895" y="1530484"/>
                  <a:pt x="8859224" y="1557905"/>
                  <a:pt x="8967855" y="1585951"/>
                </a:cubicBezTo>
                <a:cubicBezTo>
                  <a:pt x="9067377" y="1610881"/>
                  <a:pt x="9166895" y="1635187"/>
                  <a:pt x="9266413" y="1660738"/>
                </a:cubicBezTo>
                <a:lnTo>
                  <a:pt x="9340704" y="1680059"/>
                </a:lnTo>
                <a:lnTo>
                  <a:pt x="9414992" y="1699379"/>
                </a:lnTo>
                <a:cubicBezTo>
                  <a:pt x="9464751" y="1712467"/>
                  <a:pt x="9513811" y="1725555"/>
                  <a:pt x="9563570" y="1739888"/>
                </a:cubicBezTo>
                <a:cubicBezTo>
                  <a:pt x="9615434" y="1754224"/>
                  <a:pt x="9667295" y="1766687"/>
                  <a:pt x="9720559" y="1778529"/>
                </a:cubicBezTo>
                <a:cubicBezTo>
                  <a:pt x="9773121" y="1789747"/>
                  <a:pt x="9826385" y="1799719"/>
                  <a:pt x="9879649" y="1810313"/>
                </a:cubicBezTo>
                <a:cubicBezTo>
                  <a:pt x="9899273" y="1814053"/>
                  <a:pt x="9920999" y="1810937"/>
                  <a:pt x="9941323" y="1809066"/>
                </a:cubicBezTo>
                <a:cubicBezTo>
                  <a:pt x="9945529" y="1809066"/>
                  <a:pt x="9950435" y="1802834"/>
                  <a:pt x="9953237" y="1798471"/>
                </a:cubicBezTo>
                <a:cubicBezTo>
                  <a:pt x="9958844" y="1789747"/>
                  <a:pt x="9957443" y="1779151"/>
                  <a:pt x="9946931" y="1773543"/>
                </a:cubicBezTo>
                <a:cubicBezTo>
                  <a:pt x="9924502" y="1761703"/>
                  <a:pt x="9901376" y="1751731"/>
                  <a:pt x="9878249" y="1741136"/>
                </a:cubicBezTo>
                <a:cubicBezTo>
                  <a:pt x="9867035" y="1735526"/>
                  <a:pt x="9863530" y="1726800"/>
                  <a:pt x="9869137" y="1715583"/>
                </a:cubicBezTo>
                <a:cubicBezTo>
                  <a:pt x="9874043" y="1706234"/>
                  <a:pt x="9885256" y="1696885"/>
                  <a:pt x="9894367" y="1702495"/>
                </a:cubicBezTo>
                <a:cubicBezTo>
                  <a:pt x="9946228" y="1734279"/>
                  <a:pt x="10010707" y="1739888"/>
                  <a:pt x="10059065" y="1779775"/>
                </a:cubicBezTo>
                <a:cubicBezTo>
                  <a:pt x="10077987" y="1795355"/>
                  <a:pt x="10104619" y="1802212"/>
                  <a:pt x="10128447" y="1810313"/>
                </a:cubicBezTo>
                <a:cubicBezTo>
                  <a:pt x="10235678" y="1843969"/>
                  <a:pt x="10344307" y="1872637"/>
                  <a:pt x="10454338" y="1898188"/>
                </a:cubicBezTo>
                <a:cubicBezTo>
                  <a:pt x="10479570" y="1903797"/>
                  <a:pt x="10504799" y="1908783"/>
                  <a:pt x="10530731" y="1911276"/>
                </a:cubicBezTo>
                <a:cubicBezTo>
                  <a:pt x="10556661" y="1914392"/>
                  <a:pt x="10581891" y="1916262"/>
                  <a:pt x="10607824" y="1917509"/>
                </a:cubicBezTo>
                <a:cubicBezTo>
                  <a:pt x="10659684" y="1920625"/>
                  <a:pt x="10710847" y="1921871"/>
                  <a:pt x="10762008" y="1927480"/>
                </a:cubicBezTo>
                <a:cubicBezTo>
                  <a:pt x="10786538" y="1929974"/>
                  <a:pt x="10802655" y="1922496"/>
                  <a:pt x="10801956" y="1910031"/>
                </a:cubicBezTo>
                <a:cubicBezTo>
                  <a:pt x="10801254" y="1899436"/>
                  <a:pt x="10798451" y="1889464"/>
                  <a:pt x="10797051" y="1878869"/>
                </a:cubicBezTo>
                <a:cubicBezTo>
                  <a:pt x="10793546" y="1857679"/>
                  <a:pt x="10804059" y="1843346"/>
                  <a:pt x="10819478" y="1845837"/>
                </a:cubicBezTo>
                <a:cubicBezTo>
                  <a:pt x="10864330" y="1854563"/>
                  <a:pt x="10909885" y="1863288"/>
                  <a:pt x="10954739" y="1871389"/>
                </a:cubicBezTo>
                <a:cubicBezTo>
                  <a:pt x="11000294" y="1879492"/>
                  <a:pt x="11045148" y="1887593"/>
                  <a:pt x="11090000" y="1896943"/>
                </a:cubicBezTo>
                <a:cubicBezTo>
                  <a:pt x="11134856" y="1906291"/>
                  <a:pt x="11178308" y="1920625"/>
                  <a:pt x="11222460" y="1933091"/>
                </a:cubicBezTo>
                <a:cubicBezTo>
                  <a:pt x="11242784" y="1938699"/>
                  <a:pt x="11258904" y="1952411"/>
                  <a:pt x="11267313" y="1972353"/>
                </a:cubicBezTo>
                <a:cubicBezTo>
                  <a:pt x="11276424" y="1993542"/>
                  <a:pt x="11291843" y="2006630"/>
                  <a:pt x="11311467" y="2012240"/>
                </a:cubicBezTo>
                <a:cubicBezTo>
                  <a:pt x="11404679" y="2038415"/>
                  <a:pt x="11497190" y="2067707"/>
                  <a:pt x="11592505" y="2087028"/>
                </a:cubicBezTo>
                <a:cubicBezTo>
                  <a:pt x="11622640" y="2093259"/>
                  <a:pt x="11652776" y="2099491"/>
                  <a:pt x="11682210" y="2106347"/>
                </a:cubicBezTo>
                <a:cubicBezTo>
                  <a:pt x="11712348" y="2113203"/>
                  <a:pt x="11741782" y="2119435"/>
                  <a:pt x="11771920" y="2126291"/>
                </a:cubicBezTo>
                <a:cubicBezTo>
                  <a:pt x="11829388" y="2138754"/>
                  <a:pt x="11886857" y="2151842"/>
                  <a:pt x="11944327" y="2164308"/>
                </a:cubicBezTo>
                <a:cubicBezTo>
                  <a:pt x="11973060" y="2170540"/>
                  <a:pt x="12001795" y="2176773"/>
                  <a:pt x="12030531" y="2182382"/>
                </a:cubicBezTo>
                <a:cubicBezTo>
                  <a:pt x="12059263" y="2187990"/>
                  <a:pt x="12088699" y="2193599"/>
                  <a:pt x="12117434" y="2198585"/>
                </a:cubicBezTo>
                <a:lnTo>
                  <a:pt x="12192001" y="2206361"/>
                </a:lnTo>
                <a:lnTo>
                  <a:pt x="12192001" y="3465512"/>
                </a:lnTo>
                <a:lnTo>
                  <a:pt x="7200241" y="3465512"/>
                </a:lnTo>
                <a:lnTo>
                  <a:pt x="7194029" y="3463740"/>
                </a:lnTo>
                <a:cubicBezTo>
                  <a:pt x="7117637" y="3447537"/>
                  <a:pt x="7044049" y="3424476"/>
                  <a:pt x="6969761" y="3400793"/>
                </a:cubicBezTo>
                <a:cubicBezTo>
                  <a:pt x="6901778" y="3378982"/>
                  <a:pt x="6834498" y="3352805"/>
                  <a:pt x="6758808" y="3356543"/>
                </a:cubicBezTo>
                <a:cubicBezTo>
                  <a:pt x="6737083" y="3357791"/>
                  <a:pt x="6713253" y="3351558"/>
                  <a:pt x="6693629" y="3343456"/>
                </a:cubicBezTo>
                <a:cubicBezTo>
                  <a:pt x="6642468" y="3321643"/>
                  <a:pt x="6580793" y="3335977"/>
                  <a:pt x="6531035" y="3310425"/>
                </a:cubicBezTo>
                <a:cubicBezTo>
                  <a:pt x="6470061" y="3304817"/>
                  <a:pt x="6409788" y="3291729"/>
                  <a:pt x="6347414" y="3295468"/>
                </a:cubicBezTo>
                <a:cubicBezTo>
                  <a:pt x="6324287" y="3296714"/>
                  <a:pt x="6302560" y="3285496"/>
                  <a:pt x="6292047" y="3266176"/>
                </a:cubicBezTo>
                <a:cubicBezTo>
                  <a:pt x="6275228" y="3235638"/>
                  <a:pt x="6245791" y="3222551"/>
                  <a:pt x="6213553" y="3212579"/>
                </a:cubicBezTo>
                <a:cubicBezTo>
                  <a:pt x="6179211" y="3201984"/>
                  <a:pt x="6144170" y="3192011"/>
                  <a:pt x="6110530" y="3181417"/>
                </a:cubicBezTo>
                <a:lnTo>
                  <a:pt x="6008207" y="3150255"/>
                </a:lnTo>
                <a:cubicBezTo>
                  <a:pt x="5982275" y="3142153"/>
                  <a:pt x="5956345" y="3132805"/>
                  <a:pt x="5929012" y="3129688"/>
                </a:cubicBezTo>
                <a:cubicBezTo>
                  <a:pt x="5846313" y="3120341"/>
                  <a:pt x="5770623" y="3092294"/>
                  <a:pt x="5695632" y="3067367"/>
                </a:cubicBezTo>
                <a:cubicBezTo>
                  <a:pt x="5584899" y="3030596"/>
                  <a:pt x="5474867" y="2996319"/>
                  <a:pt x="5362032" y="2976375"/>
                </a:cubicBezTo>
                <a:cubicBezTo>
                  <a:pt x="5336100" y="2972013"/>
                  <a:pt x="5310871" y="2965156"/>
                  <a:pt x="5287042" y="2957054"/>
                </a:cubicBezTo>
                <a:cubicBezTo>
                  <a:pt x="5253402" y="2945837"/>
                  <a:pt x="5219059" y="2934619"/>
                  <a:pt x="5186121" y="2923400"/>
                </a:cubicBezTo>
                <a:cubicBezTo>
                  <a:pt x="5152480" y="2912182"/>
                  <a:pt x="5119541" y="2900964"/>
                  <a:pt x="5085901" y="2890370"/>
                </a:cubicBezTo>
                <a:cubicBezTo>
                  <a:pt x="5071883" y="2886006"/>
                  <a:pt x="5056465" y="2884760"/>
                  <a:pt x="5041748" y="2883514"/>
                </a:cubicBezTo>
                <a:cubicBezTo>
                  <a:pt x="5037542" y="2882890"/>
                  <a:pt x="5031936" y="2886006"/>
                  <a:pt x="5028432" y="2889122"/>
                </a:cubicBezTo>
                <a:cubicBezTo>
                  <a:pt x="5017219" y="2897225"/>
                  <a:pt x="5013715" y="2909067"/>
                  <a:pt x="5022825" y="2917790"/>
                </a:cubicBezTo>
                <a:cubicBezTo>
                  <a:pt x="5036841" y="2931502"/>
                  <a:pt x="5050858" y="2944589"/>
                  <a:pt x="5063474" y="2959548"/>
                </a:cubicBezTo>
                <a:cubicBezTo>
                  <a:pt x="5076088" y="2974505"/>
                  <a:pt x="5087303" y="2990709"/>
                  <a:pt x="5095011" y="3010028"/>
                </a:cubicBezTo>
                <a:cubicBezTo>
                  <a:pt x="5099917" y="3023116"/>
                  <a:pt x="5114636" y="3014392"/>
                  <a:pt x="5127950" y="2990709"/>
                </a:cubicBezTo>
                <a:cubicBezTo>
                  <a:pt x="5143370" y="2963910"/>
                  <a:pt x="5148975" y="2958302"/>
                  <a:pt x="5162292" y="2962664"/>
                </a:cubicBezTo>
                <a:cubicBezTo>
                  <a:pt x="5195232" y="2973257"/>
                  <a:pt x="5229572" y="2983853"/>
                  <a:pt x="5261812" y="2997564"/>
                </a:cubicBezTo>
                <a:cubicBezTo>
                  <a:pt x="5272324" y="3001927"/>
                  <a:pt x="5267418" y="3013769"/>
                  <a:pt x="5257607" y="3022495"/>
                </a:cubicBezTo>
                <a:cubicBezTo>
                  <a:pt x="5240085" y="3037452"/>
                  <a:pt x="5240085" y="3048047"/>
                  <a:pt x="5254102" y="3056772"/>
                </a:cubicBezTo>
                <a:cubicBezTo>
                  <a:pt x="5277931" y="3071105"/>
                  <a:pt x="5303863" y="3082323"/>
                  <a:pt x="5330494" y="3091050"/>
                </a:cubicBezTo>
                <a:cubicBezTo>
                  <a:pt x="5357126" y="3099773"/>
                  <a:pt x="5384459" y="3106630"/>
                  <a:pt x="5413192" y="3112861"/>
                </a:cubicBezTo>
                <a:cubicBezTo>
                  <a:pt x="5420903" y="3114733"/>
                  <a:pt x="5436320" y="3107253"/>
                  <a:pt x="5440527" y="3099773"/>
                </a:cubicBezTo>
                <a:cubicBezTo>
                  <a:pt x="5471362" y="3052409"/>
                  <a:pt x="5510611" y="3043684"/>
                  <a:pt x="5554062" y="3060510"/>
                </a:cubicBezTo>
                <a:cubicBezTo>
                  <a:pt x="5583498" y="3071730"/>
                  <a:pt x="5613634" y="3081077"/>
                  <a:pt x="5641667" y="3094165"/>
                </a:cubicBezTo>
                <a:cubicBezTo>
                  <a:pt x="5670401" y="3106630"/>
                  <a:pt x="5697733" y="3122834"/>
                  <a:pt x="5720161" y="3145893"/>
                </a:cubicBezTo>
                <a:cubicBezTo>
                  <a:pt x="5735579" y="3161475"/>
                  <a:pt x="5758006" y="3162721"/>
                  <a:pt x="5780434" y="3162097"/>
                </a:cubicBezTo>
                <a:cubicBezTo>
                  <a:pt x="5790946" y="3162097"/>
                  <a:pt x="5801460" y="3162721"/>
                  <a:pt x="5811972" y="3165213"/>
                </a:cubicBezTo>
                <a:cubicBezTo>
                  <a:pt x="5825988" y="3168328"/>
                  <a:pt x="5836500" y="3192635"/>
                  <a:pt x="5831595" y="3204476"/>
                </a:cubicBezTo>
                <a:cubicBezTo>
                  <a:pt x="5827390" y="3213201"/>
                  <a:pt x="5818981" y="3218188"/>
                  <a:pt x="5805663" y="3217564"/>
                </a:cubicBezTo>
                <a:cubicBezTo>
                  <a:pt x="5794450" y="3216941"/>
                  <a:pt x="5783938" y="3212579"/>
                  <a:pt x="5773426" y="3214447"/>
                </a:cubicBezTo>
                <a:cubicBezTo>
                  <a:pt x="5731374" y="3221303"/>
                  <a:pt x="5699838" y="3210709"/>
                  <a:pt x="5674606" y="3178923"/>
                </a:cubicBezTo>
                <a:cubicBezTo>
                  <a:pt x="5657086" y="3157112"/>
                  <a:pt x="5630455" y="3153371"/>
                  <a:pt x="5601018" y="3163966"/>
                </a:cubicBezTo>
                <a:cubicBezTo>
                  <a:pt x="5574387" y="3173938"/>
                  <a:pt x="5547054" y="3177054"/>
                  <a:pt x="5520422" y="3173938"/>
                </a:cubicBezTo>
                <a:cubicBezTo>
                  <a:pt x="5482575" y="3170200"/>
                  <a:pt x="5446834" y="3164591"/>
                  <a:pt x="5409688" y="3162721"/>
                </a:cubicBezTo>
                <a:cubicBezTo>
                  <a:pt x="5365536" y="3160850"/>
                  <a:pt x="5326289" y="3151503"/>
                  <a:pt x="5293349" y="3126572"/>
                </a:cubicBezTo>
                <a:cubicBezTo>
                  <a:pt x="5259709" y="3101645"/>
                  <a:pt x="5222563" y="3090426"/>
                  <a:pt x="5179814" y="3086686"/>
                </a:cubicBezTo>
                <a:cubicBezTo>
                  <a:pt x="5148975" y="3083570"/>
                  <a:pt x="5118840" y="3078584"/>
                  <a:pt x="5089405" y="3072975"/>
                </a:cubicBezTo>
                <a:cubicBezTo>
                  <a:pt x="5059968" y="3067367"/>
                  <a:pt x="5029833" y="3060510"/>
                  <a:pt x="5000398" y="3054901"/>
                </a:cubicBezTo>
                <a:cubicBezTo>
                  <a:pt x="4956245" y="3046176"/>
                  <a:pt x="4916996" y="3024987"/>
                  <a:pt x="4874246" y="3017508"/>
                </a:cubicBezTo>
                <a:cubicBezTo>
                  <a:pt x="4839905" y="3011900"/>
                  <a:pt x="4807666" y="3003175"/>
                  <a:pt x="4776829" y="2989463"/>
                </a:cubicBezTo>
                <a:cubicBezTo>
                  <a:pt x="4737583" y="2972013"/>
                  <a:pt x="4697635" y="2955185"/>
                  <a:pt x="4657686" y="2941473"/>
                </a:cubicBezTo>
                <a:cubicBezTo>
                  <a:pt x="4563073" y="2909067"/>
                  <a:pt x="4473366" y="2874789"/>
                  <a:pt x="4389967" y="2826177"/>
                </a:cubicBezTo>
                <a:cubicBezTo>
                  <a:pt x="4368242" y="2824308"/>
                  <a:pt x="4351419" y="2813089"/>
                  <a:pt x="4335300" y="2800625"/>
                </a:cubicBezTo>
                <a:cubicBezTo>
                  <a:pt x="4319181" y="2788160"/>
                  <a:pt x="4303063" y="2775072"/>
                  <a:pt x="4283437" y="2769462"/>
                </a:cubicBezTo>
                <a:cubicBezTo>
                  <a:pt x="4261711" y="2763231"/>
                  <a:pt x="4240687" y="2754505"/>
                  <a:pt x="4220362" y="2745158"/>
                </a:cubicBezTo>
                <a:cubicBezTo>
                  <a:pt x="4200038" y="2735807"/>
                  <a:pt x="4180414" y="2725838"/>
                  <a:pt x="4160790" y="2715243"/>
                </a:cubicBezTo>
                <a:cubicBezTo>
                  <a:pt x="4137664" y="2702777"/>
                  <a:pt x="4111732" y="2694051"/>
                  <a:pt x="4086500" y="2688443"/>
                </a:cubicBezTo>
                <a:cubicBezTo>
                  <a:pt x="4060568" y="2682211"/>
                  <a:pt x="4033939" y="2680965"/>
                  <a:pt x="4006607" y="2682833"/>
                </a:cubicBezTo>
                <a:cubicBezTo>
                  <a:pt x="3979975" y="2685327"/>
                  <a:pt x="3953340" y="2690935"/>
                  <a:pt x="3926007" y="2698414"/>
                </a:cubicBezTo>
                <a:cubicBezTo>
                  <a:pt x="3919001" y="2700285"/>
                  <a:pt x="3912693" y="2708387"/>
                  <a:pt x="3906387" y="2715243"/>
                </a:cubicBezTo>
                <a:cubicBezTo>
                  <a:pt x="3890967" y="2709632"/>
                  <a:pt x="3876249" y="2702777"/>
                  <a:pt x="3860129" y="2699038"/>
                </a:cubicBezTo>
                <a:lnTo>
                  <a:pt x="3816676" y="2689067"/>
                </a:lnTo>
                <a:cubicBezTo>
                  <a:pt x="3801959" y="2685950"/>
                  <a:pt x="3787944" y="2683456"/>
                  <a:pt x="3773925" y="2680340"/>
                </a:cubicBezTo>
                <a:cubicBezTo>
                  <a:pt x="3745192" y="2674732"/>
                  <a:pt x="3716456" y="2668500"/>
                  <a:pt x="3689125" y="2662892"/>
                </a:cubicBezTo>
                <a:cubicBezTo>
                  <a:pt x="3682816" y="2661644"/>
                  <a:pt x="3677209" y="2655413"/>
                  <a:pt x="3671604" y="2650426"/>
                </a:cubicBezTo>
                <a:cubicBezTo>
                  <a:pt x="3670903" y="2649803"/>
                  <a:pt x="3676510" y="2636715"/>
                  <a:pt x="3677913" y="2636715"/>
                </a:cubicBezTo>
                <a:cubicBezTo>
                  <a:pt x="3722766" y="2636093"/>
                  <a:pt x="3771124" y="2629236"/>
                  <a:pt x="3812472" y="2654165"/>
                </a:cubicBezTo>
                <a:cubicBezTo>
                  <a:pt x="3822285" y="2659776"/>
                  <a:pt x="3838403" y="2657282"/>
                  <a:pt x="3850319" y="2652297"/>
                </a:cubicBezTo>
                <a:cubicBezTo>
                  <a:pt x="3865737" y="2646687"/>
                  <a:pt x="3881155" y="2642325"/>
                  <a:pt x="3896572" y="2640453"/>
                </a:cubicBezTo>
                <a:cubicBezTo>
                  <a:pt x="3911993" y="2638585"/>
                  <a:pt x="3926711" y="2639209"/>
                  <a:pt x="3942128" y="2642947"/>
                </a:cubicBezTo>
                <a:cubicBezTo>
                  <a:pt x="3954743" y="2646063"/>
                  <a:pt x="3968059" y="2647933"/>
                  <a:pt x="3981374" y="2646063"/>
                </a:cubicBezTo>
                <a:cubicBezTo>
                  <a:pt x="3997494" y="2643570"/>
                  <a:pt x="4012913" y="2642947"/>
                  <a:pt x="4028333" y="2644194"/>
                </a:cubicBezTo>
                <a:cubicBezTo>
                  <a:pt x="4043750" y="2645440"/>
                  <a:pt x="4059168" y="2647933"/>
                  <a:pt x="4073886" y="2651672"/>
                </a:cubicBezTo>
                <a:cubicBezTo>
                  <a:pt x="4088603" y="2655413"/>
                  <a:pt x="4104724" y="2654165"/>
                  <a:pt x="4120141" y="2654789"/>
                </a:cubicBezTo>
                <a:cubicBezTo>
                  <a:pt x="4135559" y="2655413"/>
                  <a:pt x="4151679" y="2657282"/>
                  <a:pt x="4164996" y="2667877"/>
                </a:cubicBezTo>
                <a:cubicBezTo>
                  <a:pt x="4174105" y="2674732"/>
                  <a:pt x="4191628" y="2668500"/>
                  <a:pt x="4204943" y="2668500"/>
                </a:cubicBezTo>
                <a:cubicBezTo>
                  <a:pt x="4218260" y="2668500"/>
                  <a:pt x="4234379" y="2664136"/>
                  <a:pt x="4245595" y="2670370"/>
                </a:cubicBezTo>
                <a:cubicBezTo>
                  <a:pt x="4265216" y="2680340"/>
                  <a:pt x="4286942" y="2690312"/>
                  <a:pt x="4295354" y="2715866"/>
                </a:cubicBezTo>
                <a:cubicBezTo>
                  <a:pt x="4300960" y="2732691"/>
                  <a:pt x="4312175" y="2737055"/>
                  <a:pt x="4326892" y="2734563"/>
                </a:cubicBezTo>
                <a:cubicBezTo>
                  <a:pt x="4341610" y="2732070"/>
                  <a:pt x="4355625" y="2733939"/>
                  <a:pt x="4366838" y="2742664"/>
                </a:cubicBezTo>
                <a:cubicBezTo>
                  <a:pt x="4385059" y="2757622"/>
                  <a:pt x="4403282" y="2770710"/>
                  <a:pt x="4425009" y="2778188"/>
                </a:cubicBezTo>
                <a:cubicBezTo>
                  <a:pt x="4446733" y="2785666"/>
                  <a:pt x="4470562" y="2789406"/>
                  <a:pt x="4490888" y="2798754"/>
                </a:cubicBezTo>
                <a:cubicBezTo>
                  <a:pt x="4511912" y="2808104"/>
                  <a:pt x="4536441" y="2809349"/>
                  <a:pt x="4560269" y="2811220"/>
                </a:cubicBezTo>
                <a:cubicBezTo>
                  <a:pt x="4584098" y="2813089"/>
                  <a:pt x="4607927" y="2816205"/>
                  <a:pt x="4628251" y="2830539"/>
                </a:cubicBezTo>
                <a:cubicBezTo>
                  <a:pt x="4631056" y="2832409"/>
                  <a:pt x="4637362" y="2831164"/>
                  <a:pt x="4641568" y="2828669"/>
                </a:cubicBezTo>
                <a:cubicBezTo>
                  <a:pt x="4645773" y="2826177"/>
                  <a:pt x="4649977" y="2821192"/>
                  <a:pt x="4651379" y="2816828"/>
                </a:cubicBezTo>
                <a:cubicBezTo>
                  <a:pt x="4652780" y="2811841"/>
                  <a:pt x="4652780" y="2803740"/>
                  <a:pt x="4650678" y="2801247"/>
                </a:cubicBezTo>
                <a:cubicBezTo>
                  <a:pt x="4628251" y="2783798"/>
                  <a:pt x="4603021" y="2771333"/>
                  <a:pt x="4577090" y="2760115"/>
                </a:cubicBezTo>
                <a:cubicBezTo>
                  <a:pt x="4564476" y="2754505"/>
                  <a:pt x="4551158" y="2749520"/>
                  <a:pt x="4537844" y="2744534"/>
                </a:cubicBezTo>
                <a:cubicBezTo>
                  <a:pt x="4524526" y="2739548"/>
                  <a:pt x="4511912" y="2735185"/>
                  <a:pt x="4498596" y="2730199"/>
                </a:cubicBezTo>
                <a:cubicBezTo>
                  <a:pt x="4476870" y="2721475"/>
                  <a:pt x="4456546" y="2711502"/>
                  <a:pt x="4440426" y="2692805"/>
                </a:cubicBezTo>
                <a:cubicBezTo>
                  <a:pt x="4412392" y="2660398"/>
                  <a:pt x="4365436" y="2656657"/>
                  <a:pt x="4336002" y="2626121"/>
                </a:cubicBezTo>
                <a:cubicBezTo>
                  <a:pt x="4312873" y="2623005"/>
                  <a:pt x="4289746" y="2621135"/>
                  <a:pt x="4267321" y="2616772"/>
                </a:cubicBezTo>
                <a:cubicBezTo>
                  <a:pt x="4245595" y="2612410"/>
                  <a:pt x="4224567" y="2608669"/>
                  <a:pt x="4203542" y="2604931"/>
                </a:cubicBezTo>
                <a:cubicBezTo>
                  <a:pt x="4182518" y="2601190"/>
                  <a:pt x="4160790" y="2598074"/>
                  <a:pt x="4139064" y="2595582"/>
                </a:cubicBezTo>
                <a:cubicBezTo>
                  <a:pt x="4118040" y="2593089"/>
                  <a:pt x="4096312" y="2591843"/>
                  <a:pt x="4074589" y="2590595"/>
                </a:cubicBezTo>
                <a:cubicBezTo>
                  <a:pt x="4064074" y="2589973"/>
                  <a:pt x="4052863" y="2589973"/>
                  <a:pt x="4042348" y="2589973"/>
                </a:cubicBezTo>
                <a:cubicBezTo>
                  <a:pt x="4031836" y="2589973"/>
                  <a:pt x="4020621" y="2590595"/>
                  <a:pt x="4010110" y="2591220"/>
                </a:cubicBezTo>
                <a:cubicBezTo>
                  <a:pt x="3992588" y="2592465"/>
                  <a:pt x="3975768" y="2584364"/>
                  <a:pt x="3959649" y="2579378"/>
                </a:cubicBezTo>
                <a:cubicBezTo>
                  <a:pt x="3955445" y="2578132"/>
                  <a:pt x="3952640" y="2573769"/>
                  <a:pt x="3949837" y="2570653"/>
                </a:cubicBezTo>
                <a:cubicBezTo>
                  <a:pt x="3954042" y="2567537"/>
                  <a:pt x="3957545" y="2561928"/>
                  <a:pt x="3961752" y="2561303"/>
                </a:cubicBezTo>
                <a:cubicBezTo>
                  <a:pt x="3986281" y="2558811"/>
                  <a:pt x="4011513" y="2556943"/>
                  <a:pt x="4036042" y="2556318"/>
                </a:cubicBezTo>
                <a:cubicBezTo>
                  <a:pt x="4060568" y="2555695"/>
                  <a:pt x="4085800" y="2557565"/>
                  <a:pt x="4110330" y="2561928"/>
                </a:cubicBezTo>
                <a:cubicBezTo>
                  <a:pt x="4127850" y="2565044"/>
                  <a:pt x="4146072" y="2565044"/>
                  <a:pt x="4164996" y="2565667"/>
                </a:cubicBezTo>
                <a:cubicBezTo>
                  <a:pt x="4174807" y="2566290"/>
                  <a:pt x="4183919" y="2557565"/>
                  <a:pt x="4185317" y="2545100"/>
                </a:cubicBezTo>
                <a:cubicBezTo>
                  <a:pt x="4186720" y="2533260"/>
                  <a:pt x="4179713" y="2525157"/>
                  <a:pt x="4170602" y="2523288"/>
                </a:cubicBezTo>
                <a:cubicBezTo>
                  <a:pt x="4143270" y="2519549"/>
                  <a:pt x="4115939" y="2517678"/>
                  <a:pt x="4089305" y="2513315"/>
                </a:cubicBezTo>
                <a:cubicBezTo>
                  <a:pt x="4057765" y="2507707"/>
                  <a:pt x="4026930" y="2503968"/>
                  <a:pt x="3993989" y="2515186"/>
                </a:cubicBezTo>
                <a:cubicBezTo>
                  <a:pt x="3975066" y="2522040"/>
                  <a:pt x="3958249" y="2513939"/>
                  <a:pt x="3941428" y="2510823"/>
                </a:cubicBezTo>
                <a:cubicBezTo>
                  <a:pt x="3919701" y="2507084"/>
                  <a:pt x="3897975" y="2504592"/>
                  <a:pt x="3876249" y="2503968"/>
                </a:cubicBezTo>
                <a:cubicBezTo>
                  <a:pt x="3866436" y="2503344"/>
                  <a:pt x="3858029" y="2512693"/>
                  <a:pt x="3856625" y="2523288"/>
                </a:cubicBezTo>
                <a:cubicBezTo>
                  <a:pt x="3853120" y="2551332"/>
                  <a:pt x="3838403" y="2560681"/>
                  <a:pt x="3818782" y="2563174"/>
                </a:cubicBezTo>
                <a:cubicBezTo>
                  <a:pt x="3809670" y="2564420"/>
                  <a:pt x="3800559" y="2568160"/>
                  <a:pt x="3792850" y="2566913"/>
                </a:cubicBezTo>
                <a:cubicBezTo>
                  <a:pt x="3776029" y="2565044"/>
                  <a:pt x="3759209" y="2563797"/>
                  <a:pt x="3741688" y="2562551"/>
                </a:cubicBezTo>
                <a:lnTo>
                  <a:pt x="3691228" y="2560059"/>
                </a:lnTo>
                <a:cubicBezTo>
                  <a:pt x="3674410" y="2559435"/>
                  <a:pt x="3657589" y="2558187"/>
                  <a:pt x="3640768" y="2556318"/>
                </a:cubicBezTo>
                <a:cubicBezTo>
                  <a:pt x="3624648" y="2555072"/>
                  <a:pt x="3607828" y="2552579"/>
                  <a:pt x="3591708" y="2548840"/>
                </a:cubicBezTo>
                <a:cubicBezTo>
                  <a:pt x="3551761" y="2539491"/>
                  <a:pt x="3511812" y="2534504"/>
                  <a:pt x="3469761" y="2540739"/>
                </a:cubicBezTo>
                <a:cubicBezTo>
                  <a:pt x="3453642" y="2543230"/>
                  <a:pt x="3437524" y="2540739"/>
                  <a:pt x="3422806" y="2534504"/>
                </a:cubicBezTo>
                <a:cubicBezTo>
                  <a:pt x="3407386" y="2528273"/>
                  <a:pt x="3392669" y="2523911"/>
                  <a:pt x="3377250" y="2521417"/>
                </a:cubicBezTo>
                <a:cubicBezTo>
                  <a:pt x="3361830" y="2519549"/>
                  <a:pt x="3346416" y="2520172"/>
                  <a:pt x="3329593" y="2525157"/>
                </a:cubicBezTo>
                <a:cubicBezTo>
                  <a:pt x="3314174" y="2529519"/>
                  <a:pt x="3298057" y="2527649"/>
                  <a:pt x="3282637" y="2525781"/>
                </a:cubicBezTo>
                <a:cubicBezTo>
                  <a:pt x="3190125" y="2515808"/>
                  <a:pt x="3100418" y="2503968"/>
                  <a:pt x="3010712" y="2501474"/>
                </a:cubicBezTo>
                <a:cubicBezTo>
                  <a:pt x="2988284" y="2501474"/>
                  <a:pt x="2966558" y="2500228"/>
                  <a:pt x="2944130" y="2498982"/>
                </a:cubicBezTo>
                <a:cubicBezTo>
                  <a:pt x="2921705" y="2497735"/>
                  <a:pt x="2899979" y="2498357"/>
                  <a:pt x="2878252" y="2498982"/>
                </a:cubicBezTo>
                <a:cubicBezTo>
                  <a:pt x="2869140" y="2499605"/>
                  <a:pt x="2860031" y="2499605"/>
                  <a:pt x="2850920" y="2499605"/>
                </a:cubicBezTo>
                <a:lnTo>
                  <a:pt x="2823587" y="2500851"/>
                </a:lnTo>
                <a:cubicBezTo>
                  <a:pt x="2805365" y="2501474"/>
                  <a:pt x="2787144" y="2502720"/>
                  <a:pt x="2768920" y="2502720"/>
                </a:cubicBezTo>
                <a:cubicBezTo>
                  <a:pt x="2756306" y="2503344"/>
                  <a:pt x="2744392" y="2503344"/>
                  <a:pt x="2731776" y="2503344"/>
                </a:cubicBezTo>
                <a:lnTo>
                  <a:pt x="2713554" y="2503344"/>
                </a:lnTo>
                <a:lnTo>
                  <a:pt x="2694630" y="2504592"/>
                </a:lnTo>
                <a:cubicBezTo>
                  <a:pt x="2669402" y="2505836"/>
                  <a:pt x="2644872" y="2506461"/>
                  <a:pt x="2619640" y="2507084"/>
                </a:cubicBezTo>
                <a:lnTo>
                  <a:pt x="2581796" y="2507707"/>
                </a:lnTo>
                <a:cubicBezTo>
                  <a:pt x="2575488" y="2507707"/>
                  <a:pt x="2569182" y="2508329"/>
                  <a:pt x="2562875" y="2508952"/>
                </a:cubicBezTo>
                <a:lnTo>
                  <a:pt x="2543953" y="2510200"/>
                </a:lnTo>
                <a:cubicBezTo>
                  <a:pt x="2518020" y="2512069"/>
                  <a:pt x="2492790" y="2513939"/>
                  <a:pt x="2466859" y="2516431"/>
                </a:cubicBezTo>
                <a:cubicBezTo>
                  <a:pt x="2457748" y="2517056"/>
                  <a:pt x="2447936" y="2517056"/>
                  <a:pt x="2438124" y="2516431"/>
                </a:cubicBezTo>
                <a:cubicBezTo>
                  <a:pt x="2428313" y="2515808"/>
                  <a:pt x="2418501" y="2515186"/>
                  <a:pt x="2408688" y="2514562"/>
                </a:cubicBezTo>
                <a:cubicBezTo>
                  <a:pt x="2365237" y="2511445"/>
                  <a:pt x="2321084" y="2508329"/>
                  <a:pt x="2277632" y="2508329"/>
                </a:cubicBezTo>
                <a:cubicBezTo>
                  <a:pt x="2233476" y="2510200"/>
                  <a:pt x="2189326" y="2515186"/>
                  <a:pt x="2145873" y="2525781"/>
                </a:cubicBezTo>
                <a:cubicBezTo>
                  <a:pt x="2136763" y="2527649"/>
                  <a:pt x="2128353" y="2529519"/>
                  <a:pt x="2119241" y="2531389"/>
                </a:cubicBezTo>
                <a:cubicBezTo>
                  <a:pt x="2110130" y="2532635"/>
                  <a:pt x="2101018" y="2533883"/>
                  <a:pt x="2091909" y="2534504"/>
                </a:cubicBezTo>
                <a:cubicBezTo>
                  <a:pt x="2073686" y="2535752"/>
                  <a:pt x="2054763" y="2535128"/>
                  <a:pt x="2035139" y="2533883"/>
                </a:cubicBezTo>
                <a:cubicBezTo>
                  <a:pt x="2016216" y="2532635"/>
                  <a:pt x="1996592" y="2530144"/>
                  <a:pt x="1977671" y="2527649"/>
                </a:cubicBezTo>
                <a:cubicBezTo>
                  <a:pt x="1958048" y="2525781"/>
                  <a:pt x="1938423" y="2523911"/>
                  <a:pt x="1918799" y="2522665"/>
                </a:cubicBezTo>
                <a:cubicBezTo>
                  <a:pt x="1910390" y="2522040"/>
                  <a:pt x="1901279" y="2515808"/>
                  <a:pt x="1892870" y="2511445"/>
                </a:cubicBezTo>
                <a:cubicBezTo>
                  <a:pt x="1890066" y="2510200"/>
                  <a:pt x="1886561" y="2502720"/>
                  <a:pt x="1886561" y="2502098"/>
                </a:cubicBezTo>
                <a:cubicBezTo>
                  <a:pt x="1888664" y="2498357"/>
                  <a:pt x="1892167" y="2493373"/>
                  <a:pt x="1895672" y="2493997"/>
                </a:cubicBezTo>
                <a:cubicBezTo>
                  <a:pt x="1911091" y="2495866"/>
                  <a:pt x="1926510" y="2497112"/>
                  <a:pt x="1941928" y="2496489"/>
                </a:cubicBezTo>
                <a:cubicBezTo>
                  <a:pt x="1949637" y="2496489"/>
                  <a:pt x="1956646" y="2495866"/>
                  <a:pt x="1964354" y="2495241"/>
                </a:cubicBezTo>
                <a:cubicBezTo>
                  <a:pt x="1972064" y="2494619"/>
                  <a:pt x="1979072" y="2494619"/>
                  <a:pt x="1986081" y="2493373"/>
                </a:cubicBezTo>
                <a:cubicBezTo>
                  <a:pt x="2014815" y="2490256"/>
                  <a:pt x="2042850" y="2484024"/>
                  <a:pt x="2070883" y="2475299"/>
                </a:cubicBezTo>
                <a:cubicBezTo>
                  <a:pt x="2072986" y="2474677"/>
                  <a:pt x="2075789" y="2467821"/>
                  <a:pt x="2074386" y="2464704"/>
                </a:cubicBezTo>
                <a:cubicBezTo>
                  <a:pt x="2072986" y="2459718"/>
                  <a:pt x="2068780" y="2452862"/>
                  <a:pt x="2065277" y="2451617"/>
                </a:cubicBezTo>
                <a:cubicBezTo>
                  <a:pt x="2026730" y="2439151"/>
                  <a:pt x="1987483" y="2427311"/>
                  <a:pt x="1947535" y="2419207"/>
                </a:cubicBezTo>
                <a:cubicBezTo>
                  <a:pt x="1907587" y="2412353"/>
                  <a:pt x="1867638" y="2410482"/>
                  <a:pt x="1828392" y="2416716"/>
                </a:cubicBezTo>
                <a:cubicBezTo>
                  <a:pt x="1815776" y="2418584"/>
                  <a:pt x="1805265" y="2407367"/>
                  <a:pt x="1798256" y="2391786"/>
                </a:cubicBezTo>
                <a:cubicBezTo>
                  <a:pt x="1868340" y="2387423"/>
                  <a:pt x="1937722" y="2383683"/>
                  <a:pt x="2007107" y="2389916"/>
                </a:cubicBezTo>
                <a:cubicBezTo>
                  <a:pt x="2055463" y="2393656"/>
                  <a:pt x="2102421" y="2390540"/>
                  <a:pt x="2148676" y="2389916"/>
                </a:cubicBezTo>
                <a:cubicBezTo>
                  <a:pt x="2231376" y="2388047"/>
                  <a:pt x="2239785" y="2381814"/>
                  <a:pt x="2318983" y="2324478"/>
                </a:cubicBezTo>
                <a:cubicBezTo>
                  <a:pt x="2321084" y="2323230"/>
                  <a:pt x="2321786" y="2315752"/>
                  <a:pt x="2321084" y="2313883"/>
                </a:cubicBezTo>
                <a:cubicBezTo>
                  <a:pt x="2318281" y="2309520"/>
                  <a:pt x="2314075" y="2304533"/>
                  <a:pt x="2310571" y="2303911"/>
                </a:cubicBezTo>
                <a:cubicBezTo>
                  <a:pt x="2287445" y="2297678"/>
                  <a:pt x="2263616" y="2292069"/>
                  <a:pt x="2240487" y="2288953"/>
                </a:cubicBezTo>
                <a:cubicBezTo>
                  <a:pt x="2216660" y="2286460"/>
                  <a:pt x="2193532" y="2287707"/>
                  <a:pt x="2169702" y="2292069"/>
                </a:cubicBezTo>
                <a:cubicBezTo>
                  <a:pt x="2139565" y="2298302"/>
                  <a:pt x="2108727" y="2302041"/>
                  <a:pt x="2077891" y="2304533"/>
                </a:cubicBezTo>
                <a:cubicBezTo>
                  <a:pt x="2046354" y="2308273"/>
                  <a:pt x="2014815" y="2310766"/>
                  <a:pt x="1983278" y="2312636"/>
                </a:cubicBezTo>
                <a:lnTo>
                  <a:pt x="1935620" y="2315129"/>
                </a:lnTo>
                <a:cubicBezTo>
                  <a:pt x="1927911" y="2315752"/>
                  <a:pt x="1919501" y="2315752"/>
                  <a:pt x="1911791" y="2316374"/>
                </a:cubicBezTo>
                <a:lnTo>
                  <a:pt x="1887964" y="2318245"/>
                </a:lnTo>
                <a:cubicBezTo>
                  <a:pt x="1855723" y="2320737"/>
                  <a:pt x="1823486" y="2323853"/>
                  <a:pt x="1791247" y="2328216"/>
                </a:cubicBezTo>
                <a:cubicBezTo>
                  <a:pt x="1777930" y="2330086"/>
                  <a:pt x="1763915" y="2330086"/>
                  <a:pt x="1750597" y="2328216"/>
                </a:cubicBezTo>
                <a:cubicBezTo>
                  <a:pt x="1655284" y="2316374"/>
                  <a:pt x="1568378" y="2343798"/>
                  <a:pt x="1482177" y="2374335"/>
                </a:cubicBezTo>
                <a:cubicBezTo>
                  <a:pt x="1467460" y="2379320"/>
                  <a:pt x="1452742" y="2401135"/>
                  <a:pt x="1459751" y="2404874"/>
                </a:cubicBezTo>
                <a:cubicBezTo>
                  <a:pt x="1468159" y="2409860"/>
                  <a:pt x="1478674" y="2411730"/>
                  <a:pt x="1487783" y="2414846"/>
                </a:cubicBezTo>
                <a:cubicBezTo>
                  <a:pt x="1491989" y="2416091"/>
                  <a:pt x="1498297" y="2417962"/>
                  <a:pt x="1499698" y="2421078"/>
                </a:cubicBezTo>
                <a:cubicBezTo>
                  <a:pt x="1504605" y="2429802"/>
                  <a:pt x="1498997" y="2434165"/>
                  <a:pt x="1487082" y="2436658"/>
                </a:cubicBezTo>
                <a:cubicBezTo>
                  <a:pt x="1459751" y="2442267"/>
                  <a:pt x="1432418" y="2444138"/>
                  <a:pt x="1402983" y="2423570"/>
                </a:cubicBezTo>
                <a:cubicBezTo>
                  <a:pt x="1394571" y="2417962"/>
                  <a:pt x="1383357" y="2412353"/>
                  <a:pt x="1374949" y="2412975"/>
                </a:cubicBezTo>
                <a:cubicBezTo>
                  <a:pt x="1344111" y="2414223"/>
                  <a:pt x="1312573" y="2413599"/>
                  <a:pt x="1282437" y="2416716"/>
                </a:cubicBezTo>
                <a:cubicBezTo>
                  <a:pt x="1267020" y="2418584"/>
                  <a:pt x="1252302" y="2421078"/>
                  <a:pt x="1237584" y="2425440"/>
                </a:cubicBezTo>
                <a:cubicBezTo>
                  <a:pt x="1223567" y="2429802"/>
                  <a:pt x="1209550" y="2436658"/>
                  <a:pt x="1196935" y="2446007"/>
                </a:cubicBezTo>
                <a:cubicBezTo>
                  <a:pt x="1161894" y="2470314"/>
                  <a:pt x="1123347" y="2487140"/>
                  <a:pt x="1083398" y="2498982"/>
                </a:cubicBezTo>
                <a:cubicBezTo>
                  <a:pt x="1049757" y="2509577"/>
                  <a:pt x="1015419" y="2519549"/>
                  <a:pt x="980375" y="2528896"/>
                </a:cubicBezTo>
                <a:lnTo>
                  <a:pt x="928514" y="2542607"/>
                </a:lnTo>
                <a:lnTo>
                  <a:pt x="902582" y="2549464"/>
                </a:lnTo>
                <a:lnTo>
                  <a:pt x="876652" y="2556943"/>
                </a:lnTo>
                <a:cubicBezTo>
                  <a:pt x="863335" y="2560681"/>
                  <a:pt x="845814" y="2562551"/>
                  <a:pt x="831797" y="2556318"/>
                </a:cubicBezTo>
                <a:cubicBezTo>
                  <a:pt x="788344" y="2537621"/>
                  <a:pt x="750500" y="2543855"/>
                  <a:pt x="713355" y="2556943"/>
                </a:cubicBezTo>
                <a:cubicBezTo>
                  <a:pt x="681117" y="2568160"/>
                  <a:pt x="648878" y="2580624"/>
                  <a:pt x="618040" y="2593089"/>
                </a:cubicBezTo>
                <a:cubicBezTo>
                  <a:pt x="594212" y="2603061"/>
                  <a:pt x="571085" y="2613033"/>
                  <a:pt x="547253" y="2623005"/>
                </a:cubicBezTo>
                <a:cubicBezTo>
                  <a:pt x="524129" y="2633599"/>
                  <a:pt x="500300" y="2644818"/>
                  <a:pt x="477872" y="2655413"/>
                </a:cubicBezTo>
                <a:cubicBezTo>
                  <a:pt x="454744" y="2666629"/>
                  <a:pt x="431618" y="2677848"/>
                  <a:pt x="409190" y="2689689"/>
                </a:cubicBezTo>
                <a:lnTo>
                  <a:pt x="374848" y="2707139"/>
                </a:lnTo>
                <a:lnTo>
                  <a:pt x="341208" y="2725838"/>
                </a:lnTo>
                <a:cubicBezTo>
                  <a:pt x="296355" y="2750766"/>
                  <a:pt x="251502" y="2775694"/>
                  <a:pt x="207347" y="2801870"/>
                </a:cubicBezTo>
                <a:cubicBezTo>
                  <a:pt x="163195" y="2828669"/>
                  <a:pt x="119743" y="2856092"/>
                  <a:pt x="76292" y="2883514"/>
                </a:cubicBezTo>
                <a:cubicBezTo>
                  <a:pt x="52463" y="2898471"/>
                  <a:pt x="28634" y="2912805"/>
                  <a:pt x="4105" y="2927140"/>
                </a:cubicBezTo>
                <a:lnTo>
                  <a:pt x="0" y="2929527"/>
                </a:lnTo>
                <a:lnTo>
                  <a:pt x="0" y="754457"/>
                </a:lnTo>
                <a:lnTo>
                  <a:pt x="132357" y="691618"/>
                </a:lnTo>
                <a:cubicBezTo>
                  <a:pt x="161094" y="679776"/>
                  <a:pt x="189827" y="669182"/>
                  <a:pt x="219964" y="660456"/>
                </a:cubicBezTo>
                <a:cubicBezTo>
                  <a:pt x="250099" y="651731"/>
                  <a:pt x="281637" y="644875"/>
                  <a:pt x="313175" y="639267"/>
                </a:cubicBezTo>
                <a:cubicBezTo>
                  <a:pt x="339804" y="634904"/>
                  <a:pt x="365737" y="627425"/>
                  <a:pt x="390969" y="618700"/>
                </a:cubicBezTo>
                <a:cubicBezTo>
                  <a:pt x="416198" y="609974"/>
                  <a:pt x="440727" y="599380"/>
                  <a:pt x="466659" y="589408"/>
                </a:cubicBezTo>
                <a:cubicBezTo>
                  <a:pt x="511513" y="571334"/>
                  <a:pt x="558468" y="557001"/>
                  <a:pt x="605426" y="547029"/>
                </a:cubicBezTo>
                <a:cubicBezTo>
                  <a:pt x="629254" y="542042"/>
                  <a:pt x="653082" y="537680"/>
                  <a:pt x="677611" y="535187"/>
                </a:cubicBezTo>
                <a:cubicBezTo>
                  <a:pt x="702143" y="532694"/>
                  <a:pt x="726671" y="530824"/>
                  <a:pt x="751901" y="530824"/>
                </a:cubicBezTo>
                <a:cubicBezTo>
                  <a:pt x="779936" y="530202"/>
                  <a:pt x="807968" y="528955"/>
                  <a:pt x="835301" y="526462"/>
                </a:cubicBezTo>
                <a:cubicBezTo>
                  <a:pt x="849317" y="525215"/>
                  <a:pt x="862633" y="523346"/>
                  <a:pt x="875950" y="521476"/>
                </a:cubicBezTo>
                <a:cubicBezTo>
                  <a:pt x="889267" y="519606"/>
                  <a:pt x="903283" y="517736"/>
                  <a:pt x="916599" y="515244"/>
                </a:cubicBezTo>
                <a:cubicBezTo>
                  <a:pt x="971264" y="506519"/>
                  <a:pt x="1024528" y="493431"/>
                  <a:pt x="1077792" y="475980"/>
                </a:cubicBezTo>
                <a:cubicBezTo>
                  <a:pt x="1095313" y="470372"/>
                  <a:pt x="1112835" y="465385"/>
                  <a:pt x="1131056" y="462892"/>
                </a:cubicBezTo>
                <a:cubicBezTo>
                  <a:pt x="1149277" y="460400"/>
                  <a:pt x="1168200" y="459153"/>
                  <a:pt x="1187123" y="459153"/>
                </a:cubicBezTo>
                <a:cubicBezTo>
                  <a:pt x="1246694" y="458529"/>
                  <a:pt x="1305566" y="456660"/>
                  <a:pt x="1364436" y="454791"/>
                </a:cubicBezTo>
                <a:cubicBezTo>
                  <a:pt x="1424007" y="453544"/>
                  <a:pt x="1483579" y="452297"/>
                  <a:pt x="1543149" y="451052"/>
                </a:cubicBezTo>
                <a:cubicBezTo>
                  <a:pt x="1562773" y="450428"/>
                  <a:pt x="1580996" y="447936"/>
                  <a:pt x="1598516" y="442326"/>
                </a:cubicBezTo>
                <a:cubicBezTo>
                  <a:pt x="1616037" y="437340"/>
                  <a:pt x="1632155" y="429238"/>
                  <a:pt x="1647575" y="418643"/>
                </a:cubicBezTo>
                <a:cubicBezTo>
                  <a:pt x="1657386" y="411788"/>
                  <a:pt x="1667198" y="404933"/>
                  <a:pt x="1677710" y="398701"/>
                </a:cubicBezTo>
                <a:cubicBezTo>
                  <a:pt x="1720462" y="371902"/>
                  <a:pt x="1768120" y="360060"/>
                  <a:pt x="1821383" y="366292"/>
                </a:cubicBezTo>
                <a:cubicBezTo>
                  <a:pt x="1852220" y="370655"/>
                  <a:pt x="1887262" y="373147"/>
                  <a:pt x="1915997" y="366292"/>
                </a:cubicBezTo>
                <a:cubicBezTo>
                  <a:pt x="1950339" y="357567"/>
                  <a:pt x="1985380" y="353204"/>
                  <a:pt x="2019721" y="350088"/>
                </a:cubicBezTo>
                <a:cubicBezTo>
                  <a:pt x="2037243" y="348842"/>
                  <a:pt x="2054062" y="346972"/>
                  <a:pt x="2072286" y="346348"/>
                </a:cubicBezTo>
                <a:cubicBezTo>
                  <a:pt x="2089804" y="345726"/>
                  <a:pt x="2107327" y="344479"/>
                  <a:pt x="2124848" y="343232"/>
                </a:cubicBezTo>
                <a:cubicBezTo>
                  <a:pt x="2182315" y="338870"/>
                  <a:pt x="2239785" y="329521"/>
                  <a:pt x="2297255" y="322043"/>
                </a:cubicBezTo>
                <a:cubicBezTo>
                  <a:pt x="2330195" y="318927"/>
                  <a:pt x="2360330" y="308955"/>
                  <a:pt x="2389065" y="294621"/>
                </a:cubicBezTo>
                <a:cubicBezTo>
                  <a:pt x="2417100" y="280286"/>
                  <a:pt x="2450038" y="270314"/>
                  <a:pt x="2472465" y="250994"/>
                </a:cubicBezTo>
                <a:cubicBezTo>
                  <a:pt x="2483679" y="241023"/>
                  <a:pt x="2496295" y="233545"/>
                  <a:pt x="2508909" y="227312"/>
                </a:cubicBezTo>
                <a:cubicBezTo>
                  <a:pt x="2521523" y="221079"/>
                  <a:pt x="2534838" y="216094"/>
                  <a:pt x="2548858" y="212355"/>
                </a:cubicBezTo>
                <a:cubicBezTo>
                  <a:pt x="2576891" y="204876"/>
                  <a:pt x="2605624" y="201759"/>
                  <a:pt x="2635760" y="198643"/>
                </a:cubicBezTo>
                <a:cubicBezTo>
                  <a:pt x="2648375" y="197398"/>
                  <a:pt x="2660290" y="190542"/>
                  <a:pt x="2671504" y="184309"/>
                </a:cubicBezTo>
                <a:cubicBezTo>
                  <a:pt x="2676409" y="181816"/>
                  <a:pt x="2679213" y="176207"/>
                  <a:pt x="2682718" y="171221"/>
                </a:cubicBezTo>
                <a:cubicBezTo>
                  <a:pt x="2689725" y="159380"/>
                  <a:pt x="2684119" y="152524"/>
                  <a:pt x="2665196" y="150032"/>
                </a:cubicBezTo>
                <a:cubicBezTo>
                  <a:pt x="2624546" y="144423"/>
                  <a:pt x="2583899" y="148161"/>
                  <a:pt x="2545353" y="157511"/>
                </a:cubicBezTo>
                <a:cubicBezTo>
                  <a:pt x="2539747" y="158757"/>
                  <a:pt x="2533440" y="160003"/>
                  <a:pt x="2527832" y="161249"/>
                </a:cubicBezTo>
                <a:cubicBezTo>
                  <a:pt x="2522225" y="162496"/>
                  <a:pt x="2516617" y="163743"/>
                  <a:pt x="2510312" y="164367"/>
                </a:cubicBezTo>
                <a:cubicBezTo>
                  <a:pt x="2499097" y="166236"/>
                  <a:pt x="2487885" y="166859"/>
                  <a:pt x="2475971" y="166859"/>
                </a:cubicBezTo>
                <a:cubicBezTo>
                  <a:pt x="2453544" y="166859"/>
                  <a:pt x="2431115" y="163743"/>
                  <a:pt x="2407988" y="156888"/>
                </a:cubicBezTo>
                <a:cubicBezTo>
                  <a:pt x="2388366" y="151278"/>
                  <a:pt x="2368040" y="157511"/>
                  <a:pt x="2350519" y="166236"/>
                </a:cubicBezTo>
                <a:cubicBezTo>
                  <a:pt x="2333699" y="174960"/>
                  <a:pt x="2318281" y="186179"/>
                  <a:pt x="2300758" y="193658"/>
                </a:cubicBezTo>
                <a:cubicBezTo>
                  <a:pt x="2295154" y="196151"/>
                  <a:pt x="2288145" y="198020"/>
                  <a:pt x="2281137" y="198643"/>
                </a:cubicBezTo>
                <a:cubicBezTo>
                  <a:pt x="2274126" y="199890"/>
                  <a:pt x="2267819" y="199267"/>
                  <a:pt x="2262914" y="197398"/>
                </a:cubicBezTo>
                <a:cubicBezTo>
                  <a:pt x="2227172" y="179947"/>
                  <a:pt x="2189326" y="178077"/>
                  <a:pt x="2148676" y="183063"/>
                </a:cubicBezTo>
                <a:cubicBezTo>
                  <a:pt x="2112232" y="187426"/>
                  <a:pt x="2076491" y="191164"/>
                  <a:pt x="2040045" y="194280"/>
                </a:cubicBezTo>
                <a:cubicBezTo>
                  <a:pt x="2004302" y="198020"/>
                  <a:pt x="1968561" y="201136"/>
                  <a:pt x="1932117" y="204252"/>
                </a:cubicBezTo>
                <a:cubicBezTo>
                  <a:pt x="1860631" y="210485"/>
                  <a:pt x="1787742" y="214224"/>
                  <a:pt x="1716956" y="223573"/>
                </a:cubicBezTo>
                <a:cubicBezTo>
                  <a:pt x="1705043" y="224819"/>
                  <a:pt x="1691727" y="220457"/>
                  <a:pt x="1679113" y="218587"/>
                </a:cubicBezTo>
                <a:cubicBezTo>
                  <a:pt x="1663695" y="216094"/>
                  <a:pt x="1653183" y="190542"/>
                  <a:pt x="1663695" y="179323"/>
                </a:cubicBezTo>
                <a:cubicBezTo>
                  <a:pt x="1671404" y="170598"/>
                  <a:pt x="1678412" y="158757"/>
                  <a:pt x="1688924" y="153771"/>
                </a:cubicBezTo>
                <a:cubicBezTo>
                  <a:pt x="1718360" y="141307"/>
                  <a:pt x="1748495" y="127596"/>
                  <a:pt x="1780733" y="121986"/>
                </a:cubicBezTo>
                <a:cubicBezTo>
                  <a:pt x="1828392" y="114508"/>
                  <a:pt x="1876049" y="107653"/>
                  <a:pt x="1924408" y="100173"/>
                </a:cubicBezTo>
                <a:lnTo>
                  <a:pt x="1995892" y="90202"/>
                </a:lnTo>
                <a:lnTo>
                  <a:pt x="2014116" y="87709"/>
                </a:lnTo>
                <a:lnTo>
                  <a:pt x="2032336" y="85839"/>
                </a:lnTo>
                <a:lnTo>
                  <a:pt x="2068780" y="82099"/>
                </a:lnTo>
                <a:cubicBezTo>
                  <a:pt x="2166197" y="72751"/>
                  <a:pt x="2262914" y="62779"/>
                  <a:pt x="2362433" y="61534"/>
                </a:cubicBezTo>
                <a:cubicBezTo>
                  <a:pt x="2382759" y="60910"/>
                  <a:pt x="2403783" y="60287"/>
                  <a:pt x="2423407" y="62779"/>
                </a:cubicBezTo>
                <a:cubicBezTo>
                  <a:pt x="2454245" y="66519"/>
                  <a:pt x="2484380" y="69011"/>
                  <a:pt x="2515217" y="69635"/>
                </a:cubicBezTo>
                <a:cubicBezTo>
                  <a:pt x="2546055" y="70882"/>
                  <a:pt x="2576891" y="71505"/>
                  <a:pt x="2607026" y="70258"/>
                </a:cubicBezTo>
                <a:cubicBezTo>
                  <a:pt x="2667999" y="68389"/>
                  <a:pt x="2729675" y="62156"/>
                  <a:pt x="2791347" y="56547"/>
                </a:cubicBezTo>
                <a:cubicBezTo>
                  <a:pt x="2818679" y="54055"/>
                  <a:pt x="2846014" y="52808"/>
                  <a:pt x="2873347" y="52185"/>
                </a:cubicBezTo>
                <a:cubicBezTo>
                  <a:pt x="2900679" y="51562"/>
                  <a:pt x="2928011" y="51562"/>
                  <a:pt x="2955345" y="53431"/>
                </a:cubicBezTo>
                <a:cubicBezTo>
                  <a:pt x="2991089" y="55924"/>
                  <a:pt x="3027533" y="57170"/>
                  <a:pt x="3062574" y="57170"/>
                </a:cubicBezTo>
                <a:cubicBezTo>
                  <a:pt x="3080092" y="57170"/>
                  <a:pt x="3098317" y="57170"/>
                  <a:pt x="3115836" y="56547"/>
                </a:cubicBezTo>
                <a:cubicBezTo>
                  <a:pt x="3133359" y="56547"/>
                  <a:pt x="3150879" y="55301"/>
                  <a:pt x="3168399" y="54678"/>
                </a:cubicBezTo>
                <a:cubicBezTo>
                  <a:pt x="3185920" y="54055"/>
                  <a:pt x="3203443" y="52185"/>
                  <a:pt x="3220961" y="50938"/>
                </a:cubicBezTo>
                <a:lnTo>
                  <a:pt x="3247595" y="48446"/>
                </a:lnTo>
                <a:cubicBezTo>
                  <a:pt x="3256005" y="47822"/>
                  <a:pt x="3265117" y="46575"/>
                  <a:pt x="3273525" y="45330"/>
                </a:cubicBezTo>
                <a:cubicBezTo>
                  <a:pt x="3308568" y="40967"/>
                  <a:pt x="3342910" y="35358"/>
                  <a:pt x="3378651" y="27879"/>
                </a:cubicBezTo>
                <a:cubicBezTo>
                  <a:pt x="3481325" y="6377"/>
                  <a:pt x="3585050" y="-1725"/>
                  <a:pt x="3688249" y="301"/>
                </a:cubicBezTo>
                <a:close/>
              </a:path>
            </a:pathLst>
          </a:custGeom>
          <a:solidFill>
            <a:srgbClr val="4D7E73"/>
          </a:solidFill>
          <a:ln w="4918" cap="flat">
            <a:noFill/>
            <a:prstDash val="solid"/>
            <a:miter/>
          </a:ln>
        </p:spPr>
        <p:txBody>
          <a:bodyPr rtlCol="0" anchor="ctr"/>
          <a:lstStyle/>
          <a:p>
            <a:endParaRPr lang="zh-CN" altLang="en-US" dirty="0">
              <a:latin typeface="思源宋体 CN Heavy" pitchFamily="18" charset="-122"/>
              <a:sym typeface="Arial" panose="020B0604020202020204" pitchFamily="34" charset="0"/>
            </a:endParaRPr>
          </a:p>
        </p:txBody>
      </p:sp>
      <p:sp>
        <p:nvSpPr>
          <p:cNvPr id="47" name="文本框 46"/>
          <p:cNvSpPr txBox="1"/>
          <p:nvPr/>
        </p:nvSpPr>
        <p:spPr>
          <a:xfrm>
            <a:off x="869950" y="1342390"/>
            <a:ext cx="5350510" cy="1322070"/>
          </a:xfrm>
          <a:prstGeom prst="rect">
            <a:avLst/>
          </a:prstGeom>
          <a:noFill/>
        </p:spPr>
        <p:txBody>
          <a:bodyPr wrap="square" rtlCol="0">
            <a:spAutoFit/>
          </a:bodyPr>
          <a:lstStyle/>
          <a:p>
            <a:pPr algn="ctr"/>
            <a:r>
              <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rPr>
              <a:t>冬青夏夏</a:t>
            </a:r>
          </a:p>
        </p:txBody>
      </p:sp>
      <p:sp>
        <p:nvSpPr>
          <p:cNvPr id="53" name="矩形 52"/>
          <p:cNvSpPr/>
          <p:nvPr>
            <p:custDataLst>
              <p:tags r:id="Ra97ee0aba425467f"/>
            </p:custDataLst>
          </p:nvPr>
        </p:nvSpPr>
        <p:spPr>
          <a:xfrm>
            <a:off x="6069330" y="2939415"/>
            <a:ext cx="4962525" cy="810260"/>
          </a:xfrm>
          <a:prstGeom prst="rect">
            <a:avLst/>
          </a:prstGeom>
        </p:spPr>
        <p:txBody>
          <a:bodyPr wrap="square">
            <a:spAutoFit/>
          </a:bodyPr>
          <a:lstStyle/>
          <a:p>
            <a:pPr indent="0" algn="l"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54" name="矩形 53"/>
          <p:cNvSpPr/>
          <p:nvPr>
            <p:custDataLst>
              <p:tags r:id="R0679b99ff8464f54"/>
            </p:custDataLst>
          </p:nvPr>
        </p:nvSpPr>
        <p:spPr>
          <a:xfrm>
            <a:off x="6069330" y="3977005"/>
            <a:ext cx="4962525" cy="810260"/>
          </a:xfrm>
          <a:prstGeom prst="rect">
            <a:avLst/>
          </a:prstGeom>
        </p:spPr>
        <p:txBody>
          <a:bodyPr wrap="square">
            <a:spAutoFit/>
          </a:bodyPr>
          <a:lstStyle/>
          <a:p>
            <a:pPr indent="0" algn="l"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dur="1000" fill="hold" nodeType="afterEffect">
                                  <p:stCondLst>
                                    <p:cond delay="0"/>
                                  </p:stCondLst>
                                  <p:childTnLst>
                                    <p:set>
                                      <p:cBhvr>
                                        <p:cTn id="6" dur="1000"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childTnLst>
                                </p:cTn>
                              </p:par>
                            </p:childTnLst>
                          </p:cTn>
                        </p:par>
                        <p:par>
                          <p:cTn id="8" fill="hold" nodeType="afterGroup">
                            <p:stCondLst>
                              <p:cond delay="1000"/>
                            </p:stCondLst>
                            <p:childTnLst>
                              <p:par>
                                <p:cTn id="9" presetID="22" presetClass="entr" presetSubtype="2" dur="1000" fill="hold" grpId="0" nodeType="afterEffect">
                                  <p:stCondLst>
                                    <p:cond delay="0"/>
                                  </p:stCondLst>
                                  <p:childTnLst>
                                    <p:set>
                                      <p:cBhvr>
                                        <p:cTn id="10" dur="1000" fill="hold">
                                          <p:stCondLst>
                                            <p:cond delay="0"/>
                                          </p:stCondLst>
                                        </p:cTn>
                                        <p:tgtEl>
                                          <p:spTgt spid="44"/>
                                        </p:tgtEl>
                                        <p:attrNameLst>
                                          <p:attrName>style.visibility</p:attrName>
                                        </p:attrNameLst>
                                      </p:cBhvr>
                                      <p:to>
                                        <p:strVal val="visible"/>
                                      </p:to>
                                    </p:set>
                                    <p:animEffect transition="in" filter="wipe(right)">
                                      <p:cBhvr>
                                        <p:cTn id="11" dur="1000"/>
                                        <p:tgtEl>
                                          <p:spTgt spid="44"/>
                                        </p:tgtEl>
                                      </p:cBhvr>
                                    </p:animEffect>
                                  </p:childTnLst>
                                </p:cTn>
                              </p:par>
                              <p:par>
                                <p:cTn id="12" presetID="22" presetClass="entr" presetSubtype="8" dur="1000" fill="hold" grpId="0" nodeType="withEffect">
                                  <p:stCondLst>
                                    <p:cond delay="0"/>
                                  </p:stCondLst>
                                  <p:childTnLst>
                                    <p:set>
                                      <p:cBhvr>
                                        <p:cTn id="13" dur="1000" fill="hold">
                                          <p:stCondLst>
                                            <p:cond delay="0"/>
                                          </p:stCondLst>
                                        </p:cTn>
                                        <p:tgtEl>
                                          <p:spTgt spid="43"/>
                                        </p:tgtEl>
                                        <p:attrNameLst>
                                          <p:attrName>style.visibility</p:attrName>
                                        </p:attrNameLst>
                                      </p:cBhvr>
                                      <p:to>
                                        <p:strVal val="visible"/>
                                      </p:to>
                                    </p:set>
                                    <p:animEffect transition="in" filter="wipe(left)">
                                      <p:cBhvr>
                                        <p:cTn id="14" dur="1000"/>
                                        <p:tgtEl>
                                          <p:spTgt spid="43"/>
                                        </p:tgtEl>
                                      </p:cBhvr>
                                    </p:animEffect>
                                  </p:childTnLst>
                                </p:cTn>
                              </p:par>
                            </p:childTnLst>
                          </p:cTn>
                        </p:par>
                        <p:par>
                          <p:cTn id="15" fill="hold" nodeType="afterGroup">
                            <p:stCondLst>
                              <p:cond delay="2000"/>
                            </p:stCondLst>
                            <p:childTnLst>
                              <p:par>
                                <p:cTn id="16" presetID="55" presetClass="entr" presetSubtype="0" dur="1000" fill="hold" grpId="0" nodeType="afterEffect">
                                  <p:stCondLst>
                                    <p:cond delay="0"/>
                                  </p:stCondLst>
                                  <p:childTnLst>
                                    <p:set>
                                      <p:cBhvr>
                                        <p:cTn id="17" dur="1000" fill="hold">
                                          <p:stCondLst>
                                            <p:cond delay="0"/>
                                          </p:stCondLst>
                                        </p:cTn>
                                        <p:tgtEl>
                                          <p:spTgt spid="47"/>
                                        </p:tgtEl>
                                        <p:attrNameLst>
                                          <p:attrName>style.visibility</p:attrName>
                                        </p:attrNameLst>
                                      </p:cBhvr>
                                      <p:to>
                                        <p:strVal val="visible"/>
                                      </p:to>
                                    </p:set>
                                    <p:anim calcmode="lin" valueType="num">
                                      <p:cBhvr>
                                        <p:cTn id="18" dur="1000" fill="hold"/>
                                        <p:tgtEl>
                                          <p:spTgt spid="47"/>
                                        </p:tgtEl>
                                        <p:attrNameLst>
                                          <p:attrName>ppt_w</p:attrName>
                                        </p:attrNameLst>
                                      </p:cBhvr>
                                      <p:tavLst>
                                        <p:tav tm="0">
                                          <p:val>
                                            <p:strVal val="#ppt_w*0.70"/>
                                          </p:val>
                                        </p:tav>
                                        <p:tav tm="100000">
                                          <p:val>
                                            <p:strVal val="#ppt_w"/>
                                          </p:val>
                                        </p:tav>
                                      </p:tavLst>
                                    </p:anim>
                                    <p:anim calcmode="lin" valueType="num">
                                      <p:cBhvr>
                                        <p:cTn id="19" dur="1000" fill="hold"/>
                                        <p:tgtEl>
                                          <p:spTgt spid="47"/>
                                        </p:tgtEl>
                                        <p:attrNameLst>
                                          <p:attrName>ppt_h</p:attrName>
                                        </p:attrNameLst>
                                      </p:cBhvr>
                                      <p:tavLst>
                                        <p:tav tm="0">
                                          <p:val>
                                            <p:strVal val="#ppt_h"/>
                                          </p:val>
                                        </p:tav>
                                        <p:tav tm="100000">
                                          <p:val>
                                            <p:strVal val="#ppt_h"/>
                                          </p:val>
                                        </p:tav>
                                      </p:tavLst>
                                    </p:anim>
                                    <p:animEffect transition="in" filter="fade">
                                      <p:cBhvr>
                                        <p:cTn id="20" dur="1000"/>
                                        <p:tgtEl>
                                          <p:spTgt spid="47"/>
                                        </p:tgtEl>
                                      </p:cBhvr>
                                    </p:animEffect>
                                  </p:childTnLst>
                                </p:cTn>
                              </p:par>
                            </p:childTnLst>
                          </p:cTn>
                        </p:par>
                        <p:par>
                          <p:cTn id="21" fill="hold" nodeType="afterGroup">
                            <p:stCondLst>
                              <p:cond delay="3000"/>
                            </p:stCondLst>
                            <p:childTnLst>
                              <p:par>
                                <p:cTn id="22" presetID="12" presetClass="entr" presetSubtype="8" dur="1000" fill="hold" grpId="0" nodeType="afterEffect">
                                  <p:stCondLst>
                                    <p:cond delay="0"/>
                                  </p:stCondLst>
                                  <p:childTnLst>
                                    <p:set>
                                      <p:cBhvr>
                                        <p:cTn id="23" dur="1000" fill="hold">
                                          <p:stCondLst>
                                            <p:cond delay="0"/>
                                          </p:stCondLst>
                                        </p:cTn>
                                        <p:tgtEl>
                                          <p:spTgt spid="53"/>
                                        </p:tgtEl>
                                        <p:attrNameLst>
                                          <p:attrName>style.visibility</p:attrName>
                                        </p:attrNameLst>
                                      </p:cBhvr>
                                      <p:to>
                                        <p:strVal val="visible"/>
                                      </p:to>
                                    </p:set>
                                    <p:anim calcmode="lin" valueType="num">
                                      <p:cBhvr additive="base">
                                        <p:cTn id="24" dur="1000"/>
                                        <p:tgtEl>
                                          <p:spTgt spid="53"/>
                                        </p:tgtEl>
                                        <p:attrNameLst>
                                          <p:attrName>ppt_x</p:attrName>
                                        </p:attrNameLst>
                                      </p:cBhvr>
                                      <p:tavLst>
                                        <p:tav tm="0">
                                          <p:val>
                                            <p:strVal val="#ppt_x-#ppt_w*1.125000"/>
                                          </p:val>
                                        </p:tav>
                                        <p:tav tm="100000">
                                          <p:val>
                                            <p:strVal val="#ppt_x"/>
                                          </p:val>
                                        </p:tav>
                                      </p:tavLst>
                                    </p:anim>
                                    <p:animEffect transition="in" filter="wipe(right)">
                                      <p:cBhvr>
                                        <p:cTn id="25" dur="1000"/>
                                        <p:tgtEl>
                                          <p:spTgt spid="53"/>
                                        </p:tgtEl>
                                      </p:cBhvr>
                                    </p:animEffect>
                                  </p:childTnLst>
                                </p:cTn>
                              </p:par>
                            </p:childTnLst>
                          </p:cTn>
                        </p:par>
                        <p:par>
                          <p:cTn id="26" fill="hold" nodeType="afterGroup">
                            <p:stCondLst>
                              <p:cond delay="4000"/>
                            </p:stCondLst>
                            <p:childTnLst>
                              <p:par>
                                <p:cTn id="27" presetID="12" presetClass="entr" presetSubtype="8" dur="1000" fill="hold" grpId="0" nodeType="afterEffect">
                                  <p:stCondLst>
                                    <p:cond delay="0"/>
                                  </p:stCondLst>
                                  <p:childTnLst>
                                    <p:set>
                                      <p:cBhvr>
                                        <p:cTn id="28" dur="1000" fill="hold">
                                          <p:stCondLst>
                                            <p:cond delay="0"/>
                                          </p:stCondLst>
                                        </p:cTn>
                                        <p:tgtEl>
                                          <p:spTgt spid="54"/>
                                        </p:tgtEl>
                                        <p:attrNameLst>
                                          <p:attrName>style.visibility</p:attrName>
                                        </p:attrNameLst>
                                      </p:cBhvr>
                                      <p:to>
                                        <p:strVal val="visible"/>
                                      </p:to>
                                    </p:set>
                                    <p:anim calcmode="lin" valueType="num">
                                      <p:cBhvr additive="base">
                                        <p:cTn id="29" dur="1000"/>
                                        <p:tgtEl>
                                          <p:spTgt spid="54"/>
                                        </p:tgtEl>
                                        <p:attrNameLst>
                                          <p:attrName>ppt_x</p:attrName>
                                        </p:attrNameLst>
                                      </p:cBhvr>
                                      <p:tavLst>
                                        <p:tav tm="0">
                                          <p:val>
                                            <p:strVal val="#ppt_x-#ppt_w*1.125000"/>
                                          </p:val>
                                        </p:tav>
                                        <p:tav tm="100000">
                                          <p:val>
                                            <p:strVal val="#ppt_x"/>
                                          </p:val>
                                        </p:tav>
                                      </p:tavLst>
                                    </p:anim>
                                    <p:animEffect transition="in" filter="wipe(right)">
                                      <p:cBhvr>
                                        <p:cTn id="30"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7" grpId="0"/>
      <p:bldP spid="53" grpId="0"/>
      <p:bldP spid="5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4" name="图片 3" descr="new-P-1524215-79635798O"/>
          <p:cNvPicPr>
            <a:picLocks noChangeAspect="1"/>
          </p:cNvPicPr>
          <p:nvPr>
            <p:custDataLst>
              <p:tags r:id="Rb69446cb3a234a3a"/>
            </p:custDataLst>
          </p:nvPr>
        </p:nvPicPr>
        <p:blipFill>
          <a:blip r:embed="R2306f71ee19a46ac">
            <a:alphaModFix amt="12000"/>
          </a:blip>
          <a:stretch>
            <a:fillRect/>
          </a:stretch>
        </p:blipFill>
        <p:spPr>
          <a:xfrm>
            <a:off x="0" y="0"/>
            <a:ext cx="12200890" cy="6858000"/>
          </a:xfrm>
          <a:prstGeom prst="rect">
            <a:avLst/>
          </a:prstGeom>
          <a:solidFill>
            <a:schemeClr val="accent6">
              <a:lumMod val="40000"/>
              <a:lumOff val="60000"/>
            </a:schemeClr>
          </a:solidFill>
        </p:spPr>
      </p:pic>
      <p:sp>
        <p:nvSpPr>
          <p:cNvPr id="12" name="矩形 11"/>
          <p:cNvSpPr/>
          <p:nvPr/>
        </p:nvSpPr>
        <p:spPr>
          <a:xfrm rot="5400000">
            <a:off x="6169660" y="1678305"/>
            <a:ext cx="4162425" cy="5626735"/>
          </a:xfrm>
          <a:prstGeom prst="rect">
            <a:avLst/>
          </a:prstGeom>
          <a:gradFill>
            <a:gsLst>
              <a:gs pos="0">
                <a:schemeClr val="accent4">
                  <a:lumMod val="50000"/>
                  <a:alpha val="0"/>
                </a:schemeClr>
              </a:gs>
              <a:gs pos="30000">
                <a:schemeClr val="accent4">
                  <a:lumMod val="50000"/>
                </a:schemeClr>
              </a:gs>
              <a:gs pos="83000">
                <a:schemeClr val="accent4">
                  <a:lumMod val="50000"/>
                </a:schemeClr>
              </a:gs>
              <a:gs pos="100000">
                <a:schemeClr val="accent4">
                  <a:lumMod val="5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sp>
        <p:nvSpPr>
          <p:cNvPr id="2257" name="Freeform 2256"/>
          <p:cNvSpPr>
            <a:spLocks noChangeArrowheads="1"/>
          </p:cNvSpPr>
          <p:nvPr/>
        </p:nvSpPr>
        <p:spPr bwMode="auto">
          <a:xfrm rot="21420000">
            <a:off x="-309245" y="31115"/>
            <a:ext cx="12150090" cy="5074920"/>
          </a:xfrm>
          <a:custGeom>
            <a:avLst/>
            <a:gdLst>
              <a:gd name="connsiteX0" fmla="*/ 4359535 w 21052571"/>
              <a:gd name="connsiteY0" fmla="*/ 8270801 h 8402012"/>
              <a:gd name="connsiteX1" fmla="*/ 4346406 w 21052571"/>
              <a:gd name="connsiteY1" fmla="*/ 8302874 h 8402012"/>
              <a:gd name="connsiteX2" fmla="*/ 4359535 w 21052571"/>
              <a:gd name="connsiteY2" fmla="*/ 8270801 h 8402012"/>
              <a:gd name="connsiteX3" fmla="*/ 4550214 w 21052571"/>
              <a:gd name="connsiteY3" fmla="*/ 8202009 h 8402012"/>
              <a:gd name="connsiteX4" fmla="*/ 4672394 w 21052571"/>
              <a:gd name="connsiteY4" fmla="*/ 8237067 h 8402012"/>
              <a:gd name="connsiteX5" fmla="*/ 4493316 w 21052571"/>
              <a:gd name="connsiteY5" fmla="*/ 8256305 h 8402012"/>
              <a:gd name="connsiteX6" fmla="*/ 4417181 w 21052571"/>
              <a:gd name="connsiteY6" fmla="*/ 8269130 h 8402012"/>
              <a:gd name="connsiteX7" fmla="*/ 4346406 w 21052571"/>
              <a:gd name="connsiteY7" fmla="*/ 8224241 h 8402012"/>
              <a:gd name="connsiteX8" fmla="*/ 4550214 w 21052571"/>
              <a:gd name="connsiteY8" fmla="*/ 8202009 h 8402012"/>
              <a:gd name="connsiteX9" fmla="*/ 5056320 w 21052571"/>
              <a:gd name="connsiteY9" fmla="*/ 8161791 h 8402012"/>
              <a:gd name="connsiteX10" fmla="*/ 4791963 w 21052571"/>
              <a:gd name="connsiteY10" fmla="*/ 8241261 h 8402012"/>
              <a:gd name="connsiteX11" fmla="*/ 5056320 w 21052571"/>
              <a:gd name="connsiteY11" fmla="*/ 8161791 h 8402012"/>
              <a:gd name="connsiteX12" fmla="*/ 3625921 w 21052571"/>
              <a:gd name="connsiteY12" fmla="*/ 8024337 h 8402012"/>
              <a:gd name="connsiteX13" fmla="*/ 3643884 w 21052571"/>
              <a:gd name="connsiteY13" fmla="*/ 8051637 h 8402012"/>
              <a:gd name="connsiteX14" fmla="*/ 3625921 w 21052571"/>
              <a:gd name="connsiteY14" fmla="*/ 8024337 h 8402012"/>
              <a:gd name="connsiteX15" fmla="*/ 2886695 w 21052571"/>
              <a:gd name="connsiteY15" fmla="*/ 7992782 h 8402012"/>
              <a:gd name="connsiteX16" fmla="*/ 2906042 w 21052571"/>
              <a:gd name="connsiteY16" fmla="*/ 8025022 h 8402012"/>
              <a:gd name="connsiteX17" fmla="*/ 2886695 w 21052571"/>
              <a:gd name="connsiteY17" fmla="*/ 7992782 h 8402012"/>
              <a:gd name="connsiteX18" fmla="*/ 5678744 w 21052571"/>
              <a:gd name="connsiteY18" fmla="*/ 7989786 h 8402012"/>
              <a:gd name="connsiteX19" fmla="*/ 5679589 w 21052571"/>
              <a:gd name="connsiteY19" fmla="*/ 8008981 h 8402012"/>
              <a:gd name="connsiteX20" fmla="*/ 5673597 w 21052571"/>
              <a:gd name="connsiteY20" fmla="*/ 7995331 h 8402012"/>
              <a:gd name="connsiteX21" fmla="*/ 5678744 w 21052571"/>
              <a:gd name="connsiteY21" fmla="*/ 7989786 h 8402012"/>
              <a:gd name="connsiteX22" fmla="*/ 3008685 w 21052571"/>
              <a:gd name="connsiteY22" fmla="*/ 7984722 h 8402012"/>
              <a:gd name="connsiteX23" fmla="*/ 2925388 w 21052571"/>
              <a:gd name="connsiteY23" fmla="*/ 7992782 h 8402012"/>
              <a:gd name="connsiteX24" fmla="*/ 3072634 w 21052571"/>
              <a:gd name="connsiteY24" fmla="*/ 8025022 h 8402012"/>
              <a:gd name="connsiteX25" fmla="*/ 3008685 w 21052571"/>
              <a:gd name="connsiteY25" fmla="*/ 7984722 h 8402012"/>
              <a:gd name="connsiteX26" fmla="*/ 5645056 w 21052571"/>
              <a:gd name="connsiteY26" fmla="*/ 7982520 h 8402012"/>
              <a:gd name="connsiteX27" fmla="*/ 5677278 w 21052571"/>
              <a:gd name="connsiteY27" fmla="*/ 8008698 h 8402012"/>
              <a:gd name="connsiteX28" fmla="*/ 5582515 w 21052571"/>
              <a:gd name="connsiteY28" fmla="*/ 8060648 h 8402012"/>
              <a:gd name="connsiteX29" fmla="*/ 5544182 w 21052571"/>
              <a:gd name="connsiteY29" fmla="*/ 8080129 h 8402012"/>
              <a:gd name="connsiteX30" fmla="*/ 5531403 w 21052571"/>
              <a:gd name="connsiteY30" fmla="*/ 8028179 h 8402012"/>
              <a:gd name="connsiteX31" fmla="*/ 5645056 w 21052571"/>
              <a:gd name="connsiteY31" fmla="*/ 7982520 h 8402012"/>
              <a:gd name="connsiteX32" fmla="*/ 5813583 w 21052571"/>
              <a:gd name="connsiteY32" fmla="*/ 7956299 h 8402012"/>
              <a:gd name="connsiteX33" fmla="*/ 5857390 w 21052571"/>
              <a:gd name="connsiteY33" fmla="*/ 7963331 h 8402012"/>
              <a:gd name="connsiteX34" fmla="*/ 5678342 w 21052571"/>
              <a:gd name="connsiteY34" fmla="*/ 7982898 h 8402012"/>
              <a:gd name="connsiteX35" fmla="*/ 5813583 w 21052571"/>
              <a:gd name="connsiteY35" fmla="*/ 7956299 h 8402012"/>
              <a:gd name="connsiteX36" fmla="*/ 2780828 w 21052571"/>
              <a:gd name="connsiteY36" fmla="*/ 7954901 h 8402012"/>
              <a:gd name="connsiteX37" fmla="*/ 2733001 w 21052571"/>
              <a:gd name="connsiteY37" fmla="*/ 7960543 h 8402012"/>
              <a:gd name="connsiteX38" fmla="*/ 2809310 w 21052571"/>
              <a:gd name="connsiteY38" fmla="*/ 7992782 h 8402012"/>
              <a:gd name="connsiteX39" fmla="*/ 2780828 w 21052571"/>
              <a:gd name="connsiteY39" fmla="*/ 7954901 h 8402012"/>
              <a:gd name="connsiteX40" fmla="*/ 2659645 w 21052571"/>
              <a:gd name="connsiteY40" fmla="*/ 7930721 h 8402012"/>
              <a:gd name="connsiteX41" fmla="*/ 2623371 w 21052571"/>
              <a:gd name="connsiteY41" fmla="*/ 7934751 h 8402012"/>
              <a:gd name="connsiteX42" fmla="*/ 2681409 w 21052571"/>
              <a:gd name="connsiteY42" fmla="*/ 7960543 h 8402012"/>
              <a:gd name="connsiteX43" fmla="*/ 2659645 w 21052571"/>
              <a:gd name="connsiteY43" fmla="*/ 7930721 h 8402012"/>
              <a:gd name="connsiteX44" fmla="*/ 2508366 w 21052571"/>
              <a:gd name="connsiteY44" fmla="*/ 7902511 h 8402012"/>
              <a:gd name="connsiteX45" fmla="*/ 2547060 w 21052571"/>
              <a:gd name="connsiteY45" fmla="*/ 7934751 h 8402012"/>
              <a:gd name="connsiteX46" fmla="*/ 2508366 w 21052571"/>
              <a:gd name="connsiteY46" fmla="*/ 7902511 h 8402012"/>
              <a:gd name="connsiteX47" fmla="*/ 2421442 w 21052571"/>
              <a:gd name="connsiteY47" fmla="*/ 7863152 h 8402012"/>
              <a:gd name="connsiteX48" fmla="*/ 2374056 w 21052571"/>
              <a:gd name="connsiteY48" fmla="*/ 7871346 h 8402012"/>
              <a:gd name="connsiteX49" fmla="*/ 2450329 w 21052571"/>
              <a:gd name="connsiteY49" fmla="*/ 7902511 h 8402012"/>
              <a:gd name="connsiteX50" fmla="*/ 2421442 w 21052571"/>
              <a:gd name="connsiteY50" fmla="*/ 7863152 h 8402012"/>
              <a:gd name="connsiteX51" fmla="*/ 2320053 w 21052571"/>
              <a:gd name="connsiteY51" fmla="*/ 7835883 h 8402012"/>
              <a:gd name="connsiteX52" fmla="*/ 2283781 w 21052571"/>
              <a:gd name="connsiteY52" fmla="*/ 7839107 h 8402012"/>
              <a:gd name="connsiteX53" fmla="*/ 2341814 w 21052571"/>
              <a:gd name="connsiteY53" fmla="*/ 7871346 h 8402012"/>
              <a:gd name="connsiteX54" fmla="*/ 2320053 w 21052571"/>
              <a:gd name="connsiteY54" fmla="*/ 7835883 h 8402012"/>
              <a:gd name="connsiteX55" fmla="*/ 6285584 w 21052571"/>
              <a:gd name="connsiteY55" fmla="*/ 7782608 h 8402012"/>
              <a:gd name="connsiteX56" fmla="*/ 6298222 w 21052571"/>
              <a:gd name="connsiteY56" fmla="*/ 7839818 h 8402012"/>
              <a:gd name="connsiteX57" fmla="*/ 6223439 w 21052571"/>
              <a:gd name="connsiteY57" fmla="*/ 7871602 h 8402012"/>
              <a:gd name="connsiteX58" fmla="*/ 6285584 w 21052571"/>
              <a:gd name="connsiteY58" fmla="*/ 7782608 h 8402012"/>
              <a:gd name="connsiteX59" fmla="*/ 6359901 w 21052571"/>
              <a:gd name="connsiteY59" fmla="*/ 7773131 h 8402012"/>
              <a:gd name="connsiteX60" fmla="*/ 6341937 w 21052571"/>
              <a:gd name="connsiteY60" fmla="*/ 7805237 h 8402012"/>
              <a:gd name="connsiteX61" fmla="*/ 6359901 w 21052571"/>
              <a:gd name="connsiteY61" fmla="*/ 7773131 h 8402012"/>
              <a:gd name="connsiteX62" fmla="*/ 6492563 w 21052571"/>
              <a:gd name="connsiteY62" fmla="*/ 7716253 h 8402012"/>
              <a:gd name="connsiteX63" fmla="*/ 6474654 w 21052571"/>
              <a:gd name="connsiteY63" fmla="*/ 7748359 h 8402012"/>
              <a:gd name="connsiteX64" fmla="*/ 6492563 w 21052571"/>
              <a:gd name="connsiteY64" fmla="*/ 7716253 h 8402012"/>
              <a:gd name="connsiteX65" fmla="*/ 6023013 w 21052571"/>
              <a:gd name="connsiteY65" fmla="*/ 7713609 h 8402012"/>
              <a:gd name="connsiteX66" fmla="*/ 6060265 w 21052571"/>
              <a:gd name="connsiteY66" fmla="*/ 7728489 h 8402012"/>
              <a:gd name="connsiteX67" fmla="*/ 6000662 w 21052571"/>
              <a:gd name="connsiteY67" fmla="*/ 7748330 h 8402012"/>
              <a:gd name="connsiteX68" fmla="*/ 6023013 w 21052571"/>
              <a:gd name="connsiteY68" fmla="*/ 7713609 h 8402012"/>
              <a:gd name="connsiteX69" fmla="*/ 6132352 w 21052571"/>
              <a:gd name="connsiteY69" fmla="*/ 7684485 h 8402012"/>
              <a:gd name="connsiteX70" fmla="*/ 6095460 w 21052571"/>
              <a:gd name="connsiteY70" fmla="*/ 7715228 h 8402012"/>
              <a:gd name="connsiteX71" fmla="*/ 6132352 w 21052571"/>
              <a:gd name="connsiteY71" fmla="*/ 7684485 h 8402012"/>
              <a:gd name="connsiteX72" fmla="*/ 6611612 w 21052571"/>
              <a:gd name="connsiteY72" fmla="*/ 7659376 h 8402012"/>
              <a:gd name="connsiteX73" fmla="*/ 6662687 w 21052571"/>
              <a:gd name="connsiteY73" fmla="*/ 7671786 h 8402012"/>
              <a:gd name="connsiteX74" fmla="*/ 6611612 w 21052571"/>
              <a:gd name="connsiteY74" fmla="*/ 7715220 h 8402012"/>
              <a:gd name="connsiteX75" fmla="*/ 6611612 w 21052571"/>
              <a:gd name="connsiteY75" fmla="*/ 7659376 h 8402012"/>
              <a:gd name="connsiteX76" fmla="*/ 6656227 w 21052571"/>
              <a:gd name="connsiteY76" fmla="*/ 7650005 h 8402012"/>
              <a:gd name="connsiteX77" fmla="*/ 6654271 w 21052571"/>
              <a:gd name="connsiteY77" fmla="*/ 7658323 h 8402012"/>
              <a:gd name="connsiteX78" fmla="*/ 6655396 w 21052571"/>
              <a:gd name="connsiteY78" fmla="*/ 7653539 h 8402012"/>
              <a:gd name="connsiteX79" fmla="*/ 6659809 w 21052571"/>
              <a:gd name="connsiteY79" fmla="*/ 7634772 h 8402012"/>
              <a:gd name="connsiteX80" fmla="*/ 6658040 w 21052571"/>
              <a:gd name="connsiteY80" fmla="*/ 7642295 h 8402012"/>
              <a:gd name="connsiteX81" fmla="*/ 6656227 w 21052571"/>
              <a:gd name="connsiteY81" fmla="*/ 7650005 h 8402012"/>
              <a:gd name="connsiteX82" fmla="*/ 6657732 w 21052571"/>
              <a:gd name="connsiteY82" fmla="*/ 7643603 h 8402012"/>
              <a:gd name="connsiteX83" fmla="*/ 6659809 w 21052571"/>
              <a:gd name="connsiteY83" fmla="*/ 7634772 h 8402012"/>
              <a:gd name="connsiteX84" fmla="*/ 6695874 w 21052571"/>
              <a:gd name="connsiteY84" fmla="*/ 7626197 h 8402012"/>
              <a:gd name="connsiteX85" fmla="*/ 6671649 w 21052571"/>
              <a:gd name="connsiteY85" fmla="*/ 7658270 h 8402012"/>
              <a:gd name="connsiteX86" fmla="*/ 6659010 w 21052571"/>
              <a:gd name="connsiteY86" fmla="*/ 7639469 h 8402012"/>
              <a:gd name="connsiteX87" fmla="*/ 6695874 w 21052571"/>
              <a:gd name="connsiteY87" fmla="*/ 7626197 h 8402012"/>
              <a:gd name="connsiteX88" fmla="*/ 4731845 w 21052571"/>
              <a:gd name="connsiteY88" fmla="*/ 7624042 h 8402012"/>
              <a:gd name="connsiteX89" fmla="*/ 4695573 w 21052571"/>
              <a:gd name="connsiteY89" fmla="*/ 7627400 h 8402012"/>
              <a:gd name="connsiteX90" fmla="*/ 4753610 w 21052571"/>
              <a:gd name="connsiteY90" fmla="*/ 7658565 h 8402012"/>
              <a:gd name="connsiteX91" fmla="*/ 4731845 w 21052571"/>
              <a:gd name="connsiteY91" fmla="*/ 7624042 h 8402012"/>
              <a:gd name="connsiteX92" fmla="*/ 6736842 w 21052571"/>
              <a:gd name="connsiteY92" fmla="*/ 7622692 h 8402012"/>
              <a:gd name="connsiteX93" fmla="*/ 6748068 w 21052571"/>
              <a:gd name="connsiteY93" fmla="*/ 7630370 h 8402012"/>
              <a:gd name="connsiteX94" fmla="*/ 6730106 w 21052571"/>
              <a:gd name="connsiteY94" fmla="*/ 7630370 h 8402012"/>
              <a:gd name="connsiteX95" fmla="*/ 6736842 w 21052571"/>
              <a:gd name="connsiteY95" fmla="*/ 7622692 h 8402012"/>
              <a:gd name="connsiteX96" fmla="*/ 4772956 w 21052571"/>
              <a:gd name="connsiteY96" fmla="*/ 7595161 h 8402012"/>
              <a:gd name="connsiteX97" fmla="*/ 4811647 w 21052571"/>
              <a:gd name="connsiteY97" fmla="*/ 7627400 h 8402012"/>
              <a:gd name="connsiteX98" fmla="*/ 4772956 w 21052571"/>
              <a:gd name="connsiteY98" fmla="*/ 7595161 h 8402012"/>
              <a:gd name="connsiteX99" fmla="*/ 6362875 w 21052571"/>
              <a:gd name="connsiteY99" fmla="*/ 7580021 h 8402012"/>
              <a:gd name="connsiteX100" fmla="*/ 6416689 w 21052571"/>
              <a:gd name="connsiteY100" fmla="*/ 7608077 h 8402012"/>
              <a:gd name="connsiteX101" fmla="*/ 6299276 w 21052571"/>
              <a:gd name="connsiteY101" fmla="*/ 7658310 h 8402012"/>
              <a:gd name="connsiteX102" fmla="*/ 6299276 w 21052571"/>
              <a:gd name="connsiteY102" fmla="*/ 7595252 h 8402012"/>
              <a:gd name="connsiteX103" fmla="*/ 6362875 w 21052571"/>
              <a:gd name="connsiteY103" fmla="*/ 7580021 h 8402012"/>
              <a:gd name="connsiteX104" fmla="*/ 6923436 w 21052571"/>
              <a:gd name="connsiteY104" fmla="*/ 7564581 h 8402012"/>
              <a:gd name="connsiteX105" fmla="*/ 6905474 w 21052571"/>
              <a:gd name="connsiteY105" fmla="*/ 7596687 h 8402012"/>
              <a:gd name="connsiteX106" fmla="*/ 6923436 w 21052571"/>
              <a:gd name="connsiteY106" fmla="*/ 7564581 h 8402012"/>
              <a:gd name="connsiteX107" fmla="*/ 6961258 w 21052571"/>
              <a:gd name="connsiteY107" fmla="*/ 7531402 h 8402012"/>
              <a:gd name="connsiteX108" fmla="*/ 6948133 w 21052571"/>
              <a:gd name="connsiteY108" fmla="*/ 7563511 h 8402012"/>
              <a:gd name="connsiteX109" fmla="*/ 6961258 w 21052571"/>
              <a:gd name="connsiteY109" fmla="*/ 7531402 h 8402012"/>
              <a:gd name="connsiteX110" fmla="*/ 6519027 w 21052571"/>
              <a:gd name="connsiteY110" fmla="*/ 7531284 h 8402012"/>
              <a:gd name="connsiteX111" fmla="*/ 6554142 w 21052571"/>
              <a:gd name="connsiteY111" fmla="*/ 7544174 h 8402012"/>
              <a:gd name="connsiteX112" fmla="*/ 6433300 w 21052571"/>
              <a:gd name="connsiteY112" fmla="*/ 7594061 h 8402012"/>
              <a:gd name="connsiteX113" fmla="*/ 6421498 w 21052571"/>
              <a:gd name="connsiteY113" fmla="*/ 7580258 h 8402012"/>
              <a:gd name="connsiteX114" fmla="*/ 6424521 w 21052571"/>
              <a:gd name="connsiteY114" fmla="*/ 7590114 h 8402012"/>
              <a:gd name="connsiteX115" fmla="*/ 6419597 w 21052571"/>
              <a:gd name="connsiteY115" fmla="*/ 7606167 h 8402012"/>
              <a:gd name="connsiteX116" fmla="*/ 6413034 w 21052571"/>
              <a:gd name="connsiteY116" fmla="*/ 7593325 h 8402012"/>
              <a:gd name="connsiteX117" fmla="*/ 6418629 w 21052571"/>
              <a:gd name="connsiteY117" fmla="*/ 7576903 h 8402012"/>
              <a:gd name="connsiteX118" fmla="*/ 6417775 w 21052571"/>
              <a:gd name="connsiteY118" fmla="*/ 7575903 h 8402012"/>
              <a:gd name="connsiteX119" fmla="*/ 6419363 w 21052571"/>
              <a:gd name="connsiteY119" fmla="*/ 7574751 h 8402012"/>
              <a:gd name="connsiteX120" fmla="*/ 6419597 w 21052571"/>
              <a:gd name="connsiteY120" fmla="*/ 7574061 h 8402012"/>
              <a:gd name="connsiteX121" fmla="*/ 6419729 w 21052571"/>
              <a:gd name="connsiteY121" fmla="*/ 7574486 h 8402012"/>
              <a:gd name="connsiteX122" fmla="*/ 6449207 w 21052571"/>
              <a:gd name="connsiteY122" fmla="*/ 7553098 h 8402012"/>
              <a:gd name="connsiteX123" fmla="*/ 6519027 w 21052571"/>
              <a:gd name="connsiteY123" fmla="*/ 7531284 h 8402012"/>
              <a:gd name="connsiteX124" fmla="*/ 5068791 w 21052571"/>
              <a:gd name="connsiteY124" fmla="*/ 7529070 h 8402012"/>
              <a:gd name="connsiteX125" fmla="*/ 5010483 w 21052571"/>
              <a:gd name="connsiteY125" fmla="*/ 7556473 h 8402012"/>
              <a:gd name="connsiteX126" fmla="*/ 4939550 w 21052571"/>
              <a:gd name="connsiteY126" fmla="*/ 7582265 h 8402012"/>
              <a:gd name="connsiteX127" fmla="*/ 4868614 w 21052571"/>
              <a:gd name="connsiteY127" fmla="*/ 7595161 h 8402012"/>
              <a:gd name="connsiteX128" fmla="*/ 4900855 w 21052571"/>
              <a:gd name="connsiteY128" fmla="*/ 7620952 h 8402012"/>
              <a:gd name="connsiteX129" fmla="*/ 4965343 w 21052571"/>
              <a:gd name="connsiteY129" fmla="*/ 7588713 h 8402012"/>
              <a:gd name="connsiteX130" fmla="*/ 5023382 w 21052571"/>
              <a:gd name="connsiteY130" fmla="*/ 7575817 h 8402012"/>
              <a:gd name="connsiteX131" fmla="*/ 5042726 w 21052571"/>
              <a:gd name="connsiteY131" fmla="*/ 7562921 h 8402012"/>
              <a:gd name="connsiteX132" fmla="*/ 5131933 w 21052571"/>
              <a:gd name="connsiteY132" fmla="*/ 7562921 h 8402012"/>
              <a:gd name="connsiteX133" fmla="*/ 5131933 w 21052571"/>
              <a:gd name="connsiteY133" fmla="*/ 7530682 h 8402012"/>
              <a:gd name="connsiteX134" fmla="*/ 5068791 w 21052571"/>
              <a:gd name="connsiteY134" fmla="*/ 7529070 h 8402012"/>
              <a:gd name="connsiteX135" fmla="*/ 6549994 w 21052571"/>
              <a:gd name="connsiteY135" fmla="*/ 7520599 h 8402012"/>
              <a:gd name="connsiteX136" fmla="*/ 6558974 w 21052571"/>
              <a:gd name="connsiteY136" fmla="*/ 7530836 h 8402012"/>
              <a:gd name="connsiteX137" fmla="*/ 6541012 w 21052571"/>
              <a:gd name="connsiteY137" fmla="*/ 7530836 h 8402012"/>
              <a:gd name="connsiteX138" fmla="*/ 6549994 w 21052571"/>
              <a:gd name="connsiteY138" fmla="*/ 7520599 h 8402012"/>
              <a:gd name="connsiteX139" fmla="*/ 7037161 w 21052571"/>
              <a:gd name="connsiteY139" fmla="*/ 7498226 h 8402012"/>
              <a:gd name="connsiteX140" fmla="*/ 7000269 w 21052571"/>
              <a:gd name="connsiteY140" fmla="*/ 7528970 h 8402012"/>
              <a:gd name="connsiteX141" fmla="*/ 7037161 w 21052571"/>
              <a:gd name="connsiteY141" fmla="*/ 7498226 h 8402012"/>
              <a:gd name="connsiteX142" fmla="*/ 6675160 w 21052571"/>
              <a:gd name="connsiteY142" fmla="*/ 7469436 h 8402012"/>
              <a:gd name="connsiteX143" fmla="*/ 6714821 w 21052571"/>
              <a:gd name="connsiteY143" fmla="*/ 7485882 h 8402012"/>
              <a:gd name="connsiteX144" fmla="*/ 6550492 w 21052571"/>
              <a:gd name="connsiteY144" fmla="*/ 7518468 h 8402012"/>
              <a:gd name="connsiteX145" fmla="*/ 6675160 w 21052571"/>
              <a:gd name="connsiteY145" fmla="*/ 7469436 h 8402012"/>
              <a:gd name="connsiteX146" fmla="*/ 6708736 w 21052571"/>
              <a:gd name="connsiteY146" fmla="*/ 7466812 h 8402012"/>
              <a:gd name="connsiteX147" fmla="*/ 6707944 w 21052571"/>
              <a:gd name="connsiteY147" fmla="*/ 7469064 h 8402012"/>
              <a:gd name="connsiteX148" fmla="*/ 6706404 w 21052571"/>
              <a:gd name="connsiteY148" fmla="*/ 7473438 h 8402012"/>
              <a:gd name="connsiteX149" fmla="*/ 6713340 w 21052571"/>
              <a:gd name="connsiteY149" fmla="*/ 7453728 h 8402012"/>
              <a:gd name="connsiteX150" fmla="*/ 6711562 w 21052571"/>
              <a:gd name="connsiteY150" fmla="*/ 7458781 h 8402012"/>
              <a:gd name="connsiteX151" fmla="*/ 6708736 w 21052571"/>
              <a:gd name="connsiteY151" fmla="*/ 7466812 h 8402012"/>
              <a:gd name="connsiteX152" fmla="*/ 6711140 w 21052571"/>
              <a:gd name="connsiteY152" fmla="*/ 7459978 h 8402012"/>
              <a:gd name="connsiteX153" fmla="*/ 6713982 w 21052571"/>
              <a:gd name="connsiteY153" fmla="*/ 7451902 h 8402012"/>
              <a:gd name="connsiteX154" fmla="*/ 6713864 w 21052571"/>
              <a:gd name="connsiteY154" fmla="*/ 7452238 h 8402012"/>
              <a:gd name="connsiteX155" fmla="*/ 6713340 w 21052571"/>
              <a:gd name="connsiteY155" fmla="*/ 7453728 h 8402012"/>
              <a:gd name="connsiteX156" fmla="*/ 7157576 w 21052571"/>
              <a:gd name="connsiteY156" fmla="*/ 7408170 h 8402012"/>
              <a:gd name="connsiteX157" fmla="*/ 7169873 w 21052571"/>
              <a:gd name="connsiteY157" fmla="*/ 7473422 h 8402012"/>
              <a:gd name="connsiteX158" fmla="*/ 7132981 w 21052571"/>
              <a:gd name="connsiteY158" fmla="*/ 7473422 h 8402012"/>
              <a:gd name="connsiteX159" fmla="*/ 7157576 w 21052571"/>
              <a:gd name="connsiteY159" fmla="*/ 7408170 h 8402012"/>
              <a:gd name="connsiteX160" fmla="*/ 6859755 w 21052571"/>
              <a:gd name="connsiteY160" fmla="*/ 7367654 h 8402012"/>
              <a:gd name="connsiteX161" fmla="*/ 6899676 w 21052571"/>
              <a:gd name="connsiteY161" fmla="*/ 7397813 h 8402012"/>
              <a:gd name="connsiteX162" fmla="*/ 6792377 w 21052571"/>
              <a:gd name="connsiteY162" fmla="*/ 7443280 h 8402012"/>
              <a:gd name="connsiteX163" fmla="*/ 6715887 w 21052571"/>
              <a:gd name="connsiteY163" fmla="*/ 7455188 h 8402012"/>
              <a:gd name="connsiteX164" fmla="*/ 6859755 w 21052571"/>
              <a:gd name="connsiteY164" fmla="*/ 7367654 h 8402012"/>
              <a:gd name="connsiteX165" fmla="*/ 6906002 w 21052571"/>
              <a:gd name="connsiteY165" fmla="*/ 7365514 h 8402012"/>
              <a:gd name="connsiteX166" fmla="*/ 6918642 w 21052571"/>
              <a:gd name="connsiteY166" fmla="*/ 7384778 h 8402012"/>
              <a:gd name="connsiteX167" fmla="*/ 6900735 w 21052571"/>
              <a:gd name="connsiteY167" fmla="*/ 7384778 h 8402012"/>
              <a:gd name="connsiteX168" fmla="*/ 6906002 w 21052571"/>
              <a:gd name="connsiteY168" fmla="*/ 7365514 h 8402012"/>
              <a:gd name="connsiteX169" fmla="*/ 6951772 w 21052571"/>
              <a:gd name="connsiteY169" fmla="*/ 7346553 h 8402012"/>
              <a:gd name="connsiteX170" fmla="*/ 6905477 w 21052571"/>
              <a:gd name="connsiteY170" fmla="*/ 7364999 h 8402012"/>
              <a:gd name="connsiteX171" fmla="*/ 6951772 w 21052571"/>
              <a:gd name="connsiteY171" fmla="*/ 7346553 h 8402012"/>
              <a:gd name="connsiteX172" fmla="*/ 7174557 w 21052571"/>
              <a:gd name="connsiteY172" fmla="*/ 7199619 h 8402012"/>
              <a:gd name="connsiteX173" fmla="*/ 7128936 w 21052571"/>
              <a:gd name="connsiteY173" fmla="*/ 7287993 h 8402012"/>
              <a:gd name="connsiteX174" fmla="*/ 7019229 w 21052571"/>
              <a:gd name="connsiteY174" fmla="*/ 7345489 h 8402012"/>
              <a:gd name="connsiteX175" fmla="*/ 7174557 w 21052571"/>
              <a:gd name="connsiteY175" fmla="*/ 7199619 h 8402012"/>
              <a:gd name="connsiteX176" fmla="*/ 7300454 w 21052571"/>
              <a:gd name="connsiteY176" fmla="*/ 7180662 h 8402012"/>
              <a:gd name="connsiteX177" fmla="*/ 7312041 w 21052571"/>
              <a:gd name="connsiteY177" fmla="*/ 7199927 h 8402012"/>
              <a:gd name="connsiteX178" fmla="*/ 7294134 w 21052571"/>
              <a:gd name="connsiteY178" fmla="*/ 7199927 h 8402012"/>
              <a:gd name="connsiteX179" fmla="*/ 7300454 w 21052571"/>
              <a:gd name="connsiteY179" fmla="*/ 7180662 h 8402012"/>
              <a:gd name="connsiteX180" fmla="*/ 7393171 w 21052571"/>
              <a:gd name="connsiteY180" fmla="*/ 7122257 h 8402012"/>
              <a:gd name="connsiteX181" fmla="*/ 7402152 w 21052571"/>
              <a:gd name="connsiteY181" fmla="*/ 7131889 h 8402012"/>
              <a:gd name="connsiteX182" fmla="*/ 7399159 w 21052571"/>
              <a:gd name="connsiteY182" fmla="*/ 7139112 h 8402012"/>
              <a:gd name="connsiteX183" fmla="*/ 7396276 w 21052571"/>
              <a:gd name="connsiteY183" fmla="*/ 7150706 h 8402012"/>
              <a:gd name="connsiteX184" fmla="*/ 7397356 w 21052571"/>
              <a:gd name="connsiteY184" fmla="*/ 7152336 h 8402012"/>
              <a:gd name="connsiteX185" fmla="*/ 7303614 w 21052571"/>
              <a:gd name="connsiteY185" fmla="*/ 7177764 h 8402012"/>
              <a:gd name="connsiteX186" fmla="*/ 7384716 w 21052571"/>
              <a:gd name="connsiteY186" fmla="*/ 7133265 h 8402012"/>
              <a:gd name="connsiteX187" fmla="*/ 7390024 w 21052571"/>
              <a:gd name="connsiteY187" fmla="*/ 7141273 h 8402012"/>
              <a:gd name="connsiteX188" fmla="*/ 7384190 w 21052571"/>
              <a:gd name="connsiteY188" fmla="*/ 7131889 h 8402012"/>
              <a:gd name="connsiteX189" fmla="*/ 7393171 w 21052571"/>
              <a:gd name="connsiteY189" fmla="*/ 7122257 h 8402012"/>
              <a:gd name="connsiteX190" fmla="*/ 5888581 w 21052571"/>
              <a:gd name="connsiteY190" fmla="*/ 7100821 h 8402012"/>
              <a:gd name="connsiteX191" fmla="*/ 5907924 w 21052571"/>
              <a:gd name="connsiteY191" fmla="*/ 7133060 h 8402012"/>
              <a:gd name="connsiteX192" fmla="*/ 5888581 w 21052571"/>
              <a:gd name="connsiteY192" fmla="*/ 7100821 h 8402012"/>
              <a:gd name="connsiteX193" fmla="*/ 7447974 w 21052571"/>
              <a:gd name="connsiteY193" fmla="*/ 7098071 h 8402012"/>
              <a:gd name="connsiteX194" fmla="*/ 7463679 w 21052571"/>
              <a:gd name="connsiteY194" fmla="*/ 7103016 h 8402012"/>
              <a:gd name="connsiteX195" fmla="*/ 7398409 w 21052571"/>
              <a:gd name="connsiteY195" fmla="*/ 7121631 h 8402012"/>
              <a:gd name="connsiteX196" fmla="*/ 7447974 w 21052571"/>
              <a:gd name="connsiteY196" fmla="*/ 7098071 h 8402012"/>
              <a:gd name="connsiteX197" fmla="*/ 6649030 w 21052571"/>
              <a:gd name="connsiteY197" fmla="*/ 7074116 h 8402012"/>
              <a:gd name="connsiteX198" fmla="*/ 6658011 w 21052571"/>
              <a:gd name="connsiteY198" fmla="*/ 7089472 h 8402012"/>
              <a:gd name="connsiteX199" fmla="*/ 6640049 w 21052571"/>
              <a:gd name="connsiteY199" fmla="*/ 7089472 h 8402012"/>
              <a:gd name="connsiteX200" fmla="*/ 6649030 w 21052571"/>
              <a:gd name="connsiteY200" fmla="*/ 7074116 h 8402012"/>
              <a:gd name="connsiteX201" fmla="*/ 6017553 w 21052571"/>
              <a:gd name="connsiteY201" fmla="*/ 7068581 h 8402012"/>
              <a:gd name="connsiteX202" fmla="*/ 6036900 w 21052571"/>
              <a:gd name="connsiteY202" fmla="*/ 7100821 h 8402012"/>
              <a:gd name="connsiteX203" fmla="*/ 6017553 w 21052571"/>
              <a:gd name="connsiteY203" fmla="*/ 7068581 h 8402012"/>
              <a:gd name="connsiteX204" fmla="*/ 7572643 w 21052571"/>
              <a:gd name="connsiteY204" fmla="*/ 7066910 h 8402012"/>
              <a:gd name="connsiteX205" fmla="*/ 7545343 w 21052571"/>
              <a:gd name="connsiteY205" fmla="*/ 7099019 h 8402012"/>
              <a:gd name="connsiteX206" fmla="*/ 7572643 w 21052571"/>
              <a:gd name="connsiteY206" fmla="*/ 7066910 h 8402012"/>
              <a:gd name="connsiteX207" fmla="*/ 7601219 w 21052571"/>
              <a:gd name="connsiteY207" fmla="*/ 7038470 h 8402012"/>
              <a:gd name="connsiteX208" fmla="*/ 7583257 w 21052571"/>
              <a:gd name="connsiteY208" fmla="*/ 7070543 h 8402012"/>
              <a:gd name="connsiteX209" fmla="*/ 7601219 w 21052571"/>
              <a:gd name="connsiteY209" fmla="*/ 7038470 h 8402012"/>
              <a:gd name="connsiteX210" fmla="*/ 5831615 w 21052571"/>
              <a:gd name="connsiteY210" fmla="*/ 6979385 h 8402012"/>
              <a:gd name="connsiteX211" fmla="*/ 5870308 w 21052571"/>
              <a:gd name="connsiteY211" fmla="*/ 7011624 h 8402012"/>
              <a:gd name="connsiteX212" fmla="*/ 5831615 w 21052571"/>
              <a:gd name="connsiteY212" fmla="*/ 6979385 h 8402012"/>
              <a:gd name="connsiteX213" fmla="*/ 7684776 w 21052571"/>
              <a:gd name="connsiteY213" fmla="*/ 6978552 h 8402012"/>
              <a:gd name="connsiteX214" fmla="*/ 7719678 w 21052571"/>
              <a:gd name="connsiteY214" fmla="*/ 6981736 h 8402012"/>
              <a:gd name="connsiteX215" fmla="*/ 7663834 w 21052571"/>
              <a:gd name="connsiteY215" fmla="*/ 7013570 h 8402012"/>
              <a:gd name="connsiteX216" fmla="*/ 7684776 w 21052571"/>
              <a:gd name="connsiteY216" fmla="*/ 6978552 h 8402012"/>
              <a:gd name="connsiteX217" fmla="*/ 5959516 w 21052571"/>
              <a:gd name="connsiteY217" fmla="*/ 6947145 h 8402012"/>
              <a:gd name="connsiteX218" fmla="*/ 5907924 w 21052571"/>
              <a:gd name="connsiteY218" fmla="*/ 6979385 h 8402012"/>
              <a:gd name="connsiteX219" fmla="*/ 5888581 w 21052571"/>
              <a:gd name="connsiteY219" fmla="*/ 7011624 h 8402012"/>
              <a:gd name="connsiteX220" fmla="*/ 5933720 w 21052571"/>
              <a:gd name="connsiteY220" fmla="*/ 6979385 h 8402012"/>
              <a:gd name="connsiteX221" fmla="*/ 5959516 w 21052571"/>
              <a:gd name="connsiteY221" fmla="*/ 6947145 h 8402012"/>
              <a:gd name="connsiteX222" fmla="*/ 6863995 w 21052571"/>
              <a:gd name="connsiteY222" fmla="*/ 6945961 h 8402012"/>
              <a:gd name="connsiteX223" fmla="*/ 6894929 w 21052571"/>
              <a:gd name="connsiteY223" fmla="*/ 6948945 h 8402012"/>
              <a:gd name="connsiteX224" fmla="*/ 6766828 w 21052571"/>
              <a:gd name="connsiteY224" fmla="*/ 7033381 h 8402012"/>
              <a:gd name="connsiteX225" fmla="*/ 6684864 w 21052571"/>
              <a:gd name="connsiteY225" fmla="*/ 7075244 h 8402012"/>
              <a:gd name="connsiteX226" fmla="*/ 6671792 w 21052571"/>
              <a:gd name="connsiteY226" fmla="*/ 7070841 h 8402012"/>
              <a:gd name="connsiteX227" fmla="*/ 6661007 w 21052571"/>
              <a:gd name="connsiteY227" fmla="*/ 7084722 h 8402012"/>
              <a:gd name="connsiteX228" fmla="*/ 6654271 w 21052571"/>
              <a:gd name="connsiteY228" fmla="*/ 7070274 h 8402012"/>
              <a:gd name="connsiteX229" fmla="*/ 6661007 w 21052571"/>
              <a:gd name="connsiteY229" fmla="*/ 7060641 h 8402012"/>
              <a:gd name="connsiteX230" fmla="*/ 6663692 w 21052571"/>
              <a:gd name="connsiteY230" fmla="*/ 7062945 h 8402012"/>
              <a:gd name="connsiteX231" fmla="*/ 6659010 w 21052571"/>
              <a:gd name="connsiteY231" fmla="*/ 7058279 h 8402012"/>
              <a:gd name="connsiteX232" fmla="*/ 6863995 w 21052571"/>
              <a:gd name="connsiteY232" fmla="*/ 6945961 h 8402012"/>
              <a:gd name="connsiteX233" fmla="*/ 6951737 w 21052571"/>
              <a:gd name="connsiteY233" fmla="*/ 6919979 h 8402012"/>
              <a:gd name="connsiteX234" fmla="*/ 6924437 w 21052571"/>
              <a:gd name="connsiteY234" fmla="*/ 6947279 h 8402012"/>
              <a:gd name="connsiteX235" fmla="*/ 6951737 w 21052571"/>
              <a:gd name="connsiteY235" fmla="*/ 6919979 h 8402012"/>
              <a:gd name="connsiteX236" fmla="*/ 6999271 w 21052571"/>
              <a:gd name="connsiteY236" fmla="*/ 6891539 h 8402012"/>
              <a:gd name="connsiteX237" fmla="*/ 6981309 w 21052571"/>
              <a:gd name="connsiteY237" fmla="*/ 6923645 h 8402012"/>
              <a:gd name="connsiteX238" fmla="*/ 6999271 w 21052571"/>
              <a:gd name="connsiteY238" fmla="*/ 6891539 h 8402012"/>
              <a:gd name="connsiteX239" fmla="*/ 6056249 w 21052571"/>
              <a:gd name="connsiteY239" fmla="*/ 6889114 h 8402012"/>
              <a:gd name="connsiteX240" fmla="*/ 6093865 w 21052571"/>
              <a:gd name="connsiteY240" fmla="*/ 6921354 h 8402012"/>
              <a:gd name="connsiteX241" fmla="*/ 6056249 w 21052571"/>
              <a:gd name="connsiteY241" fmla="*/ 6889114 h 8402012"/>
              <a:gd name="connsiteX242" fmla="*/ 7913961 w 21052571"/>
              <a:gd name="connsiteY242" fmla="*/ 6858360 h 8402012"/>
              <a:gd name="connsiteX243" fmla="*/ 7868655 w 21052571"/>
              <a:gd name="connsiteY243" fmla="*/ 6935760 h 8402012"/>
              <a:gd name="connsiteX244" fmla="*/ 7758626 w 21052571"/>
              <a:gd name="connsiteY244" fmla="*/ 6948660 h 8402012"/>
              <a:gd name="connsiteX245" fmla="*/ 7913961 w 21052571"/>
              <a:gd name="connsiteY245" fmla="*/ 6858360 h 8402012"/>
              <a:gd name="connsiteX246" fmla="*/ 7040171 w 21052571"/>
              <a:gd name="connsiteY246" fmla="*/ 6855718 h 8402012"/>
              <a:gd name="connsiteX247" fmla="*/ 7075073 w 21052571"/>
              <a:gd name="connsiteY247" fmla="*/ 6858981 h 8402012"/>
              <a:gd name="connsiteX248" fmla="*/ 7019229 w 21052571"/>
              <a:gd name="connsiteY248" fmla="*/ 6891616 h 8402012"/>
              <a:gd name="connsiteX249" fmla="*/ 7040171 w 21052571"/>
              <a:gd name="connsiteY249" fmla="*/ 6855718 h 8402012"/>
              <a:gd name="connsiteX250" fmla="*/ 8302674 w 21052571"/>
              <a:gd name="connsiteY250" fmla="*/ 6855494 h 8402012"/>
              <a:gd name="connsiteX251" fmla="*/ 8265782 w 21052571"/>
              <a:gd name="connsiteY251" fmla="*/ 6888561 h 8402012"/>
              <a:gd name="connsiteX252" fmla="*/ 8302674 w 21052571"/>
              <a:gd name="connsiteY252" fmla="*/ 6855494 h 8402012"/>
              <a:gd name="connsiteX253" fmla="*/ 7151945 w 21052571"/>
              <a:gd name="connsiteY253" fmla="*/ 6792002 h 8402012"/>
              <a:gd name="connsiteX254" fmla="*/ 7179245 w 21052571"/>
              <a:gd name="connsiteY254" fmla="*/ 6825181 h 8402012"/>
              <a:gd name="connsiteX255" fmla="*/ 7151945 w 21052571"/>
              <a:gd name="connsiteY255" fmla="*/ 6857254 h 8402012"/>
              <a:gd name="connsiteX256" fmla="*/ 7151945 w 21052571"/>
              <a:gd name="connsiteY256" fmla="*/ 6792002 h 8402012"/>
              <a:gd name="connsiteX257" fmla="*/ 7321499 w 21052571"/>
              <a:gd name="connsiteY257" fmla="*/ 6749346 h 8402012"/>
              <a:gd name="connsiteX258" fmla="*/ 7232518 w 21052571"/>
              <a:gd name="connsiteY258" fmla="*/ 6828816 h 8402012"/>
              <a:gd name="connsiteX259" fmla="*/ 7232518 w 21052571"/>
              <a:gd name="connsiteY259" fmla="*/ 6762591 h 8402012"/>
              <a:gd name="connsiteX260" fmla="*/ 7321499 w 21052571"/>
              <a:gd name="connsiteY260" fmla="*/ 6749346 h 8402012"/>
              <a:gd name="connsiteX261" fmla="*/ 6793031 w 21052571"/>
              <a:gd name="connsiteY261" fmla="*/ 6735439 h 8402012"/>
              <a:gd name="connsiteX262" fmla="*/ 6812376 w 21052571"/>
              <a:gd name="connsiteY262" fmla="*/ 6761230 h 8402012"/>
              <a:gd name="connsiteX263" fmla="*/ 6793031 w 21052571"/>
              <a:gd name="connsiteY263" fmla="*/ 6735439 h 8402012"/>
              <a:gd name="connsiteX264" fmla="*/ 8137805 w 21052571"/>
              <a:gd name="connsiteY264" fmla="*/ 6735125 h 8402012"/>
              <a:gd name="connsiteX265" fmla="*/ 8174697 w 21052571"/>
              <a:gd name="connsiteY265" fmla="*/ 6735125 h 8402012"/>
              <a:gd name="connsiteX266" fmla="*/ 8174697 w 21052571"/>
              <a:gd name="connsiteY266" fmla="*/ 6790969 h 8402012"/>
              <a:gd name="connsiteX267" fmla="*/ 8137805 w 21052571"/>
              <a:gd name="connsiteY267" fmla="*/ 6790969 h 8402012"/>
              <a:gd name="connsiteX268" fmla="*/ 8137805 w 21052571"/>
              <a:gd name="connsiteY268" fmla="*/ 6735125 h 8402012"/>
              <a:gd name="connsiteX269" fmla="*/ 7184054 w 21052571"/>
              <a:gd name="connsiteY269" fmla="*/ 6703356 h 8402012"/>
              <a:gd name="connsiteX270" fmla="*/ 7151945 w 21052571"/>
              <a:gd name="connsiteY270" fmla="*/ 6734099 h 8402012"/>
              <a:gd name="connsiteX271" fmla="*/ 7184054 w 21052571"/>
              <a:gd name="connsiteY271" fmla="*/ 6703356 h 8402012"/>
              <a:gd name="connsiteX272" fmla="*/ 6831721 w 21052571"/>
              <a:gd name="connsiteY272" fmla="*/ 6703199 h 8402012"/>
              <a:gd name="connsiteX273" fmla="*/ 6870411 w 21052571"/>
              <a:gd name="connsiteY273" fmla="*/ 6735439 h 8402012"/>
              <a:gd name="connsiteX274" fmla="*/ 6831721 w 21052571"/>
              <a:gd name="connsiteY274" fmla="*/ 6703199 h 8402012"/>
              <a:gd name="connsiteX275" fmla="*/ 6434572 w 21052571"/>
              <a:gd name="connsiteY275" fmla="*/ 6703199 h 8402012"/>
              <a:gd name="connsiteX276" fmla="*/ 6473263 w 21052571"/>
              <a:gd name="connsiteY276" fmla="*/ 6735439 h 8402012"/>
              <a:gd name="connsiteX277" fmla="*/ 6434572 w 21052571"/>
              <a:gd name="connsiteY277" fmla="*/ 6703199 h 8402012"/>
              <a:gd name="connsiteX278" fmla="*/ 8265779 w 21052571"/>
              <a:gd name="connsiteY278" fmla="*/ 6701949 h 8402012"/>
              <a:gd name="connsiteX279" fmla="*/ 8283741 w 21052571"/>
              <a:gd name="connsiteY279" fmla="*/ 6734055 h 8402012"/>
              <a:gd name="connsiteX280" fmla="*/ 8265779 w 21052571"/>
              <a:gd name="connsiteY280" fmla="*/ 6701949 h 8402012"/>
              <a:gd name="connsiteX281" fmla="*/ 7378379 w 21052571"/>
              <a:gd name="connsiteY281" fmla="*/ 6701949 h 8402012"/>
              <a:gd name="connsiteX282" fmla="*/ 7359115 w 21052571"/>
              <a:gd name="connsiteY282" fmla="*/ 6757793 h 8402012"/>
              <a:gd name="connsiteX283" fmla="*/ 7346273 w 21052571"/>
              <a:gd name="connsiteY283" fmla="*/ 6720564 h 8402012"/>
              <a:gd name="connsiteX284" fmla="*/ 7378379 w 21052571"/>
              <a:gd name="connsiteY284" fmla="*/ 6701949 h 8402012"/>
              <a:gd name="connsiteX285" fmla="*/ 8227862 w 21052571"/>
              <a:gd name="connsiteY285" fmla="*/ 6673512 h 8402012"/>
              <a:gd name="connsiteX286" fmla="*/ 8245824 w 21052571"/>
              <a:gd name="connsiteY286" fmla="*/ 6673512 h 8402012"/>
              <a:gd name="connsiteX287" fmla="*/ 8245824 w 21052571"/>
              <a:gd name="connsiteY287" fmla="*/ 6738782 h 8402012"/>
              <a:gd name="connsiteX288" fmla="*/ 8227862 w 21052571"/>
              <a:gd name="connsiteY288" fmla="*/ 6738782 h 8402012"/>
              <a:gd name="connsiteX289" fmla="*/ 8227862 w 21052571"/>
              <a:gd name="connsiteY289" fmla="*/ 6673512 h 8402012"/>
              <a:gd name="connsiteX290" fmla="*/ 7417366 w 21052571"/>
              <a:gd name="connsiteY290" fmla="*/ 6673512 h 8402012"/>
              <a:gd name="connsiteX291" fmla="*/ 7435328 w 21052571"/>
              <a:gd name="connsiteY291" fmla="*/ 6705618 h 8402012"/>
              <a:gd name="connsiteX292" fmla="*/ 7417366 w 21052571"/>
              <a:gd name="connsiteY292" fmla="*/ 6673512 h 8402012"/>
              <a:gd name="connsiteX293" fmla="*/ 6901578 w 21052571"/>
              <a:gd name="connsiteY293" fmla="*/ 6670960 h 8402012"/>
              <a:gd name="connsiteX294" fmla="*/ 6920924 w 21052571"/>
              <a:gd name="connsiteY294" fmla="*/ 6703199 h 8402012"/>
              <a:gd name="connsiteX295" fmla="*/ 6901578 w 21052571"/>
              <a:gd name="connsiteY295" fmla="*/ 6670960 h 8402012"/>
              <a:gd name="connsiteX296" fmla="*/ 6530226 w 21052571"/>
              <a:gd name="connsiteY296" fmla="*/ 6670960 h 8402012"/>
              <a:gd name="connsiteX297" fmla="*/ 6562470 w 21052571"/>
              <a:gd name="connsiteY297" fmla="*/ 6703199 h 8402012"/>
              <a:gd name="connsiteX298" fmla="*/ 6530226 w 21052571"/>
              <a:gd name="connsiteY298" fmla="*/ 6670960 h 8402012"/>
              <a:gd name="connsiteX299" fmla="*/ 7473745 w 21052571"/>
              <a:gd name="connsiteY299" fmla="*/ 6664909 h 8402012"/>
              <a:gd name="connsiteX300" fmla="*/ 7482726 w 21052571"/>
              <a:gd name="connsiteY300" fmla="*/ 6672134 h 8402012"/>
              <a:gd name="connsiteX301" fmla="*/ 7476739 w 21052571"/>
              <a:gd name="connsiteY301" fmla="*/ 6691399 h 8402012"/>
              <a:gd name="connsiteX302" fmla="*/ 7464764 w 21052571"/>
              <a:gd name="connsiteY302" fmla="*/ 6672134 h 8402012"/>
              <a:gd name="connsiteX303" fmla="*/ 7473745 w 21052571"/>
              <a:gd name="connsiteY303" fmla="*/ 6664909 h 8402012"/>
              <a:gd name="connsiteX304" fmla="*/ 7492690 w 21052571"/>
              <a:gd name="connsiteY304" fmla="*/ 6650186 h 8402012"/>
              <a:gd name="connsiteX305" fmla="*/ 7511136 w 21052571"/>
              <a:gd name="connsiteY305" fmla="*/ 6657236 h 8402012"/>
              <a:gd name="connsiteX306" fmla="*/ 7474244 w 21052571"/>
              <a:gd name="connsiteY306" fmla="*/ 6657236 h 8402012"/>
              <a:gd name="connsiteX307" fmla="*/ 7492690 w 21052571"/>
              <a:gd name="connsiteY307" fmla="*/ 6650186 h 8402012"/>
              <a:gd name="connsiteX308" fmla="*/ 6959614 w 21052571"/>
              <a:gd name="connsiteY308" fmla="*/ 6638720 h 8402012"/>
              <a:gd name="connsiteX309" fmla="*/ 6998304 w 21052571"/>
              <a:gd name="connsiteY309" fmla="*/ 6670960 h 8402012"/>
              <a:gd name="connsiteX310" fmla="*/ 6959614 w 21052571"/>
              <a:gd name="connsiteY310" fmla="*/ 6638720 h 8402012"/>
              <a:gd name="connsiteX311" fmla="*/ 7507300 w 21052571"/>
              <a:gd name="connsiteY311" fmla="*/ 6626078 h 8402012"/>
              <a:gd name="connsiteX312" fmla="*/ 7504216 w 21052571"/>
              <a:gd name="connsiteY312" fmla="*/ 6634870 h 8402012"/>
              <a:gd name="connsiteX313" fmla="*/ 7502681 w 21052571"/>
              <a:gd name="connsiteY313" fmla="*/ 6639244 h 8402012"/>
              <a:gd name="connsiteX314" fmla="*/ 7507470 w 21052571"/>
              <a:gd name="connsiteY314" fmla="*/ 6625594 h 8402012"/>
              <a:gd name="connsiteX315" fmla="*/ 7507300 w 21052571"/>
              <a:gd name="connsiteY315" fmla="*/ 6626078 h 8402012"/>
              <a:gd name="connsiteX316" fmla="*/ 7507403 w 21052571"/>
              <a:gd name="connsiteY316" fmla="*/ 6625784 h 8402012"/>
              <a:gd name="connsiteX317" fmla="*/ 7509878 w 21052571"/>
              <a:gd name="connsiteY317" fmla="*/ 6618728 h 8402012"/>
              <a:gd name="connsiteX318" fmla="*/ 7507470 w 21052571"/>
              <a:gd name="connsiteY318" fmla="*/ 6625594 h 8402012"/>
              <a:gd name="connsiteX319" fmla="*/ 7507823 w 21052571"/>
              <a:gd name="connsiteY319" fmla="*/ 6624587 h 8402012"/>
              <a:gd name="connsiteX320" fmla="*/ 7510236 w 21052571"/>
              <a:gd name="connsiteY320" fmla="*/ 6617708 h 8402012"/>
              <a:gd name="connsiteX321" fmla="*/ 7510118 w 21052571"/>
              <a:gd name="connsiteY321" fmla="*/ 6618044 h 8402012"/>
              <a:gd name="connsiteX322" fmla="*/ 7509878 w 21052571"/>
              <a:gd name="connsiteY322" fmla="*/ 6618728 h 8402012"/>
              <a:gd name="connsiteX323" fmla="*/ 7601148 w 21052571"/>
              <a:gd name="connsiteY323" fmla="*/ 6592935 h 8402012"/>
              <a:gd name="connsiteX324" fmla="*/ 7517524 w 21052571"/>
              <a:gd name="connsiteY324" fmla="*/ 6639204 h 8402012"/>
              <a:gd name="connsiteX325" fmla="*/ 7512164 w 21052571"/>
              <a:gd name="connsiteY325" fmla="*/ 6626790 h 8402012"/>
              <a:gd name="connsiteX326" fmla="*/ 7601148 w 21052571"/>
              <a:gd name="connsiteY326" fmla="*/ 6592935 h 8402012"/>
              <a:gd name="connsiteX327" fmla="*/ 6171250 w 21052571"/>
              <a:gd name="connsiteY327" fmla="*/ 6517284 h 8402012"/>
              <a:gd name="connsiteX328" fmla="*/ 6209943 w 21052571"/>
              <a:gd name="connsiteY328" fmla="*/ 6549524 h 8402012"/>
              <a:gd name="connsiteX329" fmla="*/ 6171250 w 21052571"/>
              <a:gd name="connsiteY329" fmla="*/ 6517284 h 8402012"/>
              <a:gd name="connsiteX330" fmla="*/ 7718890 w 21052571"/>
              <a:gd name="connsiteY330" fmla="*/ 6517098 h 8402012"/>
              <a:gd name="connsiteX331" fmla="*/ 7705765 w 21052571"/>
              <a:gd name="connsiteY331" fmla="*/ 6618706 h 8402012"/>
              <a:gd name="connsiteX332" fmla="*/ 7640138 w 21052571"/>
              <a:gd name="connsiteY332" fmla="*/ 6606005 h 8402012"/>
              <a:gd name="connsiteX333" fmla="*/ 7718890 w 21052571"/>
              <a:gd name="connsiteY333" fmla="*/ 6517098 h 8402012"/>
              <a:gd name="connsiteX334" fmla="*/ 7804924 w 21052571"/>
              <a:gd name="connsiteY334" fmla="*/ 6512359 h 8402012"/>
              <a:gd name="connsiteX335" fmla="*/ 7758629 w 21052571"/>
              <a:gd name="connsiteY335" fmla="*/ 6549251 h 8402012"/>
              <a:gd name="connsiteX336" fmla="*/ 7804924 w 21052571"/>
              <a:gd name="connsiteY336" fmla="*/ 6512359 h 8402012"/>
              <a:gd name="connsiteX337" fmla="*/ 8643876 w 21052571"/>
              <a:gd name="connsiteY337" fmla="*/ 6498140 h 8402012"/>
              <a:gd name="connsiteX338" fmla="*/ 8417452 w 21052571"/>
              <a:gd name="connsiteY338" fmla="*/ 6639255 h 8402012"/>
              <a:gd name="connsiteX339" fmla="*/ 8643876 w 21052571"/>
              <a:gd name="connsiteY339" fmla="*/ 6498140 h 8402012"/>
              <a:gd name="connsiteX340" fmla="*/ 6998304 w 21052571"/>
              <a:gd name="connsiteY340" fmla="*/ 6497941 h 8402012"/>
              <a:gd name="connsiteX341" fmla="*/ 6678035 w 21052571"/>
              <a:gd name="connsiteY341" fmla="*/ 6638720 h 8402012"/>
              <a:gd name="connsiteX342" fmla="*/ 6998304 w 21052571"/>
              <a:gd name="connsiteY342" fmla="*/ 6497941 h 8402012"/>
              <a:gd name="connsiteX343" fmla="*/ 6434572 w 21052571"/>
              <a:gd name="connsiteY343" fmla="*/ 6485045 h 8402012"/>
              <a:gd name="connsiteX344" fmla="*/ 6473263 w 21052571"/>
              <a:gd name="connsiteY344" fmla="*/ 6517284 h 8402012"/>
              <a:gd name="connsiteX345" fmla="*/ 6434572 w 21052571"/>
              <a:gd name="connsiteY345" fmla="*/ 6485045 h 8402012"/>
              <a:gd name="connsiteX346" fmla="*/ 7834466 w 21052571"/>
              <a:gd name="connsiteY346" fmla="*/ 6461630 h 8402012"/>
              <a:gd name="connsiteX347" fmla="*/ 7866575 w 21052571"/>
              <a:gd name="connsiteY347" fmla="*/ 6486225 h 8402012"/>
              <a:gd name="connsiteX348" fmla="*/ 7834466 w 21052571"/>
              <a:gd name="connsiteY348" fmla="*/ 6461630 h 8402012"/>
              <a:gd name="connsiteX349" fmla="*/ 6527809 w 21052571"/>
              <a:gd name="connsiteY349" fmla="*/ 6455626 h 8402012"/>
              <a:gd name="connsiteX350" fmla="*/ 6491535 w 21052571"/>
              <a:gd name="connsiteY350" fmla="*/ 6459253 h 8402012"/>
              <a:gd name="connsiteX351" fmla="*/ 6549573 w 21052571"/>
              <a:gd name="connsiteY351" fmla="*/ 6485045 h 8402012"/>
              <a:gd name="connsiteX352" fmla="*/ 6527809 w 21052571"/>
              <a:gd name="connsiteY352" fmla="*/ 6455626 h 8402012"/>
              <a:gd name="connsiteX353" fmla="*/ 8689650 w 21052571"/>
              <a:gd name="connsiteY353" fmla="*/ 6452844 h 8402012"/>
              <a:gd name="connsiteX354" fmla="*/ 8689155 w 21052571"/>
              <a:gd name="connsiteY354" fmla="*/ 6454383 h 8402012"/>
              <a:gd name="connsiteX355" fmla="*/ 8687615 w 21052571"/>
              <a:gd name="connsiteY355" fmla="*/ 6459167 h 8402012"/>
              <a:gd name="connsiteX356" fmla="*/ 8694544 w 21052571"/>
              <a:gd name="connsiteY356" fmla="*/ 6437633 h 8402012"/>
              <a:gd name="connsiteX357" fmla="*/ 8692773 w 21052571"/>
              <a:gd name="connsiteY357" fmla="*/ 6443139 h 8402012"/>
              <a:gd name="connsiteX358" fmla="*/ 8689650 w 21052571"/>
              <a:gd name="connsiteY358" fmla="*/ 6452844 h 8402012"/>
              <a:gd name="connsiteX359" fmla="*/ 8692351 w 21052571"/>
              <a:gd name="connsiteY359" fmla="*/ 6444447 h 8402012"/>
              <a:gd name="connsiteX360" fmla="*/ 8695193 w 21052571"/>
              <a:gd name="connsiteY360" fmla="*/ 6435616 h 8402012"/>
              <a:gd name="connsiteX361" fmla="*/ 8695075 w 21052571"/>
              <a:gd name="connsiteY361" fmla="*/ 6435984 h 8402012"/>
              <a:gd name="connsiteX362" fmla="*/ 8694544 w 21052571"/>
              <a:gd name="connsiteY362" fmla="*/ 6437633 h 8402012"/>
              <a:gd name="connsiteX363" fmla="*/ 8738701 w 21052571"/>
              <a:gd name="connsiteY363" fmla="*/ 6427044 h 8402012"/>
              <a:gd name="connsiteX364" fmla="*/ 8708156 w 21052571"/>
              <a:gd name="connsiteY364" fmla="*/ 6459150 h 8402012"/>
              <a:gd name="connsiteX365" fmla="*/ 8701837 w 21052571"/>
              <a:gd name="connsiteY365" fmla="*/ 6440957 h 8402012"/>
              <a:gd name="connsiteX366" fmla="*/ 8738701 w 21052571"/>
              <a:gd name="connsiteY366" fmla="*/ 6427044 h 8402012"/>
              <a:gd name="connsiteX367" fmla="*/ 6562470 w 21052571"/>
              <a:gd name="connsiteY367" fmla="*/ 6427013 h 8402012"/>
              <a:gd name="connsiteX368" fmla="*/ 6581816 w 21052571"/>
              <a:gd name="connsiteY368" fmla="*/ 6459253 h 8402012"/>
              <a:gd name="connsiteX369" fmla="*/ 6562470 w 21052571"/>
              <a:gd name="connsiteY369" fmla="*/ 6427013 h 8402012"/>
              <a:gd name="connsiteX370" fmla="*/ 8829238 w 21052571"/>
              <a:gd name="connsiteY370" fmla="*/ 6396940 h 8402012"/>
              <a:gd name="connsiteX371" fmla="*/ 8847698 w 21052571"/>
              <a:gd name="connsiteY371" fmla="*/ 6418240 h 8402012"/>
              <a:gd name="connsiteX372" fmla="*/ 8815592 w 21052571"/>
              <a:gd name="connsiteY372" fmla="*/ 6430654 h 8402012"/>
              <a:gd name="connsiteX373" fmla="*/ 8829238 w 21052571"/>
              <a:gd name="connsiteY373" fmla="*/ 6396940 h 8402012"/>
              <a:gd name="connsiteX374" fmla="*/ 6620000 w 21052571"/>
              <a:gd name="connsiteY374" fmla="*/ 6395849 h 8402012"/>
              <a:gd name="connsiteX375" fmla="*/ 6639344 w 21052571"/>
              <a:gd name="connsiteY375" fmla="*/ 6427013 h 8402012"/>
              <a:gd name="connsiteX376" fmla="*/ 6620000 w 21052571"/>
              <a:gd name="connsiteY376" fmla="*/ 6395849 h 8402012"/>
              <a:gd name="connsiteX377" fmla="*/ 7943480 w 21052571"/>
              <a:gd name="connsiteY377" fmla="*/ 6393865 h 8402012"/>
              <a:gd name="connsiteX378" fmla="*/ 7975550 w 21052571"/>
              <a:gd name="connsiteY378" fmla="*/ 6420408 h 8402012"/>
              <a:gd name="connsiteX379" fmla="*/ 7943480 w 21052571"/>
              <a:gd name="connsiteY379" fmla="*/ 6459117 h 8402012"/>
              <a:gd name="connsiteX380" fmla="*/ 7943480 w 21052571"/>
              <a:gd name="connsiteY380" fmla="*/ 6393865 h 8402012"/>
              <a:gd name="connsiteX381" fmla="*/ 8879017 w 21052571"/>
              <a:gd name="connsiteY381" fmla="*/ 6369515 h 8402012"/>
              <a:gd name="connsiteX382" fmla="*/ 8904612 w 21052571"/>
              <a:gd name="connsiteY382" fmla="*/ 6381486 h 8402012"/>
              <a:gd name="connsiteX383" fmla="*/ 8862729 w 21052571"/>
              <a:gd name="connsiteY383" fmla="*/ 6392259 h 8402012"/>
              <a:gd name="connsiteX384" fmla="*/ 8853277 w 21052571"/>
              <a:gd name="connsiteY384" fmla="*/ 6384965 h 8402012"/>
              <a:gd name="connsiteX385" fmla="*/ 8853053 w 21052571"/>
              <a:gd name="connsiteY385" fmla="*/ 6391814 h 8402012"/>
              <a:gd name="connsiteX386" fmla="*/ 8850592 w 21052571"/>
              <a:gd name="connsiteY386" fmla="*/ 6411797 h 8402012"/>
              <a:gd name="connsiteX387" fmla="*/ 8844029 w 21052571"/>
              <a:gd name="connsiteY387" fmla="*/ 6393351 h 8402012"/>
              <a:gd name="connsiteX388" fmla="*/ 8847311 w 21052571"/>
              <a:gd name="connsiteY388" fmla="*/ 6384897 h 8402012"/>
              <a:gd name="connsiteX389" fmla="*/ 8849645 w 21052571"/>
              <a:gd name="connsiteY389" fmla="*/ 6382163 h 8402012"/>
              <a:gd name="connsiteX390" fmla="*/ 8848768 w 21052571"/>
              <a:gd name="connsiteY390" fmla="*/ 6381486 h 8402012"/>
              <a:gd name="connsiteX391" fmla="*/ 8879017 w 21052571"/>
              <a:gd name="connsiteY391" fmla="*/ 6369515 h 8402012"/>
              <a:gd name="connsiteX392" fmla="*/ 8056234 w 21052571"/>
              <a:gd name="connsiteY392" fmla="*/ 6365428 h 8402012"/>
              <a:gd name="connsiteX393" fmla="*/ 8038272 w 21052571"/>
              <a:gd name="connsiteY393" fmla="*/ 6397537 h 8402012"/>
              <a:gd name="connsiteX394" fmla="*/ 8056234 w 21052571"/>
              <a:gd name="connsiteY394" fmla="*/ 6365428 h 8402012"/>
              <a:gd name="connsiteX395" fmla="*/ 622265 w 21052571"/>
              <a:gd name="connsiteY395" fmla="*/ 6344265 h 8402012"/>
              <a:gd name="connsiteX396" fmla="*/ 686749 w 21052571"/>
              <a:gd name="connsiteY396" fmla="*/ 6472149 h 8402012"/>
              <a:gd name="connsiteX397" fmla="*/ 737259 w 21052571"/>
              <a:gd name="connsiteY397" fmla="*/ 6440984 h 8402012"/>
              <a:gd name="connsiteX398" fmla="*/ 622265 w 21052571"/>
              <a:gd name="connsiteY398" fmla="*/ 6344265 h 8402012"/>
              <a:gd name="connsiteX399" fmla="*/ 8999387 w 21052571"/>
              <a:gd name="connsiteY399" fmla="*/ 6313289 h 8402012"/>
              <a:gd name="connsiteX400" fmla="*/ 8918284 w 21052571"/>
              <a:gd name="connsiteY400" fmla="*/ 6364361 h 8402012"/>
              <a:gd name="connsiteX401" fmla="*/ 8907470 w 21052571"/>
              <a:gd name="connsiteY401" fmla="*/ 6347975 h 8402012"/>
              <a:gd name="connsiteX402" fmla="*/ 8907470 w 21052571"/>
              <a:gd name="connsiteY402" fmla="*/ 6383360 h 8402012"/>
              <a:gd name="connsiteX403" fmla="*/ 8900907 w 21052571"/>
              <a:gd name="connsiteY403" fmla="*/ 6364914 h 8402012"/>
              <a:gd name="connsiteX404" fmla="*/ 8907122 w 21052571"/>
              <a:gd name="connsiteY404" fmla="*/ 6347447 h 8402012"/>
              <a:gd name="connsiteX405" fmla="*/ 8905645 w 21052571"/>
              <a:gd name="connsiteY405" fmla="*/ 6345209 h 8402012"/>
              <a:gd name="connsiteX406" fmla="*/ 8999387 w 21052571"/>
              <a:gd name="connsiteY406" fmla="*/ 6313289 h 8402012"/>
              <a:gd name="connsiteX407" fmla="*/ 7415298 w 21052571"/>
              <a:gd name="connsiteY407" fmla="*/ 6299130 h 8402012"/>
              <a:gd name="connsiteX408" fmla="*/ 7357262 w 21052571"/>
              <a:gd name="connsiteY408" fmla="*/ 6344265 h 8402012"/>
              <a:gd name="connsiteX409" fmla="*/ 7415298 w 21052571"/>
              <a:gd name="connsiteY409" fmla="*/ 6331369 h 8402012"/>
              <a:gd name="connsiteX410" fmla="*/ 7415298 w 21052571"/>
              <a:gd name="connsiteY410" fmla="*/ 6299130 h 8402012"/>
              <a:gd name="connsiteX411" fmla="*/ 564229 w 21052571"/>
              <a:gd name="connsiteY411" fmla="*/ 6299130 h 8402012"/>
              <a:gd name="connsiteX412" fmla="*/ 583570 w 21052571"/>
              <a:gd name="connsiteY412" fmla="*/ 6331369 h 8402012"/>
              <a:gd name="connsiteX413" fmla="*/ 564229 w 21052571"/>
              <a:gd name="connsiteY413" fmla="*/ 6299130 h 8402012"/>
              <a:gd name="connsiteX414" fmla="*/ 6879379 w 21052571"/>
              <a:gd name="connsiteY414" fmla="*/ 6282003 h 8402012"/>
              <a:gd name="connsiteX415" fmla="*/ 6747892 w 21052571"/>
              <a:gd name="connsiteY415" fmla="*/ 6363609 h 8402012"/>
              <a:gd name="connsiteX416" fmla="*/ 6696306 w 21052571"/>
              <a:gd name="connsiteY416" fmla="*/ 6363609 h 8402012"/>
              <a:gd name="connsiteX417" fmla="*/ 6767238 w 21052571"/>
              <a:gd name="connsiteY417" fmla="*/ 6363609 h 8402012"/>
              <a:gd name="connsiteX418" fmla="*/ 6901578 w 21052571"/>
              <a:gd name="connsiteY418" fmla="*/ 6299130 h 8402012"/>
              <a:gd name="connsiteX419" fmla="*/ 6879379 w 21052571"/>
              <a:gd name="connsiteY419" fmla="*/ 6282003 h 8402012"/>
              <a:gd name="connsiteX420" fmla="*/ 8154840 w 21052571"/>
              <a:gd name="connsiteY420" fmla="*/ 6281133 h 8402012"/>
              <a:gd name="connsiteX421" fmla="*/ 8168351 w 21052571"/>
              <a:gd name="connsiteY421" fmla="*/ 6281729 h 8402012"/>
              <a:gd name="connsiteX422" fmla="*/ 8193630 w 21052571"/>
              <a:gd name="connsiteY422" fmla="*/ 6332582 h 8402012"/>
              <a:gd name="connsiteX423" fmla="*/ 8136753 w 21052571"/>
              <a:gd name="connsiteY423" fmla="*/ 6364366 h 8402012"/>
              <a:gd name="connsiteX424" fmla="*/ 8118848 w 21052571"/>
              <a:gd name="connsiteY424" fmla="*/ 6300799 h 8402012"/>
              <a:gd name="connsiteX425" fmla="*/ 8154840 w 21052571"/>
              <a:gd name="connsiteY425" fmla="*/ 6281133 h 8402012"/>
              <a:gd name="connsiteX426" fmla="*/ 7504366 w 21052571"/>
              <a:gd name="connsiteY426" fmla="*/ 6265278 h 8402012"/>
              <a:gd name="connsiteX427" fmla="*/ 7473333 w 21052571"/>
              <a:gd name="connsiteY427" fmla="*/ 6273338 h 8402012"/>
              <a:gd name="connsiteX428" fmla="*/ 7512024 w 21052571"/>
              <a:gd name="connsiteY428" fmla="*/ 6286234 h 8402012"/>
              <a:gd name="connsiteX429" fmla="*/ 7504366 w 21052571"/>
              <a:gd name="connsiteY429" fmla="*/ 6265278 h 8402012"/>
              <a:gd name="connsiteX430" fmla="*/ 9126779 w 21052571"/>
              <a:gd name="connsiteY430" fmla="*/ 6248991 h 8402012"/>
              <a:gd name="connsiteX431" fmla="*/ 9136866 w 21052571"/>
              <a:gd name="connsiteY431" fmla="*/ 6255359 h 8402012"/>
              <a:gd name="connsiteX432" fmla="*/ 9099974 w 21052571"/>
              <a:gd name="connsiteY432" fmla="*/ 6274318 h 8402012"/>
              <a:gd name="connsiteX433" fmla="*/ 9126779 w 21052571"/>
              <a:gd name="connsiteY433" fmla="*/ 6248991 h 8402012"/>
              <a:gd name="connsiteX434" fmla="*/ 6715650 w 21052571"/>
              <a:gd name="connsiteY434" fmla="*/ 6241099 h 8402012"/>
              <a:gd name="connsiteX435" fmla="*/ 6734996 w 21052571"/>
              <a:gd name="connsiteY435" fmla="*/ 6273338 h 8402012"/>
              <a:gd name="connsiteX436" fmla="*/ 6715650 w 21052571"/>
              <a:gd name="connsiteY436" fmla="*/ 6241099 h 8402012"/>
              <a:gd name="connsiteX437" fmla="*/ 9126317 w 21052571"/>
              <a:gd name="connsiteY437" fmla="*/ 6233591 h 8402012"/>
              <a:gd name="connsiteX438" fmla="*/ 9125212 w 21052571"/>
              <a:gd name="connsiteY438" fmla="*/ 6236733 h 8402012"/>
              <a:gd name="connsiteX439" fmla="*/ 9123672 w 21052571"/>
              <a:gd name="connsiteY439" fmla="*/ 6241107 h 8402012"/>
              <a:gd name="connsiteX440" fmla="*/ 9130440 w 21052571"/>
              <a:gd name="connsiteY440" fmla="*/ 6221873 h 8402012"/>
              <a:gd name="connsiteX441" fmla="*/ 9128830 w 21052571"/>
              <a:gd name="connsiteY441" fmla="*/ 6226450 h 8402012"/>
              <a:gd name="connsiteX442" fmla="*/ 9126317 w 21052571"/>
              <a:gd name="connsiteY442" fmla="*/ 6233591 h 8402012"/>
              <a:gd name="connsiteX443" fmla="*/ 9128408 w 21052571"/>
              <a:gd name="connsiteY443" fmla="*/ 6227647 h 8402012"/>
              <a:gd name="connsiteX444" fmla="*/ 9131250 w 21052571"/>
              <a:gd name="connsiteY444" fmla="*/ 6219571 h 8402012"/>
              <a:gd name="connsiteX445" fmla="*/ 9131132 w 21052571"/>
              <a:gd name="connsiteY445" fmla="*/ 6219907 h 8402012"/>
              <a:gd name="connsiteX446" fmla="*/ 9130440 w 21052571"/>
              <a:gd name="connsiteY446" fmla="*/ 6221873 h 8402012"/>
              <a:gd name="connsiteX447" fmla="*/ 7581880 w 21052571"/>
              <a:gd name="connsiteY447" fmla="*/ 6209934 h 8402012"/>
              <a:gd name="connsiteX448" fmla="*/ 7601226 w 21052571"/>
              <a:gd name="connsiteY448" fmla="*/ 6241099 h 8402012"/>
              <a:gd name="connsiteX449" fmla="*/ 7581880 w 21052571"/>
              <a:gd name="connsiteY449" fmla="*/ 6209934 h 8402012"/>
              <a:gd name="connsiteX450" fmla="*/ 9226875 w 21052571"/>
              <a:gd name="connsiteY450" fmla="*/ 6209017 h 8402012"/>
              <a:gd name="connsiteX451" fmla="*/ 9226875 w 21052571"/>
              <a:gd name="connsiteY451" fmla="*/ 6274269 h 8402012"/>
              <a:gd name="connsiteX452" fmla="*/ 9144326 w 21052571"/>
              <a:gd name="connsiteY452" fmla="*/ 6241090 h 8402012"/>
              <a:gd name="connsiteX453" fmla="*/ 9137894 w 21052571"/>
              <a:gd name="connsiteY453" fmla="*/ 6228925 h 8402012"/>
              <a:gd name="connsiteX454" fmla="*/ 9226875 w 21052571"/>
              <a:gd name="connsiteY454" fmla="*/ 6209017 h 8402012"/>
              <a:gd name="connsiteX455" fmla="*/ 8340564 w 21052571"/>
              <a:gd name="connsiteY455" fmla="*/ 6209017 h 8402012"/>
              <a:gd name="connsiteX456" fmla="*/ 8322657 w 21052571"/>
              <a:gd name="connsiteY456" fmla="*/ 6241087 h 8402012"/>
              <a:gd name="connsiteX457" fmla="*/ 8340564 w 21052571"/>
              <a:gd name="connsiteY457" fmla="*/ 6209017 h 8402012"/>
              <a:gd name="connsiteX458" fmla="*/ 6920924 w 21052571"/>
              <a:gd name="connsiteY458" fmla="*/ 6164798 h 8402012"/>
              <a:gd name="connsiteX459" fmla="*/ 6793031 w 21052571"/>
              <a:gd name="connsiteY459" fmla="*/ 6241099 h 8402012"/>
              <a:gd name="connsiteX460" fmla="*/ 6920924 w 21052571"/>
              <a:gd name="connsiteY460" fmla="*/ 6164798 h 8402012"/>
              <a:gd name="connsiteX461" fmla="*/ 7774257 w 21052571"/>
              <a:gd name="connsiteY461" fmla="*/ 6119663 h 8402012"/>
              <a:gd name="connsiteX462" fmla="*/ 7678606 w 21052571"/>
              <a:gd name="connsiteY462" fmla="*/ 6184142 h 8402012"/>
              <a:gd name="connsiteX463" fmla="*/ 7774257 w 21052571"/>
              <a:gd name="connsiteY463" fmla="*/ 6151902 h 8402012"/>
              <a:gd name="connsiteX464" fmla="*/ 7774257 w 21052571"/>
              <a:gd name="connsiteY464" fmla="*/ 6119663 h 8402012"/>
              <a:gd name="connsiteX465" fmla="*/ 8455372 w 21052571"/>
              <a:gd name="connsiteY465" fmla="*/ 6118961 h 8402012"/>
              <a:gd name="connsiteX466" fmla="*/ 8482672 w 21052571"/>
              <a:gd name="connsiteY466" fmla="*/ 6145069 h 8402012"/>
              <a:gd name="connsiteX467" fmla="*/ 8455372 w 21052571"/>
              <a:gd name="connsiteY467" fmla="*/ 6184231 h 8402012"/>
              <a:gd name="connsiteX468" fmla="*/ 8455372 w 21052571"/>
              <a:gd name="connsiteY468" fmla="*/ 6118961 h 8402012"/>
              <a:gd name="connsiteX469" fmla="*/ 8545423 w 21052571"/>
              <a:gd name="connsiteY469" fmla="*/ 6085782 h 8402012"/>
              <a:gd name="connsiteX470" fmla="*/ 8563385 w 21052571"/>
              <a:gd name="connsiteY470" fmla="*/ 6117888 h 8402012"/>
              <a:gd name="connsiteX471" fmla="*/ 8545423 w 21052571"/>
              <a:gd name="connsiteY471" fmla="*/ 6085782 h 8402012"/>
              <a:gd name="connsiteX472" fmla="*/ 7033386 w 21052571"/>
              <a:gd name="connsiteY472" fmla="*/ 6084385 h 8402012"/>
              <a:gd name="connsiteX473" fmla="*/ 7023695 w 21052571"/>
              <a:gd name="connsiteY473" fmla="*/ 6085207 h 8402012"/>
              <a:gd name="connsiteX474" fmla="*/ 7017649 w 21052571"/>
              <a:gd name="connsiteY474" fmla="*/ 6100319 h 8402012"/>
              <a:gd name="connsiteX475" fmla="*/ 6966062 w 21052571"/>
              <a:gd name="connsiteY475" fmla="*/ 6119663 h 8402012"/>
              <a:gd name="connsiteX476" fmla="*/ 6972510 w 21052571"/>
              <a:gd name="connsiteY476" fmla="*/ 6151902 h 8402012"/>
              <a:gd name="connsiteX477" fmla="*/ 7011200 w 21052571"/>
              <a:gd name="connsiteY477" fmla="*/ 6126111 h 8402012"/>
              <a:gd name="connsiteX478" fmla="*/ 7056339 w 21052571"/>
              <a:gd name="connsiteY478" fmla="*/ 6119663 h 8402012"/>
              <a:gd name="connsiteX479" fmla="*/ 7033386 w 21052571"/>
              <a:gd name="connsiteY479" fmla="*/ 6084385 h 8402012"/>
              <a:gd name="connsiteX480" fmla="*/ 9496976 w 21052571"/>
              <a:gd name="connsiteY480" fmla="*/ 6057344 h 8402012"/>
              <a:gd name="connsiteX481" fmla="*/ 9469676 w 21052571"/>
              <a:gd name="connsiteY481" fmla="*/ 6089450 h 8402012"/>
              <a:gd name="connsiteX482" fmla="*/ 9496976 w 21052571"/>
              <a:gd name="connsiteY482" fmla="*/ 6057344 h 8402012"/>
              <a:gd name="connsiteX483" fmla="*/ 8602300 w 21052571"/>
              <a:gd name="connsiteY483" fmla="*/ 6057344 h 8402012"/>
              <a:gd name="connsiteX484" fmla="*/ 8620262 w 21052571"/>
              <a:gd name="connsiteY484" fmla="*/ 6089450 h 8402012"/>
              <a:gd name="connsiteX485" fmla="*/ 8602300 w 21052571"/>
              <a:gd name="connsiteY485" fmla="*/ 6057344 h 8402012"/>
              <a:gd name="connsiteX486" fmla="*/ 7909672 w 21052571"/>
              <a:gd name="connsiteY486" fmla="*/ 6035840 h 8402012"/>
              <a:gd name="connsiteX487" fmla="*/ 7800050 w 21052571"/>
              <a:gd name="connsiteY487" fmla="*/ 6087423 h 8402012"/>
              <a:gd name="connsiteX488" fmla="*/ 7870982 w 21052571"/>
              <a:gd name="connsiteY488" fmla="*/ 6087423 h 8402012"/>
              <a:gd name="connsiteX489" fmla="*/ 7909672 w 21052571"/>
              <a:gd name="connsiteY489" fmla="*/ 6055184 h 8402012"/>
              <a:gd name="connsiteX490" fmla="*/ 7909672 w 21052571"/>
              <a:gd name="connsiteY490" fmla="*/ 6035840 h 8402012"/>
              <a:gd name="connsiteX491" fmla="*/ 564229 w 21052571"/>
              <a:gd name="connsiteY491" fmla="*/ 6024019 h 8402012"/>
              <a:gd name="connsiteX492" fmla="*/ 557782 w 21052571"/>
              <a:gd name="connsiteY492" fmla="*/ 6087423 h 8402012"/>
              <a:gd name="connsiteX493" fmla="*/ 544887 w 21052571"/>
              <a:gd name="connsiteY493" fmla="*/ 6184142 h 8402012"/>
              <a:gd name="connsiteX494" fmla="*/ 775945 w 21052571"/>
              <a:gd name="connsiteY494" fmla="*/ 6382953 h 8402012"/>
              <a:gd name="connsiteX495" fmla="*/ 743708 w 21052571"/>
              <a:gd name="connsiteY495" fmla="*/ 6331369 h 8402012"/>
              <a:gd name="connsiteX496" fmla="*/ 667405 w 21052571"/>
              <a:gd name="connsiteY496" fmla="*/ 6235725 h 8402012"/>
              <a:gd name="connsiteX497" fmla="*/ 564229 w 21052571"/>
              <a:gd name="connsiteY497" fmla="*/ 6024019 h 8402012"/>
              <a:gd name="connsiteX498" fmla="*/ 8696596 w 21052571"/>
              <a:gd name="connsiteY498" fmla="*/ 6013265 h 8402012"/>
              <a:gd name="connsiteX499" fmla="*/ 8705577 w 21052571"/>
              <a:gd name="connsiteY499" fmla="*/ 6023218 h 8402012"/>
              <a:gd name="connsiteX500" fmla="*/ 8699590 w 21052571"/>
              <a:gd name="connsiteY500" fmla="*/ 6042017 h 8402012"/>
              <a:gd name="connsiteX501" fmla="*/ 8687615 w 21052571"/>
              <a:gd name="connsiteY501" fmla="*/ 6023218 h 8402012"/>
              <a:gd name="connsiteX502" fmla="*/ 8696596 w 21052571"/>
              <a:gd name="connsiteY502" fmla="*/ 6013265 h 8402012"/>
              <a:gd name="connsiteX503" fmla="*/ 7232998 w 21052571"/>
              <a:gd name="connsiteY503" fmla="*/ 6003264 h 8402012"/>
              <a:gd name="connsiteX504" fmla="*/ 7171335 w 21052571"/>
              <a:gd name="connsiteY504" fmla="*/ 6030467 h 8402012"/>
              <a:gd name="connsiteX505" fmla="*/ 7095029 w 21052571"/>
              <a:gd name="connsiteY505" fmla="*/ 6087423 h 8402012"/>
              <a:gd name="connsiteX506" fmla="*/ 7164886 w 21052571"/>
              <a:gd name="connsiteY506" fmla="*/ 6048736 h 8402012"/>
              <a:gd name="connsiteX507" fmla="*/ 7216474 w 21052571"/>
              <a:gd name="connsiteY507" fmla="*/ 6024019 h 8402012"/>
              <a:gd name="connsiteX508" fmla="*/ 7242267 w 21052571"/>
              <a:gd name="connsiteY508" fmla="*/ 6024019 h 8402012"/>
              <a:gd name="connsiteX509" fmla="*/ 7232998 w 21052571"/>
              <a:gd name="connsiteY509" fmla="*/ 6003264 h 8402012"/>
              <a:gd name="connsiteX510" fmla="*/ 8725009 w 21052571"/>
              <a:gd name="connsiteY510" fmla="*/ 6001748 h 8402012"/>
              <a:gd name="connsiteX511" fmla="*/ 8738701 w 21052571"/>
              <a:gd name="connsiteY511" fmla="*/ 6021731 h 8402012"/>
              <a:gd name="connsiteX512" fmla="*/ 8701837 w 21052571"/>
              <a:gd name="connsiteY512" fmla="*/ 6009433 h 8402012"/>
              <a:gd name="connsiteX513" fmla="*/ 8725009 w 21052571"/>
              <a:gd name="connsiteY513" fmla="*/ 6001748 h 8402012"/>
              <a:gd name="connsiteX514" fmla="*/ 9696114 w 21052571"/>
              <a:gd name="connsiteY514" fmla="*/ 5963957 h 8402012"/>
              <a:gd name="connsiteX515" fmla="*/ 9664005 w 21052571"/>
              <a:gd name="connsiteY515" fmla="*/ 5994700 h 8402012"/>
              <a:gd name="connsiteX516" fmla="*/ 9696114 w 21052571"/>
              <a:gd name="connsiteY516" fmla="*/ 5963957 h 8402012"/>
              <a:gd name="connsiteX517" fmla="*/ 19597495 w 21052571"/>
              <a:gd name="connsiteY517" fmla="*/ 5934112 h 8402012"/>
              <a:gd name="connsiteX518" fmla="*/ 19579535 w 21052571"/>
              <a:gd name="connsiteY518" fmla="*/ 5966218 h 8402012"/>
              <a:gd name="connsiteX519" fmla="*/ 19597495 w 21052571"/>
              <a:gd name="connsiteY519" fmla="*/ 5934112 h 8402012"/>
              <a:gd name="connsiteX520" fmla="*/ 19488483 w 21052571"/>
              <a:gd name="connsiteY520" fmla="*/ 5934112 h 8402012"/>
              <a:gd name="connsiteX521" fmla="*/ 19470519 w 21052571"/>
              <a:gd name="connsiteY521" fmla="*/ 5966218 h 8402012"/>
              <a:gd name="connsiteX522" fmla="*/ 19488483 w 21052571"/>
              <a:gd name="connsiteY522" fmla="*/ 5934112 h 8402012"/>
              <a:gd name="connsiteX523" fmla="*/ 9753060 w 21052571"/>
              <a:gd name="connsiteY523" fmla="*/ 5934112 h 8402012"/>
              <a:gd name="connsiteX524" fmla="*/ 9735098 w 21052571"/>
              <a:gd name="connsiteY524" fmla="*/ 5966218 h 8402012"/>
              <a:gd name="connsiteX525" fmla="*/ 9753060 w 21052571"/>
              <a:gd name="connsiteY525" fmla="*/ 5934112 h 8402012"/>
              <a:gd name="connsiteX526" fmla="*/ 19450567 w 21052571"/>
              <a:gd name="connsiteY526" fmla="*/ 5900933 h 8402012"/>
              <a:gd name="connsiteX527" fmla="*/ 19432603 w 21052571"/>
              <a:gd name="connsiteY527" fmla="*/ 5933042 h 8402012"/>
              <a:gd name="connsiteX528" fmla="*/ 19450567 w 21052571"/>
              <a:gd name="connsiteY528" fmla="*/ 5900933 h 8402012"/>
              <a:gd name="connsiteX529" fmla="*/ 7661679 w 21052571"/>
              <a:gd name="connsiteY529" fmla="*/ 5898284 h 8402012"/>
              <a:gd name="connsiteX530" fmla="*/ 7639916 w 21052571"/>
              <a:gd name="connsiteY530" fmla="*/ 5933748 h 8402012"/>
              <a:gd name="connsiteX531" fmla="*/ 7697951 w 21052571"/>
              <a:gd name="connsiteY531" fmla="*/ 5901508 h 8402012"/>
              <a:gd name="connsiteX532" fmla="*/ 7661679 w 21052571"/>
              <a:gd name="connsiteY532" fmla="*/ 5898284 h 8402012"/>
              <a:gd name="connsiteX533" fmla="*/ 7492678 w 21052571"/>
              <a:gd name="connsiteY533" fmla="*/ 5869269 h 8402012"/>
              <a:gd name="connsiteX534" fmla="*/ 7473333 w 21052571"/>
              <a:gd name="connsiteY534" fmla="*/ 5901508 h 8402012"/>
              <a:gd name="connsiteX535" fmla="*/ 7492678 w 21052571"/>
              <a:gd name="connsiteY535" fmla="*/ 5869269 h 8402012"/>
              <a:gd name="connsiteX536" fmla="*/ 7434643 w 21052571"/>
              <a:gd name="connsiteY536" fmla="*/ 5869269 h 8402012"/>
              <a:gd name="connsiteX537" fmla="*/ 7331469 w 21052571"/>
              <a:gd name="connsiteY537" fmla="*/ 5927300 h 8402012"/>
              <a:gd name="connsiteX538" fmla="*/ 7280957 w 21052571"/>
              <a:gd name="connsiteY538" fmla="*/ 5959540 h 8402012"/>
              <a:gd name="connsiteX539" fmla="*/ 7268060 w 21052571"/>
              <a:gd name="connsiteY539" fmla="*/ 5991779 h 8402012"/>
              <a:gd name="connsiteX540" fmla="*/ 7325021 w 21052571"/>
              <a:gd name="connsiteY540" fmla="*/ 5959540 h 8402012"/>
              <a:gd name="connsiteX541" fmla="*/ 7434643 w 21052571"/>
              <a:gd name="connsiteY541" fmla="*/ 5933748 h 8402012"/>
              <a:gd name="connsiteX542" fmla="*/ 7434643 w 21052571"/>
              <a:gd name="connsiteY542" fmla="*/ 5869269 h 8402012"/>
              <a:gd name="connsiteX543" fmla="*/ 19526399 w 21052571"/>
              <a:gd name="connsiteY543" fmla="*/ 5867755 h 8402012"/>
              <a:gd name="connsiteX544" fmla="*/ 19508439 w 21052571"/>
              <a:gd name="connsiteY544" fmla="*/ 5899861 h 8402012"/>
              <a:gd name="connsiteX545" fmla="*/ 19526399 w 21052571"/>
              <a:gd name="connsiteY545" fmla="*/ 5867755 h 8402012"/>
              <a:gd name="connsiteX546" fmla="*/ 19412647 w 21052571"/>
              <a:gd name="connsiteY546" fmla="*/ 5867755 h 8402012"/>
              <a:gd name="connsiteX547" fmla="*/ 19394687 w 21052571"/>
              <a:gd name="connsiteY547" fmla="*/ 5899861 h 8402012"/>
              <a:gd name="connsiteX548" fmla="*/ 19412647 w 21052571"/>
              <a:gd name="connsiteY548" fmla="*/ 5867755 h 8402012"/>
              <a:gd name="connsiteX549" fmla="*/ 9847855 w 21052571"/>
              <a:gd name="connsiteY549" fmla="*/ 5867755 h 8402012"/>
              <a:gd name="connsiteX550" fmla="*/ 9829893 w 21052571"/>
              <a:gd name="connsiteY550" fmla="*/ 5899861 h 8402012"/>
              <a:gd name="connsiteX551" fmla="*/ 9847855 w 21052571"/>
              <a:gd name="connsiteY551" fmla="*/ 5867755 h 8402012"/>
              <a:gd name="connsiteX552" fmla="*/ 7753417 w 21052571"/>
              <a:gd name="connsiteY552" fmla="*/ 5863425 h 8402012"/>
              <a:gd name="connsiteX553" fmla="*/ 7717296 w 21052571"/>
              <a:gd name="connsiteY553" fmla="*/ 5901508 h 8402012"/>
              <a:gd name="connsiteX554" fmla="*/ 7767808 w 21052571"/>
              <a:gd name="connsiteY554" fmla="*/ 5875717 h 8402012"/>
              <a:gd name="connsiteX555" fmla="*/ 7753417 w 21052571"/>
              <a:gd name="connsiteY555" fmla="*/ 5863425 h 8402012"/>
              <a:gd name="connsiteX556" fmla="*/ 9904733 w 21052571"/>
              <a:gd name="connsiteY556" fmla="*/ 5839317 h 8402012"/>
              <a:gd name="connsiteX557" fmla="*/ 9886771 w 21052571"/>
              <a:gd name="connsiteY557" fmla="*/ 5871423 h 8402012"/>
              <a:gd name="connsiteX558" fmla="*/ 9904733 w 21052571"/>
              <a:gd name="connsiteY558" fmla="*/ 5839317 h 8402012"/>
              <a:gd name="connsiteX559" fmla="*/ 7512024 w 21052571"/>
              <a:gd name="connsiteY559" fmla="*/ 5837029 h 8402012"/>
              <a:gd name="connsiteX560" fmla="*/ 7543190 w 21052571"/>
              <a:gd name="connsiteY560" fmla="*/ 5869269 h 8402012"/>
              <a:gd name="connsiteX561" fmla="*/ 7512024 w 21052571"/>
              <a:gd name="connsiteY561" fmla="*/ 5837029 h 8402012"/>
              <a:gd name="connsiteX562" fmla="*/ 7568984 w 21052571"/>
              <a:gd name="connsiteY562" fmla="*/ 5811238 h 8402012"/>
              <a:gd name="connsiteX563" fmla="*/ 7601226 w 21052571"/>
              <a:gd name="connsiteY563" fmla="*/ 5837029 h 8402012"/>
              <a:gd name="connsiteX564" fmla="*/ 7568984 w 21052571"/>
              <a:gd name="connsiteY564" fmla="*/ 5811238 h 8402012"/>
              <a:gd name="connsiteX565" fmla="*/ 7318572 w 21052571"/>
              <a:gd name="connsiteY565" fmla="*/ 5811238 h 8402012"/>
              <a:gd name="connsiteX566" fmla="*/ 7337918 w 21052571"/>
              <a:gd name="connsiteY566" fmla="*/ 5837029 h 8402012"/>
              <a:gd name="connsiteX567" fmla="*/ 7318572 w 21052571"/>
              <a:gd name="connsiteY567" fmla="*/ 5811238 h 8402012"/>
              <a:gd name="connsiteX568" fmla="*/ 507270 w 21052571"/>
              <a:gd name="connsiteY568" fmla="*/ 5811238 h 8402012"/>
              <a:gd name="connsiteX569" fmla="*/ 526613 w 21052571"/>
              <a:gd name="connsiteY569" fmla="*/ 5837029 h 8402012"/>
              <a:gd name="connsiteX570" fmla="*/ 507270 w 21052571"/>
              <a:gd name="connsiteY570" fmla="*/ 5811238 h 8402012"/>
              <a:gd name="connsiteX571" fmla="*/ 9975826 w 21052571"/>
              <a:gd name="connsiteY571" fmla="*/ 5810880 h 8402012"/>
              <a:gd name="connsiteX572" fmla="*/ 9957864 w 21052571"/>
              <a:gd name="connsiteY572" fmla="*/ 5838180 h 8402012"/>
              <a:gd name="connsiteX573" fmla="*/ 9975826 w 21052571"/>
              <a:gd name="connsiteY573" fmla="*/ 5810880 h 8402012"/>
              <a:gd name="connsiteX574" fmla="*/ 19331147 w 21052571"/>
              <a:gd name="connsiteY574" fmla="*/ 5810877 h 8402012"/>
              <a:gd name="connsiteX575" fmla="*/ 19355743 w 21052571"/>
              <a:gd name="connsiteY575" fmla="*/ 5824790 h 8402012"/>
              <a:gd name="connsiteX576" fmla="*/ 19318851 w 21052571"/>
              <a:gd name="connsiteY576" fmla="*/ 5824790 h 8402012"/>
              <a:gd name="connsiteX577" fmla="*/ 19331147 w 21052571"/>
              <a:gd name="connsiteY577" fmla="*/ 5810877 h 8402012"/>
              <a:gd name="connsiteX578" fmla="*/ 19412647 w 21052571"/>
              <a:gd name="connsiteY578" fmla="*/ 5782440 h 8402012"/>
              <a:gd name="connsiteX579" fmla="*/ 19394687 w 21052571"/>
              <a:gd name="connsiteY579" fmla="*/ 5814510 h 8402012"/>
              <a:gd name="connsiteX580" fmla="*/ 19412647 w 21052571"/>
              <a:gd name="connsiteY580" fmla="*/ 5782440 h 8402012"/>
              <a:gd name="connsiteX581" fmla="*/ 19285671 w 21052571"/>
              <a:gd name="connsiteY581" fmla="*/ 5782440 h 8402012"/>
              <a:gd name="connsiteX582" fmla="*/ 19317779 w 21052571"/>
              <a:gd name="connsiteY582" fmla="*/ 5794738 h 8402012"/>
              <a:gd name="connsiteX583" fmla="*/ 19285671 w 21052571"/>
              <a:gd name="connsiteY583" fmla="*/ 5782440 h 8402012"/>
              <a:gd name="connsiteX584" fmla="*/ 7922569 w 21052571"/>
              <a:gd name="connsiteY584" fmla="*/ 5780073 h 8402012"/>
              <a:gd name="connsiteX585" fmla="*/ 7941914 w 21052571"/>
              <a:gd name="connsiteY585" fmla="*/ 5811238 h 8402012"/>
              <a:gd name="connsiteX586" fmla="*/ 7922569 w 21052571"/>
              <a:gd name="connsiteY586" fmla="*/ 5780073 h 8402012"/>
              <a:gd name="connsiteX587" fmla="*/ 7639916 w 21052571"/>
              <a:gd name="connsiteY587" fmla="*/ 5780073 h 8402012"/>
              <a:gd name="connsiteX588" fmla="*/ 7639916 w 21052571"/>
              <a:gd name="connsiteY588" fmla="*/ 5811238 h 8402012"/>
              <a:gd name="connsiteX589" fmla="*/ 7678606 w 21052571"/>
              <a:gd name="connsiteY589" fmla="*/ 5811238 h 8402012"/>
              <a:gd name="connsiteX590" fmla="*/ 7678606 w 21052571"/>
              <a:gd name="connsiteY590" fmla="*/ 5780073 h 8402012"/>
              <a:gd name="connsiteX591" fmla="*/ 7639916 w 21052571"/>
              <a:gd name="connsiteY591" fmla="*/ 5780073 h 8402012"/>
              <a:gd name="connsiteX592" fmla="*/ 7376608 w 21052571"/>
              <a:gd name="connsiteY592" fmla="*/ 5780073 h 8402012"/>
              <a:gd name="connsiteX593" fmla="*/ 7357262 w 21052571"/>
              <a:gd name="connsiteY593" fmla="*/ 5811238 h 8402012"/>
              <a:gd name="connsiteX594" fmla="*/ 7376608 w 21052571"/>
              <a:gd name="connsiteY594" fmla="*/ 5780073 h 8402012"/>
              <a:gd name="connsiteX595" fmla="*/ 833981 w 21052571"/>
              <a:gd name="connsiteY595" fmla="*/ 5780073 h 8402012"/>
              <a:gd name="connsiteX596" fmla="*/ 846884 w 21052571"/>
              <a:gd name="connsiteY596" fmla="*/ 5811238 h 8402012"/>
              <a:gd name="connsiteX597" fmla="*/ 833981 w 21052571"/>
              <a:gd name="connsiteY597" fmla="*/ 5780073 h 8402012"/>
              <a:gd name="connsiteX598" fmla="*/ 9258384 w 21052571"/>
              <a:gd name="connsiteY598" fmla="*/ 5749261 h 8402012"/>
              <a:gd name="connsiteX599" fmla="*/ 9264796 w 21052571"/>
              <a:gd name="connsiteY599" fmla="*/ 5768559 h 8402012"/>
              <a:gd name="connsiteX600" fmla="*/ 9156851 w 21052571"/>
              <a:gd name="connsiteY600" fmla="*/ 5838245 h 8402012"/>
              <a:gd name="connsiteX601" fmla="*/ 9156851 w 21052571"/>
              <a:gd name="connsiteY601" fmla="*/ 5781424 h 8402012"/>
              <a:gd name="connsiteX602" fmla="*/ 9181433 w 21052571"/>
              <a:gd name="connsiteY602" fmla="*/ 5768559 h 8402012"/>
              <a:gd name="connsiteX603" fmla="*/ 9258384 w 21052571"/>
              <a:gd name="connsiteY603" fmla="*/ 5749261 h 8402012"/>
              <a:gd name="connsiteX604" fmla="*/ 19215983 w 21052571"/>
              <a:gd name="connsiteY604" fmla="*/ 5722699 h 8402012"/>
              <a:gd name="connsiteX605" fmla="*/ 19240579 w 21052571"/>
              <a:gd name="connsiteY605" fmla="*/ 5742539 h 8402012"/>
              <a:gd name="connsiteX606" fmla="*/ 19209835 w 21052571"/>
              <a:gd name="connsiteY606" fmla="*/ 5735926 h 8402012"/>
              <a:gd name="connsiteX607" fmla="*/ 19215983 w 21052571"/>
              <a:gd name="connsiteY607" fmla="*/ 5722699 h 8402012"/>
              <a:gd name="connsiteX608" fmla="*/ 7979530 w 21052571"/>
              <a:gd name="connsiteY608" fmla="*/ 5722041 h 8402012"/>
              <a:gd name="connsiteX609" fmla="*/ 7979530 w 21052571"/>
              <a:gd name="connsiteY609" fmla="*/ 5780073 h 8402012"/>
              <a:gd name="connsiteX610" fmla="*/ 8024668 w 21052571"/>
              <a:gd name="connsiteY610" fmla="*/ 5747833 h 8402012"/>
              <a:gd name="connsiteX611" fmla="*/ 7979530 w 21052571"/>
              <a:gd name="connsiteY611" fmla="*/ 5722041 h 8402012"/>
              <a:gd name="connsiteX612" fmla="*/ 19322947 w 21052571"/>
              <a:gd name="connsiteY612" fmla="*/ 5721336 h 8402012"/>
              <a:gd name="connsiteX613" fmla="*/ 19336783 w 21052571"/>
              <a:gd name="connsiteY613" fmla="*/ 5748236 h 8402012"/>
              <a:gd name="connsiteX614" fmla="*/ 19299891 w 21052571"/>
              <a:gd name="connsiteY614" fmla="*/ 5735939 h 8402012"/>
              <a:gd name="connsiteX615" fmla="*/ 19322947 w 21052571"/>
              <a:gd name="connsiteY615" fmla="*/ 5721336 h 8402012"/>
              <a:gd name="connsiteX616" fmla="*/ 20507471 w 21052571"/>
              <a:gd name="connsiteY616" fmla="*/ 5720824 h 8402012"/>
              <a:gd name="connsiteX617" fmla="*/ 20489563 w 21052571"/>
              <a:gd name="connsiteY617" fmla="*/ 5748124 h 8402012"/>
              <a:gd name="connsiteX618" fmla="*/ 20507471 w 21052571"/>
              <a:gd name="connsiteY618" fmla="*/ 5720824 h 8402012"/>
              <a:gd name="connsiteX619" fmla="*/ 18929051 w 21052571"/>
              <a:gd name="connsiteY619" fmla="*/ 5720821 h 8402012"/>
              <a:gd name="connsiteX620" fmla="*/ 18908579 w 21052571"/>
              <a:gd name="connsiteY620" fmla="*/ 5776665 h 8402012"/>
              <a:gd name="connsiteX621" fmla="*/ 18929051 w 21052571"/>
              <a:gd name="connsiteY621" fmla="*/ 5720821 h 8402012"/>
              <a:gd name="connsiteX622" fmla="*/ 9383272 w 21052571"/>
              <a:gd name="connsiteY622" fmla="*/ 5701863 h 8402012"/>
              <a:gd name="connsiteX623" fmla="*/ 9328645 w 21052571"/>
              <a:gd name="connsiteY623" fmla="*/ 5722530 h 8402012"/>
              <a:gd name="connsiteX624" fmla="*/ 9278922 w 21052571"/>
              <a:gd name="connsiteY624" fmla="*/ 5748152 h 8402012"/>
              <a:gd name="connsiteX625" fmla="*/ 9267113 w 21052571"/>
              <a:gd name="connsiteY625" fmla="*/ 5767148 h 8402012"/>
              <a:gd name="connsiteX626" fmla="*/ 9261126 w 21052571"/>
              <a:gd name="connsiteY626" fmla="*/ 5747885 h 8402012"/>
              <a:gd name="connsiteX627" fmla="*/ 9269638 w 21052571"/>
              <a:gd name="connsiteY627" fmla="*/ 5738756 h 8402012"/>
              <a:gd name="connsiteX628" fmla="*/ 9265865 w 21052571"/>
              <a:gd name="connsiteY628" fmla="*/ 5734931 h 8402012"/>
              <a:gd name="connsiteX629" fmla="*/ 9383272 w 21052571"/>
              <a:gd name="connsiteY629" fmla="*/ 5701863 h 8402012"/>
              <a:gd name="connsiteX630" fmla="*/ 19197255 w 21052571"/>
              <a:gd name="connsiteY630" fmla="*/ 5701391 h 8402012"/>
              <a:gd name="connsiteX631" fmla="*/ 19208739 w 21052571"/>
              <a:gd name="connsiteY631" fmla="*/ 5703950 h 8402012"/>
              <a:gd name="connsiteX632" fmla="*/ 19195615 w 21052571"/>
              <a:gd name="connsiteY632" fmla="*/ 5724425 h 8402012"/>
              <a:gd name="connsiteX633" fmla="*/ 19197255 w 21052571"/>
              <a:gd name="connsiteY633" fmla="*/ 5701391 h 8402012"/>
              <a:gd name="connsiteX634" fmla="*/ 19886619 w 21052571"/>
              <a:gd name="connsiteY634" fmla="*/ 5692386 h 8402012"/>
              <a:gd name="connsiteX635" fmla="*/ 19868659 w 21052571"/>
              <a:gd name="connsiteY635" fmla="*/ 5724495 h 8402012"/>
              <a:gd name="connsiteX636" fmla="*/ 19886619 w 21052571"/>
              <a:gd name="connsiteY636" fmla="*/ 5692386 h 8402012"/>
              <a:gd name="connsiteX637" fmla="*/ 8056910 w 21052571"/>
              <a:gd name="connsiteY637" fmla="*/ 5689802 h 8402012"/>
              <a:gd name="connsiteX638" fmla="*/ 8056910 w 21052571"/>
              <a:gd name="connsiteY638" fmla="*/ 5747833 h 8402012"/>
              <a:gd name="connsiteX639" fmla="*/ 8114946 w 21052571"/>
              <a:gd name="connsiteY639" fmla="*/ 5734937 h 8402012"/>
              <a:gd name="connsiteX640" fmla="*/ 8056910 w 21052571"/>
              <a:gd name="connsiteY640" fmla="*/ 5689802 h 8402012"/>
              <a:gd name="connsiteX641" fmla="*/ 321342 w 21052571"/>
              <a:gd name="connsiteY641" fmla="*/ 5689802 h 8402012"/>
              <a:gd name="connsiteX642" fmla="*/ 358957 w 21052571"/>
              <a:gd name="connsiteY642" fmla="*/ 5734937 h 8402012"/>
              <a:gd name="connsiteX643" fmla="*/ 397647 w 21052571"/>
              <a:gd name="connsiteY643" fmla="*/ 5747833 h 8402012"/>
              <a:gd name="connsiteX644" fmla="*/ 321342 w 21052571"/>
              <a:gd name="connsiteY644" fmla="*/ 5689802 h 8402012"/>
              <a:gd name="connsiteX645" fmla="*/ 10273257 w 21052571"/>
              <a:gd name="connsiteY645" fmla="*/ 5681344 h 8402012"/>
              <a:gd name="connsiteX646" fmla="*/ 10270689 w 21052571"/>
              <a:gd name="connsiteY646" fmla="*/ 5686619 h 8402012"/>
              <a:gd name="connsiteX647" fmla="*/ 10272228 w 21052571"/>
              <a:gd name="connsiteY647" fmla="*/ 5683458 h 8402012"/>
              <a:gd name="connsiteX648" fmla="*/ 19249731 w 21052571"/>
              <a:gd name="connsiteY648" fmla="*/ 5676443 h 8402012"/>
              <a:gd name="connsiteX649" fmla="*/ 19298811 w 21052571"/>
              <a:gd name="connsiteY649" fmla="*/ 5704896 h 8402012"/>
              <a:gd name="connsiteX650" fmla="*/ 19292351 w 21052571"/>
              <a:gd name="connsiteY650" fmla="*/ 5724477 h 8402012"/>
              <a:gd name="connsiteX651" fmla="*/ 19256531 w 21052571"/>
              <a:gd name="connsiteY651" fmla="*/ 5717134 h 8402012"/>
              <a:gd name="connsiteX652" fmla="*/ 19244083 w 21052571"/>
              <a:gd name="connsiteY652" fmla="*/ 5708343 h 8402012"/>
              <a:gd name="connsiteX653" fmla="*/ 19251507 w 21052571"/>
              <a:gd name="connsiteY653" fmla="*/ 5722338 h 8402012"/>
              <a:gd name="connsiteX654" fmla="*/ 19239779 w 21052571"/>
              <a:gd name="connsiteY654" fmla="*/ 5722338 h 8402012"/>
              <a:gd name="connsiteX655" fmla="*/ 19240479 w 21052571"/>
              <a:gd name="connsiteY655" fmla="*/ 5705798 h 8402012"/>
              <a:gd name="connsiteX656" fmla="*/ 19239635 w 21052571"/>
              <a:gd name="connsiteY656" fmla="*/ 5705202 h 8402012"/>
              <a:gd name="connsiteX657" fmla="*/ 19235259 w 21052571"/>
              <a:gd name="connsiteY657" fmla="*/ 5685315 h 8402012"/>
              <a:gd name="connsiteX658" fmla="*/ 19249731 w 21052571"/>
              <a:gd name="connsiteY658" fmla="*/ 5676443 h 8402012"/>
              <a:gd name="connsiteX659" fmla="*/ 10275971 w 21052571"/>
              <a:gd name="connsiteY659" fmla="*/ 5675771 h 8402012"/>
              <a:gd name="connsiteX660" fmla="*/ 10275425 w 21052571"/>
              <a:gd name="connsiteY660" fmla="*/ 5676892 h 8402012"/>
              <a:gd name="connsiteX661" fmla="*/ 10273257 w 21052571"/>
              <a:gd name="connsiteY661" fmla="*/ 5681344 h 8402012"/>
              <a:gd name="connsiteX662" fmla="*/ 10278267 w 21052571"/>
              <a:gd name="connsiteY662" fmla="*/ 5671055 h 8402012"/>
              <a:gd name="connsiteX663" fmla="*/ 10275971 w 21052571"/>
              <a:gd name="connsiteY663" fmla="*/ 5675771 h 8402012"/>
              <a:gd name="connsiteX664" fmla="*/ 10278148 w 21052571"/>
              <a:gd name="connsiteY664" fmla="*/ 5671298 h 8402012"/>
              <a:gd name="connsiteX665" fmla="*/ 10278267 w 21052571"/>
              <a:gd name="connsiteY665" fmla="*/ 5671055 h 8402012"/>
              <a:gd name="connsiteX666" fmla="*/ 8415869 w 21052571"/>
              <a:gd name="connsiteY666" fmla="*/ 5657562 h 8402012"/>
              <a:gd name="connsiteX667" fmla="*/ 8435214 w 21052571"/>
              <a:gd name="connsiteY667" fmla="*/ 5689802 h 8402012"/>
              <a:gd name="connsiteX668" fmla="*/ 8415869 w 21052571"/>
              <a:gd name="connsiteY668" fmla="*/ 5657562 h 8402012"/>
              <a:gd name="connsiteX669" fmla="*/ 7581880 w 21052571"/>
              <a:gd name="connsiteY669" fmla="*/ 5657562 h 8402012"/>
              <a:gd name="connsiteX670" fmla="*/ 7601226 w 21052571"/>
              <a:gd name="connsiteY670" fmla="*/ 5689802 h 8402012"/>
              <a:gd name="connsiteX671" fmla="*/ 7581880 w 21052571"/>
              <a:gd name="connsiteY671" fmla="*/ 5657562 h 8402012"/>
              <a:gd name="connsiteX672" fmla="*/ 9454956 w 21052571"/>
              <a:gd name="connsiteY672" fmla="*/ 5650608 h 8402012"/>
              <a:gd name="connsiteX673" fmla="*/ 9463937 w 21052571"/>
              <a:gd name="connsiteY673" fmla="*/ 5657833 h 8402012"/>
              <a:gd name="connsiteX674" fmla="*/ 9451962 w 21052571"/>
              <a:gd name="connsiteY674" fmla="*/ 5677098 h 8402012"/>
              <a:gd name="connsiteX675" fmla="*/ 9445975 w 21052571"/>
              <a:gd name="connsiteY675" fmla="*/ 5657833 h 8402012"/>
              <a:gd name="connsiteX676" fmla="*/ 9454956 w 21052571"/>
              <a:gd name="connsiteY676" fmla="*/ 5650608 h 8402012"/>
              <a:gd name="connsiteX677" fmla="*/ 10297753 w 21052571"/>
              <a:gd name="connsiteY677" fmla="*/ 5644986 h 8402012"/>
              <a:gd name="connsiteX678" fmla="*/ 10317017 w 21052571"/>
              <a:gd name="connsiteY678" fmla="*/ 5691281 h 8402012"/>
              <a:gd name="connsiteX679" fmla="*/ 10284911 w 21052571"/>
              <a:gd name="connsiteY679" fmla="*/ 5678054 h 8402012"/>
              <a:gd name="connsiteX680" fmla="*/ 10297753 w 21052571"/>
              <a:gd name="connsiteY680" fmla="*/ 5644986 h 8402012"/>
              <a:gd name="connsiteX681" fmla="*/ 9473864 w 21052571"/>
              <a:gd name="connsiteY681" fmla="*/ 5634183 h 8402012"/>
              <a:gd name="connsiteX682" fmla="*/ 9497011 w 21052571"/>
              <a:gd name="connsiteY682" fmla="*/ 5644420 h 8402012"/>
              <a:gd name="connsiteX683" fmla="*/ 9450716 w 21052571"/>
              <a:gd name="connsiteY683" fmla="*/ 5644420 h 8402012"/>
              <a:gd name="connsiteX684" fmla="*/ 9473864 w 21052571"/>
              <a:gd name="connsiteY684" fmla="*/ 5634183 h 8402012"/>
              <a:gd name="connsiteX685" fmla="*/ 7261612 w 21052571"/>
              <a:gd name="connsiteY685" fmla="*/ 5625323 h 8402012"/>
              <a:gd name="connsiteX686" fmla="*/ 7242267 w 21052571"/>
              <a:gd name="connsiteY686" fmla="*/ 5657562 h 8402012"/>
              <a:gd name="connsiteX687" fmla="*/ 7261612 w 21052571"/>
              <a:gd name="connsiteY687" fmla="*/ 5625323 h 8402012"/>
              <a:gd name="connsiteX688" fmla="*/ 9486616 w 21052571"/>
              <a:gd name="connsiteY688" fmla="*/ 5614347 h 8402012"/>
              <a:gd name="connsiteX689" fmla="*/ 9483892 w 21052571"/>
              <a:gd name="connsiteY689" fmla="*/ 5624940 h 8402012"/>
              <a:gd name="connsiteX690" fmla="*/ 9485738 w 21052571"/>
              <a:gd name="connsiteY690" fmla="*/ 5617761 h 8402012"/>
              <a:gd name="connsiteX691" fmla="*/ 9488543 w 21052571"/>
              <a:gd name="connsiteY691" fmla="*/ 5606855 h 8402012"/>
              <a:gd name="connsiteX692" fmla="*/ 9486616 w 21052571"/>
              <a:gd name="connsiteY692" fmla="*/ 5614347 h 8402012"/>
              <a:gd name="connsiteX693" fmla="*/ 9487661 w 21052571"/>
              <a:gd name="connsiteY693" fmla="*/ 5610283 h 8402012"/>
              <a:gd name="connsiteX694" fmla="*/ 9489431 w 21052571"/>
              <a:gd name="connsiteY694" fmla="*/ 5603404 h 8402012"/>
              <a:gd name="connsiteX695" fmla="*/ 9488543 w 21052571"/>
              <a:gd name="connsiteY695" fmla="*/ 5606855 h 8402012"/>
              <a:gd name="connsiteX696" fmla="*/ 9488815 w 21052571"/>
              <a:gd name="connsiteY696" fmla="*/ 5605797 h 8402012"/>
              <a:gd name="connsiteX697" fmla="*/ 9489431 w 21052571"/>
              <a:gd name="connsiteY697" fmla="*/ 5603404 h 8402012"/>
              <a:gd name="connsiteX698" fmla="*/ 7678606 w 21052571"/>
              <a:gd name="connsiteY698" fmla="*/ 5594158 h 8402012"/>
              <a:gd name="connsiteX699" fmla="*/ 7659261 w 21052571"/>
              <a:gd name="connsiteY699" fmla="*/ 5625323 h 8402012"/>
              <a:gd name="connsiteX700" fmla="*/ 7678606 w 21052571"/>
              <a:gd name="connsiteY700" fmla="*/ 5594158 h 8402012"/>
              <a:gd name="connsiteX701" fmla="*/ 19090347 w 21052571"/>
              <a:gd name="connsiteY701" fmla="*/ 5592850 h 8402012"/>
              <a:gd name="connsiteX702" fmla="*/ 19072383 w 21052571"/>
              <a:gd name="connsiteY702" fmla="*/ 5624920 h 8402012"/>
              <a:gd name="connsiteX703" fmla="*/ 19090347 w 21052571"/>
              <a:gd name="connsiteY703" fmla="*/ 5592850 h 8402012"/>
              <a:gd name="connsiteX704" fmla="*/ 20374811 w 21052571"/>
              <a:gd name="connsiteY704" fmla="*/ 5564413 h 8402012"/>
              <a:gd name="connsiteX705" fmla="*/ 20356851 w 21052571"/>
              <a:gd name="connsiteY705" fmla="*/ 5596519 h 8402012"/>
              <a:gd name="connsiteX706" fmla="*/ 20374811 w 21052571"/>
              <a:gd name="connsiteY706" fmla="*/ 5564413 h 8402012"/>
              <a:gd name="connsiteX707" fmla="*/ 19810783 w 21052571"/>
              <a:gd name="connsiteY707" fmla="*/ 5564413 h 8402012"/>
              <a:gd name="connsiteX708" fmla="*/ 19792823 w 21052571"/>
              <a:gd name="connsiteY708" fmla="*/ 5596519 h 8402012"/>
              <a:gd name="connsiteX709" fmla="*/ 19810783 w 21052571"/>
              <a:gd name="connsiteY709" fmla="*/ 5564413 h 8402012"/>
              <a:gd name="connsiteX710" fmla="*/ 10828980 w 21052571"/>
              <a:gd name="connsiteY710" fmla="*/ 5564413 h 8402012"/>
              <a:gd name="connsiteX711" fmla="*/ 10811018 w 21052571"/>
              <a:gd name="connsiteY711" fmla="*/ 5596519 h 8402012"/>
              <a:gd name="connsiteX712" fmla="*/ 10828980 w 21052571"/>
              <a:gd name="connsiteY712" fmla="*/ 5564413 h 8402012"/>
              <a:gd name="connsiteX713" fmla="*/ 7774257 w 21052571"/>
              <a:gd name="connsiteY713" fmla="*/ 5561918 h 8402012"/>
              <a:gd name="connsiteX714" fmla="*/ 7754912 w 21052571"/>
              <a:gd name="connsiteY714" fmla="*/ 5594158 h 8402012"/>
              <a:gd name="connsiteX715" fmla="*/ 7774257 w 21052571"/>
              <a:gd name="connsiteY715" fmla="*/ 5561918 h 8402012"/>
              <a:gd name="connsiteX716" fmla="*/ 9600691 w 21052571"/>
              <a:gd name="connsiteY716" fmla="*/ 5555468 h 8402012"/>
              <a:gd name="connsiteX717" fmla="*/ 9615105 w 21052571"/>
              <a:gd name="connsiteY717" fmla="*/ 5563402 h 8402012"/>
              <a:gd name="connsiteX718" fmla="*/ 9619348 w 21052571"/>
              <a:gd name="connsiteY718" fmla="*/ 5571868 h 8402012"/>
              <a:gd name="connsiteX719" fmla="*/ 9616604 w 21052571"/>
              <a:gd name="connsiteY719" fmla="*/ 5563038 h 8402012"/>
              <a:gd name="connsiteX720" fmla="*/ 9634566 w 21052571"/>
              <a:gd name="connsiteY720" fmla="*/ 5563038 h 8402012"/>
              <a:gd name="connsiteX721" fmla="*/ 9623691 w 21052571"/>
              <a:gd name="connsiteY721" fmla="*/ 5580533 h 8402012"/>
              <a:gd name="connsiteX722" fmla="*/ 9625019 w 21052571"/>
              <a:gd name="connsiteY722" fmla="*/ 5583182 h 8402012"/>
              <a:gd name="connsiteX723" fmla="*/ 9498114 w 21052571"/>
              <a:gd name="connsiteY723" fmla="*/ 5607892 h 8402012"/>
              <a:gd name="connsiteX724" fmla="*/ 9600691 w 21052571"/>
              <a:gd name="connsiteY724" fmla="*/ 5555468 h 8402012"/>
              <a:gd name="connsiteX725" fmla="*/ 9649142 w 21052571"/>
              <a:gd name="connsiteY725" fmla="*/ 5541994 h 8402012"/>
              <a:gd name="connsiteX726" fmla="*/ 9662976 w 21052571"/>
              <a:gd name="connsiteY726" fmla="*/ 5561978 h 8402012"/>
              <a:gd name="connsiteX727" fmla="*/ 9626084 w 21052571"/>
              <a:gd name="connsiteY727" fmla="*/ 5549680 h 8402012"/>
              <a:gd name="connsiteX728" fmla="*/ 9649142 w 21052571"/>
              <a:gd name="connsiteY728" fmla="*/ 5541994 h 8402012"/>
              <a:gd name="connsiteX729" fmla="*/ 904916 w 21052571"/>
              <a:gd name="connsiteY729" fmla="*/ 5536127 h 8402012"/>
              <a:gd name="connsiteX730" fmla="*/ 924259 w 21052571"/>
              <a:gd name="connsiteY730" fmla="*/ 5561918 h 8402012"/>
              <a:gd name="connsiteX731" fmla="*/ 904916 w 21052571"/>
              <a:gd name="connsiteY731" fmla="*/ 5536127 h 8402012"/>
              <a:gd name="connsiteX732" fmla="*/ 20336891 w 21052571"/>
              <a:gd name="connsiteY732" fmla="*/ 5535975 h 8402012"/>
              <a:gd name="connsiteX733" fmla="*/ 20318931 w 21052571"/>
              <a:gd name="connsiteY733" fmla="*/ 5563275 h 8402012"/>
              <a:gd name="connsiteX734" fmla="*/ 20336891 w 21052571"/>
              <a:gd name="connsiteY734" fmla="*/ 5535975 h 8402012"/>
              <a:gd name="connsiteX735" fmla="*/ 20298975 w 21052571"/>
              <a:gd name="connsiteY735" fmla="*/ 5502796 h 8402012"/>
              <a:gd name="connsiteX736" fmla="*/ 20281015 w 21052571"/>
              <a:gd name="connsiteY736" fmla="*/ 5534905 h 8402012"/>
              <a:gd name="connsiteX737" fmla="*/ 20298975 w 21052571"/>
              <a:gd name="connsiteY737" fmla="*/ 5502796 h 8402012"/>
              <a:gd name="connsiteX738" fmla="*/ 18451479 w 21052571"/>
              <a:gd name="connsiteY738" fmla="*/ 5502793 h 8402012"/>
              <a:gd name="connsiteX739" fmla="*/ 18471347 w 21052571"/>
              <a:gd name="connsiteY739" fmla="*/ 5502793 h 8402012"/>
              <a:gd name="connsiteX740" fmla="*/ 18530951 w 21052571"/>
              <a:gd name="connsiteY740" fmla="*/ 5515562 h 8402012"/>
              <a:gd name="connsiteX741" fmla="*/ 18451479 w 21052571"/>
              <a:gd name="connsiteY741" fmla="*/ 5502793 h 8402012"/>
              <a:gd name="connsiteX742" fmla="*/ 8200538 w 21052571"/>
              <a:gd name="connsiteY742" fmla="*/ 5493610 h 8402012"/>
              <a:gd name="connsiteX743" fmla="*/ 8147187 w 21052571"/>
              <a:gd name="connsiteY743" fmla="*/ 5542574 h 8402012"/>
              <a:gd name="connsiteX744" fmla="*/ 8056910 w 21052571"/>
              <a:gd name="connsiteY744" fmla="*/ 5587710 h 8402012"/>
              <a:gd name="connsiteX745" fmla="*/ 7960184 w 21052571"/>
              <a:gd name="connsiteY745" fmla="*/ 5631771 h 8402012"/>
              <a:gd name="connsiteX746" fmla="*/ 7864534 w 21052571"/>
              <a:gd name="connsiteY746" fmla="*/ 5676906 h 8402012"/>
              <a:gd name="connsiteX747" fmla="*/ 7832292 w 21052571"/>
              <a:gd name="connsiteY747" fmla="*/ 5689802 h 8402012"/>
              <a:gd name="connsiteX748" fmla="*/ 7793602 w 21052571"/>
              <a:gd name="connsiteY748" fmla="*/ 5728489 h 8402012"/>
              <a:gd name="connsiteX749" fmla="*/ 7697951 w 21052571"/>
              <a:gd name="connsiteY749" fmla="*/ 5760729 h 8402012"/>
              <a:gd name="connsiteX750" fmla="*/ 7966633 w 21052571"/>
              <a:gd name="connsiteY750" fmla="*/ 5644666 h 8402012"/>
              <a:gd name="connsiteX751" fmla="*/ 8217044 w 21052571"/>
              <a:gd name="connsiteY751" fmla="*/ 5510335 h 8402012"/>
              <a:gd name="connsiteX752" fmla="*/ 8200538 w 21052571"/>
              <a:gd name="connsiteY752" fmla="*/ 5493610 h 8402012"/>
              <a:gd name="connsiteX753" fmla="*/ 7531368 w 21052571"/>
              <a:gd name="connsiteY753" fmla="*/ 5478095 h 8402012"/>
              <a:gd name="connsiteX754" fmla="*/ 7486230 w 21052571"/>
              <a:gd name="connsiteY754" fmla="*/ 5503887 h 8402012"/>
              <a:gd name="connsiteX755" fmla="*/ 7428194 w 21052571"/>
              <a:gd name="connsiteY755" fmla="*/ 5555470 h 8402012"/>
              <a:gd name="connsiteX756" fmla="*/ 7318572 w 21052571"/>
              <a:gd name="connsiteY756" fmla="*/ 5625323 h 8402012"/>
              <a:gd name="connsiteX757" fmla="*/ 7370160 w 21052571"/>
              <a:gd name="connsiteY757" fmla="*/ 5625323 h 8402012"/>
              <a:gd name="connsiteX758" fmla="*/ 7543190 w 21052571"/>
              <a:gd name="connsiteY758" fmla="*/ 5536127 h 8402012"/>
              <a:gd name="connsiteX759" fmla="*/ 7531368 w 21052571"/>
              <a:gd name="connsiteY759" fmla="*/ 5478095 h 8402012"/>
              <a:gd name="connsiteX760" fmla="*/ 10653612 w 21052571"/>
              <a:gd name="connsiteY760" fmla="*/ 5469618 h 8402012"/>
              <a:gd name="connsiteX761" fmla="*/ 10635650 w 21052571"/>
              <a:gd name="connsiteY761" fmla="*/ 5501724 h 8402012"/>
              <a:gd name="connsiteX762" fmla="*/ 10653612 w 21052571"/>
              <a:gd name="connsiteY762" fmla="*/ 5469618 h 8402012"/>
              <a:gd name="connsiteX763" fmla="*/ 8890927 w 21052571"/>
              <a:gd name="connsiteY763" fmla="*/ 5465756 h 8402012"/>
              <a:gd name="connsiteX764" fmla="*/ 8899908 w 21052571"/>
              <a:gd name="connsiteY764" fmla="*/ 5472980 h 8402012"/>
              <a:gd name="connsiteX765" fmla="*/ 8887933 w 21052571"/>
              <a:gd name="connsiteY765" fmla="*/ 5492243 h 8402012"/>
              <a:gd name="connsiteX766" fmla="*/ 8881946 w 21052571"/>
              <a:gd name="connsiteY766" fmla="*/ 5472980 h 8402012"/>
              <a:gd name="connsiteX767" fmla="*/ 8890927 w 21052571"/>
              <a:gd name="connsiteY767" fmla="*/ 5465756 h 8402012"/>
              <a:gd name="connsiteX768" fmla="*/ 8594024 w 21052571"/>
              <a:gd name="connsiteY768" fmla="*/ 5442358 h 8402012"/>
              <a:gd name="connsiteX769" fmla="*/ 8596889 w 21052571"/>
              <a:gd name="connsiteY769" fmla="*/ 5446490 h 8402012"/>
              <a:gd name="connsiteX770" fmla="*/ 8595384 w 21052571"/>
              <a:gd name="connsiteY770" fmla="*/ 5444320 h 8402012"/>
              <a:gd name="connsiteX771" fmla="*/ 8583343 w 21052571"/>
              <a:gd name="connsiteY771" fmla="*/ 5426959 h 8402012"/>
              <a:gd name="connsiteX772" fmla="*/ 8587859 w 21052571"/>
              <a:gd name="connsiteY772" fmla="*/ 5433469 h 8402012"/>
              <a:gd name="connsiteX773" fmla="*/ 8594024 w 21052571"/>
              <a:gd name="connsiteY773" fmla="*/ 5442358 h 8402012"/>
              <a:gd name="connsiteX774" fmla="*/ 8592562 w 21052571"/>
              <a:gd name="connsiteY774" fmla="*/ 5440251 h 8402012"/>
              <a:gd name="connsiteX775" fmla="*/ 8583343 w 21052571"/>
              <a:gd name="connsiteY775" fmla="*/ 5426959 h 8402012"/>
              <a:gd name="connsiteX776" fmla="*/ 18830935 w 21052571"/>
              <a:gd name="connsiteY776" fmla="*/ 5411343 h 8402012"/>
              <a:gd name="connsiteX777" fmla="*/ 18886479 w 21052571"/>
              <a:gd name="connsiteY777" fmla="*/ 5459060 h 8402012"/>
              <a:gd name="connsiteX778" fmla="*/ 18811699 w 21052571"/>
              <a:gd name="connsiteY778" fmla="*/ 5426744 h 8402012"/>
              <a:gd name="connsiteX779" fmla="*/ 18830935 w 21052571"/>
              <a:gd name="connsiteY779" fmla="*/ 5411343 h 8402012"/>
              <a:gd name="connsiteX780" fmla="*/ 18799939 w 21052571"/>
              <a:gd name="connsiteY780" fmla="*/ 5393307 h 8402012"/>
              <a:gd name="connsiteX781" fmla="*/ 18810603 w 21052571"/>
              <a:gd name="connsiteY781" fmla="*/ 5395866 h 8402012"/>
              <a:gd name="connsiteX782" fmla="*/ 18804039 w 21052571"/>
              <a:gd name="connsiteY782" fmla="*/ 5416341 h 8402012"/>
              <a:gd name="connsiteX783" fmla="*/ 18799939 w 21052571"/>
              <a:gd name="connsiteY783" fmla="*/ 5393307 h 8402012"/>
              <a:gd name="connsiteX784" fmla="*/ 8700838 w 21052571"/>
              <a:gd name="connsiteY784" fmla="*/ 5384303 h 8402012"/>
              <a:gd name="connsiteX785" fmla="*/ 8682876 w 21052571"/>
              <a:gd name="connsiteY785" fmla="*/ 5416409 h 8402012"/>
              <a:gd name="connsiteX786" fmla="*/ 8700838 w 21052571"/>
              <a:gd name="connsiteY786" fmla="*/ 5384303 h 8402012"/>
              <a:gd name="connsiteX787" fmla="*/ 18245035 w 21052571"/>
              <a:gd name="connsiteY787" fmla="*/ 5365343 h 8402012"/>
              <a:gd name="connsiteX788" fmla="*/ 18247403 w 21052571"/>
              <a:gd name="connsiteY788" fmla="*/ 5381396 h 8402012"/>
              <a:gd name="connsiteX789" fmla="*/ 18245399 w 21052571"/>
              <a:gd name="connsiteY789" fmla="*/ 5394978 h 8402012"/>
              <a:gd name="connsiteX790" fmla="*/ 18246615 w 21052571"/>
              <a:gd name="connsiteY790" fmla="*/ 5396535 h 8402012"/>
              <a:gd name="connsiteX791" fmla="*/ 18245043 w 21052571"/>
              <a:gd name="connsiteY791" fmla="*/ 5397380 h 8402012"/>
              <a:gd name="connsiteX792" fmla="*/ 18245035 w 21052571"/>
              <a:gd name="connsiteY792" fmla="*/ 5397449 h 8402012"/>
              <a:gd name="connsiteX793" fmla="*/ 18245003 w 21052571"/>
              <a:gd name="connsiteY793" fmla="*/ 5397403 h 8402012"/>
              <a:gd name="connsiteX794" fmla="*/ 18209751 w 21052571"/>
              <a:gd name="connsiteY794" fmla="*/ 5416376 h 8402012"/>
              <a:gd name="connsiteX795" fmla="*/ 18223839 w 21052571"/>
              <a:gd name="connsiteY795" fmla="*/ 5381655 h 8402012"/>
              <a:gd name="connsiteX796" fmla="*/ 18234563 w 21052571"/>
              <a:gd name="connsiteY796" fmla="*/ 5382751 h 8402012"/>
              <a:gd name="connsiteX797" fmla="*/ 9586345 w 21052571"/>
              <a:gd name="connsiteY797" fmla="*/ 5365343 h 8402012"/>
              <a:gd name="connsiteX798" fmla="*/ 9591815 w 21052571"/>
              <a:gd name="connsiteY798" fmla="*/ 5384607 h 8402012"/>
              <a:gd name="connsiteX799" fmla="*/ 9586345 w 21052571"/>
              <a:gd name="connsiteY799" fmla="*/ 5397449 h 8402012"/>
              <a:gd name="connsiteX800" fmla="*/ 9586345 w 21052571"/>
              <a:gd name="connsiteY800" fmla="*/ 5365343 h 8402012"/>
              <a:gd name="connsiteX801" fmla="*/ 8002180 w 21052571"/>
              <a:gd name="connsiteY801" fmla="*/ 5365343 h 8402012"/>
              <a:gd name="connsiteX802" fmla="*/ 8008744 w 21052571"/>
              <a:gd name="connsiteY802" fmla="*/ 5384607 h 8402012"/>
              <a:gd name="connsiteX803" fmla="*/ 8002180 w 21052571"/>
              <a:gd name="connsiteY803" fmla="*/ 5397449 h 8402012"/>
              <a:gd name="connsiteX804" fmla="*/ 8002180 w 21052571"/>
              <a:gd name="connsiteY804" fmla="*/ 5365343 h 8402012"/>
              <a:gd name="connsiteX805" fmla="*/ 9618055 w 21052571"/>
              <a:gd name="connsiteY805" fmla="*/ 5351565 h 8402012"/>
              <a:gd name="connsiteX806" fmla="*/ 9643992 w 21052571"/>
              <a:gd name="connsiteY806" fmla="*/ 5361485 h 8402012"/>
              <a:gd name="connsiteX807" fmla="*/ 9588167 w 21052571"/>
              <a:gd name="connsiteY807" fmla="*/ 5361485 h 8402012"/>
              <a:gd name="connsiteX808" fmla="*/ 9618055 w 21052571"/>
              <a:gd name="connsiteY808" fmla="*/ 5351565 h 8402012"/>
              <a:gd name="connsiteX809" fmla="*/ 20116531 w 21052571"/>
              <a:gd name="connsiteY809" fmla="*/ 5351124 h 8402012"/>
              <a:gd name="connsiteX810" fmla="*/ 20147275 w 21052571"/>
              <a:gd name="connsiteY810" fmla="*/ 5363968 h 8402012"/>
              <a:gd name="connsiteX811" fmla="*/ 20110383 w 21052571"/>
              <a:gd name="connsiteY811" fmla="*/ 5363968 h 8402012"/>
              <a:gd name="connsiteX812" fmla="*/ 20116531 w 21052571"/>
              <a:gd name="connsiteY812" fmla="*/ 5351124 h 8402012"/>
              <a:gd name="connsiteX813" fmla="*/ 18772783 w 21052571"/>
              <a:gd name="connsiteY813" fmla="*/ 5351124 h 8402012"/>
              <a:gd name="connsiteX814" fmla="*/ 18754819 w 21052571"/>
              <a:gd name="connsiteY814" fmla="*/ 5383233 h 8402012"/>
              <a:gd name="connsiteX815" fmla="*/ 18772783 w 21052571"/>
              <a:gd name="connsiteY815" fmla="*/ 5351124 h 8402012"/>
              <a:gd name="connsiteX816" fmla="*/ 9642129 w 21052571"/>
              <a:gd name="connsiteY816" fmla="*/ 5332164 h 8402012"/>
              <a:gd name="connsiteX817" fmla="*/ 9648693 w 21052571"/>
              <a:gd name="connsiteY817" fmla="*/ 5350610 h 8402012"/>
              <a:gd name="connsiteX818" fmla="*/ 9642129 w 21052571"/>
              <a:gd name="connsiteY818" fmla="*/ 5332164 h 8402012"/>
              <a:gd name="connsiteX819" fmla="*/ 7806498 w 21052571"/>
              <a:gd name="connsiteY819" fmla="*/ 5330868 h 8402012"/>
              <a:gd name="connsiteX820" fmla="*/ 7742015 w 21052571"/>
              <a:gd name="connsiteY820" fmla="*/ 5382451 h 8402012"/>
              <a:gd name="connsiteX821" fmla="*/ 7581880 w 21052571"/>
              <a:gd name="connsiteY821" fmla="*/ 5445856 h 8402012"/>
              <a:gd name="connsiteX822" fmla="*/ 7601226 w 21052571"/>
              <a:gd name="connsiteY822" fmla="*/ 5536127 h 8402012"/>
              <a:gd name="connsiteX823" fmla="*/ 7845189 w 21052571"/>
              <a:gd name="connsiteY823" fmla="*/ 5382451 h 8402012"/>
              <a:gd name="connsiteX824" fmla="*/ 7806498 w 21052571"/>
              <a:gd name="connsiteY824" fmla="*/ 5330868 h 8402012"/>
              <a:gd name="connsiteX825" fmla="*/ 7922569 w 21052571"/>
              <a:gd name="connsiteY825" fmla="*/ 5317972 h 8402012"/>
              <a:gd name="connsiteX826" fmla="*/ 7941914 w 21052571"/>
              <a:gd name="connsiteY826" fmla="*/ 5350212 h 8402012"/>
              <a:gd name="connsiteX827" fmla="*/ 7922569 w 21052571"/>
              <a:gd name="connsiteY827" fmla="*/ 5317972 h 8402012"/>
              <a:gd name="connsiteX828" fmla="*/ 7864534 w 21052571"/>
              <a:gd name="connsiteY828" fmla="*/ 5317972 h 8402012"/>
              <a:gd name="connsiteX829" fmla="*/ 7883879 w 21052571"/>
              <a:gd name="connsiteY829" fmla="*/ 5350212 h 8402012"/>
              <a:gd name="connsiteX830" fmla="*/ 7864534 w 21052571"/>
              <a:gd name="connsiteY830" fmla="*/ 5317972 h 8402012"/>
              <a:gd name="connsiteX831" fmla="*/ 20848783 w 21052571"/>
              <a:gd name="connsiteY831" fmla="*/ 5317945 h 8402012"/>
              <a:gd name="connsiteX832" fmla="*/ 20830823 w 21052571"/>
              <a:gd name="connsiteY832" fmla="*/ 5350051 h 8402012"/>
              <a:gd name="connsiteX833" fmla="*/ 20848783 w 21052571"/>
              <a:gd name="connsiteY833" fmla="*/ 5317945 h 8402012"/>
              <a:gd name="connsiteX834" fmla="*/ 20079639 w 21052571"/>
              <a:gd name="connsiteY834" fmla="*/ 5317945 h 8402012"/>
              <a:gd name="connsiteX835" fmla="*/ 20109359 w 21052571"/>
              <a:gd name="connsiteY835" fmla="*/ 5330788 h 8402012"/>
              <a:gd name="connsiteX836" fmla="*/ 20072467 w 21052571"/>
              <a:gd name="connsiteY836" fmla="*/ 5330788 h 8402012"/>
              <a:gd name="connsiteX837" fmla="*/ 20079639 w 21052571"/>
              <a:gd name="connsiteY837" fmla="*/ 5317945 h 8402012"/>
              <a:gd name="connsiteX838" fmla="*/ 18692207 w 21052571"/>
              <a:gd name="connsiteY838" fmla="*/ 5317945 h 8402012"/>
              <a:gd name="connsiteX839" fmla="*/ 18674243 w 21052571"/>
              <a:gd name="connsiteY839" fmla="*/ 5350051 h 8402012"/>
              <a:gd name="connsiteX840" fmla="*/ 18692207 w 21052571"/>
              <a:gd name="connsiteY840" fmla="*/ 5317945 h 8402012"/>
              <a:gd name="connsiteX841" fmla="*/ 9706095 w 21052571"/>
              <a:gd name="connsiteY841" fmla="*/ 5307543 h 8402012"/>
              <a:gd name="connsiteX842" fmla="*/ 9729280 w 21052571"/>
              <a:gd name="connsiteY842" fmla="*/ 5311721 h 8402012"/>
              <a:gd name="connsiteX843" fmla="*/ 9645045 w 21052571"/>
              <a:gd name="connsiteY843" fmla="*/ 5330821 h 8402012"/>
              <a:gd name="connsiteX844" fmla="*/ 9706095 w 21052571"/>
              <a:gd name="connsiteY844" fmla="*/ 5307543 h 8402012"/>
              <a:gd name="connsiteX845" fmla="*/ 20810867 w 21052571"/>
              <a:gd name="connsiteY845" fmla="*/ 5284766 h 8402012"/>
              <a:gd name="connsiteX846" fmla="*/ 20792907 w 21052571"/>
              <a:gd name="connsiteY846" fmla="*/ 5316875 h 8402012"/>
              <a:gd name="connsiteX847" fmla="*/ 20810867 w 21052571"/>
              <a:gd name="connsiteY847" fmla="*/ 5284766 h 8402012"/>
              <a:gd name="connsiteX848" fmla="*/ 8102340 w 21052571"/>
              <a:gd name="connsiteY848" fmla="*/ 5284766 h 8402012"/>
              <a:gd name="connsiteX849" fmla="*/ 8165018 w 21052571"/>
              <a:gd name="connsiteY849" fmla="*/ 5348224 h 8402012"/>
              <a:gd name="connsiteX850" fmla="*/ 8051348 w 21052571"/>
              <a:gd name="connsiteY850" fmla="*/ 5411683 h 8402012"/>
              <a:gd name="connsiteX851" fmla="*/ 8000355 w 21052571"/>
              <a:gd name="connsiteY851" fmla="*/ 5360916 h 8402012"/>
              <a:gd name="connsiteX852" fmla="*/ 8076844 w 21052571"/>
              <a:gd name="connsiteY852" fmla="*/ 5354570 h 8402012"/>
              <a:gd name="connsiteX853" fmla="*/ 8102340 w 21052571"/>
              <a:gd name="connsiteY853" fmla="*/ 5284766 h 8402012"/>
              <a:gd name="connsiteX854" fmla="*/ 8584081 w 21052571"/>
              <a:gd name="connsiteY854" fmla="*/ 5279889 h 8402012"/>
              <a:gd name="connsiteX855" fmla="*/ 8512595 w 21052571"/>
              <a:gd name="connsiteY855" fmla="*/ 5317972 h 8402012"/>
              <a:gd name="connsiteX856" fmla="*/ 8428766 w 21052571"/>
              <a:gd name="connsiteY856" fmla="*/ 5369555 h 8402012"/>
              <a:gd name="connsiteX857" fmla="*/ 8390076 w 21052571"/>
              <a:gd name="connsiteY857" fmla="*/ 5414691 h 8402012"/>
              <a:gd name="connsiteX858" fmla="*/ 8333115 w 21052571"/>
              <a:gd name="connsiteY858" fmla="*/ 5408243 h 8402012"/>
              <a:gd name="connsiteX859" fmla="*/ 8242838 w 21052571"/>
              <a:gd name="connsiteY859" fmla="*/ 5445856 h 8402012"/>
              <a:gd name="connsiteX860" fmla="*/ 8242838 w 21052571"/>
              <a:gd name="connsiteY860" fmla="*/ 5503887 h 8402012"/>
              <a:gd name="connsiteX861" fmla="*/ 8435214 w 21052571"/>
              <a:gd name="connsiteY861" fmla="*/ 5388899 h 8402012"/>
              <a:gd name="connsiteX862" fmla="*/ 8608245 w 21052571"/>
              <a:gd name="connsiteY862" fmla="*/ 5285733 h 8402012"/>
              <a:gd name="connsiteX863" fmla="*/ 8584081 w 21052571"/>
              <a:gd name="connsiteY863" fmla="*/ 5279889 h 8402012"/>
              <a:gd name="connsiteX864" fmla="*/ 9449896 w 21052571"/>
              <a:gd name="connsiteY864" fmla="*/ 5275286 h 8402012"/>
              <a:gd name="connsiteX865" fmla="*/ 9521091 w 21052571"/>
              <a:gd name="connsiteY865" fmla="*/ 5287987 h 8402012"/>
              <a:gd name="connsiteX866" fmla="*/ 9566397 w 21052571"/>
              <a:gd name="connsiteY866" fmla="*/ 5294338 h 8402012"/>
              <a:gd name="connsiteX867" fmla="*/ 9546980 w 21052571"/>
              <a:gd name="connsiteY867" fmla="*/ 5332441 h 8402012"/>
              <a:gd name="connsiteX868" fmla="*/ 9417534 w 21052571"/>
              <a:gd name="connsiteY868" fmla="*/ 5383245 h 8402012"/>
              <a:gd name="connsiteX869" fmla="*/ 9449896 w 21052571"/>
              <a:gd name="connsiteY869" fmla="*/ 5275286 h 8402012"/>
              <a:gd name="connsiteX870" fmla="*/ 9629789 w 21052571"/>
              <a:gd name="connsiteY870" fmla="*/ 5262125 h 8402012"/>
              <a:gd name="connsiteX871" fmla="*/ 9643992 w 21052571"/>
              <a:gd name="connsiteY871" fmla="*/ 5271444 h 8402012"/>
              <a:gd name="connsiteX872" fmla="*/ 9588167 w 21052571"/>
              <a:gd name="connsiteY872" fmla="*/ 5283741 h 8402012"/>
              <a:gd name="connsiteX873" fmla="*/ 9629789 w 21052571"/>
              <a:gd name="connsiteY873" fmla="*/ 5262125 h 8402012"/>
              <a:gd name="connsiteX874" fmla="*/ 18583191 w 21052571"/>
              <a:gd name="connsiteY874" fmla="*/ 5261070 h 8402012"/>
              <a:gd name="connsiteX875" fmla="*/ 18565231 w 21052571"/>
              <a:gd name="connsiteY875" fmla="*/ 5288370 h 8402012"/>
              <a:gd name="connsiteX876" fmla="*/ 18583191 w 21052571"/>
              <a:gd name="connsiteY876" fmla="*/ 5261070 h 8402012"/>
              <a:gd name="connsiteX877" fmla="*/ 8365316 w 21052571"/>
              <a:gd name="connsiteY877" fmla="*/ 5261070 h 8402012"/>
              <a:gd name="connsiteX878" fmla="*/ 8365316 w 21052571"/>
              <a:gd name="connsiteY878" fmla="*/ 5288370 h 8402012"/>
              <a:gd name="connsiteX879" fmla="*/ 8365316 w 21052571"/>
              <a:gd name="connsiteY879" fmla="*/ 5261070 h 8402012"/>
              <a:gd name="connsiteX880" fmla="*/ 19977671 w 21052571"/>
              <a:gd name="connsiteY880" fmla="*/ 5242110 h 8402012"/>
              <a:gd name="connsiteX881" fmla="*/ 20071411 w 21052571"/>
              <a:gd name="connsiteY881" fmla="*/ 5305677 h 8402012"/>
              <a:gd name="connsiteX882" fmla="*/ 19977671 w 21052571"/>
              <a:gd name="connsiteY882" fmla="*/ 5242110 h 8402012"/>
              <a:gd name="connsiteX883" fmla="*/ 9642129 w 21052571"/>
              <a:gd name="connsiteY883" fmla="*/ 5242110 h 8402012"/>
              <a:gd name="connsiteX884" fmla="*/ 9635565 w 21052571"/>
              <a:gd name="connsiteY884" fmla="*/ 5260556 h 8402012"/>
              <a:gd name="connsiteX885" fmla="*/ 9642129 w 21052571"/>
              <a:gd name="connsiteY885" fmla="*/ 5242110 h 8402012"/>
              <a:gd name="connsiteX886" fmla="*/ 8718550 w 21052571"/>
              <a:gd name="connsiteY886" fmla="*/ 5242110 h 8402012"/>
              <a:gd name="connsiteX887" fmla="*/ 8724537 w 21052571"/>
              <a:gd name="connsiteY887" fmla="*/ 5262585 h 8402012"/>
              <a:gd name="connsiteX888" fmla="*/ 8718550 w 21052571"/>
              <a:gd name="connsiteY888" fmla="*/ 5242110 h 8402012"/>
              <a:gd name="connsiteX889" fmla="*/ 18905495 w 21052571"/>
              <a:gd name="connsiteY889" fmla="*/ 5227892 h 8402012"/>
              <a:gd name="connsiteX890" fmla="*/ 18887531 w 21052571"/>
              <a:gd name="connsiteY890" fmla="*/ 5260001 h 8402012"/>
              <a:gd name="connsiteX891" fmla="*/ 18905495 w 21052571"/>
              <a:gd name="connsiteY891" fmla="*/ 5227892 h 8402012"/>
              <a:gd name="connsiteX892" fmla="*/ 18507355 w 21052571"/>
              <a:gd name="connsiteY892" fmla="*/ 5227892 h 8402012"/>
              <a:gd name="connsiteX893" fmla="*/ 18489391 w 21052571"/>
              <a:gd name="connsiteY893" fmla="*/ 5260001 h 8402012"/>
              <a:gd name="connsiteX894" fmla="*/ 18507355 w 21052571"/>
              <a:gd name="connsiteY894" fmla="*/ 5227892 h 8402012"/>
              <a:gd name="connsiteX895" fmla="*/ 9262754 w 21052571"/>
              <a:gd name="connsiteY895" fmla="*/ 5227701 h 8402012"/>
              <a:gd name="connsiteX896" fmla="*/ 9301444 w 21052571"/>
              <a:gd name="connsiteY896" fmla="*/ 5259941 h 8402012"/>
              <a:gd name="connsiteX897" fmla="*/ 9262754 w 21052571"/>
              <a:gd name="connsiteY897" fmla="*/ 5227701 h 8402012"/>
              <a:gd name="connsiteX898" fmla="*/ 8640487 w 21052571"/>
              <a:gd name="connsiteY898" fmla="*/ 5227701 h 8402012"/>
              <a:gd name="connsiteX899" fmla="*/ 8679177 w 21052571"/>
              <a:gd name="connsiteY899" fmla="*/ 5259941 h 8402012"/>
              <a:gd name="connsiteX900" fmla="*/ 8640487 w 21052571"/>
              <a:gd name="connsiteY900" fmla="*/ 5227701 h 8402012"/>
              <a:gd name="connsiteX901" fmla="*/ 8444887 w 21052571"/>
              <a:gd name="connsiteY901" fmla="*/ 5213596 h 8402012"/>
              <a:gd name="connsiteX902" fmla="*/ 8422317 w 21052571"/>
              <a:gd name="connsiteY902" fmla="*/ 5221253 h 8402012"/>
              <a:gd name="connsiteX903" fmla="*/ 8390076 w 21052571"/>
              <a:gd name="connsiteY903" fmla="*/ 5253493 h 8402012"/>
              <a:gd name="connsiteX904" fmla="*/ 8387050 w 21052571"/>
              <a:gd name="connsiteY904" fmla="*/ 5252196 h 8402012"/>
              <a:gd name="connsiteX905" fmla="*/ 8392755 w 21052571"/>
              <a:gd name="connsiteY905" fmla="*/ 5261374 h 8402012"/>
              <a:gd name="connsiteX906" fmla="*/ 8380780 w 21052571"/>
              <a:gd name="connsiteY906" fmla="*/ 5274216 h 8402012"/>
              <a:gd name="connsiteX907" fmla="*/ 8376290 w 21052571"/>
              <a:gd name="connsiteY907" fmla="*/ 5258163 h 8402012"/>
              <a:gd name="connsiteX908" fmla="*/ 8378932 w 21052571"/>
              <a:gd name="connsiteY908" fmla="*/ 5248717 h 8402012"/>
              <a:gd name="connsiteX909" fmla="*/ 8367506 w 21052571"/>
              <a:gd name="connsiteY909" fmla="*/ 5243821 h 8402012"/>
              <a:gd name="connsiteX910" fmla="*/ 8344937 w 21052571"/>
              <a:gd name="connsiteY910" fmla="*/ 5234149 h 8402012"/>
              <a:gd name="connsiteX911" fmla="*/ 8300874 w 21052571"/>
              <a:gd name="connsiteY911" fmla="*/ 5227701 h 8402012"/>
              <a:gd name="connsiteX912" fmla="*/ 8300874 w 21052571"/>
              <a:gd name="connsiteY912" fmla="*/ 5285733 h 8402012"/>
              <a:gd name="connsiteX913" fmla="*/ 8333115 w 21052571"/>
              <a:gd name="connsiteY913" fmla="*/ 5292180 h 8402012"/>
              <a:gd name="connsiteX914" fmla="*/ 8370730 w 21052571"/>
              <a:gd name="connsiteY914" fmla="*/ 5298628 h 8402012"/>
              <a:gd name="connsiteX915" fmla="*/ 8467456 w 21052571"/>
              <a:gd name="connsiteY915" fmla="*/ 5214805 h 8402012"/>
              <a:gd name="connsiteX916" fmla="*/ 8444887 w 21052571"/>
              <a:gd name="connsiteY916" fmla="*/ 5213596 h 8402012"/>
              <a:gd name="connsiteX917" fmla="*/ 9340135 w 21052571"/>
              <a:gd name="connsiteY917" fmla="*/ 5195462 h 8402012"/>
              <a:gd name="connsiteX918" fmla="*/ 9359480 w 21052571"/>
              <a:gd name="connsiteY918" fmla="*/ 5227701 h 8402012"/>
              <a:gd name="connsiteX919" fmla="*/ 9340135 w 21052571"/>
              <a:gd name="connsiteY919" fmla="*/ 5195462 h 8402012"/>
              <a:gd name="connsiteX920" fmla="*/ 8768815 w 21052571"/>
              <a:gd name="connsiteY920" fmla="*/ 5195360 h 8402012"/>
              <a:gd name="connsiteX921" fmla="*/ 8814504 w 21052571"/>
              <a:gd name="connsiteY921" fmla="*/ 5259993 h 8402012"/>
              <a:gd name="connsiteX922" fmla="*/ 8755761 w 21052571"/>
              <a:gd name="connsiteY922" fmla="*/ 5259993 h 8402012"/>
              <a:gd name="connsiteX923" fmla="*/ 8768815 w 21052571"/>
              <a:gd name="connsiteY923" fmla="*/ 5195360 h 8402012"/>
              <a:gd name="connsiteX924" fmla="*/ 19166179 w 21052571"/>
              <a:gd name="connsiteY924" fmla="*/ 5194713 h 8402012"/>
              <a:gd name="connsiteX925" fmla="*/ 19148219 w 21052571"/>
              <a:gd name="connsiteY925" fmla="*/ 5226819 h 8402012"/>
              <a:gd name="connsiteX926" fmla="*/ 19166179 w 21052571"/>
              <a:gd name="connsiteY926" fmla="*/ 5194713 h 8402012"/>
              <a:gd name="connsiteX927" fmla="*/ 8876071 w 21052571"/>
              <a:gd name="connsiteY927" fmla="*/ 5194713 h 8402012"/>
              <a:gd name="connsiteX928" fmla="*/ 8848771 w 21052571"/>
              <a:gd name="connsiteY928" fmla="*/ 5226819 h 8402012"/>
              <a:gd name="connsiteX929" fmla="*/ 8876071 w 21052571"/>
              <a:gd name="connsiteY929" fmla="*/ 5194713 h 8402012"/>
              <a:gd name="connsiteX930" fmla="*/ 8175723 w 21052571"/>
              <a:gd name="connsiteY930" fmla="*/ 5194713 h 8402012"/>
              <a:gd name="connsiteX931" fmla="*/ 8193685 w 21052571"/>
              <a:gd name="connsiteY931" fmla="*/ 5226819 h 8402012"/>
              <a:gd name="connsiteX932" fmla="*/ 8175723 w 21052571"/>
              <a:gd name="connsiteY932" fmla="*/ 5194713 h 8402012"/>
              <a:gd name="connsiteX933" fmla="*/ 20714899 w 21052571"/>
              <a:gd name="connsiteY933" fmla="*/ 5166276 h 8402012"/>
              <a:gd name="connsiteX934" fmla="*/ 20698115 w 21052571"/>
              <a:gd name="connsiteY934" fmla="*/ 5231528 h 8402012"/>
              <a:gd name="connsiteX935" fmla="*/ 20714899 w 21052571"/>
              <a:gd name="connsiteY935" fmla="*/ 5166276 h 8402012"/>
              <a:gd name="connsiteX936" fmla="*/ 9875939 w 21052571"/>
              <a:gd name="connsiteY936" fmla="*/ 5166276 h 8402012"/>
              <a:gd name="connsiteX937" fmla="*/ 9875939 w 21052571"/>
              <a:gd name="connsiteY937" fmla="*/ 5198346 h 8402012"/>
              <a:gd name="connsiteX938" fmla="*/ 9875939 w 21052571"/>
              <a:gd name="connsiteY938" fmla="*/ 5166276 h 8402012"/>
              <a:gd name="connsiteX939" fmla="*/ 8486801 w 21052571"/>
              <a:gd name="connsiteY939" fmla="*/ 5164297 h 8402012"/>
              <a:gd name="connsiteX940" fmla="*/ 8506146 w 21052571"/>
              <a:gd name="connsiteY940" fmla="*/ 5195462 h 8402012"/>
              <a:gd name="connsiteX941" fmla="*/ 8486801 w 21052571"/>
              <a:gd name="connsiteY941" fmla="*/ 5164297 h 8402012"/>
              <a:gd name="connsiteX942" fmla="*/ 9707680 w 21052571"/>
              <a:gd name="connsiteY942" fmla="*/ 5150309 h 8402012"/>
              <a:gd name="connsiteX943" fmla="*/ 9714790 w 21052571"/>
              <a:gd name="connsiteY943" fmla="*/ 5153303 h 8402012"/>
              <a:gd name="connsiteX944" fmla="*/ 9706664 w 21052571"/>
              <a:gd name="connsiteY944" fmla="*/ 5165277 h 8402012"/>
              <a:gd name="connsiteX945" fmla="*/ 9707680 w 21052571"/>
              <a:gd name="connsiteY945" fmla="*/ 5150309 h 8402012"/>
              <a:gd name="connsiteX946" fmla="*/ 19071331 w 21052571"/>
              <a:gd name="connsiteY946" fmla="*/ 5133097 h 8402012"/>
              <a:gd name="connsiteX947" fmla="*/ 19053423 w 21052571"/>
              <a:gd name="connsiteY947" fmla="*/ 5165206 h 8402012"/>
              <a:gd name="connsiteX948" fmla="*/ 19071331 w 21052571"/>
              <a:gd name="connsiteY948" fmla="*/ 5133097 h 8402012"/>
              <a:gd name="connsiteX949" fmla="*/ 18355683 w 21052571"/>
              <a:gd name="connsiteY949" fmla="*/ 5133097 h 8402012"/>
              <a:gd name="connsiteX950" fmla="*/ 18337723 w 21052571"/>
              <a:gd name="connsiteY950" fmla="*/ 5165206 h 8402012"/>
              <a:gd name="connsiteX951" fmla="*/ 18355683 w 21052571"/>
              <a:gd name="connsiteY951" fmla="*/ 5133097 h 8402012"/>
              <a:gd name="connsiteX952" fmla="*/ 17848535 w 21052571"/>
              <a:gd name="connsiteY952" fmla="*/ 5133094 h 8402012"/>
              <a:gd name="connsiteX953" fmla="*/ 17830571 w 21052571"/>
              <a:gd name="connsiteY953" fmla="*/ 5198346 h 8402012"/>
              <a:gd name="connsiteX954" fmla="*/ 17848535 w 21052571"/>
              <a:gd name="connsiteY954" fmla="*/ 5133094 h 8402012"/>
              <a:gd name="connsiteX955" fmla="*/ 8530865 w 21052571"/>
              <a:gd name="connsiteY955" fmla="*/ 5132057 h 8402012"/>
              <a:gd name="connsiteX956" fmla="*/ 8563107 w 21052571"/>
              <a:gd name="connsiteY956" fmla="*/ 5164297 h 8402012"/>
              <a:gd name="connsiteX957" fmla="*/ 8530865 w 21052571"/>
              <a:gd name="connsiteY957" fmla="*/ 5132057 h 8402012"/>
              <a:gd name="connsiteX958" fmla="*/ 10132162 w 21052571"/>
              <a:gd name="connsiteY958" fmla="*/ 5118878 h 8402012"/>
              <a:gd name="connsiteX959" fmla="*/ 9803189 w 21052571"/>
              <a:gd name="connsiteY959" fmla="*/ 5312127 h 8402012"/>
              <a:gd name="connsiteX960" fmla="*/ 9832311 w 21052571"/>
              <a:gd name="connsiteY960" fmla="*/ 5205550 h 8402012"/>
              <a:gd name="connsiteX961" fmla="*/ 9854815 w 21052571"/>
              <a:gd name="connsiteY961" fmla="*/ 5195595 h 8402012"/>
              <a:gd name="connsiteX962" fmla="*/ 9853592 w 21052571"/>
              <a:gd name="connsiteY962" fmla="*/ 5193658 h 8402012"/>
              <a:gd name="connsiteX963" fmla="*/ 9859579 w 21052571"/>
              <a:gd name="connsiteY963" fmla="*/ 5182073 h 8402012"/>
              <a:gd name="connsiteX964" fmla="*/ 9867064 w 21052571"/>
              <a:gd name="connsiteY964" fmla="*/ 5194975 h 8402012"/>
              <a:gd name="connsiteX965" fmla="*/ 9866331 w 21052571"/>
              <a:gd name="connsiteY965" fmla="*/ 5206713 h 8402012"/>
              <a:gd name="connsiteX966" fmla="*/ 9867640 w 21052571"/>
              <a:gd name="connsiteY966" fmla="*/ 5208000 h 8402012"/>
              <a:gd name="connsiteX967" fmla="*/ 9958507 w 21052571"/>
              <a:gd name="connsiteY967" fmla="*/ 5164221 h 8402012"/>
              <a:gd name="connsiteX968" fmla="*/ 10132162 w 21052571"/>
              <a:gd name="connsiteY968" fmla="*/ 5118878 h 8402012"/>
              <a:gd name="connsiteX969" fmla="*/ 19597495 w 21052571"/>
              <a:gd name="connsiteY969" fmla="*/ 5099918 h 8402012"/>
              <a:gd name="connsiteX970" fmla="*/ 19579535 w 21052571"/>
              <a:gd name="connsiteY970" fmla="*/ 5132024 h 8402012"/>
              <a:gd name="connsiteX971" fmla="*/ 19597495 w 21052571"/>
              <a:gd name="connsiteY971" fmla="*/ 5099918 h 8402012"/>
              <a:gd name="connsiteX972" fmla="*/ 17810559 w 21052571"/>
              <a:gd name="connsiteY972" fmla="*/ 5099918 h 8402012"/>
              <a:gd name="connsiteX973" fmla="*/ 17792655 w 21052571"/>
              <a:gd name="connsiteY973" fmla="*/ 5132024 h 8402012"/>
              <a:gd name="connsiteX974" fmla="*/ 17810559 w 21052571"/>
              <a:gd name="connsiteY974" fmla="*/ 5099918 h 8402012"/>
              <a:gd name="connsiteX975" fmla="*/ 9894469 w 21052571"/>
              <a:gd name="connsiteY975" fmla="*/ 5094662 h 8402012"/>
              <a:gd name="connsiteX976" fmla="*/ 9933092 w 21052571"/>
              <a:gd name="connsiteY976" fmla="*/ 5100447 h 8402012"/>
              <a:gd name="connsiteX977" fmla="*/ 9855643 w 21052571"/>
              <a:gd name="connsiteY977" fmla="*/ 5165398 h 8402012"/>
              <a:gd name="connsiteX978" fmla="*/ 9682459 w 21052571"/>
              <a:gd name="connsiteY978" fmla="*/ 5248752 h 8402012"/>
              <a:gd name="connsiteX979" fmla="*/ 9643734 w 21052571"/>
              <a:gd name="connsiteY979" fmla="*/ 5242257 h 8402012"/>
              <a:gd name="connsiteX980" fmla="*/ 9656642 w 21052571"/>
              <a:gd name="connsiteY980" fmla="*/ 5184883 h 8402012"/>
              <a:gd name="connsiteX981" fmla="*/ 9714729 w 21052571"/>
              <a:gd name="connsiteY981" fmla="*/ 5178388 h 8402012"/>
              <a:gd name="connsiteX982" fmla="*/ 9784648 w 21052571"/>
              <a:gd name="connsiteY982" fmla="*/ 5139417 h 8402012"/>
              <a:gd name="connsiteX983" fmla="*/ 9894469 w 21052571"/>
              <a:gd name="connsiteY983" fmla="*/ 5094662 h 8402012"/>
              <a:gd name="connsiteX984" fmla="*/ 10170157 w 21052571"/>
              <a:gd name="connsiteY984" fmla="*/ 5076219 h 8402012"/>
              <a:gd name="connsiteX985" fmla="*/ 10152195 w 21052571"/>
              <a:gd name="connsiteY985" fmla="*/ 5103519 h 8402012"/>
              <a:gd name="connsiteX986" fmla="*/ 10170157 w 21052571"/>
              <a:gd name="connsiteY986" fmla="*/ 5076219 h 8402012"/>
              <a:gd name="connsiteX987" fmla="*/ 8640487 w 21052571"/>
              <a:gd name="connsiteY987" fmla="*/ 5074026 h 8402012"/>
              <a:gd name="connsiteX988" fmla="*/ 8621142 w 21052571"/>
              <a:gd name="connsiteY988" fmla="*/ 5164297 h 8402012"/>
              <a:gd name="connsiteX989" fmla="*/ 8717867 w 21052571"/>
              <a:gd name="connsiteY989" fmla="*/ 5119161 h 8402012"/>
              <a:gd name="connsiteX990" fmla="*/ 8640487 w 21052571"/>
              <a:gd name="connsiteY990" fmla="*/ 5074026 h 8402012"/>
              <a:gd name="connsiteX991" fmla="*/ 8454559 w 21052571"/>
              <a:gd name="connsiteY991" fmla="*/ 5074026 h 8402012"/>
              <a:gd name="connsiteX992" fmla="*/ 8473904 w 21052571"/>
              <a:gd name="connsiteY992" fmla="*/ 5099818 h 8402012"/>
              <a:gd name="connsiteX993" fmla="*/ 8454559 w 21052571"/>
              <a:gd name="connsiteY993" fmla="*/ 5074026 h 8402012"/>
              <a:gd name="connsiteX994" fmla="*/ 19004927 w 21052571"/>
              <a:gd name="connsiteY994" fmla="*/ 5073353 h 8402012"/>
              <a:gd name="connsiteX995" fmla="*/ 18958631 w 21052571"/>
              <a:gd name="connsiteY995" fmla="*/ 5099807 h 8402012"/>
              <a:gd name="connsiteX996" fmla="*/ 19004927 w 21052571"/>
              <a:gd name="connsiteY996" fmla="*/ 5073353 h 8402012"/>
              <a:gd name="connsiteX997" fmla="*/ 564229 w 21052571"/>
              <a:gd name="connsiteY997" fmla="*/ 5054682 h 8402012"/>
              <a:gd name="connsiteX998" fmla="*/ 564229 w 21052571"/>
              <a:gd name="connsiteY998" fmla="*/ 5086922 h 8402012"/>
              <a:gd name="connsiteX999" fmla="*/ 660959 w 21052571"/>
              <a:gd name="connsiteY999" fmla="*/ 5119161 h 8402012"/>
              <a:gd name="connsiteX1000" fmla="*/ 585687 w 21052571"/>
              <a:gd name="connsiteY1000" fmla="*/ 5081078 h 8402012"/>
              <a:gd name="connsiteX1001" fmla="*/ 579117 w 21052571"/>
              <a:gd name="connsiteY1001" fmla="*/ 5072998 h 8402012"/>
              <a:gd name="connsiteX1002" fmla="*/ 564732 w 21052571"/>
              <a:gd name="connsiteY1002" fmla="*/ 5072998 h 8402012"/>
              <a:gd name="connsiteX1003" fmla="*/ 567180 w 21052571"/>
              <a:gd name="connsiteY1003" fmla="*/ 5058312 h 8402012"/>
              <a:gd name="connsiteX1004" fmla="*/ 10246302 w 21052571"/>
              <a:gd name="connsiteY1004" fmla="*/ 5014603 h 8402012"/>
              <a:gd name="connsiteX1005" fmla="*/ 10264917 w 21052571"/>
              <a:gd name="connsiteY1005" fmla="*/ 5070447 h 8402012"/>
              <a:gd name="connsiteX1006" fmla="*/ 10209073 w 21052571"/>
              <a:gd name="connsiteY1006" fmla="*/ 5070447 h 8402012"/>
              <a:gd name="connsiteX1007" fmla="*/ 10246302 w 21052571"/>
              <a:gd name="connsiteY1007" fmla="*/ 5014603 h 8402012"/>
              <a:gd name="connsiteX1008" fmla="*/ 19470519 w 21052571"/>
              <a:gd name="connsiteY1008" fmla="*/ 5009861 h 8402012"/>
              <a:gd name="connsiteX1009" fmla="*/ 19507411 w 21052571"/>
              <a:gd name="connsiteY1009" fmla="*/ 5028307 h 8402012"/>
              <a:gd name="connsiteX1010" fmla="*/ 19470519 w 21052571"/>
              <a:gd name="connsiteY1010" fmla="*/ 5009861 h 8402012"/>
              <a:gd name="connsiteX1011" fmla="*/ 756601 w 21052571"/>
              <a:gd name="connsiteY1011" fmla="*/ 5009547 h 8402012"/>
              <a:gd name="connsiteX1012" fmla="*/ 775945 w 21052571"/>
              <a:gd name="connsiteY1012" fmla="*/ 5041786 h 8402012"/>
              <a:gd name="connsiteX1013" fmla="*/ 756601 w 21052571"/>
              <a:gd name="connsiteY1013" fmla="*/ 5009547 h 8402012"/>
              <a:gd name="connsiteX1014" fmla="*/ 20526483 w 21052571"/>
              <a:gd name="connsiteY1014" fmla="*/ 4986166 h 8402012"/>
              <a:gd name="connsiteX1015" fmla="*/ 20508519 w 21052571"/>
              <a:gd name="connsiteY1015" fmla="*/ 5008875 h 8402012"/>
              <a:gd name="connsiteX1016" fmla="*/ 20526483 w 21052571"/>
              <a:gd name="connsiteY1016" fmla="*/ 4986166 h 8402012"/>
              <a:gd name="connsiteX1017" fmla="*/ 10620430 w 21052571"/>
              <a:gd name="connsiteY1017" fmla="*/ 4986166 h 8402012"/>
              <a:gd name="connsiteX1018" fmla="*/ 10602468 w 21052571"/>
              <a:gd name="connsiteY1018" fmla="*/ 5008875 h 8402012"/>
              <a:gd name="connsiteX1019" fmla="*/ 10620430 w 21052571"/>
              <a:gd name="connsiteY1019" fmla="*/ 4986166 h 8402012"/>
              <a:gd name="connsiteX1020" fmla="*/ 18511955 w 21052571"/>
              <a:gd name="connsiteY1020" fmla="*/ 4986163 h 8402012"/>
              <a:gd name="connsiteX1021" fmla="*/ 18491479 w 21052571"/>
              <a:gd name="connsiteY1021" fmla="*/ 5041988 h 8402012"/>
              <a:gd name="connsiteX1022" fmla="*/ 18511955 w 21052571"/>
              <a:gd name="connsiteY1022" fmla="*/ 4986163 h 8402012"/>
              <a:gd name="connsiteX1023" fmla="*/ 10471575 w 21052571"/>
              <a:gd name="connsiteY1023" fmla="*/ 4953900 h 8402012"/>
              <a:gd name="connsiteX1024" fmla="*/ 10511311 w 21052571"/>
              <a:gd name="connsiteY1024" fmla="*/ 4967634 h 8402012"/>
              <a:gd name="connsiteX1025" fmla="*/ 10431839 w 21052571"/>
              <a:gd name="connsiteY1025" fmla="*/ 4954708 h 8402012"/>
              <a:gd name="connsiteX1026" fmla="*/ 10471575 w 21052571"/>
              <a:gd name="connsiteY1026" fmla="*/ 4953900 h 8402012"/>
              <a:gd name="connsiteX1027" fmla="*/ 20071411 w 21052571"/>
              <a:gd name="connsiteY1027" fmla="*/ 4952987 h 8402012"/>
              <a:gd name="connsiteX1028" fmla="*/ 20053507 w 21052571"/>
              <a:gd name="connsiteY1028" fmla="*/ 4985096 h 8402012"/>
              <a:gd name="connsiteX1029" fmla="*/ 20071411 w 21052571"/>
              <a:gd name="connsiteY1029" fmla="*/ 4952987 h 8402012"/>
              <a:gd name="connsiteX1030" fmla="*/ 10507348 w 21052571"/>
              <a:gd name="connsiteY1030" fmla="*/ 4939596 h 8402012"/>
              <a:gd name="connsiteX1031" fmla="*/ 10498199 w 21052571"/>
              <a:gd name="connsiteY1031" fmla="*/ 4951959 h 8402012"/>
              <a:gd name="connsiteX1032" fmla="*/ 10505397 w 21052571"/>
              <a:gd name="connsiteY1032" fmla="*/ 4942232 h 8402012"/>
              <a:gd name="connsiteX1033" fmla="*/ 9030624 w 21052571"/>
              <a:gd name="connsiteY1033" fmla="*/ 4938515 h 8402012"/>
              <a:gd name="connsiteX1034" fmla="*/ 9037359 w 21052571"/>
              <a:gd name="connsiteY1034" fmla="*/ 4951986 h 8402012"/>
              <a:gd name="connsiteX1035" fmla="*/ 9019397 w 21052571"/>
              <a:gd name="connsiteY1035" fmla="*/ 4951986 h 8402012"/>
              <a:gd name="connsiteX1036" fmla="*/ 9030624 w 21052571"/>
              <a:gd name="connsiteY1036" fmla="*/ 4938515 h 8402012"/>
              <a:gd name="connsiteX1037" fmla="*/ 10509716 w 21052571"/>
              <a:gd name="connsiteY1037" fmla="*/ 4936395 h 8402012"/>
              <a:gd name="connsiteX1038" fmla="*/ 10509536 w 21052571"/>
              <a:gd name="connsiteY1038" fmla="*/ 4936639 h 8402012"/>
              <a:gd name="connsiteX1039" fmla="*/ 10507348 w 21052571"/>
              <a:gd name="connsiteY1039" fmla="*/ 4939596 h 8402012"/>
              <a:gd name="connsiteX1040" fmla="*/ 20469607 w 21052571"/>
              <a:gd name="connsiteY1040" fmla="*/ 4919808 h 8402012"/>
              <a:gd name="connsiteX1041" fmla="*/ 20451647 w 21052571"/>
              <a:gd name="connsiteY1041" fmla="*/ 4951914 h 8402012"/>
              <a:gd name="connsiteX1042" fmla="*/ 20469607 w 21052571"/>
              <a:gd name="connsiteY1042" fmla="*/ 4919808 h 8402012"/>
              <a:gd name="connsiteX1043" fmla="*/ 20033551 w 21052571"/>
              <a:gd name="connsiteY1043" fmla="*/ 4919808 h 8402012"/>
              <a:gd name="connsiteX1044" fmla="*/ 20015587 w 21052571"/>
              <a:gd name="connsiteY1044" fmla="*/ 4951914 h 8402012"/>
              <a:gd name="connsiteX1045" fmla="*/ 20033551 w 21052571"/>
              <a:gd name="connsiteY1045" fmla="*/ 4919808 h 8402012"/>
              <a:gd name="connsiteX1046" fmla="*/ 19318851 w 21052571"/>
              <a:gd name="connsiteY1046" fmla="*/ 4919808 h 8402012"/>
              <a:gd name="connsiteX1047" fmla="*/ 19355743 w 21052571"/>
              <a:gd name="connsiteY1047" fmla="*/ 4938254 h 8402012"/>
              <a:gd name="connsiteX1048" fmla="*/ 19318851 w 21052571"/>
              <a:gd name="connsiteY1048" fmla="*/ 4919808 h 8402012"/>
              <a:gd name="connsiteX1049" fmla="*/ 18811699 w 21052571"/>
              <a:gd name="connsiteY1049" fmla="*/ 4919808 h 8402012"/>
              <a:gd name="connsiteX1050" fmla="*/ 18834407 w 21052571"/>
              <a:gd name="connsiteY1050" fmla="*/ 4945916 h 8402012"/>
              <a:gd name="connsiteX1051" fmla="*/ 18811699 w 21052571"/>
              <a:gd name="connsiteY1051" fmla="*/ 4985078 h 8402012"/>
              <a:gd name="connsiteX1052" fmla="*/ 18811699 w 21052571"/>
              <a:gd name="connsiteY1052" fmla="*/ 4919808 h 8402012"/>
              <a:gd name="connsiteX1053" fmla="*/ 10360246 w 21052571"/>
              <a:gd name="connsiteY1053" fmla="*/ 4911208 h 8402012"/>
              <a:gd name="connsiteX1054" fmla="*/ 10369227 w 21052571"/>
              <a:gd name="connsiteY1054" fmla="*/ 4918433 h 8402012"/>
              <a:gd name="connsiteX1055" fmla="*/ 10357252 w 21052571"/>
              <a:gd name="connsiteY1055" fmla="*/ 4937698 h 8402012"/>
              <a:gd name="connsiteX1056" fmla="*/ 10351265 w 21052571"/>
              <a:gd name="connsiteY1056" fmla="*/ 4918433 h 8402012"/>
              <a:gd name="connsiteX1057" fmla="*/ 10360246 w 21052571"/>
              <a:gd name="connsiteY1057" fmla="*/ 4911208 h 8402012"/>
              <a:gd name="connsiteX1058" fmla="*/ 8774828 w 21052571"/>
              <a:gd name="connsiteY1058" fmla="*/ 4907455 h 8402012"/>
              <a:gd name="connsiteX1059" fmla="*/ 8755483 w 21052571"/>
              <a:gd name="connsiteY1059" fmla="*/ 4952590 h 8402012"/>
              <a:gd name="connsiteX1060" fmla="*/ 8794173 w 21052571"/>
              <a:gd name="connsiteY1060" fmla="*/ 4952590 h 8402012"/>
              <a:gd name="connsiteX1061" fmla="*/ 8774828 w 21052571"/>
              <a:gd name="connsiteY1061" fmla="*/ 4907455 h 8402012"/>
              <a:gd name="connsiteX1062" fmla="*/ 10303105 w 21052571"/>
              <a:gd name="connsiteY1062" fmla="*/ 4893974 h 8402012"/>
              <a:gd name="connsiteX1063" fmla="*/ 10318280 w 21052571"/>
              <a:gd name="connsiteY1063" fmla="*/ 4916251 h 8402012"/>
              <a:gd name="connsiteX1064" fmla="*/ 10170446 w 21052571"/>
              <a:gd name="connsiteY1064" fmla="*/ 5011947 h 8402012"/>
              <a:gd name="connsiteX1065" fmla="*/ 9957867 w 21052571"/>
              <a:gd name="connsiteY1065" fmla="*/ 5089363 h 8402012"/>
              <a:gd name="connsiteX1066" fmla="*/ 10015058 w 21052571"/>
              <a:gd name="connsiteY1066" fmla="*/ 5044203 h 8402012"/>
              <a:gd name="connsiteX1067" fmla="*/ 10221163 w 21052571"/>
              <a:gd name="connsiteY1067" fmla="*/ 4942057 h 8402012"/>
              <a:gd name="connsiteX1068" fmla="*/ 10303105 w 21052571"/>
              <a:gd name="connsiteY1068" fmla="*/ 4893974 h 8402012"/>
              <a:gd name="connsiteX1069" fmla="*/ 18749055 w 21052571"/>
              <a:gd name="connsiteY1069" fmla="*/ 4888505 h 8402012"/>
              <a:gd name="connsiteX1070" fmla="*/ 18712163 w 21052571"/>
              <a:gd name="connsiteY1070" fmla="*/ 4921572 h 8402012"/>
              <a:gd name="connsiteX1071" fmla="*/ 18749055 w 21052571"/>
              <a:gd name="connsiteY1071" fmla="*/ 4888505 h 8402012"/>
              <a:gd name="connsiteX1072" fmla="*/ 18673219 w 21052571"/>
              <a:gd name="connsiteY1072" fmla="*/ 4888505 h 8402012"/>
              <a:gd name="connsiteX1073" fmla="*/ 18636327 w 21052571"/>
              <a:gd name="connsiteY1073" fmla="*/ 4921572 h 8402012"/>
              <a:gd name="connsiteX1074" fmla="*/ 18673219 w 21052571"/>
              <a:gd name="connsiteY1074" fmla="*/ 4888505 h 8402012"/>
              <a:gd name="connsiteX1075" fmla="*/ 10319911 w 21052571"/>
              <a:gd name="connsiteY1075" fmla="*/ 4867669 h 8402012"/>
              <a:gd name="connsiteX1076" fmla="*/ 10319911 w 21052571"/>
              <a:gd name="connsiteY1076" fmla="*/ 4904561 h 8402012"/>
              <a:gd name="connsiteX1077" fmla="*/ 10313348 w 21052571"/>
              <a:gd name="connsiteY1077" fmla="*/ 4886115 h 8402012"/>
              <a:gd name="connsiteX1078" fmla="*/ 10319911 w 21052571"/>
              <a:gd name="connsiteY1078" fmla="*/ 4867669 h 8402012"/>
              <a:gd name="connsiteX1079" fmla="*/ 17791655 w 21052571"/>
              <a:gd name="connsiteY1079" fmla="*/ 4858192 h 8402012"/>
              <a:gd name="connsiteX1080" fmla="*/ 17773695 w 21052571"/>
              <a:gd name="connsiteY1080" fmla="*/ 4890301 h 8402012"/>
              <a:gd name="connsiteX1081" fmla="*/ 17791655 w 21052571"/>
              <a:gd name="connsiteY1081" fmla="*/ 4858192 h 8402012"/>
              <a:gd name="connsiteX1082" fmla="*/ 10473929 w 21052571"/>
              <a:gd name="connsiteY1082" fmla="*/ 4849945 h 8402012"/>
              <a:gd name="connsiteX1083" fmla="*/ 10487579 w 21052571"/>
              <a:gd name="connsiteY1083" fmla="*/ 4857623 h 8402012"/>
              <a:gd name="connsiteX1084" fmla="*/ 10460279 w 21052571"/>
              <a:gd name="connsiteY1084" fmla="*/ 4857623 h 8402012"/>
              <a:gd name="connsiteX1085" fmla="*/ 10473929 w 21052571"/>
              <a:gd name="connsiteY1085" fmla="*/ 4849945 h 8402012"/>
              <a:gd name="connsiteX1086" fmla="*/ 10433287 w 21052571"/>
              <a:gd name="connsiteY1086" fmla="*/ 4848262 h 8402012"/>
              <a:gd name="connsiteX1087" fmla="*/ 10468703 w 21052571"/>
              <a:gd name="connsiteY1087" fmla="*/ 4866891 h 8402012"/>
              <a:gd name="connsiteX1088" fmla="*/ 10393921 w 21052571"/>
              <a:gd name="connsiteY1088" fmla="*/ 4918728 h 8402012"/>
              <a:gd name="connsiteX1089" fmla="*/ 10393921 w 21052571"/>
              <a:gd name="connsiteY1089" fmla="*/ 4853932 h 8402012"/>
              <a:gd name="connsiteX1090" fmla="*/ 10433287 w 21052571"/>
              <a:gd name="connsiteY1090" fmla="*/ 4848262 h 8402012"/>
              <a:gd name="connsiteX1091" fmla="*/ 18692207 w 21052571"/>
              <a:gd name="connsiteY1091" fmla="*/ 4825013 h 8402012"/>
              <a:gd name="connsiteX1092" fmla="*/ 18674243 w 21052571"/>
              <a:gd name="connsiteY1092" fmla="*/ 4857119 h 8402012"/>
              <a:gd name="connsiteX1093" fmla="*/ 18692207 w 21052571"/>
              <a:gd name="connsiteY1093" fmla="*/ 4825013 h 8402012"/>
              <a:gd name="connsiteX1094" fmla="*/ 17034299 w 21052571"/>
              <a:gd name="connsiteY1094" fmla="*/ 4825013 h 8402012"/>
              <a:gd name="connsiteX1095" fmla="*/ 17113767 w 21052571"/>
              <a:gd name="connsiteY1095" fmla="*/ 4825013 h 8402012"/>
              <a:gd name="connsiteX1096" fmla="*/ 17093899 w 21052571"/>
              <a:gd name="connsiteY1096" fmla="*/ 4890283 h 8402012"/>
              <a:gd name="connsiteX1097" fmla="*/ 17034299 w 21052571"/>
              <a:gd name="connsiteY1097" fmla="*/ 4825013 h 8402012"/>
              <a:gd name="connsiteX1098" fmla="*/ 18128179 w 21052571"/>
              <a:gd name="connsiteY1098" fmla="*/ 4801314 h 8402012"/>
              <a:gd name="connsiteX1099" fmla="*/ 18110215 w 21052571"/>
              <a:gd name="connsiteY1099" fmla="*/ 4824026 h 8402012"/>
              <a:gd name="connsiteX1100" fmla="*/ 18128179 w 21052571"/>
              <a:gd name="connsiteY1100" fmla="*/ 4801314 h 8402012"/>
              <a:gd name="connsiteX1101" fmla="*/ 10792058 w 21052571"/>
              <a:gd name="connsiteY1101" fmla="*/ 4801314 h 8402012"/>
              <a:gd name="connsiteX1102" fmla="*/ 10847883 w 21052571"/>
              <a:gd name="connsiteY1102" fmla="*/ 4813728 h 8402012"/>
              <a:gd name="connsiteX1103" fmla="*/ 10792058 w 21052571"/>
              <a:gd name="connsiteY1103" fmla="*/ 4801314 h 8402012"/>
              <a:gd name="connsiteX1104" fmla="*/ 16981131 w 21052571"/>
              <a:gd name="connsiteY1104" fmla="*/ 4798154 h 8402012"/>
              <a:gd name="connsiteX1105" fmla="*/ 16944239 w 21052571"/>
              <a:gd name="connsiteY1105" fmla="*/ 4822378 h 8402012"/>
              <a:gd name="connsiteX1106" fmla="*/ 16981131 w 21052571"/>
              <a:gd name="connsiteY1106" fmla="*/ 4798154 h 8402012"/>
              <a:gd name="connsiteX1107" fmla="*/ 10836717 w 21052571"/>
              <a:gd name="connsiteY1107" fmla="*/ 4794560 h 8402012"/>
              <a:gd name="connsiteX1108" fmla="*/ 10836256 w 21052571"/>
              <a:gd name="connsiteY1108" fmla="*/ 4795871 h 8402012"/>
              <a:gd name="connsiteX1109" fmla="*/ 10834717 w 21052571"/>
              <a:gd name="connsiteY1109" fmla="*/ 4800247 h 8402012"/>
              <a:gd name="connsiteX1110" fmla="*/ 10839455 w 21052571"/>
              <a:gd name="connsiteY1110" fmla="*/ 4786775 h 8402012"/>
              <a:gd name="connsiteX1111" fmla="*/ 10839453 w 21052571"/>
              <a:gd name="connsiteY1111" fmla="*/ 4786781 h 8402012"/>
              <a:gd name="connsiteX1112" fmla="*/ 10836717 w 21052571"/>
              <a:gd name="connsiteY1112" fmla="*/ 4794560 h 8402012"/>
              <a:gd name="connsiteX1113" fmla="*/ 10841932 w 21052571"/>
              <a:gd name="connsiteY1113" fmla="*/ 4779733 h 8402012"/>
              <a:gd name="connsiteX1114" fmla="*/ 10839874 w 21052571"/>
              <a:gd name="connsiteY1114" fmla="*/ 4785584 h 8402012"/>
              <a:gd name="connsiteX1115" fmla="*/ 10839455 w 21052571"/>
              <a:gd name="connsiteY1115" fmla="*/ 4786775 h 8402012"/>
              <a:gd name="connsiteX1116" fmla="*/ 18546271 w 21052571"/>
              <a:gd name="connsiteY1116" fmla="*/ 4779392 h 8402012"/>
              <a:gd name="connsiteX1117" fmla="*/ 18635255 w 21052571"/>
              <a:gd name="connsiteY1117" fmla="*/ 4810892 h 8402012"/>
              <a:gd name="connsiteX1118" fmla="*/ 18584867 w 21052571"/>
              <a:gd name="connsiteY1118" fmla="*/ 4823927 h 8402012"/>
              <a:gd name="connsiteX1119" fmla="*/ 18546271 w 21052571"/>
              <a:gd name="connsiteY1119" fmla="*/ 4779392 h 8402012"/>
              <a:gd name="connsiteX1120" fmla="*/ 10842295 w 21052571"/>
              <a:gd name="connsiteY1120" fmla="*/ 4778701 h 8402012"/>
              <a:gd name="connsiteX1121" fmla="*/ 10842177 w 21052571"/>
              <a:gd name="connsiteY1121" fmla="*/ 4779038 h 8402012"/>
              <a:gd name="connsiteX1122" fmla="*/ 10841932 w 21052571"/>
              <a:gd name="connsiteY1122" fmla="*/ 4779733 h 8402012"/>
              <a:gd name="connsiteX1123" fmla="*/ 10137816 w 21052571"/>
              <a:gd name="connsiteY1123" fmla="*/ 4777406 h 8402012"/>
              <a:gd name="connsiteX1124" fmla="*/ 10151170 w 21052571"/>
              <a:gd name="connsiteY1124" fmla="*/ 4779645 h 8402012"/>
              <a:gd name="connsiteX1125" fmla="*/ 10126575 w 21052571"/>
              <a:gd name="connsiteY1125" fmla="*/ 4819143 h 8402012"/>
              <a:gd name="connsiteX1126" fmla="*/ 10137816 w 21052571"/>
              <a:gd name="connsiteY1126" fmla="*/ 4777406 h 8402012"/>
              <a:gd name="connsiteX1127" fmla="*/ 9125313 w 21052571"/>
              <a:gd name="connsiteY1127" fmla="*/ 4777143 h 8402012"/>
              <a:gd name="connsiteX1128" fmla="*/ 9136800 w 21052571"/>
              <a:gd name="connsiteY1128" fmla="*/ 4779702 h 8402012"/>
              <a:gd name="connsiteX1129" fmla="*/ 9123672 w 21052571"/>
              <a:gd name="connsiteY1129" fmla="*/ 4800177 h 8402012"/>
              <a:gd name="connsiteX1130" fmla="*/ 9125313 w 21052571"/>
              <a:gd name="connsiteY1130" fmla="*/ 4777143 h 8402012"/>
              <a:gd name="connsiteX1131" fmla="*/ 10876858 w 21052571"/>
              <a:gd name="connsiteY1131" fmla="*/ 4773666 h 8402012"/>
              <a:gd name="connsiteX1132" fmla="*/ 10904780 w 21052571"/>
              <a:gd name="connsiteY1132" fmla="*/ 4780775 h 8402012"/>
              <a:gd name="connsiteX1133" fmla="*/ 10848936 w 21052571"/>
              <a:gd name="connsiteY1133" fmla="*/ 4780775 h 8402012"/>
              <a:gd name="connsiteX1134" fmla="*/ 10876858 w 21052571"/>
              <a:gd name="connsiteY1134" fmla="*/ 4773666 h 8402012"/>
              <a:gd name="connsiteX1135" fmla="*/ 10603896 w 21052571"/>
              <a:gd name="connsiteY1135" fmla="*/ 4772874 h 8402012"/>
              <a:gd name="connsiteX1136" fmla="*/ 10623303 w 21052571"/>
              <a:gd name="connsiteY1136" fmla="*/ 4823262 h 8402012"/>
              <a:gd name="connsiteX1137" fmla="*/ 10566161 w 21052571"/>
              <a:gd name="connsiteY1137" fmla="*/ 4823262 h 8402012"/>
              <a:gd name="connsiteX1138" fmla="*/ 10629772 w 21052571"/>
              <a:gd name="connsiteY1138" fmla="*/ 4861857 h 8402012"/>
              <a:gd name="connsiteX1139" fmla="*/ 10687992 w 21052571"/>
              <a:gd name="connsiteY1139" fmla="*/ 4855425 h 8402012"/>
              <a:gd name="connsiteX1140" fmla="*/ 10681523 w 21052571"/>
              <a:gd name="connsiteY1140" fmla="*/ 4894020 h 8402012"/>
              <a:gd name="connsiteX1141" fmla="*/ 10528426 w 21052571"/>
              <a:gd name="connsiteY1141" fmla="*/ 4945480 h 8402012"/>
              <a:gd name="connsiteX1142" fmla="*/ 10540285 w 21052571"/>
              <a:gd name="connsiteY1142" fmla="*/ 4881155 h 8402012"/>
              <a:gd name="connsiteX1143" fmla="*/ 10483144 w 21052571"/>
              <a:gd name="connsiteY1143" fmla="*/ 4816830 h 8402012"/>
              <a:gd name="connsiteX1144" fmla="*/ 10553223 w 21052571"/>
              <a:gd name="connsiteY1144" fmla="*/ 4785739 h 8402012"/>
              <a:gd name="connsiteX1145" fmla="*/ 10603896 w 21052571"/>
              <a:gd name="connsiteY1145" fmla="*/ 4772874 h 8402012"/>
              <a:gd name="connsiteX1146" fmla="*/ 18469435 w 21052571"/>
              <a:gd name="connsiteY1146" fmla="*/ 4768136 h 8402012"/>
              <a:gd name="connsiteX1147" fmla="*/ 18451475 w 21052571"/>
              <a:gd name="connsiteY1147" fmla="*/ 4800242 h 8402012"/>
              <a:gd name="connsiteX1148" fmla="*/ 18469435 w 21052571"/>
              <a:gd name="connsiteY1148" fmla="*/ 4768136 h 8402012"/>
              <a:gd name="connsiteX1149" fmla="*/ 18052243 w 21052571"/>
              <a:gd name="connsiteY1149" fmla="*/ 4768136 h 8402012"/>
              <a:gd name="connsiteX1150" fmla="*/ 18039119 w 21052571"/>
              <a:gd name="connsiteY1150" fmla="*/ 4800242 h 8402012"/>
              <a:gd name="connsiteX1151" fmla="*/ 18052243 w 21052571"/>
              <a:gd name="connsiteY1151" fmla="*/ 4768136 h 8402012"/>
              <a:gd name="connsiteX1152" fmla="*/ 17791655 w 21052571"/>
              <a:gd name="connsiteY1152" fmla="*/ 4768136 h 8402012"/>
              <a:gd name="connsiteX1153" fmla="*/ 17773695 w 21052571"/>
              <a:gd name="connsiteY1153" fmla="*/ 4800242 h 8402012"/>
              <a:gd name="connsiteX1154" fmla="*/ 17791655 w 21052571"/>
              <a:gd name="connsiteY1154" fmla="*/ 4768136 h 8402012"/>
              <a:gd name="connsiteX1155" fmla="*/ 10635650 w 21052571"/>
              <a:gd name="connsiteY1155" fmla="*/ 4768136 h 8402012"/>
              <a:gd name="connsiteX1156" fmla="*/ 10672542 w 21052571"/>
              <a:gd name="connsiteY1156" fmla="*/ 4768136 h 8402012"/>
              <a:gd name="connsiteX1157" fmla="*/ 10672542 w 21052571"/>
              <a:gd name="connsiteY1157" fmla="*/ 4800242 h 8402012"/>
              <a:gd name="connsiteX1158" fmla="*/ 10635650 w 21052571"/>
              <a:gd name="connsiteY1158" fmla="*/ 4800242 h 8402012"/>
              <a:gd name="connsiteX1159" fmla="*/ 10635650 w 21052571"/>
              <a:gd name="connsiteY1159" fmla="*/ 4768136 h 8402012"/>
              <a:gd name="connsiteX1160" fmla="*/ 10949944 w 21052571"/>
              <a:gd name="connsiteY1160" fmla="*/ 4767878 h 8402012"/>
              <a:gd name="connsiteX1161" fmla="*/ 10975884 w 21052571"/>
              <a:gd name="connsiteY1161" fmla="*/ 4795547 h 8402012"/>
              <a:gd name="connsiteX1162" fmla="*/ 10938992 w 21052571"/>
              <a:gd name="connsiteY1162" fmla="*/ 4777101 h 8402012"/>
              <a:gd name="connsiteX1163" fmla="*/ 10949944 w 21052571"/>
              <a:gd name="connsiteY1163" fmla="*/ 4767878 h 8402012"/>
              <a:gd name="connsiteX1164" fmla="*/ 10185638 w 21052571"/>
              <a:gd name="connsiteY1164" fmla="*/ 4763302 h 8402012"/>
              <a:gd name="connsiteX1165" fmla="*/ 10193801 w 21052571"/>
              <a:gd name="connsiteY1165" fmla="*/ 4767567 h 8402012"/>
              <a:gd name="connsiteX1166" fmla="*/ 10188534 w 21052571"/>
              <a:gd name="connsiteY1166" fmla="*/ 4781217 h 8402012"/>
              <a:gd name="connsiteX1167" fmla="*/ 10182214 w 21052571"/>
              <a:gd name="connsiteY1167" fmla="*/ 4774392 h 8402012"/>
              <a:gd name="connsiteX1168" fmla="*/ 10185638 w 21052571"/>
              <a:gd name="connsiteY1168" fmla="*/ 4763302 h 8402012"/>
              <a:gd name="connsiteX1169" fmla="*/ 10895156 w 21052571"/>
              <a:gd name="connsiteY1169" fmla="*/ 4759796 h 8402012"/>
              <a:gd name="connsiteX1170" fmla="*/ 10894121 w 21052571"/>
              <a:gd name="connsiteY1170" fmla="*/ 4761922 h 8402012"/>
              <a:gd name="connsiteX1171" fmla="*/ 10891595 w 21052571"/>
              <a:gd name="connsiteY1171" fmla="*/ 4767110 h 8402012"/>
              <a:gd name="connsiteX1172" fmla="*/ 10899173 w 21052571"/>
              <a:gd name="connsiteY1172" fmla="*/ 4751546 h 8402012"/>
              <a:gd name="connsiteX1173" fmla="*/ 10898331 w 21052571"/>
              <a:gd name="connsiteY1173" fmla="*/ 4753276 h 8402012"/>
              <a:gd name="connsiteX1174" fmla="*/ 10895156 w 21052571"/>
              <a:gd name="connsiteY1174" fmla="*/ 4759796 h 8402012"/>
              <a:gd name="connsiteX1175" fmla="*/ 16830587 w 21052571"/>
              <a:gd name="connsiteY1175" fmla="*/ 4734957 h 8402012"/>
              <a:gd name="connsiteX1176" fmla="*/ 16824071 w 21052571"/>
              <a:gd name="connsiteY1176" fmla="*/ 4798153 h 8402012"/>
              <a:gd name="connsiteX1177" fmla="*/ 16753468 w 21052571"/>
              <a:gd name="connsiteY1177" fmla="*/ 4798153 h 8402012"/>
              <a:gd name="connsiteX1178" fmla="*/ 16740434 w 21052571"/>
              <a:gd name="connsiteY1178" fmla="*/ 4760236 h 8402012"/>
              <a:gd name="connsiteX1179" fmla="*/ 16830587 w 21052571"/>
              <a:gd name="connsiteY1179" fmla="*/ 4734957 h 8402012"/>
              <a:gd name="connsiteX1180" fmla="*/ 10772103 w 21052571"/>
              <a:gd name="connsiteY1180" fmla="*/ 4734957 h 8402012"/>
              <a:gd name="connsiteX1181" fmla="*/ 10754141 w 21052571"/>
              <a:gd name="connsiteY1181" fmla="*/ 4767066 h 8402012"/>
              <a:gd name="connsiteX1182" fmla="*/ 10772103 w 21052571"/>
              <a:gd name="connsiteY1182" fmla="*/ 4734957 h 8402012"/>
              <a:gd name="connsiteX1183" fmla="*/ 17720955 w 21052571"/>
              <a:gd name="connsiteY1183" fmla="*/ 4731916 h 8402012"/>
              <a:gd name="connsiteX1184" fmla="*/ 17753671 w 21052571"/>
              <a:gd name="connsiteY1184" fmla="*/ 4735100 h 8402012"/>
              <a:gd name="connsiteX1185" fmla="*/ 17702599 w 21052571"/>
              <a:gd name="connsiteY1185" fmla="*/ 4766934 h 8402012"/>
              <a:gd name="connsiteX1186" fmla="*/ 17720955 w 21052571"/>
              <a:gd name="connsiteY1186" fmla="*/ 4731916 h 8402012"/>
              <a:gd name="connsiteX1187" fmla="*/ 10073497 w 21052571"/>
              <a:gd name="connsiteY1187" fmla="*/ 4706519 h 8402012"/>
              <a:gd name="connsiteX1188" fmla="*/ 10113178 w 21052571"/>
              <a:gd name="connsiteY1188" fmla="*/ 4706519 h 8402012"/>
              <a:gd name="connsiteX1189" fmla="*/ 10113178 w 21052571"/>
              <a:gd name="connsiteY1189" fmla="*/ 4751409 h 8402012"/>
              <a:gd name="connsiteX1190" fmla="*/ 10066883 w 21052571"/>
              <a:gd name="connsiteY1190" fmla="*/ 4814467 h 8402012"/>
              <a:gd name="connsiteX1191" fmla="*/ 10073497 w 21052571"/>
              <a:gd name="connsiteY1191" fmla="*/ 4706519 h 8402012"/>
              <a:gd name="connsiteX1192" fmla="*/ 11170162 w 21052571"/>
              <a:gd name="connsiteY1192" fmla="*/ 4687559 h 8402012"/>
              <a:gd name="connsiteX1193" fmla="*/ 11014830 w 21052571"/>
              <a:gd name="connsiteY1193" fmla="*/ 4767031 h 8402012"/>
              <a:gd name="connsiteX1194" fmla="*/ 11170162 w 21052571"/>
              <a:gd name="connsiteY1194" fmla="*/ 4687559 h 8402012"/>
              <a:gd name="connsiteX1195" fmla="*/ 18254091 w 21052571"/>
              <a:gd name="connsiteY1195" fmla="*/ 4678082 h 8402012"/>
              <a:gd name="connsiteX1196" fmla="*/ 18279775 w 21052571"/>
              <a:gd name="connsiteY1196" fmla="*/ 4710191 h 8402012"/>
              <a:gd name="connsiteX1197" fmla="*/ 18247671 w 21052571"/>
              <a:gd name="connsiteY1197" fmla="*/ 4690926 h 8402012"/>
              <a:gd name="connsiteX1198" fmla="*/ 18254091 w 21052571"/>
              <a:gd name="connsiteY1198" fmla="*/ 4678082 h 8402012"/>
              <a:gd name="connsiteX1199" fmla="*/ 15943158 w 21052571"/>
              <a:gd name="connsiteY1199" fmla="*/ 4678082 h 8402012"/>
              <a:gd name="connsiteX1200" fmla="*/ 15925194 w 21052571"/>
              <a:gd name="connsiteY1200" fmla="*/ 4710191 h 8402012"/>
              <a:gd name="connsiteX1201" fmla="*/ 15943158 w 21052571"/>
              <a:gd name="connsiteY1201" fmla="*/ 4678082 h 8402012"/>
              <a:gd name="connsiteX1202" fmla="*/ 9137891 w 21052571"/>
              <a:gd name="connsiteY1202" fmla="*/ 4678082 h 8402012"/>
              <a:gd name="connsiteX1203" fmla="*/ 9155853 w 21052571"/>
              <a:gd name="connsiteY1203" fmla="*/ 4710191 h 8402012"/>
              <a:gd name="connsiteX1204" fmla="*/ 9137891 w 21052571"/>
              <a:gd name="connsiteY1204" fmla="*/ 4678082 h 8402012"/>
              <a:gd name="connsiteX1205" fmla="*/ 10144541 w 21052571"/>
              <a:gd name="connsiteY1205" fmla="*/ 4678079 h 8402012"/>
              <a:gd name="connsiteX1206" fmla="*/ 10151105 w 21052571"/>
              <a:gd name="connsiteY1206" fmla="*/ 4691207 h 8402012"/>
              <a:gd name="connsiteX1207" fmla="*/ 10144541 w 21052571"/>
              <a:gd name="connsiteY1207" fmla="*/ 4678079 h 8402012"/>
              <a:gd name="connsiteX1208" fmla="*/ 18415403 w 21052571"/>
              <a:gd name="connsiteY1208" fmla="*/ 4675440 h 8402012"/>
              <a:gd name="connsiteX1209" fmla="*/ 18450423 w 21052571"/>
              <a:gd name="connsiteY1209" fmla="*/ 4678703 h 8402012"/>
              <a:gd name="connsiteX1210" fmla="*/ 18394599 w 21052571"/>
              <a:gd name="connsiteY1210" fmla="*/ 4711338 h 8402012"/>
              <a:gd name="connsiteX1211" fmla="*/ 18415403 w 21052571"/>
              <a:gd name="connsiteY1211" fmla="*/ 4675440 h 8402012"/>
              <a:gd name="connsiteX1212" fmla="*/ 17583079 w 21052571"/>
              <a:gd name="connsiteY1212" fmla="*/ 4675216 h 8402012"/>
              <a:gd name="connsiteX1213" fmla="*/ 17546187 w 21052571"/>
              <a:gd name="connsiteY1213" fmla="*/ 4708283 h 8402012"/>
              <a:gd name="connsiteX1214" fmla="*/ 17583079 w 21052571"/>
              <a:gd name="connsiteY1214" fmla="*/ 4675216 h 8402012"/>
              <a:gd name="connsiteX1215" fmla="*/ 10144937 w 21052571"/>
              <a:gd name="connsiteY1215" fmla="*/ 4662858 h 8402012"/>
              <a:gd name="connsiteX1216" fmla="*/ 10142715 w 21052571"/>
              <a:gd name="connsiteY1216" fmla="*/ 4672307 h 8402012"/>
              <a:gd name="connsiteX1217" fmla="*/ 10144561 w 21052571"/>
              <a:gd name="connsiteY1217" fmla="*/ 4664454 h 8402012"/>
              <a:gd name="connsiteX1218" fmla="*/ 11203470 w 21052571"/>
              <a:gd name="connsiteY1218" fmla="*/ 4659122 h 8402012"/>
              <a:gd name="connsiteX1219" fmla="*/ 11222271 w 21052571"/>
              <a:gd name="connsiteY1219" fmla="*/ 4678275 h 8402012"/>
              <a:gd name="connsiteX1220" fmla="*/ 11190198 w 21052571"/>
              <a:gd name="connsiteY1220" fmla="*/ 4710197 h 8402012"/>
              <a:gd name="connsiteX1221" fmla="*/ 11203470 w 21052571"/>
              <a:gd name="connsiteY1221" fmla="*/ 4659122 h 8402012"/>
              <a:gd name="connsiteX1222" fmla="*/ 10152195 w 21052571"/>
              <a:gd name="connsiteY1222" fmla="*/ 4659122 h 8402012"/>
              <a:gd name="connsiteX1223" fmla="*/ 10208020 w 21052571"/>
              <a:gd name="connsiteY1223" fmla="*/ 4659122 h 8402012"/>
              <a:gd name="connsiteX1224" fmla="*/ 10152195 w 21052571"/>
              <a:gd name="connsiteY1224" fmla="*/ 4659122 h 8402012"/>
              <a:gd name="connsiteX1225" fmla="*/ 10146747 w 21052571"/>
              <a:gd name="connsiteY1225" fmla="*/ 4655152 h 8402012"/>
              <a:gd name="connsiteX1226" fmla="*/ 10146484 w 21052571"/>
              <a:gd name="connsiteY1226" fmla="*/ 4656274 h 8402012"/>
              <a:gd name="connsiteX1227" fmla="*/ 10144937 w 21052571"/>
              <a:gd name="connsiteY1227" fmla="*/ 4662858 h 8402012"/>
              <a:gd name="connsiteX1228" fmla="*/ 10148253 w 21052571"/>
              <a:gd name="connsiteY1228" fmla="*/ 4648748 h 8402012"/>
              <a:gd name="connsiteX1229" fmla="*/ 10146747 w 21052571"/>
              <a:gd name="connsiteY1229" fmla="*/ 4655152 h 8402012"/>
              <a:gd name="connsiteX1230" fmla="*/ 10147637 w 21052571"/>
              <a:gd name="connsiteY1230" fmla="*/ 4651366 h 8402012"/>
              <a:gd name="connsiteX1231" fmla="*/ 10148253 w 21052571"/>
              <a:gd name="connsiteY1231" fmla="*/ 4648748 h 8402012"/>
              <a:gd name="connsiteX1232" fmla="*/ 11273693 w 21052571"/>
              <a:gd name="connsiteY1232" fmla="*/ 4647442 h 8402012"/>
              <a:gd name="connsiteX1233" fmla="*/ 11276244 w 21052571"/>
              <a:gd name="connsiteY1233" fmla="*/ 4651947 h 8402012"/>
              <a:gd name="connsiteX1234" fmla="*/ 11276013 w 21052571"/>
              <a:gd name="connsiteY1234" fmla="*/ 4649220 h 8402012"/>
              <a:gd name="connsiteX1235" fmla="*/ 18209751 w 21052571"/>
              <a:gd name="connsiteY1235" fmla="*/ 4644903 h 8402012"/>
              <a:gd name="connsiteX1236" fmla="*/ 18246615 w 21052571"/>
              <a:gd name="connsiteY1236" fmla="*/ 4657201 h 8402012"/>
              <a:gd name="connsiteX1237" fmla="*/ 18209751 w 21052571"/>
              <a:gd name="connsiteY1237" fmla="*/ 4644903 h 8402012"/>
              <a:gd name="connsiteX1238" fmla="*/ 17488315 w 21052571"/>
              <a:gd name="connsiteY1238" fmla="*/ 4644903 h 8402012"/>
              <a:gd name="connsiteX1239" fmla="*/ 17470351 w 21052571"/>
              <a:gd name="connsiteY1239" fmla="*/ 4677009 h 8402012"/>
              <a:gd name="connsiteX1240" fmla="*/ 17488315 w 21052571"/>
              <a:gd name="connsiteY1240" fmla="*/ 4644903 h 8402012"/>
              <a:gd name="connsiteX1241" fmla="*/ 9178628 w 21052571"/>
              <a:gd name="connsiteY1241" fmla="*/ 4644903 h 8402012"/>
              <a:gd name="connsiteX1242" fmla="*/ 9203223 w 21052571"/>
              <a:gd name="connsiteY1242" fmla="*/ 4677538 h 8402012"/>
              <a:gd name="connsiteX1243" fmla="*/ 9166331 w 21052571"/>
              <a:gd name="connsiteY1243" fmla="*/ 4710173 h 8402012"/>
              <a:gd name="connsiteX1244" fmla="*/ 9178628 w 21052571"/>
              <a:gd name="connsiteY1244" fmla="*/ 4644903 h 8402012"/>
              <a:gd name="connsiteX1245" fmla="*/ 8530865 w 21052571"/>
              <a:gd name="connsiteY1245" fmla="*/ 4644165 h 8402012"/>
              <a:gd name="connsiteX1246" fmla="*/ 8543762 w 21052571"/>
              <a:gd name="connsiteY1246" fmla="*/ 4676405 h 8402012"/>
              <a:gd name="connsiteX1247" fmla="*/ 8530865 w 21052571"/>
              <a:gd name="connsiteY1247" fmla="*/ 4644165 h 8402012"/>
              <a:gd name="connsiteX1248" fmla="*/ 10433502 w 21052571"/>
              <a:gd name="connsiteY1248" fmla="*/ 4642838 h 8402012"/>
              <a:gd name="connsiteX1249" fmla="*/ 10472107 w 21052571"/>
              <a:gd name="connsiteY1249" fmla="*/ 4674957 h 8402012"/>
              <a:gd name="connsiteX1250" fmla="*/ 10433502 w 21052571"/>
              <a:gd name="connsiteY1250" fmla="*/ 4642838 h 8402012"/>
              <a:gd name="connsiteX1251" fmla="*/ 10395969 w 21052571"/>
              <a:gd name="connsiteY1251" fmla="*/ 4642838 h 8402012"/>
              <a:gd name="connsiteX1252" fmla="*/ 10414199 w 21052571"/>
              <a:gd name="connsiteY1252" fmla="*/ 4674957 h 8402012"/>
              <a:gd name="connsiteX1253" fmla="*/ 10395969 w 21052571"/>
              <a:gd name="connsiteY1253" fmla="*/ 4642838 h 8402012"/>
              <a:gd name="connsiteX1254" fmla="*/ 18906391 w 21052571"/>
              <a:gd name="connsiteY1254" fmla="*/ 4640853 h 8402012"/>
              <a:gd name="connsiteX1255" fmla="*/ 18990799 w 21052571"/>
              <a:gd name="connsiteY1255" fmla="*/ 4696762 h 8402012"/>
              <a:gd name="connsiteX1256" fmla="*/ 19189799 w 21052571"/>
              <a:gd name="connsiteY1256" fmla="*/ 4823944 h 8402012"/>
              <a:gd name="connsiteX1257" fmla="*/ 18887531 w 21052571"/>
              <a:gd name="connsiteY1257" fmla="*/ 4658287 h 8402012"/>
              <a:gd name="connsiteX1258" fmla="*/ 18906391 w 21052571"/>
              <a:gd name="connsiteY1258" fmla="*/ 4640853 h 8402012"/>
              <a:gd name="connsiteX1259" fmla="*/ 17702599 w 21052571"/>
              <a:gd name="connsiteY1259" fmla="*/ 4625946 h 8402012"/>
              <a:gd name="connsiteX1260" fmla="*/ 17868579 w 21052571"/>
              <a:gd name="connsiteY1260" fmla="*/ 4645427 h 8402012"/>
              <a:gd name="connsiteX1261" fmla="*/ 17990655 w 21052571"/>
              <a:gd name="connsiteY1261" fmla="*/ 4736340 h 8402012"/>
              <a:gd name="connsiteX1262" fmla="*/ 17702599 w 21052571"/>
              <a:gd name="connsiteY1262" fmla="*/ 4625946 h 8402012"/>
              <a:gd name="connsiteX1263" fmla="*/ 11276761 w 21052571"/>
              <a:gd name="connsiteY1263" fmla="*/ 4625943 h 8402012"/>
              <a:gd name="connsiteX1264" fmla="*/ 11283497 w 21052571"/>
              <a:gd name="connsiteY1264" fmla="*/ 4641996 h 8402012"/>
              <a:gd name="connsiteX1265" fmla="*/ 11278012 w 21052571"/>
              <a:gd name="connsiteY1265" fmla="*/ 4655068 h 8402012"/>
              <a:gd name="connsiteX1266" fmla="*/ 11279185 w 21052571"/>
              <a:gd name="connsiteY1266" fmla="*/ 4657139 h 8402012"/>
              <a:gd name="connsiteX1267" fmla="*/ 11247076 w 21052571"/>
              <a:gd name="connsiteY1267" fmla="*/ 4676980 h 8402012"/>
              <a:gd name="connsiteX1268" fmla="*/ 11260722 w 21052571"/>
              <a:gd name="connsiteY1268" fmla="*/ 4642259 h 8402012"/>
              <a:gd name="connsiteX1269" fmla="*/ 11271310 w 21052571"/>
              <a:gd name="connsiteY1269" fmla="*/ 4643482 h 8402012"/>
              <a:gd name="connsiteX1270" fmla="*/ 9296740 w 21052571"/>
              <a:gd name="connsiteY1270" fmla="*/ 4618208 h 8402012"/>
              <a:gd name="connsiteX1271" fmla="*/ 9360790 w 21052571"/>
              <a:gd name="connsiteY1271" fmla="*/ 4639049 h 8402012"/>
              <a:gd name="connsiteX1272" fmla="*/ 9468608 w 21052571"/>
              <a:gd name="connsiteY1272" fmla="*/ 4645462 h 8402012"/>
              <a:gd name="connsiteX1273" fmla="*/ 9264714 w 21052571"/>
              <a:gd name="connsiteY1273" fmla="*/ 4767300 h 8402012"/>
              <a:gd name="connsiteX1274" fmla="*/ 9258309 w 21052571"/>
              <a:gd name="connsiteY1274" fmla="*/ 4823944 h 8402012"/>
              <a:gd name="connsiteX1275" fmla="*/ 9258309 w 21052571"/>
              <a:gd name="connsiteY1275" fmla="*/ 4709587 h 8402012"/>
              <a:gd name="connsiteX1276" fmla="*/ 9303145 w 21052571"/>
              <a:gd name="connsiteY1276" fmla="*/ 4735237 h 8402012"/>
              <a:gd name="connsiteX1277" fmla="*/ 9303145 w 21052571"/>
              <a:gd name="connsiteY1277" fmla="*/ 4658287 h 8402012"/>
              <a:gd name="connsiteX1278" fmla="*/ 9277524 w 21052571"/>
              <a:gd name="connsiteY1278" fmla="*/ 4671112 h 8402012"/>
              <a:gd name="connsiteX1279" fmla="*/ 9232689 w 21052571"/>
              <a:gd name="connsiteY1279" fmla="*/ 4645462 h 8402012"/>
              <a:gd name="connsiteX1280" fmla="*/ 9296740 w 21052571"/>
              <a:gd name="connsiteY1280" fmla="*/ 4618208 h 8402012"/>
              <a:gd name="connsiteX1281" fmla="*/ 17431379 w 21052571"/>
              <a:gd name="connsiteY1281" fmla="*/ 4613600 h 8402012"/>
              <a:gd name="connsiteX1282" fmla="*/ 17394519 w 21052571"/>
              <a:gd name="connsiteY1282" fmla="*/ 4646667 h 8402012"/>
              <a:gd name="connsiteX1283" fmla="*/ 17431379 w 21052571"/>
              <a:gd name="connsiteY1283" fmla="*/ 4613600 h 8402012"/>
              <a:gd name="connsiteX1284" fmla="*/ 11298217 w 21052571"/>
              <a:gd name="connsiteY1284" fmla="*/ 4611724 h 8402012"/>
              <a:gd name="connsiteX1285" fmla="*/ 11280255 w 21052571"/>
              <a:gd name="connsiteY1285" fmla="*/ 4624568 h 8402012"/>
              <a:gd name="connsiteX1286" fmla="*/ 11298217 w 21052571"/>
              <a:gd name="connsiteY1286" fmla="*/ 4611724 h 8402012"/>
              <a:gd name="connsiteX1287" fmla="*/ 8777674 w 21052571"/>
              <a:gd name="connsiteY1287" fmla="*/ 4578549 h 8402012"/>
              <a:gd name="connsiteX1288" fmla="*/ 8814566 w 21052571"/>
              <a:gd name="connsiteY1288" fmla="*/ 4592091 h 8402012"/>
              <a:gd name="connsiteX1289" fmla="*/ 8777674 w 21052571"/>
              <a:gd name="connsiteY1289" fmla="*/ 4578549 h 8402012"/>
              <a:gd name="connsiteX1290" fmla="*/ 17673163 w 21052571"/>
              <a:gd name="connsiteY1290" fmla="*/ 4578546 h 8402012"/>
              <a:gd name="connsiteX1291" fmla="*/ 17655199 w 21052571"/>
              <a:gd name="connsiteY1291" fmla="*/ 4610616 h 8402012"/>
              <a:gd name="connsiteX1292" fmla="*/ 17673163 w 21052571"/>
              <a:gd name="connsiteY1292" fmla="*/ 4578546 h 8402012"/>
              <a:gd name="connsiteX1293" fmla="*/ 8738767 w 21052571"/>
              <a:gd name="connsiteY1293" fmla="*/ 4578546 h 8402012"/>
              <a:gd name="connsiteX1294" fmla="*/ 8733706 w 21052571"/>
              <a:gd name="connsiteY1294" fmla="*/ 4608269 h 8402012"/>
              <a:gd name="connsiteX1295" fmla="*/ 8728037 w 21052571"/>
              <a:gd name="connsiteY1295" fmla="*/ 4642987 h 8402012"/>
              <a:gd name="connsiteX1296" fmla="*/ 8729183 w 21052571"/>
              <a:gd name="connsiteY1296" fmla="*/ 4644335 h 8402012"/>
              <a:gd name="connsiteX1297" fmla="*/ 8722619 w 21052571"/>
              <a:gd name="connsiteY1297" fmla="*/ 4657985 h 8402012"/>
              <a:gd name="connsiteX1298" fmla="*/ 8724465 w 21052571"/>
              <a:gd name="connsiteY1298" fmla="*/ 4638790 h 8402012"/>
              <a:gd name="connsiteX1299" fmla="*/ 8727446 w 21052571"/>
              <a:gd name="connsiteY1299" fmla="*/ 4642293 h 8402012"/>
              <a:gd name="connsiteX1300" fmla="*/ 8722242 w 21052571"/>
              <a:gd name="connsiteY1300" fmla="*/ 4625204 h 8402012"/>
              <a:gd name="connsiteX1301" fmla="*/ 8738767 w 21052571"/>
              <a:gd name="connsiteY1301" fmla="*/ 4578546 h 8402012"/>
              <a:gd name="connsiteX1302" fmla="*/ 18831843 w 21052571"/>
              <a:gd name="connsiteY1302" fmla="*/ 4554847 h 8402012"/>
              <a:gd name="connsiteX1303" fmla="*/ 18837271 w 21052571"/>
              <a:gd name="connsiteY1303" fmla="*/ 4610672 h 8402012"/>
              <a:gd name="connsiteX1304" fmla="*/ 18792739 w 21052571"/>
              <a:gd name="connsiteY1304" fmla="*/ 4610672 h 8402012"/>
              <a:gd name="connsiteX1305" fmla="*/ 18831843 w 21052571"/>
              <a:gd name="connsiteY1305" fmla="*/ 4554847 h 8402012"/>
              <a:gd name="connsiteX1306" fmla="*/ 18886479 w 21052571"/>
              <a:gd name="connsiteY1306" fmla="*/ 4550108 h 8402012"/>
              <a:gd name="connsiteX1307" fmla="*/ 18849615 w 21052571"/>
              <a:gd name="connsiteY1307" fmla="*/ 4624891 h 8402012"/>
              <a:gd name="connsiteX1308" fmla="*/ 18886479 w 21052571"/>
              <a:gd name="connsiteY1308" fmla="*/ 4550108 h 8402012"/>
              <a:gd name="connsiteX1309" fmla="*/ 17242847 w 21052571"/>
              <a:gd name="connsiteY1309" fmla="*/ 4550108 h 8402012"/>
              <a:gd name="connsiteX1310" fmla="*/ 17298687 w 21052571"/>
              <a:gd name="connsiteY1310" fmla="*/ 4569659 h 8402012"/>
              <a:gd name="connsiteX1311" fmla="*/ 17242847 w 21052571"/>
              <a:gd name="connsiteY1311" fmla="*/ 4550108 h 8402012"/>
              <a:gd name="connsiteX1312" fmla="*/ 9398577 w 21052571"/>
              <a:gd name="connsiteY1312" fmla="*/ 4550108 h 8402012"/>
              <a:gd name="connsiteX1313" fmla="*/ 9416539 w 21052571"/>
              <a:gd name="connsiteY1313" fmla="*/ 4582214 h 8402012"/>
              <a:gd name="connsiteX1314" fmla="*/ 9398577 w 21052571"/>
              <a:gd name="connsiteY1314" fmla="*/ 4550108 h 8402012"/>
              <a:gd name="connsiteX1315" fmla="*/ 18211595 w 21052571"/>
              <a:gd name="connsiteY1315" fmla="*/ 4547306 h 8402012"/>
              <a:gd name="connsiteX1316" fmla="*/ 18246615 w 21052571"/>
              <a:gd name="connsiteY1316" fmla="*/ 4550537 h 8402012"/>
              <a:gd name="connsiteX1317" fmla="*/ 18190791 w 21052571"/>
              <a:gd name="connsiteY1317" fmla="*/ 4582852 h 8402012"/>
              <a:gd name="connsiteX1318" fmla="*/ 18211595 w 21052571"/>
              <a:gd name="connsiteY1318" fmla="*/ 4547306 h 8402012"/>
              <a:gd name="connsiteX1319" fmla="*/ 17521595 w 21052571"/>
              <a:gd name="connsiteY1319" fmla="*/ 4541769 h 8402012"/>
              <a:gd name="connsiteX1320" fmla="*/ 17568783 w 21052571"/>
              <a:gd name="connsiteY1320" fmla="*/ 4547398 h 8402012"/>
              <a:gd name="connsiteX1321" fmla="*/ 17489311 w 21052571"/>
              <a:gd name="connsiteY1321" fmla="*/ 4579559 h 8402012"/>
              <a:gd name="connsiteX1322" fmla="*/ 17521595 w 21052571"/>
              <a:gd name="connsiteY1322" fmla="*/ 4541769 h 8402012"/>
              <a:gd name="connsiteX1323" fmla="*/ 10380437 w 21052571"/>
              <a:gd name="connsiteY1323" fmla="*/ 4534505 h 8402012"/>
              <a:gd name="connsiteX1324" fmla="*/ 10299456 w 21052571"/>
              <a:gd name="connsiteY1324" fmla="*/ 4579672 h 8402012"/>
              <a:gd name="connsiteX1325" fmla="*/ 10414199 w 21052571"/>
              <a:gd name="connsiteY1325" fmla="*/ 4534705 h 8402012"/>
              <a:gd name="connsiteX1326" fmla="*/ 10380437 w 21052571"/>
              <a:gd name="connsiteY1326" fmla="*/ 4534505 h 8402012"/>
              <a:gd name="connsiteX1327" fmla="*/ 10828389 w 21052571"/>
              <a:gd name="connsiteY1327" fmla="*/ 4522962 h 8402012"/>
              <a:gd name="connsiteX1328" fmla="*/ 10867104 w 21052571"/>
              <a:gd name="connsiteY1328" fmla="*/ 4548816 h 8402012"/>
              <a:gd name="connsiteX1329" fmla="*/ 10828389 w 21052571"/>
              <a:gd name="connsiteY1329" fmla="*/ 4522962 h 8402012"/>
              <a:gd name="connsiteX1330" fmla="*/ 10433502 w 21052571"/>
              <a:gd name="connsiteY1330" fmla="*/ 4521858 h 8402012"/>
              <a:gd name="connsiteX1331" fmla="*/ 10452805 w 21052571"/>
              <a:gd name="connsiteY1331" fmla="*/ 4547553 h 8402012"/>
              <a:gd name="connsiteX1332" fmla="*/ 10433502 w 21052571"/>
              <a:gd name="connsiteY1332" fmla="*/ 4521858 h 8402012"/>
              <a:gd name="connsiteX1333" fmla="*/ 17469355 w 21052571"/>
              <a:gd name="connsiteY1333" fmla="*/ 4521671 h 8402012"/>
              <a:gd name="connsiteX1334" fmla="*/ 17451391 w 21052571"/>
              <a:gd name="connsiteY1334" fmla="*/ 4548971 h 8402012"/>
              <a:gd name="connsiteX1335" fmla="*/ 17469355 w 21052571"/>
              <a:gd name="connsiteY1335" fmla="*/ 4521671 h 8402012"/>
              <a:gd name="connsiteX1336" fmla="*/ 12132408 w 21052571"/>
              <a:gd name="connsiteY1336" fmla="*/ 4521671 h 8402012"/>
              <a:gd name="connsiteX1337" fmla="*/ 12114446 w 21052571"/>
              <a:gd name="connsiteY1337" fmla="*/ 4548971 h 8402012"/>
              <a:gd name="connsiteX1338" fmla="*/ 12132408 w 21052571"/>
              <a:gd name="connsiteY1338" fmla="*/ 4521671 h 8402012"/>
              <a:gd name="connsiteX1339" fmla="*/ 15988222 w 21052571"/>
              <a:gd name="connsiteY1339" fmla="*/ 4521668 h 8402012"/>
              <a:gd name="connsiteX1340" fmla="*/ 16018966 w 21052571"/>
              <a:gd name="connsiteY1340" fmla="*/ 4521668 h 8402012"/>
              <a:gd name="connsiteX1341" fmla="*/ 16006668 w 21052571"/>
              <a:gd name="connsiteY1341" fmla="*/ 4577512 h 8402012"/>
              <a:gd name="connsiteX1342" fmla="*/ 15982074 w 21052571"/>
              <a:gd name="connsiteY1342" fmla="*/ 4534078 h 8402012"/>
              <a:gd name="connsiteX1343" fmla="*/ 15988222 w 21052571"/>
              <a:gd name="connsiteY1343" fmla="*/ 4521668 h 8402012"/>
              <a:gd name="connsiteX1344" fmla="*/ 11593073 w 21052571"/>
              <a:gd name="connsiteY1344" fmla="*/ 4513221 h 8402012"/>
              <a:gd name="connsiteX1345" fmla="*/ 11620436 w 21052571"/>
              <a:gd name="connsiteY1345" fmla="*/ 4534554 h 8402012"/>
              <a:gd name="connsiteX1346" fmla="*/ 11375050 w 21052571"/>
              <a:gd name="connsiteY1346" fmla="*/ 4591707 h 8402012"/>
              <a:gd name="connsiteX1347" fmla="*/ 11503688 w 21052571"/>
              <a:gd name="connsiteY1347" fmla="*/ 4540904 h 8402012"/>
              <a:gd name="connsiteX1348" fmla="*/ 11593073 w 21052571"/>
              <a:gd name="connsiteY1348" fmla="*/ 4513221 h 8402012"/>
              <a:gd name="connsiteX1349" fmla="*/ 15504608 w 21052571"/>
              <a:gd name="connsiteY1349" fmla="*/ 4502711 h 8402012"/>
              <a:gd name="connsiteX1350" fmla="*/ 15516584 w 21052571"/>
              <a:gd name="connsiteY1350" fmla="*/ 4521975 h 8402012"/>
              <a:gd name="connsiteX1351" fmla="*/ 15498622 w 21052571"/>
              <a:gd name="connsiteY1351" fmla="*/ 4521975 h 8402012"/>
              <a:gd name="connsiteX1352" fmla="*/ 15504608 w 21052571"/>
              <a:gd name="connsiteY1352" fmla="*/ 4502711 h 8402012"/>
              <a:gd name="connsiteX1353" fmla="*/ 15969496 w 21052571"/>
              <a:gd name="connsiteY1353" fmla="*/ 4502238 h 8402012"/>
              <a:gd name="connsiteX1354" fmla="*/ 15980982 w 21052571"/>
              <a:gd name="connsiteY1354" fmla="*/ 4504797 h 8402012"/>
              <a:gd name="connsiteX1355" fmla="*/ 15967854 w 21052571"/>
              <a:gd name="connsiteY1355" fmla="*/ 4525272 h 8402012"/>
              <a:gd name="connsiteX1356" fmla="*/ 15969496 w 21052571"/>
              <a:gd name="connsiteY1356" fmla="*/ 4502238 h 8402012"/>
              <a:gd name="connsiteX1357" fmla="*/ 18128483 w 21052571"/>
              <a:gd name="connsiteY1357" fmla="*/ 4497969 h 8402012"/>
              <a:gd name="connsiteX1358" fmla="*/ 18147099 w 21052571"/>
              <a:gd name="connsiteY1358" fmla="*/ 4549044 h 8402012"/>
              <a:gd name="connsiteX1359" fmla="*/ 18091255 w 21052571"/>
              <a:gd name="connsiteY1359" fmla="*/ 4549044 h 8402012"/>
              <a:gd name="connsiteX1360" fmla="*/ 18128483 w 21052571"/>
              <a:gd name="connsiteY1360" fmla="*/ 4497969 h 8402012"/>
              <a:gd name="connsiteX1361" fmla="*/ 10605081 w 21052571"/>
              <a:gd name="connsiteY1361" fmla="*/ 4496163 h 8402012"/>
              <a:gd name="connsiteX1362" fmla="*/ 10580417 w 21052571"/>
              <a:gd name="connsiteY1362" fmla="*/ 4509010 h 8402012"/>
              <a:gd name="connsiteX1363" fmla="*/ 10510713 w 21052571"/>
              <a:gd name="connsiteY1363" fmla="*/ 4547553 h 8402012"/>
              <a:gd name="connsiteX1364" fmla="*/ 10510713 w 21052571"/>
              <a:gd name="connsiteY1364" fmla="*/ 4610720 h 8402012"/>
              <a:gd name="connsiteX1365" fmla="*/ 10573983 w 21052571"/>
              <a:gd name="connsiteY1365" fmla="*/ 4586095 h 8402012"/>
              <a:gd name="connsiteX1366" fmla="*/ 10624384 w 21052571"/>
              <a:gd name="connsiteY1366" fmla="*/ 4547553 h 8402012"/>
              <a:gd name="connsiteX1367" fmla="*/ 10605081 w 21052571"/>
              <a:gd name="connsiteY1367" fmla="*/ 4496163 h 8402012"/>
              <a:gd name="connsiteX1368" fmla="*/ 11329787 w 21052571"/>
              <a:gd name="connsiteY1368" fmla="*/ 4494038 h 8402012"/>
              <a:gd name="connsiteX1369" fmla="*/ 11355020 w 21052571"/>
              <a:gd name="connsiteY1369" fmla="*/ 4504829 h 8402012"/>
              <a:gd name="connsiteX1370" fmla="*/ 11027968 w 21052571"/>
              <a:gd name="connsiteY1370" fmla="*/ 4639289 h 8402012"/>
              <a:gd name="connsiteX1371" fmla="*/ 10945400 w 21052571"/>
              <a:gd name="connsiteY1371" fmla="*/ 4729646 h 8402012"/>
              <a:gd name="connsiteX1372" fmla="*/ 10913231 w 21052571"/>
              <a:gd name="connsiteY1372" fmla="*/ 4723192 h 8402012"/>
              <a:gd name="connsiteX1373" fmla="*/ 10792061 w 21052571"/>
              <a:gd name="connsiteY1373" fmla="*/ 4723192 h 8402012"/>
              <a:gd name="connsiteX1374" fmla="*/ 10848893 w 21052571"/>
              <a:gd name="connsiteY1374" fmla="*/ 4678013 h 8402012"/>
              <a:gd name="connsiteX1375" fmla="*/ 10861761 w 21052571"/>
              <a:gd name="connsiteY1375" fmla="*/ 4632835 h 8402012"/>
              <a:gd name="connsiteX1376" fmla="*/ 10913231 w 21052571"/>
              <a:gd name="connsiteY1376" fmla="*/ 4613472 h 8402012"/>
              <a:gd name="connsiteX1377" fmla="*/ 11027968 w 21052571"/>
              <a:gd name="connsiteY1377" fmla="*/ 4582278 h 8402012"/>
              <a:gd name="connsiteX1378" fmla="*/ 11079438 w 21052571"/>
              <a:gd name="connsiteY1378" fmla="*/ 4569369 h 8402012"/>
              <a:gd name="connsiteX1379" fmla="*/ 11105173 w 21052571"/>
              <a:gd name="connsiteY1379" fmla="*/ 4550007 h 8402012"/>
              <a:gd name="connsiteX1380" fmla="*/ 11245645 w 21052571"/>
              <a:gd name="connsiteY1380" fmla="*/ 4511283 h 8402012"/>
              <a:gd name="connsiteX1381" fmla="*/ 11329787 w 21052571"/>
              <a:gd name="connsiteY1381" fmla="*/ 4494038 h 8402012"/>
              <a:gd name="connsiteX1382" fmla="*/ 10886462 w 21052571"/>
              <a:gd name="connsiteY1382" fmla="*/ 4490646 h 8402012"/>
              <a:gd name="connsiteX1383" fmla="*/ 10905820 w 21052571"/>
              <a:gd name="connsiteY1383" fmla="*/ 4522962 h 8402012"/>
              <a:gd name="connsiteX1384" fmla="*/ 10886462 w 21052571"/>
              <a:gd name="connsiteY1384" fmla="*/ 4490646 h 8402012"/>
              <a:gd name="connsiteX1385" fmla="*/ 19298799 w 21052571"/>
              <a:gd name="connsiteY1385" fmla="*/ 4488492 h 8402012"/>
              <a:gd name="connsiteX1386" fmla="*/ 19285671 w 21052571"/>
              <a:gd name="connsiteY1386" fmla="*/ 4520601 h 8402012"/>
              <a:gd name="connsiteX1387" fmla="*/ 19298799 w 21052571"/>
              <a:gd name="connsiteY1387" fmla="*/ 4488492 h 8402012"/>
              <a:gd name="connsiteX1388" fmla="*/ 18045543 w 21052571"/>
              <a:gd name="connsiteY1388" fmla="*/ 4488492 h 8402012"/>
              <a:gd name="connsiteX1389" fmla="*/ 18071227 w 21052571"/>
              <a:gd name="connsiteY1389" fmla="*/ 4520601 h 8402012"/>
              <a:gd name="connsiteX1390" fmla="*/ 18039123 w 21052571"/>
              <a:gd name="connsiteY1390" fmla="*/ 4501336 h 8402012"/>
              <a:gd name="connsiteX1391" fmla="*/ 18045543 w 21052571"/>
              <a:gd name="connsiteY1391" fmla="*/ 4488492 h 8402012"/>
              <a:gd name="connsiteX1392" fmla="*/ 16786775 w 21052571"/>
              <a:gd name="connsiteY1392" fmla="*/ 4488492 h 8402012"/>
              <a:gd name="connsiteX1393" fmla="*/ 16768870 w 21052571"/>
              <a:gd name="connsiteY1393" fmla="*/ 4520601 h 8402012"/>
              <a:gd name="connsiteX1394" fmla="*/ 16786775 w 21052571"/>
              <a:gd name="connsiteY1394" fmla="*/ 4488492 h 8402012"/>
              <a:gd name="connsiteX1395" fmla="*/ 15824664 w 21052571"/>
              <a:gd name="connsiteY1395" fmla="*/ 4488492 h 8402012"/>
              <a:gd name="connsiteX1396" fmla="*/ 15806702 w 21052571"/>
              <a:gd name="connsiteY1396" fmla="*/ 4520601 h 8402012"/>
              <a:gd name="connsiteX1397" fmla="*/ 15824664 w 21052571"/>
              <a:gd name="connsiteY1397" fmla="*/ 4488492 h 8402012"/>
              <a:gd name="connsiteX1398" fmla="*/ 15203758 w 21052571"/>
              <a:gd name="connsiteY1398" fmla="*/ 4488492 h 8402012"/>
              <a:gd name="connsiteX1399" fmla="*/ 15185796 w 21052571"/>
              <a:gd name="connsiteY1399" fmla="*/ 4520601 h 8402012"/>
              <a:gd name="connsiteX1400" fmla="*/ 15203758 w 21052571"/>
              <a:gd name="connsiteY1400" fmla="*/ 4488492 h 8402012"/>
              <a:gd name="connsiteX1401" fmla="*/ 21021827 w 21052571"/>
              <a:gd name="connsiteY1401" fmla="*/ 4488489 h 8402012"/>
              <a:gd name="connsiteX1402" fmla="*/ 21052571 w 21052571"/>
              <a:gd name="connsiteY1402" fmla="*/ 4531923 h 8402012"/>
              <a:gd name="connsiteX1403" fmla="*/ 21015679 w 21052571"/>
              <a:gd name="connsiteY1403" fmla="*/ 4544333 h 8402012"/>
              <a:gd name="connsiteX1404" fmla="*/ 21021827 w 21052571"/>
              <a:gd name="connsiteY1404" fmla="*/ 4488489 h 8402012"/>
              <a:gd name="connsiteX1405" fmla="*/ 11356548 w 21052571"/>
              <a:gd name="connsiteY1405" fmla="*/ 4476785 h 8402012"/>
              <a:gd name="connsiteX1406" fmla="*/ 11351348 w 21052571"/>
              <a:gd name="connsiteY1406" fmla="*/ 4487464 h 8402012"/>
              <a:gd name="connsiteX1407" fmla="*/ 11353874 w 21052571"/>
              <a:gd name="connsiteY1407" fmla="*/ 4482276 h 8402012"/>
              <a:gd name="connsiteX1408" fmla="*/ 11358926 w 21052571"/>
              <a:gd name="connsiteY1408" fmla="*/ 4471900 h 8402012"/>
              <a:gd name="connsiteX1409" fmla="*/ 11356548 w 21052571"/>
              <a:gd name="connsiteY1409" fmla="*/ 4476785 h 8402012"/>
              <a:gd name="connsiteX1410" fmla="*/ 11358084 w 21052571"/>
              <a:gd name="connsiteY1410" fmla="*/ 4473630 h 8402012"/>
              <a:gd name="connsiteX1411" fmla="*/ 11358926 w 21052571"/>
              <a:gd name="connsiteY1411" fmla="*/ 4471900 h 8402012"/>
              <a:gd name="connsiteX1412" fmla="*/ 8903997 w 21052571"/>
              <a:gd name="connsiteY1412" fmla="*/ 4461474 h 8402012"/>
              <a:gd name="connsiteX1413" fmla="*/ 8858657 w 21052571"/>
              <a:gd name="connsiteY1413" fmla="*/ 4490490 h 8402012"/>
              <a:gd name="connsiteX1414" fmla="*/ 8755483 w 21052571"/>
              <a:gd name="connsiteY1414" fmla="*/ 4542073 h 8402012"/>
              <a:gd name="connsiteX1415" fmla="*/ 8640487 w 21052571"/>
              <a:gd name="connsiteY1415" fmla="*/ 4593656 h 8402012"/>
              <a:gd name="connsiteX1416" fmla="*/ 8711419 w 21052571"/>
              <a:gd name="connsiteY1416" fmla="*/ 4657061 h 8402012"/>
              <a:gd name="connsiteX1417" fmla="*/ 8679177 w 21052571"/>
              <a:gd name="connsiteY1417" fmla="*/ 4708644 h 8402012"/>
              <a:gd name="connsiteX1418" fmla="*/ 8903795 w 21052571"/>
              <a:gd name="connsiteY1418" fmla="*/ 4580760 h 8402012"/>
              <a:gd name="connsiteX1419" fmla="*/ 8916692 w 21052571"/>
              <a:gd name="connsiteY1419" fmla="*/ 4477594 h 8402012"/>
              <a:gd name="connsiteX1420" fmla="*/ 8903997 w 21052571"/>
              <a:gd name="connsiteY1420" fmla="*/ 4461474 h 8402012"/>
              <a:gd name="connsiteX1421" fmla="*/ 9096172 w 21052571"/>
              <a:gd name="connsiteY1421" fmla="*/ 4458250 h 8402012"/>
              <a:gd name="connsiteX1422" fmla="*/ 9109068 w 21052571"/>
              <a:gd name="connsiteY1422" fmla="*/ 4490490 h 8402012"/>
              <a:gd name="connsiteX1423" fmla="*/ 9096172 w 21052571"/>
              <a:gd name="connsiteY1423" fmla="*/ 4458250 h 8402012"/>
              <a:gd name="connsiteX1424" fmla="*/ 9018791 w 21052571"/>
              <a:gd name="connsiteY1424" fmla="*/ 4458250 h 8402012"/>
              <a:gd name="connsiteX1425" fmla="*/ 9038136 w 21052571"/>
              <a:gd name="connsiteY1425" fmla="*/ 4490490 h 8402012"/>
              <a:gd name="connsiteX1426" fmla="*/ 9018791 w 21052571"/>
              <a:gd name="connsiteY1426" fmla="*/ 4458250 h 8402012"/>
              <a:gd name="connsiteX1427" fmla="*/ 15336444 w 21052571"/>
              <a:gd name="connsiteY1427" fmla="*/ 4456721 h 8402012"/>
              <a:gd name="connsiteX1428" fmla="*/ 15299550 w 21052571"/>
              <a:gd name="connsiteY1428" fmla="*/ 4487464 h 8402012"/>
              <a:gd name="connsiteX1429" fmla="*/ 15336444 w 21052571"/>
              <a:gd name="connsiteY1429" fmla="*/ 4456721 h 8402012"/>
              <a:gd name="connsiteX1430" fmla="*/ 10955021 w 21052571"/>
              <a:gd name="connsiteY1430" fmla="*/ 4455098 h 8402012"/>
              <a:gd name="connsiteX1431" fmla="*/ 10918725 w 21052571"/>
              <a:gd name="connsiteY1431" fmla="*/ 4458330 h 8402012"/>
              <a:gd name="connsiteX1432" fmla="*/ 10976799 w 21052571"/>
              <a:gd name="connsiteY1432" fmla="*/ 4490646 h 8402012"/>
              <a:gd name="connsiteX1433" fmla="*/ 10955021 w 21052571"/>
              <a:gd name="connsiteY1433" fmla="*/ 4455098 h 8402012"/>
              <a:gd name="connsiteX1434" fmla="*/ 17957795 w 21052571"/>
              <a:gd name="connsiteY1434" fmla="*/ 4453298 h 8402012"/>
              <a:gd name="connsiteX1435" fmla="*/ 18038055 w 21052571"/>
              <a:gd name="connsiteY1435" fmla="*/ 4476858 h 8402012"/>
              <a:gd name="connsiteX1436" fmla="*/ 17930107 w 21052571"/>
              <a:gd name="connsiteY1436" fmla="*/ 4458243 h 8402012"/>
              <a:gd name="connsiteX1437" fmla="*/ 17957795 w 21052571"/>
              <a:gd name="connsiteY1437" fmla="*/ 4453298 h 8402012"/>
              <a:gd name="connsiteX1438" fmla="*/ 11464578 w 21052571"/>
              <a:gd name="connsiteY1438" fmla="*/ 4452268 h 8402012"/>
              <a:gd name="connsiteX1439" fmla="*/ 11506709 w 21052571"/>
              <a:gd name="connsiteY1439" fmla="*/ 4479401 h 8402012"/>
              <a:gd name="connsiteX1440" fmla="*/ 11431927 w 21052571"/>
              <a:gd name="connsiteY1440" fmla="*/ 4492170 h 8402012"/>
              <a:gd name="connsiteX1441" fmla="*/ 11464578 w 21052571"/>
              <a:gd name="connsiteY1441" fmla="*/ 4452268 h 8402012"/>
              <a:gd name="connsiteX1442" fmla="*/ 9374754 w 21052571"/>
              <a:gd name="connsiteY1442" fmla="*/ 4449044 h 8402012"/>
              <a:gd name="connsiteX1443" fmla="*/ 9383360 w 21052571"/>
              <a:gd name="connsiteY1443" fmla="*/ 4458676 h 8402012"/>
              <a:gd name="connsiteX1444" fmla="*/ 9378423 w 21052571"/>
              <a:gd name="connsiteY1444" fmla="*/ 4477742 h 8402012"/>
              <a:gd name="connsiteX1445" fmla="*/ 9378619 w 21052571"/>
              <a:gd name="connsiteY1445" fmla="*/ 4478014 h 8402012"/>
              <a:gd name="connsiteX1446" fmla="*/ 9360657 w 21052571"/>
              <a:gd name="connsiteY1446" fmla="*/ 4478014 h 8402012"/>
              <a:gd name="connsiteX1447" fmla="*/ 9365646 w 21052571"/>
              <a:gd name="connsiteY1447" fmla="*/ 4460052 h 8402012"/>
              <a:gd name="connsiteX1448" fmla="*/ 9375695 w 21052571"/>
              <a:gd name="connsiteY1448" fmla="*/ 4473966 h 8402012"/>
              <a:gd name="connsiteX1449" fmla="*/ 9365398 w 21052571"/>
              <a:gd name="connsiteY1449" fmla="*/ 4458676 h 8402012"/>
              <a:gd name="connsiteX1450" fmla="*/ 9374754 w 21052571"/>
              <a:gd name="connsiteY1450" fmla="*/ 4449044 h 8402012"/>
              <a:gd name="connsiteX1451" fmla="*/ 17366079 w 21052571"/>
              <a:gd name="connsiteY1451" fmla="*/ 4445836 h 8402012"/>
              <a:gd name="connsiteX1452" fmla="*/ 17431331 w 21052571"/>
              <a:gd name="connsiteY1452" fmla="*/ 4525306 h 8402012"/>
              <a:gd name="connsiteX1453" fmla="*/ 17372711 w 21052571"/>
              <a:gd name="connsiteY1453" fmla="*/ 4525306 h 8402012"/>
              <a:gd name="connsiteX1454" fmla="*/ 17366079 w 21052571"/>
              <a:gd name="connsiteY1454" fmla="*/ 4445836 h 8402012"/>
              <a:gd name="connsiteX1455" fmla="*/ 18455575 w 21052571"/>
              <a:gd name="connsiteY1455" fmla="*/ 4433297 h 8402012"/>
              <a:gd name="connsiteX1456" fmla="*/ 18469411 w 21052571"/>
              <a:gd name="connsiteY1456" fmla="*/ 4458982 h 8402012"/>
              <a:gd name="connsiteX1457" fmla="*/ 18432519 w 21052571"/>
              <a:gd name="connsiteY1457" fmla="*/ 4446140 h 8402012"/>
              <a:gd name="connsiteX1458" fmla="*/ 18455575 w 21052571"/>
              <a:gd name="connsiteY1458" fmla="*/ 4433297 h 8402012"/>
              <a:gd name="connsiteX1459" fmla="*/ 11540338 w 21052571"/>
              <a:gd name="connsiteY1459" fmla="*/ 4431807 h 8402012"/>
              <a:gd name="connsiteX1460" fmla="*/ 11563606 w 21052571"/>
              <a:gd name="connsiteY1460" fmla="*/ 4457345 h 8402012"/>
              <a:gd name="connsiteX1461" fmla="*/ 11519105 w 21052571"/>
              <a:gd name="connsiteY1461" fmla="*/ 4454652 h 8402012"/>
              <a:gd name="connsiteX1462" fmla="*/ 11512377 w 21052571"/>
              <a:gd name="connsiteY1462" fmla="*/ 4448676 h 8402012"/>
              <a:gd name="connsiteX1463" fmla="*/ 11513251 w 21052571"/>
              <a:gd name="connsiteY1463" fmla="*/ 4449846 h 8402012"/>
              <a:gd name="connsiteX1464" fmla="*/ 11516244 w 21052571"/>
              <a:gd name="connsiteY1464" fmla="*/ 4458676 h 8402012"/>
              <a:gd name="connsiteX1465" fmla="*/ 11510257 w 21052571"/>
              <a:gd name="connsiteY1465" fmla="*/ 4477939 h 8402012"/>
              <a:gd name="connsiteX1466" fmla="*/ 11503521 w 21052571"/>
              <a:gd name="connsiteY1466" fmla="*/ 4459478 h 8402012"/>
              <a:gd name="connsiteX1467" fmla="*/ 11509928 w 21052571"/>
              <a:gd name="connsiteY1467" fmla="*/ 4446500 h 8402012"/>
              <a:gd name="connsiteX1468" fmla="*/ 11507762 w 21052571"/>
              <a:gd name="connsiteY1468" fmla="*/ 4444576 h 8402012"/>
              <a:gd name="connsiteX1469" fmla="*/ 11540338 w 21052571"/>
              <a:gd name="connsiteY1469" fmla="*/ 4431807 h 8402012"/>
              <a:gd name="connsiteX1470" fmla="*/ 10716226 w 21052571"/>
              <a:gd name="connsiteY1470" fmla="*/ 4426876 h 8402012"/>
              <a:gd name="connsiteX1471" fmla="*/ 10748335 w 21052571"/>
              <a:gd name="connsiteY1471" fmla="*/ 4459511 h 8402012"/>
              <a:gd name="connsiteX1472" fmla="*/ 10716226 w 21052571"/>
              <a:gd name="connsiteY1472" fmla="*/ 4492146 h 8402012"/>
              <a:gd name="connsiteX1473" fmla="*/ 10716226 w 21052571"/>
              <a:gd name="connsiteY1473" fmla="*/ 4426876 h 8402012"/>
              <a:gd name="connsiteX1474" fmla="*/ 10014741 w 21052571"/>
              <a:gd name="connsiteY1474" fmla="*/ 4426876 h 8402012"/>
              <a:gd name="connsiteX1475" fmla="*/ 10032703 w 21052571"/>
              <a:gd name="connsiteY1475" fmla="*/ 4458982 h 8402012"/>
              <a:gd name="connsiteX1476" fmla="*/ 10014741 w 21052571"/>
              <a:gd name="connsiteY1476" fmla="*/ 4426876 h 8402012"/>
              <a:gd name="connsiteX1477" fmla="*/ 15539128 w 21052571"/>
              <a:gd name="connsiteY1477" fmla="*/ 4421748 h 8402012"/>
              <a:gd name="connsiteX1478" fmla="*/ 15559156 w 21052571"/>
              <a:gd name="connsiteY1478" fmla="*/ 4425881 h 8402012"/>
              <a:gd name="connsiteX1479" fmla="*/ 15489142 w 21052571"/>
              <a:gd name="connsiteY1479" fmla="*/ 4458949 h 8402012"/>
              <a:gd name="connsiteX1480" fmla="*/ 15539128 w 21052571"/>
              <a:gd name="connsiteY1480" fmla="*/ 4421748 h 8402012"/>
              <a:gd name="connsiteX1481" fmla="*/ 9661633 w 21052571"/>
              <a:gd name="connsiteY1481" fmla="*/ 4419118 h 8402012"/>
              <a:gd name="connsiteX1482" fmla="*/ 9706876 w 21052571"/>
              <a:gd name="connsiteY1482" fmla="*/ 4444971 h 8402012"/>
              <a:gd name="connsiteX1483" fmla="*/ 9732729 w 21052571"/>
              <a:gd name="connsiteY1483" fmla="*/ 4483750 h 8402012"/>
              <a:gd name="connsiteX1484" fmla="*/ 9790899 w 21052571"/>
              <a:gd name="connsiteY1484" fmla="*/ 4522530 h 8402012"/>
              <a:gd name="connsiteX1485" fmla="*/ 9609927 w 21052571"/>
              <a:gd name="connsiteY1485" fmla="*/ 4611939 h 8402012"/>
              <a:gd name="connsiteX1486" fmla="*/ 9507591 w 21052571"/>
              <a:gd name="connsiteY1486" fmla="*/ 4611939 h 8402012"/>
              <a:gd name="connsiteX1487" fmla="*/ 9546371 w 21052571"/>
              <a:gd name="connsiteY1487" fmla="*/ 4611939 h 8402012"/>
              <a:gd name="connsiteX1488" fmla="*/ 9577610 w 21052571"/>
              <a:gd name="connsiteY1488" fmla="*/ 4464361 h 8402012"/>
              <a:gd name="connsiteX1489" fmla="*/ 9674559 w 21052571"/>
              <a:gd name="connsiteY1489" fmla="*/ 4477287 h 8402012"/>
              <a:gd name="connsiteX1490" fmla="*/ 9674697 w 21052571"/>
              <a:gd name="connsiteY1490" fmla="*/ 4476977 h 8402012"/>
              <a:gd name="connsiteX1491" fmla="*/ 9673982 w 21052571"/>
              <a:gd name="connsiteY1491" fmla="*/ 4456268 h 8402012"/>
              <a:gd name="connsiteX1492" fmla="*/ 9678940 w 21052571"/>
              <a:gd name="connsiteY1492" fmla="*/ 4453559 h 8402012"/>
              <a:gd name="connsiteX1493" fmla="*/ 9686569 w 21052571"/>
              <a:gd name="connsiteY1493" fmla="*/ 4458586 h 8402012"/>
              <a:gd name="connsiteX1494" fmla="*/ 9687486 w 21052571"/>
              <a:gd name="connsiteY1494" fmla="*/ 4457897 h 8402012"/>
              <a:gd name="connsiteX1495" fmla="*/ 9661633 w 21052571"/>
              <a:gd name="connsiteY1495" fmla="*/ 4419118 h 8402012"/>
              <a:gd name="connsiteX1496" fmla="*/ 383018 w 21052571"/>
              <a:gd name="connsiteY1496" fmla="*/ 4418305 h 8402012"/>
              <a:gd name="connsiteX1497" fmla="*/ 439616 w 21052571"/>
              <a:gd name="connsiteY1497" fmla="*/ 4426508 h 8402012"/>
              <a:gd name="connsiteX1498" fmla="*/ 341175 w 21052571"/>
              <a:gd name="connsiteY1498" fmla="*/ 4459322 h 8402012"/>
              <a:gd name="connsiteX1499" fmla="*/ 383018 w 21052571"/>
              <a:gd name="connsiteY1499" fmla="*/ 4418305 h 8402012"/>
              <a:gd name="connsiteX1500" fmla="*/ 17280143 w 21052571"/>
              <a:gd name="connsiteY1500" fmla="*/ 4416376 h 8402012"/>
              <a:gd name="connsiteX1501" fmla="*/ 17341291 w 21052571"/>
              <a:gd name="connsiteY1501" fmla="*/ 4426095 h 8402012"/>
              <a:gd name="connsiteX1502" fmla="*/ 17321723 w 21052571"/>
              <a:gd name="connsiteY1502" fmla="*/ 4477932 h 8402012"/>
              <a:gd name="connsiteX1503" fmla="*/ 17289111 w 21052571"/>
              <a:gd name="connsiteY1503" fmla="*/ 4471453 h 8402012"/>
              <a:gd name="connsiteX1504" fmla="*/ 17223887 w 21052571"/>
              <a:gd name="connsiteY1504" fmla="*/ 4445534 h 8402012"/>
              <a:gd name="connsiteX1505" fmla="*/ 17280143 w 21052571"/>
              <a:gd name="connsiteY1505" fmla="*/ 4416376 h 8402012"/>
              <a:gd name="connsiteX1506" fmla="*/ 11931121 w 21052571"/>
              <a:gd name="connsiteY1506" fmla="*/ 4412654 h 8402012"/>
              <a:gd name="connsiteX1507" fmla="*/ 11956957 w 21052571"/>
              <a:gd name="connsiteY1507" fmla="*/ 4445267 h 8402012"/>
              <a:gd name="connsiteX1508" fmla="*/ 11764257 w 21052571"/>
              <a:gd name="connsiteY1508" fmla="*/ 4490926 h 8402012"/>
              <a:gd name="connsiteX1509" fmla="*/ 11680288 w 21052571"/>
              <a:gd name="connsiteY1509" fmla="*/ 4510493 h 8402012"/>
              <a:gd name="connsiteX1510" fmla="*/ 11632146 w 21052571"/>
              <a:gd name="connsiteY1510" fmla="*/ 4516914 h 8402012"/>
              <a:gd name="connsiteX1511" fmla="*/ 11619328 w 21052571"/>
              <a:gd name="connsiteY1511" fmla="*/ 4506123 h 8402012"/>
              <a:gd name="connsiteX1512" fmla="*/ 11624279 w 21052571"/>
              <a:gd name="connsiteY1512" fmla="*/ 4523463 h 8402012"/>
              <a:gd name="connsiteX1513" fmla="*/ 11612034 w 21052571"/>
              <a:gd name="connsiteY1513" fmla="*/ 4521157 h 8402012"/>
              <a:gd name="connsiteX1514" fmla="*/ 11617665 w 21052571"/>
              <a:gd name="connsiteY1514" fmla="*/ 4504723 h 8402012"/>
              <a:gd name="connsiteX1515" fmla="*/ 11616772 w 21052571"/>
              <a:gd name="connsiteY1515" fmla="*/ 4503971 h 8402012"/>
              <a:gd name="connsiteX1516" fmla="*/ 11618067 w 21052571"/>
              <a:gd name="connsiteY1516" fmla="*/ 4503548 h 8402012"/>
              <a:gd name="connsiteX1517" fmla="*/ 11618354 w 21052571"/>
              <a:gd name="connsiteY1517" fmla="*/ 4502711 h 8402012"/>
              <a:gd name="connsiteX1518" fmla="*/ 11618548 w 21052571"/>
              <a:gd name="connsiteY1518" fmla="*/ 4503391 h 8402012"/>
              <a:gd name="connsiteX1519" fmla="*/ 11796554 w 21052571"/>
              <a:gd name="connsiteY1519" fmla="*/ 4445267 h 8402012"/>
              <a:gd name="connsiteX1520" fmla="*/ 11885906 w 21052571"/>
              <a:gd name="connsiteY1520" fmla="*/ 4425699 h 8402012"/>
              <a:gd name="connsiteX1521" fmla="*/ 11931121 w 21052571"/>
              <a:gd name="connsiteY1521" fmla="*/ 4412654 h 8402012"/>
              <a:gd name="connsiteX1522" fmla="*/ 10624384 w 21052571"/>
              <a:gd name="connsiteY1522" fmla="*/ 4412654 h 8402012"/>
              <a:gd name="connsiteX1523" fmla="*/ 10605081 w 21052571"/>
              <a:gd name="connsiteY1523" fmla="*/ 4444773 h 8402012"/>
              <a:gd name="connsiteX1524" fmla="*/ 10660275 w 21052571"/>
              <a:gd name="connsiteY1524" fmla="*/ 4459226 h 8402012"/>
              <a:gd name="connsiteX1525" fmla="*/ 10673742 w 21052571"/>
              <a:gd name="connsiteY1525" fmla="*/ 4474493 h 8402012"/>
              <a:gd name="connsiteX1526" fmla="*/ 10668826 w 21052571"/>
              <a:gd name="connsiteY1526" fmla="*/ 4458676 h 8402012"/>
              <a:gd name="connsiteX1527" fmla="*/ 10686788 w 21052571"/>
              <a:gd name="connsiteY1527" fmla="*/ 4458676 h 8402012"/>
              <a:gd name="connsiteX1528" fmla="*/ 10675627 w 21052571"/>
              <a:gd name="connsiteY1528" fmla="*/ 4476630 h 8402012"/>
              <a:gd name="connsiteX1529" fmla="*/ 10675858 w 21052571"/>
              <a:gd name="connsiteY1529" fmla="*/ 4476892 h 8402012"/>
              <a:gd name="connsiteX1530" fmla="*/ 10675464 w 21052571"/>
              <a:gd name="connsiteY1530" fmla="*/ 4476892 h 8402012"/>
              <a:gd name="connsiteX1531" fmla="*/ 10674813 w 21052571"/>
              <a:gd name="connsiteY1531" fmla="*/ 4477939 h 8402012"/>
              <a:gd name="connsiteX1532" fmla="*/ 10674487 w 21052571"/>
              <a:gd name="connsiteY1532" fmla="*/ 4476892 h 8402012"/>
              <a:gd name="connsiteX1533" fmla="*/ 10659772 w 21052571"/>
              <a:gd name="connsiteY1533" fmla="*/ 4476892 h 8402012"/>
              <a:gd name="connsiteX1534" fmla="*/ 10643687 w 21052571"/>
              <a:gd name="connsiteY1534" fmla="*/ 4496163 h 8402012"/>
              <a:gd name="connsiteX1535" fmla="*/ 10637253 w 21052571"/>
              <a:gd name="connsiteY1535" fmla="*/ 4579672 h 8402012"/>
              <a:gd name="connsiteX1536" fmla="*/ 10753069 w 21052571"/>
              <a:gd name="connsiteY1536" fmla="*/ 4592519 h 8402012"/>
              <a:gd name="connsiteX1537" fmla="*/ 10439936 w 21052571"/>
              <a:gd name="connsiteY1537" fmla="*/ 4758466 h 8402012"/>
              <a:gd name="connsiteX1538" fmla="*/ 10363798 w 21052571"/>
              <a:gd name="connsiteY1538" fmla="*/ 4784161 h 8402012"/>
              <a:gd name="connsiteX1539" fmla="*/ 10293021 w 21052571"/>
              <a:gd name="connsiteY1539" fmla="*/ 4834480 h 8402012"/>
              <a:gd name="connsiteX1540" fmla="*/ 10133238 w 21052571"/>
              <a:gd name="connsiteY1540" fmla="*/ 4866599 h 8402012"/>
              <a:gd name="connsiteX1541" fmla="*/ 10241548 w 21052571"/>
              <a:gd name="connsiteY1541" fmla="*/ 4784161 h 8402012"/>
              <a:gd name="connsiteX1542" fmla="*/ 10254416 w 21052571"/>
              <a:gd name="connsiteY1542" fmla="*/ 4674957 h 8402012"/>
              <a:gd name="connsiteX1543" fmla="*/ 10273719 w 21052571"/>
              <a:gd name="connsiteY1543" fmla="*/ 4707076 h 8402012"/>
              <a:gd name="connsiteX1544" fmla="*/ 10267284 w 21052571"/>
              <a:gd name="connsiteY1544" fmla="*/ 4597872 h 8402012"/>
              <a:gd name="connsiteX1545" fmla="*/ 10191146 w 21052571"/>
              <a:gd name="connsiteY1545" fmla="*/ 4560400 h 8402012"/>
              <a:gd name="connsiteX1546" fmla="*/ 10472107 w 21052571"/>
              <a:gd name="connsiteY1546" fmla="*/ 4457620 h 8402012"/>
              <a:gd name="connsiteX1547" fmla="*/ 10472107 w 21052571"/>
              <a:gd name="connsiteY1547" fmla="*/ 4521858 h 8402012"/>
              <a:gd name="connsiteX1548" fmla="*/ 10624384 w 21052571"/>
              <a:gd name="connsiteY1548" fmla="*/ 4412654 h 8402012"/>
              <a:gd name="connsiteX1549" fmla="*/ 20902203 w 21052571"/>
              <a:gd name="connsiteY1549" fmla="*/ 4396919 h 8402012"/>
              <a:gd name="connsiteX1550" fmla="*/ 20957747 w 21052571"/>
              <a:gd name="connsiteY1550" fmla="*/ 4425789 h 8402012"/>
              <a:gd name="connsiteX1551" fmla="*/ 20945107 w 21052571"/>
              <a:gd name="connsiteY1551" fmla="*/ 4477926 h 8402012"/>
              <a:gd name="connsiteX1552" fmla="*/ 20882963 w 21052571"/>
              <a:gd name="connsiteY1552" fmla="*/ 4412754 h 8402012"/>
              <a:gd name="connsiteX1553" fmla="*/ 20902203 w 21052571"/>
              <a:gd name="connsiteY1553" fmla="*/ 4396919 h 8402012"/>
              <a:gd name="connsiteX1554" fmla="*/ 17149399 w 21052571"/>
              <a:gd name="connsiteY1554" fmla="*/ 4395190 h 8402012"/>
              <a:gd name="connsiteX1555" fmla="*/ 17165975 w 21052571"/>
              <a:gd name="connsiteY1555" fmla="*/ 4396383 h 8402012"/>
              <a:gd name="connsiteX1556" fmla="*/ 17110131 w 21052571"/>
              <a:gd name="connsiteY1556" fmla="*/ 4429562 h 8402012"/>
              <a:gd name="connsiteX1557" fmla="*/ 17149399 w 21052571"/>
              <a:gd name="connsiteY1557" fmla="*/ 4395190 h 8402012"/>
              <a:gd name="connsiteX1558" fmla="*/ 11655876 w 21052571"/>
              <a:gd name="connsiteY1558" fmla="*/ 4395190 h 8402012"/>
              <a:gd name="connsiteX1559" fmla="*/ 11672597 w 21052571"/>
              <a:gd name="connsiteY1559" fmla="*/ 4396383 h 8402012"/>
              <a:gd name="connsiteX1560" fmla="*/ 11616772 w 21052571"/>
              <a:gd name="connsiteY1560" fmla="*/ 4429562 h 8402012"/>
              <a:gd name="connsiteX1561" fmla="*/ 11655876 w 21052571"/>
              <a:gd name="connsiteY1561" fmla="*/ 4395190 h 8402012"/>
              <a:gd name="connsiteX1562" fmla="*/ 19189879 w 21052571"/>
              <a:gd name="connsiteY1562" fmla="*/ 4393697 h 8402012"/>
              <a:gd name="connsiteX1563" fmla="*/ 19171919 w 21052571"/>
              <a:gd name="connsiteY1563" fmla="*/ 4425806 h 8402012"/>
              <a:gd name="connsiteX1564" fmla="*/ 19189879 w 21052571"/>
              <a:gd name="connsiteY1564" fmla="*/ 4393697 h 8402012"/>
              <a:gd name="connsiteX1565" fmla="*/ 17848535 w 21052571"/>
              <a:gd name="connsiteY1565" fmla="*/ 4393697 h 8402012"/>
              <a:gd name="connsiteX1566" fmla="*/ 17830571 w 21052571"/>
              <a:gd name="connsiteY1566" fmla="*/ 4425806 h 8402012"/>
              <a:gd name="connsiteX1567" fmla="*/ 17848535 w 21052571"/>
              <a:gd name="connsiteY1567" fmla="*/ 4393697 h 8402012"/>
              <a:gd name="connsiteX1568" fmla="*/ 17185967 w 21052571"/>
              <a:gd name="connsiteY1568" fmla="*/ 4393697 h 8402012"/>
              <a:gd name="connsiteX1569" fmla="*/ 17222831 w 21052571"/>
              <a:gd name="connsiteY1569" fmla="*/ 4412850 h 8402012"/>
              <a:gd name="connsiteX1570" fmla="*/ 17197551 w 21052571"/>
              <a:gd name="connsiteY1570" fmla="*/ 4444772 h 8402012"/>
              <a:gd name="connsiteX1571" fmla="*/ 17185967 w 21052571"/>
              <a:gd name="connsiteY1571" fmla="*/ 4393697 h 8402012"/>
              <a:gd name="connsiteX1572" fmla="*/ 10828980 w 21052571"/>
              <a:gd name="connsiteY1572" fmla="*/ 4393697 h 8402012"/>
              <a:gd name="connsiteX1573" fmla="*/ 10811018 w 21052571"/>
              <a:gd name="connsiteY1573" fmla="*/ 4425806 h 8402012"/>
              <a:gd name="connsiteX1574" fmla="*/ 10828980 w 21052571"/>
              <a:gd name="connsiteY1574" fmla="*/ 4393697 h 8402012"/>
              <a:gd name="connsiteX1575" fmla="*/ 10450799 w 21052571"/>
              <a:gd name="connsiteY1575" fmla="*/ 4393697 h 8402012"/>
              <a:gd name="connsiteX1576" fmla="*/ 10468761 w 21052571"/>
              <a:gd name="connsiteY1576" fmla="*/ 4425806 h 8402012"/>
              <a:gd name="connsiteX1577" fmla="*/ 10450799 w 21052571"/>
              <a:gd name="connsiteY1577" fmla="*/ 4393697 h 8402012"/>
              <a:gd name="connsiteX1578" fmla="*/ 16602978 w 21052571"/>
              <a:gd name="connsiteY1578" fmla="*/ 4393694 h 8402012"/>
              <a:gd name="connsiteX1579" fmla="*/ 16658822 w 21052571"/>
              <a:gd name="connsiteY1579" fmla="*/ 4492136 h 8402012"/>
              <a:gd name="connsiteX1580" fmla="*/ 16602978 w 21052571"/>
              <a:gd name="connsiteY1580" fmla="*/ 4393694 h 8402012"/>
              <a:gd name="connsiteX1581" fmla="*/ 9189528 w 21052571"/>
              <a:gd name="connsiteY1581" fmla="*/ 4387259 h 8402012"/>
              <a:gd name="connsiteX1582" fmla="*/ 9198509 w 21052571"/>
              <a:gd name="connsiteY1582" fmla="*/ 4396383 h 8402012"/>
              <a:gd name="connsiteX1583" fmla="*/ 9180547 w 21052571"/>
              <a:gd name="connsiteY1583" fmla="*/ 4396383 h 8402012"/>
              <a:gd name="connsiteX1584" fmla="*/ 9189528 w 21052571"/>
              <a:gd name="connsiteY1584" fmla="*/ 4387259 h 8402012"/>
              <a:gd name="connsiteX1585" fmla="*/ 17062407 w 21052571"/>
              <a:gd name="connsiteY1585" fmla="*/ 4365915 h 8402012"/>
              <a:gd name="connsiteX1586" fmla="*/ 17080591 w 21052571"/>
              <a:gd name="connsiteY1586" fmla="*/ 4392641 h 8402012"/>
              <a:gd name="connsiteX1587" fmla="*/ 17034299 w 21052571"/>
              <a:gd name="connsiteY1587" fmla="*/ 4381055 h 8402012"/>
              <a:gd name="connsiteX1588" fmla="*/ 17062407 w 21052571"/>
              <a:gd name="connsiteY1588" fmla="*/ 4365915 h 8402012"/>
              <a:gd name="connsiteX1589" fmla="*/ 17638075 w 21052571"/>
              <a:gd name="connsiteY1589" fmla="*/ 4362945 h 8402012"/>
              <a:gd name="connsiteX1590" fmla="*/ 17654135 w 21052571"/>
              <a:gd name="connsiteY1590" fmla="*/ 4364310 h 8402012"/>
              <a:gd name="connsiteX1591" fmla="*/ 17603063 w 21052571"/>
              <a:gd name="connsiteY1591" fmla="*/ 4396383 h 8402012"/>
              <a:gd name="connsiteX1592" fmla="*/ 17638075 w 21052571"/>
              <a:gd name="connsiteY1592" fmla="*/ 4362945 h 8402012"/>
              <a:gd name="connsiteX1593" fmla="*/ 17754895 w 21052571"/>
              <a:gd name="connsiteY1593" fmla="*/ 4361613 h 8402012"/>
              <a:gd name="connsiteX1594" fmla="*/ 17786879 w 21052571"/>
              <a:gd name="connsiteY1594" fmla="*/ 4392642 h 8402012"/>
              <a:gd name="connsiteX1595" fmla="*/ 17731035 w 21052571"/>
              <a:gd name="connsiteY1595" fmla="*/ 4381056 h 8402012"/>
              <a:gd name="connsiteX1596" fmla="*/ 17743251 w 21052571"/>
              <a:gd name="connsiteY1596" fmla="*/ 4361685 h 8402012"/>
              <a:gd name="connsiteX1597" fmla="*/ 17754895 w 21052571"/>
              <a:gd name="connsiteY1597" fmla="*/ 4361613 h 8402012"/>
              <a:gd name="connsiteX1598" fmla="*/ 20033551 w 21052571"/>
              <a:gd name="connsiteY1598" fmla="*/ 4360518 h 8402012"/>
              <a:gd name="connsiteX1599" fmla="*/ 20015587 w 21052571"/>
              <a:gd name="connsiteY1599" fmla="*/ 4392588 h 8402012"/>
              <a:gd name="connsiteX1600" fmla="*/ 20033551 w 21052571"/>
              <a:gd name="connsiteY1600" fmla="*/ 4360518 h 8402012"/>
              <a:gd name="connsiteX1601" fmla="*/ 12070792 w 21052571"/>
              <a:gd name="connsiteY1601" fmla="*/ 4360518 h 8402012"/>
              <a:gd name="connsiteX1602" fmla="*/ 12052830 w 21052571"/>
              <a:gd name="connsiteY1602" fmla="*/ 4392588 h 8402012"/>
              <a:gd name="connsiteX1603" fmla="*/ 12070792 w 21052571"/>
              <a:gd name="connsiteY1603" fmla="*/ 4360518 h 8402012"/>
              <a:gd name="connsiteX1604" fmla="*/ 11506764 w 21052571"/>
              <a:gd name="connsiteY1604" fmla="*/ 4360518 h 8402012"/>
              <a:gd name="connsiteX1605" fmla="*/ 11488802 w 21052571"/>
              <a:gd name="connsiteY1605" fmla="*/ 4392588 h 8402012"/>
              <a:gd name="connsiteX1606" fmla="*/ 11506764 w 21052571"/>
              <a:gd name="connsiteY1606" fmla="*/ 4360518 h 8402012"/>
              <a:gd name="connsiteX1607" fmla="*/ 10710459 w 21052571"/>
              <a:gd name="connsiteY1607" fmla="*/ 4360518 h 8402012"/>
              <a:gd name="connsiteX1608" fmla="*/ 10673567 w 21052571"/>
              <a:gd name="connsiteY1608" fmla="*/ 4391062 h 8402012"/>
              <a:gd name="connsiteX1609" fmla="*/ 10710459 w 21052571"/>
              <a:gd name="connsiteY1609" fmla="*/ 4360518 h 8402012"/>
              <a:gd name="connsiteX1610" fmla="*/ 16412890 w 21052571"/>
              <a:gd name="connsiteY1610" fmla="*/ 4356657 h 8402012"/>
              <a:gd name="connsiteX1611" fmla="*/ 16421872 w 21052571"/>
              <a:gd name="connsiteY1611" fmla="*/ 4363881 h 8402012"/>
              <a:gd name="connsiteX1612" fmla="*/ 16409896 w 21052571"/>
              <a:gd name="connsiteY1612" fmla="*/ 4383144 h 8402012"/>
              <a:gd name="connsiteX1613" fmla="*/ 16408446 w 21052571"/>
              <a:gd name="connsiteY1613" fmla="*/ 4378480 h 8402012"/>
              <a:gd name="connsiteX1614" fmla="*/ 16399170 w 21052571"/>
              <a:gd name="connsiteY1614" fmla="*/ 4378480 h 8402012"/>
              <a:gd name="connsiteX1615" fmla="*/ 16404182 w 21052571"/>
              <a:gd name="connsiteY1615" fmla="*/ 4364759 h 8402012"/>
              <a:gd name="connsiteX1616" fmla="*/ 16403910 w 21052571"/>
              <a:gd name="connsiteY1616" fmla="*/ 4363881 h 8402012"/>
              <a:gd name="connsiteX1617" fmla="*/ 16404750 w 21052571"/>
              <a:gd name="connsiteY1617" fmla="*/ 4363205 h 8402012"/>
              <a:gd name="connsiteX1618" fmla="*/ 16405732 w 21052571"/>
              <a:gd name="connsiteY1618" fmla="*/ 4360518 h 8402012"/>
              <a:gd name="connsiteX1619" fmla="*/ 16406268 w 21052571"/>
              <a:gd name="connsiteY1619" fmla="*/ 4361984 h 8402012"/>
              <a:gd name="connsiteX1620" fmla="*/ 11772498 w 21052571"/>
              <a:gd name="connsiteY1620" fmla="*/ 4341558 h 8402012"/>
              <a:gd name="connsiteX1621" fmla="*/ 11791113 w 21052571"/>
              <a:gd name="connsiteY1621" fmla="*/ 4392608 h 8402012"/>
              <a:gd name="connsiteX1622" fmla="*/ 11735269 w 21052571"/>
              <a:gd name="connsiteY1622" fmla="*/ 4392608 h 8402012"/>
              <a:gd name="connsiteX1623" fmla="*/ 11772498 w 21052571"/>
              <a:gd name="connsiteY1623" fmla="*/ 4341558 h 8402012"/>
              <a:gd name="connsiteX1624" fmla="*/ 17531327 w 21052571"/>
              <a:gd name="connsiteY1624" fmla="*/ 4338502 h 8402012"/>
              <a:gd name="connsiteX1625" fmla="*/ 17545163 w 21052571"/>
              <a:gd name="connsiteY1625" fmla="*/ 4364187 h 8402012"/>
              <a:gd name="connsiteX1626" fmla="*/ 17508271 w 21052571"/>
              <a:gd name="connsiteY1626" fmla="*/ 4351345 h 8402012"/>
              <a:gd name="connsiteX1627" fmla="*/ 17531327 w 21052571"/>
              <a:gd name="connsiteY1627" fmla="*/ 4338502 h 8402012"/>
              <a:gd name="connsiteX1628" fmla="*/ 12468874 w 21052571"/>
              <a:gd name="connsiteY1628" fmla="*/ 4338230 h 8402012"/>
              <a:gd name="connsiteX1629" fmla="*/ 12432010 w 21052571"/>
              <a:gd name="connsiteY1629" fmla="*/ 4362825 h 8402012"/>
              <a:gd name="connsiteX1630" fmla="*/ 12468874 w 21052571"/>
              <a:gd name="connsiteY1630" fmla="*/ 4338230 h 8402012"/>
              <a:gd name="connsiteX1631" fmla="*/ 20837211 w 21052571"/>
              <a:gd name="connsiteY1631" fmla="*/ 4336820 h 8402012"/>
              <a:gd name="connsiteX1632" fmla="*/ 20881899 w 21052571"/>
              <a:gd name="connsiteY1632" fmla="*/ 4381057 h 8402012"/>
              <a:gd name="connsiteX1633" fmla="*/ 20830827 w 21052571"/>
              <a:gd name="connsiteY1633" fmla="*/ 4349459 h 8402012"/>
              <a:gd name="connsiteX1634" fmla="*/ 20837211 w 21052571"/>
              <a:gd name="connsiteY1634" fmla="*/ 4336820 h 8402012"/>
              <a:gd name="connsiteX1635" fmla="*/ 19686627 w 21052571"/>
              <a:gd name="connsiteY1635" fmla="*/ 4336820 h 8402012"/>
              <a:gd name="connsiteX1636" fmla="*/ 19711223 w 21052571"/>
              <a:gd name="connsiteY1636" fmla="*/ 4364120 h 8402012"/>
              <a:gd name="connsiteX1637" fmla="*/ 19674331 w 21052571"/>
              <a:gd name="connsiteY1637" fmla="*/ 4350470 h 8402012"/>
              <a:gd name="connsiteX1638" fmla="*/ 19686627 w 21052571"/>
              <a:gd name="connsiteY1638" fmla="*/ 4336820 h 8402012"/>
              <a:gd name="connsiteX1639" fmla="*/ 9975299 w 21052571"/>
              <a:gd name="connsiteY1639" fmla="*/ 4336814 h 8402012"/>
              <a:gd name="connsiteX1640" fmla="*/ 10000017 w 21052571"/>
              <a:gd name="connsiteY1640" fmla="*/ 4362606 h 8402012"/>
              <a:gd name="connsiteX1641" fmla="*/ 9975299 w 21052571"/>
              <a:gd name="connsiteY1641" fmla="*/ 4336814 h 8402012"/>
              <a:gd name="connsiteX1642" fmla="*/ 12145384 w 21052571"/>
              <a:gd name="connsiteY1642" fmla="*/ 4332868 h 8402012"/>
              <a:gd name="connsiteX1643" fmla="*/ 12170219 w 21052571"/>
              <a:gd name="connsiteY1643" fmla="*/ 4362097 h 8402012"/>
              <a:gd name="connsiteX1644" fmla="*/ 12130483 w 21052571"/>
              <a:gd name="connsiteY1644" fmla="*/ 4398962 h 8402012"/>
              <a:gd name="connsiteX1645" fmla="*/ 12090747 w 21052571"/>
              <a:gd name="connsiteY1645" fmla="*/ 4424241 h 8402012"/>
              <a:gd name="connsiteX1646" fmla="*/ 12110615 w 21052571"/>
              <a:gd name="connsiteY1646" fmla="*/ 4336818 h 8402012"/>
              <a:gd name="connsiteX1647" fmla="*/ 12145384 w 21052571"/>
              <a:gd name="connsiteY1647" fmla="*/ 4332868 h 8402012"/>
              <a:gd name="connsiteX1648" fmla="*/ 11874848 w 21052571"/>
              <a:gd name="connsiteY1648" fmla="*/ 4313538 h 8402012"/>
              <a:gd name="connsiteX1649" fmla="*/ 11895870 w 21052571"/>
              <a:gd name="connsiteY1649" fmla="*/ 4315004 h 8402012"/>
              <a:gd name="connsiteX1650" fmla="*/ 11919049 w 21052571"/>
              <a:gd name="connsiteY1650" fmla="*/ 4343511 h 8402012"/>
              <a:gd name="connsiteX1651" fmla="*/ 11811104 w 21052571"/>
              <a:gd name="connsiteY1651" fmla="*/ 4349868 h 8402012"/>
              <a:gd name="connsiteX1652" fmla="*/ 11874848 w 21052571"/>
              <a:gd name="connsiteY1652" fmla="*/ 4313538 h 8402012"/>
              <a:gd name="connsiteX1653" fmla="*/ 16957107 w 21052571"/>
              <a:gd name="connsiteY1653" fmla="*/ 4313124 h 8402012"/>
              <a:gd name="connsiteX1654" fmla="*/ 17033223 w 21052571"/>
              <a:gd name="connsiteY1654" fmla="*/ 4352500 h 8402012"/>
              <a:gd name="connsiteX1655" fmla="*/ 16944243 w 21052571"/>
              <a:gd name="connsiteY1655" fmla="*/ 4365626 h 8402012"/>
              <a:gd name="connsiteX1656" fmla="*/ 16957107 w 21052571"/>
              <a:gd name="connsiteY1656" fmla="*/ 4313124 h 8402012"/>
              <a:gd name="connsiteX1657" fmla="*/ 19636411 w 21052571"/>
              <a:gd name="connsiteY1657" fmla="*/ 4303641 h 8402012"/>
              <a:gd name="connsiteX1658" fmla="*/ 19673275 w 21052571"/>
              <a:gd name="connsiteY1658" fmla="*/ 4316484 h 8402012"/>
              <a:gd name="connsiteX1659" fmla="*/ 19636411 w 21052571"/>
              <a:gd name="connsiteY1659" fmla="*/ 4303641 h 8402012"/>
              <a:gd name="connsiteX1660" fmla="*/ 16298638 w 21052571"/>
              <a:gd name="connsiteY1660" fmla="*/ 4303641 h 8402012"/>
              <a:gd name="connsiteX1661" fmla="*/ 16280676 w 21052571"/>
              <a:gd name="connsiteY1661" fmla="*/ 4335747 h 8402012"/>
              <a:gd name="connsiteX1662" fmla="*/ 16298638 w 21052571"/>
              <a:gd name="connsiteY1662" fmla="*/ 4303641 h 8402012"/>
              <a:gd name="connsiteX1663" fmla="*/ 11958035 w 21052571"/>
              <a:gd name="connsiteY1663" fmla="*/ 4303641 h 8402012"/>
              <a:gd name="connsiteX1664" fmla="*/ 11994927 w 21052571"/>
              <a:gd name="connsiteY1664" fmla="*/ 4335747 h 8402012"/>
              <a:gd name="connsiteX1665" fmla="*/ 11958035 w 21052571"/>
              <a:gd name="connsiteY1665" fmla="*/ 4303641 h 8402012"/>
              <a:gd name="connsiteX1666" fmla="*/ 10835613 w 21052571"/>
              <a:gd name="connsiteY1666" fmla="*/ 4303641 h 8402012"/>
              <a:gd name="connsiteX1667" fmla="*/ 10847910 w 21052571"/>
              <a:gd name="connsiteY1667" fmla="*/ 4359485 h 8402012"/>
              <a:gd name="connsiteX1668" fmla="*/ 10811018 w 21052571"/>
              <a:gd name="connsiteY1668" fmla="*/ 4359485 h 8402012"/>
              <a:gd name="connsiteX1669" fmla="*/ 10835613 w 21052571"/>
              <a:gd name="connsiteY1669" fmla="*/ 4303641 h 8402012"/>
              <a:gd name="connsiteX1670" fmla="*/ 16846687 w 21052571"/>
              <a:gd name="connsiteY1670" fmla="*/ 4300601 h 8402012"/>
              <a:gd name="connsiteX1671" fmla="*/ 16881591 w 21052571"/>
              <a:gd name="connsiteY1671" fmla="*/ 4303784 h 8402012"/>
              <a:gd name="connsiteX1672" fmla="*/ 16825747 w 21052571"/>
              <a:gd name="connsiteY1672" fmla="*/ 4335617 h 8402012"/>
              <a:gd name="connsiteX1673" fmla="*/ 16846687 w 21052571"/>
              <a:gd name="connsiteY1673" fmla="*/ 4300601 h 8402012"/>
              <a:gd name="connsiteX1674" fmla="*/ 15149724 w 21052571"/>
              <a:gd name="connsiteY1674" fmla="*/ 4300601 h 8402012"/>
              <a:gd name="connsiteX1675" fmla="*/ 15184746 w 21052571"/>
              <a:gd name="connsiteY1675" fmla="*/ 4303784 h 8402012"/>
              <a:gd name="connsiteX1676" fmla="*/ 15128922 w 21052571"/>
              <a:gd name="connsiteY1676" fmla="*/ 4335617 h 8402012"/>
              <a:gd name="connsiteX1677" fmla="*/ 15149724 w 21052571"/>
              <a:gd name="connsiteY1677" fmla="*/ 4300601 h 8402012"/>
              <a:gd name="connsiteX1678" fmla="*/ 11661276 w 21052571"/>
              <a:gd name="connsiteY1678" fmla="*/ 4300601 h 8402012"/>
              <a:gd name="connsiteX1679" fmla="*/ 11696299 w 21052571"/>
              <a:gd name="connsiteY1679" fmla="*/ 4303784 h 8402012"/>
              <a:gd name="connsiteX1680" fmla="*/ 11640474 w 21052571"/>
              <a:gd name="connsiteY1680" fmla="*/ 4335617 h 8402012"/>
              <a:gd name="connsiteX1681" fmla="*/ 11661276 w 21052571"/>
              <a:gd name="connsiteY1681" fmla="*/ 4300601 h 8402012"/>
              <a:gd name="connsiteX1682" fmla="*/ 19015507 w 21052571"/>
              <a:gd name="connsiteY1682" fmla="*/ 4284684 h 8402012"/>
              <a:gd name="connsiteX1683" fmla="*/ 19071327 w 21052571"/>
              <a:gd name="connsiteY1683" fmla="*/ 4284684 h 8402012"/>
              <a:gd name="connsiteX1684" fmla="*/ 19090287 w 21052571"/>
              <a:gd name="connsiteY1684" fmla="*/ 4364154 h 8402012"/>
              <a:gd name="connsiteX1685" fmla="*/ 19015507 w 21052571"/>
              <a:gd name="connsiteY1685" fmla="*/ 4284684 h 8402012"/>
              <a:gd name="connsiteX1686" fmla="*/ 17375559 w 21052571"/>
              <a:gd name="connsiteY1686" fmla="*/ 4284681 h 8402012"/>
              <a:gd name="connsiteX1687" fmla="*/ 17511919 w 21052571"/>
              <a:gd name="connsiteY1687" fmla="*/ 4315706 h 8402012"/>
              <a:gd name="connsiteX1688" fmla="*/ 17453011 w 21052571"/>
              <a:gd name="connsiteY1688" fmla="*/ 4315706 h 8402012"/>
              <a:gd name="connsiteX1689" fmla="*/ 17375559 w 21052571"/>
              <a:gd name="connsiteY1689" fmla="*/ 4284681 h 8402012"/>
              <a:gd name="connsiteX1690" fmla="*/ 10128997 w 21052571"/>
              <a:gd name="connsiteY1690" fmla="*/ 4272551 h 8402012"/>
              <a:gd name="connsiteX1691" fmla="*/ 10141720 w 21052571"/>
              <a:gd name="connsiteY1691" fmla="*/ 4272551 h 8402012"/>
              <a:gd name="connsiteX1692" fmla="*/ 10129745 w 21052571"/>
              <a:gd name="connsiteY1692" fmla="*/ 4293026 h 8402012"/>
              <a:gd name="connsiteX1693" fmla="*/ 10128997 w 21052571"/>
              <a:gd name="connsiteY1693" fmla="*/ 4272551 h 8402012"/>
              <a:gd name="connsiteX1694" fmla="*/ 16582964 w 21052571"/>
              <a:gd name="connsiteY1694" fmla="*/ 4270465 h 8402012"/>
              <a:gd name="connsiteX1695" fmla="*/ 16565058 w 21052571"/>
              <a:gd name="connsiteY1695" fmla="*/ 4302574 h 8402012"/>
              <a:gd name="connsiteX1696" fmla="*/ 16582964 w 21052571"/>
              <a:gd name="connsiteY1696" fmla="*/ 4270465 h 8402012"/>
              <a:gd name="connsiteX1697" fmla="*/ 16222802 w 21052571"/>
              <a:gd name="connsiteY1697" fmla="*/ 4270465 h 8402012"/>
              <a:gd name="connsiteX1698" fmla="*/ 16204838 w 21052571"/>
              <a:gd name="connsiteY1698" fmla="*/ 4302574 h 8402012"/>
              <a:gd name="connsiteX1699" fmla="*/ 16222802 w 21052571"/>
              <a:gd name="connsiteY1699" fmla="*/ 4270465 h 8402012"/>
              <a:gd name="connsiteX1700" fmla="*/ 12114446 w 21052571"/>
              <a:gd name="connsiteY1700" fmla="*/ 4270465 h 8402012"/>
              <a:gd name="connsiteX1701" fmla="*/ 12132408 w 21052571"/>
              <a:gd name="connsiteY1701" fmla="*/ 4302574 h 8402012"/>
              <a:gd name="connsiteX1702" fmla="*/ 12114446 w 21052571"/>
              <a:gd name="connsiteY1702" fmla="*/ 4270465 h 8402012"/>
              <a:gd name="connsiteX1703" fmla="*/ 19875043 w 21052571"/>
              <a:gd name="connsiteY1703" fmla="*/ 4270462 h 8402012"/>
              <a:gd name="connsiteX1704" fmla="*/ 19919731 w 21052571"/>
              <a:gd name="connsiteY1704" fmla="*/ 4290303 h 8402012"/>
              <a:gd name="connsiteX1705" fmla="*/ 19868659 w 21052571"/>
              <a:gd name="connsiteY1705" fmla="*/ 4290303 h 8402012"/>
              <a:gd name="connsiteX1706" fmla="*/ 19875043 w 21052571"/>
              <a:gd name="connsiteY1706" fmla="*/ 4270462 h 8402012"/>
              <a:gd name="connsiteX1707" fmla="*/ 17622023 w 21052571"/>
              <a:gd name="connsiteY1707" fmla="*/ 4270462 h 8402012"/>
              <a:gd name="connsiteX1708" fmla="*/ 17726775 w 21052571"/>
              <a:gd name="connsiteY1708" fmla="*/ 4359459 h 8402012"/>
              <a:gd name="connsiteX1709" fmla="*/ 17661303 w 21052571"/>
              <a:gd name="connsiteY1709" fmla="*/ 4334031 h 8402012"/>
              <a:gd name="connsiteX1710" fmla="*/ 17622023 w 21052571"/>
              <a:gd name="connsiteY1710" fmla="*/ 4334031 h 8402012"/>
              <a:gd name="connsiteX1711" fmla="*/ 17622023 w 21052571"/>
              <a:gd name="connsiteY1711" fmla="*/ 4270462 h 8402012"/>
              <a:gd name="connsiteX1712" fmla="*/ 10190116 w 21052571"/>
              <a:gd name="connsiteY1712" fmla="*/ 4270462 h 8402012"/>
              <a:gd name="connsiteX1713" fmla="*/ 10226980 w 21052571"/>
              <a:gd name="connsiteY1713" fmla="*/ 4270462 h 8402012"/>
              <a:gd name="connsiteX1714" fmla="*/ 10202755 w 21052571"/>
              <a:gd name="connsiteY1714" fmla="*/ 4349934 h 8402012"/>
              <a:gd name="connsiteX1715" fmla="*/ 10190116 w 21052571"/>
              <a:gd name="connsiteY1715" fmla="*/ 4270462 h 8402012"/>
              <a:gd name="connsiteX1716" fmla="*/ 10124654 w 21052571"/>
              <a:gd name="connsiteY1716" fmla="*/ 4270462 h 8402012"/>
              <a:gd name="connsiteX1717" fmla="*/ 10130803 w 21052571"/>
              <a:gd name="connsiteY1717" fmla="*/ 4359459 h 8402012"/>
              <a:gd name="connsiteX1718" fmla="*/ 10100059 w 21052571"/>
              <a:gd name="connsiteY1718" fmla="*/ 4340388 h 8402012"/>
              <a:gd name="connsiteX1719" fmla="*/ 10124654 w 21052571"/>
              <a:gd name="connsiteY1719" fmla="*/ 4270462 h 8402012"/>
              <a:gd name="connsiteX1720" fmla="*/ 10092404 w 21052571"/>
              <a:gd name="connsiteY1720" fmla="*/ 4257651 h 8402012"/>
              <a:gd name="connsiteX1721" fmla="*/ 10095172 w 21052571"/>
              <a:gd name="connsiteY1721" fmla="*/ 4259861 h 8402012"/>
              <a:gd name="connsiteX1722" fmla="*/ 10095141 w 21052571"/>
              <a:gd name="connsiteY1722" fmla="*/ 4260982 h 8402012"/>
              <a:gd name="connsiteX1723" fmla="*/ 10108541 w 21052571"/>
              <a:gd name="connsiteY1723" fmla="*/ 4260982 h 8402012"/>
              <a:gd name="connsiteX1724" fmla="*/ 10099560 w 21052571"/>
              <a:gd name="connsiteY1724" fmla="*/ 4268367 h 8402012"/>
              <a:gd name="connsiteX1725" fmla="*/ 10095037 w 21052571"/>
              <a:gd name="connsiteY1725" fmla="*/ 4264647 h 8402012"/>
              <a:gd name="connsiteX1726" fmla="*/ 10094865 w 21052571"/>
              <a:gd name="connsiteY1726" fmla="*/ 4270717 h 8402012"/>
              <a:gd name="connsiteX1727" fmla="*/ 10092404 w 21052571"/>
              <a:gd name="connsiteY1727" fmla="*/ 4288394 h 8402012"/>
              <a:gd name="connsiteX1728" fmla="*/ 10085841 w 21052571"/>
              <a:gd name="connsiteY1728" fmla="*/ 4269948 h 8402012"/>
              <a:gd name="connsiteX1729" fmla="*/ 10092404 w 21052571"/>
              <a:gd name="connsiteY1729" fmla="*/ 4257651 h 8402012"/>
              <a:gd name="connsiteX1730" fmla="*/ 19830739 w 21052571"/>
              <a:gd name="connsiteY1730" fmla="*/ 4246766 h 8402012"/>
              <a:gd name="connsiteX1731" fmla="*/ 19867603 w 21052571"/>
              <a:gd name="connsiteY1731" fmla="*/ 4259609 h 8402012"/>
              <a:gd name="connsiteX1732" fmla="*/ 19830739 w 21052571"/>
              <a:gd name="connsiteY1732" fmla="*/ 4246766 h 8402012"/>
              <a:gd name="connsiteX1733" fmla="*/ 16767872 w 21052571"/>
              <a:gd name="connsiteY1733" fmla="*/ 4246766 h 8402012"/>
              <a:gd name="connsiteX1734" fmla="*/ 16749910 w 21052571"/>
              <a:gd name="connsiteY1734" fmla="*/ 4274066 h 8402012"/>
              <a:gd name="connsiteX1735" fmla="*/ 16767872 w 21052571"/>
              <a:gd name="connsiteY1735" fmla="*/ 4246766 h 8402012"/>
              <a:gd name="connsiteX1736" fmla="*/ 15981076 w 21052571"/>
              <a:gd name="connsiteY1736" fmla="*/ 4246766 h 8402012"/>
              <a:gd name="connsiteX1737" fmla="*/ 15963114 w 21052571"/>
              <a:gd name="connsiteY1737" fmla="*/ 4274066 h 8402012"/>
              <a:gd name="connsiteX1738" fmla="*/ 15981076 w 21052571"/>
              <a:gd name="connsiteY1738" fmla="*/ 4246766 h 8402012"/>
              <a:gd name="connsiteX1739" fmla="*/ 14786664 w 21052571"/>
              <a:gd name="connsiteY1739" fmla="*/ 4246766 h 8402012"/>
              <a:gd name="connsiteX1740" fmla="*/ 14768702 w 21052571"/>
              <a:gd name="connsiteY1740" fmla="*/ 4274066 h 8402012"/>
              <a:gd name="connsiteX1741" fmla="*/ 14786664 w 21052571"/>
              <a:gd name="connsiteY1741" fmla="*/ 4246766 h 8402012"/>
              <a:gd name="connsiteX1742" fmla="*/ 13279425 w 21052571"/>
              <a:gd name="connsiteY1742" fmla="*/ 4246766 h 8402012"/>
              <a:gd name="connsiteX1743" fmla="*/ 13261463 w 21052571"/>
              <a:gd name="connsiteY1743" fmla="*/ 4274066 h 8402012"/>
              <a:gd name="connsiteX1744" fmla="*/ 13279425 w 21052571"/>
              <a:gd name="connsiteY1744" fmla="*/ 4246766 h 8402012"/>
              <a:gd name="connsiteX1745" fmla="*/ 9469676 w 21052571"/>
              <a:gd name="connsiteY1745" fmla="*/ 4246766 h 8402012"/>
              <a:gd name="connsiteX1746" fmla="*/ 9496976 w 21052571"/>
              <a:gd name="connsiteY1746" fmla="*/ 4274066 h 8402012"/>
              <a:gd name="connsiteX1747" fmla="*/ 9469676 w 21052571"/>
              <a:gd name="connsiteY1747" fmla="*/ 4246766 h 8402012"/>
              <a:gd name="connsiteX1748" fmla="*/ 18870019 w 21052571"/>
              <a:gd name="connsiteY1748" fmla="*/ 4242537 h 8402012"/>
              <a:gd name="connsiteX1749" fmla="*/ 18886479 w 21052571"/>
              <a:gd name="connsiteY1749" fmla="*/ 4269437 h 8402012"/>
              <a:gd name="connsiteX1750" fmla="*/ 18849615 w 21052571"/>
              <a:gd name="connsiteY1750" fmla="*/ 4257140 h 8402012"/>
              <a:gd name="connsiteX1751" fmla="*/ 18870019 w 21052571"/>
              <a:gd name="connsiteY1751" fmla="*/ 4242537 h 8402012"/>
              <a:gd name="connsiteX1752" fmla="*/ 17335999 w 21052571"/>
              <a:gd name="connsiteY1752" fmla="*/ 4242218 h 8402012"/>
              <a:gd name="connsiteX1753" fmla="*/ 17364975 w 21052571"/>
              <a:gd name="connsiteY1753" fmla="*/ 4274140 h 8402012"/>
              <a:gd name="connsiteX1754" fmla="*/ 17285503 w 21052571"/>
              <a:gd name="connsiteY1754" fmla="*/ 4261371 h 8402012"/>
              <a:gd name="connsiteX1755" fmla="*/ 17292123 w 21052571"/>
              <a:gd name="connsiteY1755" fmla="*/ 4248603 h 8402012"/>
              <a:gd name="connsiteX1756" fmla="*/ 17335999 w 21052571"/>
              <a:gd name="connsiteY1756" fmla="*/ 4242218 h 8402012"/>
              <a:gd name="connsiteX1757" fmla="*/ 14599314 w 21052571"/>
              <a:gd name="connsiteY1757" fmla="*/ 4227806 h 8402012"/>
              <a:gd name="connsiteX1758" fmla="*/ 14611289 w 21052571"/>
              <a:gd name="connsiteY1758" fmla="*/ 4247070 h 8402012"/>
              <a:gd name="connsiteX1759" fmla="*/ 14593327 w 21052571"/>
              <a:gd name="connsiteY1759" fmla="*/ 4247070 h 8402012"/>
              <a:gd name="connsiteX1760" fmla="*/ 14599314 w 21052571"/>
              <a:gd name="connsiteY1760" fmla="*/ 4227806 h 8402012"/>
              <a:gd name="connsiteX1761" fmla="*/ 12754312 w 21052571"/>
              <a:gd name="connsiteY1761" fmla="*/ 4214995 h 8402012"/>
              <a:gd name="connsiteX1762" fmla="*/ 12791204 w 21052571"/>
              <a:gd name="connsiteY1762" fmla="*/ 4245738 h 8402012"/>
              <a:gd name="connsiteX1763" fmla="*/ 12754312 w 21052571"/>
              <a:gd name="connsiteY1763" fmla="*/ 4214995 h 8402012"/>
              <a:gd name="connsiteX1764" fmla="*/ 9621713 w 21052571"/>
              <a:gd name="connsiteY1764" fmla="*/ 4214304 h 8402012"/>
              <a:gd name="connsiteX1765" fmla="*/ 9641058 w 21052571"/>
              <a:gd name="connsiteY1765" fmla="*/ 4246544 h 8402012"/>
              <a:gd name="connsiteX1766" fmla="*/ 9621713 w 21052571"/>
              <a:gd name="connsiteY1766" fmla="*/ 4214304 h 8402012"/>
              <a:gd name="connsiteX1767" fmla="*/ 20260963 w 21052571"/>
              <a:gd name="connsiteY1767" fmla="*/ 4213587 h 8402012"/>
              <a:gd name="connsiteX1768" fmla="*/ 20247839 w 21052571"/>
              <a:gd name="connsiteY1768" fmla="*/ 4245696 h 8402012"/>
              <a:gd name="connsiteX1769" fmla="*/ 20260963 w 21052571"/>
              <a:gd name="connsiteY1769" fmla="*/ 4213587 h 8402012"/>
              <a:gd name="connsiteX1770" fmla="*/ 17242847 w 21052571"/>
              <a:gd name="connsiteY1770" fmla="*/ 4213587 h 8402012"/>
              <a:gd name="connsiteX1771" fmla="*/ 17279739 w 21052571"/>
              <a:gd name="connsiteY1771" fmla="*/ 4226431 h 8402012"/>
              <a:gd name="connsiteX1772" fmla="*/ 17242847 w 21052571"/>
              <a:gd name="connsiteY1772" fmla="*/ 4213587 h 8402012"/>
              <a:gd name="connsiteX1773" fmla="*/ 16090088 w 21052571"/>
              <a:gd name="connsiteY1773" fmla="*/ 4213587 h 8402012"/>
              <a:gd name="connsiteX1774" fmla="*/ 16072126 w 21052571"/>
              <a:gd name="connsiteY1774" fmla="*/ 4245696 h 8402012"/>
              <a:gd name="connsiteX1775" fmla="*/ 16090088 w 21052571"/>
              <a:gd name="connsiteY1775" fmla="*/ 4213587 h 8402012"/>
              <a:gd name="connsiteX1776" fmla="*/ 14639700 w 21052571"/>
              <a:gd name="connsiteY1776" fmla="*/ 4213587 h 8402012"/>
              <a:gd name="connsiteX1777" fmla="*/ 14615105 w 21052571"/>
              <a:gd name="connsiteY1777" fmla="*/ 4245696 h 8402012"/>
              <a:gd name="connsiteX1778" fmla="*/ 14602808 w 21052571"/>
              <a:gd name="connsiteY1778" fmla="*/ 4226431 h 8402012"/>
              <a:gd name="connsiteX1779" fmla="*/ 14639700 w 21052571"/>
              <a:gd name="connsiteY1779" fmla="*/ 4213587 h 8402012"/>
              <a:gd name="connsiteX1780" fmla="*/ 10920032 w 21052571"/>
              <a:gd name="connsiteY1780" fmla="*/ 4213587 h 8402012"/>
              <a:gd name="connsiteX1781" fmla="*/ 10937994 w 21052571"/>
              <a:gd name="connsiteY1781" fmla="*/ 4245696 h 8402012"/>
              <a:gd name="connsiteX1782" fmla="*/ 10920032 w 21052571"/>
              <a:gd name="connsiteY1782" fmla="*/ 4213587 h 8402012"/>
              <a:gd name="connsiteX1783" fmla="*/ 13204588 w 21052571"/>
              <a:gd name="connsiteY1783" fmla="*/ 4213584 h 8402012"/>
              <a:gd name="connsiteX1784" fmla="*/ 13236694 w 21052571"/>
              <a:gd name="connsiteY1784" fmla="*/ 4238404 h 8402012"/>
              <a:gd name="connsiteX1785" fmla="*/ 13204588 w 21052571"/>
              <a:gd name="connsiteY1785" fmla="*/ 4269428 h 8402012"/>
              <a:gd name="connsiteX1786" fmla="*/ 13204588 w 21052571"/>
              <a:gd name="connsiteY1786" fmla="*/ 4213584 h 8402012"/>
              <a:gd name="connsiteX1787" fmla="*/ 18923703 w 21052571"/>
              <a:gd name="connsiteY1787" fmla="*/ 4212190 h 8402012"/>
              <a:gd name="connsiteX1788" fmla="*/ 18976527 w 21052571"/>
              <a:gd name="connsiteY1788" fmla="*/ 4259905 h 8402012"/>
              <a:gd name="connsiteX1789" fmla="*/ 18906491 w 21052571"/>
              <a:gd name="connsiteY1789" fmla="*/ 4227590 h 8402012"/>
              <a:gd name="connsiteX1790" fmla="*/ 18923703 w 21052571"/>
              <a:gd name="connsiteY1790" fmla="*/ 4212190 h 8402012"/>
              <a:gd name="connsiteX1791" fmla="*/ 9852780 w 21052571"/>
              <a:gd name="connsiteY1791" fmla="*/ 4202483 h 8402012"/>
              <a:gd name="connsiteX1792" fmla="*/ 9856906 w 21052571"/>
              <a:gd name="connsiteY1792" fmla="*/ 4210132 h 8402012"/>
              <a:gd name="connsiteX1793" fmla="*/ 9861159 w 21052571"/>
              <a:gd name="connsiteY1793" fmla="*/ 4205901 h 8402012"/>
              <a:gd name="connsiteX1794" fmla="*/ 10206818 w 21052571"/>
              <a:gd name="connsiteY1794" fmla="*/ 4198726 h 8402012"/>
              <a:gd name="connsiteX1795" fmla="*/ 10241183 w 21052571"/>
              <a:gd name="connsiteY1795" fmla="*/ 4248399 h 8402012"/>
              <a:gd name="connsiteX1796" fmla="*/ 10171714 w 21052571"/>
              <a:gd name="connsiteY1796" fmla="*/ 4307289 h 8402012"/>
              <a:gd name="connsiteX1797" fmla="*/ 10133238 w 21052571"/>
              <a:gd name="connsiteY1797" fmla="*/ 4235312 h 8402012"/>
              <a:gd name="connsiteX1798" fmla="*/ 10165301 w 21052571"/>
              <a:gd name="connsiteY1798" fmla="*/ 4203687 h 8402012"/>
              <a:gd name="connsiteX1799" fmla="*/ 10187979 w 21052571"/>
              <a:gd name="connsiteY1799" fmla="*/ 4199018 h 8402012"/>
              <a:gd name="connsiteX1800" fmla="*/ 10206818 w 21052571"/>
              <a:gd name="connsiteY1800" fmla="*/ 4198726 h 8402012"/>
              <a:gd name="connsiteX1801" fmla="*/ 10395818 w 21052571"/>
              <a:gd name="connsiteY1801" fmla="*/ 4185241 h 8402012"/>
              <a:gd name="connsiteX1802" fmla="*/ 10414618 w 21052571"/>
              <a:gd name="connsiteY1802" fmla="*/ 4245722 h 8402012"/>
              <a:gd name="connsiteX1803" fmla="*/ 10395818 w 21052571"/>
              <a:gd name="connsiteY1803" fmla="*/ 4185241 h 8402012"/>
              <a:gd name="connsiteX1804" fmla="*/ 13616354 w 21052571"/>
              <a:gd name="connsiteY1804" fmla="*/ 4185241 h 8402012"/>
              <a:gd name="connsiteX1805" fmla="*/ 13739093 w 21052571"/>
              <a:gd name="connsiteY1805" fmla="*/ 4185241 h 8402012"/>
              <a:gd name="connsiteX1806" fmla="*/ 13706507 w 21052571"/>
              <a:gd name="connsiteY1806" fmla="*/ 4245722 h 8402012"/>
              <a:gd name="connsiteX1807" fmla="*/ 13583768 w 21052571"/>
              <a:gd name="connsiteY1807" fmla="*/ 4245722 h 8402012"/>
              <a:gd name="connsiteX1808" fmla="*/ 13616354 w 21052571"/>
              <a:gd name="connsiteY1808" fmla="*/ 4185241 h 8402012"/>
              <a:gd name="connsiteX1809" fmla="*/ 14146699 w 21052571"/>
              <a:gd name="connsiteY1809" fmla="*/ 4185240 h 8402012"/>
              <a:gd name="connsiteX1810" fmla="*/ 14133574 w 21052571"/>
              <a:gd name="connsiteY1810" fmla="*/ 4217182 h 8402012"/>
              <a:gd name="connsiteX1811" fmla="*/ 14146699 w 21052571"/>
              <a:gd name="connsiteY1811" fmla="*/ 4185240 h 8402012"/>
              <a:gd name="connsiteX1812" fmla="*/ 12862275 w 21052571"/>
              <a:gd name="connsiteY1812" fmla="*/ 4185240 h 8402012"/>
              <a:gd name="connsiteX1813" fmla="*/ 12844368 w 21052571"/>
              <a:gd name="connsiteY1813" fmla="*/ 4217182 h 8402012"/>
              <a:gd name="connsiteX1814" fmla="*/ 12862275 w 21052571"/>
              <a:gd name="connsiteY1814" fmla="*/ 4185240 h 8402012"/>
              <a:gd name="connsiteX1815" fmla="*/ 10320813 w 21052571"/>
              <a:gd name="connsiteY1815" fmla="*/ 4184981 h 8402012"/>
              <a:gd name="connsiteX1816" fmla="*/ 10360096 w 21052571"/>
              <a:gd name="connsiteY1816" fmla="*/ 4215141 h 8402012"/>
              <a:gd name="connsiteX1817" fmla="*/ 10320813 w 21052571"/>
              <a:gd name="connsiteY1817" fmla="*/ 4184981 h 8402012"/>
              <a:gd name="connsiteX1818" fmla="*/ 14358325 w 21052571"/>
              <a:gd name="connsiteY1818" fmla="*/ 4182416 h 8402012"/>
              <a:gd name="connsiteX1819" fmla="*/ 14393227 w 21052571"/>
              <a:gd name="connsiteY1819" fmla="*/ 4185971 h 8402012"/>
              <a:gd name="connsiteX1820" fmla="*/ 14337383 w 21052571"/>
              <a:gd name="connsiteY1820" fmla="*/ 4216504 h 8402012"/>
              <a:gd name="connsiteX1821" fmla="*/ 14358325 w 21052571"/>
              <a:gd name="connsiteY1821" fmla="*/ 4182416 h 8402012"/>
              <a:gd name="connsiteX1822" fmla="*/ 10962691 w 21052571"/>
              <a:gd name="connsiteY1822" fmla="*/ 4182260 h 8402012"/>
              <a:gd name="connsiteX1823" fmla="*/ 10994800 w 21052571"/>
              <a:gd name="connsiteY1823" fmla="*/ 4212501 h 8402012"/>
              <a:gd name="connsiteX1824" fmla="*/ 10962691 w 21052571"/>
              <a:gd name="connsiteY1824" fmla="*/ 4182260 h 8402012"/>
              <a:gd name="connsiteX1825" fmla="*/ 19772839 w 21052571"/>
              <a:gd name="connsiteY1825" fmla="*/ 4182259 h 8402012"/>
              <a:gd name="connsiteX1826" fmla="*/ 19735947 w 21052571"/>
              <a:gd name="connsiteY1826" fmla="*/ 4212501 h 8402012"/>
              <a:gd name="connsiteX1827" fmla="*/ 19772839 w 21052571"/>
              <a:gd name="connsiteY1827" fmla="*/ 4182259 h 8402012"/>
              <a:gd name="connsiteX1828" fmla="*/ 15924684 w 21052571"/>
              <a:gd name="connsiteY1828" fmla="*/ 4171024 h 8402012"/>
              <a:gd name="connsiteX1829" fmla="*/ 15943130 w 21052571"/>
              <a:gd name="connsiteY1829" fmla="*/ 4212547 h 8402012"/>
              <a:gd name="connsiteX1830" fmla="*/ 15906238 w 21052571"/>
              <a:gd name="connsiteY1830" fmla="*/ 4212547 h 8402012"/>
              <a:gd name="connsiteX1831" fmla="*/ 15924684 w 21052571"/>
              <a:gd name="connsiteY1831" fmla="*/ 4171024 h 8402012"/>
              <a:gd name="connsiteX1832" fmla="*/ 16609386 w 21052571"/>
              <a:gd name="connsiteY1832" fmla="*/ 4161827 h 8402012"/>
              <a:gd name="connsiteX1833" fmla="*/ 16687922 w 21052571"/>
              <a:gd name="connsiteY1833" fmla="*/ 4211054 h 8402012"/>
              <a:gd name="connsiteX1834" fmla="*/ 16720390 w 21052571"/>
              <a:gd name="connsiteY1834" fmla="*/ 4302552 h 8402012"/>
              <a:gd name="connsiteX1835" fmla="*/ 16622982 w 21052571"/>
              <a:gd name="connsiteY1835" fmla="*/ 4243732 h 8402012"/>
              <a:gd name="connsiteX1836" fmla="*/ 16584018 w 21052571"/>
              <a:gd name="connsiteY1836" fmla="*/ 4187187 h 8402012"/>
              <a:gd name="connsiteX1837" fmla="*/ 16609386 w 21052571"/>
              <a:gd name="connsiteY1837" fmla="*/ 4161827 h 8402012"/>
              <a:gd name="connsiteX1838" fmla="*/ 15824664 w 21052571"/>
              <a:gd name="connsiteY1838" fmla="*/ 4152063 h 8402012"/>
              <a:gd name="connsiteX1839" fmla="*/ 15806702 w 21052571"/>
              <a:gd name="connsiteY1839" fmla="*/ 4184169 h 8402012"/>
              <a:gd name="connsiteX1840" fmla="*/ 15824664 w 21052571"/>
              <a:gd name="connsiteY1840" fmla="*/ 4152063 h 8402012"/>
              <a:gd name="connsiteX1841" fmla="*/ 10457627 w 21052571"/>
              <a:gd name="connsiteY1841" fmla="*/ 4152062 h 8402012"/>
              <a:gd name="connsiteX1842" fmla="*/ 10450802 w 21052571"/>
              <a:gd name="connsiteY1842" fmla="*/ 4245698 h 8402012"/>
              <a:gd name="connsiteX1843" fmla="*/ 10457627 w 21052571"/>
              <a:gd name="connsiteY1843" fmla="*/ 4152062 h 8402012"/>
              <a:gd name="connsiteX1844" fmla="*/ 10392831 w 21052571"/>
              <a:gd name="connsiteY1844" fmla="*/ 4146077 h 8402012"/>
              <a:gd name="connsiteX1845" fmla="*/ 10242249 w 21052571"/>
              <a:gd name="connsiteY1845" fmla="*/ 4247560 h 8402012"/>
              <a:gd name="connsiteX1846" fmla="*/ 10268437 w 21052571"/>
              <a:gd name="connsiteY1846" fmla="*/ 4247560 h 8402012"/>
              <a:gd name="connsiteX1847" fmla="*/ 10242249 w 21052571"/>
              <a:gd name="connsiteY1847" fmla="*/ 4215141 h 8402012"/>
              <a:gd name="connsiteX1848" fmla="*/ 10392831 w 21052571"/>
              <a:gd name="connsiteY1848" fmla="*/ 4146077 h 8402012"/>
              <a:gd name="connsiteX1849" fmla="*/ 17223883 w 21052571"/>
              <a:gd name="connsiteY1849" fmla="*/ 4133111 h 8402012"/>
              <a:gd name="connsiteX1850" fmla="*/ 17500407 w 21052571"/>
              <a:gd name="connsiteY1850" fmla="*/ 4209261 h 8402012"/>
              <a:gd name="connsiteX1851" fmla="*/ 17584335 w 21052571"/>
              <a:gd name="connsiteY1851" fmla="*/ 4255009 h 8402012"/>
              <a:gd name="connsiteX1852" fmla="*/ 17545599 w 21052571"/>
              <a:gd name="connsiteY1852" fmla="*/ 4307293 h 8402012"/>
              <a:gd name="connsiteX1853" fmla="*/ 17223883 w 21052571"/>
              <a:gd name="connsiteY1853" fmla="*/ 4133111 h 8402012"/>
              <a:gd name="connsiteX1854" fmla="*/ 10507545 w 21052571"/>
              <a:gd name="connsiteY1854" fmla="*/ 4123451 h 8402012"/>
              <a:gd name="connsiteX1855" fmla="*/ 10544541 w 21052571"/>
              <a:gd name="connsiteY1855" fmla="*/ 4132757 h 8402012"/>
              <a:gd name="connsiteX1856" fmla="*/ 10486036 w 21052571"/>
              <a:gd name="connsiteY1856" fmla="*/ 4153699 h 8402012"/>
              <a:gd name="connsiteX1857" fmla="*/ 10485752 w 21052571"/>
              <a:gd name="connsiteY1857" fmla="*/ 4153333 h 8402012"/>
              <a:gd name="connsiteX1858" fmla="*/ 10473929 w 21052571"/>
              <a:gd name="connsiteY1858" fmla="*/ 4159591 h 8402012"/>
              <a:gd name="connsiteX1859" fmla="*/ 10460279 w 21052571"/>
              <a:gd name="connsiteY1859" fmla="*/ 4152366 h 8402012"/>
              <a:gd name="connsiteX1860" fmla="*/ 10472069 w 21052571"/>
              <a:gd name="connsiteY1860" fmla="*/ 4135729 h 8402012"/>
              <a:gd name="connsiteX1861" fmla="*/ 10469759 w 21052571"/>
              <a:gd name="connsiteY1861" fmla="*/ 4132757 h 8402012"/>
              <a:gd name="connsiteX1862" fmla="*/ 10507545 w 21052571"/>
              <a:gd name="connsiteY1862" fmla="*/ 4123451 h 8402012"/>
              <a:gd name="connsiteX1863" fmla="*/ 16355418 w 21052571"/>
              <a:gd name="connsiteY1863" fmla="*/ 4118885 h 8402012"/>
              <a:gd name="connsiteX1864" fmla="*/ 16342294 w 21052571"/>
              <a:gd name="connsiteY1864" fmla="*/ 4150990 h 8402012"/>
              <a:gd name="connsiteX1865" fmla="*/ 16355418 w 21052571"/>
              <a:gd name="connsiteY1865" fmla="*/ 4118885 h 8402012"/>
              <a:gd name="connsiteX1866" fmla="*/ 16317568 w 21052571"/>
              <a:gd name="connsiteY1866" fmla="*/ 4118881 h 8402012"/>
              <a:gd name="connsiteX1867" fmla="*/ 16280676 w 21052571"/>
              <a:gd name="connsiteY1867" fmla="*/ 4149624 h 8402012"/>
              <a:gd name="connsiteX1868" fmla="*/ 16317568 w 21052571"/>
              <a:gd name="connsiteY1868" fmla="*/ 4118881 h 8402012"/>
              <a:gd name="connsiteX1869" fmla="*/ 17915123 w 21052571"/>
              <a:gd name="connsiteY1869" fmla="*/ 4113134 h 8402012"/>
              <a:gd name="connsiteX1870" fmla="*/ 17911147 w 21052571"/>
              <a:gd name="connsiteY1870" fmla="*/ 4117810 h 8402012"/>
              <a:gd name="connsiteX1871" fmla="*/ 17914987 w 21052571"/>
              <a:gd name="connsiteY1871" fmla="*/ 4113295 h 8402012"/>
              <a:gd name="connsiteX1872" fmla="*/ 9809865 w 21052571"/>
              <a:gd name="connsiteY1872" fmla="*/ 4112770 h 8402012"/>
              <a:gd name="connsiteX1873" fmla="*/ 9814581 w 21052571"/>
              <a:gd name="connsiteY1873" fmla="*/ 4118314 h 8402012"/>
              <a:gd name="connsiteX1874" fmla="*/ 9808019 w 21052571"/>
              <a:gd name="connsiteY1874" fmla="*/ 4131964 h 8402012"/>
              <a:gd name="connsiteX1875" fmla="*/ 9809865 w 21052571"/>
              <a:gd name="connsiteY1875" fmla="*/ 4112770 h 8402012"/>
              <a:gd name="connsiteX1876" fmla="*/ 9760697 w 21052571"/>
              <a:gd name="connsiteY1876" fmla="*/ 4109923 h 8402012"/>
              <a:gd name="connsiteX1877" fmla="*/ 9804785 w 21052571"/>
              <a:gd name="connsiteY1877" fmla="*/ 4120006 h 8402012"/>
              <a:gd name="connsiteX1878" fmla="*/ 9735101 w 21052571"/>
              <a:gd name="connsiteY1878" fmla="*/ 4151029 h 8402012"/>
              <a:gd name="connsiteX1879" fmla="*/ 9760697 w 21052571"/>
              <a:gd name="connsiteY1879" fmla="*/ 4109923 h 8402012"/>
              <a:gd name="connsiteX1880" fmla="*/ 17922023 w 21052571"/>
              <a:gd name="connsiteY1880" fmla="*/ 4105021 h 8402012"/>
              <a:gd name="connsiteX1881" fmla="*/ 17921387 w 21052571"/>
              <a:gd name="connsiteY1881" fmla="*/ 4105771 h 8402012"/>
              <a:gd name="connsiteX1882" fmla="*/ 17915123 w 21052571"/>
              <a:gd name="connsiteY1882" fmla="*/ 4113134 h 8402012"/>
              <a:gd name="connsiteX1883" fmla="*/ 9821601 w 21052571"/>
              <a:gd name="connsiteY1883" fmla="*/ 4102913 h 8402012"/>
              <a:gd name="connsiteX1884" fmla="*/ 9817499 w 21052571"/>
              <a:gd name="connsiteY1884" fmla="*/ 4117882 h 8402012"/>
              <a:gd name="connsiteX1885" fmla="*/ 9810936 w 21052571"/>
              <a:gd name="connsiteY1885" fmla="*/ 4105908 h 8402012"/>
              <a:gd name="connsiteX1886" fmla="*/ 9821601 w 21052571"/>
              <a:gd name="connsiteY1886" fmla="*/ 4102913 h 8402012"/>
              <a:gd name="connsiteX1887" fmla="*/ 9885021 w 21052571"/>
              <a:gd name="connsiteY1887" fmla="*/ 4087636 h 8402012"/>
              <a:gd name="connsiteX1888" fmla="*/ 9923712 w 21052571"/>
              <a:gd name="connsiteY1888" fmla="*/ 4119876 h 8402012"/>
              <a:gd name="connsiteX1889" fmla="*/ 9885021 w 21052571"/>
              <a:gd name="connsiteY1889" fmla="*/ 4087636 h 8402012"/>
              <a:gd name="connsiteX1890" fmla="*/ 10623518 w 21052571"/>
              <a:gd name="connsiteY1890" fmla="*/ 4085706 h 8402012"/>
              <a:gd name="connsiteX1891" fmla="*/ 10637168 w 21052571"/>
              <a:gd name="connsiteY1891" fmla="*/ 4150975 h 8402012"/>
              <a:gd name="connsiteX1892" fmla="*/ 10623518 w 21052571"/>
              <a:gd name="connsiteY1892" fmla="*/ 4085706 h 8402012"/>
              <a:gd name="connsiteX1893" fmla="*/ 10412881 w 21052571"/>
              <a:gd name="connsiteY1893" fmla="*/ 4085706 h 8402012"/>
              <a:gd name="connsiteX1894" fmla="*/ 10430843 w 21052571"/>
              <a:gd name="connsiteY1894" fmla="*/ 4117810 h 8402012"/>
              <a:gd name="connsiteX1895" fmla="*/ 10412881 w 21052571"/>
              <a:gd name="connsiteY1895" fmla="*/ 4085706 h 8402012"/>
              <a:gd name="connsiteX1896" fmla="*/ 10673567 w 21052571"/>
              <a:gd name="connsiteY1896" fmla="*/ 4085706 h 8402012"/>
              <a:gd name="connsiteX1897" fmla="*/ 10691529 w 21052571"/>
              <a:gd name="connsiteY1897" fmla="*/ 4117810 h 8402012"/>
              <a:gd name="connsiteX1898" fmla="*/ 10673567 w 21052571"/>
              <a:gd name="connsiteY1898" fmla="*/ 4085706 h 8402012"/>
              <a:gd name="connsiteX1899" fmla="*/ 15981076 w 21052571"/>
              <a:gd name="connsiteY1899" fmla="*/ 4085705 h 8402012"/>
              <a:gd name="connsiteX1900" fmla="*/ 15963114 w 21052571"/>
              <a:gd name="connsiteY1900" fmla="*/ 4117809 h 8402012"/>
              <a:gd name="connsiteX1901" fmla="*/ 15981076 w 21052571"/>
              <a:gd name="connsiteY1901" fmla="*/ 4085705 h 8402012"/>
              <a:gd name="connsiteX1902" fmla="*/ 13204588 w 21052571"/>
              <a:gd name="connsiteY1902" fmla="*/ 4085705 h 8402012"/>
              <a:gd name="connsiteX1903" fmla="*/ 13222550 w 21052571"/>
              <a:gd name="connsiteY1903" fmla="*/ 4117810 h 8402012"/>
              <a:gd name="connsiteX1904" fmla="*/ 13204588 w 21052571"/>
              <a:gd name="connsiteY1904" fmla="*/ 4085705 h 8402012"/>
              <a:gd name="connsiteX1905" fmla="*/ 11070709 w 21052571"/>
              <a:gd name="connsiteY1905" fmla="*/ 4085705 h 8402012"/>
              <a:gd name="connsiteX1906" fmla="*/ 11052747 w 21052571"/>
              <a:gd name="connsiteY1906" fmla="*/ 4117810 h 8402012"/>
              <a:gd name="connsiteX1907" fmla="*/ 11070709 w 21052571"/>
              <a:gd name="connsiteY1907" fmla="*/ 4085705 h 8402012"/>
              <a:gd name="connsiteX1908" fmla="*/ 17791655 w 21052571"/>
              <a:gd name="connsiteY1908" fmla="*/ 4085705 h 8402012"/>
              <a:gd name="connsiteX1909" fmla="*/ 17773695 w 21052571"/>
              <a:gd name="connsiteY1909" fmla="*/ 4117809 h 8402012"/>
              <a:gd name="connsiteX1910" fmla="*/ 17791655 w 21052571"/>
              <a:gd name="connsiteY1910" fmla="*/ 4085705 h 8402012"/>
              <a:gd name="connsiteX1911" fmla="*/ 17165983 w 21052571"/>
              <a:gd name="connsiteY1911" fmla="*/ 4085705 h 8402012"/>
              <a:gd name="connsiteX1912" fmla="*/ 17129091 w 21052571"/>
              <a:gd name="connsiteY1912" fmla="*/ 4116447 h 8402012"/>
              <a:gd name="connsiteX1913" fmla="*/ 17165983 w 21052571"/>
              <a:gd name="connsiteY1913" fmla="*/ 4085705 h 8402012"/>
              <a:gd name="connsiteX1914" fmla="*/ 17887451 w 21052571"/>
              <a:gd name="connsiteY1914" fmla="*/ 4076241 h 8402012"/>
              <a:gd name="connsiteX1915" fmla="*/ 18381859 w 21052571"/>
              <a:gd name="connsiteY1915" fmla="*/ 4255454 h 8402012"/>
              <a:gd name="connsiteX1916" fmla="*/ 18606495 w 21052571"/>
              <a:gd name="connsiteY1916" fmla="*/ 4372118 h 8402012"/>
              <a:gd name="connsiteX1917" fmla="*/ 18663459 w 21052571"/>
              <a:gd name="connsiteY1917" fmla="*/ 4461776 h 8402012"/>
              <a:gd name="connsiteX1918" fmla="*/ 18753743 w 21052571"/>
              <a:gd name="connsiteY1918" fmla="*/ 4539552 h 8402012"/>
              <a:gd name="connsiteX1919" fmla="*/ 18561355 w 21052571"/>
              <a:gd name="connsiteY1919" fmla="*/ 4455295 h 8402012"/>
              <a:gd name="connsiteX1920" fmla="*/ 18464619 w 21052571"/>
              <a:gd name="connsiteY1920" fmla="*/ 4416407 h 8402012"/>
              <a:gd name="connsiteX1921" fmla="*/ 18420555 w 21052571"/>
              <a:gd name="connsiteY1921" fmla="*/ 4429369 h 8402012"/>
              <a:gd name="connsiteX1922" fmla="*/ 18394759 w 21052571"/>
              <a:gd name="connsiteY1922" fmla="*/ 4416407 h 8402012"/>
              <a:gd name="connsiteX1923" fmla="*/ 18414103 w 21052571"/>
              <a:gd name="connsiteY1923" fmla="*/ 4385080 h 8402012"/>
              <a:gd name="connsiteX1924" fmla="*/ 18073391 w 21052571"/>
              <a:gd name="connsiteY1924" fmla="*/ 4248973 h 8402012"/>
              <a:gd name="connsiteX1925" fmla="*/ 18073391 w 21052571"/>
              <a:gd name="connsiteY1925" fmla="*/ 4186426 h 8402012"/>
              <a:gd name="connsiteX1926" fmla="*/ 18047595 w 21052571"/>
              <a:gd name="connsiteY1926" fmla="*/ 4173463 h 8402012"/>
              <a:gd name="connsiteX1927" fmla="*/ 17990631 w 21052571"/>
              <a:gd name="connsiteY1927" fmla="*/ 4147538 h 8402012"/>
              <a:gd name="connsiteX1928" fmla="*/ 17939039 w 21052571"/>
              <a:gd name="connsiteY1928" fmla="*/ 4119183 h 8402012"/>
              <a:gd name="connsiteX1929" fmla="*/ 17922023 w 21052571"/>
              <a:gd name="connsiteY1929" fmla="*/ 4105021 h 8402012"/>
              <a:gd name="connsiteX1930" fmla="*/ 10450799 w 21052571"/>
              <a:gd name="connsiteY1930" fmla="*/ 4062004 h 8402012"/>
              <a:gd name="connsiteX1931" fmla="*/ 10487691 w 21052571"/>
              <a:gd name="connsiteY1931" fmla="*/ 4089304 h 8402012"/>
              <a:gd name="connsiteX1932" fmla="*/ 10450799 w 21052571"/>
              <a:gd name="connsiteY1932" fmla="*/ 4062004 h 8402012"/>
              <a:gd name="connsiteX1933" fmla="*/ 10570538 w 21052571"/>
              <a:gd name="connsiteY1933" fmla="*/ 4062002 h 8402012"/>
              <a:gd name="connsiteX1934" fmla="*/ 10564551 w 21052571"/>
              <a:gd name="connsiteY1934" fmla="*/ 4117846 h 8402012"/>
              <a:gd name="connsiteX1935" fmla="*/ 10570538 w 21052571"/>
              <a:gd name="connsiteY1935" fmla="*/ 4062002 h 8402012"/>
              <a:gd name="connsiteX1936" fmla="*/ 16121250 w 21052571"/>
              <a:gd name="connsiteY1936" fmla="*/ 4062002 h 8402012"/>
              <a:gd name="connsiteX1937" fmla="*/ 16127714 w 21052571"/>
              <a:gd name="connsiteY1937" fmla="*/ 4074411 h 8402012"/>
              <a:gd name="connsiteX1938" fmla="*/ 16184804 w 21052571"/>
              <a:gd name="connsiteY1938" fmla="*/ 4117846 h 8402012"/>
              <a:gd name="connsiteX1939" fmla="*/ 16114788 w 21052571"/>
              <a:gd name="connsiteY1939" fmla="*/ 4117846 h 8402012"/>
              <a:gd name="connsiteX1940" fmla="*/ 16121250 w 21052571"/>
              <a:gd name="connsiteY1940" fmla="*/ 4062002 h 8402012"/>
              <a:gd name="connsiteX1941" fmla="*/ 10716226 w 21052571"/>
              <a:gd name="connsiteY1941" fmla="*/ 4062002 h 8402012"/>
              <a:gd name="connsiteX1942" fmla="*/ 10748335 w 21052571"/>
              <a:gd name="connsiteY1942" fmla="*/ 4086822 h 8402012"/>
              <a:gd name="connsiteX1943" fmla="*/ 10716226 w 21052571"/>
              <a:gd name="connsiteY1943" fmla="*/ 4117846 h 8402012"/>
              <a:gd name="connsiteX1944" fmla="*/ 10716226 w 21052571"/>
              <a:gd name="connsiteY1944" fmla="*/ 4062002 h 8402012"/>
              <a:gd name="connsiteX1945" fmla="*/ 17053255 w 21052571"/>
              <a:gd name="connsiteY1945" fmla="*/ 4062001 h 8402012"/>
              <a:gd name="connsiteX1946" fmla="*/ 17109099 w 21052571"/>
              <a:gd name="connsiteY1946" fmla="*/ 4062001 h 8402012"/>
              <a:gd name="connsiteX1947" fmla="*/ 17090483 w 21052571"/>
              <a:gd name="connsiteY1947" fmla="*/ 4117846 h 8402012"/>
              <a:gd name="connsiteX1948" fmla="*/ 17053255 w 21052571"/>
              <a:gd name="connsiteY1948" fmla="*/ 4062001 h 8402012"/>
              <a:gd name="connsiteX1949" fmla="*/ 11111606 w 21052571"/>
              <a:gd name="connsiteY1949" fmla="*/ 4058546 h 8402012"/>
              <a:gd name="connsiteX1950" fmla="*/ 11146509 w 21052571"/>
              <a:gd name="connsiteY1950" fmla="*/ 4062625 h 8402012"/>
              <a:gd name="connsiteX1951" fmla="*/ 11090665 w 21052571"/>
              <a:gd name="connsiteY1951" fmla="*/ 4088734 h 8402012"/>
              <a:gd name="connsiteX1952" fmla="*/ 11111606 w 21052571"/>
              <a:gd name="connsiteY1952" fmla="*/ 4058546 h 8402012"/>
              <a:gd name="connsiteX1953" fmla="*/ 16128438 w 21052571"/>
              <a:gd name="connsiteY1953" fmla="*/ 4043045 h 8402012"/>
              <a:gd name="connsiteX1954" fmla="*/ 16142088 w 21052571"/>
              <a:gd name="connsiteY1954" fmla="*/ 4063520 h 8402012"/>
              <a:gd name="connsiteX1955" fmla="*/ 16128438 w 21052571"/>
              <a:gd name="connsiteY1955" fmla="*/ 4043045 h 8402012"/>
              <a:gd name="connsiteX1956" fmla="*/ 11317603 w 21052571"/>
              <a:gd name="connsiteY1956" fmla="*/ 4043045 h 8402012"/>
              <a:gd name="connsiteX1957" fmla="*/ 11331253 w 21052571"/>
              <a:gd name="connsiteY1957" fmla="*/ 4063520 h 8402012"/>
              <a:gd name="connsiteX1958" fmla="*/ 11317603 w 21052571"/>
              <a:gd name="connsiteY1958" fmla="*/ 4043045 h 8402012"/>
              <a:gd name="connsiteX1959" fmla="*/ 19837123 w 21052571"/>
              <a:gd name="connsiteY1959" fmla="*/ 4042570 h 8402012"/>
              <a:gd name="connsiteX1960" fmla="*/ 19848611 w 21052571"/>
              <a:gd name="connsiteY1960" fmla="*/ 4045133 h 8402012"/>
              <a:gd name="connsiteX1961" fmla="*/ 19835483 w 21052571"/>
              <a:gd name="connsiteY1961" fmla="*/ 4065605 h 8402012"/>
              <a:gd name="connsiteX1962" fmla="*/ 19837123 w 21052571"/>
              <a:gd name="connsiteY1962" fmla="*/ 4042570 h 8402012"/>
              <a:gd name="connsiteX1963" fmla="*/ 20064619 w 21052571"/>
              <a:gd name="connsiteY1963" fmla="*/ 4042570 h 8402012"/>
              <a:gd name="connsiteX1964" fmla="*/ 20076027 w 21052571"/>
              <a:gd name="connsiteY1964" fmla="*/ 4045132 h 8402012"/>
              <a:gd name="connsiteX1965" fmla="*/ 20062991 w 21052571"/>
              <a:gd name="connsiteY1965" fmla="*/ 4065605 h 8402012"/>
              <a:gd name="connsiteX1966" fmla="*/ 20064619 w 21052571"/>
              <a:gd name="connsiteY1966" fmla="*/ 4042570 h 8402012"/>
              <a:gd name="connsiteX1967" fmla="*/ 10051604 w 21052571"/>
              <a:gd name="connsiteY1967" fmla="*/ 4029605 h 8402012"/>
              <a:gd name="connsiteX1968" fmla="*/ 9955953 w 21052571"/>
              <a:gd name="connsiteY1968" fmla="*/ 4074739 h 8402012"/>
              <a:gd name="connsiteX1969" fmla="*/ 10051604 w 21052571"/>
              <a:gd name="connsiteY1969" fmla="*/ 4029605 h 8402012"/>
              <a:gd name="connsiteX1970" fmla="*/ 15490658 w 21052571"/>
              <a:gd name="connsiteY1970" fmla="*/ 4028822 h 8402012"/>
              <a:gd name="connsiteX1971" fmla="*/ 15470184 w 21052571"/>
              <a:gd name="connsiteY1971" fmla="*/ 4084667 h 8402012"/>
              <a:gd name="connsiteX1972" fmla="*/ 15490658 w 21052571"/>
              <a:gd name="connsiteY1972" fmla="*/ 4028822 h 8402012"/>
              <a:gd name="connsiteX1973" fmla="*/ 10975819 w 21052571"/>
              <a:gd name="connsiteY1973" fmla="*/ 4028822 h 8402012"/>
              <a:gd name="connsiteX1974" fmla="*/ 10962691 w 21052571"/>
              <a:gd name="connsiteY1974" fmla="*/ 4060930 h 8402012"/>
              <a:gd name="connsiteX1975" fmla="*/ 10975819 w 21052571"/>
              <a:gd name="connsiteY1975" fmla="*/ 4028822 h 8402012"/>
              <a:gd name="connsiteX1976" fmla="*/ 15374392 w 21052571"/>
              <a:gd name="connsiteY1976" fmla="*/ 4028819 h 8402012"/>
              <a:gd name="connsiteX1977" fmla="*/ 15356430 w 21052571"/>
              <a:gd name="connsiteY1977" fmla="*/ 4060930 h 8402012"/>
              <a:gd name="connsiteX1978" fmla="*/ 15374392 w 21052571"/>
              <a:gd name="connsiteY1978" fmla="*/ 4028819 h 8402012"/>
              <a:gd name="connsiteX1979" fmla="*/ 19228795 w 21052571"/>
              <a:gd name="connsiteY1979" fmla="*/ 4028819 h 8402012"/>
              <a:gd name="connsiteX1980" fmla="*/ 19241923 w 21052571"/>
              <a:gd name="connsiteY1980" fmla="*/ 4060929 h 8402012"/>
              <a:gd name="connsiteX1981" fmla="*/ 19228795 w 21052571"/>
              <a:gd name="connsiteY1981" fmla="*/ 4028819 h 8402012"/>
              <a:gd name="connsiteX1982" fmla="*/ 9933170 w 21052571"/>
              <a:gd name="connsiteY1982" fmla="*/ 4028819 h 8402012"/>
              <a:gd name="connsiteX1983" fmla="*/ 9930340 w 21052571"/>
              <a:gd name="connsiteY1983" fmla="*/ 4033882 h 8402012"/>
              <a:gd name="connsiteX1984" fmla="*/ 9930644 w 21052571"/>
              <a:gd name="connsiteY1984" fmla="*/ 4033338 h 8402012"/>
              <a:gd name="connsiteX1985" fmla="*/ 9933170 w 21052571"/>
              <a:gd name="connsiteY1985" fmla="*/ 4028819 h 8402012"/>
              <a:gd name="connsiteX1986" fmla="*/ 11260567 w 21052571"/>
              <a:gd name="connsiteY1986" fmla="*/ 4025783 h 8402012"/>
              <a:gd name="connsiteX1987" fmla="*/ 11279169 w 21052571"/>
              <a:gd name="connsiteY1987" fmla="*/ 4060799 h 8402012"/>
              <a:gd name="connsiteX1988" fmla="*/ 11228116 w 21052571"/>
              <a:gd name="connsiteY1988" fmla="*/ 4028965 h 8402012"/>
              <a:gd name="connsiteX1989" fmla="*/ 11260567 w 21052571"/>
              <a:gd name="connsiteY1989" fmla="*/ 4025783 h 8402012"/>
              <a:gd name="connsiteX1990" fmla="*/ 17012167 w 21052571"/>
              <a:gd name="connsiteY1990" fmla="*/ 4025782 h 8402012"/>
              <a:gd name="connsiteX1991" fmla="*/ 17033211 w 21052571"/>
              <a:gd name="connsiteY1991" fmla="*/ 4060799 h 8402012"/>
              <a:gd name="connsiteX1992" fmla="*/ 16982159 w 21052571"/>
              <a:gd name="connsiteY1992" fmla="*/ 4028962 h 8402012"/>
              <a:gd name="connsiteX1993" fmla="*/ 17012167 w 21052571"/>
              <a:gd name="connsiteY1993" fmla="*/ 4025782 h 8402012"/>
              <a:gd name="connsiteX1994" fmla="*/ 9924688 w 21052571"/>
              <a:gd name="connsiteY1994" fmla="*/ 4014601 h 8402012"/>
              <a:gd name="connsiteX1995" fmla="*/ 9942650 w 21052571"/>
              <a:gd name="connsiteY1995" fmla="*/ 4014601 h 8402012"/>
              <a:gd name="connsiteX1996" fmla="*/ 9924688 w 21052571"/>
              <a:gd name="connsiteY1996" fmla="*/ 4014601 h 8402012"/>
              <a:gd name="connsiteX1997" fmla="*/ 10691475 w 21052571"/>
              <a:gd name="connsiteY1997" fmla="*/ 4009865 h 8402012"/>
              <a:gd name="connsiteX1998" fmla="*/ 10591392 w 21052571"/>
              <a:gd name="connsiteY1998" fmla="*/ 4056286 h 8402012"/>
              <a:gd name="connsiteX1999" fmla="*/ 10581228 w 21052571"/>
              <a:gd name="connsiteY1999" fmla="*/ 4044994 h 8402012"/>
              <a:gd name="connsiteX2000" fmla="*/ 10591993 w 21052571"/>
              <a:gd name="connsiteY2000" fmla="*/ 4062312 h 8402012"/>
              <a:gd name="connsiteX2001" fmla="*/ 10574031 w 21052571"/>
              <a:gd name="connsiteY2001" fmla="*/ 4062312 h 8402012"/>
              <a:gd name="connsiteX2002" fmla="*/ 10579879 w 21052571"/>
              <a:gd name="connsiteY2002" fmla="*/ 4043490 h 8402012"/>
              <a:gd name="connsiteX2003" fmla="*/ 10578773 w 21052571"/>
              <a:gd name="connsiteY2003" fmla="*/ 4042265 h 8402012"/>
              <a:gd name="connsiteX2004" fmla="*/ 10691475 w 21052571"/>
              <a:gd name="connsiteY2004" fmla="*/ 4009865 h 8402012"/>
              <a:gd name="connsiteX2005" fmla="*/ 19192671 w 21052571"/>
              <a:gd name="connsiteY2005" fmla="*/ 4001460 h 8402012"/>
              <a:gd name="connsiteX2006" fmla="*/ 19208811 w 21052571"/>
              <a:gd name="connsiteY2006" fmla="*/ 4032461 h 8402012"/>
              <a:gd name="connsiteX2007" fmla="*/ 19171919 w 21052571"/>
              <a:gd name="connsiteY2007" fmla="*/ 4019234 h 8402012"/>
              <a:gd name="connsiteX2008" fmla="*/ 19192671 w 21052571"/>
              <a:gd name="connsiteY2008" fmla="*/ 4001460 h 8402012"/>
              <a:gd name="connsiteX2009" fmla="*/ 15773526 w 21052571"/>
              <a:gd name="connsiteY2009" fmla="*/ 4000387 h 8402012"/>
              <a:gd name="connsiteX2010" fmla="*/ 15805632 w 21052571"/>
              <a:gd name="connsiteY2010" fmla="*/ 4011972 h 8402012"/>
              <a:gd name="connsiteX2011" fmla="*/ 15779948 w 21052571"/>
              <a:gd name="connsiteY2011" fmla="*/ 4056211 h 8402012"/>
              <a:gd name="connsiteX2012" fmla="*/ 15773526 w 21052571"/>
              <a:gd name="connsiteY2012" fmla="*/ 4000387 h 8402012"/>
              <a:gd name="connsiteX2013" fmla="*/ 13336302 w 21052571"/>
              <a:gd name="connsiteY2013" fmla="*/ 4000386 h 8402012"/>
              <a:gd name="connsiteX2014" fmla="*/ 13318340 w 21052571"/>
              <a:gd name="connsiteY2014" fmla="*/ 4032456 h 8402012"/>
              <a:gd name="connsiteX2015" fmla="*/ 13336302 w 21052571"/>
              <a:gd name="connsiteY2015" fmla="*/ 4000386 h 8402012"/>
              <a:gd name="connsiteX2016" fmla="*/ 13241507 w 21052571"/>
              <a:gd name="connsiteY2016" fmla="*/ 4000386 h 8402012"/>
              <a:gd name="connsiteX2017" fmla="*/ 13223545 w 21052571"/>
              <a:gd name="connsiteY2017" fmla="*/ 4032456 h 8402012"/>
              <a:gd name="connsiteX2018" fmla="*/ 13241507 w 21052571"/>
              <a:gd name="connsiteY2018" fmla="*/ 4000386 h 8402012"/>
              <a:gd name="connsiteX2019" fmla="*/ 16962199 w 21052571"/>
              <a:gd name="connsiteY2019" fmla="*/ 4000386 h 8402012"/>
              <a:gd name="connsiteX2020" fmla="*/ 16944239 w 21052571"/>
              <a:gd name="connsiteY2020" fmla="*/ 4032456 h 8402012"/>
              <a:gd name="connsiteX2021" fmla="*/ 16962199 w 21052571"/>
              <a:gd name="connsiteY2021" fmla="*/ 4000386 h 8402012"/>
              <a:gd name="connsiteX2022" fmla="*/ 15303196 w 21052571"/>
              <a:gd name="connsiteY2022" fmla="*/ 4000386 h 8402012"/>
              <a:gd name="connsiteX2023" fmla="*/ 15303196 w 21052571"/>
              <a:gd name="connsiteY2023" fmla="*/ 4032456 h 8402012"/>
              <a:gd name="connsiteX2024" fmla="*/ 15303196 w 21052571"/>
              <a:gd name="connsiteY2024" fmla="*/ 4000386 h 8402012"/>
              <a:gd name="connsiteX2025" fmla="*/ 17702599 w 21052571"/>
              <a:gd name="connsiteY2025" fmla="*/ 4000385 h 8402012"/>
              <a:gd name="connsiteX2026" fmla="*/ 17715727 w 21052571"/>
              <a:gd name="connsiteY2026" fmla="*/ 4032456 h 8402012"/>
              <a:gd name="connsiteX2027" fmla="*/ 17702599 w 21052571"/>
              <a:gd name="connsiteY2027" fmla="*/ 4000385 h 8402012"/>
              <a:gd name="connsiteX2028" fmla="*/ 20033551 w 21052571"/>
              <a:gd name="connsiteY2028" fmla="*/ 4000385 h 8402012"/>
              <a:gd name="connsiteX2029" fmla="*/ 20015587 w 21052571"/>
              <a:gd name="connsiteY2029" fmla="*/ 4032455 h 8402012"/>
              <a:gd name="connsiteX2030" fmla="*/ 20033551 w 21052571"/>
              <a:gd name="connsiteY2030" fmla="*/ 4000385 h 8402012"/>
              <a:gd name="connsiteX2031" fmla="*/ 19578439 w 21052571"/>
              <a:gd name="connsiteY2031" fmla="*/ 4000385 h 8402012"/>
              <a:gd name="connsiteX2032" fmla="*/ 19565315 w 21052571"/>
              <a:gd name="connsiteY2032" fmla="*/ 4032455 h 8402012"/>
              <a:gd name="connsiteX2033" fmla="*/ 19578439 w 21052571"/>
              <a:gd name="connsiteY2033" fmla="*/ 4000385 h 8402012"/>
              <a:gd name="connsiteX2034" fmla="*/ 20602223 w 21052571"/>
              <a:gd name="connsiteY2034" fmla="*/ 4000385 h 8402012"/>
              <a:gd name="connsiteX2035" fmla="*/ 20589099 w 21052571"/>
              <a:gd name="connsiteY2035" fmla="*/ 4032455 h 8402012"/>
              <a:gd name="connsiteX2036" fmla="*/ 20602223 w 21052571"/>
              <a:gd name="connsiteY2036" fmla="*/ 4000385 h 8402012"/>
              <a:gd name="connsiteX2037" fmla="*/ 18617095 w 21052571"/>
              <a:gd name="connsiteY2037" fmla="*/ 3982954 h 8402012"/>
              <a:gd name="connsiteX2038" fmla="*/ 18614007 w 21052571"/>
              <a:gd name="connsiteY2038" fmla="*/ 4005724 h 8402012"/>
              <a:gd name="connsiteX2039" fmla="*/ 18617895 w 21052571"/>
              <a:gd name="connsiteY2039" fmla="*/ 4011435 h 8402012"/>
              <a:gd name="connsiteX2040" fmla="*/ 18618999 w 21052571"/>
              <a:gd name="connsiteY2040" fmla="*/ 3997137 h 8402012"/>
              <a:gd name="connsiteX2041" fmla="*/ 18630403 w 21052571"/>
              <a:gd name="connsiteY2041" fmla="*/ 4000079 h 8402012"/>
              <a:gd name="connsiteX2042" fmla="*/ 18624331 w 21052571"/>
              <a:gd name="connsiteY2042" fmla="*/ 4006367 h 8402012"/>
              <a:gd name="connsiteX2043" fmla="*/ 18619763 w 21052571"/>
              <a:gd name="connsiteY2043" fmla="*/ 4014180 h 8402012"/>
              <a:gd name="connsiteX2044" fmla="*/ 18627039 w 21052571"/>
              <a:gd name="connsiteY2044" fmla="*/ 4024867 h 8402012"/>
              <a:gd name="connsiteX2045" fmla="*/ 18661159 w 21052571"/>
              <a:gd name="connsiteY2045" fmla="*/ 4047437 h 8402012"/>
              <a:gd name="connsiteX2046" fmla="*/ 18783683 w 21052571"/>
              <a:gd name="connsiteY2046" fmla="*/ 4086126 h 8402012"/>
              <a:gd name="connsiteX2047" fmla="*/ 18680507 w 21052571"/>
              <a:gd name="connsiteY2047" fmla="*/ 4028090 h 8402012"/>
              <a:gd name="connsiteX2048" fmla="*/ 18617095 w 21052571"/>
              <a:gd name="connsiteY2048" fmla="*/ 3982954 h 8402012"/>
              <a:gd name="connsiteX2049" fmla="*/ 15127852 w 21052571"/>
              <a:gd name="connsiteY2049" fmla="*/ 3973524 h 8402012"/>
              <a:gd name="connsiteX2050" fmla="*/ 15095742 w 21052571"/>
              <a:gd name="connsiteY2050" fmla="*/ 3998802 h 8402012"/>
              <a:gd name="connsiteX2051" fmla="*/ 15127852 w 21052571"/>
              <a:gd name="connsiteY2051" fmla="*/ 3973524 h 8402012"/>
              <a:gd name="connsiteX2052" fmla="*/ 16825747 w 21052571"/>
              <a:gd name="connsiteY2052" fmla="*/ 3973523 h 8402012"/>
              <a:gd name="connsiteX2053" fmla="*/ 16862639 w 21052571"/>
              <a:gd name="connsiteY2053" fmla="*/ 3998802 h 8402012"/>
              <a:gd name="connsiteX2054" fmla="*/ 16825747 w 21052571"/>
              <a:gd name="connsiteY2054" fmla="*/ 3973523 h 8402012"/>
              <a:gd name="connsiteX2055" fmla="*/ 17828947 w 21052571"/>
              <a:gd name="connsiteY2055" fmla="*/ 3971948 h 8402012"/>
              <a:gd name="connsiteX2056" fmla="*/ 17867423 w 21052571"/>
              <a:gd name="connsiteY2056" fmla="*/ 4117814 h 8402012"/>
              <a:gd name="connsiteX2057" fmla="*/ 17772299 w 21052571"/>
              <a:gd name="connsiteY2057" fmla="*/ 4047544 h 8402012"/>
              <a:gd name="connsiteX2058" fmla="*/ 17828947 w 21052571"/>
              <a:gd name="connsiteY2058" fmla="*/ 3971948 h 8402012"/>
              <a:gd name="connsiteX2059" fmla="*/ 10976910 w 21052571"/>
              <a:gd name="connsiteY2059" fmla="*/ 3971945 h 8402012"/>
              <a:gd name="connsiteX2060" fmla="*/ 10994872 w 21052571"/>
              <a:gd name="connsiteY2060" fmla="*/ 3999245 h 8402012"/>
              <a:gd name="connsiteX2061" fmla="*/ 10976910 w 21052571"/>
              <a:gd name="connsiteY2061" fmla="*/ 3971945 h 8402012"/>
              <a:gd name="connsiteX2062" fmla="*/ 15925198 w 21052571"/>
              <a:gd name="connsiteY2062" fmla="*/ 3971945 h 8402012"/>
              <a:gd name="connsiteX2063" fmla="*/ 15962062 w 21052571"/>
              <a:gd name="connsiteY2063" fmla="*/ 3984110 h 8402012"/>
              <a:gd name="connsiteX2064" fmla="*/ 15925198 w 21052571"/>
              <a:gd name="connsiteY2064" fmla="*/ 3971945 h 8402012"/>
              <a:gd name="connsiteX2065" fmla="*/ 13601727 w 21052571"/>
              <a:gd name="connsiteY2065" fmla="*/ 3971945 h 8402012"/>
              <a:gd name="connsiteX2066" fmla="*/ 13583765 w 21052571"/>
              <a:gd name="connsiteY2066" fmla="*/ 3999245 h 8402012"/>
              <a:gd name="connsiteX2067" fmla="*/ 13601727 w 21052571"/>
              <a:gd name="connsiteY2067" fmla="*/ 3971945 h 8402012"/>
              <a:gd name="connsiteX2068" fmla="*/ 20541703 w 21052571"/>
              <a:gd name="connsiteY2068" fmla="*/ 3971944 h 8402012"/>
              <a:gd name="connsiteX2069" fmla="*/ 20554827 w 21052571"/>
              <a:gd name="connsiteY2069" fmla="*/ 3999245 h 8402012"/>
              <a:gd name="connsiteX2070" fmla="*/ 20541703 w 21052571"/>
              <a:gd name="connsiteY2070" fmla="*/ 3971944 h 8402012"/>
              <a:gd name="connsiteX2071" fmla="*/ 18565507 w 21052571"/>
              <a:gd name="connsiteY2071" fmla="*/ 3971132 h 8402012"/>
              <a:gd name="connsiteX2072" fmla="*/ 18584851 w 21052571"/>
              <a:gd name="connsiteY2072" fmla="*/ 3996927 h 8402012"/>
              <a:gd name="connsiteX2073" fmla="*/ 18565507 w 21052571"/>
              <a:gd name="connsiteY2073" fmla="*/ 3971132 h 8402012"/>
              <a:gd name="connsiteX2074" fmla="*/ 16566904 w 21052571"/>
              <a:gd name="connsiteY2074" fmla="*/ 3967637 h 8402012"/>
              <a:gd name="connsiteX2075" fmla="*/ 16601926 w 21052571"/>
              <a:gd name="connsiteY2075" fmla="*/ 3974099 h 8402012"/>
              <a:gd name="connsiteX2076" fmla="*/ 16546102 w 21052571"/>
              <a:gd name="connsiteY2076" fmla="*/ 3999954 h 8402012"/>
              <a:gd name="connsiteX2077" fmla="*/ 16566904 w 21052571"/>
              <a:gd name="connsiteY2077" fmla="*/ 3967637 h 8402012"/>
              <a:gd name="connsiteX2078" fmla="*/ 12227107 w 21052571"/>
              <a:gd name="connsiteY2078" fmla="*/ 3941563 h 8402012"/>
              <a:gd name="connsiteX2079" fmla="*/ 12213982 w 21052571"/>
              <a:gd name="connsiteY2079" fmla="*/ 3947178 h 8402012"/>
              <a:gd name="connsiteX2080" fmla="*/ 12226912 w 21052571"/>
              <a:gd name="connsiteY2080" fmla="*/ 3941576 h 8402012"/>
              <a:gd name="connsiteX2081" fmla="*/ 16526116 w 21052571"/>
              <a:gd name="connsiteY2081" fmla="*/ 3940173 h 8402012"/>
              <a:gd name="connsiteX2082" fmla="*/ 16489224 w 21052571"/>
              <a:gd name="connsiteY2082" fmla="*/ 3970916 h 8402012"/>
              <a:gd name="connsiteX2083" fmla="*/ 16526116 w 21052571"/>
              <a:gd name="connsiteY2083" fmla="*/ 3940173 h 8402012"/>
              <a:gd name="connsiteX2084" fmla="*/ 19526371 w 21052571"/>
              <a:gd name="connsiteY2084" fmla="*/ 3940172 h 8402012"/>
              <a:gd name="connsiteX2085" fmla="*/ 19489479 w 21052571"/>
              <a:gd name="connsiteY2085" fmla="*/ 3970916 h 8402012"/>
              <a:gd name="connsiteX2086" fmla="*/ 19526371 w 21052571"/>
              <a:gd name="connsiteY2086" fmla="*/ 3940172 h 8402012"/>
              <a:gd name="connsiteX2087" fmla="*/ 13460727 w 21052571"/>
              <a:gd name="connsiteY2087" fmla="*/ 3938769 h 8402012"/>
              <a:gd name="connsiteX2088" fmla="*/ 13492647 w 21052571"/>
              <a:gd name="connsiteY2088" fmla="*/ 3985036 h 8402012"/>
              <a:gd name="connsiteX2089" fmla="*/ 13460727 w 21052571"/>
              <a:gd name="connsiteY2089" fmla="*/ 3938769 h 8402012"/>
              <a:gd name="connsiteX2090" fmla="*/ 10133238 w 21052571"/>
              <a:gd name="connsiteY2090" fmla="*/ 3938767 h 8402012"/>
              <a:gd name="connsiteX2091" fmla="*/ 10151200 w 21052571"/>
              <a:gd name="connsiteY2091" fmla="*/ 3970875 h 8402012"/>
              <a:gd name="connsiteX2092" fmla="*/ 10133238 w 21052571"/>
              <a:gd name="connsiteY2092" fmla="*/ 3938767 h 8402012"/>
              <a:gd name="connsiteX2093" fmla="*/ 19735947 w 21052571"/>
              <a:gd name="connsiteY2093" fmla="*/ 3938767 h 8402012"/>
              <a:gd name="connsiteX2094" fmla="*/ 19753907 w 21052571"/>
              <a:gd name="connsiteY2094" fmla="*/ 3970875 h 8402012"/>
              <a:gd name="connsiteX2095" fmla="*/ 19735947 w 21052571"/>
              <a:gd name="connsiteY2095" fmla="*/ 3938767 h 8402012"/>
              <a:gd name="connsiteX2096" fmla="*/ 14881456 w 21052571"/>
              <a:gd name="connsiteY2096" fmla="*/ 3938767 h 8402012"/>
              <a:gd name="connsiteX2097" fmla="*/ 14863494 w 21052571"/>
              <a:gd name="connsiteY2097" fmla="*/ 3970875 h 8402012"/>
              <a:gd name="connsiteX2098" fmla="*/ 14881456 w 21052571"/>
              <a:gd name="connsiteY2098" fmla="*/ 3938767 h 8402012"/>
              <a:gd name="connsiteX2099" fmla="*/ 14925110 w 21052571"/>
              <a:gd name="connsiteY2099" fmla="*/ 3938765 h 8402012"/>
              <a:gd name="connsiteX2100" fmla="*/ 14961974 w 21052571"/>
              <a:gd name="connsiteY2100" fmla="*/ 3951175 h 8402012"/>
              <a:gd name="connsiteX2101" fmla="*/ 14925110 w 21052571"/>
              <a:gd name="connsiteY2101" fmla="*/ 3994609 h 8402012"/>
              <a:gd name="connsiteX2102" fmla="*/ 14925110 w 21052571"/>
              <a:gd name="connsiteY2102" fmla="*/ 3938765 h 8402012"/>
              <a:gd name="connsiteX2103" fmla="*/ 15625454 w 21052571"/>
              <a:gd name="connsiteY2103" fmla="*/ 3938765 h 8402012"/>
              <a:gd name="connsiteX2104" fmla="*/ 15604980 w 21052571"/>
              <a:gd name="connsiteY2104" fmla="*/ 3994609 h 8402012"/>
              <a:gd name="connsiteX2105" fmla="*/ 15625454 w 21052571"/>
              <a:gd name="connsiteY2105" fmla="*/ 3938765 h 8402012"/>
              <a:gd name="connsiteX2106" fmla="*/ 13941227 w 21052571"/>
              <a:gd name="connsiteY2106" fmla="*/ 3936396 h 8402012"/>
              <a:gd name="connsiteX2107" fmla="*/ 13976130 w 21052571"/>
              <a:gd name="connsiteY2107" fmla="*/ 3939713 h 8402012"/>
              <a:gd name="connsiteX2108" fmla="*/ 13920286 w 21052571"/>
              <a:gd name="connsiteY2108" fmla="*/ 3972892 h 8402012"/>
              <a:gd name="connsiteX2109" fmla="*/ 13941227 w 21052571"/>
              <a:gd name="connsiteY2109" fmla="*/ 3936396 h 8402012"/>
              <a:gd name="connsiteX2110" fmla="*/ 12242336 w 21052571"/>
              <a:gd name="connsiteY2110" fmla="*/ 3936380 h 8402012"/>
              <a:gd name="connsiteX2111" fmla="*/ 12239842 w 21052571"/>
              <a:gd name="connsiteY2111" fmla="*/ 3940774 h 8402012"/>
              <a:gd name="connsiteX2112" fmla="*/ 12227107 w 21052571"/>
              <a:gd name="connsiteY2112" fmla="*/ 3941563 h 8402012"/>
              <a:gd name="connsiteX2113" fmla="*/ 12237603 w 21052571"/>
              <a:gd name="connsiteY2113" fmla="*/ 3937073 h 8402012"/>
              <a:gd name="connsiteX2114" fmla="*/ 10939187 w 21052571"/>
              <a:gd name="connsiteY2114" fmla="*/ 3929286 h 8402012"/>
              <a:gd name="connsiteX2115" fmla="*/ 10971107 w 21052571"/>
              <a:gd name="connsiteY2115" fmla="*/ 3929286 h 8402012"/>
              <a:gd name="connsiteX2116" fmla="*/ 10964723 w 21052571"/>
              <a:gd name="connsiteY2116" fmla="*/ 3999323 h 8402012"/>
              <a:gd name="connsiteX2117" fmla="*/ 10920035 w 21052571"/>
              <a:gd name="connsiteY2117" fmla="*/ 3999323 h 8402012"/>
              <a:gd name="connsiteX2118" fmla="*/ 10939187 w 21052571"/>
              <a:gd name="connsiteY2118" fmla="*/ 3929286 h 8402012"/>
              <a:gd name="connsiteX2119" fmla="*/ 13184670 w 21052571"/>
              <a:gd name="connsiteY2119" fmla="*/ 3919831 h 8402012"/>
              <a:gd name="connsiteX2120" fmla="*/ 13229838 w 21052571"/>
              <a:gd name="connsiteY2120" fmla="*/ 3952146 h 8402012"/>
              <a:gd name="connsiteX2121" fmla="*/ 13107238 w 21052571"/>
              <a:gd name="connsiteY2121" fmla="*/ 4009238 h 8402012"/>
              <a:gd name="connsiteX2122" fmla="*/ 12741590 w 21052571"/>
              <a:gd name="connsiteY2122" fmla="*/ 4060945 h 8402012"/>
              <a:gd name="connsiteX2123" fmla="*/ 12542634 w 21052571"/>
              <a:gd name="connsiteY2123" fmla="*/ 4060945 h 8402012"/>
              <a:gd name="connsiteX2124" fmla="*/ 12510371 w 21052571"/>
              <a:gd name="connsiteY2124" fmla="*/ 4106189 h 8402012"/>
              <a:gd name="connsiteX2125" fmla="*/ 12452298 w 21052571"/>
              <a:gd name="connsiteY2125" fmla="*/ 4112651 h 8402012"/>
              <a:gd name="connsiteX2126" fmla="*/ 12073744 w 21052571"/>
              <a:gd name="connsiteY2126" fmla="*/ 4164358 h 8402012"/>
              <a:gd name="connsiteX2127" fmla="*/ 11323089 w 21052571"/>
              <a:gd name="connsiteY2127" fmla="*/ 4393697 h 8402012"/>
              <a:gd name="connsiteX2128" fmla="*/ 10957441 w 21052571"/>
              <a:gd name="connsiteY2128" fmla="*/ 4535889 h 8402012"/>
              <a:gd name="connsiteX2129" fmla="*/ 10867104 w 21052571"/>
              <a:gd name="connsiteY2129" fmla="*/ 4581132 h 8402012"/>
              <a:gd name="connsiteX2130" fmla="*/ 10809031 w 21052571"/>
              <a:gd name="connsiteY2130" fmla="*/ 4587595 h 8402012"/>
              <a:gd name="connsiteX2131" fmla="*/ 10816559 w 21052571"/>
              <a:gd name="connsiteY2131" fmla="*/ 4458330 h 8402012"/>
              <a:gd name="connsiteX2132" fmla="*/ 10883555 w 21052571"/>
              <a:gd name="connsiteY2132" fmla="*/ 4435607 h 8402012"/>
              <a:gd name="connsiteX2133" fmla="*/ 10892077 w 21052571"/>
              <a:gd name="connsiteY2133" fmla="*/ 4397451 h 8402012"/>
              <a:gd name="connsiteX2134" fmla="*/ 10891595 w 21052571"/>
              <a:gd name="connsiteY2134" fmla="*/ 4396383 h 8402012"/>
              <a:gd name="connsiteX2135" fmla="*/ 10892628 w 21052571"/>
              <a:gd name="connsiteY2135" fmla="*/ 4394984 h 8402012"/>
              <a:gd name="connsiteX2136" fmla="*/ 10892915 w 21052571"/>
              <a:gd name="connsiteY2136" fmla="*/ 4393697 h 8402012"/>
              <a:gd name="connsiteX2137" fmla="*/ 10893270 w 21052571"/>
              <a:gd name="connsiteY2137" fmla="*/ 4394113 h 8402012"/>
              <a:gd name="connsiteX2138" fmla="*/ 10898330 w 21052571"/>
              <a:gd name="connsiteY2138" fmla="*/ 4387259 h 8402012"/>
              <a:gd name="connsiteX2139" fmla="*/ 10909557 w 21052571"/>
              <a:gd name="connsiteY2139" fmla="*/ 4396383 h 8402012"/>
              <a:gd name="connsiteX2140" fmla="*/ 10902831 w 21052571"/>
              <a:gd name="connsiteY2140" fmla="*/ 4405328 h 8402012"/>
              <a:gd name="connsiteX2141" fmla="*/ 10904711 w 21052571"/>
              <a:gd name="connsiteY2141" fmla="*/ 4407532 h 8402012"/>
              <a:gd name="connsiteX2142" fmla="*/ 10950988 w 21052571"/>
              <a:gd name="connsiteY2142" fmla="*/ 4406623 h 8402012"/>
              <a:gd name="connsiteX2143" fmla="*/ 11033797 w 21052571"/>
              <a:gd name="connsiteY2143" fmla="*/ 4393697 h 8402012"/>
              <a:gd name="connsiteX2144" fmla="*/ 11014439 w 21052571"/>
              <a:gd name="connsiteY2144" fmla="*/ 4349531 h 8402012"/>
              <a:gd name="connsiteX2145" fmla="*/ 10950988 w 21052571"/>
              <a:gd name="connsiteY2145" fmla="*/ 4375384 h 8402012"/>
              <a:gd name="connsiteX2146" fmla="*/ 10867104 w 21052571"/>
              <a:gd name="connsiteY2146" fmla="*/ 4330141 h 8402012"/>
              <a:gd name="connsiteX2147" fmla="*/ 12036104 w 21052571"/>
              <a:gd name="connsiteY2147" fmla="*/ 4009238 h 8402012"/>
              <a:gd name="connsiteX2148" fmla="*/ 11547856 w 21052571"/>
              <a:gd name="connsiteY2148" fmla="*/ 4195489 h 8402012"/>
              <a:gd name="connsiteX2149" fmla="*/ 11310184 w 21052571"/>
              <a:gd name="connsiteY2149" fmla="*/ 4265508 h 8402012"/>
              <a:gd name="connsiteX2150" fmla="*/ 11188660 w 21052571"/>
              <a:gd name="connsiteY2150" fmla="*/ 4284898 h 8402012"/>
              <a:gd name="connsiteX2151" fmla="*/ 11130586 w 21052571"/>
              <a:gd name="connsiteY2151" fmla="*/ 4284898 h 8402012"/>
              <a:gd name="connsiteX2152" fmla="*/ 11091870 w 21052571"/>
              <a:gd name="connsiteY2152" fmla="*/ 4349531 h 8402012"/>
              <a:gd name="connsiteX2153" fmla="*/ 11476877 w 21052571"/>
              <a:gd name="connsiteY2153" fmla="*/ 4265508 h 8402012"/>
              <a:gd name="connsiteX2154" fmla="*/ 11650022 w 21052571"/>
              <a:gd name="connsiteY2154" fmla="*/ 4195489 h 8402012"/>
              <a:gd name="connsiteX2155" fmla="*/ 11824243 w 21052571"/>
              <a:gd name="connsiteY2155" fmla="*/ 4138506 h 8402012"/>
              <a:gd name="connsiteX2156" fmla="*/ 12196344 w 21052571"/>
              <a:gd name="connsiteY2156" fmla="*/ 4048019 h 8402012"/>
              <a:gd name="connsiteX2157" fmla="*/ 12382394 w 21052571"/>
              <a:gd name="connsiteY2157" fmla="*/ 4015703 h 8402012"/>
              <a:gd name="connsiteX2158" fmla="*/ 12529729 w 21052571"/>
              <a:gd name="connsiteY2158" fmla="*/ 3971537 h 8402012"/>
              <a:gd name="connsiteX2159" fmla="*/ 13184670 w 21052571"/>
              <a:gd name="connsiteY2159" fmla="*/ 3919831 h 8402012"/>
              <a:gd name="connsiteX2160" fmla="*/ 14203682 w 21052571"/>
              <a:gd name="connsiteY2160" fmla="*/ 3919806 h 8402012"/>
              <a:gd name="connsiteX2161" fmla="*/ 14236750 w 21052571"/>
              <a:gd name="connsiteY2161" fmla="*/ 3938958 h 8402012"/>
              <a:gd name="connsiteX2162" fmla="*/ 14190455 w 21052571"/>
              <a:gd name="connsiteY2162" fmla="*/ 3970880 h 8402012"/>
              <a:gd name="connsiteX2163" fmla="*/ 14203682 w 21052571"/>
              <a:gd name="connsiteY2163" fmla="*/ 3919806 h 8402012"/>
              <a:gd name="connsiteX2164" fmla="*/ 13443216 w 21052571"/>
              <a:gd name="connsiteY2164" fmla="*/ 3919332 h 8402012"/>
              <a:gd name="connsiteX2165" fmla="*/ 13454700 w 21052571"/>
              <a:gd name="connsiteY2165" fmla="*/ 3921891 h 8402012"/>
              <a:gd name="connsiteX2166" fmla="*/ 13441575 w 21052571"/>
              <a:gd name="connsiteY2166" fmla="*/ 3942365 h 8402012"/>
              <a:gd name="connsiteX2167" fmla="*/ 13443216 w 21052571"/>
              <a:gd name="connsiteY2167" fmla="*/ 3919332 h 8402012"/>
              <a:gd name="connsiteX2168" fmla="*/ 13860136 w 21052571"/>
              <a:gd name="connsiteY2168" fmla="*/ 3910327 h 8402012"/>
              <a:gd name="connsiteX2169" fmla="*/ 13886031 w 21052571"/>
              <a:gd name="connsiteY2169" fmla="*/ 3954824 h 8402012"/>
              <a:gd name="connsiteX2170" fmla="*/ 13782451 w 21052571"/>
              <a:gd name="connsiteY2170" fmla="*/ 3991909 h 8402012"/>
              <a:gd name="connsiteX2171" fmla="*/ 13621685 w 21052571"/>
              <a:gd name="connsiteY2171" fmla="*/ 3999323 h 8402012"/>
              <a:gd name="connsiteX2172" fmla="*/ 13621685 w 21052571"/>
              <a:gd name="connsiteY2172" fmla="*/ 3942111 h 8402012"/>
              <a:gd name="connsiteX2173" fmla="*/ 13654054 w 21052571"/>
              <a:gd name="connsiteY2173" fmla="*/ 3935754 h 8402012"/>
              <a:gd name="connsiteX2174" fmla="*/ 13711239 w 21052571"/>
              <a:gd name="connsiteY2174" fmla="*/ 3935754 h 8402012"/>
              <a:gd name="connsiteX2175" fmla="*/ 13853662 w 21052571"/>
              <a:gd name="connsiteY2175" fmla="*/ 3923040 h 8402012"/>
              <a:gd name="connsiteX2176" fmla="*/ 13860136 w 21052571"/>
              <a:gd name="connsiteY2176" fmla="*/ 3910327 h 8402012"/>
              <a:gd name="connsiteX2177" fmla="*/ 10171155 w 21052571"/>
              <a:gd name="connsiteY2177" fmla="*/ 3910325 h 8402012"/>
              <a:gd name="connsiteX2178" fmla="*/ 10189117 w 21052571"/>
              <a:gd name="connsiteY2178" fmla="*/ 3942433 h 8402012"/>
              <a:gd name="connsiteX2179" fmla="*/ 10171155 w 21052571"/>
              <a:gd name="connsiteY2179" fmla="*/ 3910325 h 8402012"/>
              <a:gd name="connsiteX2180" fmla="*/ 13298330 w 21052571"/>
              <a:gd name="connsiteY2180" fmla="*/ 3910324 h 8402012"/>
              <a:gd name="connsiteX2181" fmla="*/ 13280423 w 21052571"/>
              <a:gd name="connsiteY2181" fmla="*/ 3942433 h 8402012"/>
              <a:gd name="connsiteX2182" fmla="*/ 13298330 w 21052571"/>
              <a:gd name="connsiteY2182" fmla="*/ 3910324 h 8402012"/>
              <a:gd name="connsiteX2183" fmla="*/ 11734271 w 21052571"/>
              <a:gd name="connsiteY2183" fmla="*/ 3910324 h 8402012"/>
              <a:gd name="connsiteX2184" fmla="*/ 11716309 w 21052571"/>
              <a:gd name="connsiteY2184" fmla="*/ 3942433 h 8402012"/>
              <a:gd name="connsiteX2185" fmla="*/ 11734271 w 21052571"/>
              <a:gd name="connsiteY2185" fmla="*/ 3910324 h 8402012"/>
              <a:gd name="connsiteX2186" fmla="*/ 16710998 w 21052571"/>
              <a:gd name="connsiteY2186" fmla="*/ 3910324 h 8402012"/>
              <a:gd name="connsiteX2187" fmla="*/ 16693034 w 21052571"/>
              <a:gd name="connsiteY2187" fmla="*/ 3942432 h 8402012"/>
              <a:gd name="connsiteX2188" fmla="*/ 16710998 w 21052571"/>
              <a:gd name="connsiteY2188" fmla="*/ 3910324 h 8402012"/>
              <a:gd name="connsiteX2189" fmla="*/ 16659854 w 21052571"/>
              <a:gd name="connsiteY2189" fmla="*/ 3910324 h 8402012"/>
              <a:gd name="connsiteX2190" fmla="*/ 16677816 w 21052571"/>
              <a:gd name="connsiteY2190" fmla="*/ 3942432 h 8402012"/>
              <a:gd name="connsiteX2191" fmla="*/ 16659854 w 21052571"/>
              <a:gd name="connsiteY2191" fmla="*/ 3910324 h 8402012"/>
              <a:gd name="connsiteX2192" fmla="*/ 17375559 w 21052571"/>
              <a:gd name="connsiteY2192" fmla="*/ 3910323 h 8402012"/>
              <a:gd name="connsiteX2193" fmla="*/ 17412451 w 21052571"/>
              <a:gd name="connsiteY2193" fmla="*/ 3910323 h 8402012"/>
              <a:gd name="connsiteX2194" fmla="*/ 17412451 w 21052571"/>
              <a:gd name="connsiteY2194" fmla="*/ 3942432 h 8402012"/>
              <a:gd name="connsiteX2195" fmla="*/ 17375559 w 21052571"/>
              <a:gd name="connsiteY2195" fmla="*/ 3942432 h 8402012"/>
              <a:gd name="connsiteX2196" fmla="*/ 17375559 w 21052571"/>
              <a:gd name="connsiteY2196" fmla="*/ 3910323 h 8402012"/>
              <a:gd name="connsiteX2197" fmla="*/ 19579535 w 21052571"/>
              <a:gd name="connsiteY2197" fmla="*/ 3910323 h 8402012"/>
              <a:gd name="connsiteX2198" fmla="*/ 19597495 w 21052571"/>
              <a:gd name="connsiteY2198" fmla="*/ 3942431 h 8402012"/>
              <a:gd name="connsiteX2199" fmla="*/ 19579535 w 21052571"/>
              <a:gd name="connsiteY2199" fmla="*/ 3910323 h 8402012"/>
              <a:gd name="connsiteX2200" fmla="*/ 19451559 w 21052571"/>
              <a:gd name="connsiteY2200" fmla="*/ 3910323 h 8402012"/>
              <a:gd name="connsiteX2201" fmla="*/ 19469467 w 21052571"/>
              <a:gd name="connsiteY2201" fmla="*/ 3942431 h 8402012"/>
              <a:gd name="connsiteX2202" fmla="*/ 19451559 w 21052571"/>
              <a:gd name="connsiteY2202" fmla="*/ 3910323 h 8402012"/>
              <a:gd name="connsiteX2203" fmla="*/ 9711990 w 21052571"/>
              <a:gd name="connsiteY2203" fmla="*/ 3908169 h 8402012"/>
              <a:gd name="connsiteX2204" fmla="*/ 9731335 w 21052571"/>
              <a:gd name="connsiteY2204" fmla="*/ 3940409 h 8402012"/>
              <a:gd name="connsiteX2205" fmla="*/ 9711990 w 21052571"/>
              <a:gd name="connsiteY2205" fmla="*/ 3908169 h 8402012"/>
              <a:gd name="connsiteX2206" fmla="*/ 14696577 w 21052571"/>
              <a:gd name="connsiteY2206" fmla="*/ 3907457 h 8402012"/>
              <a:gd name="connsiteX2207" fmla="*/ 14659685 w 21052571"/>
              <a:gd name="connsiteY2207" fmla="*/ 3940525 h 8402012"/>
              <a:gd name="connsiteX2208" fmla="*/ 14696577 w 21052571"/>
              <a:gd name="connsiteY2208" fmla="*/ 3907457 h 8402012"/>
              <a:gd name="connsiteX2209" fmla="*/ 19034467 w 21052571"/>
              <a:gd name="connsiteY2209" fmla="*/ 3906992 h 8402012"/>
              <a:gd name="connsiteX2210" fmla="*/ 19071331 w 21052571"/>
              <a:gd name="connsiteY2210" fmla="*/ 3937736 h 8402012"/>
              <a:gd name="connsiteX2211" fmla="*/ 19034467 w 21052571"/>
              <a:gd name="connsiteY2211" fmla="*/ 3906992 h 8402012"/>
              <a:gd name="connsiteX2212" fmla="*/ 15364180 w 21052571"/>
              <a:gd name="connsiteY2212" fmla="*/ 3890681 h 8402012"/>
              <a:gd name="connsiteX2213" fmla="*/ 15428808 w 21052571"/>
              <a:gd name="connsiteY2213" fmla="*/ 3908982 h 8402012"/>
              <a:gd name="connsiteX2214" fmla="*/ 15396222 w 21052571"/>
              <a:gd name="connsiteY2214" fmla="*/ 3947181 h 8402012"/>
              <a:gd name="connsiteX2215" fmla="*/ 15319102 w 21052571"/>
              <a:gd name="connsiteY2215" fmla="*/ 3940814 h 8402012"/>
              <a:gd name="connsiteX2216" fmla="*/ 15299550 w 21052571"/>
              <a:gd name="connsiteY2216" fmla="*/ 3896249 h 8402012"/>
              <a:gd name="connsiteX2217" fmla="*/ 15364180 w 21052571"/>
              <a:gd name="connsiteY2217" fmla="*/ 3890681 h 8402012"/>
              <a:gd name="connsiteX2218" fmla="*/ 10209271 w 21052571"/>
              <a:gd name="connsiteY2218" fmla="*/ 3877149 h 8402012"/>
              <a:gd name="connsiteX2219" fmla="*/ 10227046 w 21052571"/>
              <a:gd name="connsiteY2219" fmla="*/ 3942420 h 8402012"/>
              <a:gd name="connsiteX2220" fmla="*/ 10209271 w 21052571"/>
              <a:gd name="connsiteY2220" fmla="*/ 3877149 h 8402012"/>
              <a:gd name="connsiteX2221" fmla="*/ 13393180 w 21052571"/>
              <a:gd name="connsiteY2221" fmla="*/ 3877148 h 8402012"/>
              <a:gd name="connsiteX2222" fmla="*/ 13375218 w 21052571"/>
              <a:gd name="connsiteY2222" fmla="*/ 3942419 h 8402012"/>
              <a:gd name="connsiteX2223" fmla="*/ 13393180 w 21052571"/>
              <a:gd name="connsiteY2223" fmla="*/ 3877148 h 8402012"/>
              <a:gd name="connsiteX2224" fmla="*/ 13806534 w 21052571"/>
              <a:gd name="connsiteY2224" fmla="*/ 3877147 h 8402012"/>
              <a:gd name="connsiteX2225" fmla="*/ 13852829 w 21052571"/>
              <a:gd name="connsiteY2225" fmla="*/ 3889449 h 8402012"/>
              <a:gd name="connsiteX2226" fmla="*/ 13806534 w 21052571"/>
              <a:gd name="connsiteY2226" fmla="*/ 3877147 h 8402012"/>
              <a:gd name="connsiteX2227" fmla="*/ 13659603 w 21052571"/>
              <a:gd name="connsiteY2227" fmla="*/ 3877147 h 8402012"/>
              <a:gd name="connsiteX2228" fmla="*/ 13677565 w 21052571"/>
              <a:gd name="connsiteY2228" fmla="*/ 3909253 h 8402012"/>
              <a:gd name="connsiteX2229" fmla="*/ 13659603 w 21052571"/>
              <a:gd name="connsiteY2229" fmla="*/ 3877147 h 8402012"/>
              <a:gd name="connsiteX2230" fmla="*/ 11792144 w 21052571"/>
              <a:gd name="connsiteY2230" fmla="*/ 3877147 h 8402012"/>
              <a:gd name="connsiteX2231" fmla="*/ 11810106 w 21052571"/>
              <a:gd name="connsiteY2231" fmla="*/ 3909253 h 8402012"/>
              <a:gd name="connsiteX2232" fmla="*/ 11792144 w 21052571"/>
              <a:gd name="connsiteY2232" fmla="*/ 3877147 h 8402012"/>
              <a:gd name="connsiteX2233" fmla="*/ 20014595 w 21052571"/>
              <a:gd name="connsiteY2233" fmla="*/ 3877146 h 8402012"/>
              <a:gd name="connsiteX2234" fmla="*/ 19996631 w 21052571"/>
              <a:gd name="connsiteY2234" fmla="*/ 3909252 h 8402012"/>
              <a:gd name="connsiteX2235" fmla="*/ 20014595 w 21052571"/>
              <a:gd name="connsiteY2235" fmla="*/ 3877146 h 8402012"/>
              <a:gd name="connsiteX2236" fmla="*/ 19564319 w 21052571"/>
              <a:gd name="connsiteY2236" fmla="*/ 3877146 h 8402012"/>
              <a:gd name="connsiteX2237" fmla="*/ 19546355 w 21052571"/>
              <a:gd name="connsiteY2237" fmla="*/ 3909253 h 8402012"/>
              <a:gd name="connsiteX2238" fmla="*/ 19564319 w 21052571"/>
              <a:gd name="connsiteY2238" fmla="*/ 3877146 h 8402012"/>
              <a:gd name="connsiteX2239" fmla="*/ 11051722 w 21052571"/>
              <a:gd name="connsiteY2239" fmla="*/ 3874280 h 8402012"/>
              <a:gd name="connsiteX2240" fmla="*/ 11014830 w 21052571"/>
              <a:gd name="connsiteY2240" fmla="*/ 3907348 h 8402012"/>
              <a:gd name="connsiteX2241" fmla="*/ 11051722 w 21052571"/>
              <a:gd name="connsiteY2241" fmla="*/ 3874280 h 8402012"/>
              <a:gd name="connsiteX2242" fmla="*/ 18615335 w 21052571"/>
              <a:gd name="connsiteY2242" fmla="*/ 3873366 h 8402012"/>
              <a:gd name="connsiteX2243" fmla="*/ 18616407 w 21052571"/>
              <a:gd name="connsiteY2243" fmla="*/ 3875546 h 8402012"/>
              <a:gd name="connsiteX2244" fmla="*/ 18617471 w 21052571"/>
              <a:gd name="connsiteY2244" fmla="*/ 3877715 h 8402012"/>
              <a:gd name="connsiteX2245" fmla="*/ 20396187 w 21052571"/>
              <a:gd name="connsiteY2245" fmla="*/ 3864633 h 8402012"/>
              <a:gd name="connsiteX2246" fmla="*/ 20480391 w 21052571"/>
              <a:gd name="connsiteY2246" fmla="*/ 3916069 h 8402012"/>
              <a:gd name="connsiteX2247" fmla="*/ 20514263 w 21052571"/>
              <a:gd name="connsiteY2247" fmla="*/ 3962547 h 8402012"/>
              <a:gd name="connsiteX2248" fmla="*/ 20542031 w 21052571"/>
              <a:gd name="connsiteY2248" fmla="*/ 4014060 h 8402012"/>
              <a:gd name="connsiteX2249" fmla="*/ 20543343 w 21052571"/>
              <a:gd name="connsiteY2249" fmla="*/ 3997137 h 8402012"/>
              <a:gd name="connsiteX2250" fmla="*/ 20554827 w 21052571"/>
              <a:gd name="connsiteY2250" fmla="*/ 4000079 h 8402012"/>
              <a:gd name="connsiteX2251" fmla="*/ 20548263 w 21052571"/>
              <a:gd name="connsiteY2251" fmla="*/ 4006367 h 8402012"/>
              <a:gd name="connsiteX2252" fmla="*/ 20543015 w 21052571"/>
              <a:gd name="connsiteY2252" fmla="*/ 4015889 h 8402012"/>
              <a:gd name="connsiteX2253" fmla="*/ 20544083 w 21052571"/>
              <a:gd name="connsiteY2253" fmla="*/ 4017869 h 8402012"/>
              <a:gd name="connsiteX2254" fmla="*/ 20834483 w 21052571"/>
              <a:gd name="connsiteY2254" fmla="*/ 4317819 h 8402012"/>
              <a:gd name="connsiteX2255" fmla="*/ 20763235 w 21052571"/>
              <a:gd name="connsiteY2255" fmla="*/ 4285671 h 8402012"/>
              <a:gd name="connsiteX2256" fmla="*/ 20667155 w 21052571"/>
              <a:gd name="connsiteY2256" fmla="*/ 4190300 h 8402012"/>
              <a:gd name="connsiteX2257" fmla="*/ 20448003 w 21052571"/>
              <a:gd name="connsiteY2257" fmla="*/ 3980365 h 8402012"/>
              <a:gd name="connsiteX2258" fmla="*/ 20396187 w 21052571"/>
              <a:gd name="connsiteY2258" fmla="*/ 3864633 h 8402012"/>
              <a:gd name="connsiteX2259" fmla="*/ 17478731 w 21052571"/>
              <a:gd name="connsiteY2259" fmla="*/ 3848707 h 8402012"/>
              <a:gd name="connsiteX2260" fmla="*/ 17472115 w 21052571"/>
              <a:gd name="connsiteY2260" fmla="*/ 3937701 h 8402012"/>
              <a:gd name="connsiteX2261" fmla="*/ 17432435 w 21052571"/>
              <a:gd name="connsiteY2261" fmla="*/ 3886845 h 8402012"/>
              <a:gd name="connsiteX2262" fmla="*/ 17478731 w 21052571"/>
              <a:gd name="connsiteY2262" fmla="*/ 3848707 h 8402012"/>
              <a:gd name="connsiteX2263" fmla="*/ 10507676 w 21052571"/>
              <a:gd name="connsiteY2263" fmla="*/ 3843969 h 8402012"/>
              <a:gd name="connsiteX2264" fmla="*/ 10538564 w 21052571"/>
              <a:gd name="connsiteY2264" fmla="*/ 3843969 h 8402012"/>
              <a:gd name="connsiteX2265" fmla="*/ 10601406 w 21052571"/>
              <a:gd name="connsiteY2265" fmla="*/ 3843969 h 8402012"/>
              <a:gd name="connsiteX2266" fmla="*/ 10507676 w 21052571"/>
              <a:gd name="connsiteY2266" fmla="*/ 3909239 h 8402012"/>
              <a:gd name="connsiteX2267" fmla="*/ 10507676 w 21052571"/>
              <a:gd name="connsiteY2267" fmla="*/ 3843969 h 8402012"/>
              <a:gd name="connsiteX2268" fmla="*/ 16710998 w 21052571"/>
              <a:gd name="connsiteY2268" fmla="*/ 3843968 h 8402012"/>
              <a:gd name="connsiteX2269" fmla="*/ 16693034 w 21052571"/>
              <a:gd name="connsiteY2269" fmla="*/ 3876075 h 8402012"/>
              <a:gd name="connsiteX2270" fmla="*/ 16710998 w 21052571"/>
              <a:gd name="connsiteY2270" fmla="*/ 3843968 h 8402012"/>
              <a:gd name="connsiteX2271" fmla="*/ 11090665 w 21052571"/>
              <a:gd name="connsiteY2271" fmla="*/ 3843968 h 8402012"/>
              <a:gd name="connsiteX2272" fmla="*/ 11127557 w 21052571"/>
              <a:gd name="connsiteY2272" fmla="*/ 3843968 h 8402012"/>
              <a:gd name="connsiteX2273" fmla="*/ 11127557 w 21052571"/>
              <a:gd name="connsiteY2273" fmla="*/ 3876075 h 8402012"/>
              <a:gd name="connsiteX2274" fmla="*/ 11090665 w 21052571"/>
              <a:gd name="connsiteY2274" fmla="*/ 3876075 h 8402012"/>
              <a:gd name="connsiteX2275" fmla="*/ 11090665 w 21052571"/>
              <a:gd name="connsiteY2275" fmla="*/ 3843968 h 8402012"/>
              <a:gd name="connsiteX2276" fmla="*/ 18924451 w 21052571"/>
              <a:gd name="connsiteY2276" fmla="*/ 3843967 h 8402012"/>
              <a:gd name="connsiteX2277" fmla="*/ 18906491 w 21052571"/>
              <a:gd name="connsiteY2277" fmla="*/ 3876075 h 8402012"/>
              <a:gd name="connsiteX2278" fmla="*/ 18924451 w 21052571"/>
              <a:gd name="connsiteY2278" fmla="*/ 3843967 h 8402012"/>
              <a:gd name="connsiteX2279" fmla="*/ 19110299 w 21052571"/>
              <a:gd name="connsiteY2279" fmla="*/ 3843967 h 8402012"/>
              <a:gd name="connsiteX2280" fmla="*/ 19166143 w 21052571"/>
              <a:gd name="connsiteY2280" fmla="*/ 3856810 h 8402012"/>
              <a:gd name="connsiteX2281" fmla="*/ 19110299 w 21052571"/>
              <a:gd name="connsiteY2281" fmla="*/ 3876075 h 8402012"/>
              <a:gd name="connsiteX2282" fmla="*/ 19110299 w 21052571"/>
              <a:gd name="connsiteY2282" fmla="*/ 3843967 h 8402012"/>
              <a:gd name="connsiteX2283" fmla="*/ 19477719 w 21052571"/>
              <a:gd name="connsiteY2283" fmla="*/ 3827991 h 8402012"/>
              <a:gd name="connsiteX2284" fmla="*/ 19488387 w 21052571"/>
              <a:gd name="connsiteY2284" fmla="*/ 3830993 h 8402012"/>
              <a:gd name="connsiteX2285" fmla="*/ 19481823 w 21052571"/>
              <a:gd name="connsiteY2285" fmla="*/ 3842965 h 8402012"/>
              <a:gd name="connsiteX2286" fmla="*/ 19477719 w 21052571"/>
              <a:gd name="connsiteY2286" fmla="*/ 3827991 h 8402012"/>
              <a:gd name="connsiteX2287" fmla="*/ 19294871 w 21052571"/>
              <a:gd name="connsiteY2287" fmla="*/ 3820927 h 8402012"/>
              <a:gd name="connsiteX2288" fmla="*/ 19355707 w 21052571"/>
              <a:gd name="connsiteY2288" fmla="*/ 3904526 h 8402012"/>
              <a:gd name="connsiteX2289" fmla="*/ 19266711 w 21052571"/>
              <a:gd name="connsiteY2289" fmla="*/ 3872797 h 8402012"/>
              <a:gd name="connsiteX2290" fmla="*/ 19294871 w 21052571"/>
              <a:gd name="connsiteY2290" fmla="*/ 3820927 h 8402012"/>
              <a:gd name="connsiteX2291" fmla="*/ 20298919 w 21052571"/>
              <a:gd name="connsiteY2291" fmla="*/ 3812660 h 8402012"/>
              <a:gd name="connsiteX2292" fmla="*/ 20262055 w 21052571"/>
              <a:gd name="connsiteY2292" fmla="*/ 3845728 h 8402012"/>
              <a:gd name="connsiteX2293" fmla="*/ 20298919 w 21052571"/>
              <a:gd name="connsiteY2293" fmla="*/ 3812660 h 8402012"/>
              <a:gd name="connsiteX2294" fmla="*/ 19906079 w 21052571"/>
              <a:gd name="connsiteY2294" fmla="*/ 3811447 h 8402012"/>
              <a:gd name="connsiteX2295" fmla="*/ 19919723 w 21052571"/>
              <a:gd name="connsiteY2295" fmla="*/ 3842863 h 8402012"/>
              <a:gd name="connsiteX2296" fmla="*/ 19887619 w 21052571"/>
              <a:gd name="connsiteY2296" fmla="*/ 3829633 h 8402012"/>
              <a:gd name="connsiteX2297" fmla="*/ 19906079 w 21052571"/>
              <a:gd name="connsiteY2297" fmla="*/ 3811447 h 8402012"/>
              <a:gd name="connsiteX2298" fmla="*/ 17342379 w 21052571"/>
              <a:gd name="connsiteY2298" fmla="*/ 3810788 h 8402012"/>
              <a:gd name="connsiteX2299" fmla="*/ 17393451 w 21052571"/>
              <a:gd name="connsiteY2299" fmla="*/ 3856477 h 8402012"/>
              <a:gd name="connsiteX2300" fmla="*/ 17342379 w 21052571"/>
              <a:gd name="connsiteY2300" fmla="*/ 3810788 h 8402012"/>
              <a:gd name="connsiteX2301" fmla="*/ 19020247 w 21052571"/>
              <a:gd name="connsiteY2301" fmla="*/ 3810787 h 8402012"/>
              <a:gd name="connsiteX2302" fmla="*/ 19090267 w 21052571"/>
              <a:gd name="connsiteY2302" fmla="*/ 3810787 h 8402012"/>
              <a:gd name="connsiteX2303" fmla="*/ 19070875 w 21052571"/>
              <a:gd name="connsiteY2303" fmla="*/ 3876057 h 8402012"/>
              <a:gd name="connsiteX2304" fmla="*/ 19020247 w 21052571"/>
              <a:gd name="connsiteY2304" fmla="*/ 3810787 h 8402012"/>
              <a:gd name="connsiteX2305" fmla="*/ 11189200 w 21052571"/>
              <a:gd name="connsiteY2305" fmla="*/ 3810787 h 8402012"/>
              <a:gd name="connsiteX2306" fmla="*/ 11171238 w 21052571"/>
              <a:gd name="connsiteY2306" fmla="*/ 3842894 h 8402012"/>
              <a:gd name="connsiteX2307" fmla="*/ 11189200 w 21052571"/>
              <a:gd name="connsiteY2307" fmla="*/ 3810787 h 8402012"/>
              <a:gd name="connsiteX2308" fmla="*/ 14204671 w 21052571"/>
              <a:gd name="connsiteY2308" fmla="*/ 3810787 h 8402012"/>
              <a:gd name="connsiteX2309" fmla="*/ 14222633 w 21052571"/>
              <a:gd name="connsiteY2309" fmla="*/ 3842894 h 8402012"/>
              <a:gd name="connsiteX2310" fmla="*/ 14204671 w 21052571"/>
              <a:gd name="connsiteY2310" fmla="*/ 3810787 h 8402012"/>
              <a:gd name="connsiteX2311" fmla="*/ 13862317 w 21052571"/>
              <a:gd name="connsiteY2311" fmla="*/ 3810787 h 8402012"/>
              <a:gd name="connsiteX2312" fmla="*/ 13849192 w 21052571"/>
              <a:gd name="connsiteY2312" fmla="*/ 3842894 h 8402012"/>
              <a:gd name="connsiteX2313" fmla="*/ 13862317 w 21052571"/>
              <a:gd name="connsiteY2313" fmla="*/ 3810787 h 8402012"/>
              <a:gd name="connsiteX2314" fmla="*/ 15108870 w 21052571"/>
              <a:gd name="connsiteY2314" fmla="*/ 3810786 h 8402012"/>
              <a:gd name="connsiteX2315" fmla="*/ 15095742 w 21052571"/>
              <a:gd name="connsiteY2315" fmla="*/ 3842893 h 8402012"/>
              <a:gd name="connsiteX2316" fmla="*/ 15108870 w 21052571"/>
              <a:gd name="connsiteY2316" fmla="*/ 3810786 h 8402012"/>
              <a:gd name="connsiteX2317" fmla="*/ 14811358 w 21052571"/>
              <a:gd name="connsiteY2317" fmla="*/ 3806045 h 8402012"/>
              <a:gd name="connsiteX2318" fmla="*/ 14966686 w 21052571"/>
              <a:gd name="connsiteY2318" fmla="*/ 3812193 h 8402012"/>
              <a:gd name="connsiteX2319" fmla="*/ 14824392 w 21052571"/>
              <a:gd name="connsiteY2319" fmla="*/ 3842937 h 8402012"/>
              <a:gd name="connsiteX2320" fmla="*/ 14811358 w 21052571"/>
              <a:gd name="connsiteY2320" fmla="*/ 3806045 h 8402012"/>
              <a:gd name="connsiteX2321" fmla="*/ 13142458 w 21052571"/>
              <a:gd name="connsiteY2321" fmla="*/ 3804832 h 8402012"/>
              <a:gd name="connsiteX2322" fmla="*/ 13160904 w 21052571"/>
              <a:gd name="connsiteY2322" fmla="*/ 3816408 h 8402012"/>
              <a:gd name="connsiteX2323" fmla="*/ 13124012 w 21052571"/>
              <a:gd name="connsiteY2323" fmla="*/ 3842863 h 8402012"/>
              <a:gd name="connsiteX2324" fmla="*/ 13142458 w 21052571"/>
              <a:gd name="connsiteY2324" fmla="*/ 3804832 h 8402012"/>
              <a:gd name="connsiteX2325" fmla="*/ 15147386 w 21052571"/>
              <a:gd name="connsiteY2325" fmla="*/ 3796570 h 8402012"/>
              <a:gd name="connsiteX2326" fmla="*/ 15193006 w 21052571"/>
              <a:gd name="connsiteY2326" fmla="*/ 3841474 h 8402012"/>
              <a:gd name="connsiteX2327" fmla="*/ 15219076 w 21052571"/>
              <a:gd name="connsiteY2327" fmla="*/ 3886373 h 8402012"/>
              <a:gd name="connsiteX2328" fmla="*/ 15128922 w 21052571"/>
              <a:gd name="connsiteY2328" fmla="*/ 3905620 h 8402012"/>
              <a:gd name="connsiteX2329" fmla="*/ 15147386 w 21052571"/>
              <a:gd name="connsiteY2329" fmla="*/ 3796570 h 8402012"/>
              <a:gd name="connsiteX2330" fmla="*/ 11317119 w 21052571"/>
              <a:gd name="connsiteY2330" fmla="*/ 3796569 h 8402012"/>
              <a:gd name="connsiteX2331" fmla="*/ 11204417 w 21052571"/>
              <a:gd name="connsiteY2331" fmla="*/ 3842863 h 8402012"/>
              <a:gd name="connsiteX2332" fmla="*/ 11222323 w 21052571"/>
              <a:gd name="connsiteY2332" fmla="*/ 3803181 h 8402012"/>
              <a:gd name="connsiteX2333" fmla="*/ 11317119 w 21052571"/>
              <a:gd name="connsiteY2333" fmla="*/ 3796569 h 8402012"/>
              <a:gd name="connsiteX2334" fmla="*/ 19875039 w 21052571"/>
              <a:gd name="connsiteY2334" fmla="*/ 3794722 h 8402012"/>
              <a:gd name="connsiteX2335" fmla="*/ 19886527 w 21052571"/>
              <a:gd name="connsiteY2335" fmla="*/ 3797092 h 8402012"/>
              <a:gd name="connsiteX2336" fmla="*/ 19873399 w 21052571"/>
              <a:gd name="connsiteY2336" fmla="*/ 3809732 h 8402012"/>
              <a:gd name="connsiteX2337" fmla="*/ 19875039 w 21052571"/>
              <a:gd name="connsiteY2337" fmla="*/ 3794722 h 8402012"/>
              <a:gd name="connsiteX2338" fmla="*/ 15032314 w 21052571"/>
              <a:gd name="connsiteY2338" fmla="*/ 3791826 h 8402012"/>
              <a:gd name="connsiteX2339" fmla="*/ 15075748 w 21052571"/>
              <a:gd name="connsiteY2339" fmla="*/ 3842876 h 8402012"/>
              <a:gd name="connsiteX2340" fmla="*/ 15019906 w 21052571"/>
              <a:gd name="connsiteY2340" fmla="*/ 3842876 h 8402012"/>
              <a:gd name="connsiteX2341" fmla="*/ 15032314 w 21052571"/>
              <a:gd name="connsiteY2341" fmla="*/ 3791826 h 8402012"/>
              <a:gd name="connsiteX2342" fmla="*/ 13056578 w 21052571"/>
              <a:gd name="connsiteY2342" fmla="*/ 3787095 h 8402012"/>
              <a:gd name="connsiteX2343" fmla="*/ 13017789 w 21052571"/>
              <a:gd name="connsiteY2343" fmla="*/ 3851127 h 8402012"/>
              <a:gd name="connsiteX2344" fmla="*/ 12901420 w 21052571"/>
              <a:gd name="connsiteY2344" fmla="*/ 3863935 h 8402012"/>
              <a:gd name="connsiteX2345" fmla="*/ 12669760 w 21052571"/>
              <a:gd name="connsiteY2345" fmla="*/ 3889551 h 8402012"/>
              <a:gd name="connsiteX2346" fmla="*/ 12426247 w 21052571"/>
              <a:gd name="connsiteY2346" fmla="*/ 3921564 h 8402012"/>
              <a:gd name="connsiteX2347" fmla="*/ 12309879 w 21052571"/>
              <a:gd name="connsiteY2347" fmla="*/ 3934373 h 8402012"/>
              <a:gd name="connsiteX2348" fmla="*/ 12261526 w 21052571"/>
              <a:gd name="connsiteY2348" fmla="*/ 3933574 h 8402012"/>
              <a:gd name="connsiteX2349" fmla="*/ 12242336 w 21052571"/>
              <a:gd name="connsiteY2349" fmla="*/ 3936380 h 8402012"/>
              <a:gd name="connsiteX2350" fmla="*/ 12252503 w 21052571"/>
              <a:gd name="connsiteY2350" fmla="*/ 3918460 h 8402012"/>
              <a:gd name="connsiteX2351" fmla="*/ 12303414 w 21052571"/>
              <a:gd name="connsiteY2351" fmla="*/ 3895951 h 8402012"/>
              <a:gd name="connsiteX2352" fmla="*/ 12400388 w 21052571"/>
              <a:gd name="connsiteY2352" fmla="*/ 3883144 h 8402012"/>
              <a:gd name="connsiteX2353" fmla="*/ 12619118 w 21052571"/>
              <a:gd name="connsiteY2353" fmla="*/ 3851127 h 8402012"/>
              <a:gd name="connsiteX2354" fmla="*/ 13056578 w 21052571"/>
              <a:gd name="connsiteY2354" fmla="*/ 3787095 h 8402012"/>
              <a:gd name="connsiteX2355" fmla="*/ 20109387 w 21052571"/>
              <a:gd name="connsiteY2355" fmla="*/ 3787086 h 8402012"/>
              <a:gd name="connsiteX2356" fmla="*/ 20091423 w 21052571"/>
              <a:gd name="connsiteY2356" fmla="*/ 3814385 h 8402012"/>
              <a:gd name="connsiteX2357" fmla="*/ 20109387 w 21052571"/>
              <a:gd name="connsiteY2357" fmla="*/ 3787086 h 8402012"/>
              <a:gd name="connsiteX2358" fmla="*/ 13090307 w 21052571"/>
              <a:gd name="connsiteY2358" fmla="*/ 3783594 h 8402012"/>
              <a:gd name="connsiteX2359" fmla="*/ 13113478 w 21052571"/>
              <a:gd name="connsiteY2359" fmla="*/ 3784816 h 8402012"/>
              <a:gd name="connsiteX2360" fmla="*/ 13076614 w 21052571"/>
              <a:gd name="connsiteY2360" fmla="*/ 3810883 h 8402012"/>
              <a:gd name="connsiteX2361" fmla="*/ 13090307 w 21052571"/>
              <a:gd name="connsiteY2361" fmla="*/ 3783594 h 8402012"/>
              <a:gd name="connsiteX2362" fmla="*/ 12255999 w 21052571"/>
              <a:gd name="connsiteY2362" fmla="*/ 3775756 h 8402012"/>
              <a:gd name="connsiteX2363" fmla="*/ 12317186 w 21052571"/>
              <a:gd name="connsiteY2363" fmla="*/ 3786578 h 8402012"/>
              <a:gd name="connsiteX2364" fmla="*/ 12209241 w 21052571"/>
              <a:gd name="connsiteY2364" fmla="*/ 3812228 h 8402012"/>
              <a:gd name="connsiteX2365" fmla="*/ 12255999 w 21052571"/>
              <a:gd name="connsiteY2365" fmla="*/ 3775756 h 8402012"/>
              <a:gd name="connsiteX2366" fmla="*/ 11753201 w 21052571"/>
              <a:gd name="connsiteY2366" fmla="*/ 3755783 h 8402012"/>
              <a:gd name="connsiteX2367" fmla="*/ 11716309 w 21052571"/>
              <a:gd name="connsiteY2367" fmla="*/ 3787748 h 8402012"/>
              <a:gd name="connsiteX2368" fmla="*/ 11753201 w 21052571"/>
              <a:gd name="connsiteY2368" fmla="*/ 3755783 h 8402012"/>
              <a:gd name="connsiteX2369" fmla="*/ 10051604 w 21052571"/>
              <a:gd name="connsiteY2369" fmla="*/ 3754495 h 8402012"/>
              <a:gd name="connsiteX2370" fmla="*/ 10070949 w 21052571"/>
              <a:gd name="connsiteY2370" fmla="*/ 3785658 h 8402012"/>
              <a:gd name="connsiteX2371" fmla="*/ 10051604 w 21052571"/>
              <a:gd name="connsiteY2371" fmla="*/ 3754495 h 8402012"/>
              <a:gd name="connsiteX2372" fmla="*/ 9904367 w 21052571"/>
              <a:gd name="connsiteY2372" fmla="*/ 3754495 h 8402012"/>
              <a:gd name="connsiteX2373" fmla="*/ 9885021 w 21052571"/>
              <a:gd name="connsiteY2373" fmla="*/ 3804998 h 8402012"/>
              <a:gd name="connsiteX2374" fmla="*/ 9852780 w 21052571"/>
              <a:gd name="connsiteY2374" fmla="*/ 3798554 h 8402012"/>
              <a:gd name="connsiteX2375" fmla="*/ 9750680 w 21052571"/>
              <a:gd name="connsiteY2375" fmla="*/ 3875928 h 8402012"/>
              <a:gd name="connsiteX2376" fmla="*/ 10000017 w 21052571"/>
              <a:gd name="connsiteY2376" fmla="*/ 3754495 h 8402012"/>
              <a:gd name="connsiteX2377" fmla="*/ 9904367 w 21052571"/>
              <a:gd name="connsiteY2377" fmla="*/ 3754495 h 8402012"/>
              <a:gd name="connsiteX2378" fmla="*/ 14659685 w 21052571"/>
              <a:gd name="connsiteY2378" fmla="*/ 3753910 h 8402012"/>
              <a:gd name="connsiteX2379" fmla="*/ 14767633 w 21052571"/>
              <a:gd name="connsiteY2379" fmla="*/ 3753910 h 8402012"/>
              <a:gd name="connsiteX2380" fmla="*/ 14717400 w 21052571"/>
              <a:gd name="connsiteY2380" fmla="*/ 3842889 h 8402012"/>
              <a:gd name="connsiteX2381" fmla="*/ 14659685 w 21052571"/>
              <a:gd name="connsiteY2381" fmla="*/ 3753910 h 8402012"/>
              <a:gd name="connsiteX2382" fmla="*/ 10527822 w 21052571"/>
              <a:gd name="connsiteY2382" fmla="*/ 3753909 h 8402012"/>
              <a:gd name="connsiteX2383" fmla="*/ 10544607 w 21052571"/>
              <a:gd name="connsiteY2383" fmla="*/ 3809732 h 8402012"/>
              <a:gd name="connsiteX2384" fmla="*/ 10527822 w 21052571"/>
              <a:gd name="connsiteY2384" fmla="*/ 3753909 h 8402012"/>
              <a:gd name="connsiteX2385" fmla="*/ 12413050 w 21052571"/>
              <a:gd name="connsiteY2385" fmla="*/ 3753907 h 8402012"/>
              <a:gd name="connsiteX2386" fmla="*/ 12431012 w 21052571"/>
              <a:gd name="connsiteY2386" fmla="*/ 3785977 h 8402012"/>
              <a:gd name="connsiteX2387" fmla="*/ 12413050 w 21052571"/>
              <a:gd name="connsiteY2387" fmla="*/ 3753907 h 8402012"/>
              <a:gd name="connsiteX2388" fmla="*/ 13203590 w 21052571"/>
              <a:gd name="connsiteY2388" fmla="*/ 3753907 h 8402012"/>
              <a:gd name="connsiteX2389" fmla="*/ 13185628 w 21052571"/>
              <a:gd name="connsiteY2389" fmla="*/ 3785977 h 8402012"/>
              <a:gd name="connsiteX2390" fmla="*/ 13203590 w 21052571"/>
              <a:gd name="connsiteY2390" fmla="*/ 3753907 h 8402012"/>
              <a:gd name="connsiteX2391" fmla="*/ 20190963 w 21052571"/>
              <a:gd name="connsiteY2391" fmla="*/ 3753906 h 8402012"/>
              <a:gd name="connsiteX2392" fmla="*/ 20227855 w 21052571"/>
              <a:gd name="connsiteY2392" fmla="*/ 3767177 h 8402012"/>
              <a:gd name="connsiteX2393" fmla="*/ 20190963 w 21052571"/>
              <a:gd name="connsiteY2393" fmla="*/ 3753906 h 8402012"/>
              <a:gd name="connsiteX2394" fmla="*/ 14578219 w 21052571"/>
              <a:gd name="connsiteY2394" fmla="*/ 3744712 h 8402012"/>
              <a:gd name="connsiteX2395" fmla="*/ 14625405 w 21052571"/>
              <a:gd name="connsiteY2395" fmla="*/ 3752891 h 8402012"/>
              <a:gd name="connsiteX2396" fmla="*/ 14545933 w 21052571"/>
              <a:gd name="connsiteY2396" fmla="*/ 3783981 h 8402012"/>
              <a:gd name="connsiteX2397" fmla="*/ 14578219 w 21052571"/>
              <a:gd name="connsiteY2397" fmla="*/ 3744712 h 8402012"/>
              <a:gd name="connsiteX2398" fmla="*/ 10862658 w 21052571"/>
              <a:gd name="connsiteY2398" fmla="*/ 3741860 h 8402012"/>
              <a:gd name="connsiteX2399" fmla="*/ 10871639 w 21052571"/>
              <a:gd name="connsiteY2399" fmla="*/ 3753396 h 8402012"/>
              <a:gd name="connsiteX2400" fmla="*/ 10862658 w 21052571"/>
              <a:gd name="connsiteY2400" fmla="*/ 3762618 h 8402012"/>
              <a:gd name="connsiteX2401" fmla="*/ 10861546 w 21052571"/>
              <a:gd name="connsiteY2401" fmla="*/ 3762390 h 8402012"/>
              <a:gd name="connsiteX2402" fmla="*/ 10866815 w 21052571"/>
              <a:gd name="connsiteY2402" fmla="*/ 3766549 h 8402012"/>
              <a:gd name="connsiteX2403" fmla="*/ 10757776 w 21052571"/>
              <a:gd name="connsiteY2403" fmla="*/ 3828686 h 8402012"/>
              <a:gd name="connsiteX2404" fmla="*/ 10705955 w 21052571"/>
              <a:gd name="connsiteY2404" fmla="*/ 3847652 h 8402012"/>
              <a:gd name="connsiteX2405" fmla="*/ 10673567 w 21052571"/>
              <a:gd name="connsiteY2405" fmla="*/ 3784455 h 8402012"/>
              <a:gd name="connsiteX2406" fmla="*/ 10790164 w 21052571"/>
              <a:gd name="connsiteY2406" fmla="*/ 3760229 h 8402012"/>
              <a:gd name="connsiteX2407" fmla="*/ 10828490 w 21052571"/>
              <a:gd name="connsiteY2407" fmla="*/ 3749173 h 8402012"/>
              <a:gd name="connsiteX2408" fmla="*/ 10847551 w 21052571"/>
              <a:gd name="connsiteY2408" fmla="*/ 3751343 h 8402012"/>
              <a:gd name="connsiteX2409" fmla="*/ 10858232 w 21052571"/>
              <a:gd name="connsiteY2409" fmla="*/ 3759773 h 8402012"/>
              <a:gd name="connsiteX2410" fmla="*/ 10853677 w 21052571"/>
              <a:gd name="connsiteY2410" fmla="*/ 3753396 h 8402012"/>
              <a:gd name="connsiteX2411" fmla="*/ 10862658 w 21052571"/>
              <a:gd name="connsiteY2411" fmla="*/ 3741860 h 8402012"/>
              <a:gd name="connsiteX2412" fmla="*/ 12579528 w 21052571"/>
              <a:gd name="connsiteY2412" fmla="*/ 3737177 h 8402012"/>
              <a:gd name="connsiteX2413" fmla="*/ 12627903 w 21052571"/>
              <a:gd name="connsiteY2413" fmla="*/ 3747276 h 8402012"/>
              <a:gd name="connsiteX2414" fmla="*/ 12634353 w 21052571"/>
              <a:gd name="connsiteY2414" fmla="*/ 3785980 h 8402012"/>
              <a:gd name="connsiteX2415" fmla="*/ 12550503 w 21052571"/>
              <a:gd name="connsiteY2415" fmla="*/ 3785980 h 8402012"/>
              <a:gd name="connsiteX2416" fmla="*/ 12579528 w 21052571"/>
              <a:gd name="connsiteY2416" fmla="*/ 3737177 h 8402012"/>
              <a:gd name="connsiteX2417" fmla="*/ 12489276 w 21052571"/>
              <a:gd name="connsiteY2417" fmla="*/ 3730208 h 8402012"/>
              <a:gd name="connsiteX2418" fmla="*/ 12502045 w 21052571"/>
              <a:gd name="connsiteY2418" fmla="*/ 3786033 h 8402012"/>
              <a:gd name="connsiteX2419" fmla="*/ 12450970 w 21052571"/>
              <a:gd name="connsiteY2419" fmla="*/ 3786033 h 8402012"/>
              <a:gd name="connsiteX2420" fmla="*/ 12489276 w 21052571"/>
              <a:gd name="connsiteY2420" fmla="*/ 3730208 h 8402012"/>
              <a:gd name="connsiteX2421" fmla="*/ 20472399 w 21052571"/>
              <a:gd name="connsiteY2421" fmla="*/ 3726129 h 8402012"/>
              <a:gd name="connsiteX2422" fmla="*/ 20488539 w 21052571"/>
              <a:gd name="connsiteY2422" fmla="*/ 3757544 h 8402012"/>
              <a:gd name="connsiteX2423" fmla="*/ 20451647 w 21052571"/>
              <a:gd name="connsiteY2423" fmla="*/ 3744311 h 8402012"/>
              <a:gd name="connsiteX2424" fmla="*/ 20472399 w 21052571"/>
              <a:gd name="connsiteY2424" fmla="*/ 3726129 h 8402012"/>
              <a:gd name="connsiteX2425" fmla="*/ 17167871 w 21052571"/>
              <a:gd name="connsiteY2425" fmla="*/ 3720734 h 8402012"/>
              <a:gd name="connsiteX2426" fmla="*/ 17237891 w 21052571"/>
              <a:gd name="connsiteY2426" fmla="*/ 3752638 h 8402012"/>
              <a:gd name="connsiteX2427" fmla="*/ 17263743 w 21052571"/>
              <a:gd name="connsiteY2427" fmla="*/ 3808997 h 8402012"/>
              <a:gd name="connsiteX2428" fmla="*/ 17283131 w 21052571"/>
              <a:gd name="connsiteY2428" fmla="*/ 3759018 h 8402012"/>
              <a:gd name="connsiteX2429" fmla="*/ 17309791 w 21052571"/>
              <a:gd name="connsiteY2429" fmla="*/ 3821890 h 8402012"/>
              <a:gd name="connsiteX2430" fmla="*/ 17335575 w 21052571"/>
              <a:gd name="connsiteY2430" fmla="*/ 3873991 h 8402012"/>
              <a:gd name="connsiteX2431" fmla="*/ 17340135 w 21052571"/>
              <a:gd name="connsiteY2431" fmla="*/ 3858185 h 8402012"/>
              <a:gd name="connsiteX2432" fmla="*/ 17346123 w 21052571"/>
              <a:gd name="connsiteY2432" fmla="*/ 3876632 h 8402012"/>
              <a:gd name="connsiteX2433" fmla="*/ 17339647 w 21052571"/>
              <a:gd name="connsiteY2433" fmla="*/ 3882224 h 8402012"/>
              <a:gd name="connsiteX2434" fmla="*/ 17341299 w 21052571"/>
              <a:gd name="connsiteY2434" fmla="*/ 3885561 h 8402012"/>
              <a:gd name="connsiteX2435" fmla="*/ 17129091 w 21052571"/>
              <a:gd name="connsiteY2435" fmla="*/ 3828133 h 8402012"/>
              <a:gd name="connsiteX2436" fmla="*/ 17167871 w 21052571"/>
              <a:gd name="connsiteY2436" fmla="*/ 3808997 h 8402012"/>
              <a:gd name="connsiteX2437" fmla="*/ 17167871 w 21052571"/>
              <a:gd name="connsiteY2437" fmla="*/ 3720734 h 8402012"/>
              <a:gd name="connsiteX2438" fmla="*/ 19412647 w 21052571"/>
              <a:gd name="connsiteY2438" fmla="*/ 3720728 h 8402012"/>
              <a:gd name="connsiteX2439" fmla="*/ 19394687 w 21052571"/>
              <a:gd name="connsiteY2439" fmla="*/ 3752839 h 8402012"/>
              <a:gd name="connsiteX2440" fmla="*/ 19412647 w 21052571"/>
              <a:gd name="connsiteY2440" fmla="*/ 3720728 h 8402012"/>
              <a:gd name="connsiteX2441" fmla="*/ 17304463 w 21052571"/>
              <a:gd name="connsiteY2441" fmla="*/ 3720728 h 8402012"/>
              <a:gd name="connsiteX2442" fmla="*/ 17317591 w 21052571"/>
              <a:gd name="connsiteY2442" fmla="*/ 3752840 h 8402012"/>
              <a:gd name="connsiteX2443" fmla="*/ 17304463 w 21052571"/>
              <a:gd name="connsiteY2443" fmla="*/ 3720728 h 8402012"/>
              <a:gd name="connsiteX2444" fmla="*/ 12715339 w 21052571"/>
              <a:gd name="connsiteY2444" fmla="*/ 3720728 h 8402012"/>
              <a:gd name="connsiteX2445" fmla="*/ 12715339 w 21052571"/>
              <a:gd name="connsiteY2445" fmla="*/ 3752840 h 8402012"/>
              <a:gd name="connsiteX2446" fmla="*/ 12640557 w 21052571"/>
              <a:gd name="connsiteY2446" fmla="*/ 3752840 h 8402012"/>
              <a:gd name="connsiteX2447" fmla="*/ 12715339 w 21052571"/>
              <a:gd name="connsiteY2447" fmla="*/ 3720728 h 8402012"/>
              <a:gd name="connsiteX2448" fmla="*/ 11511512 w 21052571"/>
              <a:gd name="connsiteY2448" fmla="*/ 3720728 h 8402012"/>
              <a:gd name="connsiteX2449" fmla="*/ 11531353 w 21052571"/>
              <a:gd name="connsiteY2449" fmla="*/ 3809713 h 8402012"/>
              <a:gd name="connsiteX2450" fmla="*/ 11511512 w 21052571"/>
              <a:gd name="connsiteY2450" fmla="*/ 3720728 h 8402012"/>
              <a:gd name="connsiteX2451" fmla="*/ 19110299 w 21052571"/>
              <a:gd name="connsiteY2451" fmla="*/ 3720727 h 8402012"/>
              <a:gd name="connsiteX2452" fmla="*/ 19265623 w 21052571"/>
              <a:gd name="connsiteY2452" fmla="*/ 3797848 h 8402012"/>
              <a:gd name="connsiteX2453" fmla="*/ 19201539 w 21052571"/>
              <a:gd name="connsiteY2453" fmla="*/ 3804364 h 8402012"/>
              <a:gd name="connsiteX2454" fmla="*/ 19110299 w 21052571"/>
              <a:gd name="connsiteY2454" fmla="*/ 3784814 h 8402012"/>
              <a:gd name="connsiteX2455" fmla="*/ 19110299 w 21052571"/>
              <a:gd name="connsiteY2455" fmla="*/ 3720727 h 8402012"/>
              <a:gd name="connsiteX2456" fmla="*/ 14456004 w 21052571"/>
              <a:gd name="connsiteY2456" fmla="*/ 3720727 h 8402012"/>
              <a:gd name="connsiteX2457" fmla="*/ 14525898 w 21052571"/>
              <a:gd name="connsiteY2457" fmla="*/ 3752794 h 8402012"/>
              <a:gd name="connsiteX2458" fmla="*/ 14404391 w 21052571"/>
              <a:gd name="connsiteY2458" fmla="*/ 3783788 h 8402012"/>
              <a:gd name="connsiteX2459" fmla="*/ 14276432 w 21052571"/>
              <a:gd name="connsiteY2459" fmla="*/ 3765618 h 8402012"/>
              <a:gd name="connsiteX2460" fmla="*/ 14166753 w 21052571"/>
              <a:gd name="connsiteY2460" fmla="*/ 3733553 h 8402012"/>
              <a:gd name="connsiteX2461" fmla="*/ 14456004 w 21052571"/>
              <a:gd name="connsiteY2461" fmla="*/ 3720727 h 8402012"/>
              <a:gd name="connsiteX2462" fmla="*/ 10937934 w 21052571"/>
              <a:gd name="connsiteY2462" fmla="*/ 3720725 h 8402012"/>
              <a:gd name="connsiteX2463" fmla="*/ 10937934 w 21052571"/>
              <a:gd name="connsiteY2463" fmla="*/ 3752649 h 8402012"/>
              <a:gd name="connsiteX2464" fmla="*/ 10867899 w 21052571"/>
              <a:gd name="connsiteY2464" fmla="*/ 3739877 h 8402012"/>
              <a:gd name="connsiteX2465" fmla="*/ 10937934 w 21052571"/>
              <a:gd name="connsiteY2465" fmla="*/ 3720725 h 8402012"/>
              <a:gd name="connsiteX2466" fmla="*/ 11603274 w 21052571"/>
              <a:gd name="connsiteY2466" fmla="*/ 3718975 h 8402012"/>
              <a:gd name="connsiteX2467" fmla="*/ 11611039 w 21052571"/>
              <a:gd name="connsiteY2467" fmla="*/ 3724092 h 8402012"/>
              <a:gd name="connsiteX2468" fmla="*/ 11605052 w 21052571"/>
              <a:gd name="connsiteY2468" fmla="*/ 3728908 h 8402012"/>
              <a:gd name="connsiteX2469" fmla="*/ 11600859 w 21052571"/>
              <a:gd name="connsiteY2469" fmla="*/ 3739025 h 8402012"/>
              <a:gd name="connsiteX2470" fmla="*/ 11600964 w 21052571"/>
              <a:gd name="connsiteY2470" fmla="*/ 3739320 h 8402012"/>
              <a:gd name="connsiteX2471" fmla="*/ 11588335 w 21052571"/>
              <a:gd name="connsiteY2471" fmla="*/ 3785980 h 8402012"/>
              <a:gd name="connsiteX2472" fmla="*/ 11594322 w 21052571"/>
              <a:gd name="connsiteY2472" fmla="*/ 3720727 h 8402012"/>
              <a:gd name="connsiteX2473" fmla="*/ 11598706 w 21052571"/>
              <a:gd name="connsiteY2473" fmla="*/ 3733000 h 8402012"/>
              <a:gd name="connsiteX2474" fmla="*/ 11598316 w 21052571"/>
              <a:gd name="connsiteY2474" fmla="*/ 3721684 h 8402012"/>
              <a:gd name="connsiteX2475" fmla="*/ 11603274 w 21052571"/>
              <a:gd name="connsiteY2475" fmla="*/ 3718975 h 8402012"/>
              <a:gd name="connsiteX2476" fmla="*/ 20432175 w 21052571"/>
              <a:gd name="connsiteY2476" fmla="*/ 3697181 h 8402012"/>
              <a:gd name="connsiteX2477" fmla="*/ 20450619 w 21052571"/>
              <a:gd name="connsiteY2477" fmla="*/ 3706811 h 8402012"/>
              <a:gd name="connsiteX2478" fmla="*/ 20444471 w 21052571"/>
              <a:gd name="connsiteY2478" fmla="*/ 3719654 h 8402012"/>
              <a:gd name="connsiteX2479" fmla="*/ 20413727 w 21052571"/>
              <a:gd name="connsiteY2479" fmla="*/ 3706811 h 8402012"/>
              <a:gd name="connsiteX2480" fmla="*/ 20432175 w 21052571"/>
              <a:gd name="connsiteY2480" fmla="*/ 3697181 h 8402012"/>
              <a:gd name="connsiteX2481" fmla="*/ 19753879 w 21052571"/>
              <a:gd name="connsiteY2481" fmla="*/ 3689422 h 8402012"/>
              <a:gd name="connsiteX2482" fmla="*/ 19716987 w 21052571"/>
              <a:gd name="connsiteY2482" fmla="*/ 3722488 h 8402012"/>
              <a:gd name="connsiteX2483" fmla="*/ 19753879 w 21052571"/>
              <a:gd name="connsiteY2483" fmla="*/ 3689422 h 8402012"/>
              <a:gd name="connsiteX2484" fmla="*/ 19265723 w 21052571"/>
              <a:gd name="connsiteY2484" fmla="*/ 3687553 h 8402012"/>
              <a:gd name="connsiteX2485" fmla="*/ 19243015 w 21052571"/>
              <a:gd name="connsiteY2485" fmla="*/ 3719655 h 8402012"/>
              <a:gd name="connsiteX2486" fmla="*/ 19265723 w 21052571"/>
              <a:gd name="connsiteY2486" fmla="*/ 3687553 h 8402012"/>
              <a:gd name="connsiteX2487" fmla="*/ 17076871 w 21052571"/>
              <a:gd name="connsiteY2487" fmla="*/ 3687553 h 8402012"/>
              <a:gd name="connsiteX2488" fmla="*/ 17076871 w 21052571"/>
              <a:gd name="connsiteY2488" fmla="*/ 3777274 h 8402012"/>
              <a:gd name="connsiteX2489" fmla="*/ 17102367 w 21052571"/>
              <a:gd name="connsiteY2489" fmla="*/ 3694039 h 8402012"/>
              <a:gd name="connsiteX2490" fmla="*/ 17146987 w 21052571"/>
              <a:gd name="connsiteY2490" fmla="*/ 3732953 h 8402012"/>
              <a:gd name="connsiteX2491" fmla="*/ 17127863 w 21052571"/>
              <a:gd name="connsiteY2491" fmla="*/ 3771870 h 8402012"/>
              <a:gd name="connsiteX2492" fmla="*/ 17121491 w 21052571"/>
              <a:gd name="connsiteY2492" fmla="*/ 3809704 h 8402012"/>
              <a:gd name="connsiteX2493" fmla="*/ 16963199 w 21052571"/>
              <a:gd name="connsiteY2493" fmla="*/ 3765385 h 8402012"/>
              <a:gd name="connsiteX2494" fmla="*/ 17038627 w 21052571"/>
              <a:gd name="connsiteY2494" fmla="*/ 3758899 h 8402012"/>
              <a:gd name="connsiteX2495" fmla="*/ 17076871 w 21052571"/>
              <a:gd name="connsiteY2495" fmla="*/ 3687553 h 8402012"/>
              <a:gd name="connsiteX2496" fmla="*/ 10161226 w 21052571"/>
              <a:gd name="connsiteY2496" fmla="*/ 3683566 h 8402012"/>
              <a:gd name="connsiteX2497" fmla="*/ 10051604 w 21052571"/>
              <a:gd name="connsiteY2497" fmla="*/ 3709359 h 8402012"/>
              <a:gd name="connsiteX2498" fmla="*/ 10148330 w 21052571"/>
              <a:gd name="connsiteY2498" fmla="*/ 3754495 h 8402012"/>
              <a:gd name="connsiteX2499" fmla="*/ 10161226 w 21052571"/>
              <a:gd name="connsiteY2499" fmla="*/ 3683566 h 8402012"/>
              <a:gd name="connsiteX2500" fmla="*/ 20091427 w 21052571"/>
              <a:gd name="connsiteY2500" fmla="*/ 3678070 h 8402012"/>
              <a:gd name="connsiteX2501" fmla="*/ 20135995 w 21052571"/>
              <a:gd name="connsiteY2501" fmla="*/ 3724364 h 8402012"/>
              <a:gd name="connsiteX2502" fmla="*/ 20091427 w 21052571"/>
              <a:gd name="connsiteY2502" fmla="*/ 3678070 h 8402012"/>
              <a:gd name="connsiteX2503" fmla="*/ 20394255 w 21052571"/>
              <a:gd name="connsiteY2503" fmla="*/ 3668739 h 8402012"/>
              <a:gd name="connsiteX2504" fmla="*/ 20412703 w 21052571"/>
              <a:gd name="connsiteY2504" fmla="*/ 3678371 h 8402012"/>
              <a:gd name="connsiteX2505" fmla="*/ 20400407 w 21052571"/>
              <a:gd name="connsiteY2505" fmla="*/ 3691213 h 8402012"/>
              <a:gd name="connsiteX2506" fmla="*/ 20375811 w 21052571"/>
              <a:gd name="connsiteY2506" fmla="*/ 3678371 h 8402012"/>
              <a:gd name="connsiteX2507" fmla="*/ 20394255 w 21052571"/>
              <a:gd name="connsiteY2507" fmla="*/ 3668739 h 8402012"/>
              <a:gd name="connsiteX2508" fmla="*/ 14038279 w 21052571"/>
              <a:gd name="connsiteY2508" fmla="*/ 3659114 h 8402012"/>
              <a:gd name="connsiteX2509" fmla="*/ 14146722 w 21052571"/>
              <a:gd name="connsiteY2509" fmla="*/ 3724339 h 8402012"/>
              <a:gd name="connsiteX2510" fmla="*/ 14133838 w 21052571"/>
              <a:gd name="connsiteY2510" fmla="*/ 3776516 h 8402012"/>
              <a:gd name="connsiteX2511" fmla="*/ 14102701 w 21052571"/>
              <a:gd name="connsiteY2511" fmla="*/ 3776516 h 8402012"/>
              <a:gd name="connsiteX2512" fmla="*/ 14038279 w 21052571"/>
              <a:gd name="connsiteY2512" fmla="*/ 3769997 h 8402012"/>
              <a:gd name="connsiteX2513" fmla="*/ 13904067 w 21052571"/>
              <a:gd name="connsiteY2513" fmla="*/ 3756951 h 8402012"/>
              <a:gd name="connsiteX2514" fmla="*/ 13621685 w 21052571"/>
              <a:gd name="connsiteY2514" fmla="*/ 3737382 h 8402012"/>
              <a:gd name="connsiteX2515" fmla="*/ 13878298 w 21052571"/>
              <a:gd name="connsiteY2515" fmla="*/ 3704770 h 8402012"/>
              <a:gd name="connsiteX2516" fmla="*/ 14018952 w 21052571"/>
              <a:gd name="connsiteY2516" fmla="*/ 3698248 h 8402012"/>
              <a:gd name="connsiteX2517" fmla="*/ 14064048 w 21052571"/>
              <a:gd name="connsiteY2517" fmla="*/ 3704770 h 8402012"/>
              <a:gd name="connsiteX2518" fmla="*/ 14038279 w 21052571"/>
              <a:gd name="connsiteY2518" fmla="*/ 3691726 h 8402012"/>
              <a:gd name="connsiteX2519" fmla="*/ 14038279 w 21052571"/>
              <a:gd name="connsiteY2519" fmla="*/ 3659114 h 8402012"/>
              <a:gd name="connsiteX2520" fmla="*/ 15905100 w 21052571"/>
              <a:gd name="connsiteY2520" fmla="*/ 3659108 h 8402012"/>
              <a:gd name="connsiteX2521" fmla="*/ 15905100 w 21052571"/>
              <a:gd name="connsiteY2521" fmla="*/ 3691214 h 8402012"/>
              <a:gd name="connsiteX2522" fmla="*/ 15905100 w 21052571"/>
              <a:gd name="connsiteY2522" fmla="*/ 3659108 h 8402012"/>
              <a:gd name="connsiteX2523" fmla="*/ 14165755 w 21052571"/>
              <a:gd name="connsiteY2523" fmla="*/ 3659108 h 8402012"/>
              <a:gd name="connsiteX2524" fmla="*/ 14147793 w 21052571"/>
              <a:gd name="connsiteY2524" fmla="*/ 3691214 h 8402012"/>
              <a:gd name="connsiteX2525" fmla="*/ 14165755 w 21052571"/>
              <a:gd name="connsiteY2525" fmla="*/ 3659108 h 8402012"/>
              <a:gd name="connsiteX2526" fmla="*/ 13602725 w 21052571"/>
              <a:gd name="connsiteY2526" fmla="*/ 3659108 h 8402012"/>
              <a:gd name="connsiteX2527" fmla="*/ 13620687 w 21052571"/>
              <a:gd name="connsiteY2527" fmla="*/ 3691214 h 8402012"/>
              <a:gd name="connsiteX2528" fmla="*/ 13602725 w 21052571"/>
              <a:gd name="connsiteY2528" fmla="*/ 3659108 h 8402012"/>
              <a:gd name="connsiteX2529" fmla="*/ 19995635 w 21052571"/>
              <a:gd name="connsiteY2529" fmla="*/ 3659107 h 8402012"/>
              <a:gd name="connsiteX2530" fmla="*/ 19977671 w 21052571"/>
              <a:gd name="connsiteY2530" fmla="*/ 3691213 h 8402012"/>
              <a:gd name="connsiteX2531" fmla="*/ 19995635 w 21052571"/>
              <a:gd name="connsiteY2531" fmla="*/ 3659107 h 8402012"/>
              <a:gd name="connsiteX2532" fmla="*/ 19227767 w 21052571"/>
              <a:gd name="connsiteY2532" fmla="*/ 3656244 h 8402012"/>
              <a:gd name="connsiteX2533" fmla="*/ 19190875 w 21052571"/>
              <a:gd name="connsiteY2533" fmla="*/ 3689312 h 8402012"/>
              <a:gd name="connsiteX2534" fmla="*/ 19227767 w 21052571"/>
              <a:gd name="connsiteY2534" fmla="*/ 3656244 h 8402012"/>
              <a:gd name="connsiteX2535" fmla="*/ 10199917 w 21052571"/>
              <a:gd name="connsiteY2535" fmla="*/ 3651326 h 8402012"/>
              <a:gd name="connsiteX2536" fmla="*/ 10187020 w 21052571"/>
              <a:gd name="connsiteY2536" fmla="*/ 3722252 h 8402012"/>
              <a:gd name="connsiteX2537" fmla="*/ 10237532 w 21052571"/>
              <a:gd name="connsiteY2537" fmla="*/ 3722252 h 8402012"/>
              <a:gd name="connsiteX2538" fmla="*/ 10256877 w 21052571"/>
              <a:gd name="connsiteY2538" fmla="*/ 3651326 h 8402012"/>
              <a:gd name="connsiteX2539" fmla="*/ 10199917 w 21052571"/>
              <a:gd name="connsiteY2539" fmla="*/ 3651326 h 8402012"/>
              <a:gd name="connsiteX2540" fmla="*/ 17125367 w 21052571"/>
              <a:gd name="connsiteY2540" fmla="*/ 3643141 h 8402012"/>
              <a:gd name="connsiteX2541" fmla="*/ 17132475 w 21052571"/>
              <a:gd name="connsiteY2541" fmla="*/ 3646135 h 8402012"/>
              <a:gd name="connsiteX2542" fmla="*/ 17124351 w 21052571"/>
              <a:gd name="connsiteY2542" fmla="*/ 3658110 h 8402012"/>
              <a:gd name="connsiteX2543" fmla="*/ 17125367 w 21052571"/>
              <a:gd name="connsiteY2543" fmla="*/ 3643141 h 8402012"/>
              <a:gd name="connsiteX2544" fmla="*/ 20055351 w 21052571"/>
              <a:gd name="connsiteY2544" fmla="*/ 3626594 h 8402012"/>
              <a:gd name="connsiteX2545" fmla="*/ 20071411 w 21052571"/>
              <a:gd name="connsiteY2545" fmla="*/ 3658008 h 8402012"/>
              <a:gd name="connsiteX2546" fmla="*/ 20034547 w 21052571"/>
              <a:gd name="connsiteY2546" fmla="*/ 3644781 h 8402012"/>
              <a:gd name="connsiteX2547" fmla="*/ 20055351 w 21052571"/>
              <a:gd name="connsiteY2547" fmla="*/ 3626594 h 8402012"/>
              <a:gd name="connsiteX2548" fmla="*/ 11255487 w 21052571"/>
              <a:gd name="connsiteY2548" fmla="*/ 3625935 h 8402012"/>
              <a:gd name="connsiteX2549" fmla="*/ 11160382 w 21052571"/>
              <a:gd name="connsiteY2549" fmla="*/ 3690730 h 8402012"/>
              <a:gd name="connsiteX2550" fmla="*/ 10962691 w 21052571"/>
              <a:gd name="connsiteY2550" fmla="*/ 3710169 h 8402012"/>
              <a:gd name="connsiteX2551" fmla="*/ 11255487 w 21052571"/>
              <a:gd name="connsiteY2551" fmla="*/ 3625935 h 8402012"/>
              <a:gd name="connsiteX2552" fmla="*/ 19266711 w 21052571"/>
              <a:gd name="connsiteY2552" fmla="*/ 3625930 h 8402012"/>
              <a:gd name="connsiteX2553" fmla="*/ 19298819 w 21052571"/>
              <a:gd name="connsiteY2553" fmla="*/ 3644376 h 8402012"/>
              <a:gd name="connsiteX2554" fmla="*/ 19266711 w 21052571"/>
              <a:gd name="connsiteY2554" fmla="*/ 3625930 h 8402012"/>
              <a:gd name="connsiteX2555" fmla="*/ 20337891 w 21052571"/>
              <a:gd name="connsiteY2555" fmla="*/ 3625930 h 8402012"/>
              <a:gd name="connsiteX2556" fmla="*/ 20374783 w 21052571"/>
              <a:gd name="connsiteY2556" fmla="*/ 3644376 h 8402012"/>
              <a:gd name="connsiteX2557" fmla="*/ 20337891 w 21052571"/>
              <a:gd name="connsiteY2557" fmla="*/ 3625930 h 8402012"/>
              <a:gd name="connsiteX2558" fmla="*/ 20015079 w 21052571"/>
              <a:gd name="connsiteY2558" fmla="*/ 3603459 h 8402012"/>
              <a:gd name="connsiteX2559" fmla="*/ 20033523 w 21052571"/>
              <a:gd name="connsiteY2559" fmla="*/ 3611141 h 8402012"/>
              <a:gd name="connsiteX2560" fmla="*/ 20027375 w 21052571"/>
              <a:gd name="connsiteY2560" fmla="*/ 3624791 h 8402012"/>
              <a:gd name="connsiteX2561" fmla="*/ 19996631 w 21052571"/>
              <a:gd name="connsiteY2561" fmla="*/ 3611141 h 8402012"/>
              <a:gd name="connsiteX2562" fmla="*/ 20015079 w 21052571"/>
              <a:gd name="connsiteY2562" fmla="*/ 3603459 h 8402012"/>
              <a:gd name="connsiteX2563" fmla="*/ 10429908 w 21052571"/>
              <a:gd name="connsiteY2563" fmla="*/ 3599741 h 8402012"/>
              <a:gd name="connsiteX2564" fmla="*/ 10449253 w 21052571"/>
              <a:gd name="connsiteY2564" fmla="*/ 3625537 h 8402012"/>
              <a:gd name="connsiteX2565" fmla="*/ 10429908 w 21052571"/>
              <a:gd name="connsiteY2565" fmla="*/ 3599741 h 8402012"/>
              <a:gd name="connsiteX2566" fmla="*/ 10295567 w 21052571"/>
              <a:gd name="connsiteY2566" fmla="*/ 3599741 h 8402012"/>
              <a:gd name="connsiteX2567" fmla="*/ 10334257 w 21052571"/>
              <a:gd name="connsiteY2567" fmla="*/ 3625537 h 8402012"/>
              <a:gd name="connsiteX2568" fmla="*/ 10295567 w 21052571"/>
              <a:gd name="connsiteY2568" fmla="*/ 3599741 h 8402012"/>
              <a:gd name="connsiteX2569" fmla="*/ 682360 w 21052571"/>
              <a:gd name="connsiteY2569" fmla="*/ 3597489 h 8402012"/>
              <a:gd name="connsiteX2570" fmla="*/ 738186 w 21052571"/>
              <a:gd name="connsiteY2570" fmla="*/ 3610716 h 8402012"/>
              <a:gd name="connsiteX2571" fmla="*/ 682360 w 21052571"/>
              <a:gd name="connsiteY2571" fmla="*/ 3597489 h 8402012"/>
              <a:gd name="connsiteX2572" fmla="*/ 15696664 w 21052571"/>
              <a:gd name="connsiteY2572" fmla="*/ 3597488 h 8402012"/>
              <a:gd name="connsiteX2573" fmla="*/ 15678218 w 21052571"/>
              <a:gd name="connsiteY2573" fmla="*/ 3653332 h 8402012"/>
              <a:gd name="connsiteX2574" fmla="*/ 15659770 w 21052571"/>
              <a:gd name="connsiteY2574" fmla="*/ 3616107 h 8402012"/>
              <a:gd name="connsiteX2575" fmla="*/ 15696664 w 21052571"/>
              <a:gd name="connsiteY2575" fmla="*/ 3597488 h 8402012"/>
              <a:gd name="connsiteX2576" fmla="*/ 19958663 w 21052571"/>
              <a:gd name="connsiteY2576" fmla="*/ 3582900 h 8402012"/>
              <a:gd name="connsiteX2577" fmla="*/ 19956463 w 21052571"/>
              <a:gd name="connsiteY2577" fmla="*/ 3591463 h 8402012"/>
              <a:gd name="connsiteX2578" fmla="*/ 19957743 w 21052571"/>
              <a:gd name="connsiteY2578" fmla="*/ 3586488 h 8402012"/>
              <a:gd name="connsiteX2579" fmla="*/ 19959511 w 21052571"/>
              <a:gd name="connsiteY2579" fmla="*/ 3579607 h 8402012"/>
              <a:gd name="connsiteX2580" fmla="*/ 19958895 w 21052571"/>
              <a:gd name="connsiteY2580" fmla="*/ 3582000 h 8402012"/>
              <a:gd name="connsiteX2581" fmla="*/ 19958663 w 21052571"/>
              <a:gd name="connsiteY2581" fmla="*/ 3582900 h 8402012"/>
              <a:gd name="connsiteX2582" fmla="*/ 19972935 w 21052571"/>
              <a:gd name="connsiteY2582" fmla="*/ 3574315 h 8402012"/>
              <a:gd name="connsiteX2583" fmla="*/ 20000235 w 21052571"/>
              <a:gd name="connsiteY2583" fmla="*/ 3580635 h 8402012"/>
              <a:gd name="connsiteX2584" fmla="*/ 19972935 w 21052571"/>
              <a:gd name="connsiteY2584" fmla="*/ 3574315 h 8402012"/>
              <a:gd name="connsiteX2585" fmla="*/ 20260963 w 21052571"/>
              <a:gd name="connsiteY2585" fmla="*/ 3569051 h 8402012"/>
              <a:gd name="connsiteX2586" fmla="*/ 20247839 w 21052571"/>
              <a:gd name="connsiteY2586" fmla="*/ 3601124 h 8402012"/>
              <a:gd name="connsiteX2587" fmla="*/ 20260963 w 21052571"/>
              <a:gd name="connsiteY2587" fmla="*/ 3569051 h 8402012"/>
              <a:gd name="connsiteX2588" fmla="*/ 11334144 w 21052571"/>
              <a:gd name="connsiteY2588" fmla="*/ 3569049 h 8402012"/>
              <a:gd name="connsiteX2589" fmla="*/ 11340766 w 21052571"/>
              <a:gd name="connsiteY2589" fmla="*/ 3624876 h 8402012"/>
              <a:gd name="connsiteX2590" fmla="*/ 11261297 w 21052571"/>
              <a:gd name="connsiteY2590" fmla="*/ 3624876 h 8402012"/>
              <a:gd name="connsiteX2591" fmla="*/ 11294409 w 21052571"/>
              <a:gd name="connsiteY2591" fmla="*/ 3599594 h 8402012"/>
              <a:gd name="connsiteX2592" fmla="*/ 11334144 w 21052571"/>
              <a:gd name="connsiteY2592" fmla="*/ 3569049 h 8402012"/>
              <a:gd name="connsiteX2593" fmla="*/ 12290792 w 21052571"/>
              <a:gd name="connsiteY2593" fmla="*/ 3566250 h 8402012"/>
              <a:gd name="connsiteX2594" fmla="*/ 12329787 w 21052571"/>
              <a:gd name="connsiteY2594" fmla="*/ 3569645 h 8402012"/>
              <a:gd name="connsiteX2595" fmla="*/ 12336154 w 21052571"/>
              <a:gd name="connsiteY2595" fmla="*/ 3581593 h 8402012"/>
              <a:gd name="connsiteX2596" fmla="*/ 12266122 w 21052571"/>
              <a:gd name="connsiteY2596" fmla="*/ 3601144 h 8402012"/>
              <a:gd name="connsiteX2597" fmla="*/ 12290792 w 21052571"/>
              <a:gd name="connsiteY2597" fmla="*/ 3566250 h 8402012"/>
              <a:gd name="connsiteX2598" fmla="*/ 16472248 w 21052571"/>
              <a:gd name="connsiteY2598" fmla="*/ 3566116 h 8402012"/>
              <a:gd name="connsiteX2599" fmla="*/ 16507150 w 21052571"/>
              <a:gd name="connsiteY2599" fmla="*/ 3569482 h 8402012"/>
              <a:gd name="connsiteX2600" fmla="*/ 16451306 w 21052571"/>
              <a:gd name="connsiteY2600" fmla="*/ 3600720 h 8402012"/>
              <a:gd name="connsiteX2601" fmla="*/ 16472248 w 21052571"/>
              <a:gd name="connsiteY2601" fmla="*/ 3566116 h 8402012"/>
              <a:gd name="connsiteX2602" fmla="*/ 11415205 w 21052571"/>
              <a:gd name="connsiteY2602" fmla="*/ 3566116 h 8402012"/>
              <a:gd name="connsiteX2603" fmla="*/ 11449832 w 21052571"/>
              <a:gd name="connsiteY2603" fmla="*/ 3569483 h 8402012"/>
              <a:gd name="connsiteX2604" fmla="*/ 11394007 w 21052571"/>
              <a:gd name="connsiteY2604" fmla="*/ 3600721 h 8402012"/>
              <a:gd name="connsiteX2605" fmla="*/ 11415205 w 21052571"/>
              <a:gd name="connsiteY2605" fmla="*/ 3566116 h 8402012"/>
              <a:gd name="connsiteX2606" fmla="*/ 10389337 w 21052571"/>
              <a:gd name="connsiteY2606" fmla="*/ 3565219 h 8402012"/>
              <a:gd name="connsiteX2607" fmla="*/ 10353603 w 21052571"/>
              <a:gd name="connsiteY2607" fmla="*/ 3568578 h 8402012"/>
              <a:gd name="connsiteX2608" fmla="*/ 10410563 w 21052571"/>
              <a:gd name="connsiteY2608" fmla="*/ 3599741 h 8402012"/>
              <a:gd name="connsiteX2609" fmla="*/ 10389337 w 21052571"/>
              <a:gd name="connsiteY2609" fmla="*/ 3565219 h 8402012"/>
              <a:gd name="connsiteX2610" fmla="*/ 12158264 w 21052571"/>
              <a:gd name="connsiteY2610" fmla="*/ 3564306 h 8402012"/>
              <a:gd name="connsiteX2611" fmla="*/ 12241343 w 21052571"/>
              <a:gd name="connsiteY2611" fmla="*/ 3613971 h 8402012"/>
              <a:gd name="connsiteX2612" fmla="*/ 12022670 w 21052571"/>
              <a:gd name="connsiteY2612" fmla="*/ 3659432 h 8402012"/>
              <a:gd name="connsiteX2613" fmla="*/ 11886942 w 21052571"/>
              <a:gd name="connsiteY2613" fmla="*/ 3652937 h 8402012"/>
              <a:gd name="connsiteX2614" fmla="*/ 12086225 w 21052571"/>
              <a:gd name="connsiteY2614" fmla="*/ 3569581 h 8402012"/>
              <a:gd name="connsiteX2615" fmla="*/ 12126822 w 21052571"/>
              <a:gd name="connsiteY2615" fmla="*/ 3564794 h 8402012"/>
              <a:gd name="connsiteX2616" fmla="*/ 12158264 w 21052571"/>
              <a:gd name="connsiteY2616" fmla="*/ 3564306 h 8402012"/>
              <a:gd name="connsiteX2617" fmla="*/ 12341457 w 21052571"/>
              <a:gd name="connsiteY2617" fmla="*/ 3557009 h 8402012"/>
              <a:gd name="connsiteX2618" fmla="*/ 12347116 w 21052571"/>
              <a:gd name="connsiteY2618" fmla="*/ 3564273 h 8402012"/>
              <a:gd name="connsiteX2619" fmla="*/ 12350438 w 21052571"/>
              <a:gd name="connsiteY2619" fmla="*/ 3568538 h 8402012"/>
              <a:gd name="connsiteX2620" fmla="*/ 12332476 w 21052571"/>
              <a:gd name="connsiteY2620" fmla="*/ 3568538 h 8402012"/>
              <a:gd name="connsiteX2621" fmla="*/ 12338650 w 21052571"/>
              <a:gd name="connsiteY2621" fmla="*/ 3559027 h 8402012"/>
              <a:gd name="connsiteX2622" fmla="*/ 12340249 w 21052571"/>
              <a:gd name="connsiteY2622" fmla="*/ 3557877 h 8402012"/>
              <a:gd name="connsiteX2623" fmla="*/ 10468598 w 21052571"/>
              <a:gd name="connsiteY2623" fmla="*/ 3536339 h 8402012"/>
              <a:gd name="connsiteX2624" fmla="*/ 10429908 w 21052571"/>
              <a:gd name="connsiteY2624" fmla="*/ 3568578 h 8402012"/>
              <a:gd name="connsiteX2625" fmla="*/ 10468598 w 21052571"/>
              <a:gd name="connsiteY2625" fmla="*/ 3536339 h 8402012"/>
              <a:gd name="connsiteX2626" fmla="*/ 12497286 w 21052571"/>
              <a:gd name="connsiteY2626" fmla="*/ 3535873 h 8402012"/>
              <a:gd name="connsiteX2627" fmla="*/ 12375135 w 21052571"/>
              <a:gd name="connsiteY2627" fmla="*/ 3567978 h 8402012"/>
              <a:gd name="connsiteX2628" fmla="*/ 12497286 w 21052571"/>
              <a:gd name="connsiteY2628" fmla="*/ 3535873 h 8402012"/>
              <a:gd name="connsiteX2629" fmla="*/ 15464444 w 21052571"/>
              <a:gd name="connsiteY2629" fmla="*/ 3535873 h 8402012"/>
              <a:gd name="connsiteX2630" fmla="*/ 15446482 w 21052571"/>
              <a:gd name="connsiteY2630" fmla="*/ 3567978 h 8402012"/>
              <a:gd name="connsiteX2631" fmla="*/ 15464444 w 21052571"/>
              <a:gd name="connsiteY2631" fmla="*/ 3535873 h 8402012"/>
              <a:gd name="connsiteX2632" fmla="*/ 18583191 w 21052571"/>
              <a:gd name="connsiteY2632" fmla="*/ 3535872 h 8402012"/>
              <a:gd name="connsiteX2633" fmla="*/ 18565231 w 21052571"/>
              <a:gd name="connsiteY2633" fmla="*/ 3567978 h 8402012"/>
              <a:gd name="connsiteX2634" fmla="*/ 18583191 w 21052571"/>
              <a:gd name="connsiteY2634" fmla="*/ 3535872 h 8402012"/>
              <a:gd name="connsiteX2635" fmla="*/ 16827727 w 21052571"/>
              <a:gd name="connsiteY2635" fmla="*/ 3532831 h 8402012"/>
              <a:gd name="connsiteX2636" fmla="*/ 16862631 w 21052571"/>
              <a:gd name="connsiteY2636" fmla="*/ 3536015 h 8402012"/>
              <a:gd name="connsiteX2637" fmla="*/ 16806787 w 21052571"/>
              <a:gd name="connsiteY2637" fmla="*/ 3567848 h 8402012"/>
              <a:gd name="connsiteX2638" fmla="*/ 16827727 w 21052571"/>
              <a:gd name="connsiteY2638" fmla="*/ 3532831 h 8402012"/>
              <a:gd name="connsiteX2639" fmla="*/ 16767872 w 21052571"/>
              <a:gd name="connsiteY2639" fmla="*/ 3512172 h 8402012"/>
              <a:gd name="connsiteX2640" fmla="*/ 16749910 w 21052571"/>
              <a:gd name="connsiteY2640" fmla="*/ 3539472 h 8402012"/>
              <a:gd name="connsiteX2641" fmla="*/ 16767872 w 21052571"/>
              <a:gd name="connsiteY2641" fmla="*/ 3512172 h 8402012"/>
              <a:gd name="connsiteX2642" fmla="*/ 20171003 w 21052571"/>
              <a:gd name="connsiteY2642" fmla="*/ 3512172 h 8402012"/>
              <a:gd name="connsiteX2643" fmla="*/ 20153043 w 21052571"/>
              <a:gd name="connsiteY2643" fmla="*/ 3539472 h 8402012"/>
              <a:gd name="connsiteX2644" fmla="*/ 20171003 w 21052571"/>
              <a:gd name="connsiteY2644" fmla="*/ 3512172 h 8402012"/>
              <a:gd name="connsiteX2645" fmla="*/ 15320598 w 21052571"/>
              <a:gd name="connsiteY2645" fmla="*/ 3512171 h 8402012"/>
              <a:gd name="connsiteX2646" fmla="*/ 15341072 w 21052571"/>
              <a:gd name="connsiteY2646" fmla="*/ 3568014 h 8402012"/>
              <a:gd name="connsiteX2647" fmla="*/ 15320598 w 21052571"/>
              <a:gd name="connsiteY2647" fmla="*/ 3512171 h 8402012"/>
              <a:gd name="connsiteX2648" fmla="*/ 11315420 w 21052571"/>
              <a:gd name="connsiteY2648" fmla="*/ 3478996 h 8402012"/>
              <a:gd name="connsiteX2649" fmla="*/ 11308998 w 21052571"/>
              <a:gd name="connsiteY2649" fmla="*/ 3567989 h 8402012"/>
              <a:gd name="connsiteX2650" fmla="*/ 11315420 w 21052571"/>
              <a:gd name="connsiteY2650" fmla="*/ 3478996 h 8402012"/>
              <a:gd name="connsiteX2651" fmla="*/ 12773269 w 21052571"/>
              <a:gd name="connsiteY2651" fmla="*/ 3478995 h 8402012"/>
              <a:gd name="connsiteX2652" fmla="*/ 12791231 w 21052571"/>
              <a:gd name="connsiteY2652" fmla="*/ 3511099 h 8402012"/>
              <a:gd name="connsiteX2653" fmla="*/ 12773269 w 21052571"/>
              <a:gd name="connsiteY2653" fmla="*/ 3478995 h 8402012"/>
              <a:gd name="connsiteX2654" fmla="*/ 16489224 w 21052571"/>
              <a:gd name="connsiteY2654" fmla="*/ 3478994 h 8402012"/>
              <a:gd name="connsiteX2655" fmla="*/ 16507186 w 21052571"/>
              <a:gd name="connsiteY2655" fmla="*/ 3511099 h 8402012"/>
              <a:gd name="connsiteX2656" fmla="*/ 16489224 w 21052571"/>
              <a:gd name="connsiteY2656" fmla="*/ 3478994 h 8402012"/>
              <a:gd name="connsiteX2657" fmla="*/ 16444646 w 21052571"/>
              <a:gd name="connsiteY2657" fmla="*/ 3478994 h 8402012"/>
              <a:gd name="connsiteX2658" fmla="*/ 16469242 w 21052571"/>
              <a:gd name="connsiteY2658" fmla="*/ 3511099 h 8402012"/>
              <a:gd name="connsiteX2659" fmla="*/ 16432350 w 21052571"/>
              <a:gd name="connsiteY2659" fmla="*/ 3491837 h 8402012"/>
              <a:gd name="connsiteX2660" fmla="*/ 16444646 w 21052571"/>
              <a:gd name="connsiteY2660" fmla="*/ 3478994 h 8402012"/>
              <a:gd name="connsiteX2661" fmla="*/ 18265631 w 21052571"/>
              <a:gd name="connsiteY2661" fmla="*/ 3478994 h 8402012"/>
              <a:gd name="connsiteX2662" fmla="*/ 18247671 w 21052571"/>
              <a:gd name="connsiteY2662" fmla="*/ 3511099 h 8402012"/>
              <a:gd name="connsiteX2663" fmla="*/ 18265631 w 21052571"/>
              <a:gd name="connsiteY2663" fmla="*/ 3478994 h 8402012"/>
              <a:gd name="connsiteX2664" fmla="*/ 10781176 w 21052571"/>
              <a:gd name="connsiteY2664" fmla="*/ 3471639 h 8402012"/>
              <a:gd name="connsiteX2665" fmla="*/ 10785145 w 21052571"/>
              <a:gd name="connsiteY2665" fmla="*/ 3475012 h 8402012"/>
              <a:gd name="connsiteX2666" fmla="*/ 10786650 w 21052571"/>
              <a:gd name="connsiteY2666" fmla="*/ 3476291 h 8402012"/>
              <a:gd name="connsiteX2667" fmla="*/ 15057826 w 21052571"/>
              <a:gd name="connsiteY2667" fmla="*/ 3464774 h 8402012"/>
              <a:gd name="connsiteX2668" fmla="*/ 15104120 w 21052571"/>
              <a:gd name="connsiteY2668" fmla="*/ 3471390 h 8402012"/>
              <a:gd name="connsiteX2669" fmla="*/ 15077666 w 21052571"/>
              <a:gd name="connsiteY2669" fmla="*/ 3511070 h 8402012"/>
              <a:gd name="connsiteX2670" fmla="*/ 15057826 w 21052571"/>
              <a:gd name="connsiteY2670" fmla="*/ 3464774 h 8402012"/>
              <a:gd name="connsiteX2671" fmla="*/ 10780211 w 21052571"/>
              <a:gd name="connsiteY2671" fmla="*/ 3455674 h 8402012"/>
              <a:gd name="connsiteX2672" fmla="*/ 10781100 w 21052571"/>
              <a:gd name="connsiteY2672" fmla="*/ 3462286 h 8402012"/>
              <a:gd name="connsiteX2673" fmla="*/ 10781176 w 21052571"/>
              <a:gd name="connsiteY2673" fmla="*/ 3471639 h 8402012"/>
              <a:gd name="connsiteX2674" fmla="*/ 10781227 w 21052571"/>
              <a:gd name="connsiteY2674" fmla="*/ 3477854 h 8402012"/>
              <a:gd name="connsiteX2675" fmla="*/ 10777164 w 21052571"/>
              <a:gd name="connsiteY2675" fmla="*/ 3468470 h 8402012"/>
              <a:gd name="connsiteX2676" fmla="*/ 10775940 w 21052571"/>
              <a:gd name="connsiteY2676" fmla="*/ 3467185 h 8402012"/>
              <a:gd name="connsiteX2677" fmla="*/ 10773104 w 21052571"/>
              <a:gd name="connsiteY2677" fmla="*/ 3464774 h 8402012"/>
              <a:gd name="connsiteX2678" fmla="*/ 10775940 w 21052571"/>
              <a:gd name="connsiteY2678" fmla="*/ 3467185 h 8402012"/>
              <a:gd name="connsiteX2679" fmla="*/ 10773101 w 21052571"/>
              <a:gd name="connsiteY2679" fmla="*/ 3464205 h 8402012"/>
              <a:gd name="connsiteX2680" fmla="*/ 10780211 w 21052571"/>
              <a:gd name="connsiteY2680" fmla="*/ 3455674 h 8402012"/>
              <a:gd name="connsiteX2681" fmla="*/ 16678674 w 21052571"/>
              <a:gd name="connsiteY2681" fmla="*/ 3448507 h 8402012"/>
              <a:gd name="connsiteX2682" fmla="*/ 16719550 w 21052571"/>
              <a:gd name="connsiteY2682" fmla="*/ 3463798 h 8402012"/>
              <a:gd name="connsiteX2683" fmla="*/ 16706726 w 21052571"/>
              <a:gd name="connsiteY2683" fmla="*/ 3508869 h 8402012"/>
              <a:gd name="connsiteX2684" fmla="*/ 16668256 w 21052571"/>
              <a:gd name="connsiteY2684" fmla="*/ 3534628 h 8402012"/>
              <a:gd name="connsiteX2685" fmla="*/ 16789011 w 21052571"/>
              <a:gd name="connsiteY2685" fmla="*/ 3586137 h 8402012"/>
              <a:gd name="connsiteX2686" fmla="*/ 16917247 w 21052571"/>
              <a:gd name="connsiteY2686" fmla="*/ 3636575 h 8402012"/>
              <a:gd name="connsiteX2687" fmla="*/ 16962131 w 21052571"/>
              <a:gd name="connsiteY2687" fmla="*/ 3739595 h 8402012"/>
              <a:gd name="connsiteX2688" fmla="*/ 16821071 w 21052571"/>
              <a:gd name="connsiteY2688" fmla="*/ 3726719 h 8402012"/>
              <a:gd name="connsiteX2689" fmla="*/ 16642608 w 21052571"/>
              <a:gd name="connsiteY2689" fmla="*/ 3720280 h 8402012"/>
              <a:gd name="connsiteX2690" fmla="*/ 16642608 w 21052571"/>
              <a:gd name="connsiteY2690" fmla="*/ 3655891 h 8402012"/>
              <a:gd name="connsiteX2691" fmla="*/ 16566734 w 21052571"/>
              <a:gd name="connsiteY2691" fmla="*/ 3688091 h 8402012"/>
              <a:gd name="connsiteX2692" fmla="*/ 16597726 w 21052571"/>
              <a:gd name="connsiteY2692" fmla="*/ 3578624 h 8402012"/>
              <a:gd name="connsiteX2693" fmla="*/ 16642608 w 21052571"/>
              <a:gd name="connsiteY2693" fmla="*/ 3476676 h 8402012"/>
              <a:gd name="connsiteX2694" fmla="*/ 16678674 w 21052571"/>
              <a:gd name="connsiteY2694" fmla="*/ 3448507 h 8402012"/>
              <a:gd name="connsiteX2695" fmla="*/ 13075589 w 21052571"/>
              <a:gd name="connsiteY2695" fmla="*/ 3447224 h 8402012"/>
              <a:gd name="connsiteX2696" fmla="*/ 13038697 w 21052571"/>
              <a:gd name="connsiteY2696" fmla="*/ 3477967 h 8402012"/>
              <a:gd name="connsiteX2697" fmla="*/ 13075589 w 21052571"/>
              <a:gd name="connsiteY2697" fmla="*/ 3447224 h 8402012"/>
              <a:gd name="connsiteX2698" fmla="*/ 18583191 w 21052571"/>
              <a:gd name="connsiteY2698" fmla="*/ 3445817 h 8402012"/>
              <a:gd name="connsiteX2699" fmla="*/ 18565231 w 21052571"/>
              <a:gd name="connsiteY2699" fmla="*/ 3477925 h 8402012"/>
              <a:gd name="connsiteX2700" fmla="*/ 18583191 w 21052571"/>
              <a:gd name="connsiteY2700" fmla="*/ 3445817 h 8402012"/>
              <a:gd name="connsiteX2701" fmla="*/ 19033467 w 21052571"/>
              <a:gd name="connsiteY2701" fmla="*/ 3445816 h 8402012"/>
              <a:gd name="connsiteX2702" fmla="*/ 19015507 w 21052571"/>
              <a:gd name="connsiteY2702" fmla="*/ 3477925 h 8402012"/>
              <a:gd name="connsiteX2703" fmla="*/ 19033467 w 21052571"/>
              <a:gd name="connsiteY2703" fmla="*/ 3445816 h 8402012"/>
              <a:gd name="connsiteX2704" fmla="*/ 11394007 w 21052571"/>
              <a:gd name="connsiteY2704" fmla="*/ 3445815 h 8402012"/>
              <a:gd name="connsiteX2705" fmla="*/ 11430899 w 21052571"/>
              <a:gd name="connsiteY2705" fmla="*/ 3445815 h 8402012"/>
              <a:gd name="connsiteX2706" fmla="*/ 11430899 w 21052571"/>
              <a:gd name="connsiteY2706" fmla="*/ 3511085 h 8402012"/>
              <a:gd name="connsiteX2707" fmla="*/ 11394007 w 21052571"/>
              <a:gd name="connsiteY2707" fmla="*/ 3511085 h 8402012"/>
              <a:gd name="connsiteX2708" fmla="*/ 11394007 w 21052571"/>
              <a:gd name="connsiteY2708" fmla="*/ 3445815 h 8402012"/>
              <a:gd name="connsiteX2709" fmla="*/ 12959638 w 21052571"/>
              <a:gd name="connsiteY2709" fmla="*/ 3445815 h 8402012"/>
              <a:gd name="connsiteX2710" fmla="*/ 12939163 w 21052571"/>
              <a:gd name="connsiteY2710" fmla="*/ 3511085 h 8402012"/>
              <a:gd name="connsiteX2711" fmla="*/ 12959638 w 21052571"/>
              <a:gd name="connsiteY2711" fmla="*/ 3445815 h 8402012"/>
              <a:gd name="connsiteX2712" fmla="*/ 20037643 w 21052571"/>
              <a:gd name="connsiteY2712" fmla="*/ 3437353 h 8402012"/>
              <a:gd name="connsiteX2713" fmla="*/ 20128291 w 21052571"/>
              <a:gd name="connsiteY2713" fmla="*/ 3487412 h 8402012"/>
              <a:gd name="connsiteX2714" fmla="*/ 20015587 w 21052571"/>
              <a:gd name="connsiteY2714" fmla="*/ 3461985 h 8402012"/>
              <a:gd name="connsiteX2715" fmla="*/ 20037643 w 21052571"/>
              <a:gd name="connsiteY2715" fmla="*/ 3437353 h 8402012"/>
              <a:gd name="connsiteX2716" fmla="*/ 18401799 w 21052571"/>
              <a:gd name="connsiteY2716" fmla="*/ 3429847 h 8402012"/>
              <a:gd name="connsiteX2717" fmla="*/ 18412463 w 21052571"/>
              <a:gd name="connsiteY2717" fmla="*/ 3432839 h 8402012"/>
              <a:gd name="connsiteX2718" fmla="*/ 18405899 w 21052571"/>
              <a:gd name="connsiteY2718" fmla="*/ 3444815 h 8402012"/>
              <a:gd name="connsiteX2719" fmla="*/ 18401799 w 21052571"/>
              <a:gd name="connsiteY2719" fmla="*/ 3429847 h 8402012"/>
              <a:gd name="connsiteX2720" fmla="*/ 19004927 w 21052571"/>
              <a:gd name="connsiteY2720" fmla="*/ 3414509 h 8402012"/>
              <a:gd name="connsiteX2721" fmla="*/ 18958631 w 21052571"/>
              <a:gd name="connsiteY2721" fmla="*/ 3447576 h 8402012"/>
              <a:gd name="connsiteX2722" fmla="*/ 19004927 w 21052571"/>
              <a:gd name="connsiteY2722" fmla="*/ 3414509 h 8402012"/>
              <a:gd name="connsiteX2723" fmla="*/ 14862471 w 21052571"/>
              <a:gd name="connsiteY2723" fmla="*/ 3414509 h 8402012"/>
              <a:gd name="connsiteX2724" fmla="*/ 14825579 w 21052571"/>
              <a:gd name="connsiteY2724" fmla="*/ 3447576 h 8402012"/>
              <a:gd name="connsiteX2725" fmla="*/ 14862471 w 21052571"/>
              <a:gd name="connsiteY2725" fmla="*/ 3414509 h 8402012"/>
              <a:gd name="connsiteX2726" fmla="*/ 10487943 w 21052571"/>
              <a:gd name="connsiteY2726" fmla="*/ 3413830 h 8402012"/>
              <a:gd name="connsiteX2727" fmla="*/ 10526634 w 21052571"/>
              <a:gd name="connsiteY2727" fmla="*/ 3446069 h 8402012"/>
              <a:gd name="connsiteX2728" fmla="*/ 10487943 w 21052571"/>
              <a:gd name="connsiteY2728" fmla="*/ 3413830 h 8402012"/>
              <a:gd name="connsiteX2729" fmla="*/ 16268100 w 21052571"/>
              <a:gd name="connsiteY2729" fmla="*/ 3412639 h 8402012"/>
              <a:gd name="connsiteX2730" fmla="*/ 16426546 w 21052571"/>
              <a:gd name="connsiteY2730" fmla="*/ 3464475 h 8402012"/>
              <a:gd name="connsiteX2731" fmla="*/ 16357426 w 21052571"/>
              <a:gd name="connsiteY2731" fmla="*/ 3457996 h 8402012"/>
              <a:gd name="connsiteX2732" fmla="*/ 16261718 w 21052571"/>
              <a:gd name="connsiteY2732" fmla="*/ 3432076 h 8402012"/>
              <a:gd name="connsiteX2733" fmla="*/ 16268100 w 21052571"/>
              <a:gd name="connsiteY2733" fmla="*/ 3412639 h 8402012"/>
              <a:gd name="connsiteX2734" fmla="*/ 14906153 w 21052571"/>
              <a:gd name="connsiteY2734" fmla="*/ 3412639 h 8402012"/>
              <a:gd name="connsiteX2735" fmla="*/ 14980935 w 21052571"/>
              <a:gd name="connsiteY2735" fmla="*/ 3432218 h 8402012"/>
              <a:gd name="connsiteX2736" fmla="*/ 14936698 w 21052571"/>
              <a:gd name="connsiteY2736" fmla="*/ 3477909 h 8402012"/>
              <a:gd name="connsiteX2737" fmla="*/ 14906153 w 21052571"/>
              <a:gd name="connsiteY2737" fmla="*/ 3477909 h 8402012"/>
              <a:gd name="connsiteX2738" fmla="*/ 14906153 w 21052571"/>
              <a:gd name="connsiteY2738" fmla="*/ 3412639 h 8402012"/>
              <a:gd name="connsiteX2739" fmla="*/ 10944622 w 21052571"/>
              <a:gd name="connsiteY2739" fmla="*/ 3405079 h 8402012"/>
              <a:gd name="connsiteX2740" fmla="*/ 10949219 w 21052571"/>
              <a:gd name="connsiteY2740" fmla="*/ 3412066 h 8402012"/>
              <a:gd name="connsiteX2741" fmla="*/ 10945985 w 21052571"/>
              <a:gd name="connsiteY2741" fmla="*/ 3418713 h 8402012"/>
              <a:gd name="connsiteX2742" fmla="*/ 10984719 w 21052571"/>
              <a:gd name="connsiteY2742" fmla="*/ 3433376 h 8402012"/>
              <a:gd name="connsiteX2743" fmla="*/ 11012410 w 21052571"/>
              <a:gd name="connsiteY2743" fmla="*/ 3446069 h 8402012"/>
              <a:gd name="connsiteX2744" fmla="*/ 10956189 w 21052571"/>
              <a:gd name="connsiteY2744" fmla="*/ 3410707 h 8402012"/>
              <a:gd name="connsiteX2745" fmla="*/ 11899418 w 21052571"/>
              <a:gd name="connsiteY2745" fmla="*/ 3388176 h 8402012"/>
              <a:gd name="connsiteX2746" fmla="*/ 11880087 w 21052571"/>
              <a:gd name="connsiteY2746" fmla="*/ 3445969 h 8402012"/>
              <a:gd name="connsiteX2747" fmla="*/ 11938080 w 21052571"/>
              <a:gd name="connsiteY2747" fmla="*/ 3445969 h 8402012"/>
              <a:gd name="connsiteX2748" fmla="*/ 11899418 w 21052571"/>
              <a:gd name="connsiteY2748" fmla="*/ 3388176 h 8402012"/>
              <a:gd name="connsiteX2749" fmla="*/ 13416739 w 21052571"/>
              <a:gd name="connsiteY2749" fmla="*/ 3384202 h 8402012"/>
              <a:gd name="connsiteX2750" fmla="*/ 13396264 w 21052571"/>
              <a:gd name="connsiteY2750" fmla="*/ 3449453 h 8402012"/>
              <a:gd name="connsiteX2751" fmla="*/ 13416739 w 21052571"/>
              <a:gd name="connsiteY2751" fmla="*/ 3384202 h 8402012"/>
              <a:gd name="connsiteX2752" fmla="*/ 14697606 w 21052571"/>
              <a:gd name="connsiteY2752" fmla="*/ 3384202 h 8402012"/>
              <a:gd name="connsiteX2753" fmla="*/ 14786590 w 21052571"/>
              <a:gd name="connsiteY2753" fmla="*/ 3436181 h 8402012"/>
              <a:gd name="connsiteX2754" fmla="*/ 14697606 w 21052571"/>
              <a:gd name="connsiteY2754" fmla="*/ 3449453 h 8402012"/>
              <a:gd name="connsiteX2755" fmla="*/ 14697606 w 21052571"/>
              <a:gd name="connsiteY2755" fmla="*/ 3384202 h 8402012"/>
              <a:gd name="connsiteX2756" fmla="*/ 16185882 w 21052571"/>
              <a:gd name="connsiteY2756" fmla="*/ 3384201 h 8402012"/>
              <a:gd name="connsiteX2757" fmla="*/ 16265354 w 21052571"/>
              <a:gd name="connsiteY2757" fmla="*/ 3403001 h 8402012"/>
              <a:gd name="connsiteX2758" fmla="*/ 16185882 w 21052571"/>
              <a:gd name="connsiteY2758" fmla="*/ 3384201 h 8402012"/>
              <a:gd name="connsiteX2759" fmla="*/ 13185628 w 21052571"/>
              <a:gd name="connsiteY2759" fmla="*/ 3384200 h 8402012"/>
              <a:gd name="connsiteX2760" fmla="*/ 13287713 w 21052571"/>
              <a:gd name="connsiteY2760" fmla="*/ 3384200 h 8402012"/>
              <a:gd name="connsiteX2761" fmla="*/ 13337692 w 21052571"/>
              <a:gd name="connsiteY2761" fmla="*/ 3408973 h 8402012"/>
              <a:gd name="connsiteX2762" fmla="*/ 13223910 w 21052571"/>
              <a:gd name="connsiteY2762" fmla="*/ 3447749 h 8402012"/>
              <a:gd name="connsiteX2763" fmla="*/ 13185628 w 21052571"/>
              <a:gd name="connsiteY2763" fmla="*/ 3384200 h 8402012"/>
              <a:gd name="connsiteX2764" fmla="*/ 15723070 w 21052571"/>
              <a:gd name="connsiteY2764" fmla="*/ 3384199 h 8402012"/>
              <a:gd name="connsiteX2765" fmla="*/ 15748754 w 21052571"/>
              <a:gd name="connsiteY2765" fmla="*/ 3416266 h 8402012"/>
              <a:gd name="connsiteX2766" fmla="*/ 15716648 w 21052571"/>
              <a:gd name="connsiteY2766" fmla="*/ 3402996 h 8402012"/>
              <a:gd name="connsiteX2767" fmla="*/ 15723070 w 21052571"/>
              <a:gd name="connsiteY2767" fmla="*/ 3384199 h 8402012"/>
              <a:gd name="connsiteX2768" fmla="*/ 13540111 w 21052571"/>
              <a:gd name="connsiteY2768" fmla="*/ 3384199 h 8402012"/>
              <a:gd name="connsiteX2769" fmla="*/ 13522149 w 21052571"/>
              <a:gd name="connsiteY2769" fmla="*/ 3416266 h 8402012"/>
              <a:gd name="connsiteX2770" fmla="*/ 13540111 w 21052571"/>
              <a:gd name="connsiteY2770" fmla="*/ 3384199 h 8402012"/>
              <a:gd name="connsiteX2771" fmla="*/ 18925451 w 21052571"/>
              <a:gd name="connsiteY2771" fmla="*/ 3384199 h 8402012"/>
              <a:gd name="connsiteX2772" fmla="*/ 18943411 w 21052571"/>
              <a:gd name="connsiteY2772" fmla="*/ 3416266 h 8402012"/>
              <a:gd name="connsiteX2773" fmla="*/ 18925451 w 21052571"/>
              <a:gd name="connsiteY2773" fmla="*/ 3384199 h 8402012"/>
              <a:gd name="connsiteX2774" fmla="*/ 14638347 w 21052571"/>
              <a:gd name="connsiteY2774" fmla="*/ 3382625 h 8402012"/>
              <a:gd name="connsiteX2775" fmla="*/ 14677612 w 21052571"/>
              <a:gd name="connsiteY2775" fmla="*/ 3415667 h 8402012"/>
              <a:gd name="connsiteX2776" fmla="*/ 14621768 w 21052571"/>
              <a:gd name="connsiteY2776" fmla="*/ 3384122 h 8402012"/>
              <a:gd name="connsiteX2777" fmla="*/ 14638347 w 21052571"/>
              <a:gd name="connsiteY2777" fmla="*/ 3382625 h 8402012"/>
              <a:gd name="connsiteX2778" fmla="*/ 17205931 w 21052571"/>
              <a:gd name="connsiteY2778" fmla="*/ 3381122 h 8402012"/>
              <a:gd name="connsiteX2779" fmla="*/ 17224199 w 21052571"/>
              <a:gd name="connsiteY2779" fmla="*/ 3412286 h 8402012"/>
              <a:gd name="connsiteX2780" fmla="*/ 17205931 w 21052571"/>
              <a:gd name="connsiteY2780" fmla="*/ 3381122 h 8402012"/>
              <a:gd name="connsiteX2781" fmla="*/ 13616195 w 21052571"/>
              <a:gd name="connsiteY2781" fmla="*/ 3380910 h 8402012"/>
              <a:gd name="connsiteX2782" fmla="*/ 13668083 w 21052571"/>
              <a:gd name="connsiteY2782" fmla="*/ 3384200 h 8402012"/>
              <a:gd name="connsiteX2783" fmla="*/ 13829151 w 21052571"/>
              <a:gd name="connsiteY2783" fmla="*/ 3384200 h 8402012"/>
              <a:gd name="connsiteX2784" fmla="*/ 13751319 w 21052571"/>
              <a:gd name="connsiteY2784" fmla="*/ 3421061 h 8402012"/>
              <a:gd name="connsiteX2785" fmla="*/ 13583765 w 21052571"/>
              <a:gd name="connsiteY2785" fmla="*/ 3414742 h 8402012"/>
              <a:gd name="connsiteX2786" fmla="*/ 13616195 w 21052571"/>
              <a:gd name="connsiteY2786" fmla="*/ 3380910 h 8402012"/>
              <a:gd name="connsiteX2787" fmla="*/ 11707587 w 21052571"/>
              <a:gd name="connsiteY2787" fmla="*/ 3376606 h 8402012"/>
              <a:gd name="connsiteX2788" fmla="*/ 11810040 w 21052571"/>
              <a:gd name="connsiteY2788" fmla="*/ 3403092 h 8402012"/>
              <a:gd name="connsiteX2789" fmla="*/ 11803636 w 21052571"/>
              <a:gd name="connsiteY2789" fmla="*/ 3423788 h 8402012"/>
              <a:gd name="connsiteX2790" fmla="*/ 11799155 w 21052571"/>
              <a:gd name="connsiteY2790" fmla="*/ 3441749 h 8402012"/>
              <a:gd name="connsiteX2791" fmla="*/ 11800533 w 21052571"/>
              <a:gd name="connsiteY2791" fmla="*/ 3445300 h 8402012"/>
              <a:gd name="connsiteX2792" fmla="*/ 11793969 w 21052571"/>
              <a:gd name="connsiteY2792" fmla="*/ 3463746 h 8402012"/>
              <a:gd name="connsiteX2793" fmla="*/ 11791508 w 21052571"/>
              <a:gd name="connsiteY2793" fmla="*/ 3443763 h 8402012"/>
              <a:gd name="connsiteX2794" fmla="*/ 11791459 w 21052571"/>
              <a:gd name="connsiteY2794" fmla="*/ 3442265 h 8402012"/>
              <a:gd name="connsiteX2795" fmla="*/ 11781988 w 21052571"/>
              <a:gd name="connsiteY2795" fmla="*/ 3430482 h 8402012"/>
              <a:gd name="connsiteX2796" fmla="*/ 11656360 w 21052571"/>
              <a:gd name="connsiteY2796" fmla="*/ 3449452 h 8402012"/>
              <a:gd name="connsiteX2797" fmla="*/ 11662764 w 21052571"/>
              <a:gd name="connsiteY2797" fmla="*/ 3389847 h 8402012"/>
              <a:gd name="connsiteX2798" fmla="*/ 11707587 w 21052571"/>
              <a:gd name="connsiteY2798" fmla="*/ 3376606 h 8402012"/>
              <a:gd name="connsiteX2799" fmla="*/ 14076568 w 21052571"/>
              <a:gd name="connsiteY2799" fmla="*/ 3375332 h 8402012"/>
              <a:gd name="connsiteX2800" fmla="*/ 14132524 w 21052571"/>
              <a:gd name="connsiteY2800" fmla="*/ 3383606 h 8402012"/>
              <a:gd name="connsiteX2801" fmla="*/ 14038782 w 21052571"/>
              <a:gd name="connsiteY2801" fmla="*/ 3415104 h 8402012"/>
              <a:gd name="connsiteX2802" fmla="*/ 14076568 w 21052571"/>
              <a:gd name="connsiteY2802" fmla="*/ 3375332 h 8402012"/>
              <a:gd name="connsiteX2803" fmla="*/ 12091787 w 21052571"/>
              <a:gd name="connsiteY2803" fmla="*/ 3374676 h 8402012"/>
              <a:gd name="connsiteX2804" fmla="*/ 12034734 w 21052571"/>
              <a:gd name="connsiteY2804" fmla="*/ 3382825 h 8402012"/>
              <a:gd name="connsiteX2805" fmla="*/ 12130314 w 21052571"/>
              <a:gd name="connsiteY2805" fmla="*/ 3413862 h 8402012"/>
              <a:gd name="connsiteX2806" fmla="*/ 12091787 w 21052571"/>
              <a:gd name="connsiteY2806" fmla="*/ 3374676 h 8402012"/>
              <a:gd name="connsiteX2807" fmla="*/ 11808108 w 21052571"/>
              <a:gd name="connsiteY2807" fmla="*/ 3373457 h 8402012"/>
              <a:gd name="connsiteX2808" fmla="*/ 11814844 w 21052571"/>
              <a:gd name="connsiteY2808" fmla="*/ 3383891 h 8402012"/>
              <a:gd name="connsiteX2809" fmla="*/ 11796882 w 21052571"/>
              <a:gd name="connsiteY2809" fmla="*/ 3383891 h 8402012"/>
              <a:gd name="connsiteX2810" fmla="*/ 11808108 w 21052571"/>
              <a:gd name="connsiteY2810" fmla="*/ 3373457 h 8402012"/>
              <a:gd name="connsiteX2811" fmla="*/ 15708808 w 21052571"/>
              <a:gd name="connsiteY2811" fmla="*/ 3368091 h 8402012"/>
              <a:gd name="connsiteX2812" fmla="*/ 15720294 w 21052571"/>
              <a:gd name="connsiteY2812" fmla="*/ 3370213 h 8402012"/>
              <a:gd name="connsiteX2813" fmla="*/ 15707168 w 21052571"/>
              <a:gd name="connsiteY2813" fmla="*/ 3383199 h 8402012"/>
              <a:gd name="connsiteX2814" fmla="*/ 15708808 w 21052571"/>
              <a:gd name="connsiteY2814" fmla="*/ 3368091 h 8402012"/>
              <a:gd name="connsiteX2815" fmla="*/ 14583850 w 21052571"/>
              <a:gd name="connsiteY2815" fmla="*/ 3351018 h 8402012"/>
              <a:gd name="connsiteX2816" fmla="*/ 14601812 w 21052571"/>
              <a:gd name="connsiteY2816" fmla="*/ 3383130 h 8402012"/>
              <a:gd name="connsiteX2817" fmla="*/ 14583850 w 21052571"/>
              <a:gd name="connsiteY2817" fmla="*/ 3351018 h 8402012"/>
              <a:gd name="connsiteX2818" fmla="*/ 14242588 w 21052571"/>
              <a:gd name="connsiteY2818" fmla="*/ 3351018 h 8402012"/>
              <a:gd name="connsiteX2819" fmla="*/ 14260550 w 21052571"/>
              <a:gd name="connsiteY2819" fmla="*/ 3383130 h 8402012"/>
              <a:gd name="connsiteX2820" fmla="*/ 14242588 w 21052571"/>
              <a:gd name="connsiteY2820" fmla="*/ 3351018 h 8402012"/>
              <a:gd name="connsiteX2821" fmla="*/ 12394092 w 21052571"/>
              <a:gd name="connsiteY2821" fmla="*/ 3351018 h 8402012"/>
              <a:gd name="connsiteX2822" fmla="*/ 12430984 w 21052571"/>
              <a:gd name="connsiteY2822" fmla="*/ 3351018 h 8402012"/>
              <a:gd name="connsiteX2823" fmla="*/ 12430984 w 21052571"/>
              <a:gd name="connsiteY2823" fmla="*/ 3383130 h 8402012"/>
              <a:gd name="connsiteX2824" fmla="*/ 12394092 w 21052571"/>
              <a:gd name="connsiteY2824" fmla="*/ 3383130 h 8402012"/>
              <a:gd name="connsiteX2825" fmla="*/ 12394092 w 21052571"/>
              <a:gd name="connsiteY2825" fmla="*/ 3351018 h 8402012"/>
              <a:gd name="connsiteX2826" fmla="*/ 18905495 w 21052571"/>
              <a:gd name="connsiteY2826" fmla="*/ 3351017 h 8402012"/>
              <a:gd name="connsiteX2827" fmla="*/ 18887531 w 21052571"/>
              <a:gd name="connsiteY2827" fmla="*/ 3383128 h 8402012"/>
              <a:gd name="connsiteX2828" fmla="*/ 18905495 w 21052571"/>
              <a:gd name="connsiteY2828" fmla="*/ 3351017 h 8402012"/>
              <a:gd name="connsiteX2829" fmla="*/ 16323334 w 21052571"/>
              <a:gd name="connsiteY2829" fmla="*/ 3351017 h 8402012"/>
              <a:gd name="connsiteX2830" fmla="*/ 16341298 w 21052571"/>
              <a:gd name="connsiteY2830" fmla="*/ 3383128 h 8402012"/>
              <a:gd name="connsiteX2831" fmla="*/ 16323334 w 21052571"/>
              <a:gd name="connsiteY2831" fmla="*/ 3351017 h 8402012"/>
              <a:gd name="connsiteX2832" fmla="*/ 14503274 w 21052571"/>
              <a:gd name="connsiteY2832" fmla="*/ 3351016 h 8402012"/>
              <a:gd name="connsiteX2833" fmla="*/ 14521236 w 21052571"/>
              <a:gd name="connsiteY2833" fmla="*/ 3351016 h 8402012"/>
              <a:gd name="connsiteX2834" fmla="*/ 14521236 w 21052571"/>
              <a:gd name="connsiteY2834" fmla="*/ 3416268 h 8402012"/>
              <a:gd name="connsiteX2835" fmla="*/ 14503274 w 21052571"/>
              <a:gd name="connsiteY2835" fmla="*/ 3416268 h 8402012"/>
              <a:gd name="connsiteX2836" fmla="*/ 14503274 w 21052571"/>
              <a:gd name="connsiteY2836" fmla="*/ 3351016 h 8402012"/>
              <a:gd name="connsiteX2837" fmla="*/ 14394263 w 21052571"/>
              <a:gd name="connsiteY2837" fmla="*/ 3351015 h 8402012"/>
              <a:gd name="connsiteX2838" fmla="*/ 14426372 w 21052571"/>
              <a:gd name="connsiteY2838" fmla="*/ 3351015 h 8402012"/>
              <a:gd name="connsiteX2839" fmla="*/ 14394263 w 21052571"/>
              <a:gd name="connsiteY2839" fmla="*/ 3351015 h 8402012"/>
              <a:gd name="connsiteX2840" fmla="*/ 12480769 w 21052571"/>
              <a:gd name="connsiteY2840" fmla="*/ 3342679 h 8402012"/>
              <a:gd name="connsiteX2841" fmla="*/ 12530439 w 21052571"/>
              <a:gd name="connsiteY2841" fmla="*/ 3348307 h 8402012"/>
              <a:gd name="connsiteX2842" fmla="*/ 12450967 w 21052571"/>
              <a:gd name="connsiteY2842" fmla="*/ 3380474 h 8402012"/>
              <a:gd name="connsiteX2843" fmla="*/ 12480769 w 21052571"/>
              <a:gd name="connsiteY2843" fmla="*/ 3342679 h 8402012"/>
              <a:gd name="connsiteX2844" fmla="*/ 16095256 w 21052571"/>
              <a:gd name="connsiteY2844" fmla="*/ 3342278 h 8402012"/>
              <a:gd name="connsiteX2845" fmla="*/ 16146904 w 21052571"/>
              <a:gd name="connsiteY2845" fmla="*/ 3350424 h 8402012"/>
              <a:gd name="connsiteX2846" fmla="*/ 16057910 w 21052571"/>
              <a:gd name="connsiteY2846" fmla="*/ 3383014 h 8402012"/>
              <a:gd name="connsiteX2847" fmla="*/ 16095256 w 21052571"/>
              <a:gd name="connsiteY2847" fmla="*/ 3342278 h 8402012"/>
              <a:gd name="connsiteX2848" fmla="*/ 17132035 w 21052571"/>
              <a:gd name="connsiteY2848" fmla="*/ 3340947 h 8402012"/>
              <a:gd name="connsiteX2849" fmla="*/ 17137071 w 21052571"/>
              <a:gd name="connsiteY2849" fmla="*/ 3353244 h 8402012"/>
              <a:gd name="connsiteX2850" fmla="*/ 17132671 w 21052571"/>
              <a:gd name="connsiteY2850" fmla="*/ 3363445 h 8402012"/>
              <a:gd name="connsiteX2851" fmla="*/ 17147891 w 21052571"/>
              <a:gd name="connsiteY2851" fmla="*/ 3373613 h 8402012"/>
              <a:gd name="connsiteX2852" fmla="*/ 17186583 w 21052571"/>
              <a:gd name="connsiteY2852" fmla="*/ 3381122 h 8402012"/>
              <a:gd name="connsiteX2853" fmla="*/ 17147891 w 21052571"/>
              <a:gd name="connsiteY2853" fmla="*/ 3348874 h 8402012"/>
              <a:gd name="connsiteX2854" fmla="*/ 15902792 w 21052571"/>
              <a:gd name="connsiteY2854" fmla="*/ 3325880 h 8402012"/>
              <a:gd name="connsiteX2855" fmla="*/ 15864012 w 21052571"/>
              <a:gd name="connsiteY2855" fmla="*/ 3383949 h 8402012"/>
              <a:gd name="connsiteX2856" fmla="*/ 15941572 w 21052571"/>
              <a:gd name="connsiteY2856" fmla="*/ 3383949 h 8402012"/>
              <a:gd name="connsiteX2857" fmla="*/ 15902792 w 21052571"/>
              <a:gd name="connsiteY2857" fmla="*/ 3325880 h 8402012"/>
              <a:gd name="connsiteX2858" fmla="*/ 14190455 w 21052571"/>
              <a:gd name="connsiteY2858" fmla="*/ 3323987 h 8402012"/>
              <a:gd name="connsiteX2859" fmla="*/ 14222561 w 21052571"/>
              <a:gd name="connsiteY2859" fmla="*/ 3348580 h 8402012"/>
              <a:gd name="connsiteX2860" fmla="*/ 14190455 w 21052571"/>
              <a:gd name="connsiteY2860" fmla="*/ 3323987 h 8402012"/>
              <a:gd name="connsiteX2861" fmla="*/ 17076959 w 21052571"/>
              <a:gd name="connsiteY2861" fmla="*/ 3323082 h 8402012"/>
              <a:gd name="connsiteX2862" fmla="*/ 17115651 w 21052571"/>
              <a:gd name="connsiteY2862" fmla="*/ 3348874 h 8402012"/>
              <a:gd name="connsiteX2863" fmla="*/ 17127323 w 21052571"/>
              <a:gd name="connsiteY2863" fmla="*/ 3359402 h 8402012"/>
              <a:gd name="connsiteX2864" fmla="*/ 17124347 w 21052571"/>
              <a:gd name="connsiteY2864" fmla="*/ 3350065 h 8402012"/>
              <a:gd name="connsiteX2865" fmla="*/ 17127343 w 21052571"/>
              <a:gd name="connsiteY2865" fmla="*/ 3343431 h 8402012"/>
              <a:gd name="connsiteX2866" fmla="*/ 17129119 w 21052571"/>
              <a:gd name="connsiteY2866" fmla="*/ 3339489 h 8402012"/>
              <a:gd name="connsiteX2867" fmla="*/ 17128547 w 21052571"/>
              <a:gd name="connsiteY2867" fmla="*/ 3339202 h 8402012"/>
              <a:gd name="connsiteX2868" fmla="*/ 17109199 w 21052571"/>
              <a:gd name="connsiteY2868" fmla="*/ 3329530 h 8402012"/>
              <a:gd name="connsiteX2869" fmla="*/ 17076959 w 21052571"/>
              <a:gd name="connsiteY2869" fmla="*/ 3323082 h 8402012"/>
              <a:gd name="connsiteX2870" fmla="*/ 16767872 w 21052571"/>
              <a:gd name="connsiteY2870" fmla="*/ 3322576 h 8402012"/>
              <a:gd name="connsiteX2871" fmla="*/ 16749910 w 21052571"/>
              <a:gd name="connsiteY2871" fmla="*/ 3349875 h 8402012"/>
              <a:gd name="connsiteX2872" fmla="*/ 16767872 w 21052571"/>
              <a:gd name="connsiteY2872" fmla="*/ 3322576 h 8402012"/>
              <a:gd name="connsiteX2873" fmla="*/ 16037952 w 21052571"/>
              <a:gd name="connsiteY2873" fmla="*/ 3322576 h 8402012"/>
              <a:gd name="connsiteX2874" fmla="*/ 16019990 w 21052571"/>
              <a:gd name="connsiteY2874" fmla="*/ 3349875 h 8402012"/>
              <a:gd name="connsiteX2875" fmla="*/ 16037952 w 21052571"/>
              <a:gd name="connsiteY2875" fmla="*/ 3322576 h 8402012"/>
              <a:gd name="connsiteX2876" fmla="*/ 885576 w 21052571"/>
              <a:gd name="connsiteY2876" fmla="*/ 3305285 h 8402012"/>
              <a:gd name="connsiteX2877" fmla="*/ 885576 w 21052571"/>
              <a:gd name="connsiteY2877" fmla="*/ 3337527 h 8402012"/>
              <a:gd name="connsiteX2878" fmla="*/ 955422 w 21052571"/>
              <a:gd name="connsiteY2878" fmla="*/ 3350421 h 8402012"/>
              <a:gd name="connsiteX2879" fmla="*/ 885576 w 21052571"/>
              <a:gd name="connsiteY2879" fmla="*/ 3305285 h 8402012"/>
              <a:gd name="connsiteX2880" fmla="*/ 16211220 w 21052571"/>
              <a:gd name="connsiteY2880" fmla="*/ 3303146 h 8402012"/>
              <a:gd name="connsiteX2881" fmla="*/ 16222706 w 21052571"/>
              <a:gd name="connsiteY2881" fmla="*/ 3305706 h 8402012"/>
              <a:gd name="connsiteX2882" fmla="*/ 16209580 w 21052571"/>
              <a:gd name="connsiteY2882" fmla="*/ 3326180 h 8402012"/>
              <a:gd name="connsiteX2883" fmla="*/ 16211220 w 21052571"/>
              <a:gd name="connsiteY2883" fmla="*/ 3303146 h 8402012"/>
              <a:gd name="connsiteX2884" fmla="*/ 18424055 w 21052571"/>
              <a:gd name="connsiteY2884" fmla="*/ 3303145 h 8402012"/>
              <a:gd name="connsiteX2885" fmla="*/ 18431163 w 21052571"/>
              <a:gd name="connsiteY2885" fmla="*/ 3305706 h 8402012"/>
              <a:gd name="connsiteX2886" fmla="*/ 18423039 w 21052571"/>
              <a:gd name="connsiteY2886" fmla="*/ 3326179 h 8402012"/>
              <a:gd name="connsiteX2887" fmla="*/ 18424055 w 21052571"/>
              <a:gd name="connsiteY2887" fmla="*/ 3303145 h 8402012"/>
              <a:gd name="connsiteX2888" fmla="*/ 16129004 w 21052571"/>
              <a:gd name="connsiteY2888" fmla="*/ 3294139 h 8402012"/>
              <a:gd name="connsiteX2889" fmla="*/ 16146966 w 21052571"/>
              <a:gd name="connsiteY2889" fmla="*/ 3326247 h 8402012"/>
              <a:gd name="connsiteX2890" fmla="*/ 16129004 w 21052571"/>
              <a:gd name="connsiteY2890" fmla="*/ 3294139 h 8402012"/>
              <a:gd name="connsiteX2891" fmla="*/ 13185628 w 21052571"/>
              <a:gd name="connsiteY2891" fmla="*/ 3294139 h 8402012"/>
              <a:gd name="connsiteX2892" fmla="*/ 13203590 w 21052571"/>
              <a:gd name="connsiteY2892" fmla="*/ 3326248 h 8402012"/>
              <a:gd name="connsiteX2893" fmla="*/ 13185628 w 21052571"/>
              <a:gd name="connsiteY2893" fmla="*/ 3294139 h 8402012"/>
              <a:gd name="connsiteX2894" fmla="*/ 14132588 w 21052571"/>
              <a:gd name="connsiteY2894" fmla="*/ 3294136 h 8402012"/>
              <a:gd name="connsiteX2895" fmla="*/ 14114813 w 21052571"/>
              <a:gd name="connsiteY2895" fmla="*/ 3349980 h 8402012"/>
              <a:gd name="connsiteX2896" fmla="*/ 14132588 w 21052571"/>
              <a:gd name="connsiteY2896" fmla="*/ 3294136 h 8402012"/>
              <a:gd name="connsiteX2897" fmla="*/ 13298330 w 21052571"/>
              <a:gd name="connsiteY2897" fmla="*/ 3290807 h 8402012"/>
              <a:gd name="connsiteX2898" fmla="*/ 13261466 w 21052571"/>
              <a:gd name="connsiteY2898" fmla="*/ 3321551 h 8402012"/>
              <a:gd name="connsiteX2899" fmla="*/ 13298330 w 21052571"/>
              <a:gd name="connsiteY2899" fmla="*/ 3290807 h 8402012"/>
              <a:gd name="connsiteX2900" fmla="*/ 15466530 w 21052571"/>
              <a:gd name="connsiteY2900" fmla="*/ 3262042 h 8402012"/>
              <a:gd name="connsiteX2901" fmla="*/ 15485820 w 21052571"/>
              <a:gd name="connsiteY2901" fmla="*/ 3294499 h 8402012"/>
              <a:gd name="connsiteX2902" fmla="*/ 15466530 w 21052571"/>
              <a:gd name="connsiteY2902" fmla="*/ 3262042 h 8402012"/>
              <a:gd name="connsiteX2903" fmla="*/ 13602725 w 21052571"/>
              <a:gd name="connsiteY2903" fmla="*/ 3260959 h 8402012"/>
              <a:gd name="connsiteX2904" fmla="*/ 13620687 w 21052571"/>
              <a:gd name="connsiteY2904" fmla="*/ 3293065 h 8402012"/>
              <a:gd name="connsiteX2905" fmla="*/ 13602725 w 21052571"/>
              <a:gd name="connsiteY2905" fmla="*/ 3260959 h 8402012"/>
              <a:gd name="connsiteX2906" fmla="*/ 13454796 w 21052571"/>
              <a:gd name="connsiteY2906" fmla="*/ 3260959 h 8402012"/>
              <a:gd name="connsiteX2907" fmla="*/ 13436834 w 21052571"/>
              <a:gd name="connsiteY2907" fmla="*/ 3293065 h 8402012"/>
              <a:gd name="connsiteX2908" fmla="*/ 13454796 w 21052571"/>
              <a:gd name="connsiteY2908" fmla="*/ 3260959 h 8402012"/>
              <a:gd name="connsiteX2909" fmla="*/ 16767872 w 21052571"/>
              <a:gd name="connsiteY2909" fmla="*/ 3260958 h 8402012"/>
              <a:gd name="connsiteX2910" fmla="*/ 16749910 w 21052571"/>
              <a:gd name="connsiteY2910" fmla="*/ 3293064 h 8402012"/>
              <a:gd name="connsiteX2911" fmla="*/ 16767872 w 21052571"/>
              <a:gd name="connsiteY2911" fmla="*/ 3260958 h 8402012"/>
              <a:gd name="connsiteX2912" fmla="*/ 13659603 w 21052571"/>
              <a:gd name="connsiteY2912" fmla="*/ 3260958 h 8402012"/>
              <a:gd name="connsiteX2913" fmla="*/ 13677565 w 21052571"/>
              <a:gd name="connsiteY2913" fmla="*/ 3293065 h 8402012"/>
              <a:gd name="connsiteX2914" fmla="*/ 13659603 w 21052571"/>
              <a:gd name="connsiteY2914" fmla="*/ 3260958 h 8402012"/>
              <a:gd name="connsiteX2915" fmla="*/ 15800996 w 21052571"/>
              <a:gd name="connsiteY2915" fmla="*/ 3257333 h 8402012"/>
              <a:gd name="connsiteX2916" fmla="*/ 15838158 w 21052571"/>
              <a:gd name="connsiteY2916" fmla="*/ 3267815 h 8402012"/>
              <a:gd name="connsiteX2917" fmla="*/ 15959884 w 21052571"/>
              <a:gd name="connsiteY2917" fmla="*/ 3293621 h 8402012"/>
              <a:gd name="connsiteX2918" fmla="*/ 16011590 w 21052571"/>
              <a:gd name="connsiteY2918" fmla="*/ 3428033 h 8402012"/>
              <a:gd name="connsiteX2919" fmla="*/ 16191486 w 21052571"/>
              <a:gd name="connsiteY2919" fmla="*/ 3473196 h 8402012"/>
              <a:gd name="connsiteX2920" fmla="*/ 16359532 w 21052571"/>
              <a:gd name="connsiteY2920" fmla="*/ 3518357 h 8402012"/>
              <a:gd name="connsiteX2921" fmla="*/ 16416624 w 21052571"/>
              <a:gd name="connsiteY2921" fmla="*/ 3531260 h 8402012"/>
              <a:gd name="connsiteX2922" fmla="*/ 16429550 w 21052571"/>
              <a:gd name="connsiteY2922" fmla="*/ 3601152 h 8402012"/>
              <a:gd name="connsiteX2923" fmla="*/ 15779990 w 21052571"/>
              <a:gd name="connsiteY2923" fmla="*/ 3434486 h 8402012"/>
              <a:gd name="connsiteX2924" fmla="*/ 15805842 w 21052571"/>
              <a:gd name="connsiteY2924" fmla="*/ 3293621 h 8402012"/>
              <a:gd name="connsiteX2925" fmla="*/ 15773526 w 21052571"/>
              <a:gd name="connsiteY2925" fmla="*/ 3280718 h 8402012"/>
              <a:gd name="connsiteX2926" fmla="*/ 15800996 w 21052571"/>
              <a:gd name="connsiteY2926" fmla="*/ 3257333 h 8402012"/>
              <a:gd name="connsiteX2927" fmla="*/ 18247671 w 21052571"/>
              <a:gd name="connsiteY2927" fmla="*/ 3246739 h 8402012"/>
              <a:gd name="connsiteX2928" fmla="*/ 18326423 w 21052571"/>
              <a:gd name="connsiteY2928" fmla="*/ 3253360 h 8402012"/>
              <a:gd name="connsiteX2929" fmla="*/ 18339547 w 21052571"/>
              <a:gd name="connsiteY2929" fmla="*/ 3326211 h 8402012"/>
              <a:gd name="connsiteX2930" fmla="*/ 18247671 w 21052571"/>
              <a:gd name="connsiteY2930" fmla="*/ 3246739 h 8402012"/>
              <a:gd name="connsiteX2931" fmla="*/ 12501896 w 21052571"/>
              <a:gd name="connsiteY2931" fmla="*/ 3235127 h 8402012"/>
              <a:gd name="connsiteX2932" fmla="*/ 12527670 w 21052571"/>
              <a:gd name="connsiteY2932" fmla="*/ 3260813 h 8402012"/>
              <a:gd name="connsiteX2933" fmla="*/ 12501896 w 21052571"/>
              <a:gd name="connsiteY2933" fmla="*/ 3235127 h 8402012"/>
              <a:gd name="connsiteX2934" fmla="*/ 20109359 w 21052571"/>
              <a:gd name="connsiteY2934" fmla="*/ 3233928 h 8402012"/>
              <a:gd name="connsiteX2935" fmla="*/ 20072467 w 21052571"/>
              <a:gd name="connsiteY2935" fmla="*/ 3258524 h 8402012"/>
              <a:gd name="connsiteX2936" fmla="*/ 20109359 w 21052571"/>
              <a:gd name="connsiteY2936" fmla="*/ 3233928 h 8402012"/>
              <a:gd name="connsiteX2937" fmla="*/ 12586468 w 21052571"/>
              <a:gd name="connsiteY2937" fmla="*/ 3233522 h 8402012"/>
              <a:gd name="connsiteX2938" fmla="*/ 12559888 w 21052571"/>
              <a:gd name="connsiteY2938" fmla="*/ 3235127 h 8402012"/>
              <a:gd name="connsiteX2939" fmla="*/ 12598550 w 21052571"/>
              <a:gd name="connsiteY2939" fmla="*/ 3260813 h 8402012"/>
              <a:gd name="connsiteX2940" fmla="*/ 12586468 w 21052571"/>
              <a:gd name="connsiteY2940" fmla="*/ 3233522 h 8402012"/>
              <a:gd name="connsiteX2941" fmla="*/ 18090191 w 21052571"/>
              <a:gd name="connsiteY2941" fmla="*/ 3213562 h 8402012"/>
              <a:gd name="connsiteX2942" fmla="*/ 18039119 w 21052571"/>
              <a:gd name="connsiteY2942" fmla="*/ 3259856 h 8402012"/>
              <a:gd name="connsiteX2943" fmla="*/ 18090191 w 21052571"/>
              <a:gd name="connsiteY2943" fmla="*/ 3213562 h 8402012"/>
              <a:gd name="connsiteX2944" fmla="*/ 15644776 w 21052571"/>
              <a:gd name="connsiteY2944" fmla="*/ 3205553 h 8402012"/>
              <a:gd name="connsiteX2945" fmla="*/ 15658736 w 21052571"/>
              <a:gd name="connsiteY2945" fmla="*/ 3213048 h 8402012"/>
              <a:gd name="connsiteX2946" fmla="*/ 15602894 w 21052571"/>
              <a:gd name="connsiteY2946" fmla="*/ 3231492 h 8402012"/>
              <a:gd name="connsiteX2947" fmla="*/ 15644776 w 21052571"/>
              <a:gd name="connsiteY2947" fmla="*/ 3205553 h 8402012"/>
              <a:gd name="connsiteX2948" fmla="*/ 12830147 w 21052571"/>
              <a:gd name="connsiteY2948" fmla="*/ 3204081 h 8402012"/>
              <a:gd name="connsiteX2949" fmla="*/ 12843275 w 21052571"/>
              <a:gd name="connsiteY2949" fmla="*/ 3236186 h 8402012"/>
              <a:gd name="connsiteX2950" fmla="*/ 12830147 w 21052571"/>
              <a:gd name="connsiteY2950" fmla="*/ 3204081 h 8402012"/>
              <a:gd name="connsiteX2951" fmla="*/ 15963116 w 21052571"/>
              <a:gd name="connsiteY2951" fmla="*/ 3204080 h 8402012"/>
              <a:gd name="connsiteX2952" fmla="*/ 16000008 w 21052571"/>
              <a:gd name="connsiteY2952" fmla="*/ 3204080 h 8402012"/>
              <a:gd name="connsiteX2953" fmla="*/ 16000008 w 21052571"/>
              <a:gd name="connsiteY2953" fmla="*/ 3236186 h 8402012"/>
              <a:gd name="connsiteX2954" fmla="*/ 15963116 w 21052571"/>
              <a:gd name="connsiteY2954" fmla="*/ 3236186 h 8402012"/>
              <a:gd name="connsiteX2955" fmla="*/ 15963116 w 21052571"/>
              <a:gd name="connsiteY2955" fmla="*/ 3204080 h 8402012"/>
              <a:gd name="connsiteX2956" fmla="*/ 12996038 w 21052571"/>
              <a:gd name="connsiteY2956" fmla="*/ 3204080 h 8402012"/>
              <a:gd name="connsiteX2957" fmla="*/ 13014000 w 21052571"/>
              <a:gd name="connsiteY2957" fmla="*/ 3236186 h 8402012"/>
              <a:gd name="connsiteX2958" fmla="*/ 12996038 w 21052571"/>
              <a:gd name="connsiteY2958" fmla="*/ 3204080 h 8402012"/>
              <a:gd name="connsiteX2959" fmla="*/ 12957122 w 21052571"/>
              <a:gd name="connsiteY2959" fmla="*/ 3204080 h 8402012"/>
              <a:gd name="connsiteX2960" fmla="*/ 12939160 w 21052571"/>
              <a:gd name="connsiteY2960" fmla="*/ 3236186 h 8402012"/>
              <a:gd name="connsiteX2961" fmla="*/ 12957122 w 21052571"/>
              <a:gd name="connsiteY2961" fmla="*/ 3204080 h 8402012"/>
              <a:gd name="connsiteX2962" fmla="*/ 16056886 w 21052571"/>
              <a:gd name="connsiteY2962" fmla="*/ 3201217 h 8402012"/>
              <a:gd name="connsiteX2963" fmla="*/ 16019994 w 21052571"/>
              <a:gd name="connsiteY2963" fmla="*/ 3234284 h 8402012"/>
              <a:gd name="connsiteX2964" fmla="*/ 16056886 w 21052571"/>
              <a:gd name="connsiteY2964" fmla="*/ 3201217 h 8402012"/>
              <a:gd name="connsiteX2965" fmla="*/ 17167239 w 21052571"/>
              <a:gd name="connsiteY2965" fmla="*/ 3200567 h 8402012"/>
              <a:gd name="connsiteX2966" fmla="*/ 17167239 w 21052571"/>
              <a:gd name="connsiteY2966" fmla="*/ 3258601 h 8402012"/>
              <a:gd name="connsiteX2967" fmla="*/ 17191959 w 21052571"/>
              <a:gd name="connsiteY2967" fmla="*/ 3258601 h 8402012"/>
              <a:gd name="connsiteX2968" fmla="*/ 17243547 w 21052571"/>
              <a:gd name="connsiteY2968" fmla="*/ 3258601 h 8402012"/>
              <a:gd name="connsiteX2969" fmla="*/ 17411211 w 21052571"/>
              <a:gd name="connsiteY2969" fmla="*/ 3303739 h 8402012"/>
              <a:gd name="connsiteX2970" fmla="*/ 17308031 w 21052571"/>
              <a:gd name="connsiteY2970" fmla="*/ 3245706 h 8402012"/>
              <a:gd name="connsiteX2971" fmla="*/ 17167239 w 21052571"/>
              <a:gd name="connsiteY2971" fmla="*/ 3200567 h 8402012"/>
              <a:gd name="connsiteX2972" fmla="*/ 12898229 w 21052571"/>
              <a:gd name="connsiteY2972" fmla="*/ 3196698 h 8402012"/>
              <a:gd name="connsiteX2973" fmla="*/ 12919170 w 21052571"/>
              <a:gd name="connsiteY2973" fmla="*/ 3232598 h 8402012"/>
              <a:gd name="connsiteX2974" fmla="*/ 12863326 w 21052571"/>
              <a:gd name="connsiteY2974" fmla="*/ 3199963 h 8402012"/>
              <a:gd name="connsiteX2975" fmla="*/ 12898229 w 21052571"/>
              <a:gd name="connsiteY2975" fmla="*/ 3196698 h 8402012"/>
              <a:gd name="connsiteX2976" fmla="*/ 18188291 w 21052571"/>
              <a:gd name="connsiteY2976" fmla="*/ 3196697 h 8402012"/>
              <a:gd name="connsiteX2977" fmla="*/ 18222915 w 21052571"/>
              <a:gd name="connsiteY2977" fmla="*/ 3199962 h 8402012"/>
              <a:gd name="connsiteX2978" fmla="*/ 18167091 w 21052571"/>
              <a:gd name="connsiteY2978" fmla="*/ 3232596 h 8402012"/>
              <a:gd name="connsiteX2979" fmla="*/ 18188291 w 21052571"/>
              <a:gd name="connsiteY2979" fmla="*/ 3196697 h 8402012"/>
              <a:gd name="connsiteX2980" fmla="*/ 11401461 w 21052571"/>
              <a:gd name="connsiteY2980" fmla="*/ 3194061 h 8402012"/>
              <a:gd name="connsiteX2981" fmla="*/ 11353099 w 21052571"/>
              <a:gd name="connsiteY2981" fmla="*/ 3202121 h 8402012"/>
              <a:gd name="connsiteX2982" fmla="*/ 11430479 w 21052571"/>
              <a:gd name="connsiteY2982" fmla="*/ 3234361 h 8402012"/>
              <a:gd name="connsiteX2983" fmla="*/ 11401461 w 21052571"/>
              <a:gd name="connsiteY2983" fmla="*/ 3194061 h 8402012"/>
              <a:gd name="connsiteX2984" fmla="*/ 15654530 w 21052571"/>
              <a:gd name="connsiteY2984" fmla="*/ 3192852 h 8402012"/>
              <a:gd name="connsiteX2985" fmla="*/ 15663512 w 21052571"/>
              <a:gd name="connsiteY2985" fmla="*/ 3201833 h 8402012"/>
              <a:gd name="connsiteX2986" fmla="*/ 15645550 w 21052571"/>
              <a:gd name="connsiteY2986" fmla="*/ 3201833 h 8402012"/>
              <a:gd name="connsiteX2987" fmla="*/ 15654530 w 21052571"/>
              <a:gd name="connsiteY2987" fmla="*/ 3192852 h 8402012"/>
              <a:gd name="connsiteX2988" fmla="*/ 12674799 w 21052571"/>
              <a:gd name="connsiteY2988" fmla="*/ 3170912 h 8402012"/>
              <a:gd name="connsiteX2989" fmla="*/ 12674799 w 21052571"/>
              <a:gd name="connsiteY2989" fmla="*/ 3235127 h 8402012"/>
              <a:gd name="connsiteX2990" fmla="*/ 12700574 w 21052571"/>
              <a:gd name="connsiteY2990" fmla="*/ 3235127 h 8402012"/>
              <a:gd name="connsiteX2991" fmla="*/ 12765010 w 21052571"/>
              <a:gd name="connsiteY2991" fmla="*/ 3235127 h 8402012"/>
              <a:gd name="connsiteX2992" fmla="*/ 12803672 w 21052571"/>
              <a:gd name="connsiteY2992" fmla="*/ 3254393 h 8402012"/>
              <a:gd name="connsiteX2993" fmla="*/ 12719904 w 21052571"/>
              <a:gd name="connsiteY2993" fmla="*/ 3280078 h 8402012"/>
              <a:gd name="connsiteX2994" fmla="*/ 12604994 w 21052571"/>
              <a:gd name="connsiteY2994" fmla="*/ 3286500 h 8402012"/>
              <a:gd name="connsiteX2995" fmla="*/ 12335436 w 21052571"/>
              <a:gd name="connsiteY2995" fmla="*/ 3325029 h 8402012"/>
              <a:gd name="connsiteX2996" fmla="*/ 12239856 w 21052571"/>
              <a:gd name="connsiteY2996" fmla="*/ 3337872 h 8402012"/>
              <a:gd name="connsiteX2997" fmla="*/ 12175419 w 21052571"/>
              <a:gd name="connsiteY2997" fmla="*/ 3350714 h 8402012"/>
              <a:gd name="connsiteX2998" fmla="*/ 12188307 w 21052571"/>
              <a:gd name="connsiteY2998" fmla="*/ 3388176 h 8402012"/>
              <a:gd name="connsiteX2999" fmla="*/ 12239856 w 21052571"/>
              <a:gd name="connsiteY2999" fmla="*/ 3375345 h 8402012"/>
              <a:gd name="connsiteX3000" fmla="*/ 12309661 w 21052571"/>
              <a:gd name="connsiteY3000" fmla="*/ 3382825 h 8402012"/>
              <a:gd name="connsiteX3001" fmla="*/ 12283887 w 21052571"/>
              <a:gd name="connsiteY3001" fmla="*/ 3426704 h 8402012"/>
              <a:gd name="connsiteX3002" fmla="*/ 12028290 w 21052571"/>
              <a:gd name="connsiteY3002" fmla="*/ 3471657 h 8402012"/>
              <a:gd name="connsiteX3003" fmla="*/ 11489175 w 21052571"/>
              <a:gd name="connsiteY3003" fmla="*/ 3567978 h 8402012"/>
              <a:gd name="connsiteX3004" fmla="*/ 11540724 w 21052571"/>
              <a:gd name="connsiteY3004" fmla="*/ 3529449 h 8402012"/>
              <a:gd name="connsiteX3005" fmla="*/ 11469844 w 21052571"/>
              <a:gd name="connsiteY3005" fmla="*/ 3478076 h 8402012"/>
              <a:gd name="connsiteX3006" fmla="*/ 11489175 w 21052571"/>
              <a:gd name="connsiteY3006" fmla="*/ 3413862 h 8402012"/>
              <a:gd name="connsiteX3007" fmla="*/ 11527836 w 21052571"/>
              <a:gd name="connsiteY3007" fmla="*/ 3407441 h 8402012"/>
              <a:gd name="connsiteX3008" fmla="*/ 11618047 w 21052571"/>
              <a:gd name="connsiteY3008" fmla="*/ 3401019 h 8402012"/>
              <a:gd name="connsiteX3009" fmla="*/ 11585829 w 21052571"/>
              <a:gd name="connsiteY3009" fmla="*/ 3490920 h 8402012"/>
              <a:gd name="connsiteX3010" fmla="*/ 11745845 w 21052571"/>
              <a:gd name="connsiteY3010" fmla="*/ 3452390 h 8402012"/>
              <a:gd name="connsiteX3011" fmla="*/ 11790951 w 21052571"/>
              <a:gd name="connsiteY3011" fmla="*/ 3465234 h 8402012"/>
              <a:gd name="connsiteX3012" fmla="*/ 11854313 w 21052571"/>
              <a:gd name="connsiteY3012" fmla="*/ 3445969 h 8402012"/>
              <a:gd name="connsiteX3013" fmla="*/ 11810281 w 21052571"/>
              <a:gd name="connsiteY3013" fmla="*/ 3368897 h 8402012"/>
              <a:gd name="connsiteX3014" fmla="*/ 12008959 w 21052571"/>
              <a:gd name="connsiteY3014" fmla="*/ 3305765 h 8402012"/>
              <a:gd name="connsiteX3015" fmla="*/ 12233412 w 21052571"/>
              <a:gd name="connsiteY3015" fmla="*/ 3260813 h 8402012"/>
              <a:gd name="connsiteX3016" fmla="*/ 12674799 w 21052571"/>
              <a:gd name="connsiteY3016" fmla="*/ 3170912 h 8402012"/>
              <a:gd name="connsiteX3017" fmla="*/ 14980989 w 21052571"/>
              <a:gd name="connsiteY3017" fmla="*/ 3170904 h 8402012"/>
              <a:gd name="connsiteX3018" fmla="*/ 14963027 w 21052571"/>
              <a:gd name="connsiteY3018" fmla="*/ 3203012 h 8402012"/>
              <a:gd name="connsiteX3019" fmla="*/ 14980989 w 21052571"/>
              <a:gd name="connsiteY3019" fmla="*/ 3170904 h 8402012"/>
              <a:gd name="connsiteX3020" fmla="*/ 12810191 w 21052571"/>
              <a:gd name="connsiteY3020" fmla="*/ 3170904 h 8402012"/>
              <a:gd name="connsiteX3021" fmla="*/ 12792229 w 21052571"/>
              <a:gd name="connsiteY3021" fmla="*/ 3203013 h 8402012"/>
              <a:gd name="connsiteX3022" fmla="*/ 12810191 w 21052571"/>
              <a:gd name="connsiteY3022" fmla="*/ 3170904 h 8402012"/>
              <a:gd name="connsiteX3023" fmla="*/ 20014595 w 21052571"/>
              <a:gd name="connsiteY3023" fmla="*/ 3170903 h 8402012"/>
              <a:gd name="connsiteX3024" fmla="*/ 19996631 w 21052571"/>
              <a:gd name="connsiteY3024" fmla="*/ 3203011 h 8402012"/>
              <a:gd name="connsiteX3025" fmla="*/ 20014595 w 21052571"/>
              <a:gd name="connsiteY3025" fmla="*/ 3170903 h 8402012"/>
              <a:gd name="connsiteX3026" fmla="*/ 15943158 w 21052571"/>
              <a:gd name="connsiteY3026" fmla="*/ 3170903 h 8402012"/>
              <a:gd name="connsiteX3027" fmla="*/ 15925194 w 21052571"/>
              <a:gd name="connsiteY3027" fmla="*/ 3203012 h 8402012"/>
              <a:gd name="connsiteX3028" fmla="*/ 15943158 w 21052571"/>
              <a:gd name="connsiteY3028" fmla="*/ 3170903 h 8402012"/>
              <a:gd name="connsiteX3029" fmla="*/ 19185111 w 21052571"/>
              <a:gd name="connsiteY3029" fmla="*/ 3167569 h 8402012"/>
              <a:gd name="connsiteX3030" fmla="*/ 19148219 w 21052571"/>
              <a:gd name="connsiteY3030" fmla="*/ 3198313 h 8402012"/>
              <a:gd name="connsiteX3031" fmla="*/ 19185111 w 21052571"/>
              <a:gd name="connsiteY3031" fmla="*/ 3167569 h 8402012"/>
              <a:gd name="connsiteX3032" fmla="*/ 11504367 w 21052571"/>
              <a:gd name="connsiteY3032" fmla="*/ 3167062 h 8402012"/>
              <a:gd name="connsiteX3033" fmla="*/ 11468095 w 21052571"/>
              <a:gd name="connsiteY3033" fmla="*/ 3169883 h 8402012"/>
              <a:gd name="connsiteX3034" fmla="*/ 11526130 w 21052571"/>
              <a:gd name="connsiteY3034" fmla="*/ 3202121 h 8402012"/>
              <a:gd name="connsiteX3035" fmla="*/ 11504367 w 21052571"/>
              <a:gd name="connsiteY3035" fmla="*/ 3167062 h 8402012"/>
              <a:gd name="connsiteX3036" fmla="*/ 13156298 w 21052571"/>
              <a:gd name="connsiteY3036" fmla="*/ 3161176 h 8402012"/>
              <a:gd name="connsiteX3037" fmla="*/ 13203484 w 21052571"/>
              <a:gd name="connsiteY3037" fmla="*/ 3168815 h 8402012"/>
              <a:gd name="connsiteX3038" fmla="*/ 13124012 w 21052571"/>
              <a:gd name="connsiteY3038" fmla="*/ 3200975 h 8402012"/>
              <a:gd name="connsiteX3039" fmla="*/ 13156298 w 21052571"/>
              <a:gd name="connsiteY3039" fmla="*/ 3161176 h 8402012"/>
              <a:gd name="connsiteX3040" fmla="*/ 14881790 w 21052571"/>
              <a:gd name="connsiteY3040" fmla="*/ 3159429 h 8402012"/>
              <a:gd name="connsiteX3041" fmla="*/ 14924008 w 21052571"/>
              <a:gd name="connsiteY3041" fmla="*/ 3169798 h 8402012"/>
              <a:gd name="connsiteX3042" fmla="*/ 14924008 w 21052571"/>
              <a:gd name="connsiteY3042" fmla="*/ 3202976 h 8402012"/>
              <a:gd name="connsiteX3043" fmla="*/ 14844539 w 21052571"/>
              <a:gd name="connsiteY3043" fmla="*/ 3183070 h 8402012"/>
              <a:gd name="connsiteX3044" fmla="*/ 14881790 w 21052571"/>
              <a:gd name="connsiteY3044" fmla="*/ 3159429 h 8402012"/>
              <a:gd name="connsiteX3045" fmla="*/ 17943299 w 21052571"/>
              <a:gd name="connsiteY3045" fmla="*/ 3139596 h 8402012"/>
              <a:gd name="connsiteX3046" fmla="*/ 17906407 w 21052571"/>
              <a:gd name="connsiteY3046" fmla="*/ 3171561 h 8402012"/>
              <a:gd name="connsiteX3047" fmla="*/ 17943299 w 21052571"/>
              <a:gd name="connsiteY3047" fmla="*/ 3139596 h 8402012"/>
              <a:gd name="connsiteX3048" fmla="*/ 19673719 w 21052571"/>
              <a:gd name="connsiteY3048" fmla="*/ 3139159 h 8402012"/>
              <a:gd name="connsiteX3049" fmla="*/ 19715935 w 21052571"/>
              <a:gd name="connsiteY3049" fmla="*/ 3150585 h 8402012"/>
              <a:gd name="connsiteX3050" fmla="*/ 19709615 w 21052571"/>
              <a:gd name="connsiteY3050" fmla="*/ 3169770 h 8402012"/>
              <a:gd name="connsiteX3051" fmla="*/ 19660111 w 21052571"/>
              <a:gd name="connsiteY3051" fmla="*/ 3150585 h 8402012"/>
              <a:gd name="connsiteX3052" fmla="*/ 19673719 w 21052571"/>
              <a:gd name="connsiteY3052" fmla="*/ 3139159 h 8402012"/>
              <a:gd name="connsiteX3053" fmla="*/ 11616407 w 21052571"/>
              <a:gd name="connsiteY3053" fmla="*/ 3138718 h 8402012"/>
              <a:gd name="connsiteX3054" fmla="*/ 11654023 w 21052571"/>
              <a:gd name="connsiteY3054" fmla="*/ 3169883 h 8402012"/>
              <a:gd name="connsiteX3055" fmla="*/ 11616407 w 21052571"/>
              <a:gd name="connsiteY3055" fmla="*/ 3138718 h 8402012"/>
              <a:gd name="connsiteX3056" fmla="*/ 11314409 w 21052571"/>
              <a:gd name="connsiteY3056" fmla="*/ 3138718 h 8402012"/>
              <a:gd name="connsiteX3057" fmla="*/ 11089791 w 21052571"/>
              <a:gd name="connsiteY3057" fmla="*/ 3182777 h 8402012"/>
              <a:gd name="connsiteX3058" fmla="*/ 11044652 w 21052571"/>
              <a:gd name="connsiteY3058" fmla="*/ 3195674 h 8402012"/>
              <a:gd name="connsiteX3059" fmla="*/ 11007037 w 21052571"/>
              <a:gd name="connsiteY3059" fmla="*/ 3234361 h 8402012"/>
              <a:gd name="connsiteX3060" fmla="*/ 10916760 w 21052571"/>
              <a:gd name="connsiteY3060" fmla="*/ 3253706 h 8402012"/>
              <a:gd name="connsiteX3061" fmla="*/ 10705038 w 21052571"/>
              <a:gd name="connsiteY3061" fmla="*/ 3337527 h 8402012"/>
              <a:gd name="connsiteX3062" fmla="*/ 10601865 w 21052571"/>
              <a:gd name="connsiteY3062" fmla="*/ 3382670 h 8402012"/>
              <a:gd name="connsiteX3063" fmla="*/ 10564249 w 21052571"/>
              <a:gd name="connsiteY3063" fmla="*/ 3413830 h 8402012"/>
              <a:gd name="connsiteX3064" fmla="*/ 10788867 w 21052571"/>
              <a:gd name="connsiteY3064" fmla="*/ 3350421 h 8402012"/>
              <a:gd name="connsiteX3065" fmla="*/ 10743729 w 21052571"/>
              <a:gd name="connsiteY3065" fmla="*/ 3407382 h 8402012"/>
              <a:gd name="connsiteX3066" fmla="*/ 10679245 w 21052571"/>
              <a:gd name="connsiteY3066" fmla="*/ 3452516 h 8402012"/>
              <a:gd name="connsiteX3067" fmla="*/ 10596491 w 21052571"/>
              <a:gd name="connsiteY3067" fmla="*/ 3478308 h 8402012"/>
              <a:gd name="connsiteX3068" fmla="*/ 10551352 w 21052571"/>
              <a:gd name="connsiteY3068" fmla="*/ 3510547 h 8402012"/>
              <a:gd name="connsiteX3069" fmla="*/ 10487943 w 21052571"/>
              <a:gd name="connsiteY3069" fmla="*/ 3510547 h 8402012"/>
              <a:gd name="connsiteX3070" fmla="*/ 10601865 w 21052571"/>
              <a:gd name="connsiteY3070" fmla="*/ 3510547 h 8402012"/>
              <a:gd name="connsiteX3071" fmla="*/ 10705038 w 21052571"/>
              <a:gd name="connsiteY3071" fmla="*/ 3478308 h 8402012"/>
              <a:gd name="connsiteX3072" fmla="*/ 10763074 w 21052571"/>
              <a:gd name="connsiteY3072" fmla="*/ 3478308 h 8402012"/>
              <a:gd name="connsiteX3073" fmla="*/ 10807138 w 21052571"/>
              <a:gd name="connsiteY3073" fmla="*/ 3510547 h 8402012"/>
              <a:gd name="connsiteX3074" fmla="*/ 10807138 w 21052571"/>
              <a:gd name="connsiteY3074" fmla="*/ 3446069 h 8402012"/>
              <a:gd name="connsiteX3075" fmla="*/ 10916760 w 21052571"/>
              <a:gd name="connsiteY3075" fmla="*/ 3478308 h 8402012"/>
              <a:gd name="connsiteX3076" fmla="*/ 10884518 w 21052571"/>
              <a:gd name="connsiteY3076" fmla="*/ 3446069 h 8402012"/>
              <a:gd name="connsiteX3077" fmla="*/ 10920167 w 21052571"/>
              <a:gd name="connsiteY3077" fmla="*/ 3413206 h 8402012"/>
              <a:gd name="connsiteX3078" fmla="*/ 10936750 w 21052571"/>
              <a:gd name="connsiteY3078" fmla="*/ 3416184 h 8402012"/>
              <a:gd name="connsiteX3079" fmla="*/ 10935748 w 21052571"/>
              <a:gd name="connsiteY3079" fmla="*/ 3412066 h 8402012"/>
              <a:gd name="connsiteX3080" fmla="*/ 10938954 w 21052571"/>
              <a:gd name="connsiteY3080" fmla="*/ 3402320 h 8402012"/>
              <a:gd name="connsiteX3081" fmla="*/ 10936105 w 21052571"/>
              <a:gd name="connsiteY3081" fmla="*/ 3400935 h 8402012"/>
              <a:gd name="connsiteX3082" fmla="*/ 10939921 w 21052571"/>
              <a:gd name="connsiteY3082" fmla="*/ 3399383 h 8402012"/>
              <a:gd name="connsiteX3083" fmla="*/ 10940238 w 21052571"/>
              <a:gd name="connsiteY3083" fmla="*/ 3398418 h 8402012"/>
              <a:gd name="connsiteX3084" fmla="*/ 10940672 w 21052571"/>
              <a:gd name="connsiteY3084" fmla="*/ 3399077 h 8402012"/>
              <a:gd name="connsiteX3085" fmla="*/ 11066550 w 21052571"/>
              <a:gd name="connsiteY3085" fmla="*/ 3347869 h 8402012"/>
              <a:gd name="connsiteX3086" fmla="*/ 11192965 w 21052571"/>
              <a:gd name="connsiteY3086" fmla="*/ 3298846 h 8402012"/>
              <a:gd name="connsiteX3087" fmla="*/ 11269270 w 21052571"/>
              <a:gd name="connsiteY3087" fmla="*/ 3266602 h 8402012"/>
              <a:gd name="connsiteX3088" fmla="*/ 11314409 w 21052571"/>
              <a:gd name="connsiteY3088" fmla="*/ 3138718 h 8402012"/>
              <a:gd name="connsiteX3089" fmla="*/ 15828898 w 21052571"/>
              <a:gd name="connsiteY3089" fmla="*/ 3138563 h 8402012"/>
              <a:gd name="connsiteX3090" fmla="*/ 15852278 w 21052571"/>
              <a:gd name="connsiteY3090" fmla="*/ 3149757 h 8402012"/>
              <a:gd name="connsiteX3091" fmla="*/ 15852278 w 21052571"/>
              <a:gd name="connsiteY3091" fmla="*/ 3194601 h 8402012"/>
              <a:gd name="connsiteX3092" fmla="*/ 15773526 w 21052571"/>
              <a:gd name="connsiteY3092" fmla="*/ 3201164 h 8402012"/>
              <a:gd name="connsiteX3093" fmla="*/ 15828898 w 21052571"/>
              <a:gd name="connsiteY3093" fmla="*/ 3138563 h 8402012"/>
              <a:gd name="connsiteX3094" fmla="*/ 14038779 w 21052571"/>
              <a:gd name="connsiteY3094" fmla="*/ 3137724 h 8402012"/>
              <a:gd name="connsiteX3095" fmla="*/ 14056741 w 21052571"/>
              <a:gd name="connsiteY3095" fmla="*/ 3169794 h 8402012"/>
              <a:gd name="connsiteX3096" fmla="*/ 14038779 w 21052571"/>
              <a:gd name="connsiteY3096" fmla="*/ 3137724 h 8402012"/>
              <a:gd name="connsiteX3097" fmla="*/ 13393180 w 21052571"/>
              <a:gd name="connsiteY3097" fmla="*/ 3137724 h 8402012"/>
              <a:gd name="connsiteX3098" fmla="*/ 13375218 w 21052571"/>
              <a:gd name="connsiteY3098" fmla="*/ 3169794 h 8402012"/>
              <a:gd name="connsiteX3099" fmla="*/ 13393180 w 21052571"/>
              <a:gd name="connsiteY3099" fmla="*/ 3137724 h 8402012"/>
              <a:gd name="connsiteX3100" fmla="*/ 14754483 w 21052571"/>
              <a:gd name="connsiteY3100" fmla="*/ 3137724 h 8402012"/>
              <a:gd name="connsiteX3101" fmla="*/ 14843480 w 21052571"/>
              <a:gd name="connsiteY3101" fmla="*/ 3150995 h 8402012"/>
              <a:gd name="connsiteX3102" fmla="*/ 14754483 w 21052571"/>
              <a:gd name="connsiteY3102" fmla="*/ 3137724 h 8402012"/>
              <a:gd name="connsiteX3103" fmla="*/ 20128347 w 21052571"/>
              <a:gd name="connsiteY3103" fmla="*/ 3137724 h 8402012"/>
              <a:gd name="connsiteX3104" fmla="*/ 20110383 w 21052571"/>
              <a:gd name="connsiteY3104" fmla="*/ 3169793 h 8402012"/>
              <a:gd name="connsiteX3105" fmla="*/ 20128347 w 21052571"/>
              <a:gd name="connsiteY3105" fmla="*/ 3137724 h 8402012"/>
              <a:gd name="connsiteX3106" fmla="*/ 19848703 w 21052571"/>
              <a:gd name="connsiteY3106" fmla="*/ 3137724 h 8402012"/>
              <a:gd name="connsiteX3107" fmla="*/ 19830739 w 21052571"/>
              <a:gd name="connsiteY3107" fmla="*/ 3169793 h 8402012"/>
              <a:gd name="connsiteX3108" fmla="*/ 19848703 w 21052571"/>
              <a:gd name="connsiteY3108" fmla="*/ 3137724 h 8402012"/>
              <a:gd name="connsiteX3109" fmla="*/ 19615151 w 21052571"/>
              <a:gd name="connsiteY3109" fmla="*/ 3127169 h 8402012"/>
              <a:gd name="connsiteX3110" fmla="*/ 19614559 w 21052571"/>
              <a:gd name="connsiteY3110" fmla="*/ 3129476 h 8402012"/>
              <a:gd name="connsiteX3111" fmla="*/ 19612711 w 21052571"/>
              <a:gd name="connsiteY3111" fmla="*/ 3136659 h 8402012"/>
              <a:gd name="connsiteX3112" fmla="*/ 19617111 w 21052571"/>
              <a:gd name="connsiteY3112" fmla="*/ 3119540 h 8402012"/>
              <a:gd name="connsiteX3113" fmla="*/ 19615151 w 21052571"/>
              <a:gd name="connsiteY3113" fmla="*/ 3127169 h 8402012"/>
              <a:gd name="connsiteX3114" fmla="*/ 19616479 w 21052571"/>
              <a:gd name="connsiteY3114" fmla="*/ 3121992 h 8402012"/>
              <a:gd name="connsiteX3115" fmla="*/ 18432519 w 21052571"/>
              <a:gd name="connsiteY3115" fmla="*/ 3118767 h 8402012"/>
              <a:gd name="connsiteX3116" fmla="*/ 18587851 w 21052571"/>
              <a:gd name="connsiteY3116" fmla="*/ 3151581 h 8402012"/>
              <a:gd name="connsiteX3117" fmla="*/ 18529603 w 21052571"/>
              <a:gd name="connsiteY3117" fmla="*/ 3202988 h 8402012"/>
              <a:gd name="connsiteX3118" fmla="*/ 18432519 w 21052571"/>
              <a:gd name="connsiteY3118" fmla="*/ 3118767 h 8402012"/>
              <a:gd name="connsiteX3119" fmla="*/ 16711994 w 21052571"/>
              <a:gd name="connsiteY3119" fmla="*/ 3118764 h 8402012"/>
              <a:gd name="connsiteX3120" fmla="*/ 16867319 w 21052571"/>
              <a:gd name="connsiteY3120" fmla="*/ 3137724 h 8402012"/>
              <a:gd name="connsiteX3121" fmla="*/ 16711994 w 21052571"/>
              <a:gd name="connsiteY3121" fmla="*/ 3118764 h 8402012"/>
              <a:gd name="connsiteX3122" fmla="*/ 19618251 w 21052571"/>
              <a:gd name="connsiteY3122" fmla="*/ 3115111 h 8402012"/>
              <a:gd name="connsiteX3123" fmla="*/ 19617111 w 21052571"/>
              <a:gd name="connsiteY3123" fmla="*/ 3119540 h 8402012"/>
              <a:gd name="connsiteX3124" fmla="*/ 19617635 w 21052571"/>
              <a:gd name="connsiteY3124" fmla="*/ 3117506 h 8402012"/>
              <a:gd name="connsiteX3125" fmla="*/ 19618251 w 21052571"/>
              <a:gd name="connsiteY3125" fmla="*/ 3115111 h 8402012"/>
              <a:gd name="connsiteX3126" fmla="*/ 19635127 w 21052571"/>
              <a:gd name="connsiteY3126" fmla="*/ 3114978 h 8402012"/>
              <a:gd name="connsiteX3127" fmla="*/ 19654343 w 21052571"/>
              <a:gd name="connsiteY3127" fmla="*/ 3117386 h 8402012"/>
              <a:gd name="connsiteX3128" fmla="*/ 19629747 w 21052571"/>
              <a:gd name="connsiteY3128" fmla="*/ 3136652 h 8402012"/>
              <a:gd name="connsiteX3129" fmla="*/ 19635127 w 21052571"/>
              <a:gd name="connsiteY3129" fmla="*/ 3114978 h 8402012"/>
              <a:gd name="connsiteX3130" fmla="*/ 11994711 w 21052571"/>
              <a:gd name="connsiteY3130" fmla="*/ 3106481 h 8402012"/>
              <a:gd name="connsiteX3131" fmla="*/ 12014056 w 21052571"/>
              <a:gd name="connsiteY3131" fmla="*/ 3169883 h 8402012"/>
              <a:gd name="connsiteX3132" fmla="*/ 11994711 w 21052571"/>
              <a:gd name="connsiteY3132" fmla="*/ 3106481 h 8402012"/>
              <a:gd name="connsiteX3133" fmla="*/ 19967091 w 21052571"/>
              <a:gd name="connsiteY3133" fmla="*/ 3106419 h 8402012"/>
              <a:gd name="connsiteX3134" fmla="*/ 19920795 w 21052571"/>
              <a:gd name="connsiteY3134" fmla="*/ 3139486 h 8402012"/>
              <a:gd name="connsiteX3135" fmla="*/ 19967091 w 21052571"/>
              <a:gd name="connsiteY3135" fmla="*/ 3106419 h 8402012"/>
              <a:gd name="connsiteX3136" fmla="*/ 19338523 w 21052571"/>
              <a:gd name="connsiteY3136" fmla="*/ 3105569 h 8402012"/>
              <a:gd name="connsiteX3137" fmla="*/ 19357879 w 21052571"/>
              <a:gd name="connsiteY3137" fmla="*/ 3137801 h 8402012"/>
              <a:gd name="connsiteX3138" fmla="*/ 19338523 w 21052571"/>
              <a:gd name="connsiteY3138" fmla="*/ 3105569 h 8402012"/>
              <a:gd name="connsiteX3139" fmla="*/ 12958120 w 21052571"/>
              <a:gd name="connsiteY3139" fmla="*/ 3104543 h 8402012"/>
              <a:gd name="connsiteX3140" fmla="*/ 12976082 w 21052571"/>
              <a:gd name="connsiteY3140" fmla="*/ 3136652 h 8402012"/>
              <a:gd name="connsiteX3141" fmla="*/ 12958120 w 21052571"/>
              <a:gd name="connsiteY3141" fmla="*/ 3104543 h 8402012"/>
              <a:gd name="connsiteX3142" fmla="*/ 18039119 w 21052571"/>
              <a:gd name="connsiteY3142" fmla="*/ 3104542 h 8402012"/>
              <a:gd name="connsiteX3143" fmla="*/ 18052243 w 21052571"/>
              <a:gd name="connsiteY3143" fmla="*/ 3136652 h 8402012"/>
              <a:gd name="connsiteX3144" fmla="*/ 18039119 w 21052571"/>
              <a:gd name="connsiteY3144" fmla="*/ 3104542 h 8402012"/>
              <a:gd name="connsiteX3145" fmla="*/ 13849192 w 21052571"/>
              <a:gd name="connsiteY3145" fmla="*/ 3104542 h 8402012"/>
              <a:gd name="connsiteX3146" fmla="*/ 13862317 w 21052571"/>
              <a:gd name="connsiteY3146" fmla="*/ 3136652 h 8402012"/>
              <a:gd name="connsiteX3147" fmla="*/ 13849192 w 21052571"/>
              <a:gd name="connsiteY3147" fmla="*/ 3104542 h 8402012"/>
              <a:gd name="connsiteX3148" fmla="*/ 13203590 w 21052571"/>
              <a:gd name="connsiteY3148" fmla="*/ 3104542 h 8402012"/>
              <a:gd name="connsiteX3149" fmla="*/ 13185628 w 21052571"/>
              <a:gd name="connsiteY3149" fmla="*/ 3136652 h 8402012"/>
              <a:gd name="connsiteX3150" fmla="*/ 13203590 w 21052571"/>
              <a:gd name="connsiteY3150" fmla="*/ 3104542 h 8402012"/>
              <a:gd name="connsiteX3151" fmla="*/ 13124012 w 21052571"/>
              <a:gd name="connsiteY3151" fmla="*/ 3104542 h 8402012"/>
              <a:gd name="connsiteX3152" fmla="*/ 13170307 w 21052571"/>
              <a:gd name="connsiteY3152" fmla="*/ 3104542 h 8402012"/>
              <a:gd name="connsiteX3153" fmla="*/ 13170307 w 21052571"/>
              <a:gd name="connsiteY3153" fmla="*/ 3136652 h 8402012"/>
              <a:gd name="connsiteX3154" fmla="*/ 13124012 w 21052571"/>
              <a:gd name="connsiteY3154" fmla="*/ 3136652 h 8402012"/>
              <a:gd name="connsiteX3155" fmla="*/ 13124012 w 21052571"/>
              <a:gd name="connsiteY3155" fmla="*/ 3104542 h 8402012"/>
              <a:gd name="connsiteX3156" fmla="*/ 20431687 w 21052571"/>
              <a:gd name="connsiteY3156" fmla="*/ 3104541 h 8402012"/>
              <a:gd name="connsiteX3157" fmla="*/ 20413727 w 21052571"/>
              <a:gd name="connsiteY3157" fmla="*/ 3136650 h 8402012"/>
              <a:gd name="connsiteX3158" fmla="*/ 20431687 w 21052571"/>
              <a:gd name="connsiteY3158" fmla="*/ 3104541 h 8402012"/>
              <a:gd name="connsiteX3159" fmla="*/ 20090427 w 21052571"/>
              <a:gd name="connsiteY3159" fmla="*/ 3104541 h 8402012"/>
              <a:gd name="connsiteX3160" fmla="*/ 20072467 w 21052571"/>
              <a:gd name="connsiteY3160" fmla="*/ 3136652 h 8402012"/>
              <a:gd name="connsiteX3161" fmla="*/ 20090427 w 21052571"/>
              <a:gd name="connsiteY3161" fmla="*/ 3104541 h 8402012"/>
              <a:gd name="connsiteX3162" fmla="*/ 19810783 w 21052571"/>
              <a:gd name="connsiteY3162" fmla="*/ 3104541 h 8402012"/>
              <a:gd name="connsiteX3163" fmla="*/ 19792823 w 21052571"/>
              <a:gd name="connsiteY3163" fmla="*/ 3136652 h 8402012"/>
              <a:gd name="connsiteX3164" fmla="*/ 19810783 w 21052571"/>
              <a:gd name="connsiteY3164" fmla="*/ 3104541 h 8402012"/>
              <a:gd name="connsiteX3165" fmla="*/ 17749991 w 21052571"/>
              <a:gd name="connsiteY3165" fmla="*/ 3085585 h 8402012"/>
              <a:gd name="connsiteX3166" fmla="*/ 17862695 w 21052571"/>
              <a:gd name="connsiteY3166" fmla="*/ 3118398 h 8402012"/>
              <a:gd name="connsiteX3167" fmla="*/ 17768951 w 21052571"/>
              <a:gd name="connsiteY3167" fmla="*/ 3169805 h 8402012"/>
              <a:gd name="connsiteX3168" fmla="*/ 17781591 w 21052571"/>
              <a:gd name="connsiteY3168" fmla="*/ 3131523 h 8402012"/>
              <a:gd name="connsiteX3169" fmla="*/ 17749991 w 21052571"/>
              <a:gd name="connsiteY3169" fmla="*/ 3085585 h 8402012"/>
              <a:gd name="connsiteX3170" fmla="*/ 14427442 w 21052571"/>
              <a:gd name="connsiteY3170" fmla="*/ 3085584 h 8402012"/>
              <a:gd name="connsiteX3171" fmla="*/ 14715494 w 21052571"/>
              <a:gd name="connsiteY3171" fmla="*/ 3105268 h 8402012"/>
              <a:gd name="connsiteX3172" fmla="*/ 14619120 w 21052571"/>
              <a:gd name="connsiteY3172" fmla="*/ 3144648 h 8402012"/>
              <a:gd name="connsiteX3173" fmla="*/ 14522746 w 21052571"/>
              <a:gd name="connsiteY3173" fmla="*/ 3138085 h 8402012"/>
              <a:gd name="connsiteX3174" fmla="*/ 14427442 w 21052571"/>
              <a:gd name="connsiteY3174" fmla="*/ 3085584 h 8402012"/>
              <a:gd name="connsiteX3175" fmla="*/ 19759007 w 21052571"/>
              <a:gd name="connsiteY3175" fmla="*/ 3076766 h 8402012"/>
              <a:gd name="connsiteX3176" fmla="*/ 19772839 w 21052571"/>
              <a:gd name="connsiteY3176" fmla="*/ 3108181 h 8402012"/>
              <a:gd name="connsiteX3177" fmla="*/ 19735947 w 21052571"/>
              <a:gd name="connsiteY3177" fmla="*/ 3094954 h 8402012"/>
              <a:gd name="connsiteX3178" fmla="*/ 19759007 w 21052571"/>
              <a:gd name="connsiteY3178" fmla="*/ 3076766 h 8402012"/>
              <a:gd name="connsiteX3179" fmla="*/ 19905579 w 21052571"/>
              <a:gd name="connsiteY3179" fmla="*/ 3076105 h 8402012"/>
              <a:gd name="connsiteX3180" fmla="*/ 19887619 w 21052571"/>
              <a:gd name="connsiteY3180" fmla="*/ 3108214 h 8402012"/>
              <a:gd name="connsiteX3181" fmla="*/ 19905579 w 21052571"/>
              <a:gd name="connsiteY3181" fmla="*/ 3076105 h 8402012"/>
              <a:gd name="connsiteX3182" fmla="*/ 13260440 w 21052571"/>
              <a:gd name="connsiteY3182" fmla="*/ 3076102 h 8402012"/>
              <a:gd name="connsiteX3183" fmla="*/ 13223548 w 21052571"/>
              <a:gd name="connsiteY3183" fmla="*/ 3106847 h 8402012"/>
              <a:gd name="connsiteX3184" fmla="*/ 13260440 w 21052571"/>
              <a:gd name="connsiteY3184" fmla="*/ 3076102 h 8402012"/>
              <a:gd name="connsiteX3185" fmla="*/ 15044272 w 21052571"/>
              <a:gd name="connsiteY3185" fmla="*/ 3074878 h 8402012"/>
              <a:gd name="connsiteX3186" fmla="*/ 15127866 w 21052571"/>
              <a:gd name="connsiteY3186" fmla="*/ 3094351 h 8402012"/>
              <a:gd name="connsiteX3187" fmla="*/ 15389366 w 21052571"/>
              <a:gd name="connsiteY3187" fmla="*/ 3152773 h 8402012"/>
              <a:gd name="connsiteX3188" fmla="*/ 15203958 w 21052571"/>
              <a:gd name="connsiteY3188" fmla="*/ 3203621 h 8402012"/>
              <a:gd name="connsiteX3189" fmla="*/ 15485820 w 21052571"/>
              <a:gd name="connsiteY3189" fmla="*/ 3203621 h 8402012"/>
              <a:gd name="connsiteX3190" fmla="*/ 15434378 w 21052571"/>
              <a:gd name="connsiteY3190" fmla="*/ 3171165 h 8402012"/>
              <a:gd name="connsiteX3191" fmla="*/ 15524402 w 21052571"/>
              <a:gd name="connsiteY3191" fmla="*/ 3184146 h 8402012"/>
              <a:gd name="connsiteX3192" fmla="*/ 15581204 w 21052571"/>
              <a:gd name="connsiteY3192" fmla="*/ 3294499 h 8402012"/>
              <a:gd name="connsiteX3193" fmla="*/ 15543694 w 21052571"/>
              <a:gd name="connsiteY3193" fmla="*/ 3307482 h 8402012"/>
              <a:gd name="connsiteX3194" fmla="*/ 15574774 w 21052571"/>
              <a:gd name="connsiteY3194" fmla="*/ 3333448 h 8402012"/>
              <a:gd name="connsiteX3195" fmla="*/ 15677660 w 21052571"/>
              <a:gd name="connsiteY3195" fmla="*/ 3294499 h 8402012"/>
              <a:gd name="connsiteX3196" fmla="*/ 15658368 w 21052571"/>
              <a:gd name="connsiteY3196" fmla="*/ 3359411 h 8402012"/>
              <a:gd name="connsiteX3197" fmla="*/ 15613356 w 21052571"/>
              <a:gd name="connsiteY3197" fmla="*/ 3359411 h 8402012"/>
              <a:gd name="connsiteX3198" fmla="*/ 15524402 w 21052571"/>
              <a:gd name="connsiteY3198" fmla="*/ 3352919 h 8402012"/>
              <a:gd name="connsiteX3199" fmla="*/ 15357214 w 21052571"/>
              <a:gd name="connsiteY3199" fmla="*/ 3326957 h 8402012"/>
              <a:gd name="connsiteX3200" fmla="*/ 15018550 w 21052571"/>
              <a:gd name="connsiteY3200" fmla="*/ 3262042 h 8402012"/>
              <a:gd name="connsiteX3201" fmla="*/ 15063562 w 21052571"/>
              <a:gd name="connsiteY3201" fmla="*/ 3152773 h 8402012"/>
              <a:gd name="connsiteX3202" fmla="*/ 15165376 w 21052571"/>
              <a:gd name="connsiteY3202" fmla="*/ 3152773 h 8402012"/>
              <a:gd name="connsiteX3203" fmla="*/ 15095714 w 21052571"/>
              <a:gd name="connsiteY3203" fmla="*/ 3107335 h 8402012"/>
              <a:gd name="connsiteX3204" fmla="*/ 15076422 w 21052571"/>
              <a:gd name="connsiteY3204" fmla="*/ 3139790 h 8402012"/>
              <a:gd name="connsiteX3205" fmla="*/ 15050702 w 21052571"/>
              <a:gd name="connsiteY3205" fmla="*/ 3113825 h 8402012"/>
              <a:gd name="connsiteX3206" fmla="*/ 15024980 w 21052571"/>
              <a:gd name="connsiteY3206" fmla="*/ 3171165 h 8402012"/>
              <a:gd name="connsiteX3207" fmla="*/ 15044272 w 21052571"/>
              <a:gd name="connsiteY3207" fmla="*/ 3074878 h 8402012"/>
              <a:gd name="connsiteX3208" fmla="*/ 14143552 w 21052571"/>
              <a:gd name="connsiteY3208" fmla="*/ 3073450 h 8402012"/>
              <a:gd name="connsiteX3209" fmla="*/ 14156275 w 21052571"/>
              <a:gd name="connsiteY3209" fmla="*/ 3073450 h 8402012"/>
              <a:gd name="connsiteX3210" fmla="*/ 14145745 w 21052571"/>
              <a:gd name="connsiteY3210" fmla="*/ 3091452 h 8402012"/>
              <a:gd name="connsiteX3211" fmla="*/ 14146699 w 21052571"/>
              <a:gd name="connsiteY3211" fmla="*/ 3094064 h 8402012"/>
              <a:gd name="connsiteX3212" fmla="*/ 14133574 w 21052571"/>
              <a:gd name="connsiteY3212" fmla="*/ 3094064 h 8402012"/>
              <a:gd name="connsiteX3213" fmla="*/ 14140137 w 21052571"/>
              <a:gd name="connsiteY3213" fmla="*/ 3076102 h 8402012"/>
              <a:gd name="connsiteX3214" fmla="*/ 14144039 w 21052571"/>
              <a:gd name="connsiteY3214" fmla="*/ 3086783 h 8402012"/>
              <a:gd name="connsiteX3215" fmla="*/ 19491303 w 21052571"/>
              <a:gd name="connsiteY3215" fmla="*/ 3061880 h 8402012"/>
              <a:gd name="connsiteX3216" fmla="*/ 19491303 w 21052571"/>
              <a:gd name="connsiteY3216" fmla="*/ 3093988 h 8402012"/>
              <a:gd name="connsiteX3217" fmla="*/ 19491303 w 21052571"/>
              <a:gd name="connsiteY3217" fmla="*/ 3061880 h 8402012"/>
              <a:gd name="connsiteX3218" fmla="*/ 15613966 w 21052571"/>
              <a:gd name="connsiteY3218" fmla="*/ 3061376 h 8402012"/>
              <a:gd name="connsiteX3219" fmla="*/ 15748756 w 21052571"/>
              <a:gd name="connsiteY3219" fmla="*/ 3149818 h 8402012"/>
              <a:gd name="connsiteX3220" fmla="*/ 15665232 w 21052571"/>
              <a:gd name="connsiteY3220" fmla="*/ 3187000 h 8402012"/>
              <a:gd name="connsiteX3221" fmla="*/ 15633106 w 21052571"/>
              <a:gd name="connsiteY3221" fmla="*/ 3130693 h 8402012"/>
              <a:gd name="connsiteX3222" fmla="*/ 15549582 w 21052571"/>
              <a:gd name="connsiteY3222" fmla="*/ 3111573 h 8402012"/>
              <a:gd name="connsiteX3223" fmla="*/ 15460704 w 21052571"/>
              <a:gd name="connsiteY3223" fmla="*/ 3073328 h 8402012"/>
              <a:gd name="connsiteX3224" fmla="*/ 15613966 w 21052571"/>
              <a:gd name="connsiteY3224" fmla="*/ 3061376 h 8402012"/>
              <a:gd name="connsiteX3225" fmla="*/ 14137225 w 21052571"/>
              <a:gd name="connsiteY3225" fmla="*/ 3058554 h 8402012"/>
              <a:gd name="connsiteX3226" fmla="*/ 14000865 w 21052571"/>
              <a:gd name="connsiteY3226" fmla="*/ 3083149 h 8402012"/>
              <a:gd name="connsiteX3227" fmla="*/ 14137225 w 21052571"/>
              <a:gd name="connsiteY3227" fmla="*/ 3058554 h 8402012"/>
              <a:gd name="connsiteX3228" fmla="*/ 19725971 w 21052571"/>
              <a:gd name="connsiteY3228" fmla="*/ 3053635 h 8402012"/>
              <a:gd name="connsiteX3229" fmla="*/ 19734951 w 21052571"/>
              <a:gd name="connsiteY3229" fmla="*/ 3061312 h 8402012"/>
              <a:gd name="connsiteX3230" fmla="*/ 19722975 w 21052571"/>
              <a:gd name="connsiteY3230" fmla="*/ 3074963 h 8402012"/>
              <a:gd name="connsiteX3231" fmla="*/ 19716987 w 21052571"/>
              <a:gd name="connsiteY3231" fmla="*/ 3061312 h 8402012"/>
              <a:gd name="connsiteX3232" fmla="*/ 19725971 w 21052571"/>
              <a:gd name="connsiteY3232" fmla="*/ 3053635 h 8402012"/>
              <a:gd name="connsiteX3233" fmla="*/ 15374890 w 21052571"/>
              <a:gd name="connsiteY3233" fmla="*/ 3049345 h 8402012"/>
              <a:gd name="connsiteX3234" fmla="*/ 15388534 w 21052571"/>
              <a:gd name="connsiteY3234" fmla="*/ 3075031 h 8402012"/>
              <a:gd name="connsiteX3235" fmla="*/ 15356430 w 21052571"/>
              <a:gd name="connsiteY3235" fmla="*/ 3062187 h 8402012"/>
              <a:gd name="connsiteX3236" fmla="*/ 15374890 w 21052571"/>
              <a:gd name="connsiteY3236" fmla="*/ 3049345 h 8402012"/>
              <a:gd name="connsiteX3237" fmla="*/ 19867603 w 21052571"/>
              <a:gd name="connsiteY3237" fmla="*/ 3049072 h 8402012"/>
              <a:gd name="connsiteX3238" fmla="*/ 19830739 w 21052571"/>
              <a:gd name="connsiteY3238" fmla="*/ 3073668 h 8402012"/>
              <a:gd name="connsiteX3239" fmla="*/ 19867603 w 21052571"/>
              <a:gd name="connsiteY3239" fmla="*/ 3049072 h 8402012"/>
              <a:gd name="connsiteX3240" fmla="*/ 14981987 w 21052571"/>
              <a:gd name="connsiteY3240" fmla="*/ 3047664 h 8402012"/>
              <a:gd name="connsiteX3241" fmla="*/ 15018880 w 21052571"/>
              <a:gd name="connsiteY3241" fmla="*/ 3060507 h 8402012"/>
              <a:gd name="connsiteX3242" fmla="*/ 14981987 w 21052571"/>
              <a:gd name="connsiteY3242" fmla="*/ 3047664 h 8402012"/>
              <a:gd name="connsiteX3243" fmla="*/ 15436004 w 21052571"/>
              <a:gd name="connsiteY3243" fmla="*/ 3047664 h 8402012"/>
              <a:gd name="connsiteX3244" fmla="*/ 15418042 w 21052571"/>
              <a:gd name="connsiteY3244" fmla="*/ 3074964 h 8402012"/>
              <a:gd name="connsiteX3245" fmla="*/ 15436004 w 21052571"/>
              <a:gd name="connsiteY3245" fmla="*/ 3047664 h 8402012"/>
              <a:gd name="connsiteX3246" fmla="*/ 18958627 w 21052571"/>
              <a:gd name="connsiteY3246" fmla="*/ 3047664 h 8402012"/>
              <a:gd name="connsiteX3247" fmla="*/ 18976591 w 21052571"/>
              <a:gd name="connsiteY3247" fmla="*/ 3074964 h 8402012"/>
              <a:gd name="connsiteX3248" fmla="*/ 18958627 w 21052571"/>
              <a:gd name="connsiteY3248" fmla="*/ 3047664 h 8402012"/>
              <a:gd name="connsiteX3249" fmla="*/ 16471316 w 21052571"/>
              <a:gd name="connsiteY3249" fmla="*/ 3045891 h 8402012"/>
              <a:gd name="connsiteX3250" fmla="*/ 16490736 w 21052571"/>
              <a:gd name="connsiteY3250" fmla="*/ 3071485 h 8402012"/>
              <a:gd name="connsiteX3251" fmla="*/ 16471316 w 21052571"/>
              <a:gd name="connsiteY3251" fmla="*/ 3045891 h 8402012"/>
              <a:gd name="connsiteX3252" fmla="*/ 14333049 w 21052571"/>
              <a:gd name="connsiteY3252" fmla="*/ 3044416 h 8402012"/>
              <a:gd name="connsiteX3253" fmla="*/ 14296777 w 21052571"/>
              <a:gd name="connsiteY3253" fmla="*/ 3048447 h 8402012"/>
              <a:gd name="connsiteX3254" fmla="*/ 14354813 w 21052571"/>
              <a:gd name="connsiteY3254" fmla="*/ 3074240 h 8402012"/>
              <a:gd name="connsiteX3255" fmla="*/ 14333049 w 21052571"/>
              <a:gd name="connsiteY3255" fmla="*/ 3044416 h 8402012"/>
              <a:gd name="connsiteX3256" fmla="*/ 11750748 w 21052571"/>
              <a:gd name="connsiteY3256" fmla="*/ 3029103 h 8402012"/>
              <a:gd name="connsiteX3257" fmla="*/ 11333754 w 21052571"/>
              <a:gd name="connsiteY3257" fmla="*/ 3106481 h 8402012"/>
              <a:gd name="connsiteX3258" fmla="*/ 11404686 w 21052571"/>
              <a:gd name="connsiteY3258" fmla="*/ 3151613 h 8402012"/>
              <a:gd name="connsiteX3259" fmla="*/ 11532578 w 21052571"/>
              <a:gd name="connsiteY3259" fmla="*/ 3132271 h 8402012"/>
              <a:gd name="connsiteX3260" fmla="*/ 11660471 w 21052571"/>
              <a:gd name="connsiteY3260" fmla="*/ 3112926 h 8402012"/>
              <a:gd name="connsiteX3261" fmla="*/ 11687347 w 21052571"/>
              <a:gd name="connsiteY3261" fmla="*/ 3112926 h 8402012"/>
              <a:gd name="connsiteX3262" fmla="*/ 11683133 w 21052571"/>
              <a:gd name="connsiteY3262" fmla="*/ 3108712 h 8402012"/>
              <a:gd name="connsiteX3263" fmla="*/ 11692944 w 21052571"/>
              <a:gd name="connsiteY3263" fmla="*/ 3102206 h 8402012"/>
              <a:gd name="connsiteX3264" fmla="*/ 11695851 w 21052571"/>
              <a:gd name="connsiteY3264" fmla="*/ 3102420 h 8402012"/>
              <a:gd name="connsiteX3265" fmla="*/ 11692713 w 21052571"/>
              <a:gd name="connsiteY3265" fmla="*/ 3093583 h 8402012"/>
              <a:gd name="connsiteX3266" fmla="*/ 11750748 w 21052571"/>
              <a:gd name="connsiteY3266" fmla="*/ 3029103 h 8402012"/>
              <a:gd name="connsiteX3267" fmla="*/ 15348590 w 21052571"/>
              <a:gd name="connsiteY3267" fmla="*/ 3028233 h 8402012"/>
              <a:gd name="connsiteX3268" fmla="*/ 15360074 w 21052571"/>
              <a:gd name="connsiteY3268" fmla="*/ 3030792 h 8402012"/>
              <a:gd name="connsiteX3269" fmla="*/ 15346950 w 21052571"/>
              <a:gd name="connsiteY3269" fmla="*/ 3051267 h 8402012"/>
              <a:gd name="connsiteX3270" fmla="*/ 15348590 w 21052571"/>
              <a:gd name="connsiteY3270" fmla="*/ 3028233 h 8402012"/>
              <a:gd name="connsiteX3271" fmla="*/ 19687627 w 21052571"/>
              <a:gd name="connsiteY3271" fmla="*/ 3019060 h 8402012"/>
              <a:gd name="connsiteX3272" fmla="*/ 19715935 w 21052571"/>
              <a:gd name="connsiteY3272" fmla="*/ 3031460 h 8402012"/>
              <a:gd name="connsiteX3273" fmla="*/ 19709615 w 21052571"/>
              <a:gd name="connsiteY3273" fmla="*/ 3051301 h 8402012"/>
              <a:gd name="connsiteX3274" fmla="*/ 19660111 w 21052571"/>
              <a:gd name="connsiteY3274" fmla="*/ 3031460 h 8402012"/>
              <a:gd name="connsiteX3275" fmla="*/ 19687627 w 21052571"/>
              <a:gd name="connsiteY3275" fmla="*/ 3019060 h 8402012"/>
              <a:gd name="connsiteX3276" fmla="*/ 18886479 w 21052571"/>
              <a:gd name="connsiteY3276" fmla="*/ 3016359 h 8402012"/>
              <a:gd name="connsiteX3277" fmla="*/ 18849615 w 21052571"/>
              <a:gd name="connsiteY3277" fmla="*/ 3049425 h 8402012"/>
              <a:gd name="connsiteX3278" fmla="*/ 18886479 w 21052571"/>
              <a:gd name="connsiteY3278" fmla="*/ 3016359 h 8402012"/>
              <a:gd name="connsiteX3279" fmla="*/ 11770093 w 21052571"/>
              <a:gd name="connsiteY3279" fmla="*/ 3016207 h 8402012"/>
              <a:gd name="connsiteX3280" fmla="*/ 11789438 w 21052571"/>
              <a:gd name="connsiteY3280" fmla="*/ 3048447 h 8402012"/>
              <a:gd name="connsiteX3281" fmla="*/ 11770093 w 21052571"/>
              <a:gd name="connsiteY3281" fmla="*/ 3016207 h 8402012"/>
              <a:gd name="connsiteX3282" fmla="*/ 10653451 w 21052571"/>
              <a:gd name="connsiteY3282" fmla="*/ 3016207 h 8402012"/>
              <a:gd name="connsiteX3283" fmla="*/ 10672797 w 21052571"/>
              <a:gd name="connsiteY3283" fmla="*/ 3048447 h 8402012"/>
              <a:gd name="connsiteX3284" fmla="*/ 10653451 w 21052571"/>
              <a:gd name="connsiteY3284" fmla="*/ 3016207 h 8402012"/>
              <a:gd name="connsiteX3285" fmla="*/ 10634106 w 21052571"/>
              <a:gd name="connsiteY3285" fmla="*/ 3016207 h 8402012"/>
              <a:gd name="connsiteX3286" fmla="*/ 10621210 w 21052571"/>
              <a:gd name="connsiteY3286" fmla="*/ 3048447 h 8402012"/>
              <a:gd name="connsiteX3287" fmla="*/ 10634106 w 21052571"/>
              <a:gd name="connsiteY3287" fmla="*/ 3016207 h 8402012"/>
              <a:gd name="connsiteX3288" fmla="*/ 18564231 w 21052571"/>
              <a:gd name="connsiteY3288" fmla="*/ 3014484 h 8402012"/>
              <a:gd name="connsiteX3289" fmla="*/ 18546271 w 21052571"/>
              <a:gd name="connsiteY3289" fmla="*/ 3046590 h 8402012"/>
              <a:gd name="connsiteX3290" fmla="*/ 18564231 w 21052571"/>
              <a:gd name="connsiteY3290" fmla="*/ 3014484 h 8402012"/>
              <a:gd name="connsiteX3291" fmla="*/ 15640814 w 21052571"/>
              <a:gd name="connsiteY3291" fmla="*/ 3014484 h 8402012"/>
              <a:gd name="connsiteX3292" fmla="*/ 15658776 w 21052571"/>
              <a:gd name="connsiteY3292" fmla="*/ 3046590 h 8402012"/>
              <a:gd name="connsiteX3293" fmla="*/ 15640814 w 21052571"/>
              <a:gd name="connsiteY3293" fmla="*/ 3014484 h 8402012"/>
              <a:gd name="connsiteX3294" fmla="*/ 13993207 w 21052571"/>
              <a:gd name="connsiteY3294" fmla="*/ 3014484 h 8402012"/>
              <a:gd name="connsiteX3295" fmla="*/ 13999771 w 21052571"/>
              <a:gd name="connsiteY3295" fmla="*/ 3027609 h 8402012"/>
              <a:gd name="connsiteX3296" fmla="*/ 13993207 w 21052571"/>
              <a:gd name="connsiteY3296" fmla="*/ 3014484 h 8402012"/>
              <a:gd name="connsiteX3297" fmla="*/ 19976579 w 21052571"/>
              <a:gd name="connsiteY3297" fmla="*/ 3014484 h 8402012"/>
              <a:gd name="connsiteX3298" fmla="*/ 19963451 w 21052571"/>
              <a:gd name="connsiteY3298" fmla="*/ 3046589 h 8402012"/>
              <a:gd name="connsiteX3299" fmla="*/ 19976579 w 21052571"/>
              <a:gd name="connsiteY3299" fmla="*/ 3014484 h 8402012"/>
              <a:gd name="connsiteX3300" fmla="*/ 13883617 w 21052571"/>
              <a:gd name="connsiteY3300" fmla="*/ 3005006 h 8402012"/>
              <a:gd name="connsiteX3301" fmla="*/ 13877630 w 21052571"/>
              <a:gd name="connsiteY3301" fmla="*/ 3018656 h 8402012"/>
              <a:gd name="connsiteX3302" fmla="*/ 13883617 w 21052571"/>
              <a:gd name="connsiteY3302" fmla="*/ 3005006 h 8402012"/>
              <a:gd name="connsiteX3303" fmla="*/ 10730832 w 21052571"/>
              <a:gd name="connsiteY3303" fmla="*/ 2983968 h 8402012"/>
              <a:gd name="connsiteX3304" fmla="*/ 10769522 w 21052571"/>
              <a:gd name="connsiteY3304" fmla="*/ 2983968 h 8402012"/>
              <a:gd name="connsiteX3305" fmla="*/ 10730832 w 21052571"/>
              <a:gd name="connsiteY3305" fmla="*/ 2983968 h 8402012"/>
              <a:gd name="connsiteX3306" fmla="*/ 15489142 w 21052571"/>
              <a:gd name="connsiteY3306" fmla="*/ 2982714 h 8402012"/>
              <a:gd name="connsiteX3307" fmla="*/ 15526034 w 21052571"/>
              <a:gd name="connsiteY3307" fmla="*/ 3013459 h 8402012"/>
              <a:gd name="connsiteX3308" fmla="*/ 15489142 w 21052571"/>
              <a:gd name="connsiteY3308" fmla="*/ 2982714 h 8402012"/>
              <a:gd name="connsiteX3309" fmla="*/ 17905383 w 21052571"/>
              <a:gd name="connsiteY3309" fmla="*/ 2982714 h 8402012"/>
              <a:gd name="connsiteX3310" fmla="*/ 17868491 w 21052571"/>
              <a:gd name="connsiteY3310" fmla="*/ 3013458 h 8402012"/>
              <a:gd name="connsiteX3311" fmla="*/ 17905383 w 21052571"/>
              <a:gd name="connsiteY3311" fmla="*/ 2982714 h 8402012"/>
              <a:gd name="connsiteX3312" fmla="*/ 18266627 w 21052571"/>
              <a:gd name="connsiteY3312" fmla="*/ 2981307 h 8402012"/>
              <a:gd name="connsiteX3313" fmla="*/ 18279751 w 21052571"/>
              <a:gd name="connsiteY3313" fmla="*/ 3013415 h 8402012"/>
              <a:gd name="connsiteX3314" fmla="*/ 18266627 w 21052571"/>
              <a:gd name="connsiteY3314" fmla="*/ 2981307 h 8402012"/>
              <a:gd name="connsiteX3315" fmla="*/ 416893 w 21052571"/>
              <a:gd name="connsiteY3315" fmla="*/ 2981307 h 8402012"/>
              <a:gd name="connsiteX3316" fmla="*/ 472736 w 21052571"/>
              <a:gd name="connsiteY3316" fmla="*/ 3001148 h 8402012"/>
              <a:gd name="connsiteX3317" fmla="*/ 416893 w 21052571"/>
              <a:gd name="connsiteY3317" fmla="*/ 2981307 h 8402012"/>
              <a:gd name="connsiteX3318" fmla="*/ 955961 w 21052571"/>
              <a:gd name="connsiteY3318" fmla="*/ 2967983 h 8402012"/>
              <a:gd name="connsiteX3319" fmla="*/ 892023 w 21052571"/>
              <a:gd name="connsiteY3319" fmla="*/ 2972146 h 8402012"/>
              <a:gd name="connsiteX3320" fmla="*/ 1000565 w 21052571"/>
              <a:gd name="connsiteY3320" fmla="*/ 3016207 h 8402012"/>
              <a:gd name="connsiteX3321" fmla="*/ 955961 w 21052571"/>
              <a:gd name="connsiteY3321" fmla="*/ 2967983 h 8402012"/>
              <a:gd name="connsiteX3322" fmla="*/ 13060079 w 21052571"/>
              <a:gd name="connsiteY3322" fmla="*/ 2962897 h 8402012"/>
              <a:gd name="connsiteX3323" fmla="*/ 13058159 w 21052571"/>
              <a:gd name="connsiteY3323" fmla="*/ 2966150 h 8402012"/>
              <a:gd name="connsiteX3324" fmla="*/ 13057472 w 21052571"/>
              <a:gd name="connsiteY3324" fmla="*/ 2967312 h 8402012"/>
              <a:gd name="connsiteX3325" fmla="*/ 18448223 w 21052571"/>
              <a:gd name="connsiteY3325" fmla="*/ 2957672 h 8402012"/>
              <a:gd name="connsiteX3326" fmla="*/ 18497787 w 21052571"/>
              <a:gd name="connsiteY3326" fmla="*/ 2983181 h 8402012"/>
              <a:gd name="connsiteX3327" fmla="*/ 18432519 w 21052571"/>
              <a:gd name="connsiteY3327" fmla="*/ 2971232 h 8402012"/>
              <a:gd name="connsiteX3328" fmla="*/ 18448223 w 21052571"/>
              <a:gd name="connsiteY3328" fmla="*/ 2957672 h 8402012"/>
              <a:gd name="connsiteX3329" fmla="*/ 15436004 w 21052571"/>
              <a:gd name="connsiteY3329" fmla="*/ 2952867 h 8402012"/>
              <a:gd name="connsiteX3330" fmla="*/ 15418042 w 21052571"/>
              <a:gd name="connsiteY3330" fmla="*/ 2984939 h 8402012"/>
              <a:gd name="connsiteX3331" fmla="*/ 15436004 w 21052571"/>
              <a:gd name="connsiteY3331" fmla="*/ 2952867 h 8402012"/>
              <a:gd name="connsiteX3332" fmla="*/ 19886619 w 21052571"/>
              <a:gd name="connsiteY3332" fmla="*/ 2952866 h 8402012"/>
              <a:gd name="connsiteX3333" fmla="*/ 19868659 w 21052571"/>
              <a:gd name="connsiteY3333" fmla="*/ 2984939 h 8402012"/>
              <a:gd name="connsiteX3334" fmla="*/ 19886619 w 21052571"/>
              <a:gd name="connsiteY3334" fmla="*/ 2952866 h 8402012"/>
              <a:gd name="connsiteX3335" fmla="*/ 13065997 w 21052571"/>
              <a:gd name="connsiteY3335" fmla="*/ 2952866 h 8402012"/>
              <a:gd name="connsiteX3336" fmla="*/ 13060079 w 21052571"/>
              <a:gd name="connsiteY3336" fmla="*/ 2962897 h 8402012"/>
              <a:gd name="connsiteX3337" fmla="*/ 13062158 w 21052571"/>
              <a:gd name="connsiteY3337" fmla="*/ 2959372 h 8402012"/>
              <a:gd name="connsiteX3338" fmla="*/ 13065997 w 21052571"/>
              <a:gd name="connsiteY3338" fmla="*/ 2952866 h 8402012"/>
              <a:gd name="connsiteX3339" fmla="*/ 15351162 w 21052571"/>
              <a:gd name="connsiteY3339" fmla="*/ 2951202 h 8402012"/>
              <a:gd name="connsiteX3340" fmla="*/ 15374336 w 21052571"/>
              <a:gd name="connsiteY3340" fmla="*/ 2984916 h 8402012"/>
              <a:gd name="connsiteX3341" fmla="*/ 15318510 w 21052571"/>
              <a:gd name="connsiteY3341" fmla="*/ 2972502 h 8402012"/>
              <a:gd name="connsiteX3342" fmla="*/ 15351162 w 21052571"/>
              <a:gd name="connsiteY3342" fmla="*/ 2951202 h 8402012"/>
              <a:gd name="connsiteX3343" fmla="*/ 10882100 w 21052571"/>
              <a:gd name="connsiteY3343" fmla="*/ 2949445 h 8402012"/>
              <a:gd name="connsiteX3344" fmla="*/ 10845828 w 21052571"/>
              <a:gd name="connsiteY3344" fmla="*/ 2952806 h 8402012"/>
              <a:gd name="connsiteX3345" fmla="*/ 10903863 w 21052571"/>
              <a:gd name="connsiteY3345" fmla="*/ 2983968 h 8402012"/>
              <a:gd name="connsiteX3346" fmla="*/ 10882100 w 21052571"/>
              <a:gd name="connsiteY3346" fmla="*/ 2949445 h 8402012"/>
              <a:gd name="connsiteX3347" fmla="*/ 15301378 w 21052571"/>
              <a:gd name="connsiteY3347" fmla="*/ 2938647 h 8402012"/>
              <a:gd name="connsiteX3348" fmla="*/ 15299532 w 21052571"/>
              <a:gd name="connsiteY3348" fmla="*/ 2959415 h 8402012"/>
              <a:gd name="connsiteX3349" fmla="*/ 15298226 w 21052571"/>
              <a:gd name="connsiteY3349" fmla="*/ 2957220 h 8402012"/>
              <a:gd name="connsiteX3350" fmla="*/ 15303196 w 21052571"/>
              <a:gd name="connsiteY3350" fmla="*/ 2970825 h 8402012"/>
              <a:gd name="connsiteX3351" fmla="*/ 15292532 w 21052571"/>
              <a:gd name="connsiteY3351" fmla="*/ 2968580 h 8402012"/>
              <a:gd name="connsiteX3352" fmla="*/ 15296328 w 21052571"/>
              <a:gd name="connsiteY3352" fmla="*/ 2954034 h 8402012"/>
              <a:gd name="connsiteX3353" fmla="*/ 15294814 w 21052571"/>
              <a:gd name="connsiteY3353" fmla="*/ 2951488 h 8402012"/>
              <a:gd name="connsiteX3354" fmla="*/ 15301378 w 21052571"/>
              <a:gd name="connsiteY3354" fmla="*/ 2938647 h 8402012"/>
              <a:gd name="connsiteX3355" fmla="*/ 19834839 w 21052571"/>
              <a:gd name="connsiteY3355" fmla="*/ 2924938 h 8402012"/>
              <a:gd name="connsiteX3356" fmla="*/ 19848675 w 21052571"/>
              <a:gd name="connsiteY3356" fmla="*/ 2951840 h 8402012"/>
              <a:gd name="connsiteX3357" fmla="*/ 19811783 w 21052571"/>
              <a:gd name="connsiteY3357" fmla="*/ 2939541 h 8402012"/>
              <a:gd name="connsiteX3358" fmla="*/ 19834839 w 21052571"/>
              <a:gd name="connsiteY3358" fmla="*/ 2924938 h 8402012"/>
              <a:gd name="connsiteX3359" fmla="*/ 17397799 w 21052571"/>
              <a:gd name="connsiteY3359" fmla="*/ 2924426 h 8402012"/>
              <a:gd name="connsiteX3360" fmla="*/ 17443739 w 21052571"/>
              <a:gd name="connsiteY3360" fmla="*/ 2980249 h 8402012"/>
              <a:gd name="connsiteX3361" fmla="*/ 17445823 w 21052571"/>
              <a:gd name="connsiteY3361" fmla="*/ 2986272 h 8402012"/>
              <a:gd name="connsiteX3362" fmla="*/ 17447899 w 21052571"/>
              <a:gd name="connsiteY3362" fmla="*/ 2971826 h 8402012"/>
              <a:gd name="connsiteX3363" fmla="*/ 17451619 w 21052571"/>
              <a:gd name="connsiteY3363" fmla="*/ 2974059 h 8402012"/>
              <a:gd name="connsiteX3364" fmla="*/ 17485319 w 21052571"/>
              <a:gd name="connsiteY3364" fmla="*/ 2953747 h 8402012"/>
              <a:gd name="connsiteX3365" fmla="*/ 17519095 w 21052571"/>
              <a:gd name="connsiteY3365" fmla="*/ 2948875 h 8402012"/>
              <a:gd name="connsiteX3366" fmla="*/ 17715739 w 21052571"/>
              <a:gd name="connsiteY3366" fmla="*/ 3064347 h 8402012"/>
              <a:gd name="connsiteX3367" fmla="*/ 17587343 w 21052571"/>
              <a:gd name="connsiteY3367" fmla="*/ 3103452 h 8402012"/>
              <a:gd name="connsiteX3368" fmla="*/ 17516939 w 21052571"/>
              <a:gd name="connsiteY3368" fmla="*/ 3050637 h 8402012"/>
              <a:gd name="connsiteX3369" fmla="*/ 17459839 w 21052571"/>
              <a:gd name="connsiteY3369" fmla="*/ 2984049 h 8402012"/>
              <a:gd name="connsiteX3370" fmla="*/ 17447899 w 21052571"/>
              <a:gd name="connsiteY3370" fmla="*/ 3003900 h 8402012"/>
              <a:gd name="connsiteX3371" fmla="*/ 17447139 w 21052571"/>
              <a:gd name="connsiteY3371" fmla="*/ 2998318 h 8402012"/>
              <a:gd name="connsiteX3372" fmla="*/ 17408191 w 21052571"/>
              <a:gd name="connsiteY3372" fmla="*/ 2987359 h 8402012"/>
              <a:gd name="connsiteX3373" fmla="*/ 17366079 w 21052571"/>
              <a:gd name="connsiteY3373" fmla="*/ 2980249 h 8402012"/>
              <a:gd name="connsiteX3374" fmla="*/ 17397799 w 21052571"/>
              <a:gd name="connsiteY3374" fmla="*/ 2924426 h 8402012"/>
              <a:gd name="connsiteX3375" fmla="*/ 18394599 w 21052571"/>
              <a:gd name="connsiteY3375" fmla="*/ 2919691 h 8402012"/>
              <a:gd name="connsiteX3376" fmla="*/ 18431463 w 21052571"/>
              <a:gd name="connsiteY3376" fmla="*/ 2940002 h 8402012"/>
              <a:gd name="connsiteX3377" fmla="*/ 18394599 w 21052571"/>
              <a:gd name="connsiteY3377" fmla="*/ 2919691 h 8402012"/>
              <a:gd name="connsiteX3378" fmla="*/ 17242847 w 21052571"/>
              <a:gd name="connsiteY3378" fmla="*/ 2919691 h 8402012"/>
              <a:gd name="connsiteX3379" fmla="*/ 17312875 w 21052571"/>
              <a:gd name="connsiteY3379" fmla="*/ 2939596 h 8402012"/>
              <a:gd name="connsiteX3380" fmla="*/ 17242847 w 21052571"/>
              <a:gd name="connsiteY3380" fmla="*/ 2919691 h 8402012"/>
              <a:gd name="connsiteX3381" fmla="*/ 19711223 w 21052571"/>
              <a:gd name="connsiteY3381" fmla="*/ 2919688 h 8402012"/>
              <a:gd name="connsiteX3382" fmla="*/ 19674331 w 21052571"/>
              <a:gd name="connsiteY3382" fmla="*/ 2951282 h 8402012"/>
              <a:gd name="connsiteX3383" fmla="*/ 19711223 w 21052571"/>
              <a:gd name="connsiteY3383" fmla="*/ 2919688 h 8402012"/>
              <a:gd name="connsiteX3384" fmla="*/ 18693203 w 21052571"/>
              <a:gd name="connsiteY3384" fmla="*/ 2919688 h 8402012"/>
              <a:gd name="connsiteX3385" fmla="*/ 18730095 w 21052571"/>
              <a:gd name="connsiteY3385" fmla="*/ 2938645 h 8402012"/>
              <a:gd name="connsiteX3386" fmla="*/ 18693203 w 21052571"/>
              <a:gd name="connsiteY3386" fmla="*/ 2919688 h 8402012"/>
              <a:gd name="connsiteX3387" fmla="*/ 17767927 w 21052571"/>
              <a:gd name="connsiteY3387" fmla="*/ 2919688 h 8402012"/>
              <a:gd name="connsiteX3388" fmla="*/ 17731035 w 21052571"/>
              <a:gd name="connsiteY3388" fmla="*/ 2951284 h 8402012"/>
              <a:gd name="connsiteX3389" fmla="*/ 17767927 w 21052571"/>
              <a:gd name="connsiteY3389" fmla="*/ 2919688 h 8402012"/>
              <a:gd name="connsiteX3390" fmla="*/ 14564890 w 21052571"/>
              <a:gd name="connsiteY3390" fmla="*/ 2919688 h 8402012"/>
              <a:gd name="connsiteX3391" fmla="*/ 14601782 w 21052571"/>
              <a:gd name="connsiteY3391" fmla="*/ 2951284 h 8402012"/>
              <a:gd name="connsiteX3392" fmla="*/ 14564890 w 21052571"/>
              <a:gd name="connsiteY3392" fmla="*/ 2919688 h 8402012"/>
              <a:gd name="connsiteX3393" fmla="*/ 15973320 w 21052571"/>
              <a:gd name="connsiteY3393" fmla="*/ 2893469 h 8402012"/>
              <a:gd name="connsiteX3394" fmla="*/ 15999980 w 21052571"/>
              <a:gd name="connsiteY3394" fmla="*/ 2951785 h 8402012"/>
              <a:gd name="connsiteX3395" fmla="*/ 15962062 w 21052571"/>
              <a:gd name="connsiteY3395" fmla="*/ 2906428 h 8402012"/>
              <a:gd name="connsiteX3396" fmla="*/ 15973320 w 21052571"/>
              <a:gd name="connsiteY3396" fmla="*/ 2893469 h 8402012"/>
              <a:gd name="connsiteX3397" fmla="*/ 17529023 w 21052571"/>
              <a:gd name="connsiteY3397" fmla="*/ 2891759 h 8402012"/>
              <a:gd name="connsiteX3398" fmla="*/ 17545163 w 21052571"/>
              <a:gd name="connsiteY3398" fmla="*/ 2918658 h 8402012"/>
              <a:gd name="connsiteX3399" fmla="*/ 17508271 w 21052571"/>
              <a:gd name="connsiteY3399" fmla="*/ 2906362 h 8402012"/>
              <a:gd name="connsiteX3400" fmla="*/ 17529023 w 21052571"/>
              <a:gd name="connsiteY3400" fmla="*/ 2891759 h 8402012"/>
              <a:gd name="connsiteX3401" fmla="*/ 15059170 w 21052571"/>
              <a:gd name="connsiteY3401" fmla="*/ 2888758 h 8402012"/>
              <a:gd name="connsiteX3402" fmla="*/ 15075748 w 21052571"/>
              <a:gd name="connsiteY3402" fmla="*/ 2890082 h 8402012"/>
              <a:gd name="connsiteX3403" fmla="*/ 15019906 w 21052571"/>
              <a:gd name="connsiteY3403" fmla="*/ 2922718 h 8402012"/>
              <a:gd name="connsiteX3404" fmla="*/ 15059170 w 21052571"/>
              <a:gd name="connsiteY3404" fmla="*/ 2888758 h 8402012"/>
              <a:gd name="connsiteX3405" fmla="*/ 13732545 w 21052571"/>
              <a:gd name="connsiteY3405" fmla="*/ 2888327 h 8402012"/>
              <a:gd name="connsiteX3406" fmla="*/ 13732545 w 21052571"/>
              <a:gd name="connsiteY3406" fmla="*/ 2920566 h 8402012"/>
              <a:gd name="connsiteX3407" fmla="*/ 13732545 w 21052571"/>
              <a:gd name="connsiteY3407" fmla="*/ 2888327 h 8402012"/>
              <a:gd name="connsiteX3408" fmla="*/ 13675585 w 21052571"/>
              <a:gd name="connsiteY3408" fmla="*/ 2888327 h 8402012"/>
              <a:gd name="connsiteX3409" fmla="*/ 13680782 w 21052571"/>
              <a:gd name="connsiteY3409" fmla="*/ 2891501 h 8402012"/>
              <a:gd name="connsiteX3410" fmla="*/ 13676487 w 21052571"/>
              <a:gd name="connsiteY3410" fmla="*/ 2893083 h 8402012"/>
              <a:gd name="connsiteX3411" fmla="*/ 14787662 w 21052571"/>
              <a:gd name="connsiteY3411" fmla="*/ 2886509 h 8402012"/>
              <a:gd name="connsiteX3412" fmla="*/ 14814962 w 21052571"/>
              <a:gd name="connsiteY3412" fmla="*/ 2918618 h 8402012"/>
              <a:gd name="connsiteX3413" fmla="*/ 14787662 w 21052571"/>
              <a:gd name="connsiteY3413" fmla="*/ 2886509 h 8402012"/>
              <a:gd name="connsiteX3414" fmla="*/ 18905495 w 21052571"/>
              <a:gd name="connsiteY3414" fmla="*/ 2886509 h 8402012"/>
              <a:gd name="connsiteX3415" fmla="*/ 18887531 w 21052571"/>
              <a:gd name="connsiteY3415" fmla="*/ 2918616 h 8402012"/>
              <a:gd name="connsiteX3416" fmla="*/ 18905495 w 21052571"/>
              <a:gd name="connsiteY3416" fmla="*/ 2886509 h 8402012"/>
              <a:gd name="connsiteX3417" fmla="*/ 15824664 w 21052571"/>
              <a:gd name="connsiteY3417" fmla="*/ 2886509 h 8402012"/>
              <a:gd name="connsiteX3418" fmla="*/ 15806702 w 21052571"/>
              <a:gd name="connsiteY3418" fmla="*/ 2918617 h 8402012"/>
              <a:gd name="connsiteX3419" fmla="*/ 15824664 w 21052571"/>
              <a:gd name="connsiteY3419" fmla="*/ 2886509 h 8402012"/>
              <a:gd name="connsiteX3420" fmla="*/ 20540611 w 21052571"/>
              <a:gd name="connsiteY3420" fmla="*/ 2886508 h 8402012"/>
              <a:gd name="connsiteX3421" fmla="*/ 20527483 w 21052571"/>
              <a:gd name="connsiteY3421" fmla="*/ 2918616 h 8402012"/>
              <a:gd name="connsiteX3422" fmla="*/ 20540611 w 21052571"/>
              <a:gd name="connsiteY3422" fmla="*/ 2886508 h 8402012"/>
              <a:gd name="connsiteX3423" fmla="*/ 19773867 w 21052571"/>
              <a:gd name="connsiteY3423" fmla="*/ 2886508 h 8402012"/>
              <a:gd name="connsiteX3424" fmla="*/ 19810759 w 21052571"/>
              <a:gd name="connsiteY3424" fmla="*/ 2905773 h 8402012"/>
              <a:gd name="connsiteX3425" fmla="*/ 19798459 w 21052571"/>
              <a:gd name="connsiteY3425" fmla="*/ 2918616 h 8402012"/>
              <a:gd name="connsiteX3426" fmla="*/ 19773867 w 21052571"/>
              <a:gd name="connsiteY3426" fmla="*/ 2886508 h 8402012"/>
              <a:gd name="connsiteX3427" fmla="*/ 15322112 w 21052571"/>
              <a:gd name="connsiteY3427" fmla="*/ 2886507 h 8402012"/>
              <a:gd name="connsiteX3428" fmla="*/ 15322112 w 21052571"/>
              <a:gd name="connsiteY3428" fmla="*/ 2938724 h 8402012"/>
              <a:gd name="connsiteX3429" fmla="*/ 15308462 w 21052571"/>
              <a:gd name="connsiteY3429" fmla="*/ 2951777 h 8402012"/>
              <a:gd name="connsiteX3430" fmla="*/ 15322112 w 21052571"/>
              <a:gd name="connsiteY3430" fmla="*/ 2886507 h 8402012"/>
              <a:gd name="connsiteX3431" fmla="*/ 18636327 w 21052571"/>
              <a:gd name="connsiteY3431" fmla="*/ 2886505 h 8402012"/>
              <a:gd name="connsiteX3432" fmla="*/ 18673219 w 21052571"/>
              <a:gd name="connsiteY3432" fmla="*/ 2917249 h 8402012"/>
              <a:gd name="connsiteX3433" fmla="*/ 18636327 w 21052571"/>
              <a:gd name="connsiteY3433" fmla="*/ 2886505 h 8402012"/>
              <a:gd name="connsiteX3434" fmla="*/ 16195902 w 21052571"/>
              <a:gd name="connsiteY3434" fmla="*/ 2880282 h 8402012"/>
              <a:gd name="connsiteX3435" fmla="*/ 16355874 w 21052571"/>
              <a:gd name="connsiteY3435" fmla="*/ 2931780 h 8402012"/>
              <a:gd name="connsiteX3436" fmla="*/ 16625598 w 21052571"/>
              <a:gd name="connsiteY3436" fmla="*/ 3045891 h 8402012"/>
              <a:gd name="connsiteX3437" fmla="*/ 16599704 w 21052571"/>
              <a:gd name="connsiteY3437" fmla="*/ 3097079 h 8402012"/>
              <a:gd name="connsiteX3438" fmla="*/ 16542524 w 21052571"/>
              <a:gd name="connsiteY3438" fmla="*/ 3103477 h 8402012"/>
              <a:gd name="connsiteX3439" fmla="*/ 16426002 w 21052571"/>
              <a:gd name="connsiteY3439" fmla="*/ 3077884 h 8402012"/>
              <a:gd name="connsiteX3440" fmla="*/ 16380690 w 21052571"/>
              <a:gd name="connsiteY3440" fmla="*/ 3026695 h 8402012"/>
              <a:gd name="connsiteX3441" fmla="*/ 16317034 w 21052571"/>
              <a:gd name="connsiteY3441" fmla="*/ 3026695 h 8402012"/>
              <a:gd name="connsiteX3442" fmla="*/ 16187568 w 21052571"/>
              <a:gd name="connsiteY3442" fmla="*/ 3001100 h 8402012"/>
              <a:gd name="connsiteX3443" fmla="*/ 16200514 w 21052571"/>
              <a:gd name="connsiteY3443" fmla="*/ 2981904 h 8402012"/>
              <a:gd name="connsiteX3444" fmla="*/ 16130386 w 21052571"/>
              <a:gd name="connsiteY3444" fmla="*/ 2970173 h 8402012"/>
              <a:gd name="connsiteX3445" fmla="*/ 16072126 w 21052571"/>
              <a:gd name="connsiteY3445" fmla="*/ 2906187 h 8402012"/>
              <a:gd name="connsiteX3446" fmla="*/ 16141950 w 21052571"/>
              <a:gd name="connsiteY3446" fmla="*/ 2880492 h 8402012"/>
              <a:gd name="connsiteX3447" fmla="*/ 16195902 w 21052571"/>
              <a:gd name="connsiteY3447" fmla="*/ 2880282 h 8402012"/>
              <a:gd name="connsiteX3448" fmla="*/ 19605003 w 21052571"/>
              <a:gd name="connsiteY3448" fmla="*/ 2872561 h 8402012"/>
              <a:gd name="connsiteX3449" fmla="*/ 19649571 w 21052571"/>
              <a:gd name="connsiteY3449" fmla="*/ 2889788 h 8402012"/>
              <a:gd name="connsiteX3450" fmla="*/ 19595851 w 21052571"/>
              <a:gd name="connsiteY3450" fmla="*/ 2922088 h 8402012"/>
              <a:gd name="connsiteX3451" fmla="*/ 19592455 w 21052571"/>
              <a:gd name="connsiteY3451" fmla="*/ 2919462 h 8402012"/>
              <a:gd name="connsiteX3452" fmla="*/ 19583775 w 21052571"/>
              <a:gd name="connsiteY3452" fmla="*/ 2929354 h 8402012"/>
              <a:gd name="connsiteX3453" fmla="*/ 19574795 w 21052571"/>
              <a:gd name="connsiteY3453" fmla="*/ 2919115 h 8402012"/>
              <a:gd name="connsiteX3454" fmla="*/ 19579283 w 21052571"/>
              <a:gd name="connsiteY3454" fmla="*/ 2912398 h 8402012"/>
              <a:gd name="connsiteX3455" fmla="*/ 19582447 w 21052571"/>
              <a:gd name="connsiteY3455" fmla="*/ 2911723 h 8402012"/>
              <a:gd name="connsiteX3456" fmla="*/ 19579539 w 21052571"/>
              <a:gd name="connsiteY3456" fmla="*/ 2909476 h 8402012"/>
              <a:gd name="connsiteX3457" fmla="*/ 19605003 w 21052571"/>
              <a:gd name="connsiteY3457" fmla="*/ 2872561 h 8402012"/>
              <a:gd name="connsiteX3458" fmla="*/ 15218912 w 21052571"/>
              <a:gd name="connsiteY3458" fmla="*/ 2867551 h 8402012"/>
              <a:gd name="connsiteX3459" fmla="*/ 15265268 w 21052571"/>
              <a:gd name="connsiteY3459" fmla="*/ 2886990 h 8402012"/>
              <a:gd name="connsiteX3460" fmla="*/ 15252024 w 21052571"/>
              <a:gd name="connsiteY3460" fmla="*/ 2951785 h 8402012"/>
              <a:gd name="connsiteX3461" fmla="*/ 15185798 w 21052571"/>
              <a:gd name="connsiteY3461" fmla="*/ 2938827 h 8402012"/>
              <a:gd name="connsiteX3462" fmla="*/ 15218912 w 21052571"/>
              <a:gd name="connsiteY3462" fmla="*/ 2867551 h 8402012"/>
              <a:gd name="connsiteX3463" fmla="*/ 18602123 w 21052571"/>
              <a:gd name="connsiteY3463" fmla="*/ 2864682 h 8402012"/>
              <a:gd name="connsiteX3464" fmla="*/ 18565231 w 21052571"/>
              <a:gd name="connsiteY3464" fmla="*/ 2891134 h 8402012"/>
              <a:gd name="connsiteX3465" fmla="*/ 18602123 w 21052571"/>
              <a:gd name="connsiteY3465" fmla="*/ 2864682 h 8402012"/>
              <a:gd name="connsiteX3466" fmla="*/ 14076700 w 21052571"/>
              <a:gd name="connsiteY3466" fmla="*/ 2864216 h 8402012"/>
              <a:gd name="connsiteX3467" fmla="*/ 14113564 w 21052571"/>
              <a:gd name="connsiteY3467" fmla="*/ 2888811 h 8402012"/>
              <a:gd name="connsiteX3468" fmla="*/ 14076700 w 21052571"/>
              <a:gd name="connsiteY3468" fmla="*/ 2864216 h 8402012"/>
              <a:gd name="connsiteX3469" fmla="*/ 13578001 w 21052571"/>
              <a:gd name="connsiteY3469" fmla="*/ 2864216 h 8402012"/>
              <a:gd name="connsiteX3470" fmla="*/ 13541109 w 21052571"/>
              <a:gd name="connsiteY3470" fmla="*/ 2888811 h 8402012"/>
              <a:gd name="connsiteX3471" fmla="*/ 13578001 w 21052571"/>
              <a:gd name="connsiteY3471" fmla="*/ 2864216 h 8402012"/>
              <a:gd name="connsiteX3472" fmla="*/ 16056876 w 21052571"/>
              <a:gd name="connsiteY3472" fmla="*/ 2862810 h 8402012"/>
              <a:gd name="connsiteX3473" fmla="*/ 16044468 w 21052571"/>
              <a:gd name="connsiteY3473" fmla="*/ 2921552 h 8402012"/>
              <a:gd name="connsiteX3474" fmla="*/ 16001034 w 21052571"/>
              <a:gd name="connsiteY3474" fmla="*/ 2882392 h 8402012"/>
              <a:gd name="connsiteX3475" fmla="*/ 16056876 w 21052571"/>
              <a:gd name="connsiteY3475" fmla="*/ 2862810 h 8402012"/>
              <a:gd name="connsiteX3476" fmla="*/ 17451391 w 21052571"/>
              <a:gd name="connsiteY3476" fmla="*/ 2862808 h 8402012"/>
              <a:gd name="connsiteX3477" fmla="*/ 17507235 w 21052571"/>
              <a:gd name="connsiteY3477" fmla="*/ 2876034 h 8402012"/>
              <a:gd name="connsiteX3478" fmla="*/ 17451391 w 21052571"/>
              <a:gd name="connsiteY3478" fmla="*/ 2862808 h 8402012"/>
              <a:gd name="connsiteX3479" fmla="*/ 15697688 w 21052571"/>
              <a:gd name="connsiteY3479" fmla="*/ 2862808 h 8402012"/>
              <a:gd name="connsiteX3480" fmla="*/ 15715650 w 21052571"/>
              <a:gd name="connsiteY3480" fmla="*/ 2890107 h 8402012"/>
              <a:gd name="connsiteX3481" fmla="*/ 15697688 w 21052571"/>
              <a:gd name="connsiteY3481" fmla="*/ 2862808 h 8402012"/>
              <a:gd name="connsiteX3482" fmla="*/ 11828129 w 21052571"/>
              <a:gd name="connsiteY3482" fmla="*/ 2862535 h 8402012"/>
              <a:gd name="connsiteX3483" fmla="*/ 11846399 w 21052571"/>
              <a:gd name="connsiteY3483" fmla="*/ 2888327 h 8402012"/>
              <a:gd name="connsiteX3484" fmla="*/ 11828129 w 21052571"/>
              <a:gd name="connsiteY3484" fmla="*/ 2862535 h 8402012"/>
              <a:gd name="connsiteX3485" fmla="*/ 19230975 w 21052571"/>
              <a:gd name="connsiteY3485" fmla="*/ 2859636 h 8402012"/>
              <a:gd name="connsiteX3486" fmla="*/ 19298819 w 21052571"/>
              <a:gd name="connsiteY3486" fmla="*/ 2904400 h 8402012"/>
              <a:gd name="connsiteX3487" fmla="*/ 19209835 w 21052571"/>
              <a:gd name="connsiteY3487" fmla="*/ 2872568 h 8402012"/>
              <a:gd name="connsiteX3488" fmla="*/ 19230975 w 21052571"/>
              <a:gd name="connsiteY3488" fmla="*/ 2859636 h 8402012"/>
              <a:gd name="connsiteX3489" fmla="*/ 15155756 w 21052571"/>
              <a:gd name="connsiteY3489" fmla="*/ 2857099 h 8402012"/>
              <a:gd name="connsiteX3490" fmla="*/ 15185898 w 21052571"/>
              <a:gd name="connsiteY3490" fmla="*/ 2870343 h 8402012"/>
              <a:gd name="connsiteX3491" fmla="*/ 15166346 w 21052571"/>
              <a:gd name="connsiteY3491" fmla="*/ 2916699 h 8402012"/>
              <a:gd name="connsiteX3492" fmla="*/ 15095742 w 21052571"/>
              <a:gd name="connsiteY3492" fmla="*/ 2923322 h 8402012"/>
              <a:gd name="connsiteX3493" fmla="*/ 15120726 w 21052571"/>
              <a:gd name="connsiteY3493" fmla="*/ 2863721 h 8402012"/>
              <a:gd name="connsiteX3494" fmla="*/ 15155756 w 21052571"/>
              <a:gd name="connsiteY3494" fmla="*/ 2857099 h 8402012"/>
              <a:gd name="connsiteX3495" fmla="*/ 14905535 w 21052571"/>
              <a:gd name="connsiteY3495" fmla="*/ 2855416 h 8402012"/>
              <a:gd name="connsiteX3496" fmla="*/ 14933504 w 21052571"/>
              <a:gd name="connsiteY3496" fmla="*/ 2855416 h 8402012"/>
              <a:gd name="connsiteX3497" fmla="*/ 14882454 w 21052571"/>
              <a:gd name="connsiteY3497" fmla="*/ 2875890 h 8402012"/>
              <a:gd name="connsiteX3498" fmla="*/ 14905535 w 21052571"/>
              <a:gd name="connsiteY3498" fmla="*/ 2855416 h 8402012"/>
              <a:gd name="connsiteX3499" fmla="*/ 13028326 w 21052571"/>
              <a:gd name="connsiteY3499" fmla="*/ 2853810 h 8402012"/>
              <a:gd name="connsiteX3500" fmla="*/ 13075510 w 21052571"/>
              <a:gd name="connsiteY3500" fmla="*/ 2860290 h 8402012"/>
              <a:gd name="connsiteX3501" fmla="*/ 12996041 w 21052571"/>
              <a:gd name="connsiteY3501" fmla="*/ 2886208 h 8402012"/>
              <a:gd name="connsiteX3502" fmla="*/ 13028326 w 21052571"/>
              <a:gd name="connsiteY3502" fmla="*/ 2853810 h 8402012"/>
              <a:gd name="connsiteX3503" fmla="*/ 15960480 w 21052571"/>
              <a:gd name="connsiteY3503" fmla="*/ 2843852 h 8402012"/>
              <a:gd name="connsiteX3504" fmla="*/ 15966800 w 21052571"/>
              <a:gd name="connsiteY3504" fmla="*/ 2864325 h 8402012"/>
              <a:gd name="connsiteX3505" fmla="*/ 15960480 w 21052571"/>
              <a:gd name="connsiteY3505" fmla="*/ 2843852 h 8402012"/>
              <a:gd name="connsiteX3506" fmla="*/ 17972311 w 21052571"/>
              <a:gd name="connsiteY3506" fmla="*/ 2843851 h 8402012"/>
              <a:gd name="connsiteX3507" fmla="*/ 18075947 w 21052571"/>
              <a:gd name="connsiteY3507" fmla="*/ 2888087 h 8402012"/>
              <a:gd name="connsiteX3508" fmla="*/ 17965767 w 21052571"/>
              <a:gd name="connsiteY3508" fmla="*/ 2907045 h 8402012"/>
              <a:gd name="connsiteX3509" fmla="*/ 17972311 w 21052571"/>
              <a:gd name="connsiteY3509" fmla="*/ 2843851 h 8402012"/>
              <a:gd name="connsiteX3510" fmla="*/ 19208739 w 21052571"/>
              <a:gd name="connsiteY3510" fmla="*/ 2843848 h 8402012"/>
              <a:gd name="connsiteX3511" fmla="*/ 19195615 w 21052571"/>
              <a:gd name="connsiteY3511" fmla="*/ 2861809 h 8402012"/>
              <a:gd name="connsiteX3512" fmla="*/ 19208739 w 21052571"/>
              <a:gd name="connsiteY3512" fmla="*/ 2843848 h 8402012"/>
              <a:gd name="connsiteX3513" fmla="*/ 12033401 w 21052571"/>
              <a:gd name="connsiteY3513" fmla="*/ 2830301 h 8402012"/>
              <a:gd name="connsiteX3514" fmla="*/ 12051672 w 21052571"/>
              <a:gd name="connsiteY3514" fmla="*/ 2862535 h 8402012"/>
              <a:gd name="connsiteX3515" fmla="*/ 12033401 w 21052571"/>
              <a:gd name="connsiteY3515" fmla="*/ 2830301 h 8402012"/>
              <a:gd name="connsiteX3516" fmla="*/ 17110131 w 21052571"/>
              <a:gd name="connsiteY3516" fmla="*/ 2829636 h 8402012"/>
              <a:gd name="connsiteX3517" fmla="*/ 17193079 w 21052571"/>
              <a:gd name="connsiteY3517" fmla="*/ 2842347 h 8402012"/>
              <a:gd name="connsiteX3518" fmla="*/ 17148911 w 21052571"/>
              <a:gd name="connsiteY3518" fmla="*/ 2918627 h 8402012"/>
              <a:gd name="connsiteX3519" fmla="*/ 17110131 w 21052571"/>
              <a:gd name="connsiteY3519" fmla="*/ 2829636 h 8402012"/>
              <a:gd name="connsiteX3520" fmla="*/ 19711247 w 21052571"/>
              <a:gd name="connsiteY3520" fmla="*/ 2829631 h 8402012"/>
              <a:gd name="connsiteX3521" fmla="*/ 19693287 w 21052571"/>
              <a:gd name="connsiteY3521" fmla="*/ 2861738 h 8402012"/>
              <a:gd name="connsiteX3522" fmla="*/ 19711247 w 21052571"/>
              <a:gd name="connsiteY3522" fmla="*/ 2829631 h 8402012"/>
              <a:gd name="connsiteX3523" fmla="*/ 20488539 w 21052571"/>
              <a:gd name="connsiteY3523" fmla="*/ 2829626 h 8402012"/>
              <a:gd name="connsiteX3524" fmla="*/ 20451647 w 21052571"/>
              <a:gd name="connsiteY3524" fmla="*/ 2860369 h 8402012"/>
              <a:gd name="connsiteX3525" fmla="*/ 20488539 w 21052571"/>
              <a:gd name="connsiteY3525" fmla="*/ 2829626 h 8402012"/>
              <a:gd name="connsiteX3526" fmla="*/ 10620404 w 21052571"/>
              <a:gd name="connsiteY3526" fmla="*/ 2827080 h 8402012"/>
              <a:gd name="connsiteX3527" fmla="*/ 10601865 w 21052571"/>
              <a:gd name="connsiteY3527" fmla="*/ 2862535 h 8402012"/>
              <a:gd name="connsiteX3528" fmla="*/ 10653451 w 21052571"/>
              <a:gd name="connsiteY3528" fmla="*/ 2830301 h 8402012"/>
              <a:gd name="connsiteX3529" fmla="*/ 10620404 w 21052571"/>
              <a:gd name="connsiteY3529" fmla="*/ 2827080 h 8402012"/>
              <a:gd name="connsiteX3530" fmla="*/ 17386475 w 21052571"/>
              <a:gd name="connsiteY3530" fmla="*/ 2825331 h 8402012"/>
              <a:gd name="connsiteX3531" fmla="*/ 17412411 w 21052571"/>
              <a:gd name="connsiteY3531" fmla="*/ 2828639 h 8402012"/>
              <a:gd name="connsiteX3532" fmla="*/ 17412411 w 21052571"/>
              <a:gd name="connsiteY3532" fmla="*/ 2861705 h 8402012"/>
              <a:gd name="connsiteX3533" fmla="*/ 17361339 w 21052571"/>
              <a:gd name="connsiteY3533" fmla="*/ 2841864 h 8402012"/>
              <a:gd name="connsiteX3534" fmla="*/ 17386475 w 21052571"/>
              <a:gd name="connsiteY3534" fmla="*/ 2825331 h 8402012"/>
              <a:gd name="connsiteX3535" fmla="*/ 11956021 w 21052571"/>
              <a:gd name="connsiteY3535" fmla="*/ 2822248 h 8402012"/>
              <a:gd name="connsiteX3536" fmla="*/ 11897986 w 21052571"/>
              <a:gd name="connsiteY3536" fmla="*/ 2830301 h 8402012"/>
              <a:gd name="connsiteX3537" fmla="*/ 11994711 w 21052571"/>
              <a:gd name="connsiteY3537" fmla="*/ 2862535 h 8402012"/>
              <a:gd name="connsiteX3538" fmla="*/ 11956021 w 21052571"/>
              <a:gd name="connsiteY3538" fmla="*/ 2822248 h 8402012"/>
              <a:gd name="connsiteX3539" fmla="*/ 15870978 w 21052571"/>
              <a:gd name="connsiteY3539" fmla="*/ 2820033 h 8402012"/>
              <a:gd name="connsiteX3540" fmla="*/ 15962034 w 21052571"/>
              <a:gd name="connsiteY3540" fmla="*/ 2874477 h 8402012"/>
              <a:gd name="connsiteX3541" fmla="*/ 15915670 w 21052571"/>
              <a:gd name="connsiteY3541" fmla="*/ 2877247 h 8402012"/>
              <a:gd name="connsiteX3542" fmla="*/ 15917266 w 21052571"/>
              <a:gd name="connsiteY3542" fmla="*/ 2886254 h 8402012"/>
              <a:gd name="connsiteX3543" fmla="*/ 15922280 w 21052571"/>
              <a:gd name="connsiteY3543" fmla="*/ 2883449 h 8402012"/>
              <a:gd name="connsiteX3544" fmla="*/ 15923202 w 21052571"/>
              <a:gd name="connsiteY3544" fmla="*/ 2904219 h 8402012"/>
              <a:gd name="connsiteX3545" fmla="*/ 15923194 w 21052571"/>
              <a:gd name="connsiteY3545" fmla="*/ 2904270 h 8402012"/>
              <a:gd name="connsiteX3546" fmla="*/ 15924200 w 21052571"/>
              <a:gd name="connsiteY3546" fmla="*/ 2907288 h 8402012"/>
              <a:gd name="connsiteX3547" fmla="*/ 15922796 w 21052571"/>
              <a:gd name="connsiteY3547" fmla="*/ 2906383 h 8402012"/>
              <a:gd name="connsiteX3548" fmla="*/ 15922280 w 21052571"/>
              <a:gd name="connsiteY3548" fmla="*/ 2909137 h 8402012"/>
              <a:gd name="connsiteX3549" fmla="*/ 15920932 w 21052571"/>
              <a:gd name="connsiteY3549" fmla="*/ 2905181 h 8402012"/>
              <a:gd name="connsiteX3550" fmla="*/ 15877176 w 21052571"/>
              <a:gd name="connsiteY3550" fmla="*/ 2876938 h 8402012"/>
              <a:gd name="connsiteX3551" fmla="*/ 15839882 w 21052571"/>
              <a:gd name="connsiteY3551" fmla="*/ 2821983 h 8402012"/>
              <a:gd name="connsiteX3552" fmla="*/ 15870978 w 21052571"/>
              <a:gd name="connsiteY3552" fmla="*/ 2820033 h 8402012"/>
              <a:gd name="connsiteX3553" fmla="*/ 17348759 w 21052571"/>
              <a:gd name="connsiteY3553" fmla="*/ 2811050 h 8402012"/>
              <a:gd name="connsiteX3554" fmla="*/ 17360243 w 21052571"/>
              <a:gd name="connsiteY3554" fmla="*/ 2819586 h 8402012"/>
              <a:gd name="connsiteX3555" fmla="*/ 17347119 w 21052571"/>
              <a:gd name="connsiteY3555" fmla="*/ 2833234 h 8402012"/>
              <a:gd name="connsiteX3556" fmla="*/ 17348759 w 21052571"/>
              <a:gd name="connsiteY3556" fmla="*/ 2811050 h 8402012"/>
              <a:gd name="connsiteX3557" fmla="*/ 14763053 w 21052571"/>
              <a:gd name="connsiteY3557" fmla="*/ 2801454 h 8402012"/>
              <a:gd name="connsiteX3558" fmla="*/ 14843473 w 21052571"/>
              <a:gd name="connsiteY3558" fmla="*/ 2844944 h 8402012"/>
              <a:gd name="connsiteX3559" fmla="*/ 14754147 w 21052571"/>
              <a:gd name="connsiteY3559" fmla="*/ 2858068 h 8402012"/>
              <a:gd name="connsiteX3560" fmla="*/ 14678645 w 21052571"/>
              <a:gd name="connsiteY3560" fmla="*/ 2812121 h 8402012"/>
              <a:gd name="connsiteX3561" fmla="*/ 14763053 w 21052571"/>
              <a:gd name="connsiteY3561" fmla="*/ 2801454 h 8402012"/>
              <a:gd name="connsiteX3562" fmla="*/ 10692142 w 21052571"/>
              <a:gd name="connsiteY3562" fmla="*/ 2798035 h 8402012"/>
              <a:gd name="connsiteX3563" fmla="*/ 10672797 w 21052571"/>
              <a:gd name="connsiteY3563" fmla="*/ 2830301 h 8402012"/>
              <a:gd name="connsiteX3564" fmla="*/ 10692142 w 21052571"/>
              <a:gd name="connsiteY3564" fmla="*/ 2798035 h 8402012"/>
              <a:gd name="connsiteX3565" fmla="*/ 17052179 w 21052571"/>
              <a:gd name="connsiteY3565" fmla="*/ 2796444 h 8402012"/>
              <a:gd name="connsiteX3566" fmla="*/ 17052179 w 21052571"/>
              <a:gd name="connsiteY3566" fmla="*/ 2860116 h 8402012"/>
              <a:gd name="connsiteX3567" fmla="*/ 17001547 w 21052571"/>
              <a:gd name="connsiteY3567" fmla="*/ 2853749 h 8402012"/>
              <a:gd name="connsiteX3568" fmla="*/ 17052179 w 21052571"/>
              <a:gd name="connsiteY3568" fmla="*/ 2796444 h 8402012"/>
              <a:gd name="connsiteX3569" fmla="*/ 19654371 w 21052571"/>
              <a:gd name="connsiteY3569" fmla="*/ 2796442 h 8402012"/>
              <a:gd name="connsiteX3570" fmla="*/ 19636407 w 21052571"/>
              <a:gd name="connsiteY3570" fmla="*/ 2828557 h 8402012"/>
              <a:gd name="connsiteX3571" fmla="*/ 19654371 w 21052571"/>
              <a:gd name="connsiteY3571" fmla="*/ 2796442 h 8402012"/>
              <a:gd name="connsiteX3572" fmla="*/ 19228795 w 21052571"/>
              <a:gd name="connsiteY3572" fmla="*/ 2796442 h 8402012"/>
              <a:gd name="connsiteX3573" fmla="*/ 19241923 w 21052571"/>
              <a:gd name="connsiteY3573" fmla="*/ 2828557 h 8402012"/>
              <a:gd name="connsiteX3574" fmla="*/ 19228795 w 21052571"/>
              <a:gd name="connsiteY3574" fmla="*/ 2796442 h 8402012"/>
              <a:gd name="connsiteX3575" fmla="*/ 17317611 w 21052571"/>
              <a:gd name="connsiteY3575" fmla="*/ 2796442 h 8402012"/>
              <a:gd name="connsiteX3576" fmla="*/ 17285503 w 21052571"/>
              <a:gd name="connsiteY3576" fmla="*/ 2827196 h 8402012"/>
              <a:gd name="connsiteX3577" fmla="*/ 17317611 w 21052571"/>
              <a:gd name="connsiteY3577" fmla="*/ 2796442 h 8402012"/>
              <a:gd name="connsiteX3578" fmla="*/ 15356430 w 21052571"/>
              <a:gd name="connsiteY3578" fmla="*/ 2786970 h 8402012"/>
              <a:gd name="connsiteX3579" fmla="*/ 15580966 w 21052571"/>
              <a:gd name="connsiteY3579" fmla="*/ 2806825 h 8402012"/>
              <a:gd name="connsiteX3580" fmla="*/ 15677656 w 21052571"/>
              <a:gd name="connsiteY3580" fmla="*/ 2866442 h 8402012"/>
              <a:gd name="connsiteX3581" fmla="*/ 15561628 w 21052571"/>
              <a:gd name="connsiteY3581" fmla="*/ 2866442 h 8402012"/>
              <a:gd name="connsiteX3582" fmla="*/ 15356430 w 21052571"/>
              <a:gd name="connsiteY3582" fmla="*/ 2786970 h 8402012"/>
              <a:gd name="connsiteX3583" fmla="*/ 16981959 w 21052571"/>
              <a:gd name="connsiteY3583" fmla="*/ 2778778 h 8402012"/>
              <a:gd name="connsiteX3584" fmla="*/ 16994871 w 21052571"/>
              <a:gd name="connsiteY3584" fmla="*/ 2790923 h 8402012"/>
              <a:gd name="connsiteX3585" fmla="*/ 16944243 w 21052571"/>
              <a:gd name="connsiteY3585" fmla="*/ 2829808 h 8402012"/>
              <a:gd name="connsiteX3586" fmla="*/ 16981959 w 21052571"/>
              <a:gd name="connsiteY3586" fmla="*/ 2778778 h 8402012"/>
              <a:gd name="connsiteX3587" fmla="*/ 19129259 w 21052571"/>
              <a:gd name="connsiteY3587" fmla="*/ 2772745 h 8402012"/>
              <a:gd name="connsiteX3588" fmla="*/ 19147219 w 21052571"/>
              <a:gd name="connsiteY3588" fmla="*/ 2800041 h 8402012"/>
              <a:gd name="connsiteX3589" fmla="*/ 19129259 w 21052571"/>
              <a:gd name="connsiteY3589" fmla="*/ 2772745 h 8402012"/>
              <a:gd name="connsiteX3590" fmla="*/ 17260751 w 21052571"/>
              <a:gd name="connsiteY3590" fmla="*/ 2772744 h 8402012"/>
              <a:gd name="connsiteX3591" fmla="*/ 17260751 w 21052571"/>
              <a:gd name="connsiteY3591" fmla="*/ 2828593 h 8402012"/>
              <a:gd name="connsiteX3592" fmla="*/ 17222835 w 21052571"/>
              <a:gd name="connsiteY3592" fmla="*/ 2828593 h 8402012"/>
              <a:gd name="connsiteX3593" fmla="*/ 17204927 w 21052571"/>
              <a:gd name="connsiteY3593" fmla="*/ 2791359 h 8402012"/>
              <a:gd name="connsiteX3594" fmla="*/ 17260751 w 21052571"/>
              <a:gd name="connsiteY3594" fmla="*/ 2772744 h 8402012"/>
              <a:gd name="connsiteX3595" fmla="*/ 15730866 w 21052571"/>
              <a:gd name="connsiteY3595" fmla="*/ 2772744 h 8402012"/>
              <a:gd name="connsiteX3596" fmla="*/ 15819850 w 21052571"/>
              <a:gd name="connsiteY3596" fmla="*/ 2797558 h 8402012"/>
              <a:gd name="connsiteX3597" fmla="*/ 15730866 w 21052571"/>
              <a:gd name="connsiteY3597" fmla="*/ 2828593 h 8402012"/>
              <a:gd name="connsiteX3598" fmla="*/ 15730866 w 21052571"/>
              <a:gd name="connsiteY3598" fmla="*/ 2772744 h 8402012"/>
              <a:gd name="connsiteX3599" fmla="*/ 19090347 w 21052571"/>
              <a:gd name="connsiteY3599" fmla="*/ 2772744 h 8402012"/>
              <a:gd name="connsiteX3600" fmla="*/ 19072383 w 21052571"/>
              <a:gd name="connsiteY3600" fmla="*/ 2828593 h 8402012"/>
              <a:gd name="connsiteX3601" fmla="*/ 19090347 w 21052571"/>
              <a:gd name="connsiteY3601" fmla="*/ 2772744 h 8402012"/>
              <a:gd name="connsiteX3602" fmla="*/ 19595243 w 21052571"/>
              <a:gd name="connsiteY3602" fmla="*/ 2770102 h 8402012"/>
              <a:gd name="connsiteX3603" fmla="*/ 19625827 w 21052571"/>
              <a:gd name="connsiteY3603" fmla="*/ 2771753 h 8402012"/>
              <a:gd name="connsiteX3604" fmla="*/ 19579535 w 21052571"/>
              <a:gd name="connsiteY3604" fmla="*/ 2798205 h 8402012"/>
              <a:gd name="connsiteX3605" fmla="*/ 19595243 w 21052571"/>
              <a:gd name="connsiteY3605" fmla="*/ 2770102 h 8402012"/>
              <a:gd name="connsiteX3606" fmla="*/ 17184943 w 21052571"/>
              <a:gd name="connsiteY3606" fmla="*/ 2741601 h 8402012"/>
              <a:gd name="connsiteX3607" fmla="*/ 17148051 w 21052571"/>
              <a:gd name="connsiteY3607" fmla="*/ 2774327 h 8402012"/>
              <a:gd name="connsiteX3608" fmla="*/ 17184943 w 21052571"/>
              <a:gd name="connsiteY3608" fmla="*/ 2741601 h 8402012"/>
              <a:gd name="connsiteX3609" fmla="*/ 15184802 w 21052571"/>
              <a:gd name="connsiteY3609" fmla="*/ 2739568 h 8402012"/>
              <a:gd name="connsiteX3610" fmla="*/ 15166838 w 21052571"/>
              <a:gd name="connsiteY3610" fmla="*/ 2771638 h 8402012"/>
              <a:gd name="connsiteX3611" fmla="*/ 15184802 w 21052571"/>
              <a:gd name="connsiteY3611" fmla="*/ 2739568 h 8402012"/>
              <a:gd name="connsiteX3612" fmla="*/ 17730039 w 21052571"/>
              <a:gd name="connsiteY3612" fmla="*/ 2739568 h 8402012"/>
              <a:gd name="connsiteX3613" fmla="*/ 17712075 w 21052571"/>
              <a:gd name="connsiteY3613" fmla="*/ 2771638 h 8402012"/>
              <a:gd name="connsiteX3614" fmla="*/ 17730039 w 21052571"/>
              <a:gd name="connsiteY3614" fmla="*/ 2739568 h 8402012"/>
              <a:gd name="connsiteX3615" fmla="*/ 12595215 w 21052571"/>
              <a:gd name="connsiteY3615" fmla="*/ 2737736 h 8402012"/>
              <a:gd name="connsiteX3616" fmla="*/ 12558943 w 21052571"/>
              <a:gd name="connsiteY3616" fmla="*/ 2741094 h 8402012"/>
              <a:gd name="connsiteX3617" fmla="*/ 12616978 w 21052571"/>
              <a:gd name="connsiteY3617" fmla="*/ 2772256 h 8402012"/>
              <a:gd name="connsiteX3618" fmla="*/ 12595215 w 21052571"/>
              <a:gd name="connsiteY3618" fmla="*/ 2737736 h 8402012"/>
              <a:gd name="connsiteX3619" fmla="*/ 19019643 w 21052571"/>
              <a:gd name="connsiteY3619" fmla="*/ 2736633 h 8402012"/>
              <a:gd name="connsiteX3620" fmla="*/ 19052363 w 21052571"/>
              <a:gd name="connsiteY3620" fmla="*/ 2739999 h 8402012"/>
              <a:gd name="connsiteX3621" fmla="*/ 19001287 w 21052571"/>
              <a:gd name="connsiteY3621" fmla="*/ 2771235 h 8402012"/>
              <a:gd name="connsiteX3622" fmla="*/ 19019643 w 21052571"/>
              <a:gd name="connsiteY3622" fmla="*/ 2736633 h 8402012"/>
              <a:gd name="connsiteX3623" fmla="*/ 19515075 w 21052571"/>
              <a:gd name="connsiteY3623" fmla="*/ 2706584 h 8402012"/>
              <a:gd name="connsiteX3624" fmla="*/ 19545323 w 21052571"/>
              <a:gd name="connsiteY3624" fmla="*/ 2725737 h 8402012"/>
              <a:gd name="connsiteX3625" fmla="*/ 19532915 w 21052571"/>
              <a:gd name="connsiteY3625" fmla="*/ 2738505 h 8402012"/>
              <a:gd name="connsiteX3626" fmla="*/ 19489479 w 21052571"/>
              <a:gd name="connsiteY3626" fmla="*/ 2725737 h 8402012"/>
              <a:gd name="connsiteX3627" fmla="*/ 19515075 w 21052571"/>
              <a:gd name="connsiteY3627" fmla="*/ 2706584 h 8402012"/>
              <a:gd name="connsiteX3628" fmla="*/ 17654107 w 21052571"/>
              <a:gd name="connsiteY3628" fmla="*/ 2706391 h 8402012"/>
              <a:gd name="connsiteX3629" fmla="*/ 17640983 w 21052571"/>
              <a:gd name="connsiteY3629" fmla="*/ 2738499 h 8402012"/>
              <a:gd name="connsiteX3630" fmla="*/ 17654107 w 21052571"/>
              <a:gd name="connsiteY3630" fmla="*/ 2706391 h 8402012"/>
              <a:gd name="connsiteX3631" fmla="*/ 19938755 w 21052571"/>
              <a:gd name="connsiteY3631" fmla="*/ 2706391 h 8402012"/>
              <a:gd name="connsiteX3632" fmla="*/ 19920795 w 21052571"/>
              <a:gd name="connsiteY3632" fmla="*/ 2738499 h 8402012"/>
              <a:gd name="connsiteX3633" fmla="*/ 19938755 w 21052571"/>
              <a:gd name="connsiteY3633" fmla="*/ 2706391 h 8402012"/>
              <a:gd name="connsiteX3634" fmla="*/ 20317935 w 21052571"/>
              <a:gd name="connsiteY3634" fmla="*/ 2706391 h 8402012"/>
              <a:gd name="connsiteX3635" fmla="*/ 20299975 w 21052571"/>
              <a:gd name="connsiteY3635" fmla="*/ 2738499 h 8402012"/>
              <a:gd name="connsiteX3636" fmla="*/ 20317935 w 21052571"/>
              <a:gd name="connsiteY3636" fmla="*/ 2706391 h 8402012"/>
              <a:gd name="connsiteX3637" fmla="*/ 15557604 w 21052571"/>
              <a:gd name="connsiteY3637" fmla="*/ 2706390 h 8402012"/>
              <a:gd name="connsiteX3638" fmla="*/ 15639760 w 21052571"/>
              <a:gd name="connsiteY3638" fmla="*/ 2771641 h 8402012"/>
              <a:gd name="connsiteX3639" fmla="*/ 15527058 w 21052571"/>
              <a:gd name="connsiteY3639" fmla="*/ 2771641 h 8402012"/>
              <a:gd name="connsiteX3640" fmla="*/ 15557604 w 21052571"/>
              <a:gd name="connsiteY3640" fmla="*/ 2706390 h 8402012"/>
              <a:gd name="connsiteX3641" fmla="*/ 17071415 w 21052571"/>
              <a:gd name="connsiteY3641" fmla="*/ 2704216 h 8402012"/>
              <a:gd name="connsiteX3642" fmla="*/ 17109047 w 21052571"/>
              <a:gd name="connsiteY3642" fmla="*/ 2709548 h 8402012"/>
              <a:gd name="connsiteX3643" fmla="*/ 17050303 w 21052571"/>
              <a:gd name="connsiteY3643" fmla="*/ 2771691 h 8402012"/>
              <a:gd name="connsiteX3644" fmla="*/ 17056831 w 21052571"/>
              <a:gd name="connsiteY3644" fmla="*/ 2709548 h 8402012"/>
              <a:gd name="connsiteX3645" fmla="*/ 17071415 w 21052571"/>
              <a:gd name="connsiteY3645" fmla="*/ 2704216 h 8402012"/>
              <a:gd name="connsiteX3646" fmla="*/ 19477719 w 21052571"/>
              <a:gd name="connsiteY3646" fmla="*/ 2690421 h 8402012"/>
              <a:gd name="connsiteX3647" fmla="*/ 19488387 w 21052571"/>
              <a:gd name="connsiteY3647" fmla="*/ 2693415 h 8402012"/>
              <a:gd name="connsiteX3648" fmla="*/ 19481823 w 21052571"/>
              <a:gd name="connsiteY3648" fmla="*/ 2705389 h 8402012"/>
              <a:gd name="connsiteX3649" fmla="*/ 19477719 w 21052571"/>
              <a:gd name="connsiteY3649" fmla="*/ 2690421 h 8402012"/>
              <a:gd name="connsiteX3650" fmla="*/ 12790010 w 21052571"/>
              <a:gd name="connsiteY3650" fmla="*/ 2683064 h 8402012"/>
              <a:gd name="connsiteX3651" fmla="*/ 12636324 w 21052571"/>
              <a:gd name="connsiteY3651" fmla="*/ 2721752 h 8402012"/>
              <a:gd name="connsiteX3652" fmla="*/ 12673939 w 21052571"/>
              <a:gd name="connsiteY3652" fmla="*/ 2772256 h 8402012"/>
              <a:gd name="connsiteX3653" fmla="*/ 12719078 w 21052571"/>
              <a:gd name="connsiteY3653" fmla="*/ 2759362 h 8402012"/>
              <a:gd name="connsiteX3654" fmla="*/ 12809355 w 21052571"/>
              <a:gd name="connsiteY3654" fmla="*/ 2741094 h 8402012"/>
              <a:gd name="connsiteX3655" fmla="*/ 12790010 w 21052571"/>
              <a:gd name="connsiteY3655" fmla="*/ 2683064 h 8402012"/>
              <a:gd name="connsiteX3656" fmla="*/ 15389606 w 21052571"/>
              <a:gd name="connsiteY3656" fmla="*/ 2677952 h 8402012"/>
              <a:gd name="connsiteX3657" fmla="*/ 15421716 w 21052571"/>
              <a:gd name="connsiteY3657" fmla="*/ 2710586 h 8402012"/>
              <a:gd name="connsiteX3658" fmla="*/ 15389606 w 21052571"/>
              <a:gd name="connsiteY3658" fmla="*/ 2743221 h 8402012"/>
              <a:gd name="connsiteX3659" fmla="*/ 15389606 w 21052571"/>
              <a:gd name="connsiteY3659" fmla="*/ 2677952 h 8402012"/>
              <a:gd name="connsiteX3660" fmla="*/ 15358514 w 21052571"/>
              <a:gd name="connsiteY3660" fmla="*/ 2677952 h 8402012"/>
              <a:gd name="connsiteX3661" fmla="*/ 15378990 w 21052571"/>
              <a:gd name="connsiteY3661" fmla="*/ 2743221 h 8402012"/>
              <a:gd name="connsiteX3662" fmla="*/ 15358514 w 21052571"/>
              <a:gd name="connsiteY3662" fmla="*/ 2677952 h 8402012"/>
              <a:gd name="connsiteX3663" fmla="*/ 19090347 w 21052571"/>
              <a:gd name="connsiteY3663" fmla="*/ 2677951 h 8402012"/>
              <a:gd name="connsiteX3664" fmla="*/ 19072383 w 21052571"/>
              <a:gd name="connsiteY3664" fmla="*/ 2710058 h 8402012"/>
              <a:gd name="connsiteX3665" fmla="*/ 19090347 w 21052571"/>
              <a:gd name="connsiteY3665" fmla="*/ 2677951 h 8402012"/>
              <a:gd name="connsiteX3666" fmla="*/ 20279963 w 21052571"/>
              <a:gd name="connsiteY3666" fmla="*/ 2677950 h 8402012"/>
              <a:gd name="connsiteX3667" fmla="*/ 20262055 w 21052571"/>
              <a:gd name="connsiteY3667" fmla="*/ 2710058 h 8402012"/>
              <a:gd name="connsiteX3668" fmla="*/ 20279963 w 21052571"/>
              <a:gd name="connsiteY3668" fmla="*/ 2677950 h 8402012"/>
              <a:gd name="connsiteX3669" fmla="*/ 15317486 w 21052571"/>
              <a:gd name="connsiteY3669" fmla="*/ 2675084 h 8402012"/>
              <a:gd name="connsiteX3670" fmla="*/ 15280594 w 21052571"/>
              <a:gd name="connsiteY3670" fmla="*/ 2708152 h 8402012"/>
              <a:gd name="connsiteX3671" fmla="*/ 15317486 w 21052571"/>
              <a:gd name="connsiteY3671" fmla="*/ 2675084 h 8402012"/>
              <a:gd name="connsiteX3672" fmla="*/ 15066042 w 21052571"/>
              <a:gd name="connsiteY3672" fmla="*/ 2650925 h 8402012"/>
              <a:gd name="connsiteX3673" fmla="*/ 15151552 w 21052571"/>
              <a:gd name="connsiteY3673" fmla="*/ 2743630 h 8402012"/>
              <a:gd name="connsiteX3674" fmla="*/ 15062844 w 21052571"/>
              <a:gd name="connsiteY3674" fmla="*/ 2743630 h 8402012"/>
              <a:gd name="connsiteX3675" fmla="*/ 15056432 w 21052571"/>
              <a:gd name="connsiteY3675" fmla="*/ 2658542 h 8402012"/>
              <a:gd name="connsiteX3676" fmla="*/ 15066042 w 21052571"/>
              <a:gd name="connsiteY3676" fmla="*/ 2650925 h 8402012"/>
              <a:gd name="connsiteX3677" fmla="*/ 15203688 w 21052571"/>
              <a:gd name="connsiteY3677" fmla="*/ 2644775 h 8402012"/>
              <a:gd name="connsiteX3678" fmla="*/ 15184424 w 21052571"/>
              <a:gd name="connsiteY3678" fmla="*/ 2710044 h 8402012"/>
              <a:gd name="connsiteX3679" fmla="*/ 15171580 w 21052571"/>
              <a:gd name="connsiteY3679" fmla="*/ 2670883 h 8402012"/>
              <a:gd name="connsiteX3680" fmla="*/ 15203688 w 21052571"/>
              <a:gd name="connsiteY3680" fmla="*/ 2644775 h 8402012"/>
              <a:gd name="connsiteX3681" fmla="*/ 16426612 w 21052571"/>
              <a:gd name="connsiteY3681" fmla="*/ 2644774 h 8402012"/>
              <a:gd name="connsiteX3682" fmla="*/ 16408650 w 21052571"/>
              <a:gd name="connsiteY3682" fmla="*/ 2676880 h 8402012"/>
              <a:gd name="connsiteX3683" fmla="*/ 16426612 w 21052571"/>
              <a:gd name="connsiteY3683" fmla="*/ 2644774 h 8402012"/>
              <a:gd name="connsiteX3684" fmla="*/ 14223628 w 21052571"/>
              <a:gd name="connsiteY3684" fmla="*/ 2644774 h 8402012"/>
              <a:gd name="connsiteX3685" fmla="*/ 14241590 w 21052571"/>
              <a:gd name="connsiteY3685" fmla="*/ 2676880 h 8402012"/>
              <a:gd name="connsiteX3686" fmla="*/ 14223628 w 21052571"/>
              <a:gd name="connsiteY3686" fmla="*/ 2644774 h 8402012"/>
              <a:gd name="connsiteX3687" fmla="*/ 18110215 w 21052571"/>
              <a:gd name="connsiteY3687" fmla="*/ 2644773 h 8402012"/>
              <a:gd name="connsiteX3688" fmla="*/ 18128179 w 21052571"/>
              <a:gd name="connsiteY3688" fmla="*/ 2676880 h 8402012"/>
              <a:gd name="connsiteX3689" fmla="*/ 18110215 w 21052571"/>
              <a:gd name="connsiteY3689" fmla="*/ 2644773 h 8402012"/>
              <a:gd name="connsiteX3690" fmla="*/ 20246839 w 21052571"/>
              <a:gd name="connsiteY3690" fmla="*/ 2644773 h 8402012"/>
              <a:gd name="connsiteX3691" fmla="*/ 20228879 w 21052571"/>
              <a:gd name="connsiteY3691" fmla="*/ 2676879 h 8402012"/>
              <a:gd name="connsiteX3692" fmla="*/ 20246839 w 21052571"/>
              <a:gd name="connsiteY3692" fmla="*/ 2644773 h 8402012"/>
              <a:gd name="connsiteX3693" fmla="*/ 19867607 w 21052571"/>
              <a:gd name="connsiteY3693" fmla="*/ 2644773 h 8402012"/>
              <a:gd name="connsiteX3694" fmla="*/ 19849699 w 21052571"/>
              <a:gd name="connsiteY3694" fmla="*/ 2676879 h 8402012"/>
              <a:gd name="connsiteX3695" fmla="*/ 19867607 w 21052571"/>
              <a:gd name="connsiteY3695" fmla="*/ 2644773 h 8402012"/>
              <a:gd name="connsiteX3696" fmla="*/ 18064291 w 21052571"/>
              <a:gd name="connsiteY3696" fmla="*/ 2644517 h 8402012"/>
              <a:gd name="connsiteX3697" fmla="*/ 18090231 w 21052571"/>
              <a:gd name="connsiteY3697" fmla="*/ 2672186 h 8402012"/>
              <a:gd name="connsiteX3698" fmla="*/ 18053339 w 21052571"/>
              <a:gd name="connsiteY3698" fmla="*/ 2653740 h 8402012"/>
              <a:gd name="connsiteX3699" fmla="*/ 18064291 w 21052571"/>
              <a:gd name="connsiteY3699" fmla="*/ 2644517 h 8402012"/>
              <a:gd name="connsiteX3700" fmla="*/ 13694930 w 21052571"/>
              <a:gd name="connsiteY3700" fmla="*/ 2644376 h 8402012"/>
              <a:gd name="connsiteX3701" fmla="*/ 13713200 w 21052571"/>
              <a:gd name="connsiteY3701" fmla="*/ 2676615 h 8402012"/>
              <a:gd name="connsiteX3702" fmla="*/ 13694930 w 21052571"/>
              <a:gd name="connsiteY3702" fmla="*/ 2644376 h 8402012"/>
              <a:gd name="connsiteX3703" fmla="*/ 12956592 w 21052571"/>
              <a:gd name="connsiteY3703" fmla="*/ 2644376 h 8402012"/>
              <a:gd name="connsiteX3704" fmla="*/ 12969489 w 21052571"/>
              <a:gd name="connsiteY3704" fmla="*/ 2708855 h 8402012"/>
              <a:gd name="connsiteX3705" fmla="*/ 13040421 w 21052571"/>
              <a:gd name="connsiteY3705" fmla="*/ 2708855 h 8402012"/>
              <a:gd name="connsiteX3706" fmla="*/ 13174762 w 21052571"/>
              <a:gd name="connsiteY3706" fmla="*/ 2715302 h 8402012"/>
              <a:gd name="connsiteX3707" fmla="*/ 13373586 w 21052571"/>
              <a:gd name="connsiteY3707" fmla="*/ 2657271 h 8402012"/>
              <a:gd name="connsiteX3708" fmla="*/ 12956592 w 21052571"/>
              <a:gd name="connsiteY3708" fmla="*/ 2644376 h 8402012"/>
              <a:gd name="connsiteX3709" fmla="*/ 12148397 w 21052571"/>
              <a:gd name="connsiteY3709" fmla="*/ 2644376 h 8402012"/>
              <a:gd name="connsiteX3710" fmla="*/ 12167742 w 21052571"/>
              <a:gd name="connsiteY3710" fmla="*/ 2676615 h 8402012"/>
              <a:gd name="connsiteX3711" fmla="*/ 12148397 w 21052571"/>
              <a:gd name="connsiteY3711" fmla="*/ 2644376 h 8402012"/>
              <a:gd name="connsiteX3712" fmla="*/ 18793295 w 21052571"/>
              <a:gd name="connsiteY3712" fmla="*/ 2643603 h 8402012"/>
              <a:gd name="connsiteX3713" fmla="*/ 18812651 w 21052571"/>
              <a:gd name="connsiteY3713" fmla="*/ 2675834 h 8402012"/>
              <a:gd name="connsiteX3714" fmla="*/ 18793295 w 21052571"/>
              <a:gd name="connsiteY3714" fmla="*/ 2643603 h 8402012"/>
              <a:gd name="connsiteX3715" fmla="*/ 19036299 w 21052571"/>
              <a:gd name="connsiteY3715" fmla="*/ 2642281 h 8402012"/>
              <a:gd name="connsiteX3716" fmla="*/ 19052363 w 21052571"/>
              <a:gd name="connsiteY3716" fmla="*/ 2643606 h 8402012"/>
              <a:gd name="connsiteX3717" fmla="*/ 19001287 w 21052571"/>
              <a:gd name="connsiteY3717" fmla="*/ 2676241 h 8402012"/>
              <a:gd name="connsiteX3718" fmla="*/ 19036299 w 21052571"/>
              <a:gd name="connsiteY3718" fmla="*/ 2642281 h 8402012"/>
              <a:gd name="connsiteX3719" fmla="*/ 16888707 w 21052571"/>
              <a:gd name="connsiteY3719" fmla="*/ 2642281 h 8402012"/>
              <a:gd name="connsiteX3720" fmla="*/ 16905287 w 21052571"/>
              <a:gd name="connsiteY3720" fmla="*/ 2643608 h 8402012"/>
              <a:gd name="connsiteX3721" fmla="*/ 16849443 w 21052571"/>
              <a:gd name="connsiteY3721" fmla="*/ 2676242 h 8402012"/>
              <a:gd name="connsiteX3722" fmla="*/ 16888707 w 21052571"/>
              <a:gd name="connsiteY3722" fmla="*/ 2642281 h 8402012"/>
              <a:gd name="connsiteX3723" fmla="*/ 15084454 w 21052571"/>
              <a:gd name="connsiteY3723" fmla="*/ 2637070 h 8402012"/>
              <a:gd name="connsiteX3724" fmla="*/ 15090332 w 21052571"/>
              <a:gd name="connsiteY3724" fmla="*/ 2642069 h 8402012"/>
              <a:gd name="connsiteX3725" fmla="*/ 15088826 w 21052571"/>
              <a:gd name="connsiteY3725" fmla="*/ 2640789 h 8402012"/>
              <a:gd name="connsiteX3726" fmla="*/ 12238943 w 21052571"/>
              <a:gd name="connsiteY3726" fmla="*/ 2636316 h 8402012"/>
              <a:gd name="connsiteX3727" fmla="*/ 12187087 w 21052571"/>
              <a:gd name="connsiteY3727" fmla="*/ 2644376 h 8402012"/>
              <a:gd name="connsiteX3728" fmla="*/ 12276290 w 21052571"/>
              <a:gd name="connsiteY3728" fmla="*/ 2676615 h 8402012"/>
              <a:gd name="connsiteX3729" fmla="*/ 12238943 w 21052571"/>
              <a:gd name="connsiteY3729" fmla="*/ 2636316 h 8402012"/>
              <a:gd name="connsiteX3730" fmla="*/ 15083892 w 21052571"/>
              <a:gd name="connsiteY3730" fmla="*/ 2628806 h 8402012"/>
              <a:gd name="connsiteX3731" fmla="*/ 15084454 w 21052571"/>
              <a:gd name="connsiteY3731" fmla="*/ 2637070 h 8402012"/>
              <a:gd name="connsiteX3732" fmla="*/ 15084908 w 21052571"/>
              <a:gd name="connsiteY3732" fmla="*/ 2643775 h 8402012"/>
              <a:gd name="connsiteX3733" fmla="*/ 15076782 w 21052571"/>
              <a:gd name="connsiteY3733" fmla="*/ 2631800 h 8402012"/>
              <a:gd name="connsiteX3734" fmla="*/ 15083892 w 21052571"/>
              <a:gd name="connsiteY3734" fmla="*/ 2628806 h 8402012"/>
              <a:gd name="connsiteX3735" fmla="*/ 18245871 w 21052571"/>
              <a:gd name="connsiteY3735" fmla="*/ 2616338 h 8402012"/>
              <a:gd name="connsiteX3736" fmla="*/ 18362735 w 21052571"/>
              <a:gd name="connsiteY3736" fmla="*/ 2751760 h 8402012"/>
              <a:gd name="connsiteX3737" fmla="*/ 18549931 w 21052571"/>
              <a:gd name="connsiteY3737" fmla="*/ 2842765 h 8402012"/>
              <a:gd name="connsiteX3738" fmla="*/ 18336763 w 21052571"/>
              <a:gd name="connsiteY3738" fmla="*/ 2816767 h 8402012"/>
              <a:gd name="connsiteX3739" fmla="*/ 18349747 w 21052571"/>
              <a:gd name="connsiteY3739" fmla="*/ 2797259 h 8402012"/>
              <a:gd name="connsiteX3740" fmla="*/ 18297811 w 21052571"/>
              <a:gd name="connsiteY3740" fmla="*/ 2790759 h 8402012"/>
              <a:gd name="connsiteX3741" fmla="*/ 18278331 w 21052571"/>
              <a:gd name="connsiteY3741" fmla="*/ 2720342 h 8402012"/>
              <a:gd name="connsiteX3742" fmla="*/ 18258855 w 21052571"/>
              <a:gd name="connsiteY3742" fmla="*/ 2765843 h 8402012"/>
              <a:gd name="connsiteX3743" fmla="*/ 18226391 w 21052571"/>
              <a:gd name="connsiteY3743" fmla="*/ 2733341 h 8402012"/>
              <a:gd name="connsiteX3744" fmla="*/ 18219899 w 21052571"/>
              <a:gd name="connsiteY3744" fmla="*/ 2655340 h 8402012"/>
              <a:gd name="connsiteX3745" fmla="*/ 18245871 w 21052571"/>
              <a:gd name="connsiteY3745" fmla="*/ 2616338 h 8402012"/>
              <a:gd name="connsiteX3746" fmla="*/ 18020335 w 21052571"/>
              <a:gd name="connsiteY3746" fmla="*/ 2613509 h 8402012"/>
              <a:gd name="connsiteX3747" fmla="*/ 18052283 w 21052571"/>
              <a:gd name="connsiteY3747" fmla="*/ 2628397 h 8402012"/>
              <a:gd name="connsiteX3748" fmla="*/ 17996459 w 21052571"/>
              <a:gd name="connsiteY3748" fmla="*/ 2628397 h 8402012"/>
              <a:gd name="connsiteX3749" fmla="*/ 18008739 w 21052571"/>
              <a:gd name="connsiteY3749" fmla="*/ 2614436 h 8402012"/>
              <a:gd name="connsiteX3750" fmla="*/ 18020335 w 21052571"/>
              <a:gd name="connsiteY3750" fmla="*/ 2613509 h 8402012"/>
              <a:gd name="connsiteX3751" fmla="*/ 17683307 w 21052571"/>
              <a:gd name="connsiteY3751" fmla="*/ 2612256 h 8402012"/>
              <a:gd name="connsiteX3752" fmla="*/ 17701495 w 21052571"/>
              <a:gd name="connsiteY3752" fmla="*/ 2643671 h 8402012"/>
              <a:gd name="connsiteX3753" fmla="*/ 17655199 w 21052571"/>
              <a:gd name="connsiteY3753" fmla="*/ 2630443 h 8402012"/>
              <a:gd name="connsiteX3754" fmla="*/ 17683307 w 21052571"/>
              <a:gd name="connsiteY3754" fmla="*/ 2612256 h 8402012"/>
              <a:gd name="connsiteX3755" fmla="*/ 12488011 w 21052571"/>
              <a:gd name="connsiteY3755" fmla="*/ 2612137 h 8402012"/>
              <a:gd name="connsiteX3756" fmla="*/ 12500908 w 21052571"/>
              <a:gd name="connsiteY3756" fmla="*/ 2644376 h 8402012"/>
              <a:gd name="connsiteX3757" fmla="*/ 12488011 w 21052571"/>
              <a:gd name="connsiteY3757" fmla="*/ 2612137 h 8402012"/>
              <a:gd name="connsiteX3758" fmla="*/ 12411705 w 21052571"/>
              <a:gd name="connsiteY3758" fmla="*/ 2612137 h 8402012"/>
              <a:gd name="connsiteX3759" fmla="*/ 12449321 w 21052571"/>
              <a:gd name="connsiteY3759" fmla="*/ 2644376 h 8402012"/>
              <a:gd name="connsiteX3760" fmla="*/ 12411705 w 21052571"/>
              <a:gd name="connsiteY3760" fmla="*/ 2612137 h 8402012"/>
              <a:gd name="connsiteX3761" fmla="*/ 11975366 w 21052571"/>
              <a:gd name="connsiteY3761" fmla="*/ 2612137 h 8402012"/>
              <a:gd name="connsiteX3762" fmla="*/ 11411134 w 21052571"/>
              <a:gd name="connsiteY3762" fmla="*/ 2759362 h 8402012"/>
              <a:gd name="connsiteX3763" fmla="*/ 11282167 w 21052571"/>
              <a:gd name="connsiteY3763" fmla="*/ 2778702 h 8402012"/>
              <a:gd name="connsiteX3764" fmla="*/ 11173620 w 21052571"/>
              <a:gd name="connsiteY3764" fmla="*/ 2843195 h 8402012"/>
              <a:gd name="connsiteX3765" fmla="*/ 10916760 w 21052571"/>
              <a:gd name="connsiteY3765" fmla="*/ 2920566 h 8402012"/>
              <a:gd name="connsiteX3766" fmla="*/ 10916760 w 21052571"/>
              <a:gd name="connsiteY3766" fmla="*/ 2952806 h 8402012"/>
              <a:gd name="connsiteX3767" fmla="*/ 11539027 w 21052571"/>
              <a:gd name="connsiteY3767" fmla="*/ 2804473 h 8402012"/>
              <a:gd name="connsiteX3768" fmla="*/ 11692713 w 21052571"/>
              <a:gd name="connsiteY3768" fmla="*/ 2778702 h 8402012"/>
              <a:gd name="connsiteX3769" fmla="*/ 11744300 w 21052571"/>
              <a:gd name="connsiteY3769" fmla="*/ 2734643 h 8402012"/>
              <a:gd name="connsiteX3770" fmla="*/ 11821680 w 21052571"/>
              <a:gd name="connsiteY3770" fmla="*/ 2721752 h 8402012"/>
              <a:gd name="connsiteX3771" fmla="*/ 12129052 w 21052571"/>
              <a:gd name="connsiteY3771" fmla="*/ 2676615 h 8402012"/>
              <a:gd name="connsiteX3772" fmla="*/ 11975366 w 21052571"/>
              <a:gd name="connsiteY3772" fmla="*/ 2676615 h 8402012"/>
              <a:gd name="connsiteX3773" fmla="*/ 11975366 w 21052571"/>
              <a:gd name="connsiteY3773" fmla="*/ 2612137 h 8402012"/>
              <a:gd name="connsiteX3774" fmla="*/ 15279596 w 21052571"/>
              <a:gd name="connsiteY3774" fmla="*/ 2611594 h 8402012"/>
              <a:gd name="connsiteX3775" fmla="*/ 15261634 w 21052571"/>
              <a:gd name="connsiteY3775" fmla="*/ 2643702 h 8402012"/>
              <a:gd name="connsiteX3776" fmla="*/ 15279596 w 21052571"/>
              <a:gd name="connsiteY3776" fmla="*/ 2611594 h 8402012"/>
              <a:gd name="connsiteX3777" fmla="*/ 18154279 w 21052571"/>
              <a:gd name="connsiteY3777" fmla="*/ 2611593 h 8402012"/>
              <a:gd name="connsiteX3778" fmla="*/ 18185023 w 21052571"/>
              <a:gd name="connsiteY3778" fmla="*/ 2643702 h 8402012"/>
              <a:gd name="connsiteX3779" fmla="*/ 18148131 w 21052571"/>
              <a:gd name="connsiteY3779" fmla="*/ 2630858 h 8402012"/>
              <a:gd name="connsiteX3780" fmla="*/ 18154279 w 21052571"/>
              <a:gd name="connsiteY3780" fmla="*/ 2611593 h 8402012"/>
              <a:gd name="connsiteX3781" fmla="*/ 15019906 w 21052571"/>
              <a:gd name="connsiteY3781" fmla="*/ 2611591 h 8402012"/>
              <a:gd name="connsiteX3782" fmla="*/ 15038352 w 21052571"/>
              <a:gd name="connsiteY3782" fmla="*/ 2611591 h 8402012"/>
              <a:gd name="connsiteX3783" fmla="*/ 15056798 w 21052571"/>
              <a:gd name="connsiteY3783" fmla="*/ 2630037 h 8402012"/>
              <a:gd name="connsiteX3784" fmla="*/ 15019906 w 21052571"/>
              <a:gd name="connsiteY3784" fmla="*/ 2611591 h 8402012"/>
              <a:gd name="connsiteX3785" fmla="*/ 19375703 w 21052571"/>
              <a:gd name="connsiteY3785" fmla="*/ 2610389 h 8402012"/>
              <a:gd name="connsiteX3786" fmla="*/ 19436239 w 21052571"/>
              <a:gd name="connsiteY3786" fmla="*/ 2657884 h 8402012"/>
              <a:gd name="connsiteX3787" fmla="*/ 19356767 w 21052571"/>
              <a:gd name="connsiteY3787" fmla="*/ 2631394 h 8402012"/>
              <a:gd name="connsiteX3788" fmla="*/ 19375703 w 21052571"/>
              <a:gd name="connsiteY3788" fmla="*/ 2610389 h 8402012"/>
              <a:gd name="connsiteX3789" fmla="*/ 14057213 w 21052571"/>
              <a:gd name="connsiteY3789" fmla="*/ 2602603 h 8402012"/>
              <a:gd name="connsiteX3790" fmla="*/ 14094604 w 21052571"/>
              <a:gd name="connsiteY3790" fmla="*/ 2642914 h 8402012"/>
              <a:gd name="connsiteX3791" fmla="*/ 14000862 w 21052571"/>
              <a:gd name="connsiteY3791" fmla="*/ 2610665 h 8402012"/>
              <a:gd name="connsiteX3792" fmla="*/ 14057213 w 21052571"/>
              <a:gd name="connsiteY3792" fmla="*/ 2602603 h 8402012"/>
              <a:gd name="connsiteX3793" fmla="*/ 18522575 w 21052571"/>
              <a:gd name="connsiteY3793" fmla="*/ 2597378 h 8402012"/>
              <a:gd name="connsiteX3794" fmla="*/ 18529135 w 21052571"/>
              <a:gd name="connsiteY3794" fmla="*/ 2629481 h 8402012"/>
              <a:gd name="connsiteX3795" fmla="*/ 18522575 w 21052571"/>
              <a:gd name="connsiteY3795" fmla="*/ 2610217 h 8402012"/>
              <a:gd name="connsiteX3796" fmla="*/ 18522575 w 21052571"/>
              <a:gd name="connsiteY3796" fmla="*/ 2597378 h 8402012"/>
              <a:gd name="connsiteX3797" fmla="*/ 19318851 w 21052571"/>
              <a:gd name="connsiteY3797" fmla="*/ 2587894 h 8402012"/>
              <a:gd name="connsiteX3798" fmla="*/ 19355743 w 21052571"/>
              <a:gd name="connsiteY3798" fmla="*/ 2601543 h 8402012"/>
              <a:gd name="connsiteX3799" fmla="*/ 19349595 w 21052571"/>
              <a:gd name="connsiteY3799" fmla="*/ 2615194 h 8402012"/>
              <a:gd name="connsiteX3800" fmla="*/ 19318851 w 21052571"/>
              <a:gd name="connsiteY3800" fmla="*/ 2587894 h 8402012"/>
              <a:gd name="connsiteX3801" fmla="*/ 18091255 w 21052571"/>
              <a:gd name="connsiteY3801" fmla="*/ 2587894 h 8402012"/>
              <a:gd name="connsiteX3802" fmla="*/ 18147099 w 21052571"/>
              <a:gd name="connsiteY3802" fmla="*/ 2601122 h 8402012"/>
              <a:gd name="connsiteX3803" fmla="*/ 18091255 w 21052571"/>
              <a:gd name="connsiteY3803" fmla="*/ 2587894 h 8402012"/>
              <a:gd name="connsiteX3804" fmla="*/ 17622023 w 21052571"/>
              <a:gd name="connsiteY3804" fmla="*/ 2587894 h 8402012"/>
              <a:gd name="connsiteX3805" fmla="*/ 17654131 w 21052571"/>
              <a:gd name="connsiteY3805" fmla="*/ 2600737 h 8402012"/>
              <a:gd name="connsiteX3806" fmla="*/ 17622023 w 21052571"/>
              <a:gd name="connsiteY3806" fmla="*/ 2587894 h 8402012"/>
              <a:gd name="connsiteX3807" fmla="*/ 10773452 w 21052571"/>
              <a:gd name="connsiteY3807" fmla="*/ 2587654 h 8402012"/>
              <a:gd name="connsiteX3808" fmla="*/ 10672797 w 21052571"/>
              <a:gd name="connsiteY3808" fmla="*/ 2612137 h 8402012"/>
              <a:gd name="connsiteX3809" fmla="*/ 10564249 w 21052571"/>
              <a:gd name="connsiteY3809" fmla="*/ 2657271 h 8402012"/>
              <a:gd name="connsiteX3810" fmla="*/ 10692142 w 21052571"/>
              <a:gd name="connsiteY3810" fmla="*/ 2644376 h 8402012"/>
              <a:gd name="connsiteX3811" fmla="*/ 10737280 w 21052571"/>
              <a:gd name="connsiteY3811" fmla="*/ 2612137 h 8402012"/>
              <a:gd name="connsiteX3812" fmla="*/ 10788867 w 21052571"/>
              <a:gd name="connsiteY3812" fmla="*/ 2612137 h 8402012"/>
              <a:gd name="connsiteX3813" fmla="*/ 10773452 w 21052571"/>
              <a:gd name="connsiteY3813" fmla="*/ 2587654 h 8402012"/>
              <a:gd name="connsiteX3814" fmla="*/ 1340057 w 21052571"/>
              <a:gd name="connsiteY3814" fmla="*/ 2585027 h 8402012"/>
              <a:gd name="connsiteX3815" fmla="*/ 1303190 w 21052571"/>
              <a:gd name="connsiteY3815" fmla="*/ 2611482 h 8402012"/>
              <a:gd name="connsiteX3816" fmla="*/ 1340057 w 21052571"/>
              <a:gd name="connsiteY3816" fmla="*/ 2585027 h 8402012"/>
              <a:gd name="connsiteX3817" fmla="*/ 14844536 w 21052571"/>
              <a:gd name="connsiteY3817" fmla="*/ 2584562 h 8402012"/>
              <a:gd name="connsiteX3818" fmla="*/ 14881428 w 21052571"/>
              <a:gd name="connsiteY3818" fmla="*/ 2609157 h 8402012"/>
              <a:gd name="connsiteX3819" fmla="*/ 14844536 w 21052571"/>
              <a:gd name="connsiteY3819" fmla="*/ 2584562 h 8402012"/>
              <a:gd name="connsiteX3820" fmla="*/ 17995895 w 21052571"/>
              <a:gd name="connsiteY3820" fmla="*/ 2568937 h 8402012"/>
              <a:gd name="connsiteX3821" fmla="*/ 18009543 w 21052571"/>
              <a:gd name="connsiteY3821" fmla="*/ 2589410 h 8402012"/>
              <a:gd name="connsiteX3822" fmla="*/ 17995895 w 21052571"/>
              <a:gd name="connsiteY3822" fmla="*/ 2568937 h 8402012"/>
              <a:gd name="connsiteX3823" fmla="*/ 10564249 w 21052571"/>
              <a:gd name="connsiteY3823" fmla="*/ 2554106 h 8402012"/>
              <a:gd name="connsiteX3824" fmla="*/ 10577146 w 21052571"/>
              <a:gd name="connsiteY3824" fmla="*/ 2586345 h 8402012"/>
              <a:gd name="connsiteX3825" fmla="*/ 10564249 w 21052571"/>
              <a:gd name="connsiteY3825" fmla="*/ 2554106 h 8402012"/>
              <a:gd name="connsiteX3826" fmla="*/ 18878459 w 21052571"/>
              <a:gd name="connsiteY3826" fmla="*/ 2546713 h 8402012"/>
              <a:gd name="connsiteX3827" fmla="*/ 18875655 w 21052571"/>
              <a:gd name="connsiteY3827" fmla="*/ 2550499 h 8402012"/>
              <a:gd name="connsiteX3828" fmla="*/ 18873315 w 21052571"/>
              <a:gd name="connsiteY3828" fmla="*/ 2553657 h 8402012"/>
              <a:gd name="connsiteX3829" fmla="*/ 18829075 w 21052571"/>
              <a:gd name="connsiteY3829" fmla="*/ 2540496 h 8402012"/>
              <a:gd name="connsiteX3830" fmla="*/ 18834343 w 21052571"/>
              <a:gd name="connsiteY3830" fmla="*/ 2551357 h 8402012"/>
              <a:gd name="connsiteX3831" fmla="*/ 18831111 w 21052571"/>
              <a:gd name="connsiteY3831" fmla="*/ 2554711 h 8402012"/>
              <a:gd name="connsiteX3832" fmla="*/ 18825783 w 21052571"/>
              <a:gd name="connsiteY3832" fmla="*/ 2560242 h 8402012"/>
              <a:gd name="connsiteX3833" fmla="*/ 18816435 w 21052571"/>
              <a:gd name="connsiteY3833" fmla="*/ 2551357 h 8402012"/>
              <a:gd name="connsiteX3834" fmla="*/ 18829075 w 21052571"/>
              <a:gd name="connsiteY3834" fmla="*/ 2540496 h 8402012"/>
              <a:gd name="connsiteX3835" fmla="*/ 18883139 w 21052571"/>
              <a:gd name="connsiteY3835" fmla="*/ 2540395 h 8402012"/>
              <a:gd name="connsiteX3836" fmla="*/ 18880515 w 21052571"/>
              <a:gd name="connsiteY3836" fmla="*/ 2543938 h 8402012"/>
              <a:gd name="connsiteX3837" fmla="*/ 18878459 w 21052571"/>
              <a:gd name="connsiteY3837" fmla="*/ 2546713 h 8402012"/>
              <a:gd name="connsiteX3838" fmla="*/ 18884835 w 21052571"/>
              <a:gd name="connsiteY3838" fmla="*/ 2538105 h 8402012"/>
              <a:gd name="connsiteX3839" fmla="*/ 18884655 w 21052571"/>
              <a:gd name="connsiteY3839" fmla="*/ 2538349 h 8402012"/>
              <a:gd name="connsiteX3840" fmla="*/ 18883139 w 21052571"/>
              <a:gd name="connsiteY3840" fmla="*/ 2540395 h 8402012"/>
              <a:gd name="connsiteX3841" fmla="*/ 12449321 w 21052571"/>
              <a:gd name="connsiteY3841" fmla="*/ 2522941 h 8402012"/>
              <a:gd name="connsiteX3842" fmla="*/ 12488011 w 21052571"/>
              <a:gd name="connsiteY3842" fmla="*/ 2554106 h 8402012"/>
              <a:gd name="connsiteX3843" fmla="*/ 12449321 w 21052571"/>
              <a:gd name="connsiteY3843" fmla="*/ 2522941 h 8402012"/>
              <a:gd name="connsiteX3844" fmla="*/ 10601865 w 21052571"/>
              <a:gd name="connsiteY3844" fmla="*/ 2522941 h 8402012"/>
              <a:gd name="connsiteX3845" fmla="*/ 10601865 w 21052571"/>
              <a:gd name="connsiteY3845" fmla="*/ 2586345 h 8402012"/>
              <a:gd name="connsiteX3846" fmla="*/ 10672797 w 21052571"/>
              <a:gd name="connsiteY3846" fmla="*/ 2522941 h 8402012"/>
              <a:gd name="connsiteX3847" fmla="*/ 10601865 w 21052571"/>
              <a:gd name="connsiteY3847" fmla="*/ 2522941 h 8402012"/>
              <a:gd name="connsiteX3848" fmla="*/ 9789371 w 21052571"/>
              <a:gd name="connsiteY3848" fmla="*/ 2522941 h 8402012"/>
              <a:gd name="connsiteX3849" fmla="*/ 9826986 w 21052571"/>
              <a:gd name="connsiteY3849" fmla="*/ 2554106 h 8402012"/>
              <a:gd name="connsiteX3850" fmla="*/ 9789371 w 21052571"/>
              <a:gd name="connsiteY3850" fmla="*/ 2522941 h 8402012"/>
              <a:gd name="connsiteX3851" fmla="*/ 17848535 w 21052571"/>
              <a:gd name="connsiteY3851" fmla="*/ 2521536 h 8402012"/>
              <a:gd name="connsiteX3852" fmla="*/ 17830571 w 21052571"/>
              <a:gd name="connsiteY3852" fmla="*/ 2553605 h 8402012"/>
              <a:gd name="connsiteX3853" fmla="*/ 17848535 w 21052571"/>
              <a:gd name="connsiteY3853" fmla="*/ 2521536 h 8402012"/>
              <a:gd name="connsiteX3854" fmla="*/ 14695029 w 21052571"/>
              <a:gd name="connsiteY3854" fmla="*/ 2510960 h 8402012"/>
              <a:gd name="connsiteX3855" fmla="*/ 14757289 w 21052571"/>
              <a:gd name="connsiteY3855" fmla="*/ 2522405 h 8402012"/>
              <a:gd name="connsiteX3856" fmla="*/ 14776611 w 21052571"/>
              <a:gd name="connsiteY3856" fmla="*/ 2637665 h 8402012"/>
              <a:gd name="connsiteX3857" fmla="*/ 14815256 w 21052571"/>
              <a:gd name="connsiteY3857" fmla="*/ 2553644 h 8402012"/>
              <a:gd name="connsiteX3858" fmla="*/ 14815256 w 21052571"/>
              <a:gd name="connsiteY3858" fmla="*/ 2644129 h 8402012"/>
              <a:gd name="connsiteX3859" fmla="*/ 14853900 w 21052571"/>
              <a:gd name="connsiteY3859" fmla="*/ 2657055 h 8402012"/>
              <a:gd name="connsiteX3860" fmla="*/ 14942997 w 21052571"/>
              <a:gd name="connsiteY3860" fmla="*/ 2695834 h 8402012"/>
              <a:gd name="connsiteX3861" fmla="*/ 14681074 w 21052571"/>
              <a:gd name="connsiteY3861" fmla="*/ 2657055 h 8402012"/>
              <a:gd name="connsiteX3862" fmla="*/ 14642430 w 21052571"/>
              <a:gd name="connsiteY3862" fmla="*/ 2547181 h 8402012"/>
              <a:gd name="connsiteX3863" fmla="*/ 14695029 w 21052571"/>
              <a:gd name="connsiteY3863" fmla="*/ 2510960 h 8402012"/>
              <a:gd name="connsiteX3864" fmla="*/ 19171919 w 21052571"/>
              <a:gd name="connsiteY3864" fmla="*/ 2497837 h 8402012"/>
              <a:gd name="connsiteX3865" fmla="*/ 19237187 w 21052571"/>
              <a:gd name="connsiteY3865" fmla="*/ 2522431 h 8402012"/>
              <a:gd name="connsiteX3866" fmla="*/ 19171919 w 21052571"/>
              <a:gd name="connsiteY3866" fmla="*/ 2497837 h 8402012"/>
              <a:gd name="connsiteX3867" fmla="*/ 9860840 w 21052571"/>
              <a:gd name="connsiteY3867" fmla="*/ 2495538 h 8402012"/>
              <a:gd name="connsiteX3868" fmla="*/ 9846331 w 21052571"/>
              <a:gd name="connsiteY3868" fmla="*/ 2522941 h 8402012"/>
              <a:gd name="connsiteX3869" fmla="*/ 9885021 w 21052571"/>
              <a:gd name="connsiteY3869" fmla="*/ 2497149 h 8402012"/>
              <a:gd name="connsiteX3870" fmla="*/ 9860840 w 21052571"/>
              <a:gd name="connsiteY3870" fmla="*/ 2495538 h 8402012"/>
              <a:gd name="connsiteX3871" fmla="*/ 18479443 w 21052571"/>
              <a:gd name="connsiteY3871" fmla="*/ 2483534 h 8402012"/>
              <a:gd name="connsiteX3872" fmla="*/ 18477703 w 21052571"/>
              <a:gd name="connsiteY3872" fmla="*/ 2488949 h 8402012"/>
              <a:gd name="connsiteX3873" fmla="*/ 18475335 w 21052571"/>
              <a:gd name="connsiteY3873" fmla="*/ 2496308 h 8402012"/>
              <a:gd name="connsiteX3874" fmla="*/ 18425671 w 21052571"/>
              <a:gd name="connsiteY3874" fmla="*/ 2478984 h 8402012"/>
              <a:gd name="connsiteX3875" fmla="*/ 18451183 w 21052571"/>
              <a:gd name="connsiteY3875" fmla="*/ 2484158 h 8402012"/>
              <a:gd name="connsiteX3876" fmla="*/ 18475335 w 21052571"/>
              <a:gd name="connsiteY3876" fmla="*/ 2496308 h 8402012"/>
              <a:gd name="connsiteX3877" fmla="*/ 18475703 w 21052571"/>
              <a:gd name="connsiteY3877" fmla="*/ 2496493 h 8402012"/>
              <a:gd name="connsiteX3878" fmla="*/ 18488343 w 21052571"/>
              <a:gd name="connsiteY3878" fmla="*/ 2509226 h 8402012"/>
              <a:gd name="connsiteX3879" fmla="*/ 18375639 w 21052571"/>
              <a:gd name="connsiteY3879" fmla="*/ 2509226 h 8402012"/>
              <a:gd name="connsiteX3880" fmla="*/ 18425671 w 21052571"/>
              <a:gd name="connsiteY3880" fmla="*/ 2478984 h 8402012"/>
              <a:gd name="connsiteX3881" fmla="*/ 18481899 w 21052571"/>
              <a:gd name="connsiteY3881" fmla="*/ 2475899 h 8402012"/>
              <a:gd name="connsiteX3882" fmla="*/ 18479443 w 21052571"/>
              <a:gd name="connsiteY3882" fmla="*/ 2483534 h 8402012"/>
              <a:gd name="connsiteX3883" fmla="*/ 18480335 w 21052571"/>
              <a:gd name="connsiteY3883" fmla="*/ 2480767 h 8402012"/>
              <a:gd name="connsiteX3884" fmla="*/ 18482755 w 21052571"/>
              <a:gd name="connsiteY3884" fmla="*/ 2473243 h 8402012"/>
              <a:gd name="connsiteX3885" fmla="*/ 18481899 w 21052571"/>
              <a:gd name="connsiteY3885" fmla="*/ 2475899 h 8402012"/>
              <a:gd name="connsiteX3886" fmla="*/ 18481911 w 21052571"/>
              <a:gd name="connsiteY3886" fmla="*/ 2475861 h 8402012"/>
              <a:gd name="connsiteX3887" fmla="*/ 18482755 w 21052571"/>
              <a:gd name="connsiteY3887" fmla="*/ 2473243 h 8402012"/>
              <a:gd name="connsiteX3888" fmla="*/ 10826483 w 21052571"/>
              <a:gd name="connsiteY3888" fmla="*/ 2464911 h 8402012"/>
              <a:gd name="connsiteX3889" fmla="*/ 10826483 w 21052571"/>
              <a:gd name="connsiteY3889" fmla="*/ 2497149 h 8402012"/>
              <a:gd name="connsiteX3890" fmla="*/ 10826483 w 21052571"/>
              <a:gd name="connsiteY3890" fmla="*/ 2464911 h 8402012"/>
              <a:gd name="connsiteX3891" fmla="*/ 17001115 w 21052571"/>
              <a:gd name="connsiteY3891" fmla="*/ 2464657 h 8402012"/>
              <a:gd name="connsiteX3892" fmla="*/ 17019023 w 21052571"/>
              <a:gd name="connsiteY3892" fmla="*/ 2496762 h 8402012"/>
              <a:gd name="connsiteX3893" fmla="*/ 17001115 w 21052571"/>
              <a:gd name="connsiteY3893" fmla="*/ 2464657 h 8402012"/>
              <a:gd name="connsiteX3894" fmla="*/ 19170823 w 21052571"/>
              <a:gd name="connsiteY3894" fmla="*/ 2464657 h 8402012"/>
              <a:gd name="connsiteX3895" fmla="*/ 19170823 w 21052571"/>
              <a:gd name="connsiteY3895" fmla="*/ 2496762 h 8402012"/>
              <a:gd name="connsiteX3896" fmla="*/ 19170823 w 21052571"/>
              <a:gd name="connsiteY3896" fmla="*/ 2464657 h 8402012"/>
              <a:gd name="connsiteX3897" fmla="*/ 19625795 w 21052571"/>
              <a:gd name="connsiteY3897" fmla="*/ 2464656 h 8402012"/>
              <a:gd name="connsiteX3898" fmla="*/ 19598495 w 21052571"/>
              <a:gd name="connsiteY3898" fmla="*/ 2496762 h 8402012"/>
              <a:gd name="connsiteX3899" fmla="*/ 19625795 w 21052571"/>
              <a:gd name="connsiteY3899" fmla="*/ 2464656 h 8402012"/>
              <a:gd name="connsiteX3900" fmla="*/ 17704407 w 21052571"/>
              <a:gd name="connsiteY3900" fmla="*/ 2460359 h 8402012"/>
              <a:gd name="connsiteX3901" fmla="*/ 17729999 w 21052571"/>
              <a:gd name="connsiteY3901" fmla="*/ 2476892 h 8402012"/>
              <a:gd name="connsiteX3902" fmla="*/ 17674159 w 21052571"/>
              <a:gd name="connsiteY3902" fmla="*/ 2496733 h 8402012"/>
              <a:gd name="connsiteX3903" fmla="*/ 17674159 w 21052571"/>
              <a:gd name="connsiteY3903" fmla="*/ 2463666 h 8402012"/>
              <a:gd name="connsiteX3904" fmla="*/ 17704407 w 21052571"/>
              <a:gd name="connsiteY3904" fmla="*/ 2460359 h 8402012"/>
              <a:gd name="connsiteX3905" fmla="*/ 13332893 w 21052571"/>
              <a:gd name="connsiteY3905" fmla="*/ 2457583 h 8402012"/>
              <a:gd name="connsiteX3906" fmla="*/ 13336732 w 21052571"/>
              <a:gd name="connsiteY3906" fmla="*/ 2477737 h 8402012"/>
              <a:gd name="connsiteX3907" fmla="*/ 13323082 w 21052571"/>
              <a:gd name="connsiteY3907" fmla="*/ 2464088 h 8402012"/>
              <a:gd name="connsiteX3908" fmla="*/ 13332893 w 21052571"/>
              <a:gd name="connsiteY3908" fmla="*/ 2457583 h 8402012"/>
              <a:gd name="connsiteX3909" fmla="*/ 17730567 w 21052571"/>
              <a:gd name="connsiteY3909" fmla="*/ 2450355 h 8402012"/>
              <a:gd name="connsiteX3910" fmla="*/ 17728823 w 21052571"/>
              <a:gd name="connsiteY3910" fmla="*/ 2455770 h 8402012"/>
              <a:gd name="connsiteX3911" fmla="*/ 17726299 w 21052571"/>
              <a:gd name="connsiteY3911" fmla="*/ 2463623 h 8402012"/>
              <a:gd name="connsiteX3912" fmla="*/ 17733875 w 21052571"/>
              <a:gd name="connsiteY3912" fmla="*/ 2440064 h 8402012"/>
              <a:gd name="connsiteX3913" fmla="*/ 17732003 w 21052571"/>
              <a:gd name="connsiteY3913" fmla="*/ 2445888 h 8402012"/>
              <a:gd name="connsiteX3914" fmla="*/ 17742519 w 21052571"/>
              <a:gd name="connsiteY3914" fmla="*/ 2447943 h 8402012"/>
              <a:gd name="connsiteX3915" fmla="*/ 17744163 w 21052571"/>
              <a:gd name="connsiteY3915" fmla="*/ 2463660 h 8402012"/>
              <a:gd name="connsiteX3916" fmla="*/ 17731751 w 21052571"/>
              <a:gd name="connsiteY3916" fmla="*/ 2446677 h 8402012"/>
              <a:gd name="connsiteX3917" fmla="*/ 17731455 w 21052571"/>
              <a:gd name="connsiteY3917" fmla="*/ 2447589 h 8402012"/>
              <a:gd name="connsiteX3918" fmla="*/ 17730567 w 21052571"/>
              <a:gd name="connsiteY3918" fmla="*/ 2450355 h 8402012"/>
              <a:gd name="connsiteX3919" fmla="*/ 17731747 w 21052571"/>
              <a:gd name="connsiteY3919" fmla="*/ 2446677 h 8402012"/>
              <a:gd name="connsiteX3920" fmla="*/ 17731035 w 21052571"/>
              <a:gd name="connsiteY3920" fmla="*/ 2445698 h 8402012"/>
              <a:gd name="connsiteX3921" fmla="*/ 17732003 w 21052571"/>
              <a:gd name="connsiteY3921" fmla="*/ 2445888 h 8402012"/>
              <a:gd name="connsiteX3922" fmla="*/ 17733035 w 21052571"/>
              <a:gd name="connsiteY3922" fmla="*/ 2442682 h 8402012"/>
              <a:gd name="connsiteX3923" fmla="*/ 17733875 w 21052571"/>
              <a:gd name="connsiteY3923" fmla="*/ 2440064 h 8402012"/>
              <a:gd name="connsiteX3924" fmla="*/ 10916760 w 21052571"/>
              <a:gd name="connsiteY3924" fmla="*/ 2432672 h 8402012"/>
              <a:gd name="connsiteX3925" fmla="*/ 10936105 w 21052571"/>
              <a:gd name="connsiteY3925" fmla="*/ 2464911 h 8402012"/>
              <a:gd name="connsiteX3926" fmla="*/ 10916760 w 21052571"/>
              <a:gd name="connsiteY3926" fmla="*/ 2432672 h 8402012"/>
              <a:gd name="connsiteX3927" fmla="*/ 10429908 w 21052571"/>
              <a:gd name="connsiteY3927" fmla="*/ 2432672 h 8402012"/>
              <a:gd name="connsiteX3928" fmla="*/ 10174123 w 21052571"/>
              <a:gd name="connsiteY3928" fmla="*/ 2547657 h 8402012"/>
              <a:gd name="connsiteX3929" fmla="*/ 10109639 w 21052571"/>
              <a:gd name="connsiteY3929" fmla="*/ 2599243 h 8402012"/>
              <a:gd name="connsiteX3930" fmla="*/ 10167675 w 21052571"/>
              <a:gd name="connsiteY3930" fmla="*/ 2566999 h 8402012"/>
              <a:gd name="connsiteX3931" fmla="*/ 10224635 w 21052571"/>
              <a:gd name="connsiteY3931" fmla="*/ 2554106 h 8402012"/>
              <a:gd name="connsiteX3932" fmla="*/ 10308464 w 21052571"/>
              <a:gd name="connsiteY3932" fmla="*/ 2535836 h 8402012"/>
              <a:gd name="connsiteX3933" fmla="*/ 10385844 w 21052571"/>
              <a:gd name="connsiteY3933" fmla="*/ 2510046 h 8402012"/>
              <a:gd name="connsiteX3934" fmla="*/ 10429908 w 21052571"/>
              <a:gd name="connsiteY3934" fmla="*/ 2497149 h 8402012"/>
              <a:gd name="connsiteX3935" fmla="*/ 10429908 w 21052571"/>
              <a:gd name="connsiteY3935" fmla="*/ 2432672 h 8402012"/>
              <a:gd name="connsiteX3936" fmla="*/ 10032259 w 21052571"/>
              <a:gd name="connsiteY3936" fmla="*/ 2432672 h 8402012"/>
              <a:gd name="connsiteX3937" fmla="*/ 10051604 w 21052571"/>
              <a:gd name="connsiteY3937" fmla="*/ 2464911 h 8402012"/>
              <a:gd name="connsiteX3938" fmla="*/ 10032259 w 21052571"/>
              <a:gd name="connsiteY3938" fmla="*/ 2432672 h 8402012"/>
              <a:gd name="connsiteX3939" fmla="*/ 17843543 w 21052571"/>
              <a:gd name="connsiteY3939" fmla="*/ 2431480 h 8402012"/>
              <a:gd name="connsiteX3940" fmla="*/ 17888947 w 21052571"/>
              <a:gd name="connsiteY3940" fmla="*/ 2457549 h 8402012"/>
              <a:gd name="connsiteX3941" fmla="*/ 17960291 w 21052571"/>
              <a:gd name="connsiteY3941" fmla="*/ 2490135 h 8402012"/>
              <a:gd name="connsiteX3942" fmla="*/ 18031639 w 21052571"/>
              <a:gd name="connsiteY3942" fmla="*/ 2529239 h 8402012"/>
              <a:gd name="connsiteX3943" fmla="*/ 18075959 w 21052571"/>
              <a:gd name="connsiteY3943" fmla="*/ 2554221 h 8402012"/>
              <a:gd name="connsiteX3944" fmla="*/ 18075959 w 21052571"/>
              <a:gd name="connsiteY3944" fmla="*/ 2586807 h 8402012"/>
              <a:gd name="connsiteX3945" fmla="*/ 18012179 w 21052571"/>
              <a:gd name="connsiteY3945" fmla="*/ 2586807 h 8402012"/>
              <a:gd name="connsiteX3946" fmla="*/ 17960291 w 21052571"/>
              <a:gd name="connsiteY3946" fmla="*/ 2547704 h 8402012"/>
              <a:gd name="connsiteX3947" fmla="*/ 17830571 w 21052571"/>
              <a:gd name="connsiteY3947" fmla="*/ 2496652 h 8402012"/>
              <a:gd name="connsiteX3948" fmla="*/ 17843543 w 21052571"/>
              <a:gd name="connsiteY3948" fmla="*/ 2431480 h 8402012"/>
              <a:gd name="connsiteX3949" fmla="*/ 17147051 w 21052571"/>
              <a:gd name="connsiteY3949" fmla="*/ 2431480 h 8402012"/>
              <a:gd name="connsiteX3950" fmla="*/ 17129091 w 21052571"/>
              <a:gd name="connsiteY3950" fmla="*/ 2463588 h 8402012"/>
              <a:gd name="connsiteX3951" fmla="*/ 17147051 w 21052571"/>
              <a:gd name="connsiteY3951" fmla="*/ 2431480 h 8402012"/>
              <a:gd name="connsiteX3952" fmla="*/ 16322338 w 21052571"/>
              <a:gd name="connsiteY3952" fmla="*/ 2431480 h 8402012"/>
              <a:gd name="connsiteX3953" fmla="*/ 16304374 w 21052571"/>
              <a:gd name="connsiteY3953" fmla="*/ 2463588 h 8402012"/>
              <a:gd name="connsiteX3954" fmla="*/ 16322338 w 21052571"/>
              <a:gd name="connsiteY3954" fmla="*/ 2431480 h 8402012"/>
              <a:gd name="connsiteX3955" fmla="*/ 13824427 w 21052571"/>
              <a:gd name="connsiteY3955" fmla="*/ 2431480 h 8402012"/>
              <a:gd name="connsiteX3956" fmla="*/ 13773355 w 21052571"/>
              <a:gd name="connsiteY3956" fmla="*/ 2464547 h 8402012"/>
              <a:gd name="connsiteX3957" fmla="*/ 13824427 w 21052571"/>
              <a:gd name="connsiteY3957" fmla="*/ 2431480 h 8402012"/>
              <a:gd name="connsiteX3958" fmla="*/ 845494 w 21052571"/>
              <a:gd name="connsiteY3958" fmla="*/ 2427183 h 8402012"/>
              <a:gd name="connsiteX3959" fmla="*/ 1032486 w 21052571"/>
              <a:gd name="connsiteY3959" fmla="*/ 2491407 h 8402012"/>
              <a:gd name="connsiteX3960" fmla="*/ 1283154 w 21052571"/>
              <a:gd name="connsiteY3960" fmla="*/ 2586821 h 8402012"/>
              <a:gd name="connsiteX3961" fmla="*/ 1122855 w 21052571"/>
              <a:gd name="connsiteY3961" fmla="*/ 2554659 h 8402012"/>
              <a:gd name="connsiteX3962" fmla="*/ 781817 w 21052571"/>
              <a:gd name="connsiteY3962" fmla="*/ 2433515 h 8402012"/>
              <a:gd name="connsiteX3963" fmla="*/ 845494 w 21052571"/>
              <a:gd name="connsiteY3963" fmla="*/ 2427183 h 8402012"/>
              <a:gd name="connsiteX3964" fmla="*/ 11472595 w 21052571"/>
              <a:gd name="connsiteY3964" fmla="*/ 2422901 h 8402012"/>
              <a:gd name="connsiteX3965" fmla="*/ 11398238 w 21052571"/>
              <a:gd name="connsiteY3965" fmla="*/ 2445566 h 8402012"/>
              <a:gd name="connsiteX3966" fmla="*/ 11301512 w 21052571"/>
              <a:gd name="connsiteY3966" fmla="*/ 2484256 h 8402012"/>
              <a:gd name="connsiteX3967" fmla="*/ 11192965 w 21052571"/>
              <a:gd name="connsiteY3967" fmla="*/ 2522941 h 8402012"/>
              <a:gd name="connsiteX3968" fmla="*/ 11115584 w 21052571"/>
              <a:gd name="connsiteY3968" fmla="*/ 2554106 h 8402012"/>
              <a:gd name="connsiteX3969" fmla="*/ 10916760 w 21052571"/>
              <a:gd name="connsiteY3969" fmla="*/ 2599243 h 8402012"/>
              <a:gd name="connsiteX3970" fmla="*/ 11076894 w 21052571"/>
              <a:gd name="connsiteY3970" fmla="*/ 2586345 h 8402012"/>
              <a:gd name="connsiteX3971" fmla="*/ 11217683 w 21052571"/>
              <a:gd name="connsiteY3971" fmla="*/ 2542284 h 8402012"/>
              <a:gd name="connsiteX3972" fmla="*/ 11493888 w 21052571"/>
              <a:gd name="connsiteY3972" fmla="*/ 2432672 h 8402012"/>
              <a:gd name="connsiteX3973" fmla="*/ 11472595 w 21052571"/>
              <a:gd name="connsiteY3973" fmla="*/ 2422901 h 8402012"/>
              <a:gd name="connsiteX3974" fmla="*/ 13900203 w 21052571"/>
              <a:gd name="connsiteY3974" fmla="*/ 2400427 h 8402012"/>
              <a:gd name="connsiteX3975" fmla="*/ 13900203 w 21052571"/>
              <a:gd name="connsiteY3975" fmla="*/ 2464911 h 8402012"/>
              <a:gd name="connsiteX3976" fmla="*/ 13861513 w 21052571"/>
              <a:gd name="connsiteY3976" fmla="*/ 2471358 h 8402012"/>
              <a:gd name="connsiteX3977" fmla="*/ 13893755 w 21052571"/>
              <a:gd name="connsiteY3977" fmla="*/ 2503598 h 8402012"/>
              <a:gd name="connsiteX3978" fmla="*/ 13995854 w 21052571"/>
              <a:gd name="connsiteY3978" fmla="*/ 2477804 h 8402012"/>
              <a:gd name="connsiteX3979" fmla="*/ 13963612 w 21052571"/>
              <a:gd name="connsiteY3979" fmla="*/ 2452014 h 8402012"/>
              <a:gd name="connsiteX3980" fmla="*/ 13963612 w 21052571"/>
              <a:gd name="connsiteY3980" fmla="*/ 2419778 h 8402012"/>
              <a:gd name="connsiteX3981" fmla="*/ 13937818 w 21052571"/>
              <a:gd name="connsiteY3981" fmla="*/ 2419778 h 8402012"/>
              <a:gd name="connsiteX3982" fmla="*/ 13900203 w 21052571"/>
              <a:gd name="connsiteY3982" fmla="*/ 2400427 h 8402012"/>
              <a:gd name="connsiteX3983" fmla="*/ 19041559 w 21052571"/>
              <a:gd name="connsiteY3983" fmla="*/ 2393591 h 8402012"/>
              <a:gd name="connsiteX3984" fmla="*/ 19128207 w 21052571"/>
              <a:gd name="connsiteY3984" fmla="*/ 2444618 h 8402012"/>
              <a:gd name="connsiteX3985" fmla="*/ 19015507 w 21052571"/>
              <a:gd name="connsiteY3985" fmla="*/ 2412219 h 8402012"/>
              <a:gd name="connsiteX3986" fmla="*/ 19041559 w 21052571"/>
              <a:gd name="connsiteY3986" fmla="*/ 2393591 h 8402012"/>
              <a:gd name="connsiteX3987" fmla="*/ 11128481 w 21052571"/>
              <a:gd name="connsiteY3987" fmla="*/ 2381086 h 8402012"/>
              <a:gd name="connsiteX3988" fmla="*/ 10961898 w 21052571"/>
              <a:gd name="connsiteY3988" fmla="*/ 2432672 h 8402012"/>
              <a:gd name="connsiteX3989" fmla="*/ 11128481 w 21052571"/>
              <a:gd name="connsiteY3989" fmla="*/ 2381086 h 8402012"/>
              <a:gd name="connsiteX3990" fmla="*/ 16987427 w 21052571"/>
              <a:gd name="connsiteY3990" fmla="*/ 2369862 h 8402012"/>
              <a:gd name="connsiteX3991" fmla="*/ 17019023 w 21052571"/>
              <a:gd name="connsiteY3991" fmla="*/ 2401967 h 8402012"/>
              <a:gd name="connsiteX3992" fmla="*/ 16982159 w 21052571"/>
              <a:gd name="connsiteY3992" fmla="*/ 2382704 h 8402012"/>
              <a:gd name="connsiteX3993" fmla="*/ 16987427 w 21052571"/>
              <a:gd name="connsiteY3993" fmla="*/ 2369862 h 8402012"/>
              <a:gd name="connsiteX3994" fmla="*/ 18534659 w 21052571"/>
              <a:gd name="connsiteY3994" fmla="*/ 2366944 h 8402012"/>
              <a:gd name="connsiteX3995" fmla="*/ 18549179 w 21052571"/>
              <a:gd name="connsiteY3995" fmla="*/ 2419067 h 8402012"/>
              <a:gd name="connsiteX3996" fmla="*/ 18620155 w 21052571"/>
              <a:gd name="connsiteY3996" fmla="*/ 2496418 h 8402012"/>
              <a:gd name="connsiteX3997" fmla="*/ 18587891 w 21052571"/>
              <a:gd name="connsiteY3997" fmla="*/ 2522203 h 8402012"/>
              <a:gd name="connsiteX3998" fmla="*/ 18620155 w 21052571"/>
              <a:gd name="connsiteY3998" fmla="*/ 2541541 h 8402012"/>
              <a:gd name="connsiteX3999" fmla="*/ 18631983 w 21052571"/>
              <a:gd name="connsiteY3999" fmla="*/ 2546914 h 8402012"/>
              <a:gd name="connsiteX4000" fmla="*/ 18748127 w 21052571"/>
              <a:gd name="connsiteY4000" fmla="*/ 2522203 h 8402012"/>
              <a:gd name="connsiteX4001" fmla="*/ 18765595 w 21052571"/>
              <a:gd name="connsiteY4001" fmla="*/ 2529864 h 8402012"/>
              <a:gd name="connsiteX4002" fmla="*/ 18759563 w 21052571"/>
              <a:gd name="connsiteY4002" fmla="*/ 2520160 h 8402012"/>
              <a:gd name="connsiteX4003" fmla="*/ 18771535 w 21052571"/>
              <a:gd name="connsiteY4003" fmla="*/ 2507316 h 8402012"/>
              <a:gd name="connsiteX4004" fmla="*/ 18776027 w 21052571"/>
              <a:gd name="connsiteY4004" fmla="*/ 2523370 h 8402012"/>
              <a:gd name="connsiteX4005" fmla="*/ 18773267 w 21052571"/>
              <a:gd name="connsiteY4005" fmla="*/ 2533230 h 8402012"/>
              <a:gd name="connsiteX4006" fmla="*/ 18781195 w 21052571"/>
              <a:gd name="connsiteY4006" fmla="*/ 2536706 h 8402012"/>
              <a:gd name="connsiteX4007" fmla="*/ 18819103 w 21052571"/>
              <a:gd name="connsiteY4007" fmla="*/ 2560878 h 8402012"/>
              <a:gd name="connsiteX4008" fmla="*/ 18863195 w 21052571"/>
              <a:gd name="connsiteY4008" fmla="*/ 2572696 h 8402012"/>
              <a:gd name="connsiteX4009" fmla="*/ 18979339 w 21052571"/>
              <a:gd name="connsiteY4009" fmla="*/ 2624266 h 8402012"/>
              <a:gd name="connsiteX4010" fmla="*/ 18876099 w 21052571"/>
              <a:gd name="connsiteY4010" fmla="*/ 2708063 h 8402012"/>
              <a:gd name="connsiteX4011" fmla="*/ 19107311 w 21052571"/>
              <a:gd name="connsiteY4011" fmla="*/ 2906818 h 8402012"/>
              <a:gd name="connsiteX4012" fmla="*/ 19229907 w 21052571"/>
              <a:gd name="connsiteY4012" fmla="*/ 3008879 h 8402012"/>
              <a:gd name="connsiteX4013" fmla="*/ 19319167 w 21052571"/>
              <a:gd name="connsiteY4013" fmla="*/ 3060446 h 8402012"/>
              <a:gd name="connsiteX4014" fmla="*/ 19286903 w 21052571"/>
              <a:gd name="connsiteY4014" fmla="*/ 2951942 h 8402012"/>
              <a:gd name="connsiteX4015" fmla="*/ 19357879 w 21052571"/>
              <a:gd name="connsiteY4015" fmla="*/ 2919712 h 8402012"/>
              <a:gd name="connsiteX4016" fmla="*/ 19357879 w 21052571"/>
              <a:gd name="connsiteY4016" fmla="*/ 3015325 h 8402012"/>
              <a:gd name="connsiteX4017" fmla="*/ 19409499 w 21052571"/>
              <a:gd name="connsiteY4017" fmla="*/ 2976653 h 8402012"/>
              <a:gd name="connsiteX4018" fmla="*/ 19492307 w 21052571"/>
              <a:gd name="connsiteY4018" fmla="*/ 3028218 h 8402012"/>
              <a:gd name="connsiteX4019" fmla="*/ 19550379 w 21052571"/>
              <a:gd name="connsiteY4019" fmla="*/ 3073341 h 8402012"/>
              <a:gd name="connsiteX4020" fmla="*/ 19492307 w 21052571"/>
              <a:gd name="connsiteY4020" fmla="*/ 3060446 h 8402012"/>
              <a:gd name="connsiteX4021" fmla="*/ 19627807 w 21052571"/>
              <a:gd name="connsiteY4021" fmla="*/ 3092678 h 8402012"/>
              <a:gd name="connsiteX4022" fmla="*/ 19582639 w 21052571"/>
              <a:gd name="connsiteY4022" fmla="*/ 3137801 h 8402012"/>
              <a:gd name="connsiteX4023" fmla="*/ 19660067 w 21052571"/>
              <a:gd name="connsiteY4023" fmla="*/ 3226970 h 8402012"/>
              <a:gd name="connsiteX4024" fmla="*/ 19755779 w 21052571"/>
              <a:gd name="connsiteY4024" fmla="*/ 3310769 h 8402012"/>
              <a:gd name="connsiteX4025" fmla="*/ 20019255 w 21052571"/>
              <a:gd name="connsiteY4025" fmla="*/ 3432170 h 8402012"/>
              <a:gd name="connsiteX4026" fmla="*/ 19999895 w 21052571"/>
              <a:gd name="connsiteY4026" fmla="*/ 3503076 h 8402012"/>
              <a:gd name="connsiteX4027" fmla="*/ 19954731 w 21052571"/>
              <a:gd name="connsiteY4027" fmla="*/ 3528860 h 8402012"/>
              <a:gd name="connsiteX4028" fmla="*/ 19967635 w 21052571"/>
              <a:gd name="connsiteY4028" fmla="*/ 3554644 h 8402012"/>
              <a:gd name="connsiteX4029" fmla="*/ 19954731 w 21052571"/>
              <a:gd name="connsiteY4029" fmla="*/ 3567536 h 8402012"/>
              <a:gd name="connsiteX4030" fmla="*/ 19956223 w 21052571"/>
              <a:gd name="connsiteY4030" fmla="*/ 3592397 h 8402012"/>
              <a:gd name="connsiteX4031" fmla="*/ 19956343 w 21052571"/>
              <a:gd name="connsiteY4031" fmla="*/ 3594395 h 8402012"/>
              <a:gd name="connsiteX4032" fmla="*/ 19967635 w 21052571"/>
              <a:gd name="connsiteY4032" fmla="*/ 3611589 h 8402012"/>
              <a:gd name="connsiteX4033" fmla="*/ 19922467 w 21052571"/>
              <a:gd name="connsiteY4033" fmla="*/ 3643813 h 8402012"/>
              <a:gd name="connsiteX4034" fmla="*/ 19909563 w 21052571"/>
              <a:gd name="connsiteY4034" fmla="*/ 3579354 h 8402012"/>
              <a:gd name="connsiteX4035" fmla="*/ 19916015 w 21052571"/>
              <a:gd name="connsiteY4035" fmla="*/ 3561091 h 8402012"/>
              <a:gd name="connsiteX4036" fmla="*/ 19903111 w 21052571"/>
              <a:gd name="connsiteY4036" fmla="*/ 3554644 h 8402012"/>
              <a:gd name="connsiteX4037" fmla="*/ 19833207 w 21052571"/>
              <a:gd name="connsiteY4037" fmla="*/ 3535307 h 8402012"/>
              <a:gd name="connsiteX4038" fmla="*/ 19608451 w 21052571"/>
              <a:gd name="connsiteY4038" fmla="*/ 3367695 h 8402012"/>
              <a:gd name="connsiteX4039" fmla="*/ 19370787 w 21052571"/>
              <a:gd name="connsiteY4039" fmla="*/ 3194740 h 8402012"/>
              <a:gd name="connsiteX4040" fmla="*/ 19262171 w 21052571"/>
              <a:gd name="connsiteY4040" fmla="*/ 3118462 h 8402012"/>
              <a:gd name="connsiteX4041" fmla="*/ 19204099 w 21052571"/>
              <a:gd name="connsiteY4041" fmla="*/ 3086232 h 8402012"/>
              <a:gd name="connsiteX4042" fmla="*/ 19191195 w 21052571"/>
              <a:gd name="connsiteY4042" fmla="*/ 3028218 h 8402012"/>
              <a:gd name="connsiteX4043" fmla="*/ 19100859 w 21052571"/>
              <a:gd name="connsiteY4043" fmla="*/ 2957311 h 8402012"/>
              <a:gd name="connsiteX4044" fmla="*/ 18998695 w 21052571"/>
              <a:gd name="connsiteY4044" fmla="*/ 2900372 h 8402012"/>
              <a:gd name="connsiteX4045" fmla="*/ 18754579 w 21052571"/>
              <a:gd name="connsiteY4045" fmla="*/ 2752111 h 8402012"/>
              <a:gd name="connsiteX4046" fmla="*/ 18536271 w 21052571"/>
              <a:gd name="connsiteY4046" fmla="*/ 2604927 h 8402012"/>
              <a:gd name="connsiteX4047" fmla="*/ 18491107 w 21052571"/>
              <a:gd name="connsiteY4047" fmla="*/ 2535095 h 8402012"/>
              <a:gd name="connsiteX4048" fmla="*/ 18529819 w 21052571"/>
              <a:gd name="connsiteY4048" fmla="*/ 2496418 h 8402012"/>
              <a:gd name="connsiteX4049" fmla="*/ 18491107 w 21052571"/>
              <a:gd name="connsiteY4049" fmla="*/ 2477081 h 8402012"/>
              <a:gd name="connsiteX4050" fmla="*/ 18529819 w 21052571"/>
              <a:gd name="connsiteY4050" fmla="*/ 2464188 h 8402012"/>
              <a:gd name="connsiteX4051" fmla="*/ 18523367 w 21052571"/>
              <a:gd name="connsiteY4051" fmla="*/ 2367497 h 8402012"/>
              <a:gd name="connsiteX4052" fmla="*/ 18534659 w 21052571"/>
              <a:gd name="connsiteY4052" fmla="*/ 2366944 h 8402012"/>
              <a:gd name="connsiteX4053" fmla="*/ 14178042 w 21052571"/>
              <a:gd name="connsiteY4053" fmla="*/ 2365763 h 8402012"/>
              <a:gd name="connsiteX4054" fmla="*/ 14203637 w 21052571"/>
              <a:gd name="connsiteY4054" fmla="*/ 2378829 h 8402012"/>
              <a:gd name="connsiteX4055" fmla="*/ 14147793 w 21052571"/>
              <a:gd name="connsiteY4055" fmla="*/ 2397274 h 8402012"/>
              <a:gd name="connsiteX4056" fmla="*/ 14147793 w 21052571"/>
              <a:gd name="connsiteY4056" fmla="*/ 2366531 h 8402012"/>
              <a:gd name="connsiteX4057" fmla="*/ 14178042 w 21052571"/>
              <a:gd name="connsiteY4057" fmla="*/ 2365763 h 8402012"/>
              <a:gd name="connsiteX4058" fmla="*/ 15749418 w 21052571"/>
              <a:gd name="connsiteY4058" fmla="*/ 2360442 h 8402012"/>
              <a:gd name="connsiteX4059" fmla="*/ 15786672 w 21052571"/>
              <a:gd name="connsiteY4059" fmla="*/ 2400767 h 8402012"/>
              <a:gd name="connsiteX4060" fmla="*/ 15697690 w 21052571"/>
              <a:gd name="connsiteY4060" fmla="*/ 2368181 h 8402012"/>
              <a:gd name="connsiteX4061" fmla="*/ 15749418 w 21052571"/>
              <a:gd name="connsiteY4061" fmla="*/ 2360442 h 8402012"/>
              <a:gd name="connsiteX4062" fmla="*/ 18389035 w 21052571"/>
              <a:gd name="connsiteY4062" fmla="*/ 2358528 h 8402012"/>
              <a:gd name="connsiteX4063" fmla="*/ 18493047 w 21052571"/>
              <a:gd name="connsiteY4063" fmla="*/ 2411447 h 8402012"/>
              <a:gd name="connsiteX4064" fmla="*/ 18356683 w 21052571"/>
              <a:gd name="connsiteY4064" fmla="*/ 2379282 h 8402012"/>
              <a:gd name="connsiteX4065" fmla="*/ 18389035 w 21052571"/>
              <a:gd name="connsiteY4065" fmla="*/ 2358528 h 8402012"/>
              <a:gd name="connsiteX4066" fmla="*/ 18495775 w 21052571"/>
              <a:gd name="connsiteY4066" fmla="*/ 2349279 h 8402012"/>
              <a:gd name="connsiteX4067" fmla="*/ 18507259 w 21052571"/>
              <a:gd name="connsiteY4067" fmla="*/ 2353146 h 8402012"/>
              <a:gd name="connsiteX4068" fmla="*/ 18494135 w 21052571"/>
              <a:gd name="connsiteY4068" fmla="*/ 2364123 h 8402012"/>
              <a:gd name="connsiteX4069" fmla="*/ 18495775 w 21052571"/>
              <a:gd name="connsiteY4069" fmla="*/ 2349279 h 8402012"/>
              <a:gd name="connsiteX4070" fmla="*/ 16969579 w 21052571"/>
              <a:gd name="connsiteY4070" fmla="*/ 2349279 h 8402012"/>
              <a:gd name="connsiteX4071" fmla="*/ 16981067 w 21052571"/>
              <a:gd name="connsiteY4071" fmla="*/ 2353146 h 8402012"/>
              <a:gd name="connsiteX4072" fmla="*/ 16967939 w 21052571"/>
              <a:gd name="connsiteY4072" fmla="*/ 2364123 h 8402012"/>
              <a:gd name="connsiteX4073" fmla="*/ 16969579 w 21052571"/>
              <a:gd name="connsiteY4073" fmla="*/ 2349279 h 8402012"/>
              <a:gd name="connsiteX4074" fmla="*/ 11692713 w 21052571"/>
              <a:gd name="connsiteY4074" fmla="*/ 2348847 h 8402012"/>
              <a:gd name="connsiteX4075" fmla="*/ 11597062 w 21052571"/>
              <a:gd name="connsiteY4075" fmla="*/ 2400427 h 8402012"/>
              <a:gd name="connsiteX4076" fmla="*/ 11692713 w 21052571"/>
              <a:gd name="connsiteY4076" fmla="*/ 2348847 h 8402012"/>
              <a:gd name="connsiteX4077" fmla="*/ 13918473 w 21052571"/>
              <a:gd name="connsiteY4077" fmla="*/ 2337027 h 8402012"/>
              <a:gd name="connsiteX4078" fmla="*/ 13937818 w 21052571"/>
              <a:gd name="connsiteY4078" fmla="*/ 2368190 h 8402012"/>
              <a:gd name="connsiteX4079" fmla="*/ 13918473 w 21052571"/>
              <a:gd name="connsiteY4079" fmla="*/ 2337027 h 8402012"/>
              <a:gd name="connsiteX4080" fmla="*/ 15583936 w 21052571"/>
              <a:gd name="connsiteY4080" fmla="*/ 2336684 h 8402012"/>
              <a:gd name="connsiteX4081" fmla="*/ 15601898 w 21052571"/>
              <a:gd name="connsiteY4081" fmla="*/ 2368757 h 8402012"/>
              <a:gd name="connsiteX4082" fmla="*/ 15583936 w 21052571"/>
              <a:gd name="connsiteY4082" fmla="*/ 2336684 h 8402012"/>
              <a:gd name="connsiteX4083" fmla="*/ 18265899 w 21052571"/>
              <a:gd name="connsiteY4083" fmla="*/ 2322616 h 8402012"/>
              <a:gd name="connsiteX4084" fmla="*/ 18303467 w 21052571"/>
              <a:gd name="connsiteY4084" fmla="*/ 2325826 h 8402012"/>
              <a:gd name="connsiteX4085" fmla="*/ 18251763 w 21052571"/>
              <a:gd name="connsiteY4085" fmla="*/ 2338669 h 8402012"/>
              <a:gd name="connsiteX4086" fmla="*/ 18265899 w 21052571"/>
              <a:gd name="connsiteY4086" fmla="*/ 2322616 h 8402012"/>
              <a:gd name="connsiteX4087" fmla="*/ 14337383 w 21052571"/>
              <a:gd name="connsiteY4087" fmla="*/ 2322530 h 8402012"/>
              <a:gd name="connsiteX4088" fmla="*/ 15095092 w 21052571"/>
              <a:gd name="connsiteY4088" fmla="*/ 2431077 h 8402012"/>
              <a:gd name="connsiteX4089" fmla="*/ 15447614 w 21052571"/>
              <a:gd name="connsiteY4089" fmla="*/ 2502007 h 8402012"/>
              <a:gd name="connsiteX4090" fmla="*/ 15800138 w 21052571"/>
              <a:gd name="connsiteY4090" fmla="*/ 2578310 h 8402012"/>
              <a:gd name="connsiteX4091" fmla="*/ 16178454 w 21052571"/>
              <a:gd name="connsiteY4091" fmla="*/ 2694378 h 8402012"/>
              <a:gd name="connsiteX4092" fmla="*/ 16506258 w 21052571"/>
              <a:gd name="connsiteY4092" fmla="*/ 2802908 h 8402012"/>
              <a:gd name="connsiteX4093" fmla="*/ 16653500 w 21052571"/>
              <a:gd name="connsiteY4093" fmla="*/ 2854514 h 8402012"/>
              <a:gd name="connsiteX4094" fmla="*/ 16826539 w 21052571"/>
              <a:gd name="connsiteY4094" fmla="*/ 2918995 h 8402012"/>
              <a:gd name="connsiteX4095" fmla="*/ 17000651 w 21052571"/>
              <a:gd name="connsiteY4095" fmla="*/ 2988849 h 8402012"/>
              <a:gd name="connsiteX4096" fmla="*/ 17237099 w 21052571"/>
              <a:gd name="connsiteY4096" fmla="*/ 3066234 h 8402012"/>
              <a:gd name="connsiteX4097" fmla="*/ 17295135 w 21052571"/>
              <a:gd name="connsiteY4097" fmla="*/ 3079125 h 8402012"/>
              <a:gd name="connsiteX4098" fmla="*/ 17558451 w 21052571"/>
              <a:gd name="connsiteY4098" fmla="*/ 3175848 h 8402012"/>
              <a:gd name="connsiteX4099" fmla="*/ 17628311 w 21052571"/>
              <a:gd name="connsiteY4099" fmla="*/ 3226360 h 8402012"/>
              <a:gd name="connsiteX4100" fmla="*/ 17930319 w 21052571"/>
              <a:gd name="connsiteY4100" fmla="*/ 3348874 h 8402012"/>
              <a:gd name="connsiteX4101" fmla="*/ 17994807 w 21052571"/>
              <a:gd name="connsiteY4101" fmla="*/ 3373613 h 8402012"/>
              <a:gd name="connsiteX4102" fmla="*/ 18122703 w 21052571"/>
              <a:gd name="connsiteY4102" fmla="*/ 3476768 h 8402012"/>
              <a:gd name="connsiteX4103" fmla="*/ 18494571 w 21052571"/>
              <a:gd name="connsiteY4103" fmla="*/ 3669140 h 8402012"/>
              <a:gd name="connsiteX4104" fmla="*/ 18770787 w 21052571"/>
              <a:gd name="connsiteY4104" fmla="*/ 3822821 h 8402012"/>
              <a:gd name="connsiteX4105" fmla="*/ 19058823 w 21052571"/>
              <a:gd name="connsiteY4105" fmla="*/ 3989399 h 8402012"/>
              <a:gd name="connsiteX4106" fmla="*/ 19194243 w 21052571"/>
              <a:gd name="connsiteY4106" fmla="*/ 4060333 h 8402012"/>
              <a:gd name="connsiteX4107" fmla="*/ 19469383 w 21052571"/>
              <a:gd name="connsiteY4107" fmla="*/ 4163505 h 8402012"/>
              <a:gd name="connsiteX4108" fmla="*/ 19566111 w 21052571"/>
              <a:gd name="connsiteY4108" fmla="*/ 4232189 h 8402012"/>
              <a:gd name="connsiteX4109" fmla="*/ 19611251 w 21052571"/>
              <a:gd name="connsiteY4109" fmla="*/ 4335361 h 8402012"/>
              <a:gd name="connsiteX4110" fmla="*/ 19027655 w 21052571"/>
              <a:gd name="connsiteY4110" fmla="*/ 4099024 h 8402012"/>
              <a:gd name="connsiteX4111" fmla="*/ 18777235 w 21052571"/>
              <a:gd name="connsiteY4111" fmla="*/ 3977580 h 8402012"/>
              <a:gd name="connsiteX4112" fmla="*/ 18664115 w 21052571"/>
              <a:gd name="connsiteY4112" fmla="*/ 3895366 h 8402012"/>
              <a:gd name="connsiteX4113" fmla="*/ 18615335 w 21052571"/>
              <a:gd name="connsiteY4113" fmla="*/ 3873366 h 8402012"/>
              <a:gd name="connsiteX4114" fmla="*/ 18546163 w 21052571"/>
              <a:gd name="connsiteY4114" fmla="*/ 3842168 h 8402012"/>
              <a:gd name="connsiteX4115" fmla="*/ 18604199 w 21052571"/>
              <a:gd name="connsiteY4115" fmla="*/ 3893754 h 8402012"/>
              <a:gd name="connsiteX4116" fmla="*/ 18712751 w 21052571"/>
              <a:gd name="connsiteY4116" fmla="*/ 3971132 h 8402012"/>
              <a:gd name="connsiteX4117" fmla="*/ 18774347 w 21052571"/>
              <a:gd name="connsiteY4117" fmla="*/ 4005068 h 8402012"/>
              <a:gd name="connsiteX4118" fmla="*/ 18788215 w 21052571"/>
              <a:gd name="connsiteY4118" fmla="*/ 4015151 h 8402012"/>
              <a:gd name="connsiteX4119" fmla="*/ 18783259 w 21052571"/>
              <a:gd name="connsiteY4119" fmla="*/ 4000079 h 8402012"/>
              <a:gd name="connsiteX4120" fmla="*/ 18801219 w 21052571"/>
              <a:gd name="connsiteY4120" fmla="*/ 4000079 h 8402012"/>
              <a:gd name="connsiteX4121" fmla="*/ 18792987 w 21052571"/>
              <a:gd name="connsiteY4121" fmla="*/ 4006367 h 8402012"/>
              <a:gd name="connsiteX4122" fmla="*/ 18789851 w 21052571"/>
              <a:gd name="connsiteY4122" fmla="*/ 4016339 h 8402012"/>
              <a:gd name="connsiteX4123" fmla="*/ 18833931 w 21052571"/>
              <a:gd name="connsiteY4123" fmla="*/ 4048377 h 8402012"/>
              <a:gd name="connsiteX4124" fmla="*/ 18950271 w 21052571"/>
              <a:gd name="connsiteY4124" fmla="*/ 4150608 h 8402012"/>
              <a:gd name="connsiteX4125" fmla="*/ 18898683 w 21052571"/>
              <a:gd name="connsiteY4125" fmla="*/ 4194574 h 8402012"/>
              <a:gd name="connsiteX4126" fmla="*/ 18879339 w 21052571"/>
              <a:gd name="connsiteY4126" fmla="*/ 4219292 h 8402012"/>
              <a:gd name="connsiteX4127" fmla="*/ 18809479 w 21052571"/>
              <a:gd name="connsiteY4127" fmla="*/ 4182849 h 8402012"/>
              <a:gd name="connsiteX4128" fmla="*/ 18823583 w 21052571"/>
              <a:gd name="connsiteY4128" fmla="*/ 4208277 h 8402012"/>
              <a:gd name="connsiteX4129" fmla="*/ 18835699 w 21052571"/>
              <a:gd name="connsiteY4129" fmla="*/ 4214809 h 8402012"/>
              <a:gd name="connsiteX4130" fmla="*/ 18847371 w 21052571"/>
              <a:gd name="connsiteY4130" fmla="*/ 4208674 h 8402012"/>
              <a:gd name="connsiteX4131" fmla="*/ 18853359 w 21052571"/>
              <a:gd name="connsiteY4131" fmla="*/ 4214969 h 8402012"/>
              <a:gd name="connsiteX4132" fmla="*/ 18847371 w 21052571"/>
              <a:gd name="connsiteY4132" fmla="*/ 4221635 h 8402012"/>
              <a:gd name="connsiteX4133" fmla="*/ 18837243 w 21052571"/>
              <a:gd name="connsiteY4133" fmla="*/ 4215997 h 8402012"/>
              <a:gd name="connsiteX4134" fmla="*/ 18848171 w 21052571"/>
              <a:gd name="connsiteY4134" fmla="*/ 4225741 h 8402012"/>
              <a:gd name="connsiteX4135" fmla="*/ 18777235 w 21052571"/>
              <a:gd name="connsiteY4135" fmla="*/ 4212844 h 8402012"/>
              <a:gd name="connsiteX4136" fmla="*/ 18680507 w 21052571"/>
              <a:gd name="connsiteY4136" fmla="*/ 4163505 h 8402012"/>
              <a:gd name="connsiteX4137" fmla="*/ 18468779 w 21052571"/>
              <a:gd name="connsiteY4137" fmla="*/ 4047437 h 8402012"/>
              <a:gd name="connsiteX4138" fmla="*/ 18038871 w 21052571"/>
              <a:gd name="connsiteY4138" fmla="*/ 3822821 h 8402012"/>
              <a:gd name="connsiteX4139" fmla="*/ 17602519 w 21052571"/>
              <a:gd name="connsiteY4139" fmla="*/ 3630451 h 8402012"/>
              <a:gd name="connsiteX4140" fmla="*/ 17500415 w 21052571"/>
              <a:gd name="connsiteY4140" fmla="*/ 3598206 h 8402012"/>
              <a:gd name="connsiteX4141" fmla="*/ 17448827 w 21052571"/>
              <a:gd name="connsiteY4141" fmla="*/ 3528353 h 8402012"/>
              <a:gd name="connsiteX4142" fmla="*/ 17397239 w 21052571"/>
              <a:gd name="connsiteY4142" fmla="*/ 3554146 h 8402012"/>
              <a:gd name="connsiteX4143" fmla="*/ 17031819 w 21052571"/>
              <a:gd name="connsiteY4143" fmla="*/ 3392942 h 8402012"/>
              <a:gd name="connsiteX4144" fmla="*/ 16961959 w 21052571"/>
              <a:gd name="connsiteY4144" fmla="*/ 3329530 h 8402012"/>
              <a:gd name="connsiteX4145" fmla="*/ 16923267 w 21052571"/>
              <a:gd name="connsiteY4145" fmla="*/ 3290841 h 8402012"/>
              <a:gd name="connsiteX4146" fmla="*/ 16989635 w 21052571"/>
              <a:gd name="connsiteY4146" fmla="*/ 3299710 h 8402012"/>
              <a:gd name="connsiteX4147" fmla="*/ 16998875 w 21052571"/>
              <a:gd name="connsiteY4147" fmla="*/ 3303219 h 8402012"/>
              <a:gd name="connsiteX4148" fmla="*/ 16995631 w 21052571"/>
              <a:gd name="connsiteY4148" fmla="*/ 3290157 h 8402012"/>
              <a:gd name="connsiteX4149" fmla="*/ 17004859 w 21052571"/>
              <a:gd name="connsiteY4149" fmla="*/ 3293569 h 8402012"/>
              <a:gd name="connsiteX4150" fmla="*/ 17000495 w 21052571"/>
              <a:gd name="connsiteY4150" fmla="*/ 3300395 h 8402012"/>
              <a:gd name="connsiteX4151" fmla="*/ 17000191 w 21052571"/>
              <a:gd name="connsiteY4151" fmla="*/ 3303718 h 8402012"/>
              <a:gd name="connsiteX4152" fmla="*/ 17051163 w 21052571"/>
              <a:gd name="connsiteY4152" fmla="*/ 3323082 h 8402012"/>
              <a:gd name="connsiteX4153" fmla="*/ 17018919 w 21052571"/>
              <a:gd name="connsiteY4153" fmla="*/ 3290841 h 8402012"/>
              <a:gd name="connsiteX4154" fmla="*/ 16961959 w 21052571"/>
              <a:gd name="connsiteY4154" fmla="*/ 3258601 h 8402012"/>
              <a:gd name="connsiteX4155" fmla="*/ 16897471 w 21052571"/>
              <a:gd name="connsiteY4155" fmla="*/ 3239254 h 8402012"/>
              <a:gd name="connsiteX4156" fmla="*/ 16884575 w 21052571"/>
              <a:gd name="connsiteY4156" fmla="*/ 3168325 h 8402012"/>
              <a:gd name="connsiteX4157" fmla="*/ 17141443 w 21052571"/>
              <a:gd name="connsiteY4157" fmla="*/ 3194117 h 8402012"/>
              <a:gd name="connsiteX4158" fmla="*/ 17012471 w 21052571"/>
              <a:gd name="connsiteY4158" fmla="*/ 3161879 h 8402012"/>
              <a:gd name="connsiteX4159" fmla="*/ 16936163 w 21052571"/>
              <a:gd name="connsiteY4159" fmla="*/ 3143608 h 8402012"/>
              <a:gd name="connsiteX4160" fmla="*/ 16916819 w 21052571"/>
              <a:gd name="connsiteY4160" fmla="*/ 3085574 h 8402012"/>
              <a:gd name="connsiteX4161" fmla="*/ 16884575 w 21052571"/>
              <a:gd name="connsiteY4161" fmla="*/ 3053332 h 8402012"/>
              <a:gd name="connsiteX4162" fmla="*/ 16787847 w 21052571"/>
              <a:gd name="connsiteY4162" fmla="*/ 3033986 h 8402012"/>
              <a:gd name="connsiteX4163" fmla="*/ 16441772 w 21052571"/>
              <a:gd name="connsiteY4163" fmla="*/ 2931889 h 8402012"/>
              <a:gd name="connsiteX4164" fmla="*/ 15877520 w 21052571"/>
              <a:gd name="connsiteY4164" fmla="*/ 2757784 h 8402012"/>
              <a:gd name="connsiteX4165" fmla="*/ 15806586 w 21052571"/>
              <a:gd name="connsiteY4165" fmla="*/ 2745966 h 8402012"/>
              <a:gd name="connsiteX4166" fmla="*/ 15787240 w 21052571"/>
              <a:gd name="connsiteY4166" fmla="*/ 2687931 h 8402012"/>
              <a:gd name="connsiteX4167" fmla="*/ 15710932 w 21052571"/>
              <a:gd name="connsiteY4167" fmla="*/ 2662135 h 8402012"/>
              <a:gd name="connsiteX4168" fmla="*/ 15620652 w 21052571"/>
              <a:gd name="connsiteY4168" fmla="*/ 2642793 h 8402012"/>
              <a:gd name="connsiteX4169" fmla="*/ 15434718 w 21052571"/>
              <a:gd name="connsiteY4169" fmla="*/ 2604104 h 8402012"/>
              <a:gd name="connsiteX4170" fmla="*/ 15056400 w 21052571"/>
              <a:gd name="connsiteY4170" fmla="*/ 2527799 h 8402012"/>
              <a:gd name="connsiteX4171" fmla="*/ 14985466 w 21052571"/>
              <a:gd name="connsiteY4171" fmla="*/ 2482665 h 8402012"/>
              <a:gd name="connsiteX4172" fmla="*/ 14902709 w 21052571"/>
              <a:gd name="connsiteY4172" fmla="*/ 2456869 h 8402012"/>
              <a:gd name="connsiteX4173" fmla="*/ 14716775 w 21052571"/>
              <a:gd name="connsiteY4173" fmla="*/ 2418183 h 8402012"/>
              <a:gd name="connsiteX4174" fmla="*/ 14337383 w 21052571"/>
              <a:gd name="connsiteY4174" fmla="*/ 2322530 h 8402012"/>
              <a:gd name="connsiteX4175" fmla="*/ 11757197 w 21052571"/>
              <a:gd name="connsiteY4175" fmla="*/ 2317683 h 8402012"/>
              <a:gd name="connsiteX4176" fmla="*/ 11712058 w 21052571"/>
              <a:gd name="connsiteY4176" fmla="*/ 2368190 h 8402012"/>
              <a:gd name="connsiteX4177" fmla="*/ 11770093 w 21052571"/>
              <a:gd name="connsiteY4177" fmla="*/ 2368190 h 8402012"/>
              <a:gd name="connsiteX4178" fmla="*/ 11757197 w 21052571"/>
              <a:gd name="connsiteY4178" fmla="*/ 2317683 h 8402012"/>
              <a:gd name="connsiteX4179" fmla="*/ 19052427 w 21052571"/>
              <a:gd name="connsiteY4179" fmla="*/ 2312984 h 8402012"/>
              <a:gd name="connsiteX4180" fmla="*/ 19034467 w 21052571"/>
              <a:gd name="connsiteY4180" fmla="*/ 2340284 h 8402012"/>
              <a:gd name="connsiteX4181" fmla="*/ 19052427 w 21052571"/>
              <a:gd name="connsiteY4181" fmla="*/ 2312984 h 8402012"/>
              <a:gd name="connsiteX4182" fmla="*/ 14280505 w 21052571"/>
              <a:gd name="connsiteY4182" fmla="*/ 2309654 h 8402012"/>
              <a:gd name="connsiteX4183" fmla="*/ 14317369 w 21052571"/>
              <a:gd name="connsiteY4183" fmla="*/ 2334248 h 8402012"/>
              <a:gd name="connsiteX4184" fmla="*/ 14280505 w 21052571"/>
              <a:gd name="connsiteY4184" fmla="*/ 2309654 h 8402012"/>
              <a:gd name="connsiteX4185" fmla="*/ 10449253 w 21052571"/>
              <a:gd name="connsiteY4185" fmla="*/ 2291889 h 8402012"/>
              <a:gd name="connsiteX4186" fmla="*/ 10167675 w 21052571"/>
              <a:gd name="connsiteY4186" fmla="*/ 2400427 h 8402012"/>
              <a:gd name="connsiteX4187" fmla="*/ 10449253 w 21052571"/>
              <a:gd name="connsiteY4187" fmla="*/ 2291889 h 8402012"/>
              <a:gd name="connsiteX4188" fmla="*/ 15292532 w 21052571"/>
              <a:gd name="connsiteY4188" fmla="*/ 2288812 h 8402012"/>
              <a:gd name="connsiteX4189" fmla="*/ 15303196 w 21052571"/>
              <a:gd name="connsiteY4189" fmla="*/ 2291371 h 8402012"/>
              <a:gd name="connsiteX4190" fmla="*/ 15296634 w 21052571"/>
              <a:gd name="connsiteY4190" fmla="*/ 2311846 h 8402012"/>
              <a:gd name="connsiteX4191" fmla="*/ 15292532 w 21052571"/>
              <a:gd name="connsiteY4191" fmla="*/ 2288812 h 8402012"/>
              <a:gd name="connsiteX4192" fmla="*/ 15242674 w 21052571"/>
              <a:gd name="connsiteY4192" fmla="*/ 2279804 h 8402012"/>
              <a:gd name="connsiteX4193" fmla="*/ 15260636 w 21052571"/>
              <a:gd name="connsiteY4193" fmla="*/ 2311914 h 8402012"/>
              <a:gd name="connsiteX4194" fmla="*/ 15242674 w 21052571"/>
              <a:gd name="connsiteY4194" fmla="*/ 2279804 h 8402012"/>
              <a:gd name="connsiteX4195" fmla="*/ 15152620 w 21052571"/>
              <a:gd name="connsiteY4195" fmla="*/ 2279804 h 8402012"/>
              <a:gd name="connsiteX4196" fmla="*/ 15165748 w 21052571"/>
              <a:gd name="connsiteY4196" fmla="*/ 2311914 h 8402012"/>
              <a:gd name="connsiteX4197" fmla="*/ 15152620 w 21052571"/>
              <a:gd name="connsiteY4197" fmla="*/ 2279804 h 8402012"/>
              <a:gd name="connsiteX4198" fmla="*/ 11828129 w 21052571"/>
              <a:gd name="connsiteY4198" fmla="*/ 2278994 h 8402012"/>
              <a:gd name="connsiteX4199" fmla="*/ 11865744 w 21052571"/>
              <a:gd name="connsiteY4199" fmla="*/ 2311236 h 8402012"/>
              <a:gd name="connsiteX4200" fmla="*/ 11828129 w 21052571"/>
              <a:gd name="connsiteY4200" fmla="*/ 2278994 h 8402012"/>
              <a:gd name="connsiteX4201" fmla="*/ 11789438 w 21052571"/>
              <a:gd name="connsiteY4201" fmla="*/ 2278994 h 8402012"/>
              <a:gd name="connsiteX4202" fmla="*/ 11808783 w 21052571"/>
              <a:gd name="connsiteY4202" fmla="*/ 2337027 h 8402012"/>
              <a:gd name="connsiteX4203" fmla="*/ 11789438 w 21052571"/>
              <a:gd name="connsiteY4203" fmla="*/ 2278994 h 8402012"/>
              <a:gd name="connsiteX4204" fmla="*/ 19014479 w 21052571"/>
              <a:gd name="connsiteY4204" fmla="*/ 2276473 h 8402012"/>
              <a:gd name="connsiteX4205" fmla="*/ 18977587 w 21052571"/>
              <a:gd name="connsiteY4205" fmla="*/ 2307217 h 8402012"/>
              <a:gd name="connsiteX4206" fmla="*/ 19014479 w 21052571"/>
              <a:gd name="connsiteY4206" fmla="*/ 2276473 h 8402012"/>
              <a:gd name="connsiteX4207" fmla="*/ 12830150 w 21052571"/>
              <a:gd name="connsiteY4207" fmla="*/ 2246625 h 8402012"/>
              <a:gd name="connsiteX4208" fmla="*/ 12862223 w 21052571"/>
              <a:gd name="connsiteY4208" fmla="*/ 2259680 h 8402012"/>
              <a:gd name="connsiteX4209" fmla="*/ 12830150 w 21052571"/>
              <a:gd name="connsiteY4209" fmla="*/ 2311896 h 8402012"/>
              <a:gd name="connsiteX4210" fmla="*/ 12830150 w 21052571"/>
              <a:gd name="connsiteY4210" fmla="*/ 2246625 h 8402012"/>
              <a:gd name="connsiteX4211" fmla="*/ 15057822 w 21052571"/>
              <a:gd name="connsiteY4211" fmla="*/ 2246624 h 8402012"/>
              <a:gd name="connsiteX4212" fmla="*/ 15075784 w 21052571"/>
              <a:gd name="connsiteY4212" fmla="*/ 2278730 h 8402012"/>
              <a:gd name="connsiteX4213" fmla="*/ 15057822 w 21052571"/>
              <a:gd name="connsiteY4213" fmla="*/ 2246624 h 8402012"/>
              <a:gd name="connsiteX4214" fmla="*/ 15000946 w 21052571"/>
              <a:gd name="connsiteY4214" fmla="*/ 2246624 h 8402012"/>
              <a:gd name="connsiteX4215" fmla="*/ 15018908 w 21052571"/>
              <a:gd name="connsiteY4215" fmla="*/ 2278730 h 8402012"/>
              <a:gd name="connsiteX4216" fmla="*/ 15000946 w 21052571"/>
              <a:gd name="connsiteY4216" fmla="*/ 2246624 h 8402012"/>
              <a:gd name="connsiteX4217" fmla="*/ 12939160 w 21052571"/>
              <a:gd name="connsiteY4217" fmla="*/ 2246624 h 8402012"/>
              <a:gd name="connsiteX4218" fmla="*/ 12957122 w 21052571"/>
              <a:gd name="connsiteY4218" fmla="*/ 2278730 h 8402012"/>
              <a:gd name="connsiteX4219" fmla="*/ 12939160 w 21052571"/>
              <a:gd name="connsiteY4219" fmla="*/ 2246624 h 8402012"/>
              <a:gd name="connsiteX4220" fmla="*/ 12887024 w 21052571"/>
              <a:gd name="connsiteY4220" fmla="*/ 2246624 h 8402012"/>
              <a:gd name="connsiteX4221" fmla="*/ 12900152 w 21052571"/>
              <a:gd name="connsiteY4221" fmla="*/ 2278730 h 8402012"/>
              <a:gd name="connsiteX4222" fmla="*/ 12887024 w 21052571"/>
              <a:gd name="connsiteY4222" fmla="*/ 2246624 h 8402012"/>
              <a:gd name="connsiteX4223" fmla="*/ 17244827 w 21052571"/>
              <a:gd name="connsiteY4223" fmla="*/ 2243584 h 8402012"/>
              <a:gd name="connsiteX4224" fmla="*/ 17279727 w 21052571"/>
              <a:gd name="connsiteY4224" fmla="*/ 2246766 h 8402012"/>
              <a:gd name="connsiteX4225" fmla="*/ 17223883 w 21052571"/>
              <a:gd name="connsiteY4225" fmla="*/ 2278600 h 8402012"/>
              <a:gd name="connsiteX4226" fmla="*/ 17244827 w 21052571"/>
              <a:gd name="connsiteY4226" fmla="*/ 2243584 h 8402012"/>
              <a:gd name="connsiteX4227" fmla="*/ 10504870 w 21052571"/>
              <a:gd name="connsiteY4227" fmla="*/ 2243531 h 8402012"/>
              <a:gd name="connsiteX4228" fmla="*/ 10468598 w 21052571"/>
              <a:gd name="connsiteY4228" fmla="*/ 2246753 h 8402012"/>
              <a:gd name="connsiteX4229" fmla="*/ 10526634 w 21052571"/>
              <a:gd name="connsiteY4229" fmla="*/ 2278994 h 8402012"/>
              <a:gd name="connsiteX4230" fmla="*/ 10504870 w 21052571"/>
              <a:gd name="connsiteY4230" fmla="*/ 2243531 h 8402012"/>
              <a:gd name="connsiteX4231" fmla="*/ 18934423 w 21052571"/>
              <a:gd name="connsiteY4231" fmla="*/ 2241230 h 8402012"/>
              <a:gd name="connsiteX4232" fmla="*/ 18957567 w 21052571"/>
              <a:gd name="connsiteY4232" fmla="*/ 2278736 h 8402012"/>
              <a:gd name="connsiteX4233" fmla="*/ 18906491 w 21052571"/>
              <a:gd name="connsiteY4233" fmla="*/ 2265969 h 8402012"/>
              <a:gd name="connsiteX4234" fmla="*/ 18934423 w 21052571"/>
              <a:gd name="connsiteY4234" fmla="*/ 2241230 h 8402012"/>
              <a:gd name="connsiteX4235" fmla="*/ 18874763 w 21052571"/>
              <a:gd name="connsiteY4235" fmla="*/ 2221773 h 8402012"/>
              <a:gd name="connsiteX4236" fmla="*/ 18905439 w 21052571"/>
              <a:gd name="connsiteY4236" fmla="*/ 2233302 h 8402012"/>
              <a:gd name="connsiteX4237" fmla="*/ 18892799 w 21052571"/>
              <a:gd name="connsiteY4237" fmla="*/ 2245599 h 8402012"/>
              <a:gd name="connsiteX4238" fmla="*/ 18849615 w 21052571"/>
              <a:gd name="connsiteY4238" fmla="*/ 2233302 h 8402012"/>
              <a:gd name="connsiteX4239" fmla="*/ 18874763 w 21052571"/>
              <a:gd name="connsiteY4239" fmla="*/ 2221773 h 8402012"/>
              <a:gd name="connsiteX4240" fmla="*/ 11641126 w 21052571"/>
              <a:gd name="connsiteY4240" fmla="*/ 2220961 h 8402012"/>
              <a:gd name="connsiteX4241" fmla="*/ 11564820 w 21052571"/>
              <a:gd name="connsiteY4241" fmla="*/ 2298334 h 8402012"/>
              <a:gd name="connsiteX4242" fmla="*/ 11654023 w 21052571"/>
              <a:gd name="connsiteY4242" fmla="*/ 2311236 h 8402012"/>
              <a:gd name="connsiteX4243" fmla="*/ 11641126 w 21052571"/>
              <a:gd name="connsiteY4243" fmla="*/ 2220961 h 8402012"/>
              <a:gd name="connsiteX4244" fmla="*/ 17184971 w 21052571"/>
              <a:gd name="connsiteY4244" fmla="*/ 2213445 h 8402012"/>
              <a:gd name="connsiteX4245" fmla="*/ 17167007 w 21052571"/>
              <a:gd name="connsiteY4245" fmla="*/ 2245554 h 8402012"/>
              <a:gd name="connsiteX4246" fmla="*/ 17184971 w 21052571"/>
              <a:gd name="connsiteY4246" fmla="*/ 2213445 h 8402012"/>
              <a:gd name="connsiteX4247" fmla="*/ 14957293 w 21052571"/>
              <a:gd name="connsiteY4247" fmla="*/ 2213445 h 8402012"/>
              <a:gd name="connsiteX4248" fmla="*/ 14939331 w 21052571"/>
              <a:gd name="connsiteY4248" fmla="*/ 2245554 h 8402012"/>
              <a:gd name="connsiteX4249" fmla="*/ 14957293 w 21052571"/>
              <a:gd name="connsiteY4249" fmla="*/ 2213445 h 8402012"/>
              <a:gd name="connsiteX4250" fmla="*/ 14906153 w 21052571"/>
              <a:gd name="connsiteY4250" fmla="*/ 2213445 h 8402012"/>
              <a:gd name="connsiteX4251" fmla="*/ 14924115 w 21052571"/>
              <a:gd name="connsiteY4251" fmla="*/ 2245554 h 8402012"/>
              <a:gd name="connsiteX4252" fmla="*/ 14906153 w 21052571"/>
              <a:gd name="connsiteY4252" fmla="*/ 2213445 h 8402012"/>
              <a:gd name="connsiteX4253" fmla="*/ 17242847 w 21052571"/>
              <a:gd name="connsiteY4253" fmla="*/ 2199234 h 8402012"/>
              <a:gd name="connsiteX4254" fmla="*/ 17673087 w 21052571"/>
              <a:gd name="connsiteY4254" fmla="*/ 2377508 h 8402012"/>
              <a:gd name="connsiteX4255" fmla="*/ 17616079 w 21052571"/>
              <a:gd name="connsiteY4255" fmla="*/ 2409533 h 8402012"/>
              <a:gd name="connsiteX4256" fmla="*/ 17532183 w 21052571"/>
              <a:gd name="connsiteY4256" fmla="*/ 2390317 h 8402012"/>
              <a:gd name="connsiteX4257" fmla="*/ 17487007 w 21052571"/>
              <a:gd name="connsiteY4257" fmla="*/ 2345482 h 8402012"/>
              <a:gd name="connsiteX4258" fmla="*/ 17428923 w 21052571"/>
              <a:gd name="connsiteY4258" fmla="*/ 2352955 h 8402012"/>
              <a:gd name="connsiteX4259" fmla="*/ 17448283 w 21052571"/>
              <a:gd name="connsiteY4259" fmla="*/ 2308120 h 8402012"/>
              <a:gd name="connsiteX4260" fmla="*/ 17422471 w 21052571"/>
              <a:gd name="connsiteY4260" fmla="*/ 2333740 h 8402012"/>
              <a:gd name="connsiteX4261" fmla="*/ 17352555 w 21052571"/>
              <a:gd name="connsiteY4261" fmla="*/ 2244070 h 8402012"/>
              <a:gd name="connsiteX4262" fmla="*/ 17242847 w 21052571"/>
              <a:gd name="connsiteY4262" fmla="*/ 2199234 h 8402012"/>
              <a:gd name="connsiteX4263" fmla="*/ 12282738 w 21052571"/>
              <a:gd name="connsiteY4263" fmla="*/ 2188728 h 8402012"/>
              <a:gd name="connsiteX4264" fmla="*/ 12238674 w 21052571"/>
              <a:gd name="connsiteY4264" fmla="*/ 2246753 h 8402012"/>
              <a:gd name="connsiteX4265" fmla="*/ 12295635 w 21052571"/>
              <a:gd name="connsiteY4265" fmla="*/ 2246753 h 8402012"/>
              <a:gd name="connsiteX4266" fmla="*/ 12282738 w 21052571"/>
              <a:gd name="connsiteY4266" fmla="*/ 2188728 h 8402012"/>
              <a:gd name="connsiteX4267" fmla="*/ 15280434 w 21052571"/>
              <a:gd name="connsiteY4267" fmla="*/ 2183365 h 8402012"/>
              <a:gd name="connsiteX4268" fmla="*/ 15286416 w 21052571"/>
              <a:gd name="connsiteY4268" fmla="*/ 2187014 h 8402012"/>
              <a:gd name="connsiteX4269" fmla="*/ 15280844 w 21052571"/>
              <a:gd name="connsiteY4269" fmla="*/ 2185551 h 8402012"/>
              <a:gd name="connsiteX4270" fmla="*/ 12468666 w 21052571"/>
              <a:gd name="connsiteY4270" fmla="*/ 2182276 h 8402012"/>
              <a:gd name="connsiteX4271" fmla="*/ 12488011 w 21052571"/>
              <a:gd name="connsiteY4271" fmla="*/ 2214516 h 8402012"/>
              <a:gd name="connsiteX4272" fmla="*/ 12468666 w 21052571"/>
              <a:gd name="connsiteY4272" fmla="*/ 2182276 h 8402012"/>
              <a:gd name="connsiteX4273" fmla="*/ 11846399 w 21052571"/>
              <a:gd name="connsiteY4273" fmla="*/ 2182276 h 8402012"/>
              <a:gd name="connsiteX4274" fmla="*/ 11865744 w 21052571"/>
              <a:gd name="connsiteY4274" fmla="*/ 2214516 h 8402012"/>
              <a:gd name="connsiteX4275" fmla="*/ 11846399 w 21052571"/>
              <a:gd name="connsiteY4275" fmla="*/ 2182276 h 8402012"/>
              <a:gd name="connsiteX4276" fmla="*/ 18661903 w 21052571"/>
              <a:gd name="connsiteY4276" fmla="*/ 2180635 h 8402012"/>
              <a:gd name="connsiteX4277" fmla="*/ 18706439 w 21052571"/>
              <a:gd name="connsiteY4277" fmla="*/ 2199959 h 8402012"/>
              <a:gd name="connsiteX4278" fmla="*/ 18809463 w 21052571"/>
              <a:gd name="connsiteY4278" fmla="*/ 2245047 h 8402012"/>
              <a:gd name="connsiteX4279" fmla="*/ 19014431 w 21052571"/>
              <a:gd name="connsiteY4279" fmla="*/ 2379238 h 8402012"/>
              <a:gd name="connsiteX4280" fmla="*/ 18950043 w 21052571"/>
              <a:gd name="connsiteY4280" fmla="*/ 2372798 h 8402012"/>
              <a:gd name="connsiteX4281" fmla="*/ 18848095 w 21052571"/>
              <a:gd name="connsiteY4281" fmla="*/ 2322341 h 8402012"/>
              <a:gd name="connsiteX4282" fmla="*/ 18751511 w 21052571"/>
              <a:gd name="connsiteY4282" fmla="*/ 2270812 h 8402012"/>
              <a:gd name="connsiteX4283" fmla="*/ 18674243 w 21052571"/>
              <a:gd name="connsiteY4283" fmla="*/ 2212842 h 8402012"/>
              <a:gd name="connsiteX4284" fmla="*/ 18617367 w 21052571"/>
              <a:gd name="connsiteY4284" fmla="*/ 2199959 h 8402012"/>
              <a:gd name="connsiteX4285" fmla="*/ 18661903 w 21052571"/>
              <a:gd name="connsiteY4285" fmla="*/ 2180635 h 8402012"/>
              <a:gd name="connsiteX4286" fmla="*/ 11247076 w 21052571"/>
              <a:gd name="connsiteY4286" fmla="*/ 2180269 h 8402012"/>
              <a:gd name="connsiteX4287" fmla="*/ 11260204 w 21052571"/>
              <a:gd name="connsiteY4287" fmla="*/ 2212375 h 8402012"/>
              <a:gd name="connsiteX4288" fmla="*/ 11247076 w 21052571"/>
              <a:gd name="connsiteY4288" fmla="*/ 2180269 h 8402012"/>
              <a:gd name="connsiteX4289" fmla="*/ 14754483 w 21052571"/>
              <a:gd name="connsiteY4289" fmla="*/ 2180268 h 8402012"/>
              <a:gd name="connsiteX4290" fmla="*/ 14786592 w 21052571"/>
              <a:gd name="connsiteY4290" fmla="*/ 2211011 h 8402012"/>
              <a:gd name="connsiteX4291" fmla="*/ 14754483 w 21052571"/>
              <a:gd name="connsiteY4291" fmla="*/ 2180268 h 8402012"/>
              <a:gd name="connsiteX4292" fmla="*/ 14697603 w 21052571"/>
              <a:gd name="connsiteY4292" fmla="*/ 2180268 h 8402012"/>
              <a:gd name="connsiteX4293" fmla="*/ 14715565 w 21052571"/>
              <a:gd name="connsiteY4293" fmla="*/ 2212374 h 8402012"/>
              <a:gd name="connsiteX4294" fmla="*/ 14697603 w 21052571"/>
              <a:gd name="connsiteY4294" fmla="*/ 2180268 h 8402012"/>
              <a:gd name="connsiteX4295" fmla="*/ 18811699 w 21052571"/>
              <a:gd name="connsiteY4295" fmla="*/ 2180268 h 8402012"/>
              <a:gd name="connsiteX4296" fmla="*/ 18848591 w 21052571"/>
              <a:gd name="connsiteY4296" fmla="*/ 2198714 h 8402012"/>
              <a:gd name="connsiteX4297" fmla="*/ 18811699 w 21052571"/>
              <a:gd name="connsiteY4297" fmla="*/ 2180268 h 8402012"/>
              <a:gd name="connsiteX4298" fmla="*/ 10695937 w 21052571"/>
              <a:gd name="connsiteY4298" fmla="*/ 2175627 h 8402012"/>
              <a:gd name="connsiteX4299" fmla="*/ 10577146 w 21052571"/>
              <a:gd name="connsiteY4299" fmla="*/ 2278994 h 8402012"/>
              <a:gd name="connsiteX4300" fmla="*/ 10743729 w 21052571"/>
              <a:gd name="connsiteY4300" fmla="*/ 2182276 h 8402012"/>
              <a:gd name="connsiteX4301" fmla="*/ 10695937 w 21052571"/>
              <a:gd name="connsiteY4301" fmla="*/ 2175627 h 8402012"/>
              <a:gd name="connsiteX4302" fmla="*/ 16337056 w 21052571"/>
              <a:gd name="connsiteY4302" fmla="*/ 2173999 h 8402012"/>
              <a:gd name="connsiteX4303" fmla="*/ 16346036 w 21052571"/>
              <a:gd name="connsiteY4303" fmla="*/ 2183630 h 8402012"/>
              <a:gd name="connsiteX4304" fmla="*/ 16339536 w 21052571"/>
              <a:gd name="connsiteY4304" fmla="*/ 2197569 h 8402012"/>
              <a:gd name="connsiteX4305" fmla="*/ 16341268 w 21052571"/>
              <a:gd name="connsiteY4305" fmla="*/ 2198879 h 8402012"/>
              <a:gd name="connsiteX4306" fmla="*/ 16304374 w 21052571"/>
              <a:gd name="connsiteY4306" fmla="*/ 2180265 h 8402012"/>
              <a:gd name="connsiteX4307" fmla="*/ 16322820 w 21052571"/>
              <a:gd name="connsiteY4307" fmla="*/ 2184919 h 8402012"/>
              <a:gd name="connsiteX4308" fmla="*/ 16338004 w 21052571"/>
              <a:gd name="connsiteY4308" fmla="*/ 2196409 h 8402012"/>
              <a:gd name="connsiteX4309" fmla="*/ 16328074 w 21052571"/>
              <a:gd name="connsiteY4309" fmla="*/ 2183630 h 8402012"/>
              <a:gd name="connsiteX4310" fmla="*/ 16337056 w 21052571"/>
              <a:gd name="connsiteY4310" fmla="*/ 2173999 h 8402012"/>
              <a:gd name="connsiteX4311" fmla="*/ 16457660 w 21052571"/>
              <a:gd name="connsiteY4311" fmla="*/ 2170178 h 8402012"/>
              <a:gd name="connsiteX4312" fmla="*/ 16473190 w 21052571"/>
              <a:gd name="connsiteY4312" fmla="*/ 2174357 h 8402012"/>
              <a:gd name="connsiteX4313" fmla="*/ 16575380 w 21052571"/>
              <a:gd name="connsiteY4313" fmla="*/ 2206970 h 8402012"/>
              <a:gd name="connsiteX4314" fmla="*/ 16685100 w 21052571"/>
              <a:gd name="connsiteY4314" fmla="*/ 2233059 h 8402012"/>
              <a:gd name="connsiteX4315" fmla="*/ 16710916 w 21052571"/>
              <a:gd name="connsiteY4315" fmla="*/ 2278716 h 8402012"/>
              <a:gd name="connsiteX4316" fmla="*/ 16408650 w 21052571"/>
              <a:gd name="connsiteY4316" fmla="*/ 2200446 h 8402012"/>
              <a:gd name="connsiteX4317" fmla="*/ 16457660 w 21052571"/>
              <a:gd name="connsiteY4317" fmla="*/ 2170178 h 8402012"/>
              <a:gd name="connsiteX4318" fmla="*/ 18613643 w 21052571"/>
              <a:gd name="connsiteY4318" fmla="*/ 2164301 h 8402012"/>
              <a:gd name="connsiteX4319" fmla="*/ 18620751 w 21052571"/>
              <a:gd name="connsiteY4319" fmla="*/ 2167294 h 8402012"/>
              <a:gd name="connsiteX4320" fmla="*/ 18612627 w 21052571"/>
              <a:gd name="connsiteY4320" fmla="*/ 2179269 h 8402012"/>
              <a:gd name="connsiteX4321" fmla="*/ 18613643 w 21052571"/>
              <a:gd name="connsiteY4321" fmla="*/ 2164301 h 8402012"/>
              <a:gd name="connsiteX4322" fmla="*/ 14522234 w 21052571"/>
              <a:gd name="connsiteY4322" fmla="*/ 2151829 h 8402012"/>
              <a:gd name="connsiteX4323" fmla="*/ 14559126 w 21052571"/>
              <a:gd name="connsiteY4323" fmla="*/ 2170631 h 8402012"/>
              <a:gd name="connsiteX4324" fmla="*/ 14522234 w 21052571"/>
              <a:gd name="connsiteY4324" fmla="*/ 2217080 h 8402012"/>
              <a:gd name="connsiteX4325" fmla="*/ 14522234 w 21052571"/>
              <a:gd name="connsiteY4325" fmla="*/ 2151829 h 8402012"/>
              <a:gd name="connsiteX4326" fmla="*/ 13697520 w 21052571"/>
              <a:gd name="connsiteY4326" fmla="*/ 2151828 h 8402012"/>
              <a:gd name="connsiteX4327" fmla="*/ 13715427 w 21052571"/>
              <a:gd name="connsiteY4327" fmla="*/ 2183898 h 8402012"/>
              <a:gd name="connsiteX4328" fmla="*/ 13697520 w 21052571"/>
              <a:gd name="connsiteY4328" fmla="*/ 2151828 h 8402012"/>
              <a:gd name="connsiteX4329" fmla="*/ 11318172 w 21052571"/>
              <a:gd name="connsiteY4329" fmla="*/ 2151828 h 8402012"/>
              <a:gd name="connsiteX4330" fmla="*/ 11336134 w 21052571"/>
              <a:gd name="connsiteY4330" fmla="*/ 2183898 h 8402012"/>
              <a:gd name="connsiteX4331" fmla="*/ 11318172 w 21052571"/>
              <a:gd name="connsiteY4331" fmla="*/ 2151828 h 8402012"/>
              <a:gd name="connsiteX4332" fmla="*/ 16147962 w 21052571"/>
              <a:gd name="connsiteY4332" fmla="*/ 2151828 h 8402012"/>
              <a:gd name="connsiteX4333" fmla="*/ 16165868 w 21052571"/>
              <a:gd name="connsiteY4333" fmla="*/ 2183897 h 8402012"/>
              <a:gd name="connsiteX4334" fmla="*/ 16147962 w 21052571"/>
              <a:gd name="connsiteY4334" fmla="*/ 2151828 h 8402012"/>
              <a:gd name="connsiteX4335" fmla="*/ 12500908 w 21052571"/>
              <a:gd name="connsiteY4335" fmla="*/ 2151111 h 8402012"/>
              <a:gd name="connsiteX4336" fmla="*/ 12546046 w 21052571"/>
              <a:gd name="connsiteY4336" fmla="*/ 2182276 h 8402012"/>
              <a:gd name="connsiteX4337" fmla="*/ 12500908 w 21052571"/>
              <a:gd name="connsiteY4337" fmla="*/ 2151111 h 8402012"/>
              <a:gd name="connsiteX4338" fmla="*/ 12014056 w 21052571"/>
              <a:gd name="connsiteY4338" fmla="*/ 2151111 h 8402012"/>
              <a:gd name="connsiteX4339" fmla="*/ 12014056 w 21052571"/>
              <a:gd name="connsiteY4339" fmla="*/ 2246753 h 8402012"/>
              <a:gd name="connsiteX4340" fmla="*/ 11956021 w 21052571"/>
              <a:gd name="connsiteY4340" fmla="*/ 2246753 h 8402012"/>
              <a:gd name="connsiteX4341" fmla="*/ 12014056 w 21052571"/>
              <a:gd name="connsiteY4341" fmla="*/ 2278994 h 8402012"/>
              <a:gd name="connsiteX4342" fmla="*/ 12122604 w 21052571"/>
              <a:gd name="connsiteY4342" fmla="*/ 2278994 h 8402012"/>
              <a:gd name="connsiteX4343" fmla="*/ 12116155 w 21052571"/>
              <a:gd name="connsiteY4343" fmla="*/ 2240307 h 8402012"/>
              <a:gd name="connsiteX4344" fmla="*/ 12077465 w 21052571"/>
              <a:gd name="connsiteY4344" fmla="*/ 2233859 h 8402012"/>
              <a:gd name="connsiteX4345" fmla="*/ 12014056 w 21052571"/>
              <a:gd name="connsiteY4345" fmla="*/ 2151111 h 8402012"/>
              <a:gd name="connsiteX4346" fmla="*/ 14635094 w 21052571"/>
              <a:gd name="connsiteY4346" fmla="*/ 2143357 h 8402012"/>
              <a:gd name="connsiteX4347" fmla="*/ 14682280 w 21052571"/>
              <a:gd name="connsiteY4347" fmla="*/ 2149120 h 8402012"/>
              <a:gd name="connsiteX4348" fmla="*/ 14602808 w 21052571"/>
              <a:gd name="connsiteY4348" fmla="*/ 2180210 h 8402012"/>
              <a:gd name="connsiteX4349" fmla="*/ 14635094 w 21052571"/>
              <a:gd name="connsiteY4349" fmla="*/ 2143357 h 8402012"/>
              <a:gd name="connsiteX4350" fmla="*/ 15190046 w 21052571"/>
              <a:gd name="connsiteY4350" fmla="*/ 2132885 h 8402012"/>
              <a:gd name="connsiteX4351" fmla="*/ 15233206 w 21052571"/>
              <a:gd name="connsiteY4351" fmla="*/ 2173044 h 8402012"/>
              <a:gd name="connsiteX4352" fmla="*/ 15280844 w 21052571"/>
              <a:gd name="connsiteY4352" fmla="*/ 2185551 h 8402012"/>
              <a:gd name="connsiteX4353" fmla="*/ 15285276 w 21052571"/>
              <a:gd name="connsiteY4353" fmla="*/ 2209141 h 8402012"/>
              <a:gd name="connsiteX4354" fmla="*/ 15299802 w 21052571"/>
              <a:gd name="connsiteY4354" fmla="*/ 2215586 h 8402012"/>
              <a:gd name="connsiteX4355" fmla="*/ 15294960 w 21052571"/>
              <a:gd name="connsiteY4355" fmla="*/ 2192225 h 8402012"/>
              <a:gd name="connsiteX4356" fmla="*/ 15286416 w 21052571"/>
              <a:gd name="connsiteY4356" fmla="*/ 2187014 h 8402012"/>
              <a:gd name="connsiteX4357" fmla="*/ 15288370 w 21052571"/>
              <a:gd name="connsiteY4357" fmla="*/ 2187525 h 8402012"/>
              <a:gd name="connsiteX4358" fmla="*/ 15395570 w 21052571"/>
              <a:gd name="connsiteY4358" fmla="*/ 2189810 h 8402012"/>
              <a:gd name="connsiteX4359" fmla="*/ 15652742 w 21052571"/>
              <a:gd name="connsiteY4359" fmla="*/ 2247805 h 8402012"/>
              <a:gd name="connsiteX4360" fmla="*/ 15906954 w 21052571"/>
              <a:gd name="connsiteY4360" fmla="*/ 2327420 h 8402012"/>
              <a:gd name="connsiteX4361" fmla="*/ 16083400 w 21052571"/>
              <a:gd name="connsiteY4361" fmla="*/ 2390971 h 8402012"/>
              <a:gd name="connsiteX4362" fmla="*/ 16078862 w 21052571"/>
              <a:gd name="connsiteY4362" fmla="*/ 2383508 h 8402012"/>
              <a:gd name="connsiteX4363" fmla="*/ 16090088 w 21052571"/>
              <a:gd name="connsiteY4363" fmla="*/ 2369862 h 8402012"/>
              <a:gd name="connsiteX4364" fmla="*/ 16090088 w 21052571"/>
              <a:gd name="connsiteY4364" fmla="*/ 2385915 h 8402012"/>
              <a:gd name="connsiteX4365" fmla="*/ 16090088 w 21052571"/>
              <a:gd name="connsiteY4365" fmla="*/ 2393380 h 8402012"/>
              <a:gd name="connsiteX4366" fmla="*/ 16166010 w 21052571"/>
              <a:gd name="connsiteY4366" fmla="*/ 2420726 h 8402012"/>
              <a:gd name="connsiteX4367" fmla="*/ 16416724 w 21052571"/>
              <a:gd name="connsiteY4367" fmla="*/ 2517388 h 8402012"/>
              <a:gd name="connsiteX4368" fmla="*/ 16539392 w 21052571"/>
              <a:gd name="connsiteY4368" fmla="*/ 2548535 h 8402012"/>
              <a:gd name="connsiteX4369" fmla="*/ 16571674 w 21052571"/>
              <a:gd name="connsiteY4369" fmla="*/ 2600090 h 8402012"/>
              <a:gd name="connsiteX4370" fmla="*/ 16641616 w 21052571"/>
              <a:gd name="connsiteY4370" fmla="*/ 2651642 h 8402012"/>
              <a:gd name="connsiteX4371" fmla="*/ 16751372 w 21052571"/>
              <a:gd name="connsiteY4371" fmla="*/ 2683863 h 8402012"/>
              <a:gd name="connsiteX4372" fmla="*/ 16814859 w 21052571"/>
              <a:gd name="connsiteY4372" fmla="*/ 2735416 h 8402012"/>
              <a:gd name="connsiteX4373" fmla="*/ 16905243 w 21052571"/>
              <a:gd name="connsiteY4373" fmla="*/ 2785893 h 8402012"/>
              <a:gd name="connsiteX4374" fmla="*/ 16449006 w 21052571"/>
              <a:gd name="connsiteY4374" fmla="*/ 2632309 h 8402012"/>
              <a:gd name="connsiteX4375" fmla="*/ 16507112 w 21052571"/>
              <a:gd name="connsiteY4375" fmla="*/ 2587200 h 8402012"/>
              <a:gd name="connsiteX4376" fmla="*/ 16410268 w 21052571"/>
              <a:gd name="connsiteY4376" fmla="*/ 2600090 h 8402012"/>
              <a:gd name="connsiteX4377" fmla="*/ 16429638 w 21052571"/>
              <a:gd name="connsiteY4377" fmla="*/ 2567868 h 8402012"/>
              <a:gd name="connsiteX4378" fmla="*/ 15614004 w 21052571"/>
              <a:gd name="connsiteY4378" fmla="*/ 2280027 h 8402012"/>
              <a:gd name="connsiteX4379" fmla="*/ 15421394 w 21052571"/>
              <a:gd name="connsiteY4379" fmla="*/ 2228474 h 8402012"/>
              <a:gd name="connsiteX4380" fmla="*/ 15356832 w 21052571"/>
              <a:gd name="connsiteY4380" fmla="*/ 2215586 h 8402012"/>
              <a:gd name="connsiteX4381" fmla="*/ 15324550 w 21052571"/>
              <a:gd name="connsiteY4381" fmla="*/ 2267140 h 8402012"/>
              <a:gd name="connsiteX4382" fmla="*/ 15138398 w 21052571"/>
              <a:gd name="connsiteY4382" fmla="*/ 2202698 h 8402012"/>
              <a:gd name="connsiteX4383" fmla="*/ 14939331 w 21052571"/>
              <a:gd name="connsiteY4383" fmla="*/ 2139329 h 8402012"/>
              <a:gd name="connsiteX4384" fmla="*/ 15190046 w 21052571"/>
              <a:gd name="connsiteY4384" fmla="*/ 2132885 h 8402012"/>
              <a:gd name="connsiteX4385" fmla="*/ 14919346 w 21052571"/>
              <a:gd name="connsiteY4385" fmla="*/ 2125419 h 8402012"/>
              <a:gd name="connsiteX4386" fmla="*/ 14882454 w 21052571"/>
              <a:gd name="connsiteY4386" fmla="*/ 2152503 h 8402012"/>
              <a:gd name="connsiteX4387" fmla="*/ 14919346 w 21052571"/>
              <a:gd name="connsiteY4387" fmla="*/ 2125419 h 8402012"/>
              <a:gd name="connsiteX4388" fmla="*/ 18508351 w 21052571"/>
              <a:gd name="connsiteY4388" fmla="*/ 2125419 h 8402012"/>
              <a:gd name="connsiteX4389" fmla="*/ 18545243 w 21052571"/>
              <a:gd name="connsiteY4389" fmla="*/ 2152502 h 8402012"/>
              <a:gd name="connsiteX4390" fmla="*/ 18508351 w 21052571"/>
              <a:gd name="connsiteY4390" fmla="*/ 2125419 h 8402012"/>
              <a:gd name="connsiteX4391" fmla="*/ 16261716 w 21052571"/>
              <a:gd name="connsiteY4391" fmla="*/ 2123390 h 8402012"/>
              <a:gd name="connsiteX4392" fmla="*/ 16279678 w 21052571"/>
              <a:gd name="connsiteY4392" fmla="*/ 2150689 h 8402012"/>
              <a:gd name="connsiteX4393" fmla="*/ 16261716 w 21052571"/>
              <a:gd name="connsiteY4393" fmla="*/ 2123390 h 8402012"/>
              <a:gd name="connsiteX4394" fmla="*/ 18693203 w 21052571"/>
              <a:gd name="connsiteY4394" fmla="*/ 2123389 h 8402012"/>
              <a:gd name="connsiteX4395" fmla="*/ 18711167 w 21052571"/>
              <a:gd name="connsiteY4395" fmla="*/ 2150689 h 8402012"/>
              <a:gd name="connsiteX4396" fmla="*/ 18693203 w 21052571"/>
              <a:gd name="connsiteY4396" fmla="*/ 2123389 h 8402012"/>
              <a:gd name="connsiteX4397" fmla="*/ 16123246 w 21052571"/>
              <a:gd name="connsiteY4397" fmla="*/ 2118775 h 8402012"/>
              <a:gd name="connsiteX4398" fmla="*/ 16125026 w 21052571"/>
              <a:gd name="connsiteY4398" fmla="*/ 2121793 h 8402012"/>
              <a:gd name="connsiteX4399" fmla="*/ 16126884 w 21052571"/>
              <a:gd name="connsiteY4399" fmla="*/ 2124947 h 8402012"/>
              <a:gd name="connsiteX4400" fmla="*/ 16122316 w 21052571"/>
              <a:gd name="connsiteY4400" fmla="*/ 2117209 h 8402012"/>
              <a:gd name="connsiteX4401" fmla="*/ 16122626 w 21052571"/>
              <a:gd name="connsiteY4401" fmla="*/ 2117724 h 8402012"/>
              <a:gd name="connsiteX4402" fmla="*/ 16123246 w 21052571"/>
              <a:gd name="connsiteY4402" fmla="*/ 2118775 h 8402012"/>
              <a:gd name="connsiteX4403" fmla="*/ 12411705 w 21052571"/>
              <a:gd name="connsiteY4403" fmla="*/ 2105976 h 8402012"/>
              <a:gd name="connsiteX4404" fmla="*/ 12314980 w 21052571"/>
              <a:gd name="connsiteY4404" fmla="*/ 2169380 h 8402012"/>
              <a:gd name="connsiteX4405" fmla="*/ 12373015 w 21052571"/>
              <a:gd name="connsiteY4405" fmla="*/ 2220961 h 8402012"/>
              <a:gd name="connsiteX4406" fmla="*/ 12449321 w 21052571"/>
              <a:gd name="connsiteY4406" fmla="*/ 2201616 h 8402012"/>
              <a:gd name="connsiteX4407" fmla="*/ 12392360 w 21052571"/>
              <a:gd name="connsiteY4407" fmla="*/ 2138215 h 8402012"/>
              <a:gd name="connsiteX4408" fmla="*/ 12411705 w 21052571"/>
              <a:gd name="connsiteY4408" fmla="*/ 2105976 h 8402012"/>
              <a:gd name="connsiteX4409" fmla="*/ 17981247 w 21052571"/>
              <a:gd name="connsiteY4409" fmla="*/ 2101373 h 8402012"/>
              <a:gd name="connsiteX4410" fmla="*/ 17963283 w 21052571"/>
              <a:gd name="connsiteY4410" fmla="*/ 2127057 h 8402012"/>
              <a:gd name="connsiteX4411" fmla="*/ 17981247 w 21052571"/>
              <a:gd name="connsiteY4411" fmla="*/ 2101373 h 8402012"/>
              <a:gd name="connsiteX4412" fmla="*/ 17104207 w 21052571"/>
              <a:gd name="connsiteY4412" fmla="*/ 2099691 h 8402012"/>
              <a:gd name="connsiteX4413" fmla="*/ 17136791 w 21052571"/>
              <a:gd name="connsiteY4413" fmla="*/ 2112489 h 8402012"/>
              <a:gd name="connsiteX4414" fmla="*/ 17194359 w 21052571"/>
              <a:gd name="connsiteY4414" fmla="*/ 2131685 h 8402012"/>
              <a:gd name="connsiteX4415" fmla="*/ 17220427 w 21052571"/>
              <a:gd name="connsiteY4415" fmla="*/ 2194605 h 8402012"/>
              <a:gd name="connsiteX4416" fmla="*/ 17091171 w 21052571"/>
              <a:gd name="connsiteY4416" fmla="*/ 2150880 h 8402012"/>
              <a:gd name="connsiteX4417" fmla="*/ 17104207 w 21052571"/>
              <a:gd name="connsiteY4417" fmla="*/ 2099691 h 8402012"/>
              <a:gd name="connsiteX4418" fmla="*/ 14260920 w 21052571"/>
              <a:gd name="connsiteY4418" fmla="*/ 2099689 h 8402012"/>
              <a:gd name="connsiteX4419" fmla="*/ 14292950 w 21052571"/>
              <a:gd name="connsiteY4419" fmla="*/ 2151828 h 8402012"/>
              <a:gd name="connsiteX4420" fmla="*/ 14362347 w 21052571"/>
              <a:gd name="connsiteY4420" fmla="*/ 2144225 h 8402012"/>
              <a:gd name="connsiteX4421" fmla="*/ 14502209 w 21052571"/>
              <a:gd name="connsiteY4421" fmla="*/ 2170292 h 8402012"/>
              <a:gd name="connsiteX4422" fmla="*/ 14190455 w 21052571"/>
              <a:gd name="connsiteY4422" fmla="*/ 2170292 h 8402012"/>
              <a:gd name="connsiteX4423" fmla="*/ 14260920 w 21052571"/>
              <a:gd name="connsiteY4423" fmla="*/ 2099689 h 8402012"/>
              <a:gd name="connsiteX4424" fmla="*/ 14133574 w 21052571"/>
              <a:gd name="connsiteY4424" fmla="*/ 2094952 h 8402012"/>
              <a:gd name="connsiteX4425" fmla="*/ 14146699 w 21052571"/>
              <a:gd name="connsiteY4425" fmla="*/ 2127058 h 8402012"/>
              <a:gd name="connsiteX4426" fmla="*/ 14133574 w 21052571"/>
              <a:gd name="connsiteY4426" fmla="*/ 2094952 h 8402012"/>
              <a:gd name="connsiteX4427" fmla="*/ 14190452 w 21052571"/>
              <a:gd name="connsiteY4427" fmla="*/ 2094952 h 8402012"/>
              <a:gd name="connsiteX4428" fmla="*/ 14203577 w 21052571"/>
              <a:gd name="connsiteY4428" fmla="*/ 2127058 h 8402012"/>
              <a:gd name="connsiteX4429" fmla="*/ 14190452 w 21052571"/>
              <a:gd name="connsiteY4429" fmla="*/ 2094952 h 8402012"/>
              <a:gd name="connsiteX4430" fmla="*/ 12431051 w 21052571"/>
              <a:gd name="connsiteY4430" fmla="*/ 2093081 h 8402012"/>
              <a:gd name="connsiteX4431" fmla="*/ 12449321 w 21052571"/>
              <a:gd name="connsiteY4431" fmla="*/ 2125320 h 8402012"/>
              <a:gd name="connsiteX4432" fmla="*/ 12431051 w 21052571"/>
              <a:gd name="connsiteY4432" fmla="*/ 2093081 h 8402012"/>
              <a:gd name="connsiteX4433" fmla="*/ 14837330 w 21052571"/>
              <a:gd name="connsiteY4433" fmla="*/ 2086762 h 8402012"/>
              <a:gd name="connsiteX4434" fmla="*/ 14867131 w 21052571"/>
              <a:gd name="connsiteY4434" fmla="*/ 2124830 h 8402012"/>
              <a:gd name="connsiteX4435" fmla="*/ 14787662 w 21052571"/>
              <a:gd name="connsiteY4435" fmla="*/ 2092433 h 8402012"/>
              <a:gd name="connsiteX4436" fmla="*/ 14837330 w 21052571"/>
              <a:gd name="connsiteY4436" fmla="*/ 2086762 h 8402012"/>
              <a:gd name="connsiteX4437" fmla="*/ 16969903 w 21052571"/>
              <a:gd name="connsiteY4437" fmla="*/ 2068083 h 8402012"/>
              <a:gd name="connsiteX4438" fmla="*/ 17075879 w 21052571"/>
              <a:gd name="connsiteY4438" fmla="*/ 2108129 h 8402012"/>
              <a:gd name="connsiteX4439" fmla="*/ 16922363 w 21052571"/>
              <a:gd name="connsiteY4439" fmla="*/ 2141243 h 8402012"/>
              <a:gd name="connsiteX4440" fmla="*/ 16961011 w 21052571"/>
              <a:gd name="connsiteY4440" fmla="*/ 2094884 h 8402012"/>
              <a:gd name="connsiteX4441" fmla="*/ 16909483 w 21052571"/>
              <a:gd name="connsiteY4441" fmla="*/ 2127997 h 8402012"/>
              <a:gd name="connsiteX4442" fmla="*/ 16825747 w 21052571"/>
              <a:gd name="connsiteY4442" fmla="*/ 2108129 h 8402012"/>
              <a:gd name="connsiteX4443" fmla="*/ 16905459 w 21052571"/>
              <a:gd name="connsiteY4443" fmla="*/ 2068083 h 8402012"/>
              <a:gd name="connsiteX4444" fmla="*/ 16935247 w 21052571"/>
              <a:gd name="connsiteY4444" fmla="*/ 2068393 h 8402012"/>
              <a:gd name="connsiteX4445" fmla="*/ 16969903 w 21052571"/>
              <a:gd name="connsiteY4445" fmla="*/ 2068083 h 8402012"/>
              <a:gd name="connsiteX4446" fmla="*/ 13882368 w 21052571"/>
              <a:gd name="connsiteY4446" fmla="*/ 2061772 h 8402012"/>
              <a:gd name="connsiteX4447" fmla="*/ 13900330 w 21052571"/>
              <a:gd name="connsiteY4447" fmla="*/ 2093881 h 8402012"/>
              <a:gd name="connsiteX4448" fmla="*/ 13882368 w 21052571"/>
              <a:gd name="connsiteY4448" fmla="*/ 2061772 h 8402012"/>
              <a:gd name="connsiteX4449" fmla="*/ 14602808 w 21052571"/>
              <a:gd name="connsiteY4449" fmla="*/ 2061772 h 8402012"/>
              <a:gd name="connsiteX4450" fmla="*/ 14620770 w 21052571"/>
              <a:gd name="connsiteY4450" fmla="*/ 2093881 h 8402012"/>
              <a:gd name="connsiteX4451" fmla="*/ 14602808 w 21052571"/>
              <a:gd name="connsiteY4451" fmla="*/ 2061772 h 8402012"/>
              <a:gd name="connsiteX4452" fmla="*/ 14640725 w 21052571"/>
              <a:gd name="connsiteY4452" fmla="*/ 2061772 h 8402012"/>
              <a:gd name="connsiteX4453" fmla="*/ 14658687 w 21052571"/>
              <a:gd name="connsiteY4453" fmla="*/ 2093880 h 8402012"/>
              <a:gd name="connsiteX4454" fmla="*/ 14640725 w 21052571"/>
              <a:gd name="connsiteY4454" fmla="*/ 2061772 h 8402012"/>
              <a:gd name="connsiteX4455" fmla="*/ 15787742 w 21052571"/>
              <a:gd name="connsiteY4455" fmla="*/ 2061771 h 8402012"/>
              <a:gd name="connsiteX4456" fmla="*/ 15805704 w 21052571"/>
              <a:gd name="connsiteY4456" fmla="*/ 2093880 h 8402012"/>
              <a:gd name="connsiteX4457" fmla="*/ 15787742 w 21052571"/>
              <a:gd name="connsiteY4457" fmla="*/ 2061771 h 8402012"/>
              <a:gd name="connsiteX4458" fmla="*/ 18584187 w 21052571"/>
              <a:gd name="connsiteY4458" fmla="*/ 2061771 h 8402012"/>
              <a:gd name="connsiteX4459" fmla="*/ 18602151 w 21052571"/>
              <a:gd name="connsiteY4459" fmla="*/ 2093880 h 8402012"/>
              <a:gd name="connsiteX4460" fmla="*/ 18584187 w 21052571"/>
              <a:gd name="connsiteY4460" fmla="*/ 2061771 h 8402012"/>
              <a:gd name="connsiteX4461" fmla="*/ 14076700 w 21052571"/>
              <a:gd name="connsiteY4461" fmla="*/ 2061769 h 8402012"/>
              <a:gd name="connsiteX4462" fmla="*/ 14113564 w 21052571"/>
              <a:gd name="connsiteY4462" fmla="*/ 2092513 h 8402012"/>
              <a:gd name="connsiteX4463" fmla="*/ 14076700 w 21052571"/>
              <a:gd name="connsiteY4463" fmla="*/ 2061769 h 8402012"/>
              <a:gd name="connsiteX4464" fmla="*/ 12597633 w 21052571"/>
              <a:gd name="connsiteY4464" fmla="*/ 2060841 h 8402012"/>
              <a:gd name="connsiteX4465" fmla="*/ 12616978 w 21052571"/>
              <a:gd name="connsiteY4465" fmla="*/ 2093081 h 8402012"/>
              <a:gd name="connsiteX4466" fmla="*/ 12597633 w 21052571"/>
              <a:gd name="connsiteY4466" fmla="*/ 2060841 h 8402012"/>
              <a:gd name="connsiteX4467" fmla="*/ 11089791 w 21052571"/>
              <a:gd name="connsiteY4467" fmla="*/ 2060841 h 8402012"/>
              <a:gd name="connsiteX4468" fmla="*/ 10994140 w 21052571"/>
              <a:gd name="connsiteY4468" fmla="*/ 2080184 h 8402012"/>
              <a:gd name="connsiteX4469" fmla="*/ 10910311 w 21052571"/>
              <a:gd name="connsiteY4469" fmla="*/ 2118874 h 8402012"/>
              <a:gd name="connsiteX4470" fmla="*/ 11000588 w 21052571"/>
              <a:gd name="connsiteY4470" fmla="*/ 2099528 h 8402012"/>
              <a:gd name="connsiteX4471" fmla="*/ 11089791 w 21052571"/>
              <a:gd name="connsiteY4471" fmla="*/ 2093081 h 8402012"/>
              <a:gd name="connsiteX4472" fmla="*/ 11089791 w 21052571"/>
              <a:gd name="connsiteY4472" fmla="*/ 2060841 h 8402012"/>
              <a:gd name="connsiteX4473" fmla="*/ 14582825 w 21052571"/>
              <a:gd name="connsiteY4473" fmla="*/ 2058905 h 8402012"/>
              <a:gd name="connsiteX4474" fmla="*/ 14545933 w 21052571"/>
              <a:gd name="connsiteY4474" fmla="*/ 2091973 h 8402012"/>
              <a:gd name="connsiteX4475" fmla="*/ 14582825 w 21052571"/>
              <a:gd name="connsiteY4475" fmla="*/ 2058905 h 8402012"/>
              <a:gd name="connsiteX4476" fmla="*/ 16127910 w 21052571"/>
              <a:gd name="connsiteY4476" fmla="*/ 2047554 h 8402012"/>
              <a:gd name="connsiteX4477" fmla="*/ 16122178 w 21052571"/>
              <a:gd name="connsiteY4477" fmla="*/ 2116971 h 8402012"/>
              <a:gd name="connsiteX4478" fmla="*/ 16121348 w 21052571"/>
              <a:gd name="connsiteY4478" fmla="*/ 2127023 h 8402012"/>
              <a:gd name="connsiteX4479" fmla="*/ 16120838 w 21052571"/>
              <a:gd name="connsiteY4479" fmla="*/ 2114693 h 8402012"/>
              <a:gd name="connsiteX4480" fmla="*/ 16114788 w 21052571"/>
              <a:gd name="connsiteY4480" fmla="*/ 2104432 h 8402012"/>
              <a:gd name="connsiteX4481" fmla="*/ 16118628 w 21052571"/>
              <a:gd name="connsiteY4481" fmla="*/ 2110942 h 8402012"/>
              <a:gd name="connsiteX4482" fmla="*/ 16120838 w 21052571"/>
              <a:gd name="connsiteY4482" fmla="*/ 2114693 h 8402012"/>
              <a:gd name="connsiteX4483" fmla="*/ 16119708 w 21052571"/>
              <a:gd name="connsiteY4483" fmla="*/ 2087288 h 8402012"/>
              <a:gd name="connsiteX4484" fmla="*/ 16127910 w 21052571"/>
              <a:gd name="connsiteY4484" fmla="*/ 2047554 h 8402012"/>
              <a:gd name="connsiteX4485" fmla="*/ 12841596 w 21052571"/>
              <a:gd name="connsiteY4485" fmla="*/ 2035049 h 8402012"/>
              <a:gd name="connsiteX4486" fmla="*/ 12859867 w 21052571"/>
              <a:gd name="connsiteY4486" fmla="*/ 2060841 h 8402012"/>
              <a:gd name="connsiteX4487" fmla="*/ 12841596 w 21052571"/>
              <a:gd name="connsiteY4487" fmla="*/ 2035049 h 8402012"/>
              <a:gd name="connsiteX4488" fmla="*/ 11109136 w 21052571"/>
              <a:gd name="connsiteY4488" fmla="*/ 2035049 h 8402012"/>
              <a:gd name="connsiteX4489" fmla="*/ 11128481 w 21052571"/>
              <a:gd name="connsiteY4489" fmla="*/ 2060841 h 8402012"/>
              <a:gd name="connsiteX4490" fmla="*/ 11109136 w 21052571"/>
              <a:gd name="connsiteY4490" fmla="*/ 2035049 h 8402012"/>
              <a:gd name="connsiteX4491" fmla="*/ 14394263 w 21052571"/>
              <a:gd name="connsiteY4491" fmla="*/ 2033332 h 8402012"/>
              <a:gd name="connsiteX4492" fmla="*/ 14426372 w 21052571"/>
              <a:gd name="connsiteY4492" fmla="*/ 2033332 h 8402012"/>
              <a:gd name="connsiteX4493" fmla="*/ 14426372 w 21052571"/>
              <a:gd name="connsiteY4493" fmla="*/ 2089176 h 8402012"/>
              <a:gd name="connsiteX4494" fmla="*/ 14394263 w 21052571"/>
              <a:gd name="connsiteY4494" fmla="*/ 2089176 h 8402012"/>
              <a:gd name="connsiteX4495" fmla="*/ 14394263 w 21052571"/>
              <a:gd name="connsiteY4495" fmla="*/ 2033332 h 8402012"/>
              <a:gd name="connsiteX4496" fmla="*/ 19829743 w 21052571"/>
              <a:gd name="connsiteY4496" fmla="*/ 2033331 h 8402012"/>
              <a:gd name="connsiteX4497" fmla="*/ 19811783 w 21052571"/>
              <a:gd name="connsiteY4497" fmla="*/ 2060630 h 8402012"/>
              <a:gd name="connsiteX4498" fmla="*/ 19829743 w 21052571"/>
              <a:gd name="connsiteY4498" fmla="*/ 2033331 h 8402012"/>
              <a:gd name="connsiteX4499" fmla="*/ 11178456 w 21052571"/>
              <a:gd name="connsiteY4499" fmla="*/ 2031019 h 8402012"/>
              <a:gd name="connsiteX4500" fmla="*/ 11147826 w 21052571"/>
              <a:gd name="connsiteY4500" fmla="*/ 2035049 h 8402012"/>
              <a:gd name="connsiteX4501" fmla="*/ 11199413 w 21052571"/>
              <a:gd name="connsiteY4501" fmla="*/ 2060841 h 8402012"/>
              <a:gd name="connsiteX4502" fmla="*/ 11178456 w 21052571"/>
              <a:gd name="connsiteY4502" fmla="*/ 2031019 h 8402012"/>
              <a:gd name="connsiteX4503" fmla="*/ 16039142 w 21052571"/>
              <a:gd name="connsiteY4503" fmla="*/ 2016016 h 8402012"/>
              <a:gd name="connsiteX4504" fmla="*/ 16071062 w 21052571"/>
              <a:gd name="connsiteY4504" fmla="*/ 2060704 h 8402012"/>
              <a:gd name="connsiteX4505" fmla="*/ 16019990 w 21052571"/>
              <a:gd name="connsiteY4505" fmla="*/ 2060704 h 8402012"/>
              <a:gd name="connsiteX4506" fmla="*/ 16039142 w 21052571"/>
              <a:gd name="connsiteY4506" fmla="*/ 2016016 h 8402012"/>
              <a:gd name="connsiteX4507" fmla="*/ 12188884 w 21052571"/>
              <a:gd name="connsiteY4507" fmla="*/ 2000155 h 8402012"/>
              <a:gd name="connsiteX4508" fmla="*/ 12208172 w 21052571"/>
              <a:gd name="connsiteY4508" fmla="*/ 2045305 h 8402012"/>
              <a:gd name="connsiteX4509" fmla="*/ 12092441 w 21052571"/>
              <a:gd name="connsiteY4509" fmla="*/ 2038855 h 8402012"/>
              <a:gd name="connsiteX4510" fmla="*/ 12188884 w 21052571"/>
              <a:gd name="connsiteY4510" fmla="*/ 2000155 h 8402012"/>
              <a:gd name="connsiteX4511" fmla="*/ 16166922 w 21052571"/>
              <a:gd name="connsiteY4511" fmla="*/ 2000155 h 8402012"/>
              <a:gd name="connsiteX4512" fmla="*/ 16184884 w 21052571"/>
              <a:gd name="connsiteY4512" fmla="*/ 2032260 h 8402012"/>
              <a:gd name="connsiteX4513" fmla="*/ 16166922 w 21052571"/>
              <a:gd name="connsiteY4513" fmla="*/ 2000155 h 8402012"/>
              <a:gd name="connsiteX4514" fmla="*/ 14299466 w 21052571"/>
              <a:gd name="connsiteY4514" fmla="*/ 2000155 h 8402012"/>
              <a:gd name="connsiteX4515" fmla="*/ 14317428 w 21052571"/>
              <a:gd name="connsiteY4515" fmla="*/ 2032260 h 8402012"/>
              <a:gd name="connsiteX4516" fmla="*/ 14299466 w 21052571"/>
              <a:gd name="connsiteY4516" fmla="*/ 2000155 h 8402012"/>
              <a:gd name="connsiteX4517" fmla="*/ 18451475 w 21052571"/>
              <a:gd name="connsiteY4517" fmla="*/ 2000154 h 8402012"/>
              <a:gd name="connsiteX4518" fmla="*/ 18469435 w 21052571"/>
              <a:gd name="connsiteY4518" fmla="*/ 2032260 h 8402012"/>
              <a:gd name="connsiteX4519" fmla="*/ 18451475 w 21052571"/>
              <a:gd name="connsiteY4519" fmla="*/ 2000154 h 8402012"/>
              <a:gd name="connsiteX4520" fmla="*/ 13031555 w 21052571"/>
              <a:gd name="connsiteY4520" fmla="*/ 1999585 h 8402012"/>
              <a:gd name="connsiteX4521" fmla="*/ 12995282 w 21052571"/>
              <a:gd name="connsiteY4521" fmla="*/ 2002809 h 8402012"/>
              <a:gd name="connsiteX4522" fmla="*/ 13053318 w 21052571"/>
              <a:gd name="connsiteY4522" fmla="*/ 2035049 h 8402012"/>
              <a:gd name="connsiteX4523" fmla="*/ 13031555 w 21052571"/>
              <a:gd name="connsiteY4523" fmla="*/ 1999585 h 8402012"/>
              <a:gd name="connsiteX4524" fmla="*/ 11286197 w 21052571"/>
              <a:gd name="connsiteY4524" fmla="*/ 1997167 h 8402012"/>
              <a:gd name="connsiteX4525" fmla="*/ 11243477 w 21052571"/>
              <a:gd name="connsiteY4525" fmla="*/ 2002809 h 8402012"/>
              <a:gd name="connsiteX4526" fmla="*/ 11314409 w 21052571"/>
              <a:gd name="connsiteY4526" fmla="*/ 2035049 h 8402012"/>
              <a:gd name="connsiteX4527" fmla="*/ 11286197 w 21052571"/>
              <a:gd name="connsiteY4527" fmla="*/ 1997167 h 8402012"/>
              <a:gd name="connsiteX4528" fmla="*/ 14236957 w 21052571"/>
              <a:gd name="connsiteY4528" fmla="*/ 1995551 h 8402012"/>
              <a:gd name="connsiteX4529" fmla="*/ 14284143 w 21052571"/>
              <a:gd name="connsiteY4529" fmla="*/ 2003497 h 8402012"/>
              <a:gd name="connsiteX4530" fmla="*/ 14204671 w 21052571"/>
              <a:gd name="connsiteY4530" fmla="*/ 2035280 h 8402012"/>
              <a:gd name="connsiteX4531" fmla="*/ 14236957 w 21052571"/>
              <a:gd name="connsiteY4531" fmla="*/ 1995551 h 8402012"/>
              <a:gd name="connsiteX4532" fmla="*/ 13735437 w 21052571"/>
              <a:gd name="connsiteY4532" fmla="*/ 1971717 h 8402012"/>
              <a:gd name="connsiteX4533" fmla="*/ 13979312 w 21052571"/>
              <a:gd name="connsiteY4533" fmla="*/ 1971717 h 8402012"/>
              <a:gd name="connsiteX4534" fmla="*/ 13947082 w 21052571"/>
              <a:gd name="connsiteY4534" fmla="*/ 2056220 h 8402012"/>
              <a:gd name="connsiteX4535" fmla="*/ 14056665 w 21052571"/>
              <a:gd name="connsiteY4535" fmla="*/ 2062720 h 8402012"/>
              <a:gd name="connsiteX4536" fmla="*/ 14056665 w 21052571"/>
              <a:gd name="connsiteY4536" fmla="*/ 2127722 h 8402012"/>
              <a:gd name="connsiteX4537" fmla="*/ 13979312 w 21052571"/>
              <a:gd name="connsiteY4537" fmla="*/ 2108222 h 8402012"/>
              <a:gd name="connsiteX4538" fmla="*/ 14056665 w 21052571"/>
              <a:gd name="connsiteY4538" fmla="*/ 2185141 h 8402012"/>
              <a:gd name="connsiteX4539" fmla="*/ 13927744 w 21052571"/>
              <a:gd name="connsiteY4539" fmla="*/ 2185141 h 8402012"/>
              <a:gd name="connsiteX4540" fmla="*/ 13864358 w 21052571"/>
              <a:gd name="connsiteY4540" fmla="*/ 2191641 h 8402012"/>
              <a:gd name="connsiteX4541" fmla="*/ 13877250 w 21052571"/>
              <a:gd name="connsiteY4541" fmla="*/ 2153723 h 8402012"/>
              <a:gd name="connsiteX4542" fmla="*/ 13927744 w 21052571"/>
              <a:gd name="connsiteY4542" fmla="*/ 2114722 h 8402012"/>
              <a:gd name="connsiteX4543" fmla="*/ 13914852 w 21052571"/>
              <a:gd name="connsiteY4543" fmla="*/ 2010719 h 8402012"/>
              <a:gd name="connsiteX4544" fmla="*/ 13838574 w 21052571"/>
              <a:gd name="connsiteY4544" fmla="*/ 2004218 h 8402012"/>
              <a:gd name="connsiteX4545" fmla="*/ 13735437 w 21052571"/>
              <a:gd name="connsiteY4545" fmla="*/ 1971717 h 8402012"/>
              <a:gd name="connsiteX4546" fmla="*/ 14019822 w 21052571"/>
              <a:gd name="connsiteY4546" fmla="*/ 1971714 h 8402012"/>
              <a:gd name="connsiteX4547" fmla="*/ 14056714 w 21052571"/>
              <a:gd name="connsiteY4547" fmla="*/ 1971714 h 8402012"/>
              <a:gd name="connsiteX4548" fmla="*/ 14056714 w 21052571"/>
              <a:gd name="connsiteY4548" fmla="*/ 2036984 h 8402012"/>
              <a:gd name="connsiteX4549" fmla="*/ 14019822 w 21052571"/>
              <a:gd name="connsiteY4549" fmla="*/ 2036984 h 8402012"/>
              <a:gd name="connsiteX4550" fmla="*/ 14019822 w 21052571"/>
              <a:gd name="connsiteY4550" fmla="*/ 1971714 h 8402012"/>
              <a:gd name="connsiteX4551" fmla="*/ 16619262 w 21052571"/>
              <a:gd name="connsiteY4551" fmla="*/ 1970570 h 8402012"/>
              <a:gd name="connsiteX4552" fmla="*/ 16657954 w 21052571"/>
              <a:gd name="connsiteY4552" fmla="*/ 2002809 h 8402012"/>
              <a:gd name="connsiteX4553" fmla="*/ 16619262 w 21052571"/>
              <a:gd name="connsiteY4553" fmla="*/ 1970570 h 8402012"/>
              <a:gd name="connsiteX4554" fmla="*/ 11333754 w 21052571"/>
              <a:gd name="connsiteY4554" fmla="*/ 1970570 h 8402012"/>
              <a:gd name="connsiteX4555" fmla="*/ 11333754 w 21052571"/>
              <a:gd name="connsiteY4555" fmla="*/ 2035049 h 8402012"/>
              <a:gd name="connsiteX4556" fmla="*/ 11391789 w 21052571"/>
              <a:gd name="connsiteY4556" fmla="*/ 1970570 h 8402012"/>
              <a:gd name="connsiteX4557" fmla="*/ 11333754 w 21052571"/>
              <a:gd name="connsiteY4557" fmla="*/ 1970570 h 8402012"/>
              <a:gd name="connsiteX4558" fmla="*/ 18202115 w 21052571"/>
              <a:gd name="connsiteY4558" fmla="*/ 1969073 h 8402012"/>
              <a:gd name="connsiteX4559" fmla="*/ 18222915 w 21052571"/>
              <a:gd name="connsiteY4559" fmla="*/ 2004972 h 8402012"/>
              <a:gd name="connsiteX4560" fmla="*/ 18167091 w 21052571"/>
              <a:gd name="connsiteY4560" fmla="*/ 1972337 h 8402012"/>
              <a:gd name="connsiteX4561" fmla="*/ 18202115 w 21052571"/>
              <a:gd name="connsiteY4561" fmla="*/ 1969073 h 8402012"/>
              <a:gd name="connsiteX4562" fmla="*/ 11696783 w 21052571"/>
              <a:gd name="connsiteY4562" fmla="*/ 1960705 h 8402012"/>
              <a:gd name="connsiteX4563" fmla="*/ 11710433 w 21052571"/>
              <a:gd name="connsiteY4563" fmla="*/ 1970338 h 8402012"/>
              <a:gd name="connsiteX4564" fmla="*/ 11696783 w 21052571"/>
              <a:gd name="connsiteY4564" fmla="*/ 1989603 h 8402012"/>
              <a:gd name="connsiteX4565" fmla="*/ 11683133 w 21052571"/>
              <a:gd name="connsiteY4565" fmla="*/ 1970338 h 8402012"/>
              <a:gd name="connsiteX4566" fmla="*/ 11696783 w 21052571"/>
              <a:gd name="connsiteY4566" fmla="*/ 1960705 h 8402012"/>
              <a:gd name="connsiteX4567" fmla="*/ 12365153 w 21052571"/>
              <a:gd name="connsiteY4567" fmla="*/ 1943012 h 8402012"/>
              <a:gd name="connsiteX4568" fmla="*/ 12374134 w 21052571"/>
              <a:gd name="connsiteY4568" fmla="*/ 1951702 h 8402012"/>
              <a:gd name="connsiteX4569" fmla="*/ 12356172 w 21052571"/>
              <a:gd name="connsiteY4569" fmla="*/ 1951702 h 8402012"/>
              <a:gd name="connsiteX4570" fmla="*/ 12365153 w 21052571"/>
              <a:gd name="connsiteY4570" fmla="*/ 1943012 h 8402012"/>
              <a:gd name="connsiteX4571" fmla="*/ 12421964 w 21052571"/>
              <a:gd name="connsiteY4571" fmla="*/ 1938535 h 8402012"/>
              <a:gd name="connsiteX4572" fmla="*/ 12435614 w 21052571"/>
              <a:gd name="connsiteY4572" fmla="*/ 2003805 h 8402012"/>
              <a:gd name="connsiteX4573" fmla="*/ 12421964 w 21052571"/>
              <a:gd name="connsiteY4573" fmla="*/ 1938535 h 8402012"/>
              <a:gd name="connsiteX4574" fmla="*/ 13318343 w 21052571"/>
              <a:gd name="connsiteY4574" fmla="*/ 1938535 h 8402012"/>
              <a:gd name="connsiteX4575" fmla="*/ 13364638 w 21052571"/>
              <a:gd name="connsiteY4575" fmla="*/ 1971170 h 8402012"/>
              <a:gd name="connsiteX4576" fmla="*/ 13318343 w 21052571"/>
              <a:gd name="connsiteY4576" fmla="*/ 2003805 h 8402012"/>
              <a:gd name="connsiteX4577" fmla="*/ 13318343 w 21052571"/>
              <a:gd name="connsiteY4577" fmla="*/ 1938535 h 8402012"/>
              <a:gd name="connsiteX4578" fmla="*/ 18110215 w 21052571"/>
              <a:gd name="connsiteY4578" fmla="*/ 1938534 h 8402012"/>
              <a:gd name="connsiteX4579" fmla="*/ 18128179 w 21052571"/>
              <a:gd name="connsiteY4579" fmla="*/ 1970643 h 8402012"/>
              <a:gd name="connsiteX4580" fmla="*/ 18110215 w 21052571"/>
              <a:gd name="connsiteY4580" fmla="*/ 1938534 h 8402012"/>
              <a:gd name="connsiteX4581" fmla="*/ 12383475 w 21052571"/>
              <a:gd name="connsiteY4581" fmla="*/ 1938533 h 8402012"/>
              <a:gd name="connsiteX4582" fmla="*/ 12383475 w 21052571"/>
              <a:gd name="connsiteY4582" fmla="*/ 1938533 h 8402012"/>
              <a:gd name="connsiteX4583" fmla="*/ 16540538 w 21052571"/>
              <a:gd name="connsiteY4583" fmla="*/ 1935509 h 8402012"/>
              <a:gd name="connsiteX4584" fmla="*/ 16504266 w 21052571"/>
              <a:gd name="connsiteY4584" fmla="*/ 1938330 h 8402012"/>
              <a:gd name="connsiteX4585" fmla="*/ 16562302 w 21052571"/>
              <a:gd name="connsiteY4585" fmla="*/ 1970570 h 8402012"/>
              <a:gd name="connsiteX4586" fmla="*/ 16540538 w 21052571"/>
              <a:gd name="connsiteY4586" fmla="*/ 1935509 h 8402012"/>
              <a:gd name="connsiteX4587" fmla="*/ 13512141 w 21052571"/>
              <a:gd name="connsiteY4587" fmla="*/ 1934663 h 8402012"/>
              <a:gd name="connsiteX4588" fmla="*/ 13540053 w 21052571"/>
              <a:gd name="connsiteY4588" fmla="*/ 1972809 h 8402012"/>
              <a:gd name="connsiteX4589" fmla="*/ 13465271 w 21052571"/>
              <a:gd name="connsiteY4589" fmla="*/ 1939995 h 8402012"/>
              <a:gd name="connsiteX4590" fmla="*/ 13512141 w 21052571"/>
              <a:gd name="connsiteY4590" fmla="*/ 1934663 h 8402012"/>
              <a:gd name="connsiteX4591" fmla="*/ 17463407 w 21052571"/>
              <a:gd name="connsiteY4591" fmla="*/ 1927584 h 8402012"/>
              <a:gd name="connsiteX4592" fmla="*/ 17462719 w 21052571"/>
              <a:gd name="connsiteY4592" fmla="*/ 1930268 h 8402012"/>
              <a:gd name="connsiteX4593" fmla="*/ 17460871 w 21052571"/>
              <a:gd name="connsiteY4593" fmla="*/ 1937447 h 8402012"/>
              <a:gd name="connsiteX4594" fmla="*/ 11635483 w 21052571"/>
              <a:gd name="connsiteY4594" fmla="*/ 1919987 h 8402012"/>
              <a:gd name="connsiteX4595" fmla="*/ 11632840 w 21052571"/>
              <a:gd name="connsiteY4595" fmla="*/ 1930269 h 8402012"/>
              <a:gd name="connsiteX4596" fmla="*/ 11630994 w 21052571"/>
              <a:gd name="connsiteY4596" fmla="*/ 1937447 h 8402012"/>
              <a:gd name="connsiteX4597" fmla="*/ 11634762 w 21052571"/>
              <a:gd name="connsiteY4597" fmla="*/ 1922791 h 8402012"/>
              <a:gd name="connsiteX4598" fmla="*/ 12375132 w 21052571"/>
              <a:gd name="connsiteY4598" fmla="*/ 1919572 h 8402012"/>
              <a:gd name="connsiteX4599" fmla="*/ 12412024 w 21052571"/>
              <a:gd name="connsiteY4599" fmla="*/ 1919572 h 8402012"/>
              <a:gd name="connsiteX4600" fmla="*/ 12405876 w 21052571"/>
              <a:gd name="connsiteY4600" fmla="*/ 1937479 h 8402012"/>
              <a:gd name="connsiteX4601" fmla="*/ 12375132 w 21052571"/>
              <a:gd name="connsiteY4601" fmla="*/ 1919572 h 8402012"/>
              <a:gd name="connsiteX4602" fmla="*/ 11526130 w 21052571"/>
              <a:gd name="connsiteY4602" fmla="*/ 1913613 h 8402012"/>
              <a:gd name="connsiteX4603" fmla="*/ 11448750 w 21052571"/>
              <a:gd name="connsiteY4603" fmla="*/ 1989913 h 8402012"/>
              <a:gd name="connsiteX4604" fmla="*/ 11526130 w 21052571"/>
              <a:gd name="connsiteY4604" fmla="*/ 1970570 h 8402012"/>
              <a:gd name="connsiteX4605" fmla="*/ 11526130 w 21052571"/>
              <a:gd name="connsiteY4605" fmla="*/ 1913613 h 8402012"/>
              <a:gd name="connsiteX4606" fmla="*/ 17427459 w 21052571"/>
              <a:gd name="connsiteY4606" fmla="*/ 1907166 h 8402012"/>
              <a:gd name="connsiteX4607" fmla="*/ 17466151 w 21052571"/>
              <a:gd name="connsiteY4607" fmla="*/ 1951226 h 8402012"/>
              <a:gd name="connsiteX4608" fmla="*/ 17472799 w 21052571"/>
              <a:gd name="connsiteY4608" fmla="*/ 1932101 h 8402012"/>
              <a:gd name="connsiteX4609" fmla="*/ 17464507 w 21052571"/>
              <a:gd name="connsiteY4609" fmla="*/ 1923313 h 8402012"/>
              <a:gd name="connsiteX4610" fmla="*/ 17461311 w 21052571"/>
              <a:gd name="connsiteY4610" fmla="*/ 1919928 h 8402012"/>
              <a:gd name="connsiteX4611" fmla="*/ 17427459 w 21052571"/>
              <a:gd name="connsiteY4611" fmla="*/ 1907166 h 8402012"/>
              <a:gd name="connsiteX4612" fmla="*/ 12468929 w 21052571"/>
              <a:gd name="connsiteY4612" fmla="*/ 1905357 h 8402012"/>
              <a:gd name="connsiteX4613" fmla="*/ 12450967 w 21052571"/>
              <a:gd name="connsiteY4613" fmla="*/ 1937427 h 8402012"/>
              <a:gd name="connsiteX4614" fmla="*/ 12468929 w 21052571"/>
              <a:gd name="connsiteY4614" fmla="*/ 1905357 h 8402012"/>
              <a:gd name="connsiteX4615" fmla="*/ 13639647 w 21052571"/>
              <a:gd name="connsiteY4615" fmla="*/ 1905357 h 8402012"/>
              <a:gd name="connsiteX4616" fmla="*/ 13621685 w 21052571"/>
              <a:gd name="connsiteY4616" fmla="*/ 1937427 h 8402012"/>
              <a:gd name="connsiteX4617" fmla="*/ 13639647 w 21052571"/>
              <a:gd name="connsiteY4617" fmla="*/ 1905357 h 8402012"/>
              <a:gd name="connsiteX4618" fmla="*/ 16455904 w 21052571"/>
              <a:gd name="connsiteY4618" fmla="*/ 1901389 h 8402012"/>
              <a:gd name="connsiteX4619" fmla="*/ 16407542 w 21052571"/>
              <a:gd name="connsiteY4619" fmla="*/ 1907166 h 8402012"/>
              <a:gd name="connsiteX4620" fmla="*/ 16484922 w 21052571"/>
              <a:gd name="connsiteY4620" fmla="*/ 1938330 h 8402012"/>
              <a:gd name="connsiteX4621" fmla="*/ 16455904 w 21052571"/>
              <a:gd name="connsiteY4621" fmla="*/ 1901389 h 8402012"/>
              <a:gd name="connsiteX4622" fmla="*/ 11958362 w 21052571"/>
              <a:gd name="connsiteY4622" fmla="*/ 1872181 h 8402012"/>
              <a:gd name="connsiteX4623" fmla="*/ 11939124 w 21052571"/>
              <a:gd name="connsiteY4623" fmla="*/ 1943277 h 8402012"/>
              <a:gd name="connsiteX4624" fmla="*/ 11926299 w 21052571"/>
              <a:gd name="connsiteY4624" fmla="*/ 2000369 h 8402012"/>
              <a:gd name="connsiteX4625" fmla="*/ 11844005 w 21052571"/>
              <a:gd name="connsiteY4625" fmla="*/ 1980979 h 8402012"/>
              <a:gd name="connsiteX4626" fmla="*/ 11773467 w 21052571"/>
              <a:gd name="connsiteY4626" fmla="*/ 2013295 h 8402012"/>
              <a:gd name="connsiteX4627" fmla="*/ 11792704 w 21052571"/>
              <a:gd name="connsiteY4627" fmla="*/ 1980979 h 8402012"/>
              <a:gd name="connsiteX4628" fmla="*/ 11754229 w 21052571"/>
              <a:gd name="connsiteY4628" fmla="*/ 1968052 h 8402012"/>
              <a:gd name="connsiteX4629" fmla="*/ 11824767 w 21052571"/>
              <a:gd name="connsiteY4629" fmla="*/ 1898034 h 8402012"/>
              <a:gd name="connsiteX4630" fmla="*/ 11958362 w 21052571"/>
              <a:gd name="connsiteY4630" fmla="*/ 1872181 h 8402012"/>
              <a:gd name="connsiteX4631" fmla="*/ 16363748 w 21052571"/>
              <a:gd name="connsiteY4631" fmla="*/ 1869283 h 8402012"/>
              <a:gd name="connsiteX4632" fmla="*/ 16318338 w 21052571"/>
              <a:gd name="connsiteY4632" fmla="*/ 1874926 h 8402012"/>
              <a:gd name="connsiteX4633" fmla="*/ 16394646 w 21052571"/>
              <a:gd name="connsiteY4633" fmla="*/ 1907166 h 8402012"/>
              <a:gd name="connsiteX4634" fmla="*/ 16363748 w 21052571"/>
              <a:gd name="connsiteY4634" fmla="*/ 1869283 h 8402012"/>
              <a:gd name="connsiteX4635" fmla="*/ 19033467 w 21052571"/>
              <a:gd name="connsiteY4635" fmla="*/ 1848478 h 8402012"/>
              <a:gd name="connsiteX4636" fmla="*/ 19015507 w 21052571"/>
              <a:gd name="connsiteY4636" fmla="*/ 1875778 h 8402012"/>
              <a:gd name="connsiteX4637" fmla="*/ 19033467 w 21052571"/>
              <a:gd name="connsiteY4637" fmla="*/ 1848478 h 8402012"/>
              <a:gd name="connsiteX4638" fmla="*/ 12029867 w 21052571"/>
              <a:gd name="connsiteY4638" fmla="*/ 1846457 h 8402012"/>
              <a:gd name="connsiteX4639" fmla="*/ 12113368 w 21052571"/>
              <a:gd name="connsiteY4639" fmla="*/ 1890055 h 8402012"/>
              <a:gd name="connsiteX4640" fmla="*/ 11991217 w 21052571"/>
              <a:gd name="connsiteY4640" fmla="*/ 1877096 h 8402012"/>
              <a:gd name="connsiteX4641" fmla="*/ 12029867 w 21052571"/>
              <a:gd name="connsiteY4641" fmla="*/ 1846457 h 8402012"/>
              <a:gd name="connsiteX4642" fmla="*/ 16267558 w 21052571"/>
              <a:gd name="connsiteY4642" fmla="*/ 1842686 h 8402012"/>
              <a:gd name="connsiteX4643" fmla="*/ 16221614 w 21052571"/>
              <a:gd name="connsiteY4643" fmla="*/ 1849134 h 8402012"/>
              <a:gd name="connsiteX4644" fmla="*/ 16298994 w 21052571"/>
              <a:gd name="connsiteY4644" fmla="*/ 1874926 h 8402012"/>
              <a:gd name="connsiteX4645" fmla="*/ 16267558 w 21052571"/>
              <a:gd name="connsiteY4645" fmla="*/ 1842686 h 8402012"/>
              <a:gd name="connsiteX4646" fmla="*/ 12897459 w 21052571"/>
              <a:gd name="connsiteY4646" fmla="*/ 1819784 h 8402012"/>
              <a:gd name="connsiteX4647" fmla="*/ 12919133 w 21052571"/>
              <a:gd name="connsiteY4647" fmla="*/ 1847453 h 8402012"/>
              <a:gd name="connsiteX4648" fmla="*/ 12887024 w 21052571"/>
              <a:gd name="connsiteY4648" fmla="*/ 1829007 h 8402012"/>
              <a:gd name="connsiteX4649" fmla="*/ 12897459 w 21052571"/>
              <a:gd name="connsiteY4649" fmla="*/ 1819784 h 8402012"/>
              <a:gd name="connsiteX4650" fmla="*/ 16163578 w 21052571"/>
              <a:gd name="connsiteY4650" fmla="*/ 1816895 h 8402012"/>
              <a:gd name="connsiteX4651" fmla="*/ 16202270 w 21052571"/>
              <a:gd name="connsiteY4651" fmla="*/ 1849134 h 8402012"/>
              <a:gd name="connsiteX4652" fmla="*/ 16163578 w 21052571"/>
              <a:gd name="connsiteY4652" fmla="*/ 1816895 h 8402012"/>
              <a:gd name="connsiteX4653" fmla="*/ 16125962 w 21052571"/>
              <a:gd name="connsiteY4653" fmla="*/ 1816895 h 8402012"/>
              <a:gd name="connsiteX4654" fmla="*/ 16145308 w 21052571"/>
              <a:gd name="connsiteY4654" fmla="*/ 1849134 h 8402012"/>
              <a:gd name="connsiteX4655" fmla="*/ 16125962 w 21052571"/>
              <a:gd name="connsiteY4655" fmla="*/ 1816895 h 8402012"/>
              <a:gd name="connsiteX4656" fmla="*/ 18976519 w 21052571"/>
              <a:gd name="connsiteY4656" fmla="*/ 1816710 h 8402012"/>
              <a:gd name="connsiteX4657" fmla="*/ 18944411 w 21052571"/>
              <a:gd name="connsiteY4657" fmla="*/ 1847453 h 8402012"/>
              <a:gd name="connsiteX4658" fmla="*/ 18976519 w 21052571"/>
              <a:gd name="connsiteY4658" fmla="*/ 1816710 h 8402012"/>
              <a:gd name="connsiteX4659" fmla="*/ 12468929 w 21052571"/>
              <a:gd name="connsiteY4659" fmla="*/ 1815299 h 8402012"/>
              <a:gd name="connsiteX4660" fmla="*/ 12450967 w 21052571"/>
              <a:gd name="connsiteY4660" fmla="*/ 1847408 h 8402012"/>
              <a:gd name="connsiteX4661" fmla="*/ 12468929 w 21052571"/>
              <a:gd name="connsiteY4661" fmla="*/ 1815299 h 8402012"/>
              <a:gd name="connsiteX4662" fmla="*/ 17792655 w 21052571"/>
              <a:gd name="connsiteY4662" fmla="*/ 1815299 h 8402012"/>
              <a:gd name="connsiteX4663" fmla="*/ 17810559 w 21052571"/>
              <a:gd name="connsiteY4663" fmla="*/ 1847408 h 8402012"/>
              <a:gd name="connsiteX4664" fmla="*/ 17792655 w 21052571"/>
              <a:gd name="connsiteY4664" fmla="*/ 1815299 h 8402012"/>
              <a:gd name="connsiteX4665" fmla="*/ 18039119 w 21052571"/>
              <a:gd name="connsiteY4665" fmla="*/ 1815299 h 8402012"/>
              <a:gd name="connsiteX4666" fmla="*/ 18052243 w 21052571"/>
              <a:gd name="connsiteY4666" fmla="*/ 1847407 h 8402012"/>
              <a:gd name="connsiteX4667" fmla="*/ 18039119 w 21052571"/>
              <a:gd name="connsiteY4667" fmla="*/ 1815299 h 8402012"/>
              <a:gd name="connsiteX4668" fmla="*/ 12866517 w 21052571"/>
              <a:gd name="connsiteY4668" fmla="*/ 1813923 h 8402012"/>
              <a:gd name="connsiteX4669" fmla="*/ 12863851 w 21052571"/>
              <a:gd name="connsiteY4669" fmla="*/ 1833118 h 8402012"/>
              <a:gd name="connsiteX4670" fmla="*/ 12863193 w 21052571"/>
              <a:gd name="connsiteY4670" fmla="*/ 1826293 h 8402012"/>
              <a:gd name="connsiteX4671" fmla="*/ 12861645 w 21052571"/>
              <a:gd name="connsiteY4671" fmla="*/ 1824001 h 8402012"/>
              <a:gd name="connsiteX4672" fmla="*/ 12862144 w 21052571"/>
              <a:gd name="connsiteY4672" fmla="*/ 1828427 h 8402012"/>
              <a:gd name="connsiteX4673" fmla="*/ 12856218 w 21052571"/>
              <a:gd name="connsiteY4673" fmla="*/ 1815299 h 8402012"/>
              <a:gd name="connsiteX4674" fmla="*/ 12859182 w 21052571"/>
              <a:gd name="connsiteY4674" fmla="*/ 1819051 h 8402012"/>
              <a:gd name="connsiteX4675" fmla="*/ 18908283 w 21052571"/>
              <a:gd name="connsiteY4675" fmla="*/ 1787523 h 8402012"/>
              <a:gd name="connsiteX4676" fmla="*/ 18924423 w 21052571"/>
              <a:gd name="connsiteY4676" fmla="*/ 1818937 h 8402012"/>
              <a:gd name="connsiteX4677" fmla="*/ 18887531 w 21052571"/>
              <a:gd name="connsiteY4677" fmla="*/ 1805710 h 8402012"/>
              <a:gd name="connsiteX4678" fmla="*/ 18908283 w 21052571"/>
              <a:gd name="connsiteY4678" fmla="*/ 1787523 h 8402012"/>
              <a:gd name="connsiteX4679" fmla="*/ 16055030 w 21052571"/>
              <a:gd name="connsiteY4679" fmla="*/ 1784655 h 8402012"/>
              <a:gd name="connsiteX4680" fmla="*/ 16087274 w 21052571"/>
              <a:gd name="connsiteY4680" fmla="*/ 1816895 h 8402012"/>
              <a:gd name="connsiteX4681" fmla="*/ 16055030 w 21052571"/>
              <a:gd name="connsiteY4681" fmla="*/ 1784655 h 8402012"/>
              <a:gd name="connsiteX4682" fmla="*/ 19450567 w 21052571"/>
              <a:gd name="connsiteY4682" fmla="*/ 1782119 h 8402012"/>
              <a:gd name="connsiteX4683" fmla="*/ 19432603 w 21052571"/>
              <a:gd name="connsiteY4683" fmla="*/ 1814225 h 8402012"/>
              <a:gd name="connsiteX4684" fmla="*/ 19450567 w 21052571"/>
              <a:gd name="connsiteY4684" fmla="*/ 1782119 h 8402012"/>
              <a:gd name="connsiteX4685" fmla="*/ 13695273 w 21052571"/>
              <a:gd name="connsiteY4685" fmla="*/ 1778260 h 8402012"/>
              <a:gd name="connsiteX4686" fmla="*/ 13701260 w 21052571"/>
              <a:gd name="connsiteY4686" fmla="*/ 1785484 h 8402012"/>
              <a:gd name="connsiteX4687" fmla="*/ 13696271 w 21052571"/>
              <a:gd name="connsiteY4687" fmla="*/ 1804748 h 8402012"/>
              <a:gd name="connsiteX4688" fmla="*/ 13683298 w 21052571"/>
              <a:gd name="connsiteY4688" fmla="*/ 1785484 h 8402012"/>
              <a:gd name="connsiteX4689" fmla="*/ 13695273 w 21052571"/>
              <a:gd name="connsiteY4689" fmla="*/ 1778260 h 8402012"/>
              <a:gd name="connsiteX4690" fmla="*/ 15920690 w 21052571"/>
              <a:gd name="connsiteY4690" fmla="*/ 1758863 h 8402012"/>
              <a:gd name="connsiteX4691" fmla="*/ 15940034 w 21052571"/>
              <a:gd name="connsiteY4691" fmla="*/ 1784655 h 8402012"/>
              <a:gd name="connsiteX4692" fmla="*/ 15920690 w 21052571"/>
              <a:gd name="connsiteY4692" fmla="*/ 1758863 h 8402012"/>
              <a:gd name="connsiteX4693" fmla="*/ 17674159 w 21052571"/>
              <a:gd name="connsiteY4693" fmla="*/ 1758421 h 8402012"/>
              <a:gd name="connsiteX4694" fmla="*/ 17701459 w 21052571"/>
              <a:gd name="connsiteY4694" fmla="*/ 1785720 h 8402012"/>
              <a:gd name="connsiteX4695" fmla="*/ 17674159 w 21052571"/>
              <a:gd name="connsiteY4695" fmla="*/ 1758421 h 8402012"/>
              <a:gd name="connsiteX4696" fmla="*/ 18855803 w 21052571"/>
              <a:gd name="connsiteY4696" fmla="*/ 1757267 h 8402012"/>
              <a:gd name="connsiteX4697" fmla="*/ 18886479 w 21052571"/>
              <a:gd name="connsiteY4697" fmla="*/ 1768796 h 8402012"/>
              <a:gd name="connsiteX4698" fmla="*/ 18873839 w 21052571"/>
              <a:gd name="connsiteY4698" fmla="*/ 1781094 h 8402012"/>
              <a:gd name="connsiteX4699" fmla="*/ 18830655 w 21052571"/>
              <a:gd name="connsiteY4699" fmla="*/ 1768796 h 8402012"/>
              <a:gd name="connsiteX4700" fmla="*/ 18855803 w 21052571"/>
              <a:gd name="connsiteY4700" fmla="*/ 1757267 h 8402012"/>
              <a:gd name="connsiteX4701" fmla="*/ 13497861 w 21052571"/>
              <a:gd name="connsiteY4701" fmla="*/ 1747265 h 8402012"/>
              <a:gd name="connsiteX4702" fmla="*/ 13630100 w 21052571"/>
              <a:gd name="connsiteY4702" fmla="*/ 1786368 h 8402012"/>
              <a:gd name="connsiteX4703" fmla="*/ 13375221 w 21052571"/>
              <a:gd name="connsiteY4703" fmla="*/ 1818954 h 8402012"/>
              <a:gd name="connsiteX4704" fmla="*/ 13497861 w 21052571"/>
              <a:gd name="connsiteY4704" fmla="*/ 1747265 h 8402012"/>
              <a:gd name="connsiteX4705" fmla="*/ 18801699 w 21052571"/>
              <a:gd name="connsiteY4705" fmla="*/ 1728798 h 8402012"/>
              <a:gd name="connsiteX4706" fmla="*/ 18829619 w 21052571"/>
              <a:gd name="connsiteY4706" fmla="*/ 1741042 h 8402012"/>
              <a:gd name="connsiteX4707" fmla="*/ 18773779 w 21052571"/>
              <a:gd name="connsiteY4707" fmla="*/ 1741042 h 8402012"/>
              <a:gd name="connsiteX4708" fmla="*/ 18801699 w 21052571"/>
              <a:gd name="connsiteY4708" fmla="*/ 1728798 h 8402012"/>
              <a:gd name="connsiteX4709" fmla="*/ 14094163 w 21052571"/>
              <a:gd name="connsiteY4709" fmla="*/ 1728691 h 8402012"/>
              <a:gd name="connsiteX4710" fmla="*/ 14113540 w 21052571"/>
              <a:gd name="connsiteY4710" fmla="*/ 1785780 h 8402012"/>
              <a:gd name="connsiteX4711" fmla="*/ 13773355 w 21052571"/>
              <a:gd name="connsiteY4711" fmla="*/ 1785780 h 8402012"/>
              <a:gd name="connsiteX4712" fmla="*/ 13883162 w 21052571"/>
              <a:gd name="connsiteY4712" fmla="*/ 1741617 h 8402012"/>
              <a:gd name="connsiteX4713" fmla="*/ 14094163 w 21052571"/>
              <a:gd name="connsiteY4713" fmla="*/ 1728691 h 8402012"/>
              <a:gd name="connsiteX4714" fmla="*/ 13095574 w 21052571"/>
              <a:gd name="connsiteY4714" fmla="*/ 1726822 h 8402012"/>
              <a:gd name="connsiteX4715" fmla="*/ 13127683 w 21052571"/>
              <a:gd name="connsiteY4715" fmla="*/ 1757366 h 8402012"/>
              <a:gd name="connsiteX4716" fmla="*/ 13095574 w 21052571"/>
              <a:gd name="connsiteY4716" fmla="*/ 1726822 h 8402012"/>
              <a:gd name="connsiteX4717" fmla="*/ 17849531 w 21052571"/>
              <a:gd name="connsiteY4717" fmla="*/ 1725244 h 8402012"/>
              <a:gd name="connsiteX4718" fmla="*/ 17905371 w 21052571"/>
              <a:gd name="connsiteY4718" fmla="*/ 1737883 h 8402012"/>
              <a:gd name="connsiteX4719" fmla="*/ 17849531 w 21052571"/>
              <a:gd name="connsiteY4719" fmla="*/ 1755788 h 8402012"/>
              <a:gd name="connsiteX4720" fmla="*/ 17849531 w 21052571"/>
              <a:gd name="connsiteY4720" fmla="*/ 1725244 h 8402012"/>
              <a:gd name="connsiteX4721" fmla="*/ 12799195 w 21052571"/>
              <a:gd name="connsiteY4721" fmla="*/ 1725244 h 8402012"/>
              <a:gd name="connsiteX4722" fmla="*/ 13061326 w 21052571"/>
              <a:gd name="connsiteY4722" fmla="*/ 1749732 h 8402012"/>
              <a:gd name="connsiteX4723" fmla="*/ 12900838 w 21052571"/>
              <a:gd name="connsiteY4723" fmla="*/ 1794450 h 8402012"/>
              <a:gd name="connsiteX4724" fmla="*/ 12773517 w 21052571"/>
              <a:gd name="connsiteY4724" fmla="*/ 1794450 h 8402012"/>
              <a:gd name="connsiteX4725" fmla="*/ 12709322 w 21052571"/>
              <a:gd name="connsiteY4725" fmla="*/ 1839168 h 8402012"/>
              <a:gd name="connsiteX4726" fmla="*/ 12652616 w 21052571"/>
              <a:gd name="connsiteY4726" fmla="*/ 1864722 h 8402012"/>
              <a:gd name="connsiteX4727" fmla="*/ 12588421 w 21052571"/>
              <a:gd name="connsiteY4727" fmla="*/ 1807227 h 8402012"/>
              <a:gd name="connsiteX4728" fmla="*/ 12696483 w 21052571"/>
              <a:gd name="connsiteY4728" fmla="*/ 1749732 h 8402012"/>
              <a:gd name="connsiteX4729" fmla="*/ 12760678 w 21052571"/>
              <a:gd name="connsiteY4729" fmla="*/ 1738020 h 8402012"/>
              <a:gd name="connsiteX4730" fmla="*/ 12799195 w 21052571"/>
              <a:gd name="connsiteY4730" fmla="*/ 1725244 h 8402012"/>
              <a:gd name="connsiteX4731" fmla="*/ 13704364 w 21052571"/>
              <a:gd name="connsiteY4731" fmla="*/ 1725242 h 8402012"/>
              <a:gd name="connsiteX4732" fmla="*/ 13729642 w 21052571"/>
              <a:gd name="connsiteY4732" fmla="*/ 1755787 h 8402012"/>
              <a:gd name="connsiteX4733" fmla="*/ 13704364 w 21052571"/>
              <a:gd name="connsiteY4733" fmla="*/ 1781066 h 8402012"/>
              <a:gd name="connsiteX4734" fmla="*/ 13704364 w 21052571"/>
              <a:gd name="connsiteY4734" fmla="*/ 1725242 h 8402012"/>
              <a:gd name="connsiteX4735" fmla="*/ 19272751 w 21052571"/>
              <a:gd name="connsiteY4735" fmla="*/ 1696806 h 8402012"/>
              <a:gd name="connsiteX4736" fmla="*/ 19324211 w 21052571"/>
              <a:gd name="connsiteY4736" fmla="*/ 1715970 h 8402012"/>
              <a:gd name="connsiteX4737" fmla="*/ 19407831 w 21052571"/>
              <a:gd name="connsiteY4737" fmla="*/ 1797954 h 8402012"/>
              <a:gd name="connsiteX4738" fmla="*/ 19382103 w 21052571"/>
              <a:gd name="connsiteY4738" fmla="*/ 1842672 h 8402012"/>
              <a:gd name="connsiteX4739" fmla="*/ 19228795 w 21052571"/>
              <a:gd name="connsiteY4739" fmla="*/ 1741524 h 8402012"/>
              <a:gd name="connsiteX4740" fmla="*/ 19272751 w 21052571"/>
              <a:gd name="connsiteY4740" fmla="*/ 1696806 h 8402012"/>
              <a:gd name="connsiteX4741" fmla="*/ 13413135 w 21052571"/>
              <a:gd name="connsiteY4741" fmla="*/ 1696804 h 8402012"/>
              <a:gd name="connsiteX4742" fmla="*/ 13431097 w 21052571"/>
              <a:gd name="connsiteY4742" fmla="*/ 1728910 h 8402012"/>
              <a:gd name="connsiteX4743" fmla="*/ 13413135 w 21052571"/>
              <a:gd name="connsiteY4743" fmla="*/ 1696804 h 8402012"/>
              <a:gd name="connsiteX4744" fmla="*/ 13541106 w 21052571"/>
              <a:gd name="connsiteY4744" fmla="*/ 1696804 h 8402012"/>
              <a:gd name="connsiteX4745" fmla="*/ 13559068 w 21052571"/>
              <a:gd name="connsiteY4745" fmla="*/ 1728909 h 8402012"/>
              <a:gd name="connsiteX4746" fmla="*/ 13541106 w 21052571"/>
              <a:gd name="connsiteY4746" fmla="*/ 1696804 h 8402012"/>
              <a:gd name="connsiteX4747" fmla="*/ 18724571 w 21052571"/>
              <a:gd name="connsiteY4747" fmla="*/ 1696803 h 8402012"/>
              <a:gd name="connsiteX4748" fmla="*/ 18768007 w 21052571"/>
              <a:gd name="connsiteY4748" fmla="*/ 1709646 h 8402012"/>
              <a:gd name="connsiteX4749" fmla="*/ 18712163 w 21052571"/>
              <a:gd name="connsiteY4749" fmla="*/ 1709646 h 8402012"/>
              <a:gd name="connsiteX4750" fmla="*/ 18724571 w 21052571"/>
              <a:gd name="connsiteY4750" fmla="*/ 1696803 h 8402012"/>
              <a:gd name="connsiteX4751" fmla="*/ 17799911 w 21052571"/>
              <a:gd name="connsiteY4751" fmla="*/ 1693674 h 8402012"/>
              <a:gd name="connsiteX4752" fmla="*/ 17810559 w 21052571"/>
              <a:gd name="connsiteY4752" fmla="*/ 1694097 h 8402012"/>
              <a:gd name="connsiteX4753" fmla="*/ 17773695 w 21052571"/>
              <a:gd name="connsiteY4753" fmla="*/ 1727953 h 8402012"/>
              <a:gd name="connsiteX4754" fmla="*/ 17799911 w 21052571"/>
              <a:gd name="connsiteY4754" fmla="*/ 1693674 h 8402012"/>
              <a:gd name="connsiteX4755" fmla="*/ 14430369 w 21052571"/>
              <a:gd name="connsiteY4755" fmla="*/ 1677843 h 8402012"/>
              <a:gd name="connsiteX4756" fmla="*/ 14473803 w 21052571"/>
              <a:gd name="connsiteY4756" fmla="*/ 1728915 h 8402012"/>
              <a:gd name="connsiteX4757" fmla="*/ 14417959 w 21052571"/>
              <a:gd name="connsiteY4757" fmla="*/ 1728915 h 8402012"/>
              <a:gd name="connsiteX4758" fmla="*/ 14430369 w 21052571"/>
              <a:gd name="connsiteY4758" fmla="*/ 1677843 h 8402012"/>
              <a:gd name="connsiteX4759" fmla="*/ 19265619 w 21052571"/>
              <a:gd name="connsiteY4759" fmla="*/ 1677842 h 8402012"/>
              <a:gd name="connsiteX4760" fmla="*/ 19252495 w 21052571"/>
              <a:gd name="connsiteY4760" fmla="*/ 1695804 h 8402012"/>
              <a:gd name="connsiteX4761" fmla="*/ 19265619 w 21052571"/>
              <a:gd name="connsiteY4761" fmla="*/ 1677842 h 8402012"/>
              <a:gd name="connsiteX4762" fmla="*/ 14361488 w 21052571"/>
              <a:gd name="connsiteY4762" fmla="*/ 1671350 h 8402012"/>
              <a:gd name="connsiteX4763" fmla="*/ 14362330 w 21052571"/>
              <a:gd name="connsiteY4763" fmla="*/ 1695733 h 8402012"/>
              <a:gd name="connsiteX4764" fmla="*/ 14356343 w 21052571"/>
              <a:gd name="connsiteY4764" fmla="*/ 1676468 h 8402012"/>
              <a:gd name="connsiteX4765" fmla="*/ 14361488 w 21052571"/>
              <a:gd name="connsiteY4765" fmla="*/ 1671350 h 8402012"/>
              <a:gd name="connsiteX4766" fmla="*/ 18664767 w 21052571"/>
              <a:gd name="connsiteY4766" fmla="*/ 1663624 h 8402012"/>
              <a:gd name="connsiteX4767" fmla="*/ 18715839 w 21052571"/>
              <a:gd name="connsiteY4767" fmla="*/ 1676393 h 8402012"/>
              <a:gd name="connsiteX4768" fmla="*/ 18664767 w 21052571"/>
              <a:gd name="connsiteY4768" fmla="*/ 1663624 h 8402012"/>
              <a:gd name="connsiteX4769" fmla="*/ 18635275 w 21052571"/>
              <a:gd name="connsiteY4769" fmla="*/ 1630447 h 8402012"/>
              <a:gd name="connsiteX4770" fmla="*/ 18617367 w 21052571"/>
              <a:gd name="connsiteY4770" fmla="*/ 1662553 h 8402012"/>
              <a:gd name="connsiteX4771" fmla="*/ 18635275 w 21052571"/>
              <a:gd name="connsiteY4771" fmla="*/ 1630447 h 8402012"/>
              <a:gd name="connsiteX4772" fmla="*/ 17361339 w 21052571"/>
              <a:gd name="connsiteY4772" fmla="*/ 1630447 h 8402012"/>
              <a:gd name="connsiteX4773" fmla="*/ 17374467 w 21052571"/>
              <a:gd name="connsiteY4773" fmla="*/ 1662553 h 8402012"/>
              <a:gd name="connsiteX4774" fmla="*/ 17361339 w 21052571"/>
              <a:gd name="connsiteY4774" fmla="*/ 1630447 h 8402012"/>
              <a:gd name="connsiteX4775" fmla="*/ 14316122 w 21052571"/>
              <a:gd name="connsiteY4775" fmla="*/ 1598740 h 8402012"/>
              <a:gd name="connsiteX4776" fmla="*/ 14335467 w 21052571"/>
              <a:gd name="connsiteY4776" fmla="*/ 1630979 h 8402012"/>
              <a:gd name="connsiteX4777" fmla="*/ 14316122 w 21052571"/>
              <a:gd name="connsiteY4777" fmla="*/ 1598740 h 8402012"/>
              <a:gd name="connsiteX4778" fmla="*/ 13299383 w 21052571"/>
              <a:gd name="connsiteY4778" fmla="*/ 1597266 h 8402012"/>
              <a:gd name="connsiteX4779" fmla="*/ 13620611 w 21052571"/>
              <a:gd name="connsiteY4779" fmla="*/ 1630080 h 8402012"/>
              <a:gd name="connsiteX4780" fmla="*/ 13466980 w 21052571"/>
              <a:gd name="connsiteY4780" fmla="*/ 1662894 h 8402012"/>
              <a:gd name="connsiteX4781" fmla="*/ 13363843 w 21052571"/>
              <a:gd name="connsiteY4781" fmla="*/ 1662894 h 8402012"/>
              <a:gd name="connsiteX4782" fmla="*/ 13299383 w 21052571"/>
              <a:gd name="connsiteY4782" fmla="*/ 1662894 h 8402012"/>
              <a:gd name="connsiteX4783" fmla="*/ 13299383 w 21052571"/>
              <a:gd name="connsiteY4783" fmla="*/ 1597266 h 8402012"/>
              <a:gd name="connsiteX4784" fmla="*/ 17529707 w 21052571"/>
              <a:gd name="connsiteY4784" fmla="*/ 1596145 h 8402012"/>
              <a:gd name="connsiteX4785" fmla="*/ 17579795 w 21052571"/>
              <a:gd name="connsiteY4785" fmla="*/ 1612270 h 8402012"/>
              <a:gd name="connsiteX4786" fmla="*/ 17701519 w 21052571"/>
              <a:gd name="connsiteY4786" fmla="*/ 1676770 h 8402012"/>
              <a:gd name="connsiteX4787" fmla="*/ 17489311 w 21052571"/>
              <a:gd name="connsiteY4787" fmla="*/ 1618720 h 8402012"/>
              <a:gd name="connsiteX4788" fmla="*/ 17529707 w 21052571"/>
              <a:gd name="connsiteY4788" fmla="*/ 1596145 h 8402012"/>
              <a:gd name="connsiteX4789" fmla="*/ 16853975 w 21052571"/>
              <a:gd name="connsiteY4789" fmla="*/ 1593818 h 8402012"/>
              <a:gd name="connsiteX4790" fmla="*/ 16886259 w 21052571"/>
              <a:gd name="connsiteY4790" fmla="*/ 1631886 h 8402012"/>
              <a:gd name="connsiteX4791" fmla="*/ 16806791 w 21052571"/>
              <a:gd name="connsiteY4791" fmla="*/ 1599488 h 8402012"/>
              <a:gd name="connsiteX4792" fmla="*/ 16853975 w 21052571"/>
              <a:gd name="connsiteY4792" fmla="*/ 1593818 h 8402012"/>
              <a:gd name="connsiteX4793" fmla="*/ 9923617 w 21052571"/>
              <a:gd name="connsiteY4793" fmla="*/ 1577913 h 8402012"/>
              <a:gd name="connsiteX4794" fmla="*/ 9885021 w 21052571"/>
              <a:gd name="connsiteY4794" fmla="*/ 1598740 h 8402012"/>
              <a:gd name="connsiteX4795" fmla="*/ 9826986 w 21052571"/>
              <a:gd name="connsiteY4795" fmla="*/ 1630979 h 8402012"/>
              <a:gd name="connsiteX4796" fmla="*/ 9904367 w 21052571"/>
              <a:gd name="connsiteY4796" fmla="*/ 1618084 h 8402012"/>
              <a:gd name="connsiteX4797" fmla="*/ 9943057 w 21052571"/>
              <a:gd name="connsiteY4797" fmla="*/ 1598740 h 8402012"/>
              <a:gd name="connsiteX4798" fmla="*/ 9935803 w 21052571"/>
              <a:gd name="connsiteY4798" fmla="*/ 1578791 h 8402012"/>
              <a:gd name="connsiteX4799" fmla="*/ 9923617 w 21052571"/>
              <a:gd name="connsiteY4799" fmla="*/ 1577913 h 8402012"/>
              <a:gd name="connsiteX4800" fmla="*/ 13185628 w 21052571"/>
              <a:gd name="connsiteY4800" fmla="*/ 1573569 h 8402012"/>
              <a:gd name="connsiteX4801" fmla="*/ 13203590 w 21052571"/>
              <a:gd name="connsiteY4801" fmla="*/ 1600868 h 8402012"/>
              <a:gd name="connsiteX4802" fmla="*/ 13185628 w 21052571"/>
              <a:gd name="connsiteY4802" fmla="*/ 1573569 h 8402012"/>
              <a:gd name="connsiteX4803" fmla="*/ 17451391 w 21052571"/>
              <a:gd name="connsiteY4803" fmla="*/ 1573569 h 8402012"/>
              <a:gd name="connsiteX4804" fmla="*/ 17488283 w 21052571"/>
              <a:gd name="connsiteY4804" fmla="*/ 1587219 h 8402012"/>
              <a:gd name="connsiteX4805" fmla="*/ 17482135 w 21052571"/>
              <a:gd name="connsiteY4805" fmla="*/ 1600868 h 8402012"/>
              <a:gd name="connsiteX4806" fmla="*/ 17451391 w 21052571"/>
              <a:gd name="connsiteY4806" fmla="*/ 1573569 h 8402012"/>
              <a:gd name="connsiteX4807" fmla="*/ 13113024 w 21052571"/>
              <a:gd name="connsiteY4807" fmla="*/ 1542860 h 8402012"/>
              <a:gd name="connsiteX4808" fmla="*/ 13151469 w 21052571"/>
              <a:gd name="connsiteY4808" fmla="*/ 1575445 h 8402012"/>
              <a:gd name="connsiteX4809" fmla="*/ 13113024 w 21052571"/>
              <a:gd name="connsiteY4809" fmla="*/ 1542860 h 8402012"/>
              <a:gd name="connsiteX4810" fmla="*/ 14842739 w 21052571"/>
              <a:gd name="connsiteY4810" fmla="*/ 1540708 h 8402012"/>
              <a:gd name="connsiteX4811" fmla="*/ 14842739 w 21052571"/>
              <a:gd name="connsiteY4811" fmla="*/ 1572949 h 8402012"/>
              <a:gd name="connsiteX4812" fmla="*/ 14842739 w 21052571"/>
              <a:gd name="connsiteY4812" fmla="*/ 1540708 h 8402012"/>
              <a:gd name="connsiteX4813" fmla="*/ 10012914 w 21052571"/>
              <a:gd name="connsiteY4813" fmla="*/ 1540708 h 8402012"/>
              <a:gd name="connsiteX4814" fmla="*/ 10032259 w 21052571"/>
              <a:gd name="connsiteY4814" fmla="*/ 1572949 h 8402012"/>
              <a:gd name="connsiteX4815" fmla="*/ 10012914 w 21052571"/>
              <a:gd name="connsiteY4815" fmla="*/ 1540708 h 8402012"/>
              <a:gd name="connsiteX4816" fmla="*/ 18977591 w 21052571"/>
              <a:gd name="connsiteY4816" fmla="*/ 1540388 h 8402012"/>
              <a:gd name="connsiteX4817" fmla="*/ 19057059 w 21052571"/>
              <a:gd name="connsiteY4817" fmla="*/ 1540388 h 8402012"/>
              <a:gd name="connsiteX4818" fmla="*/ 19037191 w 21052571"/>
              <a:gd name="connsiteY4818" fmla="*/ 1596231 h 8402012"/>
              <a:gd name="connsiteX4819" fmla="*/ 18977591 w 21052571"/>
              <a:gd name="connsiteY4819" fmla="*/ 1540388 h 8402012"/>
              <a:gd name="connsiteX4820" fmla="*/ 16678428 w 21052571"/>
              <a:gd name="connsiteY4820" fmla="*/ 1521110 h 8402012"/>
              <a:gd name="connsiteX4821" fmla="*/ 16711168 w 21052571"/>
              <a:gd name="connsiteY4821" fmla="*/ 1551811 h 8402012"/>
              <a:gd name="connsiteX4822" fmla="*/ 16786767 w 21052571"/>
              <a:gd name="connsiteY4822" fmla="*/ 1571200 h 8402012"/>
              <a:gd name="connsiteX4823" fmla="*/ 16743110 w 21052571"/>
              <a:gd name="connsiteY4823" fmla="*/ 1616443 h 8402012"/>
              <a:gd name="connsiteX4824" fmla="*/ 16640896 w 21052571"/>
              <a:gd name="connsiteY4824" fmla="*/ 1551811 h 8402012"/>
              <a:gd name="connsiteX4825" fmla="*/ 16678428 w 21052571"/>
              <a:gd name="connsiteY4825" fmla="*/ 1521110 h 8402012"/>
              <a:gd name="connsiteX4826" fmla="*/ 12450967 w 21052571"/>
              <a:gd name="connsiteY4826" fmla="*/ 1507211 h 8402012"/>
              <a:gd name="connsiteX4827" fmla="*/ 12468929 w 21052571"/>
              <a:gd name="connsiteY4827" fmla="*/ 1539281 h 8402012"/>
              <a:gd name="connsiteX4828" fmla="*/ 12450967 w 21052571"/>
              <a:gd name="connsiteY4828" fmla="*/ 1507211 h 8402012"/>
              <a:gd name="connsiteX4829" fmla="*/ 14462017 w 21052571"/>
              <a:gd name="connsiteY4829" fmla="*/ 1506186 h 8402012"/>
              <a:gd name="connsiteX4830" fmla="*/ 14425745 w 21052571"/>
              <a:gd name="connsiteY4830" fmla="*/ 1509543 h 8402012"/>
              <a:gd name="connsiteX4831" fmla="*/ 14483780 w 21052571"/>
              <a:gd name="connsiteY4831" fmla="*/ 1540708 h 8402012"/>
              <a:gd name="connsiteX4832" fmla="*/ 14462017 w 21052571"/>
              <a:gd name="connsiteY4832" fmla="*/ 1506186 h 8402012"/>
              <a:gd name="connsiteX4833" fmla="*/ 16585860 w 21052571"/>
              <a:gd name="connsiteY4833" fmla="*/ 1504277 h 8402012"/>
              <a:gd name="connsiteX4834" fmla="*/ 16620882 w 21052571"/>
              <a:gd name="connsiteY4834" fmla="*/ 1507643 h 8402012"/>
              <a:gd name="connsiteX4835" fmla="*/ 16565058 w 21052571"/>
              <a:gd name="connsiteY4835" fmla="*/ 1538881 h 8402012"/>
              <a:gd name="connsiteX4836" fmla="*/ 16585860 w 21052571"/>
              <a:gd name="connsiteY4836" fmla="*/ 1504277 h 8402012"/>
              <a:gd name="connsiteX4837" fmla="*/ 12443410 w 21052571"/>
              <a:gd name="connsiteY4837" fmla="*/ 1503902 h 8402012"/>
              <a:gd name="connsiteX4838" fmla="*/ 12334325 w 21052571"/>
              <a:gd name="connsiteY4838" fmla="*/ 1522439 h 8402012"/>
              <a:gd name="connsiteX4839" fmla="*/ 12353670 w 21052571"/>
              <a:gd name="connsiteY4839" fmla="*/ 1553604 h 8402012"/>
              <a:gd name="connsiteX4840" fmla="*/ 12289187 w 21052571"/>
              <a:gd name="connsiteY4840" fmla="*/ 1592292 h 8402012"/>
              <a:gd name="connsiteX4841" fmla="*/ 12321428 w 21052571"/>
              <a:gd name="connsiteY4841" fmla="*/ 1643876 h 8402012"/>
              <a:gd name="connsiteX4842" fmla="*/ 12385912 w 21052571"/>
              <a:gd name="connsiteY4842" fmla="*/ 1663219 h 8402012"/>
              <a:gd name="connsiteX4843" fmla="*/ 12475114 w 21052571"/>
              <a:gd name="connsiteY4843" fmla="*/ 1676115 h 8402012"/>
              <a:gd name="connsiteX4844" fmla="*/ 12558943 w 21052571"/>
              <a:gd name="connsiteY4844" fmla="*/ 1598740 h 8402012"/>
              <a:gd name="connsiteX4845" fmla="*/ 12449321 w 21052571"/>
              <a:gd name="connsiteY4845" fmla="*/ 1598740 h 8402012"/>
              <a:gd name="connsiteX4846" fmla="*/ 12552495 w 21052571"/>
              <a:gd name="connsiteY4846" fmla="*/ 1509543 h 8402012"/>
              <a:gd name="connsiteX4847" fmla="*/ 12443410 w 21052571"/>
              <a:gd name="connsiteY4847" fmla="*/ 1503902 h 8402012"/>
              <a:gd name="connsiteX4848" fmla="*/ 14306988 w 21052571"/>
              <a:gd name="connsiteY4848" fmla="*/ 1503096 h 8402012"/>
              <a:gd name="connsiteX4849" fmla="*/ 14201127 w 21052571"/>
              <a:gd name="connsiteY4849" fmla="*/ 1522439 h 8402012"/>
              <a:gd name="connsiteX4850" fmla="*/ 14310749 w 21052571"/>
              <a:gd name="connsiteY4850" fmla="*/ 1566500 h 8402012"/>
              <a:gd name="connsiteX4851" fmla="*/ 14412848 w 21052571"/>
              <a:gd name="connsiteY4851" fmla="*/ 1522439 h 8402012"/>
              <a:gd name="connsiteX4852" fmla="*/ 14306988 w 21052571"/>
              <a:gd name="connsiteY4852" fmla="*/ 1503096 h 8402012"/>
              <a:gd name="connsiteX4853" fmla="*/ 14147122 w 21052571"/>
              <a:gd name="connsiteY4853" fmla="*/ 1501350 h 8402012"/>
              <a:gd name="connsiteX4854" fmla="*/ 14091504 w 21052571"/>
              <a:gd name="connsiteY4854" fmla="*/ 1509543 h 8402012"/>
              <a:gd name="connsiteX4855" fmla="*/ 14188230 w 21052571"/>
              <a:gd name="connsiteY4855" fmla="*/ 1540708 h 8402012"/>
              <a:gd name="connsiteX4856" fmla="*/ 14147122 w 21052571"/>
              <a:gd name="connsiteY4856" fmla="*/ 1501350 h 8402012"/>
              <a:gd name="connsiteX4857" fmla="*/ 13906114 w 21052571"/>
              <a:gd name="connsiteY4857" fmla="*/ 1492618 h 8402012"/>
              <a:gd name="connsiteX4858" fmla="*/ 13874409 w 21052571"/>
              <a:gd name="connsiteY4858" fmla="*/ 1509543 h 8402012"/>
              <a:gd name="connsiteX4859" fmla="*/ 13937818 w 21052571"/>
              <a:gd name="connsiteY4859" fmla="*/ 1509543 h 8402012"/>
              <a:gd name="connsiteX4860" fmla="*/ 13906114 w 21052571"/>
              <a:gd name="connsiteY4860" fmla="*/ 1492618 h 8402012"/>
              <a:gd name="connsiteX4861" fmla="*/ 14521395 w 21052571"/>
              <a:gd name="connsiteY4861" fmla="*/ 1483753 h 8402012"/>
              <a:gd name="connsiteX4862" fmla="*/ 14502050 w 21052571"/>
              <a:gd name="connsiteY4862" fmla="*/ 1540708 h 8402012"/>
              <a:gd name="connsiteX4863" fmla="*/ 14656811 w 21052571"/>
              <a:gd name="connsiteY4863" fmla="*/ 1540708 h 8402012"/>
              <a:gd name="connsiteX4864" fmla="*/ 14721295 w 21052571"/>
              <a:gd name="connsiteY4864" fmla="*/ 1515992 h 8402012"/>
              <a:gd name="connsiteX4865" fmla="*/ 14521395 w 21052571"/>
              <a:gd name="connsiteY4865" fmla="*/ 1483753 h 8402012"/>
              <a:gd name="connsiteX4866" fmla="*/ 13260395 w 21052571"/>
              <a:gd name="connsiteY4866" fmla="*/ 1478775 h 8402012"/>
              <a:gd name="connsiteX4867" fmla="*/ 13241173 w 21052571"/>
              <a:gd name="connsiteY4867" fmla="*/ 1562411 h 8402012"/>
              <a:gd name="connsiteX4868" fmla="*/ 13189913 w 21052571"/>
              <a:gd name="connsiteY4868" fmla="*/ 1542860 h 8402012"/>
              <a:gd name="connsiteX4869" fmla="*/ 13151469 w 21052571"/>
              <a:gd name="connsiteY4869" fmla="*/ 1601514 h 8402012"/>
              <a:gd name="connsiteX4870" fmla="*/ 13137853 w 21052571"/>
              <a:gd name="connsiteY4870" fmla="*/ 1622694 h 8402012"/>
              <a:gd name="connsiteX4871" fmla="*/ 13131159 w 21052571"/>
              <a:gd name="connsiteY4871" fmla="*/ 1624684 h 8402012"/>
              <a:gd name="connsiteX4872" fmla="*/ 13137235 w 21052571"/>
              <a:gd name="connsiteY4872" fmla="*/ 1629878 h 8402012"/>
              <a:gd name="connsiteX4873" fmla="*/ 13123763 w 21052571"/>
              <a:gd name="connsiteY4873" fmla="*/ 1636596 h 8402012"/>
              <a:gd name="connsiteX4874" fmla="*/ 13121080 w 21052571"/>
              <a:gd name="connsiteY4874" fmla="*/ 1632582 h 8402012"/>
              <a:gd name="connsiteX4875" fmla="*/ 13119432 w 21052571"/>
              <a:gd name="connsiteY4875" fmla="*/ 1634099 h 8402012"/>
              <a:gd name="connsiteX4876" fmla="*/ 13125839 w 21052571"/>
              <a:gd name="connsiteY4876" fmla="*/ 1647133 h 8402012"/>
              <a:gd name="connsiteX4877" fmla="*/ 13011573 w 21052571"/>
              <a:gd name="connsiteY4877" fmla="*/ 1679719 h 8402012"/>
              <a:gd name="connsiteX4878" fmla="*/ 12960314 w 21052571"/>
              <a:gd name="connsiteY4878" fmla="*/ 1640616 h 8402012"/>
              <a:gd name="connsiteX4879" fmla="*/ 13082055 w 21052571"/>
              <a:gd name="connsiteY4879" fmla="*/ 1601514 h 8402012"/>
              <a:gd name="connsiteX4880" fmla="*/ 12921869 w 21052571"/>
              <a:gd name="connsiteY4880" fmla="*/ 1575445 h 8402012"/>
              <a:gd name="connsiteX4881" fmla="*/ 12941092 w 21052571"/>
              <a:gd name="connsiteY4881" fmla="*/ 1511361 h 8402012"/>
              <a:gd name="connsiteX4882" fmla="*/ 13050018 w 21052571"/>
              <a:gd name="connsiteY4882" fmla="*/ 1498326 h 8402012"/>
              <a:gd name="connsiteX4883" fmla="*/ 13260395 w 21052571"/>
              <a:gd name="connsiteY4883" fmla="*/ 1478775 h 8402012"/>
              <a:gd name="connsiteX4884" fmla="*/ 18304543 w 21052571"/>
              <a:gd name="connsiteY4884" fmla="*/ 1478773 h 8402012"/>
              <a:gd name="connsiteX4885" fmla="*/ 18322507 w 21052571"/>
              <a:gd name="connsiteY4885" fmla="*/ 1510879 h 8402012"/>
              <a:gd name="connsiteX4886" fmla="*/ 18304543 w 21052571"/>
              <a:gd name="connsiteY4886" fmla="*/ 1478773 h 8402012"/>
              <a:gd name="connsiteX4887" fmla="*/ 13957163 w 21052571"/>
              <a:gd name="connsiteY4887" fmla="*/ 1477304 h 8402012"/>
              <a:gd name="connsiteX4888" fmla="*/ 13957163 w 21052571"/>
              <a:gd name="connsiteY4888" fmla="*/ 1540708 h 8402012"/>
              <a:gd name="connsiteX4889" fmla="*/ 14002302 w 21052571"/>
              <a:gd name="connsiteY4889" fmla="*/ 1540708 h 8402012"/>
              <a:gd name="connsiteX4890" fmla="*/ 14073234 w 21052571"/>
              <a:gd name="connsiteY4890" fmla="*/ 1540708 h 8402012"/>
              <a:gd name="connsiteX4891" fmla="*/ 13957163 w 21052571"/>
              <a:gd name="connsiteY4891" fmla="*/ 1477304 h 8402012"/>
              <a:gd name="connsiteX4892" fmla="*/ 18830659 w 21052571"/>
              <a:gd name="connsiteY4892" fmla="*/ 1445595 h 8402012"/>
              <a:gd name="connsiteX4893" fmla="*/ 18957563 w 21052571"/>
              <a:gd name="connsiteY4893" fmla="*/ 1509164 h 8402012"/>
              <a:gd name="connsiteX4894" fmla="*/ 18830659 w 21052571"/>
              <a:gd name="connsiteY4894" fmla="*/ 1445595 h 8402012"/>
              <a:gd name="connsiteX4895" fmla="*/ 16584018 w 21052571"/>
              <a:gd name="connsiteY4895" fmla="*/ 1445595 h 8402012"/>
              <a:gd name="connsiteX4896" fmla="*/ 16601982 w 21052571"/>
              <a:gd name="connsiteY4896" fmla="*/ 1477704 h 8402012"/>
              <a:gd name="connsiteX4897" fmla="*/ 16584018 w 21052571"/>
              <a:gd name="connsiteY4897" fmla="*/ 1445595 h 8402012"/>
              <a:gd name="connsiteX4898" fmla="*/ 18247671 w 21052571"/>
              <a:gd name="connsiteY4898" fmla="*/ 1445595 h 8402012"/>
              <a:gd name="connsiteX4899" fmla="*/ 18265631 w 21052571"/>
              <a:gd name="connsiteY4899" fmla="*/ 1477703 h 8402012"/>
              <a:gd name="connsiteX4900" fmla="*/ 18247671 w 21052571"/>
              <a:gd name="connsiteY4900" fmla="*/ 1445595 h 8402012"/>
              <a:gd name="connsiteX4901" fmla="*/ 9737784 w 21052571"/>
              <a:gd name="connsiteY4901" fmla="*/ 1406377 h 8402012"/>
              <a:gd name="connsiteX4902" fmla="*/ 9621713 w 21052571"/>
              <a:gd name="connsiteY4902" fmla="*/ 1503096 h 8402012"/>
              <a:gd name="connsiteX4903" fmla="*/ 9500269 w 21052571"/>
              <a:gd name="connsiteY4903" fmla="*/ 1527813 h 8402012"/>
              <a:gd name="connsiteX4904" fmla="*/ 9435785 w 21052571"/>
              <a:gd name="connsiteY4904" fmla="*/ 1579396 h 8402012"/>
              <a:gd name="connsiteX4905" fmla="*/ 9371302 w 21052571"/>
              <a:gd name="connsiteY4905" fmla="*/ 1598740 h 8402012"/>
              <a:gd name="connsiteX4906" fmla="*/ 9282099 w 21052571"/>
              <a:gd name="connsiteY4906" fmla="*/ 1643876 h 8402012"/>
              <a:gd name="connsiteX4907" fmla="*/ 9333686 w 21052571"/>
              <a:gd name="connsiteY4907" fmla="*/ 1669667 h 8402012"/>
              <a:gd name="connsiteX4908" fmla="*/ 9378825 w 21052571"/>
              <a:gd name="connsiteY4908" fmla="*/ 1637427 h 8402012"/>
              <a:gd name="connsiteX4909" fmla="*/ 9435785 w 21052571"/>
              <a:gd name="connsiteY4909" fmla="*/ 1618084 h 8402012"/>
              <a:gd name="connsiteX4910" fmla="*/ 9737784 w 21052571"/>
              <a:gd name="connsiteY4910" fmla="*/ 1483753 h 8402012"/>
              <a:gd name="connsiteX4911" fmla="*/ 9737784 w 21052571"/>
              <a:gd name="connsiteY4911" fmla="*/ 1406377 h 8402012"/>
              <a:gd name="connsiteX4912" fmla="*/ 16351776 w 21052571"/>
              <a:gd name="connsiteY4912" fmla="*/ 1388716 h 8402012"/>
              <a:gd name="connsiteX4913" fmla="*/ 16374484 w 21052571"/>
              <a:gd name="connsiteY4913" fmla="*/ 1416016 h 8402012"/>
              <a:gd name="connsiteX4914" fmla="*/ 16351776 w 21052571"/>
              <a:gd name="connsiteY4914" fmla="*/ 1388716 h 8402012"/>
              <a:gd name="connsiteX4915" fmla="*/ 9904367 w 21052571"/>
              <a:gd name="connsiteY4915" fmla="*/ 1387034 h 8402012"/>
              <a:gd name="connsiteX4916" fmla="*/ 9807641 w 21052571"/>
              <a:gd name="connsiteY4916" fmla="*/ 1406377 h 8402012"/>
              <a:gd name="connsiteX4917" fmla="*/ 9878573 w 21052571"/>
              <a:gd name="connsiteY4917" fmla="*/ 1445064 h 8402012"/>
              <a:gd name="connsiteX4918" fmla="*/ 9904367 w 21052571"/>
              <a:gd name="connsiteY4918" fmla="*/ 1387034 h 8402012"/>
              <a:gd name="connsiteX4919" fmla="*/ 16242756 w 21052571"/>
              <a:gd name="connsiteY4919" fmla="*/ 1355540 h 8402012"/>
              <a:gd name="connsiteX4920" fmla="*/ 16260718 w 21052571"/>
              <a:gd name="connsiteY4920" fmla="*/ 1387645 h 8402012"/>
              <a:gd name="connsiteX4921" fmla="*/ 16242756 w 21052571"/>
              <a:gd name="connsiteY4921" fmla="*/ 1355540 h 8402012"/>
              <a:gd name="connsiteX4922" fmla="*/ 16000036 w 21052571"/>
              <a:gd name="connsiteY4922" fmla="*/ 1355540 h 8402012"/>
              <a:gd name="connsiteX4923" fmla="*/ 15982074 w 21052571"/>
              <a:gd name="connsiteY4923" fmla="*/ 1387646 h 8402012"/>
              <a:gd name="connsiteX4924" fmla="*/ 16000036 w 21052571"/>
              <a:gd name="connsiteY4924" fmla="*/ 1355540 h 8402012"/>
              <a:gd name="connsiteX4925" fmla="*/ 17261807 w 21052571"/>
              <a:gd name="connsiteY4925" fmla="*/ 1355537 h 8402012"/>
              <a:gd name="connsiteX4926" fmla="*/ 17341275 w 21052571"/>
              <a:gd name="connsiteY4926" fmla="*/ 1398971 h 8402012"/>
              <a:gd name="connsiteX4927" fmla="*/ 17261807 w 21052571"/>
              <a:gd name="connsiteY4927" fmla="*/ 1355537 h 8402012"/>
              <a:gd name="connsiteX4928" fmla="*/ 18042939 w 21052571"/>
              <a:gd name="connsiteY4928" fmla="*/ 1347424 h 8402012"/>
              <a:gd name="connsiteX4929" fmla="*/ 18132827 w 21052571"/>
              <a:gd name="connsiteY4929" fmla="*/ 1386083 h 8402012"/>
              <a:gd name="connsiteX4930" fmla="*/ 18132827 w 21052571"/>
              <a:gd name="connsiteY4930" fmla="*/ 1411362 h 8402012"/>
              <a:gd name="connsiteX4931" fmla="*/ 18015419 w 21052571"/>
              <a:gd name="connsiteY4931" fmla="*/ 1367124 h 8402012"/>
              <a:gd name="connsiteX4932" fmla="*/ 18042939 w 21052571"/>
              <a:gd name="connsiteY4932" fmla="*/ 1347424 h 8402012"/>
              <a:gd name="connsiteX4933" fmla="*/ 17167011 w 21052571"/>
              <a:gd name="connsiteY4933" fmla="*/ 1332460 h 8402012"/>
              <a:gd name="connsiteX4934" fmla="*/ 17241791 w 21052571"/>
              <a:gd name="connsiteY4934" fmla="*/ 1383919 h 8402012"/>
              <a:gd name="connsiteX4935" fmla="*/ 17167011 w 21052571"/>
              <a:gd name="connsiteY4935" fmla="*/ 1332460 h 8402012"/>
              <a:gd name="connsiteX4936" fmla="*/ 17076955 w 21052571"/>
              <a:gd name="connsiteY4936" fmla="*/ 1322361 h 8402012"/>
              <a:gd name="connsiteX4937" fmla="*/ 17090083 w 21052571"/>
              <a:gd name="connsiteY4937" fmla="*/ 1354469 h 8402012"/>
              <a:gd name="connsiteX4938" fmla="*/ 17076955 w 21052571"/>
              <a:gd name="connsiteY4938" fmla="*/ 1322361 h 8402012"/>
              <a:gd name="connsiteX4939" fmla="*/ 17508271 w 21052571"/>
              <a:gd name="connsiteY4939" fmla="*/ 1322360 h 8402012"/>
              <a:gd name="connsiteX4940" fmla="*/ 17526231 w 21052571"/>
              <a:gd name="connsiteY4940" fmla="*/ 1354469 h 8402012"/>
              <a:gd name="connsiteX4941" fmla="*/ 17508271 w 21052571"/>
              <a:gd name="connsiteY4941" fmla="*/ 1322360 h 8402012"/>
              <a:gd name="connsiteX4942" fmla="*/ 17982243 w 21052571"/>
              <a:gd name="connsiteY4942" fmla="*/ 1322357 h 8402012"/>
              <a:gd name="connsiteX4943" fmla="*/ 18014315 w 21052571"/>
              <a:gd name="connsiteY4943" fmla="*/ 1340803 h 8402012"/>
              <a:gd name="connsiteX4944" fmla="*/ 17982243 w 21052571"/>
              <a:gd name="connsiteY4944" fmla="*/ 1322357 h 8402012"/>
              <a:gd name="connsiteX4945" fmla="*/ 14316122 w 21052571"/>
              <a:gd name="connsiteY4945" fmla="*/ 1297837 h 8402012"/>
              <a:gd name="connsiteX4946" fmla="*/ 14354813 w 21052571"/>
              <a:gd name="connsiteY4946" fmla="*/ 1322555 h 8402012"/>
              <a:gd name="connsiteX4947" fmla="*/ 14316122 w 21052571"/>
              <a:gd name="connsiteY4947" fmla="*/ 1297837 h 8402012"/>
              <a:gd name="connsiteX4948" fmla="*/ 15944156 w 21052571"/>
              <a:gd name="connsiteY4948" fmla="*/ 1265483 h 8402012"/>
              <a:gd name="connsiteX4949" fmla="*/ 15962062 w 21052571"/>
              <a:gd name="connsiteY4949" fmla="*/ 1297592 h 8402012"/>
              <a:gd name="connsiteX4950" fmla="*/ 15944156 w 21052571"/>
              <a:gd name="connsiteY4950" fmla="*/ 1265483 h 8402012"/>
              <a:gd name="connsiteX4951" fmla="*/ 16000036 w 21052571"/>
              <a:gd name="connsiteY4951" fmla="*/ 1265483 h 8402012"/>
              <a:gd name="connsiteX4952" fmla="*/ 15982074 w 21052571"/>
              <a:gd name="connsiteY4952" fmla="*/ 1297592 h 8402012"/>
              <a:gd name="connsiteX4953" fmla="*/ 16000036 w 21052571"/>
              <a:gd name="connsiteY4953" fmla="*/ 1265483 h 8402012"/>
              <a:gd name="connsiteX4954" fmla="*/ 16166922 w 21052571"/>
              <a:gd name="connsiteY4954" fmla="*/ 1265483 h 8402012"/>
              <a:gd name="connsiteX4955" fmla="*/ 16184884 w 21052571"/>
              <a:gd name="connsiteY4955" fmla="*/ 1297591 h 8402012"/>
              <a:gd name="connsiteX4956" fmla="*/ 16166922 w 21052571"/>
              <a:gd name="connsiteY4956" fmla="*/ 1265483 h 8402012"/>
              <a:gd name="connsiteX4957" fmla="*/ 17148051 w 21052571"/>
              <a:gd name="connsiteY4957" fmla="*/ 1265483 h 8402012"/>
              <a:gd name="connsiteX4958" fmla="*/ 17184943 w 21052571"/>
              <a:gd name="connsiteY4958" fmla="*/ 1265483 h 8402012"/>
              <a:gd name="connsiteX4959" fmla="*/ 17184943 w 21052571"/>
              <a:gd name="connsiteY4959" fmla="*/ 1297591 h 8402012"/>
              <a:gd name="connsiteX4960" fmla="*/ 17148051 w 21052571"/>
              <a:gd name="connsiteY4960" fmla="*/ 1297591 h 8402012"/>
              <a:gd name="connsiteX4961" fmla="*/ 17148051 w 21052571"/>
              <a:gd name="connsiteY4961" fmla="*/ 1265483 h 8402012"/>
              <a:gd name="connsiteX4962" fmla="*/ 15773526 w 21052571"/>
              <a:gd name="connsiteY4962" fmla="*/ 1246523 h 8402012"/>
              <a:gd name="connsiteX4963" fmla="*/ 15924108 w 21052571"/>
              <a:gd name="connsiteY4963" fmla="*/ 1278921 h 8402012"/>
              <a:gd name="connsiteX4964" fmla="*/ 15858638 w 21052571"/>
              <a:gd name="connsiteY4964" fmla="*/ 1317799 h 8402012"/>
              <a:gd name="connsiteX4965" fmla="*/ 15806262 w 21052571"/>
              <a:gd name="connsiteY4965" fmla="*/ 1311320 h 8402012"/>
              <a:gd name="connsiteX4966" fmla="*/ 15825902 w 21052571"/>
              <a:gd name="connsiteY4966" fmla="*/ 1278921 h 8402012"/>
              <a:gd name="connsiteX4967" fmla="*/ 15773526 w 21052571"/>
              <a:gd name="connsiteY4967" fmla="*/ 1246523 h 8402012"/>
              <a:gd name="connsiteX4968" fmla="*/ 17810559 w 21052571"/>
              <a:gd name="connsiteY4968" fmla="*/ 1200999 h 8402012"/>
              <a:gd name="connsiteX4969" fmla="*/ 17773695 w 21052571"/>
              <a:gd name="connsiteY4969" fmla="*/ 1234067 h 8402012"/>
              <a:gd name="connsiteX4970" fmla="*/ 17810559 w 21052571"/>
              <a:gd name="connsiteY4970" fmla="*/ 1200999 h 8402012"/>
              <a:gd name="connsiteX4971" fmla="*/ 15678730 w 21052571"/>
              <a:gd name="connsiteY4971" fmla="*/ 1199127 h 8402012"/>
              <a:gd name="connsiteX4972" fmla="*/ 15696694 w 21052571"/>
              <a:gd name="connsiteY4972" fmla="*/ 1231236 h 8402012"/>
              <a:gd name="connsiteX4973" fmla="*/ 15678730 w 21052571"/>
              <a:gd name="connsiteY4973" fmla="*/ 1199127 h 8402012"/>
              <a:gd name="connsiteX4974" fmla="*/ 16824751 w 21052571"/>
              <a:gd name="connsiteY4974" fmla="*/ 1199127 h 8402012"/>
              <a:gd name="connsiteX4975" fmla="*/ 16806787 w 21052571"/>
              <a:gd name="connsiteY4975" fmla="*/ 1231236 h 8402012"/>
              <a:gd name="connsiteX4976" fmla="*/ 16824751 w 21052571"/>
              <a:gd name="connsiteY4976" fmla="*/ 1199127 h 8402012"/>
              <a:gd name="connsiteX4977" fmla="*/ 15526532 w 21052571"/>
              <a:gd name="connsiteY4977" fmla="*/ 1161698 h 8402012"/>
              <a:gd name="connsiteX4978" fmla="*/ 15582882 w 21052571"/>
              <a:gd name="connsiteY4978" fmla="*/ 1169761 h 8402012"/>
              <a:gd name="connsiteX4979" fmla="*/ 15489142 w 21052571"/>
              <a:gd name="connsiteY4979" fmla="*/ 1202011 h 8402012"/>
              <a:gd name="connsiteX4980" fmla="*/ 15526532 w 21052571"/>
              <a:gd name="connsiteY4980" fmla="*/ 1161698 h 8402012"/>
              <a:gd name="connsiteX4981" fmla="*/ 15342210 w 21052571"/>
              <a:gd name="connsiteY4981" fmla="*/ 1137507 h 8402012"/>
              <a:gd name="connsiteX4982" fmla="*/ 15405268 w 21052571"/>
              <a:gd name="connsiteY4982" fmla="*/ 1137507 h 8402012"/>
              <a:gd name="connsiteX4983" fmla="*/ 15450158 w 21052571"/>
              <a:gd name="connsiteY4983" fmla="*/ 1137507 h 8402012"/>
              <a:gd name="connsiteX4984" fmla="*/ 15450158 w 21052571"/>
              <a:gd name="connsiteY4984" fmla="*/ 1169613 h 8402012"/>
              <a:gd name="connsiteX4985" fmla="*/ 15379618 w 21052571"/>
              <a:gd name="connsiteY4985" fmla="*/ 1169613 h 8402012"/>
              <a:gd name="connsiteX4986" fmla="*/ 15342210 w 21052571"/>
              <a:gd name="connsiteY4986" fmla="*/ 1169613 h 8402012"/>
              <a:gd name="connsiteX4987" fmla="*/ 15342210 w 21052571"/>
              <a:gd name="connsiteY4987" fmla="*/ 1137507 h 8402012"/>
              <a:gd name="connsiteX4988" fmla="*/ 16824751 w 21052571"/>
              <a:gd name="connsiteY4988" fmla="*/ 1137507 h 8402012"/>
              <a:gd name="connsiteX4989" fmla="*/ 16806787 w 21052571"/>
              <a:gd name="connsiteY4989" fmla="*/ 1169613 h 8402012"/>
              <a:gd name="connsiteX4990" fmla="*/ 16824751 w 21052571"/>
              <a:gd name="connsiteY4990" fmla="*/ 1137507 h 8402012"/>
              <a:gd name="connsiteX4991" fmla="*/ 10314912 w 21052571"/>
              <a:gd name="connsiteY4991" fmla="*/ 1136639 h 8402012"/>
              <a:gd name="connsiteX4992" fmla="*/ 10334257 w 21052571"/>
              <a:gd name="connsiteY4992" fmla="*/ 1168880 h 8402012"/>
              <a:gd name="connsiteX4993" fmla="*/ 10314912 w 21052571"/>
              <a:gd name="connsiteY4993" fmla="*/ 1136639 h 8402012"/>
              <a:gd name="connsiteX4994" fmla="*/ 10372948 w 21052571"/>
              <a:gd name="connsiteY4994" fmla="*/ 1111922 h 8402012"/>
              <a:gd name="connsiteX4995" fmla="*/ 10392293 w 21052571"/>
              <a:gd name="connsiteY4995" fmla="*/ 1136639 h 8402012"/>
              <a:gd name="connsiteX4996" fmla="*/ 10372948 w 21052571"/>
              <a:gd name="connsiteY4996" fmla="*/ 1111922 h 8402012"/>
              <a:gd name="connsiteX4997" fmla="*/ 15848742 w 21052571"/>
              <a:gd name="connsiteY4997" fmla="*/ 1111643 h 8402012"/>
              <a:gd name="connsiteX4998" fmla="*/ 15868094 w 21052571"/>
              <a:gd name="connsiteY4998" fmla="*/ 1136372 h 8402012"/>
              <a:gd name="connsiteX4999" fmla="*/ 15848742 w 21052571"/>
              <a:gd name="connsiteY4999" fmla="*/ 1111643 h 8402012"/>
              <a:gd name="connsiteX5000" fmla="*/ 17584747 w 21052571"/>
              <a:gd name="connsiteY5000" fmla="*/ 1108531 h 8402012"/>
              <a:gd name="connsiteX5001" fmla="*/ 17606195 w 21052571"/>
              <a:gd name="connsiteY5001" fmla="*/ 1137320 h 8402012"/>
              <a:gd name="connsiteX5002" fmla="*/ 17568307 w 21052571"/>
              <a:gd name="connsiteY5002" fmla="*/ 1170048 h 8402012"/>
              <a:gd name="connsiteX5003" fmla="*/ 17619455 w 21052571"/>
              <a:gd name="connsiteY5003" fmla="*/ 1178332 h 8402012"/>
              <a:gd name="connsiteX5004" fmla="*/ 17624883 w 21052571"/>
              <a:gd name="connsiteY5004" fmla="*/ 1199651 h 8402012"/>
              <a:gd name="connsiteX5005" fmla="*/ 17642891 w 21052571"/>
              <a:gd name="connsiteY5005" fmla="*/ 1202967 h 8402012"/>
              <a:gd name="connsiteX5006" fmla="*/ 17654131 w 21052571"/>
              <a:gd name="connsiteY5006" fmla="*/ 1229868 h 8402012"/>
              <a:gd name="connsiteX5007" fmla="*/ 17625235 w 21052571"/>
              <a:gd name="connsiteY5007" fmla="*/ 1219492 h 8402012"/>
              <a:gd name="connsiteX5008" fmla="*/ 17622539 w 21052571"/>
              <a:gd name="connsiteY5008" fmla="*/ 1202380 h 8402012"/>
              <a:gd name="connsiteX5009" fmla="*/ 17582463 w 21052571"/>
              <a:gd name="connsiteY5009" fmla="*/ 1197354 h 8402012"/>
              <a:gd name="connsiteX5010" fmla="*/ 17451395 w 21052571"/>
              <a:gd name="connsiteY5010" fmla="*/ 1150411 h 8402012"/>
              <a:gd name="connsiteX5011" fmla="*/ 17584747 w 21052571"/>
              <a:gd name="connsiteY5011" fmla="*/ 1108531 h 8402012"/>
              <a:gd name="connsiteX5012" fmla="*/ 15265552 w 21052571"/>
              <a:gd name="connsiteY5012" fmla="*/ 1103815 h 8402012"/>
              <a:gd name="connsiteX5013" fmla="*/ 15322156 w 21052571"/>
              <a:gd name="connsiteY5013" fmla="*/ 1112794 h 8402012"/>
              <a:gd name="connsiteX5014" fmla="*/ 15223716 w 21052571"/>
              <a:gd name="connsiteY5014" fmla="*/ 1137451 h 8402012"/>
              <a:gd name="connsiteX5015" fmla="*/ 15265552 w 21052571"/>
              <a:gd name="connsiteY5015" fmla="*/ 1103815 h 8402012"/>
              <a:gd name="connsiteX5016" fmla="*/ 16408650 w 21052571"/>
              <a:gd name="connsiteY5016" fmla="*/ 1080632 h 8402012"/>
              <a:gd name="connsiteX5017" fmla="*/ 16426612 w 21052571"/>
              <a:gd name="connsiteY5017" fmla="*/ 1112737 h 8402012"/>
              <a:gd name="connsiteX5018" fmla="*/ 16408650 w 21052571"/>
              <a:gd name="connsiteY5018" fmla="*/ 1080632 h 8402012"/>
              <a:gd name="connsiteX5019" fmla="*/ 17304463 w 21052571"/>
              <a:gd name="connsiteY5019" fmla="*/ 1080632 h 8402012"/>
              <a:gd name="connsiteX5020" fmla="*/ 17317591 w 21052571"/>
              <a:gd name="connsiteY5020" fmla="*/ 1112737 h 8402012"/>
              <a:gd name="connsiteX5021" fmla="*/ 17304463 w 21052571"/>
              <a:gd name="connsiteY5021" fmla="*/ 1080632 h 8402012"/>
              <a:gd name="connsiteX5022" fmla="*/ 15073768 w 21052571"/>
              <a:gd name="connsiteY5022" fmla="*/ 1077829 h 8402012"/>
              <a:gd name="connsiteX5023" fmla="*/ 15094708 w 21052571"/>
              <a:gd name="connsiteY5023" fmla="*/ 1113376 h 8402012"/>
              <a:gd name="connsiteX5024" fmla="*/ 15038866 w 21052571"/>
              <a:gd name="connsiteY5024" fmla="*/ 1081061 h 8402012"/>
              <a:gd name="connsiteX5025" fmla="*/ 15073768 w 21052571"/>
              <a:gd name="connsiteY5025" fmla="*/ 1077829 h 8402012"/>
              <a:gd name="connsiteX5026" fmla="*/ 15472422 w 21052571"/>
              <a:gd name="connsiteY5026" fmla="*/ 1077500 h 8402012"/>
              <a:gd name="connsiteX5027" fmla="*/ 15483374 w 21052571"/>
              <a:gd name="connsiteY5027" fmla="*/ 1077923 h 8402012"/>
              <a:gd name="connsiteX5028" fmla="*/ 15446482 w 21052571"/>
              <a:gd name="connsiteY5028" fmla="*/ 1111778 h 8402012"/>
              <a:gd name="connsiteX5029" fmla="*/ 15472422 w 21052571"/>
              <a:gd name="connsiteY5029" fmla="*/ 1077500 h 8402012"/>
              <a:gd name="connsiteX5030" fmla="*/ 17496291 w 21052571"/>
              <a:gd name="connsiteY5030" fmla="*/ 1077499 h 8402012"/>
              <a:gd name="connsiteX5031" fmla="*/ 17507243 w 21052571"/>
              <a:gd name="connsiteY5031" fmla="*/ 1077922 h 8402012"/>
              <a:gd name="connsiteX5032" fmla="*/ 17470351 w 21052571"/>
              <a:gd name="connsiteY5032" fmla="*/ 1111778 h 8402012"/>
              <a:gd name="connsiteX5033" fmla="*/ 17496291 w 21052571"/>
              <a:gd name="connsiteY5033" fmla="*/ 1077499 h 8402012"/>
              <a:gd name="connsiteX5034" fmla="*/ 17033203 w 21052571"/>
              <a:gd name="connsiteY5034" fmla="*/ 1047453 h 8402012"/>
              <a:gd name="connsiteX5035" fmla="*/ 17020075 w 21052571"/>
              <a:gd name="connsiteY5035" fmla="*/ 1079562 h 8402012"/>
              <a:gd name="connsiteX5036" fmla="*/ 17033203 w 21052571"/>
              <a:gd name="connsiteY5036" fmla="*/ 1047453 h 8402012"/>
              <a:gd name="connsiteX5037" fmla="*/ 16280676 w 21052571"/>
              <a:gd name="connsiteY5037" fmla="*/ 1047453 h 8402012"/>
              <a:gd name="connsiteX5038" fmla="*/ 16298638 w 21052571"/>
              <a:gd name="connsiteY5038" fmla="*/ 1079562 h 8402012"/>
              <a:gd name="connsiteX5039" fmla="*/ 16280676 w 21052571"/>
              <a:gd name="connsiteY5039" fmla="*/ 1047453 h 8402012"/>
              <a:gd name="connsiteX5040" fmla="*/ 16223798 w 21052571"/>
              <a:gd name="connsiteY5040" fmla="*/ 1044121 h 8402012"/>
              <a:gd name="connsiteX5041" fmla="*/ 16260692 w 21052571"/>
              <a:gd name="connsiteY5041" fmla="*/ 1074864 h 8402012"/>
              <a:gd name="connsiteX5042" fmla="*/ 16223798 w 21052571"/>
              <a:gd name="connsiteY5042" fmla="*/ 1044121 h 8402012"/>
              <a:gd name="connsiteX5043" fmla="*/ 17431379 w 21052571"/>
              <a:gd name="connsiteY5043" fmla="*/ 1044120 h 8402012"/>
              <a:gd name="connsiteX5044" fmla="*/ 17394519 w 21052571"/>
              <a:gd name="connsiteY5044" fmla="*/ 1074864 h 8402012"/>
              <a:gd name="connsiteX5045" fmla="*/ 17431379 w 21052571"/>
              <a:gd name="connsiteY5045" fmla="*/ 1044120 h 8402012"/>
              <a:gd name="connsiteX5046" fmla="*/ 11093277 w 21052571"/>
              <a:gd name="connsiteY5046" fmla="*/ 1043667 h 8402012"/>
              <a:gd name="connsiteX5047" fmla="*/ 11109384 w 21052571"/>
              <a:gd name="connsiteY5047" fmla="*/ 1046077 h 8402012"/>
              <a:gd name="connsiteX5048" fmla="*/ 11090615 w 21052571"/>
              <a:gd name="connsiteY5048" fmla="*/ 1044067 h 8402012"/>
              <a:gd name="connsiteX5049" fmla="*/ 16165868 w 21052571"/>
              <a:gd name="connsiteY5049" fmla="*/ 1022268 h 8402012"/>
              <a:gd name="connsiteX5050" fmla="*/ 16165868 w 21052571"/>
              <a:gd name="connsiteY5050" fmla="*/ 1079570 h 8402012"/>
              <a:gd name="connsiteX5051" fmla="*/ 16072126 w 21052571"/>
              <a:gd name="connsiteY5051" fmla="*/ 1066836 h 8402012"/>
              <a:gd name="connsiteX5052" fmla="*/ 16165868 w 21052571"/>
              <a:gd name="connsiteY5052" fmla="*/ 1022268 h 8402012"/>
              <a:gd name="connsiteX5053" fmla="*/ 15263666 w 21052571"/>
              <a:gd name="connsiteY5053" fmla="*/ 1016154 h 8402012"/>
              <a:gd name="connsiteX5054" fmla="*/ 15321558 w 21052571"/>
              <a:gd name="connsiteY5054" fmla="*/ 1022776 h 8402012"/>
              <a:gd name="connsiteX5055" fmla="*/ 15302260 w 21052571"/>
              <a:gd name="connsiteY5055" fmla="*/ 1082382 h 8402012"/>
              <a:gd name="connsiteX5056" fmla="*/ 15244368 w 21052571"/>
              <a:gd name="connsiteY5056" fmla="*/ 1082382 h 8402012"/>
              <a:gd name="connsiteX5057" fmla="*/ 15263666 w 21052571"/>
              <a:gd name="connsiteY5057" fmla="*/ 1016154 h 8402012"/>
              <a:gd name="connsiteX5058" fmla="*/ 10865077 w 21052571"/>
              <a:gd name="connsiteY5058" fmla="*/ 986522 h 8402012"/>
              <a:gd name="connsiteX5059" fmla="*/ 10885828 w 21052571"/>
              <a:gd name="connsiteY5059" fmla="*/ 987298 h 8402012"/>
              <a:gd name="connsiteX5060" fmla="*/ 10848936 w 21052571"/>
              <a:gd name="connsiteY5060" fmla="*/ 999708 h 8402012"/>
              <a:gd name="connsiteX5061" fmla="*/ 10865077 w 21052571"/>
              <a:gd name="connsiteY5061" fmla="*/ 986522 h 8402012"/>
              <a:gd name="connsiteX5062" fmla="*/ 17138571 w 21052571"/>
              <a:gd name="connsiteY5062" fmla="*/ 977964 h 8402012"/>
              <a:gd name="connsiteX5063" fmla="*/ 17346031 w 21052571"/>
              <a:gd name="connsiteY5063" fmla="*/ 1035119 h 8402012"/>
              <a:gd name="connsiteX5064" fmla="*/ 17267827 w 21052571"/>
              <a:gd name="connsiteY5064" fmla="*/ 1079573 h 8402012"/>
              <a:gd name="connsiteX5065" fmla="*/ 17267827 w 21052571"/>
              <a:gd name="connsiteY5065" fmla="*/ 1022418 h 8402012"/>
              <a:gd name="connsiteX5066" fmla="*/ 17184191 w 21052571"/>
              <a:gd name="connsiteY5066" fmla="*/ 1035119 h 8402012"/>
              <a:gd name="connsiteX5067" fmla="*/ 17138571 w 21052571"/>
              <a:gd name="connsiteY5067" fmla="*/ 977964 h 8402012"/>
              <a:gd name="connsiteX5068" fmla="*/ 15863578 w 21052571"/>
              <a:gd name="connsiteY5068" fmla="*/ 957394 h 8402012"/>
              <a:gd name="connsiteX5069" fmla="*/ 15881542 w 21052571"/>
              <a:gd name="connsiteY5069" fmla="*/ 989500 h 8402012"/>
              <a:gd name="connsiteX5070" fmla="*/ 15863578 w 21052571"/>
              <a:gd name="connsiteY5070" fmla="*/ 957394 h 8402012"/>
              <a:gd name="connsiteX5071" fmla="*/ 16129004 w 21052571"/>
              <a:gd name="connsiteY5071" fmla="*/ 957394 h 8402012"/>
              <a:gd name="connsiteX5072" fmla="*/ 16146966 w 21052571"/>
              <a:gd name="connsiteY5072" fmla="*/ 989500 h 8402012"/>
              <a:gd name="connsiteX5073" fmla="*/ 16129004 w 21052571"/>
              <a:gd name="connsiteY5073" fmla="*/ 957394 h 8402012"/>
              <a:gd name="connsiteX5074" fmla="*/ 16740434 w 21052571"/>
              <a:gd name="connsiteY5074" fmla="*/ 957394 h 8402012"/>
              <a:gd name="connsiteX5075" fmla="*/ 16753558 w 21052571"/>
              <a:gd name="connsiteY5075" fmla="*/ 989500 h 8402012"/>
              <a:gd name="connsiteX5076" fmla="*/ 16740434 w 21052571"/>
              <a:gd name="connsiteY5076" fmla="*/ 957394 h 8402012"/>
              <a:gd name="connsiteX5077" fmla="*/ 17033191 w 21052571"/>
              <a:gd name="connsiteY5077" fmla="*/ 925119 h 8402012"/>
              <a:gd name="connsiteX5078" fmla="*/ 17001119 w 21052571"/>
              <a:gd name="connsiteY5078" fmla="*/ 958974 h 8402012"/>
              <a:gd name="connsiteX5079" fmla="*/ 17033191 w 21052571"/>
              <a:gd name="connsiteY5079" fmla="*/ 925119 h 8402012"/>
              <a:gd name="connsiteX5080" fmla="*/ 11341645 w 21052571"/>
              <a:gd name="connsiteY5080" fmla="*/ 915543 h 8402012"/>
              <a:gd name="connsiteX5081" fmla="*/ 11506688 w 21052571"/>
              <a:gd name="connsiteY5081" fmla="*/ 1046077 h 8402012"/>
              <a:gd name="connsiteX5082" fmla="*/ 11398235 w 21052571"/>
              <a:gd name="connsiteY5082" fmla="*/ 1046077 h 8402012"/>
              <a:gd name="connsiteX5083" fmla="*/ 11391792 w 21052571"/>
              <a:gd name="connsiteY5083" fmla="*/ 969016 h 8402012"/>
              <a:gd name="connsiteX5084" fmla="*/ 11333807 w 21052571"/>
              <a:gd name="connsiteY5084" fmla="*/ 956173 h 8402012"/>
              <a:gd name="connsiteX5085" fmla="*/ 11346692 w 21052571"/>
              <a:gd name="connsiteY5085" fmla="*/ 1052499 h 8402012"/>
              <a:gd name="connsiteX5086" fmla="*/ 10770064 w 21052571"/>
              <a:gd name="connsiteY5086" fmla="*/ 1231233 h 8402012"/>
              <a:gd name="connsiteX5087" fmla="*/ 10795835 w 21052571"/>
              <a:gd name="connsiteY5087" fmla="*/ 1115644 h 8402012"/>
              <a:gd name="connsiteX5088" fmla="*/ 10897846 w 21052571"/>
              <a:gd name="connsiteY5088" fmla="*/ 1078185 h 8402012"/>
              <a:gd name="connsiteX5089" fmla="*/ 11000930 w 21052571"/>
              <a:gd name="connsiteY5089" fmla="*/ 1046077 h 8402012"/>
              <a:gd name="connsiteX5090" fmla="*/ 11020258 w 21052571"/>
              <a:gd name="connsiteY5090" fmla="*/ 1071764 h 8402012"/>
              <a:gd name="connsiteX5091" fmla="*/ 11051398 w 21052571"/>
              <a:gd name="connsiteY5091" fmla="*/ 1078185 h 8402012"/>
              <a:gd name="connsiteX5092" fmla="*/ 11020258 w 21052571"/>
              <a:gd name="connsiteY5092" fmla="*/ 1046077 h 8402012"/>
              <a:gd name="connsiteX5093" fmla="*/ 11064418 w 21052571"/>
              <a:gd name="connsiteY5093" fmla="*/ 1041259 h 8402012"/>
              <a:gd name="connsiteX5094" fmla="*/ 11090615 w 21052571"/>
              <a:gd name="connsiteY5094" fmla="*/ 1044067 h 8402012"/>
              <a:gd name="connsiteX5095" fmla="*/ 11077170 w 21052571"/>
              <a:gd name="connsiteY5095" fmla="*/ 1046077 h 8402012"/>
              <a:gd name="connsiteX5096" fmla="*/ 11077170 w 21052571"/>
              <a:gd name="connsiteY5096" fmla="*/ 1078185 h 8402012"/>
              <a:gd name="connsiteX5097" fmla="*/ 11122269 w 21052571"/>
              <a:gd name="connsiteY5097" fmla="*/ 1046077 h 8402012"/>
              <a:gd name="connsiteX5098" fmla="*/ 11206025 w 21052571"/>
              <a:gd name="connsiteY5098" fmla="*/ 1039654 h 8402012"/>
              <a:gd name="connsiteX5099" fmla="*/ 11225354 w 21052571"/>
              <a:gd name="connsiteY5099" fmla="*/ 924065 h 8402012"/>
              <a:gd name="connsiteX5100" fmla="*/ 11341645 w 21052571"/>
              <a:gd name="connsiteY5100" fmla="*/ 915543 h 8402012"/>
              <a:gd name="connsiteX5101" fmla="*/ 11568284 w 21052571"/>
              <a:gd name="connsiteY5101" fmla="*/ 905254 h 8402012"/>
              <a:gd name="connsiteX5102" fmla="*/ 11555159 w 21052571"/>
              <a:gd name="connsiteY5102" fmla="*/ 923161 h 8402012"/>
              <a:gd name="connsiteX5103" fmla="*/ 11568284 w 21052571"/>
              <a:gd name="connsiteY5103" fmla="*/ 905254 h 8402012"/>
              <a:gd name="connsiteX5104" fmla="*/ 11506728 w 21052571"/>
              <a:gd name="connsiteY5104" fmla="*/ 891038 h 8402012"/>
              <a:gd name="connsiteX5105" fmla="*/ 11506728 w 21052571"/>
              <a:gd name="connsiteY5105" fmla="*/ 921583 h 8402012"/>
              <a:gd name="connsiteX5106" fmla="*/ 11462227 w 21052571"/>
              <a:gd name="connsiteY5106" fmla="*/ 916695 h 8402012"/>
              <a:gd name="connsiteX5107" fmla="*/ 11452907 w 21052571"/>
              <a:gd name="connsiteY5107" fmla="*/ 905999 h 8402012"/>
              <a:gd name="connsiteX5108" fmla="*/ 11457633 w 21052571"/>
              <a:gd name="connsiteY5108" fmla="*/ 923783 h 8402012"/>
              <a:gd name="connsiteX5109" fmla="*/ 11452710 w 21052571"/>
              <a:gd name="connsiteY5109" fmla="*/ 937331 h 8402012"/>
              <a:gd name="connsiteX5110" fmla="*/ 11447787 w 21052571"/>
              <a:gd name="connsiteY5110" fmla="*/ 923783 h 8402012"/>
              <a:gd name="connsiteX5111" fmla="*/ 11452605 w 21052571"/>
              <a:gd name="connsiteY5111" fmla="*/ 905652 h 8402012"/>
              <a:gd name="connsiteX5112" fmla="*/ 11450884 w 21052571"/>
              <a:gd name="connsiteY5112" fmla="*/ 903677 h 8402012"/>
              <a:gd name="connsiteX5113" fmla="*/ 11506728 w 21052571"/>
              <a:gd name="connsiteY5113" fmla="*/ 891038 h 8402012"/>
              <a:gd name="connsiteX5114" fmla="*/ 15678730 w 21052571"/>
              <a:gd name="connsiteY5114" fmla="*/ 891038 h 8402012"/>
              <a:gd name="connsiteX5115" fmla="*/ 15696694 w 21052571"/>
              <a:gd name="connsiteY5115" fmla="*/ 923108 h 8402012"/>
              <a:gd name="connsiteX5116" fmla="*/ 15678730 w 21052571"/>
              <a:gd name="connsiteY5116" fmla="*/ 891038 h 8402012"/>
              <a:gd name="connsiteX5117" fmla="*/ 15469696 w 21052571"/>
              <a:gd name="connsiteY5117" fmla="*/ 886905 h 8402012"/>
              <a:gd name="connsiteX5118" fmla="*/ 15507042 w 21052571"/>
              <a:gd name="connsiteY5118" fmla="*/ 926687 h 8402012"/>
              <a:gd name="connsiteX5119" fmla="*/ 15418046 w 21052571"/>
              <a:gd name="connsiteY5119" fmla="*/ 895187 h 8402012"/>
              <a:gd name="connsiteX5120" fmla="*/ 15469696 w 21052571"/>
              <a:gd name="connsiteY5120" fmla="*/ 886905 h 8402012"/>
              <a:gd name="connsiteX5121" fmla="*/ 16787831 w 21052571"/>
              <a:gd name="connsiteY5121" fmla="*/ 862601 h 8402012"/>
              <a:gd name="connsiteX5122" fmla="*/ 16962123 w 21052571"/>
              <a:gd name="connsiteY5122" fmla="*/ 908896 h 8402012"/>
              <a:gd name="connsiteX5123" fmla="*/ 16787831 w 21052571"/>
              <a:gd name="connsiteY5123" fmla="*/ 862601 h 8402012"/>
              <a:gd name="connsiteX5124" fmla="*/ 11623835 w 21052571"/>
              <a:gd name="connsiteY5124" fmla="*/ 857110 h 8402012"/>
              <a:gd name="connsiteX5125" fmla="*/ 11654776 w 21052571"/>
              <a:gd name="connsiteY5125" fmla="*/ 859503 h 8402012"/>
              <a:gd name="connsiteX5126" fmla="*/ 11617594 w 21052571"/>
              <a:gd name="connsiteY5126" fmla="*/ 922242 h 8402012"/>
              <a:gd name="connsiteX5127" fmla="*/ 11661150 w 21052571"/>
              <a:gd name="connsiteY5127" fmla="*/ 973284 h 8402012"/>
              <a:gd name="connsiteX5128" fmla="*/ 11528355 w 21052571"/>
              <a:gd name="connsiteY5128" fmla="*/ 1017947 h 8402012"/>
              <a:gd name="connsiteX5129" fmla="*/ 11534729 w 21052571"/>
              <a:gd name="connsiteY5129" fmla="*/ 947763 h 8402012"/>
              <a:gd name="connsiteX5130" fmla="*/ 11572974 w 21052571"/>
              <a:gd name="connsiteY5130" fmla="*/ 916925 h 8402012"/>
              <a:gd name="connsiteX5131" fmla="*/ 11592097 w 21052571"/>
              <a:gd name="connsiteY5131" fmla="*/ 859503 h 8402012"/>
              <a:gd name="connsiteX5132" fmla="*/ 11623835 w 21052571"/>
              <a:gd name="connsiteY5132" fmla="*/ 857110 h 8402012"/>
              <a:gd name="connsiteX5133" fmla="*/ 11225206 w 21052571"/>
              <a:gd name="connsiteY5133" fmla="*/ 835722 h 8402012"/>
              <a:gd name="connsiteX5134" fmla="*/ 11256374 w 21052571"/>
              <a:gd name="connsiteY5134" fmla="*/ 861514 h 8402012"/>
              <a:gd name="connsiteX5135" fmla="*/ 11225206 w 21052571"/>
              <a:gd name="connsiteY5135" fmla="*/ 835722 h 8402012"/>
              <a:gd name="connsiteX5136" fmla="*/ 16736772 w 21052571"/>
              <a:gd name="connsiteY5136" fmla="*/ 835129 h 8402012"/>
              <a:gd name="connsiteX5137" fmla="*/ 16770790 w 21052571"/>
              <a:gd name="connsiteY5137" fmla="*/ 848999 h 8402012"/>
              <a:gd name="connsiteX5138" fmla="*/ 16693034 w 21052571"/>
              <a:gd name="connsiteY5138" fmla="*/ 835945 h 8402012"/>
              <a:gd name="connsiteX5139" fmla="*/ 16736772 w 21052571"/>
              <a:gd name="connsiteY5139" fmla="*/ 835129 h 8402012"/>
              <a:gd name="connsiteX5140" fmla="*/ 15582938 w 21052571"/>
              <a:gd name="connsiteY5140" fmla="*/ 834163 h 8402012"/>
              <a:gd name="connsiteX5141" fmla="*/ 15564976 w 21052571"/>
              <a:gd name="connsiteY5141" fmla="*/ 861463 h 8402012"/>
              <a:gd name="connsiteX5142" fmla="*/ 15582938 w 21052571"/>
              <a:gd name="connsiteY5142" fmla="*/ 834163 h 8402012"/>
              <a:gd name="connsiteX5143" fmla="*/ 17568159 w 21052571"/>
              <a:gd name="connsiteY5143" fmla="*/ 831207 h 8402012"/>
              <a:gd name="connsiteX5144" fmla="*/ 17641459 w 21052571"/>
              <a:gd name="connsiteY5144" fmla="*/ 852116 h 8402012"/>
              <a:gd name="connsiteX5145" fmla="*/ 17706015 w 21052571"/>
              <a:gd name="connsiteY5145" fmla="*/ 903585 h 8402012"/>
              <a:gd name="connsiteX5146" fmla="*/ 17796399 w 21052571"/>
              <a:gd name="connsiteY5146" fmla="*/ 934681 h 8402012"/>
              <a:gd name="connsiteX5147" fmla="*/ 18136403 w 21052571"/>
              <a:gd name="connsiteY5147" fmla="*/ 1076222 h 8402012"/>
              <a:gd name="connsiteX5148" fmla="*/ 18482863 w 21052571"/>
              <a:gd name="connsiteY5148" fmla="*/ 1235990 h 8402012"/>
              <a:gd name="connsiteX5149" fmla="*/ 18656091 w 21052571"/>
              <a:gd name="connsiteY5149" fmla="*/ 1318555 h 8402012"/>
              <a:gd name="connsiteX5150" fmla="*/ 18746475 w 21052571"/>
              <a:gd name="connsiteY5150" fmla="*/ 1363591 h 8402012"/>
              <a:gd name="connsiteX5151" fmla="*/ 18791663 w 21052571"/>
              <a:gd name="connsiteY5151" fmla="*/ 1382891 h 8402012"/>
              <a:gd name="connsiteX5152" fmla="*/ 18791663 w 21052571"/>
              <a:gd name="connsiteY5152" fmla="*/ 1427927 h 8402012"/>
              <a:gd name="connsiteX5153" fmla="*/ 18681915 w 21052571"/>
              <a:gd name="connsiteY5153" fmla="*/ 1402192 h 8402012"/>
              <a:gd name="connsiteX5154" fmla="*/ 18528051 w 21052571"/>
              <a:gd name="connsiteY5154" fmla="*/ 1326061 h 8402012"/>
              <a:gd name="connsiteX5155" fmla="*/ 18181591 w 21052571"/>
              <a:gd name="connsiteY5155" fmla="*/ 1171654 h 8402012"/>
              <a:gd name="connsiteX5156" fmla="*/ 17494051 w 21052571"/>
              <a:gd name="connsiteY5156" fmla="*/ 858550 h 8402012"/>
              <a:gd name="connsiteX5157" fmla="*/ 17568159 w 21052571"/>
              <a:gd name="connsiteY5157" fmla="*/ 831207 h 8402012"/>
              <a:gd name="connsiteX5158" fmla="*/ 12382469 w 21052571"/>
              <a:gd name="connsiteY5158" fmla="*/ 827846 h 8402012"/>
              <a:gd name="connsiteX5159" fmla="*/ 12416704 w 21052571"/>
              <a:gd name="connsiteY5159" fmla="*/ 863443 h 8402012"/>
              <a:gd name="connsiteX5160" fmla="*/ 12273245 w 21052571"/>
              <a:gd name="connsiteY5160" fmla="*/ 889934 h 8402012"/>
              <a:gd name="connsiteX5161" fmla="*/ 12338453 w 21052571"/>
              <a:gd name="connsiteY5161" fmla="*/ 836953 h 8402012"/>
              <a:gd name="connsiteX5162" fmla="*/ 12382469 w 21052571"/>
              <a:gd name="connsiteY5162" fmla="*/ 827846 h 8402012"/>
              <a:gd name="connsiteX5163" fmla="*/ 12084950 w 21052571"/>
              <a:gd name="connsiteY5163" fmla="*/ 822623 h 8402012"/>
              <a:gd name="connsiteX5164" fmla="*/ 12083793 w 21052571"/>
              <a:gd name="connsiteY5164" fmla="*/ 825913 h 8402012"/>
              <a:gd name="connsiteX5165" fmla="*/ 12081267 w 21052571"/>
              <a:gd name="connsiteY5165" fmla="*/ 833096 h 8402012"/>
              <a:gd name="connsiteX5166" fmla="*/ 17391355 w 21052571"/>
              <a:gd name="connsiteY5166" fmla="*/ 815200 h 8402012"/>
              <a:gd name="connsiteX5167" fmla="*/ 17402939 w 21052571"/>
              <a:gd name="connsiteY5167" fmla="*/ 834463 h 8402012"/>
              <a:gd name="connsiteX5168" fmla="*/ 17391355 w 21052571"/>
              <a:gd name="connsiteY5168" fmla="*/ 847305 h 8402012"/>
              <a:gd name="connsiteX5169" fmla="*/ 17390975 w 21052571"/>
              <a:gd name="connsiteY5169" fmla="*/ 846016 h 8402012"/>
              <a:gd name="connsiteX5170" fmla="*/ 17380087 w 21052571"/>
              <a:gd name="connsiteY5170" fmla="*/ 851544 h 8402012"/>
              <a:gd name="connsiteX5171" fmla="*/ 17342379 w 21052571"/>
              <a:gd name="connsiteY5171" fmla="*/ 832348 h 8402012"/>
              <a:gd name="connsiteX5172" fmla="*/ 17367915 w 21052571"/>
              <a:gd name="connsiteY5172" fmla="*/ 829245 h 8402012"/>
              <a:gd name="connsiteX5173" fmla="*/ 17381883 w 21052571"/>
              <a:gd name="connsiteY5173" fmla="*/ 832348 h 8402012"/>
              <a:gd name="connsiteX5174" fmla="*/ 17389279 w 21052571"/>
              <a:gd name="connsiteY5174" fmla="*/ 840284 h 8402012"/>
              <a:gd name="connsiteX5175" fmla="*/ 17386615 w 21052571"/>
              <a:gd name="connsiteY5175" fmla="*/ 831253 h 8402012"/>
              <a:gd name="connsiteX5176" fmla="*/ 17391355 w 21052571"/>
              <a:gd name="connsiteY5176" fmla="*/ 815200 h 8402012"/>
              <a:gd name="connsiteX5177" fmla="*/ 13682197 w 21052571"/>
              <a:gd name="connsiteY5177" fmla="*/ 813388 h 8402012"/>
              <a:gd name="connsiteX5178" fmla="*/ 13602728 w 21052571"/>
              <a:gd name="connsiteY5178" fmla="*/ 856822 h 8402012"/>
              <a:gd name="connsiteX5179" fmla="*/ 13682197 w 21052571"/>
              <a:gd name="connsiteY5179" fmla="*/ 813388 h 8402012"/>
              <a:gd name="connsiteX5180" fmla="*/ 11450884 w 21052571"/>
              <a:gd name="connsiteY5180" fmla="*/ 800980 h 8402012"/>
              <a:gd name="connsiteX5181" fmla="*/ 11468846 w 21052571"/>
              <a:gd name="connsiteY5181" fmla="*/ 833089 h 8402012"/>
              <a:gd name="connsiteX5182" fmla="*/ 11450884 w 21052571"/>
              <a:gd name="connsiteY5182" fmla="*/ 800980 h 8402012"/>
              <a:gd name="connsiteX5183" fmla="*/ 17431379 w 21052571"/>
              <a:gd name="connsiteY5183" fmla="*/ 800980 h 8402012"/>
              <a:gd name="connsiteX5184" fmla="*/ 17394519 w 21052571"/>
              <a:gd name="connsiteY5184" fmla="*/ 813824 h 8402012"/>
              <a:gd name="connsiteX5185" fmla="*/ 17431379 w 21052571"/>
              <a:gd name="connsiteY5185" fmla="*/ 800980 h 8402012"/>
              <a:gd name="connsiteX5186" fmla="*/ 16628722 w 21052571"/>
              <a:gd name="connsiteY5186" fmla="*/ 793569 h 8402012"/>
              <a:gd name="connsiteX5187" fmla="*/ 16663492 w 21052571"/>
              <a:gd name="connsiteY5187" fmla="*/ 833125 h 8402012"/>
              <a:gd name="connsiteX5188" fmla="*/ 16584018 w 21052571"/>
              <a:gd name="connsiteY5188" fmla="*/ 814510 h 8402012"/>
              <a:gd name="connsiteX5189" fmla="*/ 16628722 w 21052571"/>
              <a:gd name="connsiteY5189" fmla="*/ 793569 h 8402012"/>
              <a:gd name="connsiteX5190" fmla="*/ 12113375 w 21052571"/>
              <a:gd name="connsiteY5190" fmla="*/ 772545 h 8402012"/>
              <a:gd name="connsiteX5191" fmla="*/ 12100485 w 21052571"/>
              <a:gd name="connsiteY5191" fmla="*/ 837178 h 8402012"/>
              <a:gd name="connsiteX5192" fmla="*/ 12089727 w 21052571"/>
              <a:gd name="connsiteY5192" fmla="*/ 819808 h 8402012"/>
              <a:gd name="connsiteX5193" fmla="*/ 12085398 w 21052571"/>
              <a:gd name="connsiteY5193" fmla="*/ 821350 h 8402012"/>
              <a:gd name="connsiteX5194" fmla="*/ 12077256 w 21052571"/>
              <a:gd name="connsiteY5194" fmla="*/ 824251 h 8402012"/>
              <a:gd name="connsiteX5195" fmla="*/ 12049999 w 21052571"/>
              <a:gd name="connsiteY5195" fmla="*/ 830715 h 8402012"/>
              <a:gd name="connsiteX5196" fmla="*/ 12037109 w 21052571"/>
              <a:gd name="connsiteY5196" fmla="*/ 850104 h 8402012"/>
              <a:gd name="connsiteX5197" fmla="*/ 11735269 w 21052571"/>
              <a:gd name="connsiteY5197" fmla="*/ 901810 h 8402012"/>
              <a:gd name="connsiteX5198" fmla="*/ 11888874 w 21052571"/>
              <a:gd name="connsiteY5198" fmla="*/ 791935 h 8402012"/>
              <a:gd name="connsiteX5199" fmla="*/ 12113375 w 21052571"/>
              <a:gd name="connsiteY5199" fmla="*/ 772545 h 8402012"/>
              <a:gd name="connsiteX5200" fmla="*/ 15318510 w 21052571"/>
              <a:gd name="connsiteY5200" fmla="*/ 772543 h 8402012"/>
              <a:gd name="connsiteX5201" fmla="*/ 15336474 w 21052571"/>
              <a:gd name="connsiteY5201" fmla="*/ 804652 h 8402012"/>
              <a:gd name="connsiteX5202" fmla="*/ 15318510 w 21052571"/>
              <a:gd name="connsiteY5202" fmla="*/ 772543 h 8402012"/>
              <a:gd name="connsiteX5203" fmla="*/ 14811358 w 21052571"/>
              <a:gd name="connsiteY5203" fmla="*/ 772540 h 8402012"/>
              <a:gd name="connsiteX5204" fmla="*/ 14843467 w 21052571"/>
              <a:gd name="connsiteY5204" fmla="*/ 790986 h 8402012"/>
              <a:gd name="connsiteX5205" fmla="*/ 14811358 w 21052571"/>
              <a:gd name="connsiteY5205" fmla="*/ 772540 h 8402012"/>
              <a:gd name="connsiteX5206" fmla="*/ 16489224 w 21052571"/>
              <a:gd name="connsiteY5206" fmla="*/ 772540 h 8402012"/>
              <a:gd name="connsiteX5207" fmla="*/ 16582966 w 21052571"/>
              <a:gd name="connsiteY5207" fmla="*/ 791154 h 8402012"/>
              <a:gd name="connsiteX5208" fmla="*/ 16489224 w 21052571"/>
              <a:gd name="connsiteY5208" fmla="*/ 772540 h 8402012"/>
              <a:gd name="connsiteX5209" fmla="*/ 13019098 w 21052571"/>
              <a:gd name="connsiteY5209" fmla="*/ 745785 h 8402012"/>
              <a:gd name="connsiteX5210" fmla="*/ 13032933 w 21052571"/>
              <a:gd name="connsiteY5210" fmla="*/ 771469 h 8402012"/>
              <a:gd name="connsiteX5211" fmla="*/ 12996041 w 21052571"/>
              <a:gd name="connsiteY5211" fmla="*/ 758627 h 8402012"/>
              <a:gd name="connsiteX5212" fmla="*/ 13019098 w 21052571"/>
              <a:gd name="connsiteY5212" fmla="*/ 745785 h 8402012"/>
              <a:gd name="connsiteX5213" fmla="*/ 13493756 w 21052571"/>
              <a:gd name="connsiteY5213" fmla="*/ 739366 h 8402012"/>
              <a:gd name="connsiteX5214" fmla="*/ 13524975 w 21052571"/>
              <a:gd name="connsiteY5214" fmla="*/ 828888 h 8402012"/>
              <a:gd name="connsiteX5215" fmla="*/ 13563730 w 21052571"/>
              <a:gd name="connsiteY5215" fmla="*/ 860860 h 8402012"/>
              <a:gd name="connsiteX5216" fmla="*/ 13223545 w 21052571"/>
              <a:gd name="connsiteY5216" fmla="*/ 835282 h 8402012"/>
              <a:gd name="connsiteX5217" fmla="*/ 13262300 w 21052571"/>
              <a:gd name="connsiteY5217" fmla="*/ 835282 h 8402012"/>
              <a:gd name="connsiteX5218" fmla="*/ 13262300 w 21052571"/>
              <a:gd name="connsiteY5218" fmla="*/ 771338 h 8402012"/>
              <a:gd name="connsiteX5219" fmla="*/ 13319357 w 21052571"/>
              <a:gd name="connsiteY5219" fmla="*/ 784127 h 8402012"/>
              <a:gd name="connsiteX5220" fmla="*/ 13299979 w 21052571"/>
              <a:gd name="connsiteY5220" fmla="*/ 816099 h 8402012"/>
              <a:gd name="connsiteX5221" fmla="*/ 13435623 w 21052571"/>
              <a:gd name="connsiteY5221" fmla="*/ 816099 h 8402012"/>
              <a:gd name="connsiteX5222" fmla="*/ 13416245 w 21052571"/>
              <a:gd name="connsiteY5222" fmla="*/ 784127 h 8402012"/>
              <a:gd name="connsiteX5223" fmla="*/ 13493756 w 21052571"/>
              <a:gd name="connsiteY5223" fmla="*/ 739366 h 8402012"/>
              <a:gd name="connsiteX5224" fmla="*/ 15075758 w 21052571"/>
              <a:gd name="connsiteY5224" fmla="*/ 736500 h 8402012"/>
              <a:gd name="connsiteX5225" fmla="*/ 15038866 w 21052571"/>
              <a:gd name="connsiteY5225" fmla="*/ 769567 h 8402012"/>
              <a:gd name="connsiteX5226" fmla="*/ 15075758 w 21052571"/>
              <a:gd name="connsiteY5226" fmla="*/ 736500 h 8402012"/>
              <a:gd name="connsiteX5227" fmla="*/ 11568850 w 21052571"/>
              <a:gd name="connsiteY5227" fmla="*/ 733767 h 8402012"/>
              <a:gd name="connsiteX5228" fmla="*/ 11526130 w 21052571"/>
              <a:gd name="connsiteY5228" fmla="*/ 739005 h 8402012"/>
              <a:gd name="connsiteX5229" fmla="*/ 11597062 w 21052571"/>
              <a:gd name="connsiteY5229" fmla="*/ 771244 h 8402012"/>
              <a:gd name="connsiteX5230" fmla="*/ 11568850 w 21052571"/>
              <a:gd name="connsiteY5230" fmla="*/ 733767 h 8402012"/>
              <a:gd name="connsiteX5231" fmla="*/ 11744314 w 21052571"/>
              <a:gd name="connsiteY5231" fmla="*/ 726040 h 8402012"/>
              <a:gd name="connsiteX5232" fmla="*/ 11742534 w 21052571"/>
              <a:gd name="connsiteY5232" fmla="*/ 731101 h 8402012"/>
              <a:gd name="connsiteX5233" fmla="*/ 11740008 w 21052571"/>
              <a:gd name="connsiteY5233" fmla="*/ 738280 h 8402012"/>
              <a:gd name="connsiteX5234" fmla="*/ 13443216 w 21052571"/>
              <a:gd name="connsiteY5234" fmla="*/ 723397 h 8402012"/>
              <a:gd name="connsiteX5235" fmla="*/ 13454700 w 21052571"/>
              <a:gd name="connsiteY5235" fmla="*/ 726390 h 8402012"/>
              <a:gd name="connsiteX5236" fmla="*/ 13441575 w 21052571"/>
              <a:gd name="connsiteY5236" fmla="*/ 738365 h 8402012"/>
              <a:gd name="connsiteX5237" fmla="*/ 13443216 w 21052571"/>
              <a:gd name="connsiteY5237" fmla="*/ 723397 h 8402012"/>
              <a:gd name="connsiteX5238" fmla="*/ 11745513 w 21052571"/>
              <a:gd name="connsiteY5238" fmla="*/ 722634 h 8402012"/>
              <a:gd name="connsiteX5239" fmla="*/ 11744314 w 21052571"/>
              <a:gd name="connsiteY5239" fmla="*/ 726040 h 8402012"/>
              <a:gd name="connsiteX5240" fmla="*/ 11745165 w 21052571"/>
              <a:gd name="connsiteY5240" fmla="*/ 723622 h 8402012"/>
              <a:gd name="connsiteX5241" fmla="*/ 13946986 w 21052571"/>
              <a:gd name="connsiteY5241" fmla="*/ 715666 h 8402012"/>
              <a:gd name="connsiteX5242" fmla="*/ 13959889 w 21052571"/>
              <a:gd name="connsiteY5242" fmla="*/ 804040 h 8402012"/>
              <a:gd name="connsiteX5243" fmla="*/ 14005051 w 21052571"/>
              <a:gd name="connsiteY5243" fmla="*/ 804040 h 8402012"/>
              <a:gd name="connsiteX5244" fmla="*/ 14056665 w 21052571"/>
              <a:gd name="connsiteY5244" fmla="*/ 804040 h 8402012"/>
              <a:gd name="connsiteX5245" fmla="*/ 14056665 w 21052571"/>
              <a:gd name="connsiteY5245" fmla="*/ 861535 h 8402012"/>
              <a:gd name="connsiteX5246" fmla="*/ 13902899 w 21052571"/>
              <a:gd name="connsiteY5246" fmla="*/ 835982 h 8402012"/>
              <a:gd name="connsiteX5247" fmla="*/ 13697520 w 21052571"/>
              <a:gd name="connsiteY5247" fmla="*/ 861535 h 8402012"/>
              <a:gd name="connsiteX5248" fmla="*/ 13799672 w 21052571"/>
              <a:gd name="connsiteY5248" fmla="*/ 797651 h 8402012"/>
              <a:gd name="connsiteX5249" fmla="*/ 13946986 w 21052571"/>
              <a:gd name="connsiteY5249" fmla="*/ 715666 h 8402012"/>
              <a:gd name="connsiteX5250" fmla="*/ 12397752 w 21052571"/>
              <a:gd name="connsiteY5250" fmla="*/ 706185 h 8402012"/>
              <a:gd name="connsiteX5251" fmla="*/ 12320067 w 21052571"/>
              <a:gd name="connsiteY5251" fmla="*/ 738921 h 8402012"/>
              <a:gd name="connsiteX5252" fmla="*/ 12300645 w 21052571"/>
              <a:gd name="connsiteY5252" fmla="*/ 810938 h 8402012"/>
              <a:gd name="connsiteX5253" fmla="*/ 12236986 w 21052571"/>
              <a:gd name="connsiteY5253" fmla="*/ 837126 h 8402012"/>
              <a:gd name="connsiteX5254" fmla="*/ 12152827 w 21052571"/>
              <a:gd name="connsiteY5254" fmla="*/ 810938 h 8402012"/>
              <a:gd name="connsiteX5255" fmla="*/ 12224039 w 21052571"/>
              <a:gd name="connsiteY5255" fmla="*/ 725827 h 8402012"/>
              <a:gd name="connsiteX5256" fmla="*/ 12397752 w 21052571"/>
              <a:gd name="connsiteY5256" fmla="*/ 706185 h 8402012"/>
              <a:gd name="connsiteX5257" fmla="*/ 14768702 w 21052571"/>
              <a:gd name="connsiteY5257" fmla="*/ 706184 h 8402012"/>
              <a:gd name="connsiteX5258" fmla="*/ 14789177 w 21052571"/>
              <a:gd name="connsiteY5258" fmla="*/ 771455 h 8402012"/>
              <a:gd name="connsiteX5259" fmla="*/ 14768702 w 21052571"/>
              <a:gd name="connsiteY5259" fmla="*/ 706184 h 8402012"/>
              <a:gd name="connsiteX5260" fmla="*/ 13849192 w 21052571"/>
              <a:gd name="connsiteY5260" fmla="*/ 706184 h 8402012"/>
              <a:gd name="connsiteX5261" fmla="*/ 13862317 w 21052571"/>
              <a:gd name="connsiteY5261" fmla="*/ 738292 h 8402012"/>
              <a:gd name="connsiteX5262" fmla="*/ 13849192 w 21052571"/>
              <a:gd name="connsiteY5262" fmla="*/ 706184 h 8402012"/>
              <a:gd name="connsiteX5263" fmla="*/ 14056741 w 21052571"/>
              <a:gd name="connsiteY5263" fmla="*/ 706184 h 8402012"/>
              <a:gd name="connsiteX5264" fmla="*/ 14038779 w 21052571"/>
              <a:gd name="connsiteY5264" fmla="*/ 738292 h 8402012"/>
              <a:gd name="connsiteX5265" fmla="*/ 14056741 w 21052571"/>
              <a:gd name="connsiteY5265" fmla="*/ 706184 h 8402012"/>
              <a:gd name="connsiteX5266" fmla="*/ 14882454 w 21052571"/>
              <a:gd name="connsiteY5266" fmla="*/ 706183 h 8402012"/>
              <a:gd name="connsiteX5267" fmla="*/ 14900416 w 21052571"/>
              <a:gd name="connsiteY5267" fmla="*/ 738292 h 8402012"/>
              <a:gd name="connsiteX5268" fmla="*/ 14882454 w 21052571"/>
              <a:gd name="connsiteY5268" fmla="*/ 706183 h 8402012"/>
              <a:gd name="connsiteX5269" fmla="*/ 14602811 w 21052571"/>
              <a:gd name="connsiteY5269" fmla="*/ 673007 h 8402012"/>
              <a:gd name="connsiteX5270" fmla="*/ 14674560 w 21052571"/>
              <a:gd name="connsiteY5270" fmla="*/ 673007 h 8402012"/>
              <a:gd name="connsiteX5271" fmla="*/ 14720218 w 21052571"/>
              <a:gd name="connsiteY5271" fmla="*/ 673007 h 8402012"/>
              <a:gd name="connsiteX5272" fmla="*/ 14720218 w 21052571"/>
              <a:gd name="connsiteY5272" fmla="*/ 705077 h 8402012"/>
              <a:gd name="connsiteX5273" fmla="*/ 14648469 w 21052571"/>
              <a:gd name="connsiteY5273" fmla="*/ 705077 h 8402012"/>
              <a:gd name="connsiteX5274" fmla="*/ 14602811 w 21052571"/>
              <a:gd name="connsiteY5274" fmla="*/ 705077 h 8402012"/>
              <a:gd name="connsiteX5275" fmla="*/ 14602811 w 21052571"/>
              <a:gd name="connsiteY5275" fmla="*/ 673007 h 8402012"/>
              <a:gd name="connsiteX5276" fmla="*/ 13223548 w 21052571"/>
              <a:gd name="connsiteY5276" fmla="*/ 673006 h 8402012"/>
              <a:gd name="connsiteX5277" fmla="*/ 13260440 w 21052571"/>
              <a:gd name="connsiteY5277" fmla="*/ 673006 h 8402012"/>
              <a:gd name="connsiteX5278" fmla="*/ 13223548 w 21052571"/>
              <a:gd name="connsiteY5278" fmla="*/ 766747 h 8402012"/>
              <a:gd name="connsiteX5279" fmla="*/ 13223548 w 21052571"/>
              <a:gd name="connsiteY5279" fmla="*/ 673006 h 8402012"/>
              <a:gd name="connsiteX5280" fmla="*/ 14414802 w 21052571"/>
              <a:gd name="connsiteY5280" fmla="*/ 673004 h 8402012"/>
              <a:gd name="connsiteX5281" fmla="*/ 14502224 w 21052571"/>
              <a:gd name="connsiteY5281" fmla="*/ 673004 h 8402012"/>
              <a:gd name="connsiteX5282" fmla="*/ 14465359 w 21052571"/>
              <a:gd name="connsiteY5282" fmla="*/ 716959 h 8402012"/>
              <a:gd name="connsiteX5283" fmla="*/ 14421121 w 21052571"/>
              <a:gd name="connsiteY5283" fmla="*/ 736256 h 8402012"/>
              <a:gd name="connsiteX5284" fmla="*/ 14414802 w 21052571"/>
              <a:gd name="connsiteY5284" fmla="*/ 673004 h 8402012"/>
              <a:gd name="connsiteX5285" fmla="*/ 16178126 w 21052571"/>
              <a:gd name="connsiteY5285" fmla="*/ 671295 h 8402012"/>
              <a:gd name="connsiteX5286" fmla="*/ 16450238 w 21052571"/>
              <a:gd name="connsiteY5286" fmla="*/ 758286 h 8402012"/>
              <a:gd name="connsiteX5287" fmla="*/ 16252242 w 21052571"/>
              <a:gd name="connsiteY5287" fmla="*/ 771062 h 8402012"/>
              <a:gd name="connsiteX5288" fmla="*/ 16086350 w 21052571"/>
              <a:gd name="connsiteY5288" fmla="*/ 676302 h 8402012"/>
              <a:gd name="connsiteX5289" fmla="*/ 16178126 w 21052571"/>
              <a:gd name="connsiteY5289" fmla="*/ 671295 h 8402012"/>
              <a:gd name="connsiteX5290" fmla="*/ 13732922 w 21052571"/>
              <a:gd name="connsiteY5290" fmla="*/ 660993 h 8402012"/>
              <a:gd name="connsiteX5291" fmla="*/ 13805450 w 21052571"/>
              <a:gd name="connsiteY5291" fmla="*/ 739400 h 8402012"/>
              <a:gd name="connsiteX5292" fmla="*/ 13708024 w 21052571"/>
              <a:gd name="connsiteY5292" fmla="*/ 739400 h 8402012"/>
              <a:gd name="connsiteX5293" fmla="*/ 13631165 w 21052571"/>
              <a:gd name="connsiteY5293" fmla="*/ 675038 h 8402012"/>
              <a:gd name="connsiteX5294" fmla="*/ 13732922 w 21052571"/>
              <a:gd name="connsiteY5294" fmla="*/ 660993 h 8402012"/>
              <a:gd name="connsiteX5295" fmla="*/ 14270365 w 21052571"/>
              <a:gd name="connsiteY5295" fmla="*/ 655771 h 8402012"/>
              <a:gd name="connsiteX5296" fmla="*/ 14289718 w 21052571"/>
              <a:gd name="connsiteY5296" fmla="*/ 668673 h 8402012"/>
              <a:gd name="connsiteX5297" fmla="*/ 14251011 w 21052571"/>
              <a:gd name="connsiteY5297" fmla="*/ 681575 h 8402012"/>
              <a:gd name="connsiteX5298" fmla="*/ 14289718 w 21052571"/>
              <a:gd name="connsiteY5298" fmla="*/ 713830 h 8402012"/>
              <a:gd name="connsiteX5299" fmla="*/ 14340252 w 21052571"/>
              <a:gd name="connsiteY5299" fmla="*/ 725657 h 8402012"/>
              <a:gd name="connsiteX5300" fmla="*/ 14309071 w 21052571"/>
              <a:gd name="connsiteY5300" fmla="*/ 738559 h 8402012"/>
              <a:gd name="connsiteX5301" fmla="*/ 14263913 w 21052571"/>
              <a:gd name="connsiteY5301" fmla="*/ 738559 h 8402012"/>
              <a:gd name="connsiteX5302" fmla="*/ 14251011 w 21052571"/>
              <a:gd name="connsiteY5302" fmla="*/ 809520 h 8402012"/>
              <a:gd name="connsiteX5303" fmla="*/ 14320898 w 21052571"/>
              <a:gd name="connsiteY5303" fmla="*/ 835324 h 8402012"/>
              <a:gd name="connsiteX5304" fmla="*/ 14327350 w 21052571"/>
              <a:gd name="connsiteY5304" fmla="*/ 770814 h 8402012"/>
              <a:gd name="connsiteX5305" fmla="*/ 14359605 w 21052571"/>
              <a:gd name="connsiteY5305" fmla="*/ 770814 h 8402012"/>
              <a:gd name="connsiteX5306" fmla="*/ 14359605 w 21052571"/>
              <a:gd name="connsiteY5306" fmla="*/ 828873 h 8402012"/>
              <a:gd name="connsiteX5307" fmla="*/ 14398312 w 21052571"/>
              <a:gd name="connsiteY5307" fmla="*/ 835324 h 8402012"/>
              <a:gd name="connsiteX5308" fmla="*/ 14456372 w 21052571"/>
              <a:gd name="connsiteY5308" fmla="*/ 751461 h 8402012"/>
              <a:gd name="connsiteX5309" fmla="*/ 14506906 w 21052571"/>
              <a:gd name="connsiteY5309" fmla="*/ 783716 h 8402012"/>
              <a:gd name="connsiteX5310" fmla="*/ 14488628 w 21052571"/>
              <a:gd name="connsiteY5310" fmla="*/ 815971 h 8402012"/>
              <a:gd name="connsiteX5311" fmla="*/ 14545613 w 21052571"/>
              <a:gd name="connsiteY5311" fmla="*/ 835324 h 8402012"/>
              <a:gd name="connsiteX5312" fmla="*/ 14571417 w 21052571"/>
              <a:gd name="connsiteY5312" fmla="*/ 764363 h 8402012"/>
              <a:gd name="connsiteX5313" fmla="*/ 14635929 w 21052571"/>
              <a:gd name="connsiteY5313" fmla="*/ 757912 h 8402012"/>
              <a:gd name="connsiteX5314" fmla="*/ 14712267 w 21052571"/>
              <a:gd name="connsiteY5314" fmla="*/ 764363 h 8402012"/>
              <a:gd name="connsiteX5315" fmla="*/ 14681087 w 21052571"/>
              <a:gd name="connsiteY5315" fmla="*/ 777265 h 8402012"/>
              <a:gd name="connsiteX5316" fmla="*/ 14661733 w 21052571"/>
              <a:gd name="connsiteY5316" fmla="*/ 841775 h 8402012"/>
              <a:gd name="connsiteX5317" fmla="*/ 14847741 w 21052571"/>
              <a:gd name="connsiteY5317" fmla="*/ 861128 h 8402012"/>
              <a:gd name="connsiteX5318" fmla="*/ 14860643 w 21052571"/>
              <a:gd name="connsiteY5318" fmla="*/ 803069 h 8402012"/>
              <a:gd name="connsiteX5319" fmla="*/ 14925154 w 21052571"/>
              <a:gd name="connsiteY5319" fmla="*/ 815971 h 8402012"/>
              <a:gd name="connsiteX5320" fmla="*/ 14912252 w 21052571"/>
              <a:gd name="connsiteY5320" fmla="*/ 861128 h 8402012"/>
              <a:gd name="connsiteX5321" fmla="*/ 14988590 w 21052571"/>
              <a:gd name="connsiteY5321" fmla="*/ 893383 h 8402012"/>
              <a:gd name="connsiteX5322" fmla="*/ 15026692 w 21052571"/>
              <a:gd name="connsiteY5322" fmla="*/ 867982 h 8402012"/>
              <a:gd name="connsiteX5323" fmla="*/ 15031764 w 21052571"/>
              <a:gd name="connsiteY5323" fmla="*/ 872674 h 8402012"/>
              <a:gd name="connsiteX5324" fmla="*/ 15024646 w 21052571"/>
              <a:gd name="connsiteY5324" fmla="*/ 861223 h 8402012"/>
              <a:gd name="connsiteX5325" fmla="*/ 15042608 w 21052571"/>
              <a:gd name="connsiteY5325" fmla="*/ 861223 h 8402012"/>
              <a:gd name="connsiteX5326" fmla="*/ 15037422 w 21052571"/>
              <a:gd name="connsiteY5326" fmla="*/ 877910 h 8402012"/>
              <a:gd name="connsiteX5327" fmla="*/ 15040200 w 21052571"/>
              <a:gd name="connsiteY5327" fmla="*/ 880481 h 8402012"/>
              <a:gd name="connsiteX5328" fmla="*/ 15040200 w 21052571"/>
              <a:gd name="connsiteY5328" fmla="*/ 848226 h 8402012"/>
              <a:gd name="connsiteX5329" fmla="*/ 15091808 w 21052571"/>
              <a:gd name="connsiteY5329" fmla="*/ 848226 h 8402012"/>
              <a:gd name="connsiteX5330" fmla="*/ 15122990 w 21052571"/>
              <a:gd name="connsiteY5330" fmla="*/ 886932 h 8402012"/>
              <a:gd name="connsiteX5331" fmla="*/ 15277816 w 21052571"/>
              <a:gd name="connsiteY5331" fmla="*/ 899834 h 8402012"/>
              <a:gd name="connsiteX5332" fmla="*/ 15277816 w 21052571"/>
              <a:gd name="connsiteY5332" fmla="*/ 841775 h 8402012"/>
              <a:gd name="connsiteX5333" fmla="*/ 15328350 w 21052571"/>
              <a:gd name="connsiteY5333" fmla="*/ 854677 h 8402012"/>
              <a:gd name="connsiteX5334" fmla="*/ 15335876 w 21052571"/>
              <a:gd name="connsiteY5334" fmla="*/ 937465 h 8402012"/>
              <a:gd name="connsiteX5335" fmla="*/ 15476726 w 21052571"/>
              <a:gd name="connsiteY5335" fmla="*/ 969720 h 8402012"/>
              <a:gd name="connsiteX5336" fmla="*/ 15578870 w 21052571"/>
              <a:gd name="connsiteY5336" fmla="*/ 982622 h 8402012"/>
              <a:gd name="connsiteX5337" fmla="*/ 15636930 w 21052571"/>
              <a:gd name="connsiteY5337" fmla="*/ 1014876 h 8402012"/>
              <a:gd name="connsiteX5338" fmla="*/ 15764876 w 21052571"/>
              <a:gd name="connsiteY5338" fmla="*/ 989073 h 8402012"/>
              <a:gd name="connsiteX5339" fmla="*/ 15803584 w 21052571"/>
              <a:gd name="connsiteY5339" fmla="*/ 1040681 h 8402012"/>
              <a:gd name="connsiteX5340" fmla="*/ 15880998 w 21052571"/>
              <a:gd name="connsiteY5340" fmla="*/ 1014876 h 8402012"/>
              <a:gd name="connsiteX5341" fmla="*/ 15958410 w 21052571"/>
              <a:gd name="connsiteY5341" fmla="*/ 1014876 h 8402012"/>
              <a:gd name="connsiteX5342" fmla="*/ 16015396 w 21052571"/>
              <a:gd name="connsiteY5342" fmla="*/ 1085839 h 8402012"/>
              <a:gd name="connsiteX5343" fmla="*/ 16343328 w 21052571"/>
              <a:gd name="connsiteY5343" fmla="*/ 1168627 h 8402012"/>
              <a:gd name="connsiteX5344" fmla="*/ 16356230 w 21052571"/>
              <a:gd name="connsiteY5344" fmla="*/ 1111643 h 8402012"/>
              <a:gd name="connsiteX5345" fmla="*/ 16356230 w 21052571"/>
              <a:gd name="connsiteY5345" fmla="*/ 1168627 h 8402012"/>
              <a:gd name="connsiteX5346" fmla="*/ 16400314 w 21052571"/>
              <a:gd name="connsiteY5346" fmla="*/ 1168627 h 8402012"/>
              <a:gd name="connsiteX5347" fmla="*/ 16432568 w 21052571"/>
              <a:gd name="connsiteY5347" fmla="*/ 1200882 h 8402012"/>
              <a:gd name="connsiteX5348" fmla="*/ 16484178 w 21052571"/>
              <a:gd name="connsiteY5348" fmla="*/ 1175078 h 8402012"/>
              <a:gd name="connsiteX5349" fmla="*/ 16490630 w 21052571"/>
              <a:gd name="connsiteY5349" fmla="*/ 1124546 h 8402012"/>
              <a:gd name="connsiteX5350" fmla="*/ 16509982 w 21052571"/>
              <a:gd name="connsiteY5350" fmla="*/ 1200882 h 8402012"/>
              <a:gd name="connsiteX5351" fmla="*/ 16555140 w 21052571"/>
              <a:gd name="connsiteY5351" fmla="*/ 1213784 h 8402012"/>
              <a:gd name="connsiteX5352" fmla="*/ 16605674 w 21052571"/>
              <a:gd name="connsiteY5352" fmla="*/ 1233137 h 8402012"/>
              <a:gd name="connsiteX5353" fmla="*/ 16612126 w 21052571"/>
              <a:gd name="connsiteY5353" fmla="*/ 1168627 h 8402012"/>
              <a:gd name="connsiteX5354" fmla="*/ 16644382 w 21052571"/>
              <a:gd name="connsiteY5354" fmla="*/ 1258942 h 8402012"/>
              <a:gd name="connsiteX5355" fmla="*/ 16741148 w 21052571"/>
              <a:gd name="connsiteY5355" fmla="*/ 1200882 h 8402012"/>
              <a:gd name="connsiteX5356" fmla="*/ 16734696 w 21052571"/>
              <a:gd name="connsiteY5356" fmla="*/ 1265392 h 8402012"/>
              <a:gd name="connsiteX5357" fmla="*/ 16811035 w 21052571"/>
              <a:gd name="connsiteY5357" fmla="*/ 1291197 h 8402012"/>
              <a:gd name="connsiteX5358" fmla="*/ 16907803 w 21052571"/>
              <a:gd name="connsiteY5358" fmla="*/ 1317000 h 8402012"/>
              <a:gd name="connsiteX5359" fmla="*/ 16990591 w 21052571"/>
              <a:gd name="connsiteY5359" fmla="*/ 1322376 h 8402012"/>
              <a:gd name="connsiteX5360" fmla="*/ 17048651 w 21052571"/>
              <a:gd name="connsiteY5360" fmla="*/ 1393337 h 8402012"/>
              <a:gd name="connsiteX5361" fmla="*/ 17158323 w 21052571"/>
              <a:gd name="connsiteY5361" fmla="*/ 1425592 h 8402012"/>
              <a:gd name="connsiteX5362" fmla="*/ 17350779 w 21052571"/>
              <a:gd name="connsiteY5362" fmla="*/ 1509455 h 8402012"/>
              <a:gd name="connsiteX5363" fmla="*/ 17331427 w 21052571"/>
              <a:gd name="connsiteY5363" fmla="*/ 1553537 h 8402012"/>
              <a:gd name="connsiteX5364" fmla="*/ 17286267 w 21052571"/>
              <a:gd name="connsiteY5364" fmla="*/ 1540635 h 8402012"/>
              <a:gd name="connsiteX5365" fmla="*/ 17195951 w 21052571"/>
              <a:gd name="connsiteY5365" fmla="*/ 1515907 h 8402012"/>
              <a:gd name="connsiteX5366" fmla="*/ 17022847 w 21052571"/>
              <a:gd name="connsiteY5366" fmla="*/ 1464298 h 8402012"/>
              <a:gd name="connsiteX5367" fmla="*/ 16676636 w 21052571"/>
              <a:gd name="connsiteY5367" fmla="*/ 1367533 h 8402012"/>
              <a:gd name="connsiteX5368" fmla="*/ 16317524 w 21052571"/>
              <a:gd name="connsiteY5368" fmla="*/ 1278294 h 8402012"/>
              <a:gd name="connsiteX5369" fmla="*/ 16137968 w 21052571"/>
              <a:gd name="connsiteY5369" fmla="*/ 1239589 h 8402012"/>
              <a:gd name="connsiteX5370" fmla="*/ 16079906 w 21052571"/>
              <a:gd name="connsiteY5370" fmla="*/ 1200882 h 8402012"/>
              <a:gd name="connsiteX5371" fmla="*/ 16021846 w 21052571"/>
              <a:gd name="connsiteY5371" fmla="*/ 1181529 h 8402012"/>
              <a:gd name="connsiteX5372" fmla="*/ 16041200 w 21052571"/>
              <a:gd name="connsiteY5372" fmla="*/ 1149274 h 8402012"/>
              <a:gd name="connsiteX5373" fmla="*/ 15822936 w 21052571"/>
              <a:gd name="connsiteY5373" fmla="*/ 1136372 h 8402012"/>
              <a:gd name="connsiteX5374" fmla="*/ 15829388 w 21052571"/>
              <a:gd name="connsiteY5374" fmla="*/ 1092290 h 8402012"/>
              <a:gd name="connsiteX5375" fmla="*/ 15682088 w 21052571"/>
              <a:gd name="connsiteY5375" fmla="*/ 1092290 h 8402012"/>
              <a:gd name="connsiteX5376" fmla="*/ 15701440 w 21052571"/>
              <a:gd name="connsiteY5376" fmla="*/ 1124546 h 8402012"/>
              <a:gd name="connsiteX5377" fmla="*/ 15604674 w 21052571"/>
              <a:gd name="connsiteY5377" fmla="*/ 1136372 h 8402012"/>
              <a:gd name="connsiteX5378" fmla="*/ 15604674 w 21052571"/>
              <a:gd name="connsiteY5378" fmla="*/ 1079389 h 8402012"/>
              <a:gd name="connsiteX5379" fmla="*/ 15643380 w 21052571"/>
              <a:gd name="connsiteY5379" fmla="*/ 1105192 h 8402012"/>
              <a:gd name="connsiteX5380" fmla="*/ 15662734 w 21052571"/>
              <a:gd name="connsiteY5380" fmla="*/ 1047134 h 8402012"/>
              <a:gd name="connsiteX5381" fmla="*/ 15547688 w 21052571"/>
              <a:gd name="connsiteY5381" fmla="*/ 1047134 h 8402012"/>
              <a:gd name="connsiteX5382" fmla="*/ 15585320 w 21052571"/>
              <a:gd name="connsiteY5382" fmla="*/ 1079389 h 8402012"/>
              <a:gd name="connsiteX5383" fmla="*/ 15547688 w 21052571"/>
              <a:gd name="connsiteY5383" fmla="*/ 1111643 h 8402012"/>
              <a:gd name="connsiteX5384" fmla="*/ 15515432 w 21052571"/>
              <a:gd name="connsiteY5384" fmla="*/ 1047134 h 8402012"/>
              <a:gd name="connsiteX5385" fmla="*/ 14828387 w 21052571"/>
              <a:gd name="connsiteY5385" fmla="*/ 931014 h 8402012"/>
              <a:gd name="connsiteX5386" fmla="*/ 14775770 w 21052571"/>
              <a:gd name="connsiteY5386" fmla="*/ 910149 h 8402012"/>
              <a:gd name="connsiteX5387" fmla="*/ 14770946 w 21052571"/>
              <a:gd name="connsiteY5387" fmla="*/ 909133 h 8402012"/>
              <a:gd name="connsiteX5388" fmla="*/ 14781783 w 21052571"/>
              <a:gd name="connsiteY5388" fmla="*/ 924059 h 8402012"/>
              <a:gd name="connsiteX5389" fmla="*/ 14767280 w 21052571"/>
              <a:gd name="connsiteY5389" fmla="*/ 926686 h 8402012"/>
              <a:gd name="connsiteX5390" fmla="*/ 14768003 w 21052571"/>
              <a:gd name="connsiteY5390" fmla="*/ 908513 h 8402012"/>
              <a:gd name="connsiteX5391" fmla="*/ 14757425 w 21052571"/>
              <a:gd name="connsiteY5391" fmla="*/ 906285 h 8402012"/>
              <a:gd name="connsiteX5392" fmla="*/ 14668184 w 21052571"/>
              <a:gd name="connsiteY5392" fmla="*/ 899834 h 8402012"/>
              <a:gd name="connsiteX5393" fmla="*/ 14501530 w 21052571"/>
              <a:gd name="connsiteY5393" fmla="*/ 886932 h 8402012"/>
              <a:gd name="connsiteX5394" fmla="*/ 14147793 w 21052571"/>
              <a:gd name="connsiteY5394" fmla="*/ 861128 h 8402012"/>
              <a:gd name="connsiteX5395" fmla="*/ 14192951 w 21052571"/>
              <a:gd name="connsiteY5395" fmla="*/ 783716 h 8402012"/>
              <a:gd name="connsiteX5396" fmla="*/ 14225207 w 21052571"/>
              <a:gd name="connsiteY5396" fmla="*/ 738559 h 8402012"/>
              <a:gd name="connsiteX5397" fmla="*/ 14167146 w 21052571"/>
              <a:gd name="connsiteY5397" fmla="*/ 738559 h 8402012"/>
              <a:gd name="connsiteX5398" fmla="*/ 14251011 w 21052571"/>
              <a:gd name="connsiteY5398" fmla="*/ 662222 h 8402012"/>
              <a:gd name="connsiteX5399" fmla="*/ 14270365 w 21052571"/>
              <a:gd name="connsiteY5399" fmla="*/ 655771 h 8402012"/>
              <a:gd name="connsiteX5400" fmla="*/ 12014056 w 21052571"/>
              <a:gd name="connsiteY5400" fmla="*/ 649811 h 8402012"/>
              <a:gd name="connsiteX5401" fmla="*/ 12033401 w 21052571"/>
              <a:gd name="connsiteY5401" fmla="*/ 675602 h 8402012"/>
              <a:gd name="connsiteX5402" fmla="*/ 12014056 w 21052571"/>
              <a:gd name="connsiteY5402" fmla="*/ 649811 h 8402012"/>
              <a:gd name="connsiteX5403" fmla="*/ 11897986 w 21052571"/>
              <a:gd name="connsiteY5403" fmla="*/ 649811 h 8402012"/>
              <a:gd name="connsiteX5404" fmla="*/ 11923779 w 21052571"/>
              <a:gd name="connsiteY5404" fmla="*/ 675602 h 8402012"/>
              <a:gd name="connsiteX5405" fmla="*/ 11897986 w 21052571"/>
              <a:gd name="connsiteY5405" fmla="*/ 649811 h 8402012"/>
              <a:gd name="connsiteX5406" fmla="*/ 14113619 w 21052571"/>
              <a:gd name="connsiteY5406" fmla="*/ 649309 h 8402012"/>
              <a:gd name="connsiteX5407" fmla="*/ 14095657 w 21052571"/>
              <a:gd name="connsiteY5407" fmla="*/ 676608 h 8402012"/>
              <a:gd name="connsiteX5408" fmla="*/ 14113619 w 21052571"/>
              <a:gd name="connsiteY5408" fmla="*/ 649309 h 8402012"/>
              <a:gd name="connsiteX5409" fmla="*/ 13988245 w 21052571"/>
              <a:gd name="connsiteY5409" fmla="*/ 638642 h 8402012"/>
              <a:gd name="connsiteX5410" fmla="*/ 14075621 w 21052571"/>
              <a:gd name="connsiteY5410" fmla="*/ 649865 h 8402012"/>
              <a:gd name="connsiteX5411" fmla="*/ 13920286 w 21052571"/>
              <a:gd name="connsiteY5411" fmla="*/ 675516 h 8402012"/>
              <a:gd name="connsiteX5412" fmla="*/ 13988245 w 21052571"/>
              <a:gd name="connsiteY5412" fmla="*/ 638642 h 8402012"/>
              <a:gd name="connsiteX5413" fmla="*/ 14966848 w 21052571"/>
              <a:gd name="connsiteY5413" fmla="*/ 632600 h 8402012"/>
              <a:gd name="connsiteX5414" fmla="*/ 15018854 w 21052571"/>
              <a:gd name="connsiteY5414" fmla="*/ 676658 h 8402012"/>
              <a:gd name="connsiteX5415" fmla="*/ 14906153 w 21052571"/>
              <a:gd name="connsiteY5415" fmla="*/ 676658 h 8402012"/>
              <a:gd name="connsiteX5416" fmla="*/ 14966848 w 21052571"/>
              <a:gd name="connsiteY5416" fmla="*/ 632600 h 8402012"/>
              <a:gd name="connsiteX5417" fmla="*/ 13454765 w 21052571"/>
              <a:gd name="connsiteY5417" fmla="*/ 625642 h 8402012"/>
              <a:gd name="connsiteX5418" fmla="*/ 13521084 w 21052571"/>
              <a:gd name="connsiteY5418" fmla="*/ 673754 h 8402012"/>
              <a:gd name="connsiteX5419" fmla="*/ 13349640 w 21052571"/>
              <a:gd name="connsiteY5419" fmla="*/ 705102 h 8402012"/>
              <a:gd name="connsiteX5420" fmla="*/ 13280423 w 21052571"/>
              <a:gd name="connsiteY5420" fmla="*/ 647810 h 8402012"/>
              <a:gd name="connsiteX5421" fmla="*/ 13454765 w 21052571"/>
              <a:gd name="connsiteY5421" fmla="*/ 625642 h 8402012"/>
              <a:gd name="connsiteX5422" fmla="*/ 12167742 w 21052571"/>
              <a:gd name="connsiteY5422" fmla="*/ 617572 h 8402012"/>
              <a:gd name="connsiteX5423" fmla="*/ 12187087 w 21052571"/>
              <a:gd name="connsiteY5423" fmla="*/ 649811 h 8402012"/>
              <a:gd name="connsiteX5424" fmla="*/ 12167742 w 21052571"/>
              <a:gd name="connsiteY5424" fmla="*/ 617572 h 8402012"/>
              <a:gd name="connsiteX5425" fmla="*/ 15944156 w 21052571"/>
              <a:gd name="connsiteY5425" fmla="*/ 616130 h 8402012"/>
              <a:gd name="connsiteX5426" fmla="*/ 16037898 w 21052571"/>
              <a:gd name="connsiteY5426" fmla="*/ 648292 h 8402012"/>
              <a:gd name="connsiteX5427" fmla="*/ 15981020 w 21052571"/>
              <a:gd name="connsiteY5427" fmla="*/ 705111 h 8402012"/>
              <a:gd name="connsiteX5428" fmla="*/ 15944156 w 21052571"/>
              <a:gd name="connsiteY5428" fmla="*/ 674021 h 8402012"/>
              <a:gd name="connsiteX5429" fmla="*/ 15944156 w 21052571"/>
              <a:gd name="connsiteY5429" fmla="*/ 616130 h 8402012"/>
              <a:gd name="connsiteX5430" fmla="*/ 14844536 w 21052571"/>
              <a:gd name="connsiteY5430" fmla="*/ 616129 h 8402012"/>
              <a:gd name="connsiteX5431" fmla="*/ 14862498 w 21052571"/>
              <a:gd name="connsiteY5431" fmla="*/ 648235 h 8402012"/>
              <a:gd name="connsiteX5432" fmla="*/ 14844536 w 21052571"/>
              <a:gd name="connsiteY5432" fmla="*/ 616129 h 8402012"/>
              <a:gd name="connsiteX5433" fmla="*/ 14474837 w 21052571"/>
              <a:gd name="connsiteY5433" fmla="*/ 582950 h 8402012"/>
              <a:gd name="connsiteX5434" fmla="*/ 14487962 w 21052571"/>
              <a:gd name="connsiteY5434" fmla="*/ 615059 h 8402012"/>
              <a:gd name="connsiteX5435" fmla="*/ 14474837 w 21052571"/>
              <a:gd name="connsiteY5435" fmla="*/ 582950 h 8402012"/>
              <a:gd name="connsiteX5436" fmla="*/ 12242167 w 21052571"/>
              <a:gd name="connsiteY5436" fmla="*/ 582109 h 8402012"/>
              <a:gd name="connsiteX5437" fmla="*/ 12206433 w 21052571"/>
              <a:gd name="connsiteY5437" fmla="*/ 585333 h 8402012"/>
              <a:gd name="connsiteX5438" fmla="*/ 12263393 w 21052571"/>
              <a:gd name="connsiteY5438" fmla="*/ 617572 h 8402012"/>
              <a:gd name="connsiteX5439" fmla="*/ 12242167 w 21052571"/>
              <a:gd name="connsiteY5439" fmla="*/ 582109 h 8402012"/>
              <a:gd name="connsiteX5440" fmla="*/ 14199329 w 21052571"/>
              <a:gd name="connsiteY5440" fmla="*/ 577557 h 8402012"/>
              <a:gd name="connsiteX5441" fmla="*/ 14222597 w 21052571"/>
              <a:gd name="connsiteY5441" fmla="*/ 615065 h 8402012"/>
              <a:gd name="connsiteX5442" fmla="*/ 14166753 w 21052571"/>
              <a:gd name="connsiteY5442" fmla="*/ 602296 h 8402012"/>
              <a:gd name="connsiteX5443" fmla="*/ 14199329 w 21052571"/>
              <a:gd name="connsiteY5443" fmla="*/ 577557 h 8402012"/>
              <a:gd name="connsiteX5444" fmla="*/ 13668243 w 21052571"/>
              <a:gd name="connsiteY5444" fmla="*/ 571593 h 8402012"/>
              <a:gd name="connsiteX5445" fmla="*/ 13688143 w 21052571"/>
              <a:gd name="connsiteY5445" fmla="*/ 572052 h 8402012"/>
              <a:gd name="connsiteX5446" fmla="*/ 13711239 w 21052571"/>
              <a:gd name="connsiteY5446" fmla="*/ 574091 h 8402012"/>
              <a:gd name="connsiteX5447" fmla="*/ 13886031 w 21052571"/>
              <a:gd name="connsiteY5447" fmla="*/ 574091 h 8402012"/>
              <a:gd name="connsiteX5448" fmla="*/ 13621685 w 21052571"/>
              <a:gd name="connsiteY5448" fmla="*/ 619780 h 8402012"/>
              <a:gd name="connsiteX5449" fmla="*/ 13668243 w 21052571"/>
              <a:gd name="connsiteY5449" fmla="*/ 571593 h 8402012"/>
              <a:gd name="connsiteX5450" fmla="*/ 14158289 w 21052571"/>
              <a:gd name="connsiteY5450" fmla="*/ 566983 h 8402012"/>
              <a:gd name="connsiteX5451" fmla="*/ 14165399 w 21052571"/>
              <a:gd name="connsiteY5451" fmla="*/ 569977 h 8402012"/>
              <a:gd name="connsiteX5452" fmla="*/ 14157273 w 21052571"/>
              <a:gd name="connsiteY5452" fmla="*/ 581951 h 8402012"/>
              <a:gd name="connsiteX5453" fmla="*/ 14158289 w 21052571"/>
              <a:gd name="connsiteY5453" fmla="*/ 566983 h 8402012"/>
              <a:gd name="connsiteX5454" fmla="*/ 11506785 w 21052571"/>
              <a:gd name="connsiteY5454" fmla="*/ 559541 h 8402012"/>
              <a:gd name="connsiteX5455" fmla="*/ 11526130 w 21052571"/>
              <a:gd name="connsiteY5455" fmla="*/ 585333 h 8402012"/>
              <a:gd name="connsiteX5456" fmla="*/ 11506785 w 21052571"/>
              <a:gd name="connsiteY5456" fmla="*/ 559541 h 8402012"/>
              <a:gd name="connsiteX5457" fmla="*/ 13920286 w 21052571"/>
              <a:gd name="connsiteY5457" fmla="*/ 559254 h 8402012"/>
              <a:gd name="connsiteX5458" fmla="*/ 13938248 w 21052571"/>
              <a:gd name="connsiteY5458" fmla="*/ 586553 h 8402012"/>
              <a:gd name="connsiteX5459" fmla="*/ 13920286 w 21052571"/>
              <a:gd name="connsiteY5459" fmla="*/ 559254 h 8402012"/>
              <a:gd name="connsiteX5460" fmla="*/ 15604568 w 21052571"/>
              <a:gd name="connsiteY5460" fmla="*/ 559251 h 8402012"/>
              <a:gd name="connsiteX5461" fmla="*/ 15924130 w 21052571"/>
              <a:gd name="connsiteY5461" fmla="*/ 616362 h 8402012"/>
              <a:gd name="connsiteX5462" fmla="*/ 15802290 w 21052571"/>
              <a:gd name="connsiteY5462" fmla="*/ 648091 h 8402012"/>
              <a:gd name="connsiteX5463" fmla="*/ 15662282 w 21052571"/>
              <a:gd name="connsiteY5463" fmla="*/ 622708 h 8402012"/>
              <a:gd name="connsiteX5464" fmla="*/ 15610980 w 21052571"/>
              <a:gd name="connsiteY5464" fmla="*/ 622708 h 8402012"/>
              <a:gd name="connsiteX5465" fmla="*/ 15604568 w 21052571"/>
              <a:gd name="connsiteY5465" fmla="*/ 559251 h 8402012"/>
              <a:gd name="connsiteX5466" fmla="*/ 14308592 w 21052571"/>
              <a:gd name="connsiteY5466" fmla="*/ 558611 h 8402012"/>
              <a:gd name="connsiteX5467" fmla="*/ 14402667 w 21052571"/>
              <a:gd name="connsiteY5467" fmla="*/ 581883 h 8402012"/>
              <a:gd name="connsiteX5468" fmla="*/ 14242591 w 21052571"/>
              <a:gd name="connsiteY5468" fmla="*/ 581883 h 8402012"/>
              <a:gd name="connsiteX5469" fmla="*/ 14275761 w 21052571"/>
              <a:gd name="connsiteY5469" fmla="*/ 559439 h 8402012"/>
              <a:gd name="connsiteX5470" fmla="*/ 14308592 w 21052571"/>
              <a:gd name="connsiteY5470" fmla="*/ 558611 h 8402012"/>
              <a:gd name="connsiteX5471" fmla="*/ 14038648 w 21052571"/>
              <a:gd name="connsiteY5471" fmla="*/ 548746 h 8402012"/>
              <a:gd name="connsiteX5472" fmla="*/ 14094604 w 21052571"/>
              <a:gd name="connsiteY5472" fmla="*/ 560033 h 8402012"/>
              <a:gd name="connsiteX5473" fmla="*/ 14000862 w 21052571"/>
              <a:gd name="connsiteY5473" fmla="*/ 585833 h 8402012"/>
              <a:gd name="connsiteX5474" fmla="*/ 14038648 w 21052571"/>
              <a:gd name="connsiteY5474" fmla="*/ 548746 h 8402012"/>
              <a:gd name="connsiteX5475" fmla="*/ 13957208 w 21052571"/>
              <a:gd name="connsiteY5475" fmla="*/ 497634 h 8402012"/>
              <a:gd name="connsiteX5476" fmla="*/ 13939246 w 21052571"/>
              <a:gd name="connsiteY5476" fmla="*/ 529707 h 8402012"/>
              <a:gd name="connsiteX5477" fmla="*/ 13957208 w 21052571"/>
              <a:gd name="connsiteY5477" fmla="*/ 497634 h 8402012"/>
              <a:gd name="connsiteX5478" fmla="*/ 13563987 w 21052571"/>
              <a:gd name="connsiteY5478" fmla="*/ 483352 h 8402012"/>
              <a:gd name="connsiteX5479" fmla="*/ 13620591 w 21052571"/>
              <a:gd name="connsiteY5479" fmla="*/ 494078 h 8402012"/>
              <a:gd name="connsiteX5480" fmla="*/ 13522149 w 21052571"/>
              <a:gd name="connsiteY5480" fmla="*/ 525578 h 8402012"/>
              <a:gd name="connsiteX5481" fmla="*/ 13563987 w 21052571"/>
              <a:gd name="connsiteY5481" fmla="*/ 483352 h 8402012"/>
              <a:gd name="connsiteX5482" fmla="*/ 13394797 w 21052571"/>
              <a:gd name="connsiteY5482" fmla="*/ 464807 h 8402012"/>
              <a:gd name="connsiteX5483" fmla="*/ 13427727 w 21052571"/>
              <a:gd name="connsiteY5483" fmla="*/ 467969 h 8402012"/>
              <a:gd name="connsiteX5484" fmla="*/ 13503531 w 21052571"/>
              <a:gd name="connsiteY5484" fmla="*/ 493950 h 8402012"/>
              <a:gd name="connsiteX5485" fmla="*/ 13503531 w 21052571"/>
              <a:gd name="connsiteY5485" fmla="*/ 557819 h 8402012"/>
              <a:gd name="connsiteX5486" fmla="*/ 13382886 w 21052571"/>
              <a:gd name="connsiteY5486" fmla="*/ 603284 h 8402012"/>
              <a:gd name="connsiteX5487" fmla="*/ 13204588 w 21052571"/>
              <a:gd name="connsiteY5487" fmla="*/ 616274 h 8402012"/>
              <a:gd name="connsiteX5488" fmla="*/ 13338044 w 21052571"/>
              <a:gd name="connsiteY5488" fmla="*/ 557819 h 8402012"/>
              <a:gd name="connsiteX5489" fmla="*/ 13394797 w 21052571"/>
              <a:gd name="connsiteY5489" fmla="*/ 464807 h 8402012"/>
              <a:gd name="connsiteX5490" fmla="*/ 15519158 w 21052571"/>
              <a:gd name="connsiteY5490" fmla="*/ 464455 h 8402012"/>
              <a:gd name="connsiteX5491" fmla="*/ 15525636 w 21052571"/>
              <a:gd name="connsiteY5491" fmla="*/ 527512 h 8402012"/>
              <a:gd name="connsiteX5492" fmla="*/ 15582856 w 21052571"/>
              <a:gd name="connsiteY5492" fmla="*/ 527512 h 8402012"/>
              <a:gd name="connsiteX5493" fmla="*/ 15556944 w 21052571"/>
              <a:gd name="connsiteY5493" fmla="*/ 572400 h 8402012"/>
              <a:gd name="connsiteX5494" fmla="*/ 15506202 w 21052571"/>
              <a:gd name="connsiteY5494" fmla="*/ 565988 h 8402012"/>
              <a:gd name="connsiteX5495" fmla="*/ 15389604 w 21052571"/>
              <a:gd name="connsiteY5495" fmla="*/ 509343 h 8402012"/>
              <a:gd name="connsiteX5496" fmla="*/ 15467336 w 21052571"/>
              <a:gd name="connsiteY5496" fmla="*/ 509343 h 8402012"/>
              <a:gd name="connsiteX5497" fmla="*/ 15519158 w 21052571"/>
              <a:gd name="connsiteY5497" fmla="*/ 464455 h 8402012"/>
              <a:gd name="connsiteX5498" fmla="*/ 13765350 w 21052571"/>
              <a:gd name="connsiteY5498" fmla="*/ 461326 h 8402012"/>
              <a:gd name="connsiteX5499" fmla="*/ 13791290 w 21052571"/>
              <a:gd name="connsiteY5499" fmla="*/ 495604 h 8402012"/>
              <a:gd name="connsiteX5500" fmla="*/ 13754398 w 21052571"/>
              <a:gd name="connsiteY5500" fmla="*/ 461749 h 8402012"/>
              <a:gd name="connsiteX5501" fmla="*/ 13765350 w 21052571"/>
              <a:gd name="connsiteY5501" fmla="*/ 461326 h 8402012"/>
              <a:gd name="connsiteX5502" fmla="*/ 15318510 w 21052571"/>
              <a:gd name="connsiteY5502" fmla="*/ 398101 h 8402012"/>
              <a:gd name="connsiteX5503" fmla="*/ 15336474 w 21052571"/>
              <a:gd name="connsiteY5503" fmla="*/ 430207 h 8402012"/>
              <a:gd name="connsiteX5504" fmla="*/ 15318510 w 21052571"/>
              <a:gd name="connsiteY5504" fmla="*/ 398101 h 8402012"/>
              <a:gd name="connsiteX5505" fmla="*/ 12650983 w 21052571"/>
              <a:gd name="connsiteY5505" fmla="*/ 396298 h 8402012"/>
              <a:gd name="connsiteX5506" fmla="*/ 12558943 w 21052571"/>
              <a:gd name="connsiteY5506" fmla="*/ 431660 h 8402012"/>
              <a:gd name="connsiteX5507" fmla="*/ 12699732 w 21052571"/>
              <a:gd name="connsiteY5507" fmla="*/ 399421 h 8402012"/>
              <a:gd name="connsiteX5508" fmla="*/ 12650983 w 21052571"/>
              <a:gd name="connsiteY5508" fmla="*/ 396298 h 8402012"/>
              <a:gd name="connsiteX5509" fmla="*/ 12437499 w 21052571"/>
              <a:gd name="connsiteY5509" fmla="*/ 386525 h 8402012"/>
              <a:gd name="connsiteX5510" fmla="*/ 12398809 w 21052571"/>
              <a:gd name="connsiteY5510" fmla="*/ 438108 h 8402012"/>
              <a:gd name="connsiteX5511" fmla="*/ 12295635 w 21052571"/>
              <a:gd name="connsiteY5511" fmla="*/ 431660 h 8402012"/>
              <a:gd name="connsiteX5512" fmla="*/ 12295635 w 21052571"/>
              <a:gd name="connsiteY5512" fmla="*/ 463899 h 8402012"/>
              <a:gd name="connsiteX5513" fmla="*/ 12500908 w 21052571"/>
              <a:gd name="connsiteY5513" fmla="*/ 412316 h 8402012"/>
              <a:gd name="connsiteX5514" fmla="*/ 12437499 w 21052571"/>
              <a:gd name="connsiteY5514" fmla="*/ 386525 h 8402012"/>
              <a:gd name="connsiteX5515" fmla="*/ 12353670 w 21052571"/>
              <a:gd name="connsiteY5515" fmla="*/ 373629 h 8402012"/>
              <a:gd name="connsiteX5516" fmla="*/ 12392360 w 21052571"/>
              <a:gd name="connsiteY5516" fmla="*/ 399421 h 8402012"/>
              <a:gd name="connsiteX5517" fmla="*/ 12353670 w 21052571"/>
              <a:gd name="connsiteY5517" fmla="*/ 373629 h 8402012"/>
              <a:gd name="connsiteX5518" fmla="*/ 12558943 w 21052571"/>
              <a:gd name="connsiteY5518" fmla="*/ 341390 h 8402012"/>
              <a:gd name="connsiteX5519" fmla="*/ 12578288 w 21052571"/>
              <a:gd name="connsiteY5519" fmla="*/ 373629 h 8402012"/>
              <a:gd name="connsiteX5520" fmla="*/ 12558943 w 21052571"/>
              <a:gd name="connsiteY5520" fmla="*/ 341390 h 8402012"/>
              <a:gd name="connsiteX5521" fmla="*/ 14713667 w 21052571"/>
              <a:gd name="connsiteY5521" fmla="*/ 304568 h 8402012"/>
              <a:gd name="connsiteX5522" fmla="*/ 14734470 w 21052571"/>
              <a:gd name="connsiteY5522" fmla="*/ 339712 h 8402012"/>
              <a:gd name="connsiteX5523" fmla="*/ 14678645 w 21052571"/>
              <a:gd name="connsiteY5523" fmla="*/ 307396 h 8402012"/>
              <a:gd name="connsiteX5524" fmla="*/ 14713667 w 21052571"/>
              <a:gd name="connsiteY5524" fmla="*/ 304568 h 8402012"/>
              <a:gd name="connsiteX5525" fmla="*/ 13436834 w 21052571"/>
              <a:gd name="connsiteY5525" fmla="*/ 284347 h 8402012"/>
              <a:gd name="connsiteX5526" fmla="*/ 13454796 w 21052571"/>
              <a:gd name="connsiteY5526" fmla="*/ 307056 h 8402012"/>
              <a:gd name="connsiteX5527" fmla="*/ 13436834 w 21052571"/>
              <a:gd name="connsiteY5527" fmla="*/ 284347 h 8402012"/>
              <a:gd name="connsiteX5528" fmla="*/ 14337383 w 21052571"/>
              <a:gd name="connsiteY5528" fmla="*/ 284347 h 8402012"/>
              <a:gd name="connsiteX5529" fmla="*/ 14409132 w 21052571"/>
              <a:gd name="connsiteY5529" fmla="*/ 284347 h 8402012"/>
              <a:gd name="connsiteX5530" fmla="*/ 14454790 w 21052571"/>
              <a:gd name="connsiteY5530" fmla="*/ 284347 h 8402012"/>
              <a:gd name="connsiteX5531" fmla="*/ 14454790 w 21052571"/>
              <a:gd name="connsiteY5531" fmla="*/ 307056 h 8402012"/>
              <a:gd name="connsiteX5532" fmla="*/ 14383041 w 21052571"/>
              <a:gd name="connsiteY5532" fmla="*/ 307056 h 8402012"/>
              <a:gd name="connsiteX5533" fmla="*/ 14337383 w 21052571"/>
              <a:gd name="connsiteY5533" fmla="*/ 307056 h 8402012"/>
              <a:gd name="connsiteX5534" fmla="*/ 14337383 w 21052571"/>
              <a:gd name="connsiteY5534" fmla="*/ 284347 h 8402012"/>
              <a:gd name="connsiteX5535" fmla="*/ 13691975 w 21052571"/>
              <a:gd name="connsiteY5535" fmla="*/ 240912 h 8402012"/>
              <a:gd name="connsiteX5536" fmla="*/ 13687810 w 21052571"/>
              <a:gd name="connsiteY5536" fmla="*/ 245748 h 8402012"/>
              <a:gd name="connsiteX5537" fmla="*/ 13688089 w 21052571"/>
              <a:gd name="connsiteY5537" fmla="*/ 246505 h 8402012"/>
              <a:gd name="connsiteX5538" fmla="*/ 13694072 w 21052571"/>
              <a:gd name="connsiteY5538" fmla="*/ 241390 h 8402012"/>
              <a:gd name="connsiteX5539" fmla="*/ 13855064 w 21052571"/>
              <a:gd name="connsiteY5539" fmla="*/ 1806 h 8402012"/>
              <a:gd name="connsiteX5540" fmla="*/ 13880858 w 21052571"/>
              <a:gd name="connsiteY5540" fmla="*/ 34045 h 8402012"/>
              <a:gd name="connsiteX5541" fmla="*/ 13931370 w 21052571"/>
              <a:gd name="connsiteY5541" fmla="*/ 34045 h 8402012"/>
              <a:gd name="connsiteX5542" fmla="*/ 14021647 w 21052571"/>
              <a:gd name="connsiteY5542" fmla="*/ 34045 h 8402012"/>
              <a:gd name="connsiteX5543" fmla="*/ 14393503 w 21052571"/>
              <a:gd name="connsiteY5543" fmla="*/ 98523 h 8402012"/>
              <a:gd name="connsiteX5544" fmla="*/ 14393503 w 21052571"/>
              <a:gd name="connsiteY5544" fmla="*/ 34045 h 8402012"/>
              <a:gd name="connsiteX5545" fmla="*/ 14451538 w 21052571"/>
              <a:gd name="connsiteY5545" fmla="*/ 40493 h 8402012"/>
              <a:gd name="connsiteX5546" fmla="*/ 14836290 w 21052571"/>
              <a:gd name="connsiteY5546" fmla="*/ 72732 h 8402012"/>
              <a:gd name="connsiteX5547" fmla="*/ 15022218 w 21052571"/>
              <a:gd name="connsiteY5547" fmla="*/ 116792 h 8402012"/>
              <a:gd name="connsiteX5548" fmla="*/ 15188802 w 21052571"/>
              <a:gd name="connsiteY5548" fmla="*/ 187718 h 8402012"/>
              <a:gd name="connsiteX5549" fmla="*/ 15567106 w 21052571"/>
              <a:gd name="connsiteY5549" fmla="*/ 252196 h 8402012"/>
              <a:gd name="connsiteX5550" fmla="*/ 15946484 w 21052571"/>
              <a:gd name="connsiteY5550" fmla="*/ 334943 h 8402012"/>
              <a:gd name="connsiteX5551" fmla="*/ 16331236 w 21052571"/>
              <a:gd name="connsiteY5551" fmla="*/ 425212 h 8402012"/>
              <a:gd name="connsiteX5552" fmla="*/ 16703092 w 21052571"/>
              <a:gd name="connsiteY5552" fmla="*/ 520854 h 8402012"/>
              <a:gd name="connsiteX5553" fmla="*/ 17074947 w 21052571"/>
              <a:gd name="connsiteY5553" fmla="*/ 675602 h 8402012"/>
              <a:gd name="connsiteX5554" fmla="*/ 17260875 w 21052571"/>
              <a:gd name="connsiteY5554" fmla="*/ 751901 h 8402012"/>
              <a:gd name="connsiteX5555" fmla="*/ 17338255 w 21052571"/>
              <a:gd name="connsiteY5555" fmla="*/ 835722 h 8402012"/>
              <a:gd name="connsiteX5556" fmla="*/ 17139431 w 21052571"/>
              <a:gd name="connsiteY5556" fmla="*/ 777692 h 8402012"/>
              <a:gd name="connsiteX5557" fmla="*/ 15605794 w 21052571"/>
              <a:gd name="connsiteY5557" fmla="*/ 392973 h 8402012"/>
              <a:gd name="connsiteX5558" fmla="*/ 14053889 w 21052571"/>
              <a:gd name="connsiteY5558" fmla="*/ 219957 h 8402012"/>
              <a:gd name="connsiteX5559" fmla="*/ 14040992 w 21052571"/>
              <a:gd name="connsiteY5559" fmla="*/ 284435 h 8402012"/>
              <a:gd name="connsiteX5560" fmla="*/ 14021647 w 21052571"/>
              <a:gd name="connsiteY5560" fmla="*/ 219957 h 8402012"/>
              <a:gd name="connsiteX5561" fmla="*/ 13809926 w 21052571"/>
              <a:gd name="connsiteY5561" fmla="*/ 219957 h 8402012"/>
              <a:gd name="connsiteX5562" fmla="*/ 13713200 w 21052571"/>
              <a:gd name="connsiteY5562" fmla="*/ 245748 h 8402012"/>
              <a:gd name="connsiteX5563" fmla="*/ 13696151 w 21052571"/>
              <a:gd name="connsiteY5563" fmla="*/ 241864 h 8402012"/>
              <a:gd name="connsiteX5564" fmla="*/ 13701260 w 21052571"/>
              <a:gd name="connsiteY5564" fmla="*/ 250600 h 8402012"/>
              <a:gd name="connsiteX5565" fmla="*/ 13695273 w 21052571"/>
              <a:gd name="connsiteY5565" fmla="*/ 258278 h 8402012"/>
              <a:gd name="connsiteX5566" fmla="*/ 13692173 w 21052571"/>
              <a:gd name="connsiteY5566" fmla="*/ 257601 h 8402012"/>
              <a:gd name="connsiteX5567" fmla="*/ 13694930 w 21052571"/>
              <a:gd name="connsiteY5567" fmla="*/ 265091 h 8402012"/>
              <a:gd name="connsiteX5568" fmla="*/ 13412277 w 21052571"/>
              <a:gd name="connsiteY5568" fmla="*/ 252196 h 8402012"/>
              <a:gd name="connsiteX5569" fmla="*/ 13412277 w 21052571"/>
              <a:gd name="connsiteY5569" fmla="*/ 303778 h 8402012"/>
              <a:gd name="connsiteX5570" fmla="*/ 13360690 w 21052571"/>
              <a:gd name="connsiteY5570" fmla="*/ 315599 h 8402012"/>
              <a:gd name="connsiteX5571" fmla="*/ 13322000 w 21052571"/>
              <a:gd name="connsiteY5571" fmla="*/ 258644 h 8402012"/>
              <a:gd name="connsiteX5572" fmla="*/ 13277936 w 21052571"/>
              <a:gd name="connsiteY5572" fmla="*/ 284435 h 8402012"/>
              <a:gd name="connsiteX5573" fmla="*/ 13315551 w 21052571"/>
              <a:gd name="connsiteY5573" fmla="*/ 284435 h 8402012"/>
              <a:gd name="connsiteX5574" fmla="*/ 13270413 w 21052571"/>
              <a:gd name="connsiteY5574" fmla="*/ 309151 h 8402012"/>
              <a:gd name="connsiteX5575" fmla="*/ 13258591 w 21052571"/>
              <a:gd name="connsiteY5575" fmla="*/ 252196 h 8402012"/>
              <a:gd name="connsiteX5576" fmla="*/ 13116727 w 21052571"/>
              <a:gd name="connsiteY5576" fmla="*/ 290883 h 8402012"/>
              <a:gd name="connsiteX5577" fmla="*/ 13079111 w 21052571"/>
              <a:gd name="connsiteY5577" fmla="*/ 303778 h 8402012"/>
              <a:gd name="connsiteX5578" fmla="*/ 13046869 w 21052571"/>
              <a:gd name="connsiteY5578" fmla="*/ 347838 h 8402012"/>
              <a:gd name="connsiteX5579" fmla="*/ 12924350 w 21052571"/>
              <a:gd name="connsiteY5579" fmla="*/ 360734 h 8402012"/>
              <a:gd name="connsiteX5580" fmla="*/ 12770664 w 21052571"/>
              <a:gd name="connsiteY5580" fmla="*/ 386525 h 8402012"/>
              <a:gd name="connsiteX5581" fmla="*/ 13148968 w 21052571"/>
              <a:gd name="connsiteY5581" fmla="*/ 373629 h 8402012"/>
              <a:gd name="connsiteX5582" fmla="*/ 13252142 w 21052571"/>
              <a:gd name="connsiteY5582" fmla="*/ 380077 h 8402012"/>
              <a:gd name="connsiteX5583" fmla="*/ 13322000 w 21052571"/>
              <a:gd name="connsiteY5583" fmla="*/ 347838 h 8402012"/>
              <a:gd name="connsiteX5584" fmla="*/ 13470312 w 21052571"/>
              <a:gd name="connsiteY5584" fmla="*/ 341390 h 8402012"/>
              <a:gd name="connsiteX5585" fmla="*/ 13855064 w 21052571"/>
              <a:gd name="connsiteY5585" fmla="*/ 347838 h 8402012"/>
              <a:gd name="connsiteX5586" fmla="*/ 14175333 w 21052571"/>
              <a:gd name="connsiteY5586" fmla="*/ 373629 h 8402012"/>
              <a:gd name="connsiteX5587" fmla="*/ 14226920 w 21052571"/>
              <a:gd name="connsiteY5587" fmla="*/ 360734 h 8402012"/>
              <a:gd name="connsiteX5588" fmla="*/ 14252713 w 21052571"/>
              <a:gd name="connsiteY5588" fmla="*/ 322047 h 8402012"/>
              <a:gd name="connsiteX5589" fmla="*/ 14361261 w 21052571"/>
              <a:gd name="connsiteY5589" fmla="*/ 373629 h 8402012"/>
              <a:gd name="connsiteX5590" fmla="*/ 14540740 w 21052571"/>
              <a:gd name="connsiteY5590" fmla="*/ 392973 h 8402012"/>
              <a:gd name="connsiteX5591" fmla="*/ 14726668 w 21052571"/>
              <a:gd name="connsiteY5591" fmla="*/ 412316 h 8402012"/>
              <a:gd name="connsiteX5592" fmla="*/ 15117870 w 21052571"/>
              <a:gd name="connsiteY5592" fmla="*/ 463899 h 8402012"/>
              <a:gd name="connsiteX5593" fmla="*/ 15266182 w 21052571"/>
              <a:gd name="connsiteY5593" fmla="*/ 476794 h 8402012"/>
              <a:gd name="connsiteX5594" fmla="*/ 15337114 w 21052571"/>
              <a:gd name="connsiteY5594" fmla="*/ 527302 h 8402012"/>
              <a:gd name="connsiteX5595" fmla="*/ 14977080 w 21052571"/>
              <a:gd name="connsiteY5595" fmla="*/ 509033 h 8402012"/>
              <a:gd name="connsiteX5596" fmla="*/ 14926568 w 21052571"/>
              <a:gd name="connsiteY5596" fmla="*/ 496138 h 8402012"/>
              <a:gd name="connsiteX5597" fmla="*/ 14874981 w 21052571"/>
              <a:gd name="connsiteY5597" fmla="*/ 470347 h 8402012"/>
              <a:gd name="connsiteX5598" fmla="*/ 14701950 w 21052571"/>
              <a:gd name="connsiteY5598" fmla="*/ 476794 h 8402012"/>
              <a:gd name="connsiteX5599" fmla="*/ 13931370 w 21052571"/>
              <a:gd name="connsiteY5599" fmla="*/ 438108 h 8402012"/>
              <a:gd name="connsiteX5600" fmla="*/ 13540169 w 21052571"/>
              <a:gd name="connsiteY5600" fmla="*/ 438108 h 8402012"/>
              <a:gd name="connsiteX5601" fmla="*/ 13380035 w 21052571"/>
              <a:gd name="connsiteY5601" fmla="*/ 438108 h 8402012"/>
              <a:gd name="connsiteX5602" fmla="*/ 13334896 w 21052571"/>
              <a:gd name="connsiteY5602" fmla="*/ 463899 h 8402012"/>
              <a:gd name="connsiteX5603" fmla="*/ 13289758 w 21052571"/>
              <a:gd name="connsiteY5603" fmla="*/ 457451 h 8402012"/>
              <a:gd name="connsiteX5604" fmla="*/ 12956592 w 21052571"/>
              <a:gd name="connsiteY5604" fmla="*/ 501511 h 8402012"/>
              <a:gd name="connsiteX5605" fmla="*/ 12571840 w 21052571"/>
              <a:gd name="connsiteY5605" fmla="*/ 546646 h 8402012"/>
              <a:gd name="connsiteX5606" fmla="*/ 12373015 w 21052571"/>
              <a:gd name="connsiteY5606" fmla="*/ 572437 h 8402012"/>
              <a:gd name="connsiteX5607" fmla="*/ 12302083 w 21052571"/>
              <a:gd name="connsiteY5607" fmla="*/ 585333 h 8402012"/>
              <a:gd name="connsiteX5608" fmla="*/ 12295635 w 21052571"/>
              <a:gd name="connsiteY5608" fmla="*/ 636915 h 8402012"/>
              <a:gd name="connsiteX5609" fmla="*/ 12148397 w 21052571"/>
              <a:gd name="connsiteY5609" fmla="*/ 675602 h 8402012"/>
              <a:gd name="connsiteX5610" fmla="*/ 12129052 w 21052571"/>
              <a:gd name="connsiteY5610" fmla="*/ 617572 h 8402012"/>
              <a:gd name="connsiteX5611" fmla="*/ 12071017 w 21052571"/>
              <a:gd name="connsiteY5611" fmla="*/ 617572 h 8402012"/>
              <a:gd name="connsiteX5612" fmla="*/ 12109707 w 21052571"/>
              <a:gd name="connsiteY5612" fmla="*/ 675602 h 8402012"/>
              <a:gd name="connsiteX5613" fmla="*/ 11994711 w 21052571"/>
              <a:gd name="connsiteY5613" fmla="*/ 706766 h 8402012"/>
              <a:gd name="connsiteX5614" fmla="*/ 11994711 w 21052571"/>
              <a:gd name="connsiteY5614" fmla="*/ 649811 h 8402012"/>
              <a:gd name="connsiteX5615" fmla="*/ 11897986 w 21052571"/>
              <a:gd name="connsiteY5615" fmla="*/ 732557 h 8402012"/>
              <a:gd name="connsiteX5616" fmla="*/ 11782990 w 21052571"/>
              <a:gd name="connsiteY5616" fmla="*/ 675602 h 8402012"/>
              <a:gd name="connsiteX5617" fmla="*/ 11776542 w 21052571"/>
              <a:gd name="connsiteY5617" fmla="*/ 706766 h 8402012"/>
              <a:gd name="connsiteX5618" fmla="*/ 11841025 w 21052571"/>
              <a:gd name="connsiteY5618" fmla="*/ 706766 h 8402012"/>
              <a:gd name="connsiteX5619" fmla="*/ 11865744 w 21052571"/>
              <a:gd name="connsiteY5619" fmla="*/ 739005 h 8402012"/>
              <a:gd name="connsiteX5620" fmla="*/ 11795887 w 21052571"/>
              <a:gd name="connsiteY5620" fmla="*/ 739005 h 8402012"/>
              <a:gd name="connsiteX5621" fmla="*/ 11757197 w 21052571"/>
              <a:gd name="connsiteY5621" fmla="*/ 726244 h 8402012"/>
              <a:gd name="connsiteX5622" fmla="*/ 11745513 w 21052571"/>
              <a:gd name="connsiteY5622" fmla="*/ 722634 h 8402012"/>
              <a:gd name="connsiteX5623" fmla="*/ 11718506 w 21052571"/>
              <a:gd name="connsiteY5623" fmla="*/ 714289 h 8402012"/>
              <a:gd name="connsiteX5624" fmla="*/ 11635752 w 21052571"/>
              <a:gd name="connsiteY5624" fmla="*/ 706766 h 8402012"/>
              <a:gd name="connsiteX5625" fmla="*/ 11673368 w 21052571"/>
              <a:gd name="connsiteY5625" fmla="*/ 803483 h 8402012"/>
              <a:gd name="connsiteX5626" fmla="*/ 11603510 w 21052571"/>
              <a:gd name="connsiteY5626" fmla="*/ 809931 h 8402012"/>
              <a:gd name="connsiteX5627" fmla="*/ 11519682 w 21052571"/>
              <a:gd name="connsiteY5627" fmla="*/ 822827 h 8402012"/>
              <a:gd name="connsiteX5628" fmla="*/ 11468095 w 21052571"/>
              <a:gd name="connsiteY5628" fmla="*/ 771244 h 8402012"/>
              <a:gd name="connsiteX5629" fmla="*/ 11417583 w 21052571"/>
              <a:gd name="connsiteY5629" fmla="*/ 809931 h 8402012"/>
              <a:gd name="connsiteX5630" fmla="*/ 11327306 w 21052571"/>
              <a:gd name="connsiteY5630" fmla="*/ 848618 h 8402012"/>
              <a:gd name="connsiteX5631" fmla="*/ 11314409 w 21052571"/>
              <a:gd name="connsiteY5631" fmla="*/ 803483 h 8402012"/>
              <a:gd name="connsiteX5632" fmla="*/ 11275719 w 21052571"/>
              <a:gd name="connsiteY5632" fmla="*/ 816379 h 8402012"/>
              <a:gd name="connsiteX5633" fmla="*/ 11288615 w 21052571"/>
              <a:gd name="connsiteY5633" fmla="*/ 861514 h 8402012"/>
              <a:gd name="connsiteX5634" fmla="*/ 11051101 w 21052571"/>
              <a:gd name="connsiteY5634" fmla="*/ 937813 h 8402012"/>
              <a:gd name="connsiteX5635" fmla="*/ 11147826 w 21052571"/>
              <a:gd name="connsiteY5635" fmla="*/ 874409 h 8402012"/>
              <a:gd name="connsiteX5636" fmla="*/ 11012410 w 21052571"/>
              <a:gd name="connsiteY5636" fmla="*/ 900201 h 8402012"/>
              <a:gd name="connsiteX5637" fmla="*/ 10890966 w 21052571"/>
              <a:gd name="connsiteY5637" fmla="*/ 957156 h 8402012"/>
              <a:gd name="connsiteX5638" fmla="*/ 10756625 w 21052571"/>
              <a:gd name="connsiteY5638" fmla="*/ 1015186 h 8402012"/>
              <a:gd name="connsiteX5639" fmla="*/ 10653451 w 21052571"/>
              <a:gd name="connsiteY5639" fmla="*/ 1079682 h 8402012"/>
              <a:gd name="connsiteX5640" fmla="*/ 10640555 w 21052571"/>
              <a:gd name="connsiteY5640" fmla="*/ 1021634 h 8402012"/>
              <a:gd name="connsiteX5641" fmla="*/ 10544904 w 21052571"/>
              <a:gd name="connsiteY5641" fmla="*/ 1092579 h 8402012"/>
              <a:gd name="connsiteX5642" fmla="*/ 10475047 w 21052571"/>
              <a:gd name="connsiteY5642" fmla="*/ 1124818 h 8402012"/>
              <a:gd name="connsiteX5643" fmla="*/ 10327809 w 21052571"/>
              <a:gd name="connsiteY5643" fmla="*/ 1214014 h 8402012"/>
              <a:gd name="connsiteX5644" fmla="*/ 10231084 w 21052571"/>
              <a:gd name="connsiteY5644" fmla="*/ 1259150 h 8402012"/>
              <a:gd name="connsiteX5645" fmla="*/ 10135433 w 21052571"/>
              <a:gd name="connsiteY5645" fmla="*/ 1278493 h 8402012"/>
              <a:gd name="connsiteX5646" fmla="*/ 9943057 w 21052571"/>
              <a:gd name="connsiteY5646" fmla="*/ 1367690 h 8402012"/>
              <a:gd name="connsiteX5647" fmla="*/ 10174123 w 21052571"/>
              <a:gd name="connsiteY5647" fmla="*/ 1335450 h 8402012"/>
              <a:gd name="connsiteX5648" fmla="*/ 10237532 w 21052571"/>
              <a:gd name="connsiteY5648" fmla="*/ 1317181 h 8402012"/>
              <a:gd name="connsiteX5649" fmla="*/ 10263325 w 21052571"/>
              <a:gd name="connsiteY5649" fmla="*/ 1265598 h 8402012"/>
              <a:gd name="connsiteX5650" fmla="*/ 10372948 w 21052571"/>
              <a:gd name="connsiteY5650" fmla="*/ 1259150 h 8402012"/>
              <a:gd name="connsiteX5651" fmla="*/ 10475047 w 21052571"/>
              <a:gd name="connsiteY5651" fmla="*/ 1233358 h 8402012"/>
              <a:gd name="connsiteX5652" fmla="*/ 10583594 w 21052571"/>
              <a:gd name="connsiteY5652" fmla="*/ 1214014 h 8402012"/>
              <a:gd name="connsiteX5653" fmla="*/ 10621210 w 21052571"/>
              <a:gd name="connsiteY5653" fmla="*/ 1201118 h 8402012"/>
              <a:gd name="connsiteX5654" fmla="*/ 10596760 w 21052571"/>
              <a:gd name="connsiteY5654" fmla="*/ 1198700 h 8402012"/>
              <a:gd name="connsiteX5655" fmla="*/ 10582800 w 21052571"/>
              <a:gd name="connsiteY5655" fmla="*/ 1186653 h 8402012"/>
              <a:gd name="connsiteX5656" fmla="*/ 10591854 w 21052571"/>
              <a:gd name="connsiteY5656" fmla="*/ 1199432 h 8402012"/>
              <a:gd name="connsiteX5657" fmla="*/ 10577351 w 21052571"/>
              <a:gd name="connsiteY5657" fmla="*/ 1204248 h 8402012"/>
              <a:gd name="connsiteX5658" fmla="*/ 10578117 w 21052571"/>
              <a:gd name="connsiteY5658" fmla="*/ 1182613 h 8402012"/>
              <a:gd name="connsiteX5659" fmla="*/ 10577146 w 21052571"/>
              <a:gd name="connsiteY5659" fmla="*/ 1181774 h 8402012"/>
              <a:gd name="connsiteX5660" fmla="*/ 10578145 w 21052571"/>
              <a:gd name="connsiteY5660" fmla="*/ 1181822 h 8402012"/>
              <a:gd name="connsiteX5661" fmla="*/ 10578204 w 21052571"/>
              <a:gd name="connsiteY5661" fmla="*/ 1180167 h 8402012"/>
              <a:gd name="connsiteX5662" fmla="*/ 10579420 w 21052571"/>
              <a:gd name="connsiteY5662" fmla="*/ 1181883 h 8402012"/>
              <a:gd name="connsiteX5663" fmla="*/ 10610866 w 21052571"/>
              <a:gd name="connsiteY5663" fmla="*/ 1183386 h 8402012"/>
              <a:gd name="connsiteX5664" fmla="*/ 10640555 w 21052571"/>
              <a:gd name="connsiteY5664" fmla="*/ 1175327 h 8402012"/>
              <a:gd name="connsiteX5665" fmla="*/ 10653451 w 21052571"/>
              <a:gd name="connsiteY5665" fmla="*/ 1111922 h 8402012"/>
              <a:gd name="connsiteX5666" fmla="*/ 10692142 w 21052571"/>
              <a:gd name="connsiteY5666" fmla="*/ 1259150 h 8402012"/>
              <a:gd name="connsiteX5667" fmla="*/ 10526634 w 21052571"/>
              <a:gd name="connsiteY5667" fmla="*/ 1322555 h 8402012"/>
              <a:gd name="connsiteX5668" fmla="*/ 10507289 w 21052571"/>
              <a:gd name="connsiteY5668" fmla="*/ 1265598 h 8402012"/>
              <a:gd name="connsiteX5669" fmla="*/ 10507289 w 21052571"/>
              <a:gd name="connsiteY5669" fmla="*/ 1341898 h 8402012"/>
              <a:gd name="connsiteX5670" fmla="*/ 10442805 w 21052571"/>
              <a:gd name="connsiteY5670" fmla="*/ 1354794 h 8402012"/>
              <a:gd name="connsiteX5671" fmla="*/ 10353603 w 21052571"/>
              <a:gd name="connsiteY5671" fmla="*/ 1354794 h 8402012"/>
              <a:gd name="connsiteX5672" fmla="*/ 10314912 w 21052571"/>
              <a:gd name="connsiteY5672" fmla="*/ 1419273 h 8402012"/>
              <a:gd name="connsiteX5673" fmla="*/ 10250429 w 21052571"/>
              <a:gd name="connsiteY5673" fmla="*/ 1451512 h 8402012"/>
              <a:gd name="connsiteX5674" fmla="*/ 10174123 w 21052571"/>
              <a:gd name="connsiteY5674" fmla="*/ 1490200 h 8402012"/>
              <a:gd name="connsiteX5675" fmla="*/ 10090294 w 21052571"/>
              <a:gd name="connsiteY5675" fmla="*/ 1509543 h 8402012"/>
              <a:gd name="connsiteX5676" fmla="*/ 10051604 w 21052571"/>
              <a:gd name="connsiteY5676" fmla="*/ 1540708 h 8402012"/>
              <a:gd name="connsiteX5677" fmla="*/ 10379396 w 21052571"/>
              <a:gd name="connsiteY5677" fmla="*/ 1457960 h 8402012"/>
              <a:gd name="connsiteX5678" fmla="*/ 10717935 w 21052571"/>
              <a:gd name="connsiteY5678" fmla="*/ 1361242 h 8402012"/>
              <a:gd name="connsiteX5679" fmla="*/ 10795316 w 21052571"/>
              <a:gd name="connsiteY5679" fmla="*/ 1317181 h 8402012"/>
              <a:gd name="connsiteX5680" fmla="*/ 10878070 w 21052571"/>
              <a:gd name="connsiteY5680" fmla="*/ 1297837 h 8402012"/>
              <a:gd name="connsiteX5681" fmla="*/ 11044652 w 21052571"/>
              <a:gd name="connsiteY5681" fmla="*/ 1252702 h 8402012"/>
              <a:gd name="connsiteX5682" fmla="*/ 11378892 w 21052571"/>
              <a:gd name="connsiteY5682" fmla="*/ 1168880 h 8402012"/>
              <a:gd name="connsiteX5683" fmla="*/ 12790010 w 21052571"/>
              <a:gd name="connsiteY5683" fmla="*/ 893753 h 8402012"/>
              <a:gd name="connsiteX5684" fmla="*/ 12751319 w 21052571"/>
              <a:gd name="connsiteY5684" fmla="*/ 957156 h 8402012"/>
              <a:gd name="connsiteX5685" fmla="*/ 12809355 w 21052571"/>
              <a:gd name="connsiteY5685" fmla="*/ 957156 h 8402012"/>
              <a:gd name="connsiteX5686" fmla="*/ 12809355 w 21052571"/>
              <a:gd name="connsiteY5686" fmla="*/ 893753 h 8402012"/>
              <a:gd name="connsiteX5687" fmla="*/ 12885660 w 21052571"/>
              <a:gd name="connsiteY5687" fmla="*/ 919544 h 8402012"/>
              <a:gd name="connsiteX5688" fmla="*/ 12885660 w 21052571"/>
              <a:gd name="connsiteY5688" fmla="*/ 822827 h 8402012"/>
              <a:gd name="connsiteX5689" fmla="*/ 12917902 w 21052571"/>
              <a:gd name="connsiteY5689" fmla="*/ 784140 h 8402012"/>
              <a:gd name="connsiteX5690" fmla="*/ 12859867 w 21052571"/>
              <a:gd name="connsiteY5690" fmla="*/ 726110 h 8402012"/>
              <a:gd name="connsiteX5691" fmla="*/ 12917902 w 21052571"/>
              <a:gd name="connsiteY5691" fmla="*/ 675602 h 8402012"/>
              <a:gd name="connsiteX5692" fmla="*/ 12809355 w 21052571"/>
              <a:gd name="connsiteY5692" fmla="*/ 701393 h 8402012"/>
              <a:gd name="connsiteX5693" fmla="*/ 12719078 w 21052571"/>
              <a:gd name="connsiteY5693" fmla="*/ 784140 h 8402012"/>
              <a:gd name="connsiteX5694" fmla="*/ 12431051 w 21052571"/>
              <a:gd name="connsiteY5694" fmla="*/ 861514 h 8402012"/>
              <a:gd name="connsiteX5695" fmla="*/ 12437499 w 21052571"/>
              <a:gd name="connsiteY5695" fmla="*/ 719662 h 8402012"/>
              <a:gd name="connsiteX5696" fmla="*/ 12500908 w 21052571"/>
              <a:gd name="connsiteY5696" fmla="*/ 682050 h 8402012"/>
              <a:gd name="connsiteX5697" fmla="*/ 12578288 w 21052571"/>
              <a:gd name="connsiteY5697" fmla="*/ 662706 h 8402012"/>
              <a:gd name="connsiteX5698" fmla="*/ 12905005 w 21052571"/>
              <a:gd name="connsiteY5698" fmla="*/ 598228 h 8402012"/>
              <a:gd name="connsiteX5699" fmla="*/ 13065140 w 21052571"/>
              <a:gd name="connsiteY5699" fmla="*/ 611124 h 8402012"/>
              <a:gd name="connsiteX5700" fmla="*/ 13123175 w 21052571"/>
              <a:gd name="connsiteY5700" fmla="*/ 630467 h 8402012"/>
              <a:gd name="connsiteX5701" fmla="*/ 13097382 w 21052571"/>
              <a:gd name="connsiteY5701" fmla="*/ 656258 h 8402012"/>
              <a:gd name="connsiteX5702" fmla="*/ 12995282 w 21052571"/>
              <a:gd name="connsiteY5702" fmla="*/ 706766 h 8402012"/>
              <a:gd name="connsiteX5703" fmla="*/ 12956592 w 21052571"/>
              <a:gd name="connsiteY5703" fmla="*/ 739005 h 8402012"/>
              <a:gd name="connsiteX5704" fmla="*/ 12943696 w 21052571"/>
              <a:gd name="connsiteY5704" fmla="*/ 842170 h 8402012"/>
              <a:gd name="connsiteX5705" fmla="*/ 13027524 w 21052571"/>
              <a:gd name="connsiteY5705" fmla="*/ 848618 h 8402012"/>
              <a:gd name="connsiteX5706" fmla="*/ 13103830 w 21052571"/>
              <a:gd name="connsiteY5706" fmla="*/ 861514 h 8402012"/>
              <a:gd name="connsiteX5707" fmla="*/ 13079111 w 21052571"/>
              <a:gd name="connsiteY5707" fmla="*/ 900201 h 8402012"/>
              <a:gd name="connsiteX5708" fmla="*/ 13001731 w 21052571"/>
              <a:gd name="connsiteY5708" fmla="*/ 893753 h 8402012"/>
              <a:gd name="connsiteX5709" fmla="*/ 12937247 w 21052571"/>
              <a:gd name="connsiteY5709" fmla="*/ 906648 h 8402012"/>
              <a:gd name="connsiteX5710" fmla="*/ 12975937 w 21052571"/>
              <a:gd name="connsiteY5710" fmla="*/ 931365 h 8402012"/>
              <a:gd name="connsiteX5711" fmla="*/ 13142520 w 21052571"/>
              <a:gd name="connsiteY5711" fmla="*/ 924917 h 8402012"/>
              <a:gd name="connsiteX5712" fmla="*/ 13855064 w 21052571"/>
              <a:gd name="connsiteY5712" fmla="*/ 912021 h 8402012"/>
              <a:gd name="connsiteX5713" fmla="*/ 14585879 w 21052571"/>
              <a:gd name="connsiteY5713" fmla="*/ 919544 h 8402012"/>
              <a:gd name="connsiteX5714" fmla="*/ 14739565 w 21052571"/>
              <a:gd name="connsiteY5714" fmla="*/ 924917 h 8402012"/>
              <a:gd name="connsiteX5715" fmla="*/ 14810497 w 21052571"/>
              <a:gd name="connsiteY5715" fmla="*/ 950708 h 8402012"/>
              <a:gd name="connsiteX5716" fmla="*/ 14874981 w 21052571"/>
              <a:gd name="connsiteY5716" fmla="*/ 944261 h 8402012"/>
              <a:gd name="connsiteX5717" fmla="*/ 14944838 w 21052571"/>
              <a:gd name="connsiteY5717" fmla="*/ 982947 h 8402012"/>
              <a:gd name="connsiteX5718" fmla="*/ 15028666 w 21052571"/>
              <a:gd name="connsiteY5718" fmla="*/ 995843 h 8402012"/>
              <a:gd name="connsiteX5719" fmla="*/ 15150110 w 21052571"/>
              <a:gd name="connsiteY5719" fmla="*/ 1034530 h 8402012"/>
              <a:gd name="connsiteX5720" fmla="*/ 14220472 w 21052571"/>
              <a:gd name="connsiteY5720" fmla="*/ 1002291 h 8402012"/>
              <a:gd name="connsiteX5721" fmla="*/ 14669708 w 21052571"/>
              <a:gd name="connsiteY5721" fmla="*/ 1079682 h 8402012"/>
              <a:gd name="connsiteX5722" fmla="*/ 14887877 w 21052571"/>
              <a:gd name="connsiteY5722" fmla="*/ 1124818 h 8402012"/>
              <a:gd name="connsiteX5723" fmla="*/ 15080254 w 21052571"/>
              <a:gd name="connsiteY5723" fmla="*/ 1188223 h 8402012"/>
              <a:gd name="connsiteX5724" fmla="*/ 15528414 w 21052571"/>
              <a:gd name="connsiteY5724" fmla="*/ 1272046 h 8402012"/>
              <a:gd name="connsiteX5725" fmla="*/ 15747658 w 21052571"/>
              <a:gd name="connsiteY5725" fmla="*/ 1317181 h 8402012"/>
              <a:gd name="connsiteX5726" fmla="*/ 15849758 w 21052571"/>
              <a:gd name="connsiteY5726" fmla="*/ 1341898 h 8402012"/>
              <a:gd name="connsiteX5727" fmla="*/ 15882000 w 21052571"/>
              <a:gd name="connsiteY5727" fmla="*/ 1322555 h 8402012"/>
              <a:gd name="connsiteX5728" fmla="*/ 15920690 w 21052571"/>
              <a:gd name="connsiteY5728" fmla="*/ 1322555 h 8402012"/>
              <a:gd name="connsiteX5729" fmla="*/ 15882000 w 21052571"/>
              <a:gd name="connsiteY5729" fmla="*/ 1387034 h 8402012"/>
              <a:gd name="connsiteX5730" fmla="*/ 16439784 w 21052571"/>
              <a:gd name="connsiteY5730" fmla="*/ 1547156 h 8402012"/>
              <a:gd name="connsiteX5731" fmla="*/ 16709540 w 21052571"/>
              <a:gd name="connsiteY5731" fmla="*/ 1637427 h 8402012"/>
              <a:gd name="connsiteX5732" fmla="*/ 16830987 w 21052571"/>
              <a:gd name="connsiteY5732" fmla="*/ 1689010 h 8402012"/>
              <a:gd name="connsiteX5733" fmla="*/ 16863227 w 21052571"/>
              <a:gd name="connsiteY5733" fmla="*/ 1758863 h 8402012"/>
              <a:gd name="connsiteX5734" fmla="*/ 16882571 w 21052571"/>
              <a:gd name="connsiteY5734" fmla="*/ 1689010 h 8402012"/>
              <a:gd name="connsiteX5735" fmla="*/ 16901919 w 21052571"/>
              <a:gd name="connsiteY5735" fmla="*/ 1630979 h 8402012"/>
              <a:gd name="connsiteX5736" fmla="*/ 17254427 w 21052571"/>
              <a:gd name="connsiteY5736" fmla="*/ 1695459 h 8402012"/>
              <a:gd name="connsiteX5737" fmla="*/ 17409187 w 21052571"/>
              <a:gd name="connsiteY5737" fmla="*/ 1784655 h 8402012"/>
              <a:gd name="connsiteX5738" fmla="*/ 17562875 w 21052571"/>
              <a:gd name="connsiteY5738" fmla="*/ 1816895 h 8402012"/>
              <a:gd name="connsiteX5739" fmla="*/ 18248551 w 21052571"/>
              <a:gd name="connsiteY5739" fmla="*/ 2054393 h 8402012"/>
              <a:gd name="connsiteX5740" fmla="*/ 19576915 w 21052571"/>
              <a:gd name="connsiteY5740" fmla="*/ 2843195 h 8402012"/>
              <a:gd name="connsiteX5741" fmla="*/ 19551119 w 21052571"/>
              <a:gd name="connsiteY5741" fmla="*/ 2888327 h 8402012"/>
              <a:gd name="connsiteX5742" fmla="*/ 19550419 w 21052571"/>
              <a:gd name="connsiteY5742" fmla="*/ 2888216 h 8402012"/>
              <a:gd name="connsiteX5743" fmla="*/ 19551099 w 21052571"/>
              <a:gd name="connsiteY5743" fmla="*/ 2893081 h 8402012"/>
              <a:gd name="connsiteX5744" fmla="*/ 19548851 w 21052571"/>
              <a:gd name="connsiteY5744" fmla="*/ 2909137 h 8402012"/>
              <a:gd name="connsiteX5745" fmla="*/ 19542119 w 21052571"/>
              <a:gd name="connsiteY5745" fmla="*/ 2893081 h 8402012"/>
              <a:gd name="connsiteX5746" fmla="*/ 19544547 w 21052571"/>
              <a:gd name="connsiteY5746" fmla="*/ 2887289 h 8402012"/>
              <a:gd name="connsiteX5747" fmla="*/ 19535803 w 21052571"/>
              <a:gd name="connsiteY5747" fmla="*/ 2885909 h 8402012"/>
              <a:gd name="connsiteX5748" fmla="*/ 19525327 w 21052571"/>
              <a:gd name="connsiteY5748" fmla="*/ 2888327 h 8402012"/>
              <a:gd name="connsiteX5749" fmla="*/ 19583363 w 21052571"/>
              <a:gd name="connsiteY5749" fmla="*/ 2946355 h 8402012"/>
              <a:gd name="connsiteX5750" fmla="*/ 19654295 w 21052571"/>
              <a:gd name="connsiteY5750" fmla="*/ 3003312 h 8402012"/>
              <a:gd name="connsiteX5751" fmla="*/ 19564019 w 21052571"/>
              <a:gd name="connsiteY5751" fmla="*/ 2958175 h 8402012"/>
              <a:gd name="connsiteX5752" fmla="*/ 19436123 w 21052571"/>
              <a:gd name="connsiteY5752" fmla="*/ 2888327 h 8402012"/>
              <a:gd name="connsiteX5753" fmla="*/ 19423227 w 21052571"/>
              <a:gd name="connsiteY5753" fmla="*/ 2810946 h 8402012"/>
              <a:gd name="connsiteX5754" fmla="*/ 19384539 w 21052571"/>
              <a:gd name="connsiteY5754" fmla="*/ 2759362 h 8402012"/>
              <a:gd name="connsiteX5755" fmla="*/ 19243747 w 21052571"/>
              <a:gd name="connsiteY5755" fmla="*/ 2695958 h 8402012"/>
              <a:gd name="connsiteX5756" fmla="*/ 19088987 w 21052571"/>
              <a:gd name="connsiteY5756" fmla="*/ 2631480 h 8402012"/>
              <a:gd name="connsiteX5757" fmla="*/ 18961095 w 21052571"/>
              <a:gd name="connsiteY5757" fmla="*/ 2547657 h 8402012"/>
              <a:gd name="connsiteX5758" fmla="*/ 18883715 w 21052571"/>
              <a:gd name="connsiteY5758" fmla="*/ 2510046 h 8402012"/>
              <a:gd name="connsiteX5759" fmla="*/ 18775167 w 21052571"/>
              <a:gd name="connsiteY5759" fmla="*/ 2445566 h 8402012"/>
              <a:gd name="connsiteX5760" fmla="*/ 18127107 w 21052571"/>
              <a:gd name="connsiteY5760" fmla="*/ 2162932 h 8402012"/>
              <a:gd name="connsiteX5761" fmla="*/ 17978275 w 21052571"/>
              <a:gd name="connsiteY5761" fmla="*/ 2099225 h 8402012"/>
              <a:gd name="connsiteX5762" fmla="*/ 17977047 w 21052571"/>
              <a:gd name="connsiteY5762" fmla="*/ 2101046 h 8402012"/>
              <a:gd name="connsiteX5763" fmla="*/ 17968023 w 21052571"/>
              <a:gd name="connsiteY5763" fmla="*/ 2094952 h 8402012"/>
              <a:gd name="connsiteX5764" fmla="*/ 17968335 w 21052571"/>
              <a:gd name="connsiteY5764" fmla="*/ 2094952 h 8402012"/>
              <a:gd name="connsiteX5765" fmla="*/ 17805763 w 21052571"/>
              <a:gd name="connsiteY5765" fmla="*/ 2022153 h 8402012"/>
              <a:gd name="connsiteX5766" fmla="*/ 17658527 w 21052571"/>
              <a:gd name="connsiteY5766" fmla="*/ 1957674 h 8402012"/>
              <a:gd name="connsiteX5767" fmla="*/ 17511287 w 21052571"/>
              <a:gd name="connsiteY5767" fmla="*/ 1970570 h 8402012"/>
              <a:gd name="connsiteX5768" fmla="*/ 17934731 w 21052571"/>
              <a:gd name="connsiteY5768" fmla="*/ 2156485 h 8402012"/>
              <a:gd name="connsiteX5769" fmla="*/ 18127107 w 21052571"/>
              <a:gd name="connsiteY5769" fmla="*/ 2253207 h 8402012"/>
              <a:gd name="connsiteX5770" fmla="*/ 18165795 w 21052571"/>
              <a:gd name="connsiteY5770" fmla="*/ 2285443 h 8402012"/>
              <a:gd name="connsiteX5771" fmla="*/ 18127107 w 21052571"/>
              <a:gd name="connsiteY5771" fmla="*/ 2337027 h 8402012"/>
              <a:gd name="connsiteX5772" fmla="*/ 18185143 w 21052571"/>
              <a:gd name="connsiteY5772" fmla="*/ 2361740 h 8402012"/>
              <a:gd name="connsiteX5773" fmla="*/ 18191591 w 21052571"/>
              <a:gd name="connsiteY5773" fmla="*/ 2304791 h 8402012"/>
              <a:gd name="connsiteX5774" fmla="*/ 18242103 w 21052571"/>
              <a:gd name="connsiteY5774" fmla="*/ 2291889 h 8402012"/>
              <a:gd name="connsiteX5775" fmla="*/ 18238071 w 21052571"/>
              <a:gd name="connsiteY5775" fmla="*/ 2335818 h 8402012"/>
              <a:gd name="connsiteX5776" fmla="*/ 18239139 w 21052571"/>
              <a:gd name="connsiteY5776" fmla="*/ 2336553 h 8402012"/>
              <a:gd name="connsiteX5777" fmla="*/ 18245035 w 21052571"/>
              <a:gd name="connsiteY5777" fmla="*/ 2322465 h 8402012"/>
              <a:gd name="connsiteX5778" fmla="*/ 18247403 w 21052571"/>
              <a:gd name="connsiteY5778" fmla="*/ 2338518 h 8402012"/>
              <a:gd name="connsiteX5779" fmla="*/ 18246903 w 21052571"/>
              <a:gd name="connsiteY5779" fmla="*/ 2341904 h 8402012"/>
              <a:gd name="connsiteX5780" fmla="*/ 18267895 w 21052571"/>
              <a:gd name="connsiteY5780" fmla="*/ 2356369 h 8402012"/>
              <a:gd name="connsiteX5781" fmla="*/ 18306587 w 21052571"/>
              <a:gd name="connsiteY5781" fmla="*/ 2343474 h 8402012"/>
              <a:gd name="connsiteX5782" fmla="*/ 18351723 w 21052571"/>
              <a:gd name="connsiteY5782" fmla="*/ 2356369 h 8402012"/>
              <a:gd name="connsiteX5783" fmla="*/ 18300139 w 21052571"/>
              <a:gd name="connsiteY5783" fmla="*/ 2413338 h 8402012"/>
              <a:gd name="connsiteX5784" fmla="*/ 18371071 w 21052571"/>
              <a:gd name="connsiteY5784" fmla="*/ 2477804 h 8402012"/>
              <a:gd name="connsiteX5785" fmla="*/ 18293691 w 21052571"/>
              <a:gd name="connsiteY5785" fmla="*/ 2458463 h 8402012"/>
              <a:gd name="connsiteX5786" fmla="*/ 18204487 w 21052571"/>
              <a:gd name="connsiteY5786" fmla="*/ 2413338 h 8402012"/>
              <a:gd name="connsiteX5787" fmla="*/ 18005663 w 21052571"/>
              <a:gd name="connsiteY5787" fmla="*/ 2311236 h 8402012"/>
              <a:gd name="connsiteX5788" fmla="*/ 17838007 w 21052571"/>
              <a:gd name="connsiteY5788" fmla="*/ 2220961 h 8402012"/>
              <a:gd name="connsiteX5789" fmla="*/ 17652079 w 21052571"/>
              <a:gd name="connsiteY5789" fmla="*/ 2162932 h 8402012"/>
              <a:gd name="connsiteX5790" fmla="*/ 16811639 w 21052571"/>
              <a:gd name="connsiteY5790" fmla="*/ 1894269 h 8402012"/>
              <a:gd name="connsiteX5791" fmla="*/ 16055030 w 21052571"/>
              <a:gd name="connsiteY5791" fmla="*/ 1663219 h 8402012"/>
              <a:gd name="connsiteX5792" fmla="*/ 15683176 w 21052571"/>
              <a:gd name="connsiteY5792" fmla="*/ 1560052 h 8402012"/>
              <a:gd name="connsiteX5793" fmla="*/ 15503696 w 21052571"/>
              <a:gd name="connsiteY5793" fmla="*/ 1503096 h 8402012"/>
              <a:gd name="connsiteX5794" fmla="*/ 15355384 w 21052571"/>
              <a:gd name="connsiteY5794" fmla="*/ 1451512 h 8402012"/>
              <a:gd name="connsiteX5795" fmla="*/ 15201698 w 21052571"/>
              <a:gd name="connsiteY5795" fmla="*/ 1432169 h 8402012"/>
              <a:gd name="connsiteX5796" fmla="*/ 15035114 w 21052571"/>
              <a:gd name="connsiteY5796" fmla="*/ 1380585 h 8402012"/>
              <a:gd name="connsiteX5797" fmla="*/ 14682604 w 21052571"/>
              <a:gd name="connsiteY5797" fmla="*/ 1335450 h 8402012"/>
              <a:gd name="connsiteX5798" fmla="*/ 14393503 w 21052571"/>
              <a:gd name="connsiteY5798" fmla="*/ 1322555 h 8402012"/>
              <a:gd name="connsiteX5799" fmla="*/ 14553637 w 21052571"/>
              <a:gd name="connsiteY5799" fmla="*/ 1322555 h 8402012"/>
              <a:gd name="connsiteX5800" fmla="*/ 14578113 w 21052571"/>
              <a:gd name="connsiteY5800" fmla="*/ 1332752 h 8402012"/>
              <a:gd name="connsiteX5801" fmla="*/ 14574370 w 21052571"/>
              <a:gd name="connsiteY5801" fmla="*/ 1320307 h 8402012"/>
              <a:gd name="connsiteX5802" fmla="*/ 14592332 w 21052571"/>
              <a:gd name="connsiteY5802" fmla="*/ 1320307 h 8402012"/>
              <a:gd name="connsiteX5803" fmla="*/ 14583496 w 21052571"/>
              <a:gd name="connsiteY5803" fmla="*/ 1334995 h 8402012"/>
              <a:gd name="connsiteX5804" fmla="*/ 14621345 w 21052571"/>
              <a:gd name="connsiteY5804" fmla="*/ 1350764 h 8402012"/>
              <a:gd name="connsiteX5805" fmla="*/ 14689053 w 21052571"/>
              <a:gd name="connsiteY5805" fmla="*/ 1374138 h 8402012"/>
              <a:gd name="connsiteX5806" fmla="*/ 15009322 w 21052571"/>
              <a:gd name="connsiteY5806" fmla="*/ 1457960 h 8402012"/>
              <a:gd name="connsiteX5807" fmla="*/ 15644486 w 21052571"/>
              <a:gd name="connsiteY5807" fmla="*/ 1637427 h 8402012"/>
              <a:gd name="connsiteX5808" fmla="*/ 16273202 w 21052571"/>
              <a:gd name="connsiteY5808" fmla="*/ 1823342 h 8402012"/>
              <a:gd name="connsiteX5809" fmla="*/ 16599918 w 21052571"/>
              <a:gd name="connsiteY5809" fmla="*/ 1920063 h 8402012"/>
              <a:gd name="connsiteX5810" fmla="*/ 16741782 w 21052571"/>
              <a:gd name="connsiteY5810" fmla="*/ 1957674 h 8402012"/>
              <a:gd name="connsiteX5811" fmla="*/ 16767576 w 21052571"/>
              <a:gd name="connsiteY5811" fmla="*/ 2060841 h 8402012"/>
              <a:gd name="connsiteX5812" fmla="*/ 16811639 w 21052571"/>
              <a:gd name="connsiteY5812" fmla="*/ 2060841 h 8402012"/>
              <a:gd name="connsiteX5813" fmla="*/ 16818087 w 21052571"/>
              <a:gd name="connsiteY5813" fmla="*/ 2093081 h 8402012"/>
              <a:gd name="connsiteX5814" fmla="*/ 16696644 w 21052571"/>
              <a:gd name="connsiteY5814" fmla="*/ 2060841 h 8402012"/>
              <a:gd name="connsiteX5815" fmla="*/ 16350582 w 21052571"/>
              <a:gd name="connsiteY5815" fmla="*/ 1957674 h 8402012"/>
              <a:gd name="connsiteX5816" fmla="*/ 15657382 w 21052571"/>
              <a:gd name="connsiteY5816" fmla="*/ 1816895 h 8402012"/>
              <a:gd name="connsiteX5817" fmla="*/ 15644486 w 21052571"/>
              <a:gd name="connsiteY5817" fmla="*/ 1874926 h 8402012"/>
              <a:gd name="connsiteX5818" fmla="*/ 15599346 w 21052571"/>
              <a:gd name="connsiteY5818" fmla="*/ 1797550 h 8402012"/>
              <a:gd name="connsiteX5819" fmla="*/ 15542386 w 21052571"/>
              <a:gd name="connsiteY5819" fmla="*/ 1784655 h 8402012"/>
              <a:gd name="connsiteX5820" fmla="*/ 15368280 w 21052571"/>
              <a:gd name="connsiteY5820" fmla="*/ 1771759 h 8402012"/>
              <a:gd name="connsiteX5821" fmla="*/ 15035114 w 21052571"/>
              <a:gd name="connsiteY5821" fmla="*/ 1727698 h 8402012"/>
              <a:gd name="connsiteX5822" fmla="*/ 14354813 w 21052571"/>
              <a:gd name="connsiteY5822" fmla="*/ 1598740 h 8402012"/>
              <a:gd name="connsiteX5823" fmla="*/ 14259162 w 21052571"/>
              <a:gd name="connsiteY5823" fmla="*/ 1708354 h 8402012"/>
              <a:gd name="connsiteX5824" fmla="*/ 14445090 w 21052571"/>
              <a:gd name="connsiteY5824" fmla="*/ 1752415 h 8402012"/>
              <a:gd name="connsiteX5825" fmla="*/ 14509573 w 21052571"/>
              <a:gd name="connsiteY5825" fmla="*/ 1758863 h 8402012"/>
              <a:gd name="connsiteX5826" fmla="*/ 14534292 w 21052571"/>
              <a:gd name="connsiteY5826" fmla="*/ 1701906 h 8402012"/>
              <a:gd name="connsiteX5827" fmla="*/ 14689053 w 21052571"/>
              <a:gd name="connsiteY5827" fmla="*/ 1740594 h 8402012"/>
              <a:gd name="connsiteX5828" fmla="*/ 14778255 w 21052571"/>
              <a:gd name="connsiteY5828" fmla="*/ 1778207 h 8402012"/>
              <a:gd name="connsiteX5829" fmla="*/ 14804049 w 21052571"/>
              <a:gd name="connsiteY5829" fmla="*/ 1727698 h 8402012"/>
              <a:gd name="connsiteX5830" fmla="*/ 15240388 w 21052571"/>
              <a:gd name="connsiteY5830" fmla="*/ 1862030 h 8402012"/>
              <a:gd name="connsiteX5831" fmla="*/ 15374730 w 21052571"/>
              <a:gd name="connsiteY5831" fmla="*/ 1855581 h 8402012"/>
              <a:gd name="connsiteX5832" fmla="*/ 15432764 w 21052571"/>
              <a:gd name="connsiteY5832" fmla="*/ 1849134 h 8402012"/>
              <a:gd name="connsiteX5833" fmla="*/ 15471454 w 21052571"/>
              <a:gd name="connsiteY5833" fmla="*/ 1881373 h 8402012"/>
              <a:gd name="connsiteX5834" fmla="*/ 15586450 w 21052571"/>
              <a:gd name="connsiteY5834" fmla="*/ 1887821 h 8402012"/>
              <a:gd name="connsiteX5835" fmla="*/ 15663830 w 21052571"/>
              <a:gd name="connsiteY5835" fmla="*/ 1874926 h 8402012"/>
              <a:gd name="connsiteX5836" fmla="*/ 15676726 w 21052571"/>
              <a:gd name="connsiteY5836" fmla="*/ 1938330 h 8402012"/>
              <a:gd name="connsiteX5837" fmla="*/ 15702522 w 21052571"/>
              <a:gd name="connsiteY5837" fmla="*/ 1945853 h 8402012"/>
              <a:gd name="connsiteX5838" fmla="*/ 15778826 w 21052571"/>
              <a:gd name="connsiteY5838" fmla="*/ 1964122 h 8402012"/>
              <a:gd name="connsiteX5839" fmla="*/ 15901346 w 21052571"/>
              <a:gd name="connsiteY5839" fmla="*/ 2015705 h 8402012"/>
              <a:gd name="connsiteX5840" fmla="*/ 15573554 w 21052571"/>
              <a:gd name="connsiteY5840" fmla="*/ 1977018 h 8402012"/>
              <a:gd name="connsiteX5841" fmla="*/ 15439212 w 21052571"/>
              <a:gd name="connsiteY5841" fmla="*/ 1964122 h 8402012"/>
              <a:gd name="connsiteX5842" fmla="*/ 15435056 w 21052571"/>
              <a:gd name="connsiteY5842" fmla="*/ 1958224 h 8402012"/>
              <a:gd name="connsiteX5843" fmla="*/ 15436004 w 21052571"/>
              <a:gd name="connsiteY5843" fmla="*/ 1965833 h 8402012"/>
              <a:gd name="connsiteX5844" fmla="*/ 15432090 w 21052571"/>
              <a:gd name="connsiteY5844" fmla="*/ 1964842 h 8402012"/>
              <a:gd name="connsiteX5845" fmla="*/ 15436004 w 21052571"/>
              <a:gd name="connsiteY5845" fmla="*/ 1970714 h 8402012"/>
              <a:gd name="connsiteX5846" fmla="*/ 15418042 w 21052571"/>
              <a:gd name="connsiteY5846" fmla="*/ 1970714 h 8402012"/>
              <a:gd name="connsiteX5847" fmla="*/ 15423422 w 21052571"/>
              <a:gd name="connsiteY5847" fmla="*/ 1962646 h 8402012"/>
              <a:gd name="connsiteX5848" fmla="*/ 15422532 w 21052571"/>
              <a:gd name="connsiteY5848" fmla="*/ 1962421 h 8402012"/>
              <a:gd name="connsiteX5849" fmla="*/ 15419164 w 21052571"/>
              <a:gd name="connsiteY5849" fmla="*/ 1954316 h 8402012"/>
              <a:gd name="connsiteX5850" fmla="*/ 15418200 w 21052571"/>
              <a:gd name="connsiteY5850" fmla="*/ 1940768 h 8402012"/>
              <a:gd name="connsiteX5851" fmla="*/ 15413418 w 21052571"/>
              <a:gd name="connsiteY5851" fmla="*/ 1945853 h 8402012"/>
              <a:gd name="connsiteX5852" fmla="*/ 15374730 w 21052571"/>
              <a:gd name="connsiteY5852" fmla="*/ 1957674 h 8402012"/>
              <a:gd name="connsiteX5853" fmla="*/ 15285526 w 21052571"/>
              <a:gd name="connsiteY5853" fmla="*/ 1951226 h 8402012"/>
              <a:gd name="connsiteX5854" fmla="*/ 15259734 w 21052571"/>
              <a:gd name="connsiteY5854" fmla="*/ 1894269 h 8402012"/>
              <a:gd name="connsiteX5855" fmla="*/ 15221042 w 21052571"/>
              <a:gd name="connsiteY5855" fmla="*/ 1868478 h 8402012"/>
              <a:gd name="connsiteX5856" fmla="*/ 15163008 w 21052571"/>
              <a:gd name="connsiteY5856" fmla="*/ 1907166 h 8402012"/>
              <a:gd name="connsiteX5857" fmla="*/ 15221042 w 21052571"/>
              <a:gd name="connsiteY5857" fmla="*/ 1938330 h 8402012"/>
              <a:gd name="connsiteX5858" fmla="*/ 14194678 w 21052571"/>
              <a:gd name="connsiteY5858" fmla="*/ 1791103 h 8402012"/>
              <a:gd name="connsiteX5859" fmla="*/ 14233368 w 21052571"/>
              <a:gd name="connsiteY5859" fmla="*/ 1714803 h 8402012"/>
              <a:gd name="connsiteX5860" fmla="*/ 13803477 w 21052571"/>
              <a:gd name="connsiteY5860" fmla="*/ 1663219 h 8402012"/>
              <a:gd name="connsiteX5861" fmla="*/ 13848616 w 21052571"/>
              <a:gd name="connsiteY5861" fmla="*/ 1598740 h 8402012"/>
              <a:gd name="connsiteX5862" fmla="*/ 13738994 w 21052571"/>
              <a:gd name="connsiteY5862" fmla="*/ 1598740 h 8402012"/>
              <a:gd name="connsiteX5863" fmla="*/ 13719649 w 21052571"/>
              <a:gd name="connsiteY5863" fmla="*/ 1535335 h 8402012"/>
              <a:gd name="connsiteX5864" fmla="*/ 13643343 w 21052571"/>
              <a:gd name="connsiteY5864" fmla="*/ 1496648 h 8402012"/>
              <a:gd name="connsiteX5865" fmla="*/ 13603847 w 21052571"/>
              <a:gd name="connsiteY5865" fmla="*/ 1470856 h 8402012"/>
              <a:gd name="connsiteX5866" fmla="*/ 13600816 w 21052571"/>
              <a:gd name="connsiteY5866" fmla="*/ 1469093 h 8402012"/>
              <a:gd name="connsiteX5867" fmla="*/ 13603909 w 21052571"/>
              <a:gd name="connsiteY5867" fmla="*/ 1483018 h 8402012"/>
              <a:gd name="connsiteX5868" fmla="*/ 13593245 w 21052571"/>
              <a:gd name="connsiteY5868" fmla="*/ 1477398 h 8402012"/>
              <a:gd name="connsiteX5869" fmla="*/ 13596527 w 21052571"/>
              <a:gd name="connsiteY5869" fmla="*/ 1468569 h 8402012"/>
              <a:gd name="connsiteX5870" fmla="*/ 13597619 w 21052571"/>
              <a:gd name="connsiteY5870" fmla="*/ 1467233 h 8402012"/>
              <a:gd name="connsiteX5871" fmla="*/ 13559514 w 21052571"/>
              <a:gd name="connsiteY5871" fmla="*/ 1445064 h 8402012"/>
              <a:gd name="connsiteX5872" fmla="*/ 13572411 w 21052571"/>
              <a:gd name="connsiteY5872" fmla="*/ 1477304 h 8402012"/>
              <a:gd name="connsiteX5873" fmla="*/ 13598205 w 21052571"/>
              <a:gd name="connsiteY5873" fmla="*/ 1483753 h 8402012"/>
              <a:gd name="connsiteX5874" fmla="*/ 13598205 w 21052571"/>
              <a:gd name="connsiteY5874" fmla="*/ 1540708 h 8402012"/>
              <a:gd name="connsiteX5875" fmla="*/ 13302654 w 21052571"/>
              <a:gd name="connsiteY5875" fmla="*/ 1509543 h 8402012"/>
              <a:gd name="connsiteX5876" fmla="*/ 13520824 w 21052571"/>
              <a:gd name="connsiteY5876" fmla="*/ 1477304 h 8402012"/>
              <a:gd name="connsiteX5877" fmla="*/ 13540169 w 21052571"/>
              <a:gd name="connsiteY5877" fmla="*/ 1412826 h 8402012"/>
              <a:gd name="connsiteX5878" fmla="*/ 13591756 w 21052571"/>
              <a:gd name="connsiteY5878" fmla="*/ 1419273 h 8402012"/>
              <a:gd name="connsiteX5879" fmla="*/ 13656240 w 21052571"/>
              <a:gd name="connsiteY5879" fmla="*/ 1387034 h 8402012"/>
              <a:gd name="connsiteX5880" fmla="*/ 13200555 w 21052571"/>
              <a:gd name="connsiteY5880" fmla="*/ 1374138 h 8402012"/>
              <a:gd name="connsiteX5881" fmla="*/ 12777113 w 21052571"/>
              <a:gd name="connsiteY5881" fmla="*/ 1477304 h 8402012"/>
              <a:gd name="connsiteX5882" fmla="*/ 12898557 w 21052571"/>
              <a:gd name="connsiteY5882" fmla="*/ 1509543 h 8402012"/>
              <a:gd name="connsiteX5883" fmla="*/ 12892109 w 21052571"/>
              <a:gd name="connsiteY5883" fmla="*/ 1572949 h 8402012"/>
              <a:gd name="connsiteX5884" fmla="*/ 12848045 w 21052571"/>
              <a:gd name="connsiteY5884" fmla="*/ 1579396 h 8402012"/>
              <a:gd name="connsiteX5885" fmla="*/ 12898557 w 21052571"/>
              <a:gd name="connsiteY5885" fmla="*/ 1669667 h 8402012"/>
              <a:gd name="connsiteX5886" fmla="*/ 12822251 w 21052571"/>
              <a:gd name="connsiteY5886" fmla="*/ 1689010 h 8402012"/>
              <a:gd name="connsiteX5887" fmla="*/ 12744871 w 21052571"/>
              <a:gd name="connsiteY5887" fmla="*/ 1727698 h 8402012"/>
              <a:gd name="connsiteX5888" fmla="*/ 12629875 w 21052571"/>
              <a:gd name="connsiteY5888" fmla="*/ 1740594 h 8402012"/>
              <a:gd name="connsiteX5889" fmla="*/ 12526701 w 21052571"/>
              <a:gd name="connsiteY5889" fmla="*/ 1745967 h 8402012"/>
              <a:gd name="connsiteX5890" fmla="*/ 12302083 w 21052571"/>
              <a:gd name="connsiteY5890" fmla="*/ 1778207 h 8402012"/>
              <a:gd name="connsiteX5891" fmla="*/ 12077465 w 21052571"/>
              <a:gd name="connsiteY5891" fmla="*/ 1816895 h 8402012"/>
              <a:gd name="connsiteX5892" fmla="*/ 11988263 w 21052571"/>
              <a:gd name="connsiteY5892" fmla="*/ 1849134 h 8402012"/>
              <a:gd name="connsiteX5893" fmla="*/ 11897986 w 21052571"/>
              <a:gd name="connsiteY5893" fmla="*/ 1862030 h 8402012"/>
              <a:gd name="connsiteX5894" fmla="*/ 11699161 w 21052571"/>
              <a:gd name="connsiteY5894" fmla="*/ 1920063 h 8402012"/>
              <a:gd name="connsiteX5895" fmla="*/ 11635752 w 21052571"/>
              <a:gd name="connsiteY5895" fmla="*/ 1920063 h 8402012"/>
              <a:gd name="connsiteX5896" fmla="*/ 11635483 w 21052571"/>
              <a:gd name="connsiteY5896" fmla="*/ 1919987 h 8402012"/>
              <a:gd name="connsiteX5897" fmla="*/ 11616508 w 21052571"/>
              <a:gd name="connsiteY5897" fmla="*/ 1914622 h 8402012"/>
              <a:gd name="connsiteX5898" fmla="*/ 11564820 w 21052571"/>
              <a:gd name="connsiteY5898" fmla="*/ 1920063 h 8402012"/>
              <a:gd name="connsiteX5899" fmla="*/ 11692713 w 21052571"/>
              <a:gd name="connsiteY5899" fmla="*/ 1989913 h 8402012"/>
              <a:gd name="connsiteX5900" fmla="*/ 11019934 w 21052571"/>
              <a:gd name="connsiteY5900" fmla="*/ 2195172 h 8402012"/>
              <a:gd name="connsiteX5901" fmla="*/ 10692142 w 21052571"/>
              <a:gd name="connsiteY5901" fmla="*/ 2311236 h 8402012"/>
              <a:gd name="connsiteX5902" fmla="*/ 10538456 w 21052571"/>
              <a:gd name="connsiteY5902" fmla="*/ 2393980 h 8402012"/>
              <a:gd name="connsiteX5903" fmla="*/ 10468598 w 21052571"/>
              <a:gd name="connsiteY5903" fmla="*/ 2406870 h 8402012"/>
              <a:gd name="connsiteX5904" fmla="*/ 10449253 w 21052571"/>
              <a:gd name="connsiteY5904" fmla="*/ 2464911 h 8402012"/>
              <a:gd name="connsiteX5905" fmla="*/ 11070446 w 21052571"/>
              <a:gd name="connsiteY5905" fmla="*/ 2246753 h 8402012"/>
              <a:gd name="connsiteX5906" fmla="*/ 11070446 w 21052571"/>
              <a:gd name="connsiteY5906" fmla="*/ 2311236 h 8402012"/>
              <a:gd name="connsiteX5907" fmla="*/ 11545475 w 21052571"/>
              <a:gd name="connsiteY5907" fmla="*/ 2169380 h 8402012"/>
              <a:gd name="connsiteX5908" fmla="*/ 11763645 w 21052571"/>
              <a:gd name="connsiteY5908" fmla="*/ 2156485 h 8402012"/>
              <a:gd name="connsiteX5909" fmla="*/ 11815232 w 21052571"/>
              <a:gd name="connsiteY5909" fmla="*/ 2125320 h 8402012"/>
              <a:gd name="connsiteX5910" fmla="*/ 11846399 w 21052571"/>
              <a:gd name="connsiteY5910" fmla="*/ 2080184 h 8402012"/>
              <a:gd name="connsiteX5911" fmla="*/ 11943124 w 21052571"/>
              <a:gd name="connsiteY5911" fmla="*/ 2099528 h 8402012"/>
              <a:gd name="connsiteX5912" fmla="*/ 11968918 w 21052571"/>
              <a:gd name="connsiteY5912" fmla="*/ 2125320 h 8402012"/>
              <a:gd name="connsiteX5913" fmla="*/ 12026953 w 21052571"/>
              <a:gd name="connsiteY5913" fmla="*/ 2125320 h 8402012"/>
              <a:gd name="connsiteX5914" fmla="*/ 12033401 w 21052571"/>
              <a:gd name="connsiteY5914" fmla="*/ 2099528 h 8402012"/>
              <a:gd name="connsiteX5915" fmla="*/ 12058120 w 21052571"/>
              <a:gd name="connsiteY5915" fmla="*/ 2086632 h 8402012"/>
              <a:gd name="connsiteX5916" fmla="*/ 12116155 w 21052571"/>
              <a:gd name="connsiteY5916" fmla="*/ 2086632 h 8402012"/>
              <a:gd name="connsiteX5917" fmla="*/ 12212881 w 21052571"/>
              <a:gd name="connsiteY5917" fmla="*/ 2035049 h 8402012"/>
              <a:gd name="connsiteX5918" fmla="*/ 12135501 w 21052571"/>
              <a:gd name="connsiteY5918" fmla="*/ 1907166 h 8402012"/>
              <a:gd name="connsiteX5919" fmla="*/ 12129052 w 21052571"/>
              <a:gd name="connsiteY5919" fmla="*/ 1849134 h 8402012"/>
              <a:gd name="connsiteX5920" fmla="*/ 12431051 w 21052571"/>
              <a:gd name="connsiteY5920" fmla="*/ 1829790 h 8402012"/>
              <a:gd name="connsiteX5921" fmla="*/ 12276290 w 21052571"/>
              <a:gd name="connsiteY5921" fmla="*/ 1868478 h 8402012"/>
              <a:gd name="connsiteX5922" fmla="*/ 12353670 w 21052571"/>
              <a:gd name="connsiteY5922" fmla="*/ 1920063 h 8402012"/>
              <a:gd name="connsiteX5923" fmla="*/ 12276290 w 21052571"/>
              <a:gd name="connsiteY5923" fmla="*/ 1983465 h 8402012"/>
              <a:gd name="connsiteX5924" fmla="*/ 12327877 w 21052571"/>
              <a:gd name="connsiteY5924" fmla="*/ 2041497 h 8402012"/>
              <a:gd name="connsiteX5925" fmla="*/ 12623427 w 21052571"/>
              <a:gd name="connsiteY5925" fmla="*/ 2002809 h 8402012"/>
              <a:gd name="connsiteX5926" fmla="*/ 12802906 w 21052571"/>
              <a:gd name="connsiteY5926" fmla="*/ 1989913 h 8402012"/>
              <a:gd name="connsiteX5927" fmla="*/ 13001731 w 21052571"/>
              <a:gd name="connsiteY5927" fmla="*/ 1977018 h 8402012"/>
              <a:gd name="connsiteX5928" fmla="*/ 13103830 w 21052571"/>
              <a:gd name="connsiteY5928" fmla="*/ 1977018 h 8402012"/>
              <a:gd name="connsiteX5929" fmla="*/ 13168314 w 21052571"/>
              <a:gd name="connsiteY5929" fmla="*/ 1970570 h 8402012"/>
              <a:gd name="connsiteX5930" fmla="*/ 13174762 w 21052571"/>
              <a:gd name="connsiteY5930" fmla="*/ 2002809 h 8402012"/>
              <a:gd name="connsiteX5931" fmla="*/ 13123175 w 21052571"/>
              <a:gd name="connsiteY5931" fmla="*/ 2002809 h 8402012"/>
              <a:gd name="connsiteX5932" fmla="*/ 13213452 w 21052571"/>
              <a:gd name="connsiteY5932" fmla="*/ 2054393 h 8402012"/>
              <a:gd name="connsiteX5933" fmla="*/ 13252142 w 21052571"/>
              <a:gd name="connsiteY5933" fmla="*/ 2073737 h 8402012"/>
              <a:gd name="connsiteX5934" fmla="*/ 13309103 w 21052571"/>
              <a:gd name="connsiteY5934" fmla="*/ 2086632 h 8402012"/>
              <a:gd name="connsiteX5935" fmla="*/ 13399380 w 21052571"/>
              <a:gd name="connsiteY5935" fmla="*/ 2067288 h 8402012"/>
              <a:gd name="connsiteX5936" fmla="*/ 13470312 w 21052571"/>
              <a:gd name="connsiteY5936" fmla="*/ 2054393 h 8402012"/>
              <a:gd name="connsiteX5937" fmla="*/ 13617550 w 21052571"/>
              <a:gd name="connsiteY5937" fmla="*/ 2035049 h 8402012"/>
              <a:gd name="connsiteX5938" fmla="*/ 13572411 w 21052571"/>
              <a:gd name="connsiteY5938" fmla="*/ 1970570 h 8402012"/>
              <a:gd name="connsiteX5939" fmla="*/ 13675585 w 21052571"/>
              <a:gd name="connsiteY5939" fmla="*/ 1983465 h 8402012"/>
              <a:gd name="connsiteX5940" fmla="*/ 13636895 w 21052571"/>
              <a:gd name="connsiteY5940" fmla="*/ 2015705 h 8402012"/>
              <a:gd name="connsiteX5941" fmla="*/ 13675585 w 21052571"/>
              <a:gd name="connsiteY5941" fmla="*/ 2060841 h 8402012"/>
              <a:gd name="connsiteX5942" fmla="*/ 13713200 w 21052571"/>
              <a:gd name="connsiteY5942" fmla="*/ 2035049 h 8402012"/>
              <a:gd name="connsiteX5943" fmla="*/ 13751891 w 21052571"/>
              <a:gd name="connsiteY5943" fmla="*/ 2060841 h 8402012"/>
              <a:gd name="connsiteX5944" fmla="*/ 13797029 w 21052571"/>
              <a:gd name="connsiteY5944" fmla="*/ 2067288 h 8402012"/>
              <a:gd name="connsiteX5945" fmla="*/ 13777684 w 21052571"/>
              <a:gd name="connsiteY5945" fmla="*/ 2093081 h 8402012"/>
              <a:gd name="connsiteX5946" fmla="*/ 13680959 w 21052571"/>
              <a:gd name="connsiteY5946" fmla="*/ 2099528 h 8402012"/>
              <a:gd name="connsiteX5947" fmla="*/ 13444518 w 21052571"/>
              <a:gd name="connsiteY5947" fmla="*/ 2112430 h 8402012"/>
              <a:gd name="connsiteX5948" fmla="*/ 13328448 w 21052571"/>
              <a:gd name="connsiteY5948" fmla="*/ 2118874 h 8402012"/>
              <a:gd name="connsiteX5949" fmla="*/ 13239246 w 21052571"/>
              <a:gd name="connsiteY5949" fmla="*/ 2151111 h 8402012"/>
              <a:gd name="connsiteX5950" fmla="*/ 13322000 w 21052571"/>
              <a:gd name="connsiteY5950" fmla="*/ 2195172 h 8402012"/>
              <a:gd name="connsiteX5951" fmla="*/ 13284384 w 21052571"/>
              <a:gd name="connsiteY5951" fmla="*/ 2220961 h 8402012"/>
              <a:gd name="connsiteX5952" fmla="*/ 13207004 w 21052571"/>
              <a:gd name="connsiteY5952" fmla="*/ 2220961 h 8402012"/>
              <a:gd name="connsiteX5953" fmla="*/ 13181210 w 21052571"/>
              <a:gd name="connsiteY5953" fmla="*/ 2151111 h 8402012"/>
              <a:gd name="connsiteX5954" fmla="*/ 12859867 w 21052571"/>
              <a:gd name="connsiteY5954" fmla="*/ 2188728 h 8402012"/>
              <a:gd name="connsiteX5955" fmla="*/ 12693284 w 21052571"/>
              <a:gd name="connsiteY5955" fmla="*/ 2208069 h 8402012"/>
              <a:gd name="connsiteX5956" fmla="*/ 12597633 w 21052571"/>
              <a:gd name="connsiteY5956" fmla="*/ 2240307 h 8402012"/>
              <a:gd name="connsiteX5957" fmla="*/ 12591185 w 21052571"/>
              <a:gd name="connsiteY5957" fmla="*/ 2311236 h 8402012"/>
              <a:gd name="connsiteX5958" fmla="*/ 12546046 w 21052571"/>
              <a:gd name="connsiteY5958" fmla="*/ 2324131 h 8402012"/>
              <a:gd name="connsiteX5959" fmla="*/ 12385912 w 21052571"/>
              <a:gd name="connsiteY5959" fmla="*/ 2343474 h 8402012"/>
              <a:gd name="connsiteX5960" fmla="*/ 12071017 w 21052571"/>
              <a:gd name="connsiteY5960" fmla="*/ 2406870 h 8402012"/>
              <a:gd name="connsiteX5961" fmla="*/ 11430479 w 21052571"/>
              <a:gd name="connsiteY5961" fmla="*/ 2561628 h 8402012"/>
              <a:gd name="connsiteX5962" fmla="*/ 11141378 w 21052571"/>
              <a:gd name="connsiteY5962" fmla="*/ 2618587 h 8402012"/>
              <a:gd name="connsiteX5963" fmla="*/ 11089791 w 21052571"/>
              <a:gd name="connsiteY5963" fmla="*/ 2631480 h 8402012"/>
              <a:gd name="connsiteX5964" fmla="*/ 11070446 w 21052571"/>
              <a:gd name="connsiteY5964" fmla="*/ 2689511 h 8402012"/>
              <a:gd name="connsiteX5965" fmla="*/ 10961898 w 21052571"/>
              <a:gd name="connsiteY5965" fmla="*/ 2676615 h 8402012"/>
              <a:gd name="connsiteX5966" fmla="*/ 10961898 w 21052571"/>
              <a:gd name="connsiteY5966" fmla="*/ 2741094 h 8402012"/>
              <a:gd name="connsiteX5967" fmla="*/ 10750177 w 21052571"/>
              <a:gd name="connsiteY5967" fmla="*/ 2785149 h 8402012"/>
              <a:gd name="connsiteX5968" fmla="*/ 10916760 w 21052571"/>
              <a:gd name="connsiteY5968" fmla="*/ 2752914 h 8402012"/>
              <a:gd name="connsiteX5969" fmla="*/ 11070446 w 21052571"/>
              <a:gd name="connsiteY5969" fmla="*/ 2715302 h 8402012"/>
              <a:gd name="connsiteX5970" fmla="*/ 11398238 w 21052571"/>
              <a:gd name="connsiteY5970" fmla="*/ 2650824 h 8402012"/>
              <a:gd name="connsiteX5971" fmla="*/ 12071017 w 21052571"/>
              <a:gd name="connsiteY5971" fmla="*/ 2497149 h 8402012"/>
              <a:gd name="connsiteX5972" fmla="*/ 12090362 w 21052571"/>
              <a:gd name="connsiteY5972" fmla="*/ 2554106 h 8402012"/>
              <a:gd name="connsiteX5973" fmla="*/ 12090362 w 21052571"/>
              <a:gd name="connsiteY5973" fmla="*/ 2497149 h 8402012"/>
              <a:gd name="connsiteX5974" fmla="*/ 12135501 w 21052571"/>
              <a:gd name="connsiteY5974" fmla="*/ 2484256 h 8402012"/>
              <a:gd name="connsiteX5975" fmla="*/ 12206433 w 21052571"/>
              <a:gd name="connsiteY5975" fmla="*/ 2477804 h 8402012"/>
              <a:gd name="connsiteX5976" fmla="*/ 12187087 w 21052571"/>
              <a:gd name="connsiteY5976" fmla="*/ 2510046 h 8402012"/>
              <a:gd name="connsiteX5977" fmla="*/ 12219329 w 21052571"/>
              <a:gd name="connsiteY5977" fmla="*/ 2522941 h 8402012"/>
              <a:gd name="connsiteX5978" fmla="*/ 12340773 w 21052571"/>
              <a:gd name="connsiteY5978" fmla="*/ 2432672 h 8402012"/>
              <a:gd name="connsiteX5979" fmla="*/ 12565391 w 21052571"/>
              <a:gd name="connsiteY5979" fmla="*/ 2387533 h 8402012"/>
              <a:gd name="connsiteX5980" fmla="*/ 12654594 w 21052571"/>
              <a:gd name="connsiteY5980" fmla="*/ 2374638 h 8402012"/>
              <a:gd name="connsiteX5981" fmla="*/ 12719078 w 21052571"/>
              <a:gd name="connsiteY5981" fmla="*/ 2400427 h 8402012"/>
              <a:gd name="connsiteX5982" fmla="*/ 12950144 w 21052571"/>
              <a:gd name="connsiteY5982" fmla="*/ 2374638 h 8402012"/>
              <a:gd name="connsiteX5983" fmla="*/ 13880858 w 21052571"/>
              <a:gd name="connsiteY5983" fmla="*/ 2337027 h 8402012"/>
              <a:gd name="connsiteX5984" fmla="*/ 13803477 w 21052571"/>
              <a:gd name="connsiteY5984" fmla="*/ 2348847 h 8402012"/>
              <a:gd name="connsiteX5985" fmla="*/ 13822823 w 21052571"/>
              <a:gd name="connsiteY5985" fmla="*/ 2381086 h 8402012"/>
              <a:gd name="connsiteX5986" fmla="*/ 13732545 w 21052571"/>
              <a:gd name="connsiteY5986" fmla="*/ 2445566 h 8402012"/>
              <a:gd name="connsiteX5987" fmla="*/ 13694930 w 21052571"/>
              <a:gd name="connsiteY5987" fmla="*/ 2497149 h 8402012"/>
              <a:gd name="connsiteX5988" fmla="*/ 13738994 w 21052571"/>
              <a:gd name="connsiteY5988" fmla="*/ 2471358 h 8402012"/>
              <a:gd name="connsiteX5989" fmla="*/ 13784132 w 21052571"/>
              <a:gd name="connsiteY5989" fmla="*/ 2497149 h 8402012"/>
              <a:gd name="connsiteX5990" fmla="*/ 13848616 w 21052571"/>
              <a:gd name="connsiteY5990" fmla="*/ 2471358 h 8402012"/>
              <a:gd name="connsiteX5991" fmla="*/ 13867961 w 21052571"/>
              <a:gd name="connsiteY5991" fmla="*/ 2381086 h 8402012"/>
              <a:gd name="connsiteX5992" fmla="*/ 13893755 w 21052571"/>
              <a:gd name="connsiteY5992" fmla="*/ 2361740 h 8402012"/>
              <a:gd name="connsiteX5993" fmla="*/ 13905577 w 21052571"/>
              <a:gd name="connsiteY5993" fmla="*/ 2317683 h 8402012"/>
              <a:gd name="connsiteX5994" fmla="*/ 13976509 w 21052571"/>
              <a:gd name="connsiteY5994" fmla="*/ 2304791 h 8402012"/>
              <a:gd name="connsiteX5995" fmla="*/ 14099027 w 21052571"/>
              <a:gd name="connsiteY5995" fmla="*/ 2291889 h 8402012"/>
              <a:gd name="connsiteX5996" fmla="*/ 14201127 w 21052571"/>
              <a:gd name="connsiteY5996" fmla="*/ 2285443 h 8402012"/>
              <a:gd name="connsiteX5997" fmla="*/ 14212411 w 21052571"/>
              <a:gd name="connsiteY5997" fmla="*/ 2324803 h 8402012"/>
              <a:gd name="connsiteX5998" fmla="*/ 14213855 w 21052571"/>
              <a:gd name="connsiteY5998" fmla="*/ 2363672 h 8402012"/>
              <a:gd name="connsiteX5999" fmla="*/ 14217894 w 21052571"/>
              <a:gd name="connsiteY5999" fmla="*/ 2366503 h 8402012"/>
              <a:gd name="connsiteX6000" fmla="*/ 14199932 w 21052571"/>
              <a:gd name="connsiteY6000" fmla="*/ 2366503 h 8402012"/>
              <a:gd name="connsiteX6001" fmla="*/ 14204446 w 21052571"/>
              <a:gd name="connsiteY6001" fmla="*/ 2363340 h 8402012"/>
              <a:gd name="connsiteX6002" fmla="*/ 14169506 w 21052571"/>
              <a:gd name="connsiteY6002" fmla="*/ 2345640 h 8402012"/>
              <a:gd name="connsiteX6003" fmla="*/ 14034544 w 21052571"/>
              <a:gd name="connsiteY6003" fmla="*/ 2337027 h 8402012"/>
              <a:gd name="connsiteX6004" fmla="*/ 14110849 w 21052571"/>
              <a:gd name="connsiteY6004" fmla="*/ 2368190 h 8402012"/>
              <a:gd name="connsiteX6005" fmla="*/ 14073234 w 21052571"/>
              <a:gd name="connsiteY6005" fmla="*/ 2419778 h 8402012"/>
              <a:gd name="connsiteX6006" fmla="*/ 14015199 w 21052571"/>
              <a:gd name="connsiteY6006" fmla="*/ 2497149 h 8402012"/>
              <a:gd name="connsiteX6007" fmla="*/ 14073234 w 21052571"/>
              <a:gd name="connsiteY6007" fmla="*/ 2522941 h 8402012"/>
              <a:gd name="connsiteX6008" fmla="*/ 14091504 w 21052571"/>
              <a:gd name="connsiteY6008" fmla="*/ 2464911 h 8402012"/>
              <a:gd name="connsiteX6009" fmla="*/ 14130195 w 21052571"/>
              <a:gd name="connsiteY6009" fmla="*/ 2529389 h 8402012"/>
              <a:gd name="connsiteX6010" fmla="*/ 14188230 w 21052571"/>
              <a:gd name="connsiteY6010" fmla="*/ 2497149 h 8402012"/>
              <a:gd name="connsiteX6011" fmla="*/ 14143091 w 21052571"/>
              <a:gd name="connsiteY6011" fmla="*/ 2497149 h 8402012"/>
              <a:gd name="connsiteX6012" fmla="*/ 14143091 w 21052571"/>
              <a:gd name="connsiteY6012" fmla="*/ 2432672 h 8402012"/>
              <a:gd name="connsiteX6013" fmla="*/ 14259162 w 21052571"/>
              <a:gd name="connsiteY6013" fmla="*/ 2477804 h 8402012"/>
              <a:gd name="connsiteX6014" fmla="*/ 14233368 w 21052571"/>
              <a:gd name="connsiteY6014" fmla="*/ 2522941 h 8402012"/>
              <a:gd name="connsiteX6015" fmla="*/ 14278507 w 21052571"/>
              <a:gd name="connsiteY6015" fmla="*/ 2542284 h 8402012"/>
              <a:gd name="connsiteX6016" fmla="*/ 14284955 w 21052571"/>
              <a:gd name="connsiteY6016" fmla="*/ 2464911 h 8402012"/>
              <a:gd name="connsiteX6017" fmla="*/ 14348364 w 21052571"/>
              <a:gd name="connsiteY6017" fmla="*/ 2458463 h 8402012"/>
              <a:gd name="connsiteX6018" fmla="*/ 14374158 w 21052571"/>
              <a:gd name="connsiteY6018" fmla="*/ 2484256 h 8402012"/>
              <a:gd name="connsiteX6019" fmla="*/ 14316122 w 21052571"/>
              <a:gd name="connsiteY6019" fmla="*/ 2497149 h 8402012"/>
              <a:gd name="connsiteX6020" fmla="*/ 14322571 w 21052571"/>
              <a:gd name="connsiteY6020" fmla="*/ 2554106 h 8402012"/>
              <a:gd name="connsiteX6021" fmla="*/ 14534292 w 21052571"/>
              <a:gd name="connsiteY6021" fmla="*/ 2547657 h 8402012"/>
              <a:gd name="connsiteX6022" fmla="*/ 14393503 w 21052571"/>
              <a:gd name="connsiteY6022" fmla="*/ 2510046 h 8402012"/>
              <a:gd name="connsiteX6023" fmla="*/ 14637466 w 21052571"/>
              <a:gd name="connsiteY6023" fmla="*/ 2510046 h 8402012"/>
              <a:gd name="connsiteX6024" fmla="*/ 14579431 w 21052571"/>
              <a:gd name="connsiteY6024" fmla="*/ 2605690 h 8402012"/>
              <a:gd name="connsiteX6025" fmla="*/ 14637466 w 21052571"/>
              <a:gd name="connsiteY6025" fmla="*/ 2644376 h 8402012"/>
              <a:gd name="connsiteX6026" fmla="*/ 14079682 w 21052571"/>
              <a:gd name="connsiteY6026" fmla="*/ 2561628 h 8402012"/>
              <a:gd name="connsiteX6027" fmla="*/ 13809926 w 21052571"/>
              <a:gd name="connsiteY6027" fmla="*/ 2535836 h 8402012"/>
              <a:gd name="connsiteX6028" fmla="*/ 13700304 w 21052571"/>
              <a:gd name="connsiteY6028" fmla="*/ 2535836 h 8402012"/>
              <a:gd name="connsiteX6029" fmla="*/ 13688482 w 21052571"/>
              <a:gd name="connsiteY6029" fmla="*/ 2419778 h 8402012"/>
              <a:gd name="connsiteX6030" fmla="*/ 13438070 w 21052571"/>
              <a:gd name="connsiteY6030" fmla="*/ 2432672 h 8402012"/>
              <a:gd name="connsiteX6031" fmla="*/ 13499431 w 21052571"/>
              <a:gd name="connsiteY6031" fmla="*/ 2462859 h 8402012"/>
              <a:gd name="connsiteX6032" fmla="*/ 13505185 w 21052571"/>
              <a:gd name="connsiteY6032" fmla="*/ 2450516 h 8402012"/>
              <a:gd name="connsiteX6033" fmla="*/ 13516412 w 21052571"/>
              <a:gd name="connsiteY6033" fmla="*/ 2464962 h 8402012"/>
              <a:gd name="connsiteX6034" fmla="*/ 13512292 w 21052571"/>
              <a:gd name="connsiteY6034" fmla="*/ 2468496 h 8402012"/>
              <a:gd name="connsiteX6035" fmla="*/ 13538725 w 21052571"/>
              <a:gd name="connsiteY6035" fmla="*/ 2478915 h 8402012"/>
              <a:gd name="connsiteX6036" fmla="*/ 13572411 w 21052571"/>
              <a:gd name="connsiteY6036" fmla="*/ 2484256 h 8402012"/>
              <a:gd name="connsiteX6037" fmla="*/ 13636895 w 21052571"/>
              <a:gd name="connsiteY6037" fmla="*/ 2522941 h 8402012"/>
              <a:gd name="connsiteX6038" fmla="*/ 13392932 w 21052571"/>
              <a:gd name="connsiteY6038" fmla="*/ 2522941 h 8402012"/>
              <a:gd name="connsiteX6039" fmla="*/ 13399380 w 21052571"/>
              <a:gd name="connsiteY6039" fmla="*/ 2464911 h 8402012"/>
              <a:gd name="connsiteX6040" fmla="*/ 13403724 w 21052571"/>
              <a:gd name="connsiteY6040" fmla="*/ 2467517 h 8402012"/>
              <a:gd name="connsiteX6041" fmla="*/ 13403655 w 21052571"/>
              <a:gd name="connsiteY6041" fmla="*/ 2467412 h 8402012"/>
              <a:gd name="connsiteX6042" fmla="*/ 13412636 w 21052571"/>
              <a:gd name="connsiteY6042" fmla="*/ 2452532 h 8402012"/>
              <a:gd name="connsiteX6043" fmla="*/ 13413461 w 21052571"/>
              <a:gd name="connsiteY6043" fmla="*/ 2453899 h 8402012"/>
              <a:gd name="connsiteX6044" fmla="*/ 13409959 w 21052571"/>
              <a:gd name="connsiteY6044" fmla="*/ 2446573 h 8402012"/>
              <a:gd name="connsiteX6045" fmla="*/ 13380035 w 21052571"/>
              <a:gd name="connsiteY6045" fmla="*/ 2393980 h 8402012"/>
              <a:gd name="connsiteX6046" fmla="*/ 13302654 w 21052571"/>
              <a:gd name="connsiteY6046" fmla="*/ 2400427 h 8402012"/>
              <a:gd name="connsiteX6047" fmla="*/ 13252142 w 21052571"/>
              <a:gd name="connsiteY6047" fmla="*/ 2400427 h 8402012"/>
              <a:gd name="connsiteX6048" fmla="*/ 13239246 w 21052571"/>
              <a:gd name="connsiteY6048" fmla="*/ 2497149 h 8402012"/>
              <a:gd name="connsiteX6049" fmla="*/ 13284384 w 21052571"/>
              <a:gd name="connsiteY6049" fmla="*/ 2464911 h 8402012"/>
              <a:gd name="connsiteX6050" fmla="*/ 13296206 w 21052571"/>
              <a:gd name="connsiteY6050" fmla="*/ 2522941 h 8402012"/>
              <a:gd name="connsiteX6051" fmla="*/ 13200555 w 21052571"/>
              <a:gd name="connsiteY6051" fmla="*/ 2510046 h 8402012"/>
              <a:gd name="connsiteX6052" fmla="*/ 13213452 w 21052571"/>
              <a:gd name="connsiteY6052" fmla="*/ 2452014 h 8402012"/>
              <a:gd name="connsiteX6053" fmla="*/ 13174762 w 21052571"/>
              <a:gd name="connsiteY6053" fmla="*/ 2406870 h 8402012"/>
              <a:gd name="connsiteX6054" fmla="*/ 13090933 w 21052571"/>
              <a:gd name="connsiteY6054" fmla="*/ 2426225 h 8402012"/>
              <a:gd name="connsiteX6055" fmla="*/ 12892109 w 21052571"/>
              <a:gd name="connsiteY6055" fmla="*/ 2464911 h 8402012"/>
              <a:gd name="connsiteX6056" fmla="*/ 12680387 w 21052571"/>
              <a:gd name="connsiteY6056" fmla="*/ 2484256 h 8402012"/>
              <a:gd name="connsiteX6057" fmla="*/ 12500908 w 21052571"/>
              <a:gd name="connsiteY6057" fmla="*/ 2535836 h 8402012"/>
              <a:gd name="connsiteX6058" fmla="*/ 12546046 w 21052571"/>
              <a:gd name="connsiteY6058" fmla="*/ 2566999 h 8402012"/>
              <a:gd name="connsiteX6059" fmla="*/ 12526701 w 21052571"/>
              <a:gd name="connsiteY6059" fmla="*/ 2599243 h 8402012"/>
              <a:gd name="connsiteX6060" fmla="*/ 13675585 w 21052571"/>
              <a:gd name="connsiteY6060" fmla="*/ 2612137 h 8402012"/>
              <a:gd name="connsiteX6061" fmla="*/ 13483209 w 21052571"/>
              <a:gd name="connsiteY6061" fmla="*/ 2631480 h 8402012"/>
              <a:gd name="connsiteX6062" fmla="*/ 13405828 w 21052571"/>
              <a:gd name="connsiteY6062" fmla="*/ 2644376 h 8402012"/>
              <a:gd name="connsiteX6063" fmla="*/ 13392932 w 21052571"/>
              <a:gd name="connsiteY6063" fmla="*/ 2708855 h 8402012"/>
              <a:gd name="connsiteX6064" fmla="*/ 13598205 w 21052571"/>
              <a:gd name="connsiteY6064" fmla="*/ 2689511 h 8402012"/>
              <a:gd name="connsiteX6065" fmla="*/ 13675585 w 21052571"/>
              <a:gd name="connsiteY6065" fmla="*/ 2657271 h 8402012"/>
              <a:gd name="connsiteX6066" fmla="*/ 13764787 w 21052571"/>
              <a:gd name="connsiteY6066" fmla="*/ 2612137 h 8402012"/>
              <a:gd name="connsiteX6067" fmla="*/ 13867961 w 21052571"/>
              <a:gd name="connsiteY6067" fmla="*/ 2605690 h 8402012"/>
              <a:gd name="connsiteX6068" fmla="*/ 13950715 w 21052571"/>
              <a:gd name="connsiteY6068" fmla="*/ 2618587 h 8402012"/>
              <a:gd name="connsiteX6069" fmla="*/ 13893755 w 21052571"/>
              <a:gd name="connsiteY6069" fmla="*/ 2644376 h 8402012"/>
              <a:gd name="connsiteX6070" fmla="*/ 13829271 w 21052571"/>
              <a:gd name="connsiteY6070" fmla="*/ 2644376 h 8402012"/>
              <a:gd name="connsiteX6071" fmla="*/ 13732545 w 21052571"/>
              <a:gd name="connsiteY6071" fmla="*/ 2670168 h 8402012"/>
              <a:gd name="connsiteX6072" fmla="*/ 13764787 w 21052571"/>
              <a:gd name="connsiteY6072" fmla="*/ 2702408 h 8402012"/>
              <a:gd name="connsiteX6073" fmla="*/ 13874409 w 21052571"/>
              <a:gd name="connsiteY6073" fmla="*/ 2695958 h 8402012"/>
              <a:gd name="connsiteX6074" fmla="*/ 14110849 w 21052571"/>
              <a:gd name="connsiteY6074" fmla="*/ 2676615 h 8402012"/>
              <a:gd name="connsiteX6075" fmla="*/ 14110849 w 21052571"/>
              <a:gd name="connsiteY6075" fmla="*/ 2741094 h 8402012"/>
              <a:gd name="connsiteX6076" fmla="*/ 14155988 w 21052571"/>
              <a:gd name="connsiteY6076" fmla="*/ 2741094 h 8402012"/>
              <a:gd name="connsiteX6077" fmla="*/ 14246265 w 21052571"/>
              <a:gd name="connsiteY6077" fmla="*/ 2747539 h 8402012"/>
              <a:gd name="connsiteX6078" fmla="*/ 14425745 w 21052571"/>
              <a:gd name="connsiteY6078" fmla="*/ 2752914 h 8402012"/>
              <a:gd name="connsiteX6079" fmla="*/ 14592327 w 21052571"/>
              <a:gd name="connsiteY6079" fmla="*/ 2766883 h 8402012"/>
              <a:gd name="connsiteX6080" fmla="*/ 14637466 w 21052571"/>
              <a:gd name="connsiteY6080" fmla="*/ 2830301 h 8402012"/>
              <a:gd name="connsiteX6081" fmla="*/ 14326333 w 21052571"/>
              <a:gd name="connsiteY6081" fmla="*/ 2801257 h 8402012"/>
              <a:gd name="connsiteX6082" fmla="*/ 14262063 w 21052571"/>
              <a:gd name="connsiteY6082" fmla="*/ 2796778 h 8402012"/>
              <a:gd name="connsiteX6083" fmla="*/ 14275019 w 21052571"/>
              <a:gd name="connsiteY6083" fmla="*/ 2805263 h 8402012"/>
              <a:gd name="connsiteX6084" fmla="*/ 14279510 w 21052571"/>
              <a:gd name="connsiteY6084" fmla="*/ 2828558 h 8402012"/>
              <a:gd name="connsiteX6085" fmla="*/ 14266038 w 21052571"/>
              <a:gd name="connsiteY6085" fmla="*/ 2819735 h 8402012"/>
              <a:gd name="connsiteX6086" fmla="*/ 14261607 w 21052571"/>
              <a:gd name="connsiteY6086" fmla="*/ 2796747 h 8402012"/>
              <a:gd name="connsiteX6087" fmla="*/ 14170161 w 21052571"/>
              <a:gd name="connsiteY6087" fmla="*/ 2790378 h 8402012"/>
              <a:gd name="connsiteX6088" fmla="*/ 14015199 w 21052571"/>
              <a:gd name="connsiteY6088" fmla="*/ 2772256 h 8402012"/>
              <a:gd name="connsiteX6089" fmla="*/ 13758339 w 21052571"/>
              <a:gd name="connsiteY6089" fmla="*/ 2785149 h 8402012"/>
              <a:gd name="connsiteX6090" fmla="*/ 13713200 w 21052571"/>
              <a:gd name="connsiteY6090" fmla="*/ 2766883 h 8402012"/>
              <a:gd name="connsiteX6091" fmla="*/ 13662688 w 21052571"/>
              <a:gd name="connsiteY6091" fmla="*/ 2752914 h 8402012"/>
              <a:gd name="connsiteX6092" fmla="*/ 13598205 w 21052571"/>
              <a:gd name="connsiteY6092" fmla="*/ 2798035 h 8402012"/>
              <a:gd name="connsiteX6093" fmla="*/ 13572411 w 21052571"/>
              <a:gd name="connsiteY6093" fmla="*/ 2741094 h 8402012"/>
              <a:gd name="connsiteX6094" fmla="*/ 13431622 w 21052571"/>
              <a:gd name="connsiteY6094" fmla="*/ 2798035 h 8402012"/>
              <a:gd name="connsiteX6095" fmla="*/ 13239246 w 21052571"/>
              <a:gd name="connsiteY6095" fmla="*/ 2785149 h 8402012"/>
              <a:gd name="connsiteX6096" fmla="*/ 13252142 w 21052571"/>
              <a:gd name="connsiteY6096" fmla="*/ 2772256 h 8402012"/>
              <a:gd name="connsiteX6097" fmla="*/ 13194107 w 21052571"/>
              <a:gd name="connsiteY6097" fmla="*/ 2766883 h 8402012"/>
              <a:gd name="connsiteX6098" fmla="*/ 13103830 w 21052571"/>
              <a:gd name="connsiteY6098" fmla="*/ 2772256 h 8402012"/>
              <a:gd name="connsiteX6099" fmla="*/ 12982386 w 21052571"/>
              <a:gd name="connsiteY6099" fmla="*/ 2830301 h 8402012"/>
              <a:gd name="connsiteX6100" fmla="*/ 12790010 w 21052571"/>
              <a:gd name="connsiteY6100" fmla="*/ 2791595 h 8402012"/>
              <a:gd name="connsiteX6101" fmla="*/ 12654594 w 21052571"/>
              <a:gd name="connsiteY6101" fmla="*/ 2862535 h 8402012"/>
              <a:gd name="connsiteX6102" fmla="*/ 12546046 w 21052571"/>
              <a:gd name="connsiteY6102" fmla="*/ 2836748 h 8402012"/>
              <a:gd name="connsiteX6103" fmla="*/ 12456844 w 21052571"/>
              <a:gd name="connsiteY6103" fmla="*/ 2894774 h 8402012"/>
              <a:gd name="connsiteX6104" fmla="*/ 12340773 w 21052571"/>
              <a:gd name="connsiteY6104" fmla="*/ 2901221 h 8402012"/>
              <a:gd name="connsiteX6105" fmla="*/ 12219329 w 21052571"/>
              <a:gd name="connsiteY6105" fmla="*/ 2907666 h 8402012"/>
              <a:gd name="connsiteX6106" fmla="*/ 12232226 w 21052571"/>
              <a:gd name="connsiteY6106" fmla="*/ 2888327 h 8402012"/>
              <a:gd name="connsiteX6107" fmla="*/ 12090362 w 21052571"/>
              <a:gd name="connsiteY6107" fmla="*/ 2888327 h 8402012"/>
              <a:gd name="connsiteX6108" fmla="*/ 12058120 w 21052571"/>
              <a:gd name="connsiteY6108" fmla="*/ 2958175 h 8402012"/>
              <a:gd name="connsiteX6109" fmla="*/ 11981815 w 21052571"/>
              <a:gd name="connsiteY6109" fmla="*/ 2964624 h 8402012"/>
              <a:gd name="connsiteX6110" fmla="*/ 11808783 w 21052571"/>
              <a:gd name="connsiteY6110" fmla="*/ 3029103 h 8402012"/>
              <a:gd name="connsiteX6111" fmla="*/ 12167742 w 21052571"/>
              <a:gd name="connsiteY6111" fmla="*/ 3048447 h 8402012"/>
              <a:gd name="connsiteX6112" fmla="*/ 12174191 w 21052571"/>
              <a:gd name="connsiteY6112" fmla="*/ 2983968 h 8402012"/>
              <a:gd name="connsiteX6113" fmla="*/ 12238674 w 21052571"/>
              <a:gd name="connsiteY6113" fmla="*/ 2983968 h 8402012"/>
              <a:gd name="connsiteX6114" fmla="*/ 12219329 w 21052571"/>
              <a:gd name="connsiteY6114" fmla="*/ 3067798 h 8402012"/>
              <a:gd name="connsiteX6115" fmla="*/ 12295635 w 21052571"/>
              <a:gd name="connsiteY6115" fmla="*/ 3061340 h 8402012"/>
              <a:gd name="connsiteX6116" fmla="*/ 12539598 w 21052571"/>
              <a:gd name="connsiteY6116" fmla="*/ 2983968 h 8402012"/>
              <a:gd name="connsiteX6117" fmla="*/ 12662117 w 21052571"/>
              <a:gd name="connsiteY6117" fmla="*/ 2977523 h 8402012"/>
              <a:gd name="connsiteX6118" fmla="*/ 12764216 w 21052571"/>
              <a:gd name="connsiteY6118" fmla="*/ 3022655 h 8402012"/>
              <a:gd name="connsiteX6119" fmla="*/ 12769727 w 21052571"/>
              <a:gd name="connsiteY6119" fmla="*/ 3023950 h 8402012"/>
              <a:gd name="connsiteX6120" fmla="*/ 12759050 w 21052571"/>
              <a:gd name="connsiteY6120" fmla="*/ 3014790 h 8402012"/>
              <a:gd name="connsiteX6121" fmla="*/ 12777012 w 21052571"/>
              <a:gd name="connsiteY6121" fmla="*/ 3014790 h 8402012"/>
              <a:gd name="connsiteX6122" fmla="*/ 12770482 w 21052571"/>
              <a:gd name="connsiteY6122" fmla="*/ 3024128 h 8402012"/>
              <a:gd name="connsiteX6123" fmla="*/ 12794225 w 21052571"/>
              <a:gd name="connsiteY6123" fmla="*/ 3029707 h 8402012"/>
              <a:gd name="connsiteX6124" fmla="*/ 12885660 w 21052571"/>
              <a:gd name="connsiteY6124" fmla="*/ 3009759 h 8402012"/>
              <a:gd name="connsiteX6125" fmla="*/ 12956592 w 21052571"/>
              <a:gd name="connsiteY6125" fmla="*/ 2983968 h 8402012"/>
              <a:gd name="connsiteX6126" fmla="*/ 13001731 w 21052571"/>
              <a:gd name="connsiteY6126" fmla="*/ 2977523 h 8402012"/>
              <a:gd name="connsiteX6127" fmla="*/ 13021076 w 21052571"/>
              <a:gd name="connsiteY6127" fmla="*/ 2946355 h 8402012"/>
              <a:gd name="connsiteX6128" fmla="*/ 13052814 w 21052571"/>
              <a:gd name="connsiteY6128" fmla="*/ 2962222 h 8402012"/>
              <a:gd name="connsiteX6129" fmla="*/ 13056973 w 21052571"/>
              <a:gd name="connsiteY6129" fmla="*/ 2968159 h 8402012"/>
              <a:gd name="connsiteX6130" fmla="*/ 13059766 w 21052571"/>
              <a:gd name="connsiteY6130" fmla="*/ 2972146 h 8402012"/>
              <a:gd name="connsiteX6131" fmla="*/ 13110278 w 21052571"/>
              <a:gd name="connsiteY6131" fmla="*/ 2972146 h 8402012"/>
              <a:gd name="connsiteX6132" fmla="*/ 13373586 w 21052571"/>
              <a:gd name="connsiteY6132" fmla="*/ 2914116 h 8402012"/>
              <a:gd name="connsiteX6133" fmla="*/ 13636895 w 21052571"/>
              <a:gd name="connsiteY6133" fmla="*/ 2907666 h 8402012"/>
              <a:gd name="connsiteX6134" fmla="*/ 13676487 w 21052571"/>
              <a:gd name="connsiteY6134" fmla="*/ 2893083 h 8402012"/>
              <a:gd name="connsiteX6135" fmla="*/ 13680018 w 21052571"/>
              <a:gd name="connsiteY6135" fmla="*/ 2911699 h 8402012"/>
              <a:gd name="connsiteX6136" fmla="*/ 13694930 w 21052571"/>
              <a:gd name="connsiteY6136" fmla="*/ 2920566 h 8402012"/>
              <a:gd name="connsiteX6137" fmla="*/ 13690094 w 21052571"/>
              <a:gd name="connsiteY6137" fmla="*/ 2897191 h 8402012"/>
              <a:gd name="connsiteX6138" fmla="*/ 13680782 w 21052571"/>
              <a:gd name="connsiteY6138" fmla="*/ 2891501 h 8402012"/>
              <a:gd name="connsiteX6139" fmla="*/ 13695417 w 21052571"/>
              <a:gd name="connsiteY6139" fmla="*/ 2886110 h 8402012"/>
              <a:gd name="connsiteX6140" fmla="*/ 13880858 w 21052571"/>
              <a:gd name="connsiteY6140" fmla="*/ 2862535 h 8402012"/>
              <a:gd name="connsiteX6141" fmla="*/ 13880858 w 21052571"/>
              <a:gd name="connsiteY6141" fmla="*/ 2920566 h 8402012"/>
              <a:gd name="connsiteX6142" fmla="*/ 14393503 w 21052571"/>
              <a:gd name="connsiteY6142" fmla="*/ 2952806 h 8402012"/>
              <a:gd name="connsiteX6143" fmla="*/ 14335467 w 21052571"/>
              <a:gd name="connsiteY6143" fmla="*/ 2888327 h 8402012"/>
              <a:gd name="connsiteX6144" fmla="*/ 14432193 w 21052571"/>
              <a:gd name="connsiteY6144" fmla="*/ 2888327 h 8402012"/>
              <a:gd name="connsiteX6145" fmla="*/ 14470883 w 21052571"/>
              <a:gd name="connsiteY6145" fmla="*/ 2952806 h 8402012"/>
              <a:gd name="connsiteX6146" fmla="*/ 14553637 w 21052571"/>
              <a:gd name="connsiteY6146" fmla="*/ 2972146 h 8402012"/>
              <a:gd name="connsiteX6147" fmla="*/ 14701950 w 21052571"/>
              <a:gd name="connsiteY6147" fmla="*/ 2983968 h 8402012"/>
              <a:gd name="connsiteX6148" fmla="*/ 14938390 w 21052571"/>
              <a:gd name="connsiteY6148" fmla="*/ 3061340 h 8402012"/>
              <a:gd name="connsiteX6149" fmla="*/ 14374158 w 21052571"/>
              <a:gd name="connsiteY6149" fmla="*/ 3029103 h 8402012"/>
              <a:gd name="connsiteX6150" fmla="*/ 14399951 w 21052571"/>
              <a:gd name="connsiteY6150" fmla="*/ 3074240 h 8402012"/>
              <a:gd name="connsiteX6151" fmla="*/ 14220472 w 21052571"/>
              <a:gd name="connsiteY6151" fmla="*/ 3106481 h 8402012"/>
              <a:gd name="connsiteX6152" fmla="*/ 14278507 w 21052571"/>
              <a:gd name="connsiteY6152" fmla="*/ 3074240 h 8402012"/>
              <a:gd name="connsiteX6153" fmla="*/ 14259162 w 21052571"/>
              <a:gd name="connsiteY6153" fmla="*/ 3009759 h 8402012"/>
              <a:gd name="connsiteX6154" fmla="*/ 14194678 w 21052571"/>
              <a:gd name="connsiteY6154" fmla="*/ 3009759 h 8402012"/>
              <a:gd name="connsiteX6155" fmla="*/ 14040992 w 21052571"/>
              <a:gd name="connsiteY6155" fmla="*/ 3003312 h 8402012"/>
              <a:gd name="connsiteX6156" fmla="*/ 13993733 w 21052571"/>
              <a:gd name="connsiteY6156" fmla="*/ 3009219 h 8402012"/>
              <a:gd name="connsiteX6157" fmla="*/ 13976509 w 21052571"/>
              <a:gd name="connsiteY6157" fmla="*/ 3011371 h 8402012"/>
              <a:gd name="connsiteX6158" fmla="*/ 13912025 w 21052571"/>
              <a:gd name="connsiteY6158" fmla="*/ 3009759 h 8402012"/>
              <a:gd name="connsiteX6159" fmla="*/ 13880858 w 21052571"/>
              <a:gd name="connsiteY6159" fmla="*/ 3029103 h 8402012"/>
              <a:gd name="connsiteX6160" fmla="*/ 13816374 w 21052571"/>
              <a:gd name="connsiteY6160" fmla="*/ 3074240 h 8402012"/>
              <a:gd name="connsiteX6161" fmla="*/ 13784132 w 21052571"/>
              <a:gd name="connsiteY6161" fmla="*/ 3048447 h 8402012"/>
              <a:gd name="connsiteX6162" fmla="*/ 13758339 w 21052571"/>
              <a:gd name="connsiteY6162" fmla="*/ 3048447 h 8402012"/>
              <a:gd name="connsiteX6163" fmla="*/ 13662688 w 21052571"/>
              <a:gd name="connsiteY6163" fmla="*/ 3048447 h 8402012"/>
              <a:gd name="connsiteX6164" fmla="*/ 13656240 w 21052571"/>
              <a:gd name="connsiteY6164" fmla="*/ 2983968 h 8402012"/>
              <a:gd name="connsiteX6165" fmla="*/ 13598205 w 21052571"/>
              <a:gd name="connsiteY6165" fmla="*/ 3048447 h 8402012"/>
              <a:gd name="connsiteX6166" fmla="*/ 13598205 w 21052571"/>
              <a:gd name="connsiteY6166" fmla="*/ 2983968 h 8402012"/>
              <a:gd name="connsiteX6167" fmla="*/ 13252142 w 21052571"/>
              <a:gd name="connsiteY6167" fmla="*/ 3042000 h 8402012"/>
              <a:gd name="connsiteX6168" fmla="*/ 12905005 w 21052571"/>
              <a:gd name="connsiteY6168" fmla="*/ 3087134 h 8402012"/>
              <a:gd name="connsiteX6169" fmla="*/ 12263393 w 21052571"/>
              <a:gd name="connsiteY6169" fmla="*/ 3169883 h 8402012"/>
              <a:gd name="connsiteX6170" fmla="*/ 11750748 w 21052571"/>
              <a:gd name="connsiteY6170" fmla="*/ 3234361 h 8402012"/>
              <a:gd name="connsiteX6171" fmla="*/ 11770093 w 21052571"/>
              <a:gd name="connsiteY6171" fmla="*/ 3215019 h 8402012"/>
              <a:gd name="connsiteX6172" fmla="*/ 11737851 w 21052571"/>
              <a:gd name="connsiteY6172" fmla="*/ 3195674 h 8402012"/>
              <a:gd name="connsiteX6173" fmla="*/ 11686264 w 21052571"/>
              <a:gd name="connsiteY6173" fmla="*/ 3273049 h 8402012"/>
              <a:gd name="connsiteX6174" fmla="*/ 11597062 w 21052571"/>
              <a:gd name="connsiteY6174" fmla="*/ 3279496 h 8402012"/>
              <a:gd name="connsiteX6175" fmla="*/ 11564820 w 21052571"/>
              <a:gd name="connsiteY6175" fmla="*/ 3350421 h 8402012"/>
              <a:gd name="connsiteX6176" fmla="*/ 11564820 w 21052571"/>
              <a:gd name="connsiteY6176" fmla="*/ 3260153 h 8402012"/>
              <a:gd name="connsiteX6177" fmla="*/ 11295064 w 21052571"/>
              <a:gd name="connsiteY6177" fmla="*/ 3382670 h 8402012"/>
              <a:gd name="connsiteX6178" fmla="*/ 11199413 w 21052571"/>
              <a:gd name="connsiteY6178" fmla="*/ 3413830 h 8402012"/>
              <a:gd name="connsiteX6179" fmla="*/ 11160723 w 21052571"/>
              <a:gd name="connsiteY6179" fmla="*/ 3388041 h 8402012"/>
              <a:gd name="connsiteX6180" fmla="*/ 11147826 w 21052571"/>
              <a:gd name="connsiteY6180" fmla="*/ 3446069 h 8402012"/>
              <a:gd name="connsiteX6181" fmla="*/ 11083342 w 21052571"/>
              <a:gd name="connsiteY6181" fmla="*/ 3458965 h 8402012"/>
              <a:gd name="connsiteX6182" fmla="*/ 10942553 w 21052571"/>
              <a:gd name="connsiteY6182" fmla="*/ 3510547 h 8402012"/>
              <a:gd name="connsiteX6183" fmla="*/ 10659900 w 21052571"/>
              <a:gd name="connsiteY6183" fmla="*/ 3625537 h 8402012"/>
              <a:gd name="connsiteX6184" fmla="*/ 10058053 w 21052571"/>
              <a:gd name="connsiteY6184" fmla="*/ 3908169 h 8402012"/>
              <a:gd name="connsiteX6185" fmla="*/ 9448682 w 21052571"/>
              <a:gd name="connsiteY6185" fmla="*/ 4196035 h 8402012"/>
              <a:gd name="connsiteX6186" fmla="*/ 9147758 w 21052571"/>
              <a:gd name="connsiteY6186" fmla="*/ 4336814 h 8402012"/>
              <a:gd name="connsiteX6187" fmla="*/ 9025240 w 21052571"/>
              <a:gd name="connsiteY6187" fmla="*/ 4393771 h 8402012"/>
              <a:gd name="connsiteX6188" fmla="*/ 8968279 w 21052571"/>
              <a:gd name="connsiteY6188" fmla="*/ 4426011 h 8402012"/>
              <a:gd name="connsiteX6189" fmla="*/ 8941411 w 21052571"/>
              <a:gd name="connsiteY6189" fmla="*/ 4458250 h 8402012"/>
              <a:gd name="connsiteX6190" fmla="*/ 9243409 w 21052571"/>
              <a:gd name="connsiteY6190" fmla="*/ 4426011 h 8402012"/>
              <a:gd name="connsiteX6191" fmla="*/ 9185374 w 21052571"/>
              <a:gd name="connsiteY6191" fmla="*/ 4381950 h 8402012"/>
              <a:gd name="connsiteX6192" fmla="*/ 9307893 w 21052571"/>
              <a:gd name="connsiteY6192" fmla="*/ 4317471 h 8402012"/>
              <a:gd name="connsiteX6193" fmla="*/ 9435785 w 21052571"/>
              <a:gd name="connsiteY6193" fmla="*/ 4291679 h 8402012"/>
              <a:gd name="connsiteX6194" fmla="*/ 9422889 w 21052571"/>
              <a:gd name="connsiteY6194" fmla="*/ 4304575 h 8402012"/>
              <a:gd name="connsiteX6195" fmla="*/ 9487372 w 21052571"/>
              <a:gd name="connsiteY6195" fmla="*/ 4291679 h 8402012"/>
              <a:gd name="connsiteX6196" fmla="*/ 9584098 w 21052571"/>
              <a:gd name="connsiteY6196" fmla="*/ 4272335 h 8402012"/>
              <a:gd name="connsiteX6197" fmla="*/ 9564753 w 21052571"/>
              <a:gd name="connsiteY6197" fmla="*/ 4214304 h 8402012"/>
              <a:gd name="connsiteX6198" fmla="*/ 9526062 w 21052571"/>
              <a:gd name="connsiteY6198" fmla="*/ 4246544 h 8402012"/>
              <a:gd name="connsiteX6199" fmla="*/ 9551856 w 21052571"/>
              <a:gd name="connsiteY6199" fmla="*/ 4184354 h 8402012"/>
              <a:gd name="connsiteX6200" fmla="*/ 9628162 w 21052571"/>
              <a:gd name="connsiteY6200" fmla="*/ 4177906 h 8402012"/>
              <a:gd name="connsiteX6201" fmla="*/ 9686197 w 21052571"/>
              <a:gd name="connsiteY6201" fmla="*/ 4152114 h 8402012"/>
              <a:gd name="connsiteX6202" fmla="*/ 9705542 w 21052571"/>
              <a:gd name="connsiteY6202" fmla="*/ 4189587 h 8402012"/>
              <a:gd name="connsiteX6203" fmla="*/ 9776474 w 21052571"/>
              <a:gd name="connsiteY6203" fmla="*/ 4177906 h 8402012"/>
              <a:gd name="connsiteX6204" fmla="*/ 9865676 w 21052571"/>
              <a:gd name="connsiteY6204" fmla="*/ 4132769 h 8402012"/>
              <a:gd name="connsiteX6205" fmla="*/ 9904367 w 21052571"/>
              <a:gd name="connsiteY6205" fmla="*/ 4036052 h 8402012"/>
              <a:gd name="connsiteX6206" fmla="*/ 9930340 w 21052571"/>
              <a:gd name="connsiteY6206" fmla="*/ 4033882 h 8402012"/>
              <a:gd name="connsiteX6207" fmla="*/ 9952595 w 21052571"/>
              <a:gd name="connsiteY6207" fmla="*/ 4032023 h 8402012"/>
              <a:gd name="connsiteX6208" fmla="*/ 10000017 w 21052571"/>
              <a:gd name="connsiteY6208" fmla="*/ 4003812 h 8402012"/>
              <a:gd name="connsiteX6209" fmla="*/ 10103191 w 21052571"/>
              <a:gd name="connsiteY6209" fmla="*/ 3990915 h 8402012"/>
              <a:gd name="connsiteX6210" fmla="*/ 10174123 w 21052571"/>
              <a:gd name="connsiteY6210" fmla="*/ 4003812 h 8402012"/>
              <a:gd name="connsiteX6211" fmla="*/ 10462150 w 21052571"/>
              <a:gd name="connsiteY6211" fmla="*/ 3895275 h 8402012"/>
              <a:gd name="connsiteX6212" fmla="*/ 10289119 w 21052571"/>
              <a:gd name="connsiteY6212" fmla="*/ 3998439 h 8402012"/>
              <a:gd name="connsiteX6213" fmla="*/ 10224635 w 21052571"/>
              <a:gd name="connsiteY6213" fmla="*/ 4068293 h 8402012"/>
              <a:gd name="connsiteX6214" fmla="*/ 10148330 w 21052571"/>
              <a:gd name="connsiteY6214" fmla="*/ 4074739 h 8402012"/>
              <a:gd name="connsiteX6215" fmla="*/ 10077398 w 21052571"/>
              <a:gd name="connsiteY6215" fmla="*/ 4145668 h 8402012"/>
              <a:gd name="connsiteX6216" fmla="*/ 9975299 w 21052571"/>
              <a:gd name="connsiteY6216" fmla="*/ 4165011 h 8402012"/>
              <a:gd name="connsiteX6217" fmla="*/ 9904367 w 21052571"/>
              <a:gd name="connsiteY6217" fmla="*/ 4207856 h 8402012"/>
              <a:gd name="connsiteX6218" fmla="*/ 9876156 w 21052571"/>
              <a:gd name="connsiteY6218" fmla="*/ 4212020 h 8402012"/>
              <a:gd name="connsiteX6219" fmla="*/ 9865805 w 21052571"/>
              <a:gd name="connsiteY6219" fmla="*/ 4207797 h 8402012"/>
              <a:gd name="connsiteX6220" fmla="*/ 9866316 w 21052571"/>
              <a:gd name="connsiteY6220" fmla="*/ 4208037 h 8402012"/>
              <a:gd name="connsiteX6221" fmla="*/ 9865567 w 21052571"/>
              <a:gd name="connsiteY6221" fmla="*/ 4226700 h 8402012"/>
              <a:gd name="connsiteX6222" fmla="*/ 9864944 w 21052571"/>
              <a:gd name="connsiteY6222" fmla="*/ 4225750 h 8402012"/>
              <a:gd name="connsiteX6223" fmla="*/ 9865676 w 21052571"/>
              <a:gd name="connsiteY6223" fmla="*/ 4227200 h 8402012"/>
              <a:gd name="connsiteX6224" fmla="*/ 9794744 w 21052571"/>
              <a:gd name="connsiteY6224" fmla="*/ 4246544 h 8402012"/>
              <a:gd name="connsiteX6225" fmla="*/ 9781848 w 21052571"/>
              <a:gd name="connsiteY6225" fmla="*/ 4278783 h 8402012"/>
              <a:gd name="connsiteX6226" fmla="*/ 9653955 w 21052571"/>
              <a:gd name="connsiteY6226" fmla="*/ 4330366 h 8402012"/>
              <a:gd name="connsiteX6227" fmla="*/ 9397095 w 21052571"/>
              <a:gd name="connsiteY6227" fmla="*/ 4413115 h 8402012"/>
              <a:gd name="connsiteX6228" fmla="*/ 9416440 w 21052571"/>
              <a:gd name="connsiteY6228" fmla="*/ 4445354 h 8402012"/>
              <a:gd name="connsiteX6229" fmla="*/ 9353031 w 21052571"/>
              <a:gd name="connsiteY6229" fmla="*/ 4445354 h 8402012"/>
              <a:gd name="connsiteX6230" fmla="*/ 9294996 w 21052571"/>
              <a:gd name="connsiteY6230" fmla="*/ 4496938 h 8402012"/>
              <a:gd name="connsiteX6231" fmla="*/ 9173552 w 21052571"/>
              <a:gd name="connsiteY6231" fmla="*/ 4561417 h 8402012"/>
              <a:gd name="connsiteX6232" fmla="*/ 8916692 w 21052571"/>
              <a:gd name="connsiteY6232" fmla="*/ 4708644 h 8402012"/>
              <a:gd name="connsiteX6233" fmla="*/ 8390076 w 21052571"/>
              <a:gd name="connsiteY6233" fmla="*/ 4990203 h 8402012"/>
              <a:gd name="connsiteX6234" fmla="*/ 8133216 w 21052571"/>
              <a:gd name="connsiteY6234" fmla="*/ 5132057 h 8402012"/>
              <a:gd name="connsiteX6235" fmla="*/ 8011772 w 21052571"/>
              <a:gd name="connsiteY6235" fmla="*/ 5195462 h 8402012"/>
              <a:gd name="connsiteX6236" fmla="*/ 7909672 w 21052571"/>
              <a:gd name="connsiteY6236" fmla="*/ 5259941 h 8402012"/>
              <a:gd name="connsiteX6237" fmla="*/ 7966633 w 21052571"/>
              <a:gd name="connsiteY6237" fmla="*/ 5292180 h 8402012"/>
              <a:gd name="connsiteX6238" fmla="*/ 7979530 w 21052571"/>
              <a:gd name="connsiteY6238" fmla="*/ 5337316 h 8402012"/>
              <a:gd name="connsiteX6239" fmla="*/ 7992426 w 21052571"/>
              <a:gd name="connsiteY6239" fmla="*/ 5388899 h 8402012"/>
              <a:gd name="connsiteX6240" fmla="*/ 7934391 w 21052571"/>
              <a:gd name="connsiteY6240" fmla="*/ 5478095 h 8402012"/>
              <a:gd name="connsiteX6241" fmla="*/ 7864534 w 21052571"/>
              <a:gd name="connsiteY6241" fmla="*/ 5542574 h 8402012"/>
              <a:gd name="connsiteX6242" fmla="*/ 7909672 w 21052571"/>
              <a:gd name="connsiteY6242" fmla="*/ 5516783 h 8402012"/>
              <a:gd name="connsiteX6243" fmla="*/ 7973082 w 21052571"/>
              <a:gd name="connsiteY6243" fmla="*/ 5490991 h 8402012"/>
              <a:gd name="connsiteX6244" fmla="*/ 8031116 w 21052571"/>
              <a:gd name="connsiteY6244" fmla="*/ 5452304 h 8402012"/>
              <a:gd name="connsiteX6245" fmla="*/ 8069807 w 21052571"/>
              <a:gd name="connsiteY6245" fmla="*/ 5414691 h 8402012"/>
              <a:gd name="connsiteX6246" fmla="*/ 8089152 w 21052571"/>
              <a:gd name="connsiteY6246" fmla="*/ 5420064 h 8402012"/>
              <a:gd name="connsiteX6247" fmla="*/ 8121394 w 21052571"/>
              <a:gd name="connsiteY6247" fmla="*/ 5388899 h 8402012"/>
              <a:gd name="connsiteX6248" fmla="*/ 8184802 w 21052571"/>
              <a:gd name="connsiteY6248" fmla="*/ 5382451 h 8402012"/>
              <a:gd name="connsiteX6249" fmla="*/ 8281528 w 21052571"/>
              <a:gd name="connsiteY6249" fmla="*/ 5285733 h 8402012"/>
              <a:gd name="connsiteX6250" fmla="*/ 8182700 w 21052571"/>
              <a:gd name="connsiteY6250" fmla="*/ 5319320 h 8402012"/>
              <a:gd name="connsiteX6251" fmla="*/ 8173922 w 21052571"/>
              <a:gd name="connsiteY6251" fmla="*/ 5307736 h 8402012"/>
              <a:gd name="connsiteX6252" fmla="*/ 8174231 w 21052571"/>
              <a:gd name="connsiteY6252" fmla="*/ 5310551 h 8402012"/>
              <a:gd name="connsiteX6253" fmla="*/ 8179469 w 21052571"/>
              <a:gd name="connsiteY6253" fmla="*/ 5317376 h 8402012"/>
              <a:gd name="connsiteX6254" fmla="*/ 8167495 w 21052571"/>
              <a:gd name="connsiteY6254" fmla="*/ 5320789 h 8402012"/>
              <a:gd name="connsiteX6255" fmla="*/ 8172660 w 21052571"/>
              <a:gd name="connsiteY6255" fmla="*/ 5306070 h 8402012"/>
              <a:gd name="connsiteX6256" fmla="*/ 8171906 w 21052571"/>
              <a:gd name="connsiteY6256" fmla="*/ 5305076 h 8402012"/>
              <a:gd name="connsiteX6257" fmla="*/ 8320218 w 21052571"/>
              <a:gd name="connsiteY6257" fmla="*/ 5157849 h 8402012"/>
              <a:gd name="connsiteX6258" fmla="*/ 8396524 w 21052571"/>
              <a:gd name="connsiteY6258" fmla="*/ 5119161 h 8402012"/>
              <a:gd name="connsiteX6259" fmla="*/ 8398315 w 21052571"/>
              <a:gd name="connsiteY6259" fmla="*/ 5105641 h 8402012"/>
              <a:gd name="connsiteX6260" fmla="*/ 8397856 w 21052571"/>
              <a:gd name="connsiteY6260" fmla="*/ 5102556 h 8402012"/>
              <a:gd name="connsiteX6261" fmla="*/ 8397548 w 21052571"/>
              <a:gd name="connsiteY6261" fmla="*/ 5093425 h 8402012"/>
              <a:gd name="connsiteX6262" fmla="*/ 8398918 w 21052571"/>
              <a:gd name="connsiteY6262" fmla="*/ 5092780 h 8402012"/>
              <a:gd name="connsiteX6263" fmla="*/ 8409421 w 21052571"/>
              <a:gd name="connsiteY6263" fmla="*/ 5074026 h 8402012"/>
              <a:gd name="connsiteX6264" fmla="*/ 8441663 w 21052571"/>
              <a:gd name="connsiteY6264" fmla="*/ 5041786 h 8402012"/>
              <a:gd name="connsiteX6265" fmla="*/ 8530865 w 21052571"/>
              <a:gd name="connsiteY6265" fmla="*/ 4984830 h 8402012"/>
              <a:gd name="connsiteX6266" fmla="*/ 8530865 w 21052571"/>
              <a:gd name="connsiteY6266" fmla="*/ 5041786 h 8402012"/>
              <a:gd name="connsiteX6267" fmla="*/ 8486801 w 21052571"/>
              <a:gd name="connsiteY6267" fmla="*/ 5074026 h 8402012"/>
              <a:gd name="connsiteX6268" fmla="*/ 8543762 w 21052571"/>
              <a:gd name="connsiteY6268" fmla="*/ 5074026 h 8402012"/>
              <a:gd name="connsiteX6269" fmla="*/ 8563107 w 21052571"/>
              <a:gd name="connsiteY6269" fmla="*/ 4997726 h 8402012"/>
              <a:gd name="connsiteX6270" fmla="*/ 8595349 w 21052571"/>
              <a:gd name="connsiteY6270" fmla="*/ 5041786 h 8402012"/>
              <a:gd name="connsiteX6271" fmla="*/ 8679177 w 21052571"/>
              <a:gd name="connsiteY6271" fmla="*/ 4952590 h 8402012"/>
              <a:gd name="connsiteX6272" fmla="*/ 8685626 w 21052571"/>
              <a:gd name="connsiteY6272" fmla="*/ 5041786 h 8402012"/>
              <a:gd name="connsiteX6273" fmla="*/ 8698522 w 21052571"/>
              <a:gd name="connsiteY6273" fmla="*/ 5028891 h 8402012"/>
              <a:gd name="connsiteX6274" fmla="*/ 8698522 w 21052571"/>
              <a:gd name="connsiteY6274" fmla="*/ 4965486 h 8402012"/>
              <a:gd name="connsiteX6275" fmla="*/ 8749035 w 21052571"/>
              <a:gd name="connsiteY6275" fmla="*/ 4868767 h 8402012"/>
              <a:gd name="connsiteX6276" fmla="*/ 8871553 w 21052571"/>
              <a:gd name="connsiteY6276" fmla="*/ 4868767 h 8402012"/>
              <a:gd name="connsiteX6277" fmla="*/ 8813518 w 21052571"/>
              <a:gd name="connsiteY6277" fmla="*/ 4907455 h 8402012"/>
              <a:gd name="connsiteX6278" fmla="*/ 8960756 w 21052571"/>
              <a:gd name="connsiteY6278" fmla="*/ 4888111 h 8402012"/>
              <a:gd name="connsiteX6279" fmla="*/ 8960756 w 21052571"/>
              <a:gd name="connsiteY6279" fmla="*/ 4798915 h 8402012"/>
              <a:gd name="connsiteX6280" fmla="*/ 8929589 w 21052571"/>
              <a:gd name="connsiteY6280" fmla="*/ 4792467 h 8402012"/>
              <a:gd name="connsiteX6281" fmla="*/ 8948934 w 21052571"/>
              <a:gd name="connsiteY6281" fmla="*/ 4747332 h 8402012"/>
              <a:gd name="connsiteX6282" fmla="*/ 9063930 w 21052571"/>
              <a:gd name="connsiteY6282" fmla="*/ 4734436 h 8402012"/>
              <a:gd name="connsiteX6283" fmla="*/ 9076826 w 21052571"/>
              <a:gd name="connsiteY6283" fmla="*/ 4888111 h 8402012"/>
              <a:gd name="connsiteX6284" fmla="*/ 8903795 w 21052571"/>
              <a:gd name="connsiteY6284" fmla="*/ 4959038 h 8402012"/>
              <a:gd name="connsiteX6285" fmla="*/ 8832863 w 21052571"/>
              <a:gd name="connsiteY6285" fmla="*/ 5004174 h 8402012"/>
              <a:gd name="connsiteX6286" fmla="*/ 8781276 w 21052571"/>
              <a:gd name="connsiteY6286" fmla="*/ 5035338 h 8402012"/>
              <a:gd name="connsiteX6287" fmla="*/ 8773438 w 21052571"/>
              <a:gd name="connsiteY6287" fmla="*/ 5035965 h 8402012"/>
              <a:gd name="connsiteX6288" fmla="*/ 8781360 w 21052571"/>
              <a:gd name="connsiteY6288" fmla="*/ 5042472 h 8402012"/>
              <a:gd name="connsiteX6289" fmla="*/ 8772012 w 21052571"/>
              <a:gd name="connsiteY6289" fmla="*/ 5050150 h 8402012"/>
              <a:gd name="connsiteX6290" fmla="*/ 8767963 w 21052571"/>
              <a:gd name="connsiteY6290" fmla="*/ 5049272 h 8402012"/>
              <a:gd name="connsiteX6291" fmla="*/ 8770472 w 21052571"/>
              <a:gd name="connsiteY6291" fmla="*/ 5059093 h 8402012"/>
              <a:gd name="connsiteX6292" fmla="*/ 8766370 w 21052571"/>
              <a:gd name="connsiteY6292" fmla="*/ 5075146 h 8402012"/>
              <a:gd name="connsiteX6293" fmla="*/ 8758714 w 21052571"/>
              <a:gd name="connsiteY6293" fmla="*/ 5055883 h 8402012"/>
              <a:gd name="connsiteX6294" fmla="*/ 8762542 w 21052571"/>
              <a:gd name="connsiteY6294" fmla="*/ 5051869 h 8402012"/>
              <a:gd name="connsiteX6295" fmla="*/ 8765308 w 21052571"/>
              <a:gd name="connsiteY6295" fmla="*/ 5045489 h 8402012"/>
              <a:gd name="connsiteX6296" fmla="*/ 8763453 w 21052571"/>
              <a:gd name="connsiteY6296" fmla="*/ 5042472 h 8402012"/>
              <a:gd name="connsiteX6297" fmla="*/ 8767145 w 21052571"/>
              <a:gd name="connsiteY6297" fmla="*/ 5036469 h 8402012"/>
              <a:gd name="connsiteX6298" fmla="*/ 8761126 w 21052571"/>
              <a:gd name="connsiteY6298" fmla="*/ 5036950 h 8402012"/>
              <a:gd name="connsiteX6299" fmla="*/ 8736138 w 21052571"/>
              <a:gd name="connsiteY6299" fmla="*/ 5048234 h 8402012"/>
              <a:gd name="connsiteX6300" fmla="*/ 8736138 w 21052571"/>
              <a:gd name="connsiteY6300" fmla="*/ 5093370 h 8402012"/>
              <a:gd name="connsiteX6301" fmla="*/ 8794173 w 21052571"/>
              <a:gd name="connsiteY6301" fmla="*/ 5074026 h 8402012"/>
              <a:gd name="connsiteX6302" fmla="*/ 8852208 w 21052571"/>
              <a:gd name="connsiteY6302" fmla="*/ 5054682 h 8402012"/>
              <a:gd name="connsiteX6303" fmla="*/ 8923140 w 21052571"/>
              <a:gd name="connsiteY6303" fmla="*/ 5028891 h 8402012"/>
              <a:gd name="connsiteX6304" fmla="*/ 8980101 w 21052571"/>
              <a:gd name="connsiteY6304" fmla="*/ 4990203 h 8402012"/>
              <a:gd name="connsiteX6305" fmla="*/ 9089723 w 21052571"/>
              <a:gd name="connsiteY6305" fmla="*/ 4933247 h 8402012"/>
              <a:gd name="connsiteX6306" fmla="*/ 9134862 w 21052571"/>
              <a:gd name="connsiteY6306" fmla="*/ 4894559 h 8402012"/>
              <a:gd name="connsiteX6307" fmla="*/ 9128413 w 21052571"/>
              <a:gd name="connsiteY6307" fmla="*/ 4823632 h 8402012"/>
              <a:gd name="connsiteX6308" fmla="*/ 9166029 w 21052571"/>
              <a:gd name="connsiteY6308" fmla="*/ 4792467 h 8402012"/>
              <a:gd name="connsiteX6309" fmla="*/ 9178926 w 21052571"/>
              <a:gd name="connsiteY6309" fmla="*/ 4734436 h 8402012"/>
              <a:gd name="connsiteX6310" fmla="*/ 9198271 w 21052571"/>
              <a:gd name="connsiteY6310" fmla="*/ 4855872 h 8402012"/>
              <a:gd name="connsiteX6311" fmla="*/ 9288548 w 21052571"/>
              <a:gd name="connsiteY6311" fmla="*/ 4823632 h 8402012"/>
              <a:gd name="connsiteX6312" fmla="*/ 9448682 w 21052571"/>
              <a:gd name="connsiteY6312" fmla="*/ 4753780 h 8402012"/>
              <a:gd name="connsiteX6313" fmla="*/ 9589471 w 21052571"/>
              <a:gd name="connsiteY6313" fmla="*/ 4650613 h 8402012"/>
              <a:gd name="connsiteX6314" fmla="*/ 9718439 w 21052571"/>
              <a:gd name="connsiteY6314" fmla="*/ 4605477 h 8402012"/>
              <a:gd name="connsiteX6315" fmla="*/ 9852780 w 21052571"/>
              <a:gd name="connsiteY6315" fmla="*/ 4548521 h 8402012"/>
              <a:gd name="connsiteX6316" fmla="*/ 9833435 w 21052571"/>
              <a:gd name="connsiteY6316" fmla="*/ 4484042 h 8402012"/>
              <a:gd name="connsiteX6317" fmla="*/ 9826986 w 21052571"/>
              <a:gd name="connsiteY6317" fmla="*/ 4400219 h 8402012"/>
              <a:gd name="connsiteX6318" fmla="*/ 9846331 w 21052571"/>
              <a:gd name="connsiteY6318" fmla="*/ 4330366 h 8402012"/>
              <a:gd name="connsiteX6319" fmla="*/ 9910815 w 21052571"/>
              <a:gd name="connsiteY6319" fmla="*/ 4330366 h 8402012"/>
              <a:gd name="connsiteX6320" fmla="*/ 10038707 w 21052571"/>
              <a:gd name="connsiteY6320" fmla="*/ 4246544 h 8402012"/>
              <a:gd name="connsiteX6321" fmla="*/ 10025811 w 21052571"/>
              <a:gd name="connsiteY6321" fmla="*/ 4381950 h 8402012"/>
              <a:gd name="connsiteX6322" fmla="*/ 9962402 w 21052571"/>
              <a:gd name="connsiteY6322" fmla="*/ 4393771 h 8402012"/>
              <a:gd name="connsiteX6323" fmla="*/ 9943057 w 21052571"/>
              <a:gd name="connsiteY6323" fmla="*/ 4438906 h 8402012"/>
              <a:gd name="connsiteX6324" fmla="*/ 9917263 w 21052571"/>
              <a:gd name="connsiteY6324" fmla="*/ 4451802 h 8402012"/>
              <a:gd name="connsiteX6325" fmla="*/ 9904367 w 21052571"/>
              <a:gd name="connsiteY6325" fmla="*/ 4548521 h 8402012"/>
              <a:gd name="connsiteX6326" fmla="*/ 10487943 w 21052571"/>
              <a:gd name="connsiteY6326" fmla="*/ 4298127 h 8402012"/>
              <a:gd name="connsiteX6327" fmla="*/ 10775970 w 21052571"/>
              <a:gd name="connsiteY6327" fmla="*/ 4189587 h 8402012"/>
              <a:gd name="connsiteX6328" fmla="*/ 10903863 w 21052571"/>
              <a:gd name="connsiteY6328" fmla="*/ 4139219 h 8402012"/>
              <a:gd name="connsiteX6329" fmla="*/ 11031756 w 21052571"/>
              <a:gd name="connsiteY6329" fmla="*/ 4100532 h 8402012"/>
              <a:gd name="connsiteX6330" fmla="*/ 10730832 w 21052571"/>
              <a:gd name="connsiteY6330" fmla="*/ 4265887 h 8402012"/>
              <a:gd name="connsiteX6331" fmla="*/ 10436357 w 21052571"/>
              <a:gd name="connsiteY6331" fmla="*/ 4381950 h 8402012"/>
              <a:gd name="connsiteX6332" fmla="*/ 10282671 w 21052571"/>
              <a:gd name="connsiteY6332" fmla="*/ 4458250 h 8402012"/>
              <a:gd name="connsiteX6333" fmla="*/ 10148330 w 21052571"/>
              <a:gd name="connsiteY6333" fmla="*/ 4490490 h 8402012"/>
              <a:gd name="connsiteX6334" fmla="*/ 9852780 w 21052571"/>
              <a:gd name="connsiteY6334" fmla="*/ 4618373 h 8402012"/>
              <a:gd name="connsiteX6335" fmla="*/ 9705542 w 21052571"/>
              <a:gd name="connsiteY6335" fmla="*/ 4715092 h 8402012"/>
              <a:gd name="connsiteX6336" fmla="*/ 9571201 w 21052571"/>
              <a:gd name="connsiteY6336" fmla="*/ 4798915 h 8402012"/>
              <a:gd name="connsiteX6337" fmla="*/ 9429337 w 21052571"/>
              <a:gd name="connsiteY6337" fmla="*/ 4830080 h 8402012"/>
              <a:gd name="connsiteX6338" fmla="*/ 9288548 w 21052571"/>
              <a:gd name="connsiteY6338" fmla="*/ 4888111 h 8402012"/>
              <a:gd name="connsiteX6339" fmla="*/ 8992998 w 21052571"/>
              <a:gd name="connsiteY6339" fmla="*/ 5061130 h 8402012"/>
              <a:gd name="connsiteX6340" fmla="*/ 8832863 w 21052571"/>
              <a:gd name="connsiteY6340" fmla="*/ 5144953 h 8402012"/>
              <a:gd name="connsiteX6341" fmla="*/ 8698522 w 21052571"/>
              <a:gd name="connsiteY6341" fmla="*/ 5195462 h 8402012"/>
              <a:gd name="connsiteX6342" fmla="*/ 8711419 w 21052571"/>
              <a:gd name="connsiteY6342" fmla="*/ 5324420 h 8402012"/>
              <a:gd name="connsiteX6343" fmla="*/ 8653384 w 21052571"/>
              <a:gd name="connsiteY6343" fmla="*/ 5343764 h 8402012"/>
              <a:gd name="connsiteX6344" fmla="*/ 8569555 w 21052571"/>
              <a:gd name="connsiteY6344" fmla="*/ 5388899 h 8402012"/>
              <a:gd name="connsiteX6345" fmla="*/ 8506146 w 21052571"/>
              <a:gd name="connsiteY6345" fmla="*/ 5445856 h 8402012"/>
              <a:gd name="connsiteX6346" fmla="*/ 8313770 w 21052571"/>
              <a:gd name="connsiteY6346" fmla="*/ 5549022 h 8402012"/>
              <a:gd name="connsiteX6347" fmla="*/ 8139664 w 21052571"/>
              <a:gd name="connsiteY6347" fmla="*/ 5683354 h 8402012"/>
              <a:gd name="connsiteX6348" fmla="*/ 8396524 w 21052571"/>
              <a:gd name="connsiteY6348" fmla="*/ 5605979 h 8402012"/>
              <a:gd name="connsiteX6349" fmla="*/ 8467456 w 21052571"/>
              <a:gd name="connsiteY6349" fmla="*/ 5549022 h 8402012"/>
              <a:gd name="connsiteX6350" fmla="*/ 8506146 w 21052571"/>
              <a:gd name="connsiteY6350" fmla="*/ 5484543 h 8402012"/>
              <a:gd name="connsiteX6351" fmla="*/ 8486801 w 21052571"/>
              <a:gd name="connsiteY6351" fmla="*/ 5516783 h 8402012"/>
              <a:gd name="connsiteX6352" fmla="*/ 8538388 w 21052571"/>
              <a:gd name="connsiteY6352" fmla="*/ 5510335 h 8402012"/>
              <a:gd name="connsiteX6353" fmla="*/ 8582452 w 21052571"/>
              <a:gd name="connsiteY6353" fmla="*/ 5458752 h 8402012"/>
              <a:gd name="connsiteX6354" fmla="*/ 8576003 w 21052571"/>
              <a:gd name="connsiteY6354" fmla="*/ 5471647 h 8402012"/>
              <a:gd name="connsiteX6355" fmla="*/ 8582452 w 21052571"/>
              <a:gd name="connsiteY6355" fmla="*/ 5490991 h 8402012"/>
              <a:gd name="connsiteX6356" fmla="*/ 8692074 w 21052571"/>
              <a:gd name="connsiteY6356" fmla="*/ 5426512 h 8402012"/>
              <a:gd name="connsiteX6357" fmla="*/ 8865105 w 21052571"/>
              <a:gd name="connsiteY6357" fmla="*/ 5343764 h 8402012"/>
              <a:gd name="connsiteX6358" fmla="*/ 9191822 w 21052571"/>
              <a:gd name="connsiteY6358" fmla="*/ 5170745 h 8402012"/>
              <a:gd name="connsiteX6359" fmla="*/ 9538959 w 21052571"/>
              <a:gd name="connsiteY6359" fmla="*/ 4990203 h 8402012"/>
              <a:gd name="connsiteX6360" fmla="*/ 9686197 w 21052571"/>
              <a:gd name="connsiteY6360" fmla="*/ 4894559 h 8402012"/>
              <a:gd name="connsiteX6361" fmla="*/ 9744232 w 21052571"/>
              <a:gd name="connsiteY6361" fmla="*/ 4894559 h 8402012"/>
              <a:gd name="connsiteX6362" fmla="*/ 9750680 w 21052571"/>
              <a:gd name="connsiteY6362" fmla="*/ 4823632 h 8402012"/>
              <a:gd name="connsiteX6363" fmla="*/ 9500269 w 21052571"/>
              <a:gd name="connsiteY6363" fmla="*/ 4946142 h 8402012"/>
              <a:gd name="connsiteX6364" fmla="*/ 9390647 w 21052571"/>
              <a:gd name="connsiteY6364" fmla="*/ 4997726 h 8402012"/>
              <a:gd name="connsiteX6365" fmla="*/ 9346583 w 21052571"/>
              <a:gd name="connsiteY6365" fmla="*/ 5067578 h 8402012"/>
              <a:gd name="connsiteX6366" fmla="*/ 9275651 w 21052571"/>
              <a:gd name="connsiteY6366" fmla="*/ 5080474 h 8402012"/>
              <a:gd name="connsiteX6367" fmla="*/ 9147758 w 21052571"/>
              <a:gd name="connsiteY6367" fmla="*/ 5125609 h 8402012"/>
              <a:gd name="connsiteX6368" fmla="*/ 8916692 w 21052571"/>
              <a:gd name="connsiteY6368" fmla="*/ 5195462 h 8402012"/>
              <a:gd name="connsiteX6369" fmla="*/ 9005894 w 21052571"/>
              <a:gd name="connsiteY6369" fmla="*/ 5119161 h 8402012"/>
              <a:gd name="connsiteX6370" fmla="*/ 9134862 w 21052571"/>
              <a:gd name="connsiteY6370" fmla="*/ 5041786 h 8402012"/>
              <a:gd name="connsiteX6371" fmla="*/ 9468027 w 21052571"/>
              <a:gd name="connsiteY6371" fmla="*/ 4875215 h 8402012"/>
              <a:gd name="connsiteX6372" fmla="*/ 9807641 w 21052571"/>
              <a:gd name="connsiteY6372" fmla="*/ 4721540 h 8402012"/>
              <a:gd name="connsiteX6373" fmla="*/ 10128985 w 21052571"/>
              <a:gd name="connsiteY6373" fmla="*/ 4580760 h 8402012"/>
              <a:gd name="connsiteX6374" fmla="*/ 10058053 w 21052571"/>
              <a:gd name="connsiteY6374" fmla="*/ 4663509 h 8402012"/>
              <a:gd name="connsiteX6375" fmla="*/ 9955953 w 21052571"/>
              <a:gd name="connsiteY6375" fmla="*/ 4715092 h 8402012"/>
              <a:gd name="connsiteX6376" fmla="*/ 9852780 w 21052571"/>
              <a:gd name="connsiteY6376" fmla="*/ 4760227 h 8402012"/>
              <a:gd name="connsiteX6377" fmla="*/ 9770026 w 21052571"/>
              <a:gd name="connsiteY6377" fmla="*/ 4823632 h 8402012"/>
              <a:gd name="connsiteX6378" fmla="*/ 9789371 w 21052571"/>
              <a:gd name="connsiteY6378" fmla="*/ 4894559 h 8402012"/>
              <a:gd name="connsiteX6379" fmla="*/ 9826986 w 21052571"/>
              <a:gd name="connsiteY6379" fmla="*/ 4849424 h 8402012"/>
              <a:gd name="connsiteX6380" fmla="*/ 9865676 w 21052571"/>
              <a:gd name="connsiteY6380" fmla="*/ 4842976 h 8402012"/>
              <a:gd name="connsiteX6381" fmla="*/ 9867618 w 21052571"/>
              <a:gd name="connsiteY6381" fmla="*/ 4830031 h 8402012"/>
              <a:gd name="connsiteX6382" fmla="*/ 9867175 w 21052571"/>
              <a:gd name="connsiteY6382" fmla="*/ 4826849 h 8402012"/>
              <a:gd name="connsiteX6383" fmla="*/ 9866965 w 21052571"/>
              <a:gd name="connsiteY6383" fmla="*/ 4819327 h 8402012"/>
              <a:gd name="connsiteX6384" fmla="*/ 9865676 w 21052571"/>
              <a:gd name="connsiteY6384" fmla="*/ 4810736 h 8402012"/>
              <a:gd name="connsiteX6385" fmla="*/ 9949505 w 21052571"/>
              <a:gd name="connsiteY6385" fmla="*/ 4786019 h 8402012"/>
              <a:gd name="connsiteX6386" fmla="*/ 9994644 w 21052571"/>
              <a:gd name="connsiteY6386" fmla="*/ 4760227 h 8402012"/>
              <a:gd name="connsiteX6387" fmla="*/ 9955953 w 21052571"/>
              <a:gd name="connsiteY6387" fmla="*/ 4868767 h 8402012"/>
              <a:gd name="connsiteX6388" fmla="*/ 10025811 w 21052571"/>
              <a:gd name="connsiteY6388" fmla="*/ 4920351 h 8402012"/>
              <a:gd name="connsiteX6389" fmla="*/ 9865676 w 21052571"/>
              <a:gd name="connsiteY6389" fmla="*/ 5015995 h 8402012"/>
              <a:gd name="connsiteX6390" fmla="*/ 9666852 w 21052571"/>
              <a:gd name="connsiteY6390" fmla="*/ 5106266 h 8402012"/>
              <a:gd name="connsiteX6391" fmla="*/ 9558304 w 21052571"/>
              <a:gd name="connsiteY6391" fmla="*/ 5151401 h 8402012"/>
              <a:gd name="connsiteX6392" fmla="*/ 9474476 w 21052571"/>
              <a:gd name="connsiteY6392" fmla="*/ 5157849 h 8402012"/>
              <a:gd name="connsiteX6393" fmla="*/ 9472484 w 21052571"/>
              <a:gd name="connsiteY6393" fmla="*/ 5156878 h 8402012"/>
              <a:gd name="connsiteX6394" fmla="*/ 9476907 w 21052571"/>
              <a:gd name="connsiteY6394" fmla="*/ 5170517 h 8402012"/>
              <a:gd name="connsiteX6395" fmla="*/ 9464932 w 21052571"/>
              <a:gd name="connsiteY6395" fmla="*/ 5164898 h 8402012"/>
              <a:gd name="connsiteX6396" fmla="*/ 9467926 w 21052571"/>
              <a:gd name="connsiteY6396" fmla="*/ 5156068 h 8402012"/>
              <a:gd name="connsiteX6397" fmla="*/ 9468697 w 21052571"/>
              <a:gd name="connsiteY6397" fmla="*/ 5155034 h 8402012"/>
              <a:gd name="connsiteX6398" fmla="*/ 9443040 w 21052571"/>
              <a:gd name="connsiteY6398" fmla="*/ 5142535 h 8402012"/>
              <a:gd name="connsiteX6399" fmla="*/ 9416440 w 21052571"/>
              <a:gd name="connsiteY6399" fmla="*/ 5151401 h 8402012"/>
              <a:gd name="connsiteX6400" fmla="*/ 9378825 w 21052571"/>
              <a:gd name="connsiteY6400" fmla="*/ 5195462 h 8402012"/>
              <a:gd name="connsiteX6401" fmla="*/ 9468027 w 21052571"/>
              <a:gd name="connsiteY6401" fmla="*/ 5183641 h 8402012"/>
              <a:gd name="connsiteX6402" fmla="*/ 9211167 w 21052571"/>
              <a:gd name="connsiteY6402" fmla="*/ 5343764 h 8402012"/>
              <a:gd name="connsiteX6403" fmla="*/ 9102620 w 21052571"/>
              <a:gd name="connsiteY6403" fmla="*/ 5400720 h 8402012"/>
              <a:gd name="connsiteX6404" fmla="*/ 9057481 w 21052571"/>
              <a:gd name="connsiteY6404" fmla="*/ 5414691 h 8402012"/>
              <a:gd name="connsiteX6405" fmla="*/ 9025240 w 21052571"/>
              <a:gd name="connsiteY6405" fmla="*/ 5395347 h 8402012"/>
              <a:gd name="connsiteX6406" fmla="*/ 9027860 w 21052571"/>
              <a:gd name="connsiteY6406" fmla="*/ 5405607 h 8402012"/>
              <a:gd name="connsiteX6407" fmla="*/ 9029904 w 21052571"/>
              <a:gd name="connsiteY6407" fmla="*/ 5415120 h 8402012"/>
              <a:gd name="connsiteX6408" fmla="*/ 9037858 w 21052571"/>
              <a:gd name="connsiteY6408" fmla="*/ 5406503 h 8402012"/>
              <a:gd name="connsiteX6409" fmla="*/ 9046839 w 21052571"/>
              <a:gd name="connsiteY6409" fmla="*/ 5416233 h 8402012"/>
              <a:gd name="connsiteX6410" fmla="*/ 9030144 w 21052571"/>
              <a:gd name="connsiteY6410" fmla="*/ 5416233 h 8402012"/>
              <a:gd name="connsiteX6411" fmla="*/ 9031689 w 21052571"/>
              <a:gd name="connsiteY6411" fmla="*/ 5423422 h 8402012"/>
              <a:gd name="connsiteX6412" fmla="*/ 9018791 w 21052571"/>
              <a:gd name="connsiteY6412" fmla="*/ 5452304 h 8402012"/>
              <a:gd name="connsiteX6413" fmla="*/ 8968279 w 21052571"/>
              <a:gd name="connsiteY6413" fmla="*/ 5439408 h 8402012"/>
              <a:gd name="connsiteX6414" fmla="*/ 8929589 w 21052571"/>
              <a:gd name="connsiteY6414" fmla="*/ 5426512 h 8402012"/>
              <a:gd name="connsiteX6415" fmla="*/ 8903795 w 21052571"/>
              <a:gd name="connsiteY6415" fmla="*/ 5458752 h 8402012"/>
              <a:gd name="connsiteX6416" fmla="*/ 8884450 w 21052571"/>
              <a:gd name="connsiteY6416" fmla="*/ 5490991 h 8402012"/>
              <a:gd name="connsiteX6417" fmla="*/ 8415869 w 21052571"/>
              <a:gd name="connsiteY6417" fmla="*/ 5741385 h 8402012"/>
              <a:gd name="connsiteX6418" fmla="*/ 8171906 w 21052571"/>
              <a:gd name="connsiteY6418" fmla="*/ 5856373 h 8402012"/>
              <a:gd name="connsiteX6419" fmla="*/ 7922569 w 21052571"/>
              <a:gd name="connsiteY6419" fmla="*/ 6011123 h 8402012"/>
              <a:gd name="connsiteX6420" fmla="*/ 8005323 w 21052571"/>
              <a:gd name="connsiteY6420" fmla="*/ 6030467 h 8402012"/>
              <a:gd name="connsiteX6421" fmla="*/ 8056910 w 21052571"/>
              <a:gd name="connsiteY6421" fmla="*/ 6042288 h 8402012"/>
              <a:gd name="connsiteX6422" fmla="*/ 8058033 w 21052571"/>
              <a:gd name="connsiteY6422" fmla="*/ 6038764 h 8402012"/>
              <a:gd name="connsiteX6423" fmla="*/ 8054135 w 21052571"/>
              <a:gd name="connsiteY6423" fmla="*/ 6026397 h 8402012"/>
              <a:gd name="connsiteX6424" fmla="*/ 8057813 w 21052571"/>
              <a:gd name="connsiteY6424" fmla="*/ 6014107 h 8402012"/>
              <a:gd name="connsiteX6425" fmla="*/ 8056910 w 21052571"/>
              <a:gd name="connsiteY6425" fmla="*/ 6011123 h 8402012"/>
              <a:gd name="connsiteX6426" fmla="*/ 8223493 w 21052571"/>
              <a:gd name="connsiteY6426" fmla="*/ 5914404 h 8402012"/>
              <a:gd name="connsiteX6427" fmla="*/ 8390076 w 21052571"/>
              <a:gd name="connsiteY6427" fmla="*/ 5830581 h 8402012"/>
              <a:gd name="connsiteX6428" fmla="*/ 8711419 w 21052571"/>
              <a:gd name="connsiteY6428" fmla="*/ 5638219 h 8402012"/>
              <a:gd name="connsiteX6429" fmla="*/ 8807070 w 21052571"/>
              <a:gd name="connsiteY6429" fmla="*/ 5600606 h 8402012"/>
              <a:gd name="connsiteX6430" fmla="*/ 8824041 w 21052571"/>
              <a:gd name="connsiteY6430" fmla="*/ 5601471 h 8402012"/>
              <a:gd name="connsiteX6431" fmla="*/ 8820327 w 21052571"/>
              <a:gd name="connsiteY6431" fmla="*/ 5593734 h 8402012"/>
              <a:gd name="connsiteX6432" fmla="*/ 8838289 w 21052571"/>
              <a:gd name="connsiteY6432" fmla="*/ 5593734 h 8402012"/>
              <a:gd name="connsiteX6433" fmla="*/ 8833196 w 21052571"/>
              <a:gd name="connsiteY6433" fmla="*/ 5601939 h 8402012"/>
              <a:gd name="connsiteX6434" fmla="*/ 8846567 w 21052571"/>
              <a:gd name="connsiteY6434" fmla="*/ 5602621 h 8402012"/>
              <a:gd name="connsiteX6435" fmla="*/ 8890899 w 21052571"/>
              <a:gd name="connsiteY6435" fmla="*/ 5600606 h 8402012"/>
              <a:gd name="connsiteX6436" fmla="*/ 9070378 w 21052571"/>
              <a:gd name="connsiteY6436" fmla="*/ 5510335 h 8402012"/>
              <a:gd name="connsiteX6437" fmla="*/ 9249858 w 21052571"/>
              <a:gd name="connsiteY6437" fmla="*/ 5395347 h 8402012"/>
              <a:gd name="connsiteX6438" fmla="*/ 9327238 w 21052571"/>
              <a:gd name="connsiteY6438" fmla="*/ 5343764 h 8402012"/>
              <a:gd name="connsiteX6439" fmla="*/ 9384198 w 21052571"/>
              <a:gd name="connsiteY6439" fmla="*/ 5382451 h 8402012"/>
              <a:gd name="connsiteX6440" fmla="*/ 9340135 w 21052571"/>
              <a:gd name="connsiteY6440" fmla="*/ 5432960 h 8402012"/>
              <a:gd name="connsiteX6441" fmla="*/ 9269203 w 21052571"/>
              <a:gd name="connsiteY6441" fmla="*/ 5471647 h 8402012"/>
              <a:gd name="connsiteX6442" fmla="*/ 9109068 w 21052571"/>
              <a:gd name="connsiteY6442" fmla="*/ 5549022 h 8402012"/>
              <a:gd name="connsiteX6443" fmla="*/ 8794173 w 21052571"/>
              <a:gd name="connsiteY6443" fmla="*/ 5709146 h 8402012"/>
              <a:gd name="connsiteX6444" fmla="*/ 8473904 w 21052571"/>
              <a:gd name="connsiteY6444" fmla="*/ 5869269 h 8402012"/>
              <a:gd name="connsiteX6445" fmla="*/ 8313770 w 21052571"/>
              <a:gd name="connsiteY6445" fmla="*/ 5959540 h 8402012"/>
              <a:gd name="connsiteX6446" fmla="*/ 8171906 w 21052571"/>
              <a:gd name="connsiteY6446" fmla="*/ 6042288 h 8402012"/>
              <a:gd name="connsiteX6447" fmla="*/ 8102048 w 21052571"/>
              <a:gd name="connsiteY6447" fmla="*/ 6061632 h 8402012"/>
              <a:gd name="connsiteX6448" fmla="*/ 8056910 w 21052571"/>
              <a:gd name="connsiteY6448" fmla="*/ 6087423 h 8402012"/>
              <a:gd name="connsiteX6449" fmla="*/ 7934391 w 21052571"/>
              <a:gd name="connsiteY6449" fmla="*/ 6158350 h 8402012"/>
              <a:gd name="connsiteX6450" fmla="*/ 7646364 w 21052571"/>
              <a:gd name="connsiteY6450" fmla="*/ 6305578 h 8402012"/>
              <a:gd name="connsiteX6451" fmla="*/ 7350814 w 21052571"/>
              <a:gd name="connsiteY6451" fmla="*/ 6446357 h 8402012"/>
              <a:gd name="connsiteX6452" fmla="*/ 7280957 w 21052571"/>
              <a:gd name="connsiteY6452" fmla="*/ 6478597 h 8402012"/>
              <a:gd name="connsiteX6453" fmla="*/ 7229370 w 21052571"/>
              <a:gd name="connsiteY6453" fmla="*/ 6523732 h 8402012"/>
              <a:gd name="connsiteX6454" fmla="*/ 7171335 w 21052571"/>
              <a:gd name="connsiteY6454" fmla="*/ 6555972 h 8402012"/>
              <a:gd name="connsiteX6455" fmla="*/ 7101478 w 21052571"/>
              <a:gd name="connsiteY6455" fmla="*/ 6575316 h 8402012"/>
              <a:gd name="connsiteX6456" fmla="*/ 7248715 w 21052571"/>
              <a:gd name="connsiteY6456" fmla="*/ 6530180 h 8402012"/>
              <a:gd name="connsiteX6457" fmla="*/ 7408850 w 21052571"/>
              <a:gd name="connsiteY6457" fmla="*/ 6452805 h 8402012"/>
              <a:gd name="connsiteX6458" fmla="*/ 7568984 w 21052571"/>
              <a:gd name="connsiteY6458" fmla="*/ 6370057 h 8402012"/>
              <a:gd name="connsiteX6459" fmla="*/ 7646364 w 21052571"/>
              <a:gd name="connsiteY6459" fmla="*/ 6331369 h 8402012"/>
              <a:gd name="connsiteX6460" fmla="*/ 7717296 w 21052571"/>
              <a:gd name="connsiteY6460" fmla="*/ 6279786 h 8402012"/>
              <a:gd name="connsiteX6461" fmla="*/ 7870982 w 21052571"/>
              <a:gd name="connsiteY6461" fmla="*/ 6209934 h 8402012"/>
              <a:gd name="connsiteX6462" fmla="*/ 8037565 w 21052571"/>
              <a:gd name="connsiteY6462" fmla="*/ 6119663 h 8402012"/>
              <a:gd name="connsiteX6463" fmla="*/ 8184802 w 21052571"/>
              <a:gd name="connsiteY6463" fmla="*/ 6048736 h 8402012"/>
              <a:gd name="connsiteX6464" fmla="*/ 8325592 w 21052571"/>
              <a:gd name="connsiteY6464" fmla="*/ 5998227 h 8402012"/>
              <a:gd name="connsiteX6465" fmla="*/ 8390076 w 21052571"/>
              <a:gd name="connsiteY6465" fmla="*/ 5946644 h 8402012"/>
              <a:gd name="connsiteX6466" fmla="*/ 8467456 w 21052571"/>
              <a:gd name="connsiteY6466" fmla="*/ 5907956 h 8402012"/>
              <a:gd name="connsiteX6467" fmla="*/ 8640487 w 21052571"/>
              <a:gd name="connsiteY6467" fmla="*/ 5825208 h 8402012"/>
              <a:gd name="connsiteX6468" fmla="*/ 8992998 w 21052571"/>
              <a:gd name="connsiteY6468" fmla="*/ 5664010 h 8402012"/>
              <a:gd name="connsiteX6469" fmla="*/ 9346583 w 21052571"/>
              <a:gd name="connsiteY6469" fmla="*/ 5490991 h 8402012"/>
              <a:gd name="connsiteX6470" fmla="*/ 9506717 w 21052571"/>
              <a:gd name="connsiteY6470" fmla="*/ 5414691 h 8402012"/>
              <a:gd name="connsiteX6471" fmla="*/ 9584098 w 21052571"/>
              <a:gd name="connsiteY6471" fmla="*/ 5395347 h 8402012"/>
              <a:gd name="connsiteX6472" fmla="*/ 8968279 w 21052571"/>
              <a:gd name="connsiteY6472" fmla="*/ 5728489 h 8402012"/>
              <a:gd name="connsiteX6473" fmla="*/ 8325592 w 21052571"/>
              <a:gd name="connsiteY6473" fmla="*/ 6061632 h 8402012"/>
              <a:gd name="connsiteX6474" fmla="*/ 7685054 w 21052571"/>
              <a:gd name="connsiteY6474" fmla="*/ 6395849 h 8402012"/>
              <a:gd name="connsiteX6475" fmla="*/ 7363711 w 21052571"/>
              <a:gd name="connsiteY6475" fmla="*/ 6555972 h 8402012"/>
              <a:gd name="connsiteX6476" fmla="*/ 7203576 w 21052571"/>
              <a:gd name="connsiteY6476" fmla="*/ 6638720 h 8402012"/>
              <a:gd name="connsiteX6477" fmla="*/ 7095029 w 21052571"/>
              <a:gd name="connsiteY6477" fmla="*/ 6716095 h 8402012"/>
              <a:gd name="connsiteX6478" fmla="*/ 7113300 w 21052571"/>
              <a:gd name="connsiteY6478" fmla="*/ 6748335 h 8402012"/>
              <a:gd name="connsiteX6479" fmla="*/ 7088447 w 21052571"/>
              <a:gd name="connsiteY6479" fmla="*/ 6754782 h 8402012"/>
              <a:gd name="connsiteX6480" fmla="*/ 7064365 w 21052571"/>
              <a:gd name="connsiteY6480" fmla="*/ 6760834 h 8402012"/>
              <a:gd name="connsiteX6481" fmla="*/ 7065628 w 21052571"/>
              <a:gd name="connsiteY6481" fmla="*/ 6762189 h 8402012"/>
              <a:gd name="connsiteX6482" fmla="*/ 7059641 w 21052571"/>
              <a:gd name="connsiteY6482" fmla="*/ 6781452 h 8402012"/>
              <a:gd name="connsiteX6483" fmla="*/ 7047666 w 21052571"/>
              <a:gd name="connsiteY6483" fmla="*/ 6762189 h 8402012"/>
              <a:gd name="connsiteX6484" fmla="*/ 7056647 w 21052571"/>
              <a:gd name="connsiteY6484" fmla="*/ 6752557 h 8402012"/>
              <a:gd name="connsiteX6485" fmla="*/ 7062228 w 21052571"/>
              <a:gd name="connsiteY6485" fmla="*/ 6758542 h 8402012"/>
              <a:gd name="connsiteX6486" fmla="*/ 7058758 w 21052571"/>
              <a:gd name="connsiteY6486" fmla="*/ 6741887 h 8402012"/>
              <a:gd name="connsiteX6487" fmla="*/ 7069236 w 21052571"/>
              <a:gd name="connsiteY6487" fmla="*/ 6722543 h 8402012"/>
              <a:gd name="connsiteX6488" fmla="*/ 6793031 w 21052571"/>
              <a:gd name="connsiteY6488" fmla="*/ 6889114 h 8402012"/>
              <a:gd name="connsiteX6489" fmla="*/ 6722098 w 21052571"/>
              <a:gd name="connsiteY6489" fmla="*/ 6882666 h 8402012"/>
              <a:gd name="connsiteX6490" fmla="*/ 6620000 w 21052571"/>
              <a:gd name="connsiteY6490" fmla="*/ 6934249 h 8402012"/>
              <a:gd name="connsiteX6491" fmla="*/ 6402328 w 21052571"/>
              <a:gd name="connsiteY6491" fmla="*/ 7042789 h 8402012"/>
              <a:gd name="connsiteX6492" fmla="*/ 6286252 w 21052571"/>
              <a:gd name="connsiteY6492" fmla="*/ 7094373 h 8402012"/>
              <a:gd name="connsiteX6493" fmla="*/ 6177698 w 21052571"/>
              <a:gd name="connsiteY6493" fmla="*/ 7126612 h 8402012"/>
              <a:gd name="connsiteX6494" fmla="*/ 6093865 w 21052571"/>
              <a:gd name="connsiteY6494" fmla="*/ 7191091 h 8402012"/>
              <a:gd name="connsiteX6495" fmla="*/ 6004658 w 21052571"/>
              <a:gd name="connsiteY6495" fmla="*/ 7216883 h 8402012"/>
              <a:gd name="connsiteX6496" fmla="*/ 5548951 w 21052571"/>
              <a:gd name="connsiteY6496" fmla="*/ 7377006 h 8402012"/>
              <a:gd name="connsiteX6497" fmla="*/ 5304973 w 21052571"/>
              <a:gd name="connsiteY6497" fmla="*/ 7466202 h 8402012"/>
              <a:gd name="connsiteX6498" fmla="*/ 5189970 w 21052571"/>
              <a:gd name="connsiteY6498" fmla="*/ 7498442 h 8402012"/>
              <a:gd name="connsiteX6499" fmla="*/ 5151276 w 21052571"/>
              <a:gd name="connsiteY6499" fmla="*/ 7530682 h 8402012"/>
              <a:gd name="connsiteX6500" fmla="*/ 5235114 w 21052571"/>
              <a:gd name="connsiteY6500" fmla="*/ 7517786 h 8402012"/>
              <a:gd name="connsiteX6501" fmla="*/ 5304973 w 21052571"/>
              <a:gd name="connsiteY6501" fmla="*/ 7485546 h 8402012"/>
              <a:gd name="connsiteX6502" fmla="*/ 5490908 w 21052571"/>
              <a:gd name="connsiteY6502" fmla="*/ 7428590 h 8402012"/>
              <a:gd name="connsiteX6503" fmla="*/ 5882127 w 21052571"/>
              <a:gd name="connsiteY6503" fmla="*/ 7299631 h 8402012"/>
              <a:gd name="connsiteX6504" fmla="*/ 6274430 w 21052571"/>
              <a:gd name="connsiteY6504" fmla="*/ 7165300 h 8402012"/>
              <a:gd name="connsiteX6505" fmla="*/ 6466813 w 21052571"/>
              <a:gd name="connsiteY6505" fmla="*/ 7094373 h 8402012"/>
              <a:gd name="connsiteX6506" fmla="*/ 6639344 w 21052571"/>
              <a:gd name="connsiteY6506" fmla="*/ 7055685 h 8402012"/>
              <a:gd name="connsiteX6507" fmla="*/ 6543125 w 21052571"/>
              <a:gd name="connsiteY6507" fmla="*/ 7120164 h 8402012"/>
              <a:gd name="connsiteX6508" fmla="*/ 6434572 w 21052571"/>
              <a:gd name="connsiteY6508" fmla="*/ 7171748 h 8402012"/>
              <a:gd name="connsiteX6509" fmla="*/ 6209943 w 21052571"/>
              <a:gd name="connsiteY6509" fmla="*/ 7267392 h 8402012"/>
              <a:gd name="connsiteX6510" fmla="*/ 5453293 w 21052571"/>
              <a:gd name="connsiteY6510" fmla="*/ 7517786 h 8402012"/>
              <a:gd name="connsiteX6511" fmla="*/ 4695573 w 21052571"/>
              <a:gd name="connsiteY6511" fmla="*/ 7729492 h 8402012"/>
              <a:gd name="connsiteX6512" fmla="*/ 3150021 w 21052571"/>
              <a:gd name="connsiteY6512" fmla="*/ 7915407 h 8402012"/>
              <a:gd name="connsiteX6513" fmla="*/ 3265023 w 21052571"/>
              <a:gd name="connsiteY6513" fmla="*/ 8025022 h 8402012"/>
              <a:gd name="connsiteX6514" fmla="*/ 3111328 w 21052571"/>
              <a:gd name="connsiteY6514" fmla="*/ 8050813 h 8402012"/>
              <a:gd name="connsiteX6515" fmla="*/ 3874433 w 21052571"/>
              <a:gd name="connsiteY6515" fmla="*/ 8094874 h 8402012"/>
              <a:gd name="connsiteX6516" fmla="*/ 4612814 w 21052571"/>
              <a:gd name="connsiteY6516" fmla="*/ 8069083 h 8402012"/>
              <a:gd name="connsiteX6517" fmla="*/ 4753610 w 21052571"/>
              <a:gd name="connsiteY6517" fmla="*/ 8018574 h 8402012"/>
              <a:gd name="connsiteX6518" fmla="*/ 4887959 w 21052571"/>
              <a:gd name="connsiteY6518" fmla="*/ 7986334 h 8402012"/>
              <a:gd name="connsiteX6519" fmla="*/ 5029830 w 21052571"/>
              <a:gd name="connsiteY6519" fmla="*/ 7960543 h 8402012"/>
              <a:gd name="connsiteX6520" fmla="*/ 5202869 w 21052571"/>
              <a:gd name="connsiteY6520" fmla="*/ 7928303 h 8402012"/>
              <a:gd name="connsiteX6521" fmla="*/ 5940167 w 21052571"/>
              <a:gd name="connsiteY6521" fmla="*/ 7716596 h 8402012"/>
              <a:gd name="connsiteX6522" fmla="*/ 5805820 w 21052571"/>
              <a:gd name="connsiteY6522" fmla="*/ 7819763 h 8402012"/>
              <a:gd name="connsiteX6523" fmla="*/ 5581194 w 21052571"/>
              <a:gd name="connsiteY6523" fmla="*/ 7883168 h 8402012"/>
              <a:gd name="connsiteX6524" fmla="*/ 5125486 w 21052571"/>
              <a:gd name="connsiteY6524" fmla="*/ 8005678 h 8402012"/>
              <a:gd name="connsiteX6525" fmla="*/ 4208695 w 21052571"/>
              <a:gd name="connsiteY6525" fmla="*/ 8191593 h 8402012"/>
              <a:gd name="connsiteX6526" fmla="*/ 4297902 w 21052571"/>
              <a:gd name="connsiteY6526" fmla="*/ 8256072 h 8402012"/>
              <a:gd name="connsiteX6527" fmla="*/ 2642716 w 21052571"/>
              <a:gd name="connsiteY6527" fmla="*/ 8281864 h 8402012"/>
              <a:gd name="connsiteX6528" fmla="*/ 1918385 w 21052571"/>
              <a:gd name="connsiteY6528" fmla="*/ 7992782 h 8402012"/>
              <a:gd name="connsiteX6529" fmla="*/ 1552977 w 21052571"/>
              <a:gd name="connsiteY6529" fmla="*/ 7793971 h 8402012"/>
              <a:gd name="connsiteX6530" fmla="*/ 1456250 w 21052571"/>
              <a:gd name="connsiteY6530" fmla="*/ 7735940 h 8402012"/>
              <a:gd name="connsiteX6531" fmla="*/ 1321914 w 21052571"/>
              <a:gd name="connsiteY6531" fmla="*/ 7684357 h 8402012"/>
              <a:gd name="connsiteX6532" fmla="*/ 1238084 w 21052571"/>
              <a:gd name="connsiteY6532" fmla="*/ 7653192 h 8402012"/>
              <a:gd name="connsiteX6533" fmla="*/ 1065052 w 21052571"/>
              <a:gd name="connsiteY6533" fmla="*/ 7562921 h 8402012"/>
              <a:gd name="connsiteX6534" fmla="*/ 885576 w 21052571"/>
              <a:gd name="connsiteY6534" fmla="*/ 7562921 h 8402012"/>
              <a:gd name="connsiteX6535" fmla="*/ 699644 w 21052571"/>
              <a:gd name="connsiteY6535" fmla="*/ 7550025 h 8402012"/>
              <a:gd name="connsiteX6536" fmla="*/ 756601 w 21052571"/>
              <a:gd name="connsiteY6536" fmla="*/ 7485546 h 8402012"/>
              <a:gd name="connsiteX6537" fmla="*/ 911364 w 21052571"/>
              <a:gd name="connsiteY6537" fmla="*/ 7459755 h 8402012"/>
              <a:gd name="connsiteX6538" fmla="*/ 955422 w 21052571"/>
              <a:gd name="connsiteY6538" fmla="*/ 7409246 h 8402012"/>
              <a:gd name="connsiteX6539" fmla="*/ 994116 w 21052571"/>
              <a:gd name="connsiteY6539" fmla="*/ 7383454 h 8402012"/>
              <a:gd name="connsiteX6540" fmla="*/ 1058602 w 21052571"/>
              <a:gd name="connsiteY6540" fmla="*/ 7383454 h 8402012"/>
              <a:gd name="connsiteX6541" fmla="*/ 1031593 w 21052571"/>
              <a:gd name="connsiteY6541" fmla="*/ 7376301 h 8402012"/>
              <a:gd name="connsiteX6542" fmla="*/ 1023024 w 21052571"/>
              <a:gd name="connsiteY6542" fmla="*/ 7370645 h 8402012"/>
              <a:gd name="connsiteX6543" fmla="*/ 1027510 w 21052571"/>
              <a:gd name="connsiteY6543" fmla="*/ 7385989 h 8402012"/>
              <a:gd name="connsiteX6544" fmla="*/ 1017780 w 21052571"/>
              <a:gd name="connsiteY6544" fmla="*/ 7385989 h 8402012"/>
              <a:gd name="connsiteX6545" fmla="*/ 1020847 w 21052571"/>
              <a:gd name="connsiteY6545" fmla="*/ 7369209 h 8402012"/>
              <a:gd name="connsiteX6546" fmla="*/ 1007013 w 21052571"/>
              <a:gd name="connsiteY6546" fmla="*/ 7360080 h 8402012"/>
              <a:gd name="connsiteX6547" fmla="*/ 955422 w 21052571"/>
              <a:gd name="connsiteY6547" fmla="*/ 7331871 h 8402012"/>
              <a:gd name="connsiteX6548" fmla="*/ 840431 w 21052571"/>
              <a:gd name="connsiteY6548" fmla="*/ 7318975 h 8402012"/>
              <a:gd name="connsiteX6549" fmla="*/ 737259 w 21052571"/>
              <a:gd name="connsiteY6549" fmla="*/ 7299631 h 8402012"/>
              <a:gd name="connsiteX6550" fmla="*/ 756601 w 21052571"/>
              <a:gd name="connsiteY6550" fmla="*/ 7210435 h 8402012"/>
              <a:gd name="connsiteX6551" fmla="*/ 827532 w 21052571"/>
              <a:gd name="connsiteY6551" fmla="*/ 7191091 h 8402012"/>
              <a:gd name="connsiteX6552" fmla="*/ 1058602 w 21052571"/>
              <a:gd name="connsiteY6552" fmla="*/ 7178196 h 8402012"/>
              <a:gd name="connsiteX6553" fmla="*/ 731887 w 21052571"/>
              <a:gd name="connsiteY6553" fmla="*/ 6843979 h 8402012"/>
              <a:gd name="connsiteX6554" fmla="*/ 570676 w 21052571"/>
              <a:gd name="connsiteY6554" fmla="*/ 6670960 h 8402012"/>
              <a:gd name="connsiteX6555" fmla="*/ 243959 w 21052571"/>
              <a:gd name="connsiteY6555" fmla="*/ 6376505 h 8402012"/>
              <a:gd name="connsiteX6556" fmla="*/ 192373 w 21052571"/>
              <a:gd name="connsiteY6556" fmla="*/ 6318474 h 8402012"/>
              <a:gd name="connsiteX6557" fmla="*/ 160132 w 21052571"/>
              <a:gd name="connsiteY6557" fmla="*/ 6247547 h 8402012"/>
              <a:gd name="connsiteX6558" fmla="*/ 58034 w 21052571"/>
              <a:gd name="connsiteY6558" fmla="*/ 6221755 h 8402012"/>
              <a:gd name="connsiteX6559" fmla="*/ 134339 w 21052571"/>
              <a:gd name="connsiteY6559" fmla="*/ 6197038 h 8402012"/>
              <a:gd name="connsiteX6560" fmla="*/ 160132 w 21052571"/>
              <a:gd name="connsiteY6560" fmla="*/ 6106767 h 8402012"/>
              <a:gd name="connsiteX6561" fmla="*/ 224614 w 21052571"/>
              <a:gd name="connsiteY6561" fmla="*/ 6061632 h 8402012"/>
              <a:gd name="connsiteX6562" fmla="*/ 185924 w 21052571"/>
              <a:gd name="connsiteY6562" fmla="*/ 5978883 h 8402012"/>
              <a:gd name="connsiteX6563" fmla="*/ 358957 w 21052571"/>
              <a:gd name="connsiteY6563" fmla="*/ 5998227 h 8402012"/>
              <a:gd name="connsiteX6564" fmla="*/ 500824 w 21052571"/>
              <a:gd name="connsiteY6564" fmla="*/ 5991779 h 8402012"/>
              <a:gd name="connsiteX6565" fmla="*/ 243959 w 21052571"/>
              <a:gd name="connsiteY6565" fmla="*/ 5728489 h 8402012"/>
              <a:gd name="connsiteX6566" fmla="*/ 185924 w 21052571"/>
              <a:gd name="connsiteY6566" fmla="*/ 5683354 h 8402012"/>
              <a:gd name="connsiteX6567" fmla="*/ 153683 w 21052571"/>
              <a:gd name="connsiteY6567" fmla="*/ 5651114 h 8402012"/>
              <a:gd name="connsiteX6568" fmla="*/ 153683 w 21052571"/>
              <a:gd name="connsiteY6568" fmla="*/ 5594158 h 8402012"/>
              <a:gd name="connsiteX6569" fmla="*/ 121442 w 21052571"/>
              <a:gd name="connsiteY6569" fmla="*/ 5581262 h 8402012"/>
              <a:gd name="connsiteX6570" fmla="*/ 64482 w 21052571"/>
              <a:gd name="connsiteY6570" fmla="*/ 5561918 h 8402012"/>
              <a:gd name="connsiteX6571" fmla="*/ 0 w 21052571"/>
              <a:gd name="connsiteY6571" fmla="*/ 5503887 h 8402012"/>
              <a:gd name="connsiteX6572" fmla="*/ 58034 w 21052571"/>
              <a:gd name="connsiteY6572" fmla="*/ 5452304 h 8402012"/>
              <a:gd name="connsiteX6573" fmla="*/ 295546 w 21052571"/>
              <a:gd name="connsiteY6573" fmla="*/ 5408243 h 8402012"/>
              <a:gd name="connsiteX6574" fmla="*/ 358957 w 21052571"/>
              <a:gd name="connsiteY6574" fmla="*/ 5458752 h 8402012"/>
              <a:gd name="connsiteX6575" fmla="*/ 384753 w 21052571"/>
              <a:gd name="connsiteY6575" fmla="*/ 5363108 h 8402012"/>
              <a:gd name="connsiteX6576" fmla="*/ 397647 w 21052571"/>
              <a:gd name="connsiteY6576" fmla="*/ 5484543 h 8402012"/>
              <a:gd name="connsiteX6577" fmla="*/ 866231 w 21052571"/>
              <a:gd name="connsiteY6577" fmla="*/ 5722041 h 8402012"/>
              <a:gd name="connsiteX6578" fmla="*/ 872681 w 21052571"/>
              <a:gd name="connsiteY6578" fmla="*/ 5657562 h 8402012"/>
              <a:gd name="connsiteX6579" fmla="*/ 924259 w 21052571"/>
              <a:gd name="connsiteY6579" fmla="*/ 5644666 h 8402012"/>
              <a:gd name="connsiteX6580" fmla="*/ 846884 w 21052571"/>
              <a:gd name="connsiteY6580" fmla="*/ 5561918 h 8402012"/>
              <a:gd name="connsiteX6581" fmla="*/ 775945 w 21052571"/>
              <a:gd name="connsiteY6581" fmla="*/ 5478095 h 8402012"/>
              <a:gd name="connsiteX6582" fmla="*/ 699644 w 21052571"/>
              <a:gd name="connsiteY6582" fmla="*/ 5400720 h 8402012"/>
              <a:gd name="connsiteX6583" fmla="*/ 622265 w 21052571"/>
              <a:gd name="connsiteY6583" fmla="*/ 5343764 h 8402012"/>
              <a:gd name="connsiteX6584" fmla="*/ 590021 w 21052571"/>
              <a:gd name="connsiteY6584" fmla="*/ 5272837 h 8402012"/>
              <a:gd name="connsiteX6585" fmla="*/ 481474 w 21052571"/>
              <a:gd name="connsiteY6585" fmla="*/ 5227701 h 8402012"/>
              <a:gd name="connsiteX6586" fmla="*/ 276200 w 21052571"/>
              <a:gd name="connsiteY6586" fmla="*/ 5099818 h 8402012"/>
              <a:gd name="connsiteX6587" fmla="*/ 321342 w 21052571"/>
              <a:gd name="connsiteY6587" fmla="*/ 5054682 h 8402012"/>
              <a:gd name="connsiteX6588" fmla="*/ 250408 w 21052571"/>
              <a:gd name="connsiteY6588" fmla="*/ 5022443 h 8402012"/>
              <a:gd name="connsiteX6589" fmla="*/ 218166 w 21052571"/>
              <a:gd name="connsiteY6589" fmla="*/ 4952590 h 8402012"/>
              <a:gd name="connsiteX6590" fmla="*/ 77379 w 21052571"/>
              <a:gd name="connsiteY6590" fmla="*/ 4849424 h 8402012"/>
              <a:gd name="connsiteX6591" fmla="*/ 218166 w 21052571"/>
              <a:gd name="connsiteY6591" fmla="*/ 4830080 h 8402012"/>
              <a:gd name="connsiteX6592" fmla="*/ 308442 w 21052571"/>
              <a:gd name="connsiteY6592" fmla="*/ 4939694 h 8402012"/>
              <a:gd name="connsiteX6593" fmla="*/ 481474 w 21052571"/>
              <a:gd name="connsiteY6593" fmla="*/ 4933247 h 8402012"/>
              <a:gd name="connsiteX6594" fmla="*/ 628715 w 21052571"/>
              <a:gd name="connsiteY6594" fmla="*/ 4901007 h 8402012"/>
              <a:gd name="connsiteX6595" fmla="*/ 622265 w 21052571"/>
              <a:gd name="connsiteY6595" fmla="*/ 4855872 h 8402012"/>
              <a:gd name="connsiteX6596" fmla="*/ 557782 w 21052571"/>
              <a:gd name="connsiteY6596" fmla="*/ 4836528 h 8402012"/>
              <a:gd name="connsiteX6597" fmla="*/ 494372 w 21052571"/>
              <a:gd name="connsiteY6597" fmla="*/ 4792467 h 8402012"/>
              <a:gd name="connsiteX6598" fmla="*/ 519093 w 21052571"/>
              <a:gd name="connsiteY6598" fmla="*/ 4727988 h 8402012"/>
              <a:gd name="connsiteX6599" fmla="*/ 795292 w 21052571"/>
              <a:gd name="connsiteY6599" fmla="*/ 4907455 h 8402012"/>
              <a:gd name="connsiteX6600" fmla="*/ 821085 w 21052571"/>
              <a:gd name="connsiteY6600" fmla="*/ 4855872 h 8402012"/>
              <a:gd name="connsiteX6601" fmla="*/ 840431 w 21052571"/>
              <a:gd name="connsiteY6601" fmla="*/ 4881663 h 8402012"/>
              <a:gd name="connsiteX6602" fmla="*/ 898470 w 21052571"/>
              <a:gd name="connsiteY6602" fmla="*/ 4907455 h 8402012"/>
              <a:gd name="connsiteX6603" fmla="*/ 942526 w 21052571"/>
              <a:gd name="connsiteY6603" fmla="*/ 4984830 h 8402012"/>
              <a:gd name="connsiteX6604" fmla="*/ 1097291 w 21052571"/>
              <a:gd name="connsiteY6604" fmla="*/ 4855872 h 8402012"/>
              <a:gd name="connsiteX6605" fmla="*/ 961871 w 21052571"/>
              <a:gd name="connsiteY6605" fmla="*/ 4830080 h 8402012"/>
              <a:gd name="connsiteX6606" fmla="*/ 846884 w 21052571"/>
              <a:gd name="connsiteY6606" fmla="*/ 4810736 h 8402012"/>
              <a:gd name="connsiteX6607" fmla="*/ 808190 w 21052571"/>
              <a:gd name="connsiteY6607" fmla="*/ 4721540 h 8402012"/>
              <a:gd name="connsiteX6608" fmla="*/ 750154 w 21052571"/>
              <a:gd name="connsiteY6608" fmla="*/ 4702196 h 8402012"/>
              <a:gd name="connsiteX6609" fmla="*/ 641609 w 21052571"/>
              <a:gd name="connsiteY6609" fmla="*/ 4644165 h 8402012"/>
              <a:gd name="connsiteX6610" fmla="*/ 577123 w 21052571"/>
              <a:gd name="connsiteY6610" fmla="*/ 4593656 h 8402012"/>
              <a:gd name="connsiteX6611" fmla="*/ 526613 w 21052571"/>
              <a:gd name="connsiteY6611" fmla="*/ 4496938 h 8402012"/>
              <a:gd name="connsiteX6612" fmla="*/ 449232 w 21052571"/>
              <a:gd name="connsiteY6612" fmla="*/ 4471146 h 8402012"/>
              <a:gd name="connsiteX6613" fmla="*/ 602922 w 21052571"/>
              <a:gd name="connsiteY6613" fmla="*/ 4272335 h 8402012"/>
              <a:gd name="connsiteX6614" fmla="*/ 449232 w 21052571"/>
              <a:gd name="connsiteY6614" fmla="*/ 4227200 h 8402012"/>
              <a:gd name="connsiteX6615" fmla="*/ 358957 w 21052571"/>
              <a:gd name="connsiteY6615" fmla="*/ 4196035 h 8402012"/>
              <a:gd name="connsiteX6616" fmla="*/ 462128 w 21052571"/>
              <a:gd name="connsiteY6616" fmla="*/ 4184354 h 8402012"/>
              <a:gd name="connsiteX6617" fmla="*/ 507270 w 21052571"/>
              <a:gd name="connsiteY6617" fmla="*/ 4158563 h 8402012"/>
              <a:gd name="connsiteX6618" fmla="*/ 410555 w 21052571"/>
              <a:gd name="connsiteY6618" fmla="*/ 4119876 h 8402012"/>
              <a:gd name="connsiteX6619" fmla="*/ 108546 w 21052571"/>
              <a:gd name="connsiteY6619" fmla="*/ 4087636 h 8402012"/>
              <a:gd name="connsiteX6620" fmla="*/ 282648 w 21052571"/>
              <a:gd name="connsiteY6620" fmla="*/ 4010258 h 8402012"/>
              <a:gd name="connsiteX6621" fmla="*/ 468577 w 21052571"/>
              <a:gd name="connsiteY6621" fmla="*/ 4023156 h 8402012"/>
              <a:gd name="connsiteX6622" fmla="*/ 564229 w 21052571"/>
              <a:gd name="connsiteY6622" fmla="*/ 3998439 h 8402012"/>
              <a:gd name="connsiteX6623" fmla="*/ 609368 w 21052571"/>
              <a:gd name="connsiteY6623" fmla="*/ 3984469 h 8402012"/>
              <a:gd name="connsiteX6624" fmla="*/ 622265 w 21052571"/>
              <a:gd name="connsiteY6624" fmla="*/ 3940409 h 8402012"/>
              <a:gd name="connsiteX6625" fmla="*/ 378306 w 21052571"/>
              <a:gd name="connsiteY6625" fmla="*/ 3888822 h 8402012"/>
              <a:gd name="connsiteX6626" fmla="*/ 699644 w 21052571"/>
              <a:gd name="connsiteY6626" fmla="*/ 3908169 h 8402012"/>
              <a:gd name="connsiteX6627" fmla="*/ 846884 w 21052571"/>
              <a:gd name="connsiteY6627" fmla="*/ 3979098 h 8402012"/>
              <a:gd name="connsiteX6628" fmla="*/ 929631 w 21052571"/>
              <a:gd name="connsiteY6628" fmla="*/ 3998439 h 8402012"/>
              <a:gd name="connsiteX6629" fmla="*/ 981220 w 21052571"/>
              <a:gd name="connsiteY6629" fmla="*/ 4029605 h 8402012"/>
              <a:gd name="connsiteX6630" fmla="*/ 862945 w 21052571"/>
              <a:gd name="connsiteY6630" fmla="*/ 3973605 h 8402012"/>
              <a:gd name="connsiteX6631" fmla="*/ 861166 w 21052571"/>
              <a:gd name="connsiteY6631" fmla="*/ 3973165 h 8402012"/>
              <a:gd name="connsiteX6632" fmla="*/ 861361 w 21052571"/>
              <a:gd name="connsiteY6632" fmla="*/ 3973462 h 8402012"/>
              <a:gd name="connsiteX6633" fmla="*/ 844300 w 21052571"/>
              <a:gd name="connsiteY6633" fmla="*/ 3973462 h 8402012"/>
              <a:gd name="connsiteX6634" fmla="*/ 845016 w 21052571"/>
              <a:gd name="connsiteY6634" fmla="*/ 3969164 h 8402012"/>
              <a:gd name="connsiteX6635" fmla="*/ 835225 w 21052571"/>
              <a:gd name="connsiteY6635" fmla="*/ 3966739 h 8402012"/>
              <a:gd name="connsiteX6636" fmla="*/ 808190 w 21052571"/>
              <a:gd name="connsiteY6636" fmla="*/ 3908169 h 8402012"/>
              <a:gd name="connsiteX6637" fmla="*/ 872681 w 21052571"/>
              <a:gd name="connsiteY6637" fmla="*/ 3901721 h 8402012"/>
              <a:gd name="connsiteX6638" fmla="*/ 872681 w 21052571"/>
              <a:gd name="connsiteY6638" fmla="*/ 3869481 h 8402012"/>
              <a:gd name="connsiteX6639" fmla="*/ 814638 w 21052571"/>
              <a:gd name="connsiteY6639" fmla="*/ 3843691 h 8402012"/>
              <a:gd name="connsiteX6640" fmla="*/ 775945 w 21052571"/>
              <a:gd name="connsiteY6640" fmla="*/ 3798554 h 8402012"/>
              <a:gd name="connsiteX6641" fmla="*/ 1000565 w 21052571"/>
              <a:gd name="connsiteY6641" fmla="*/ 3824343 h 8402012"/>
              <a:gd name="connsiteX6642" fmla="*/ 737259 w 21052571"/>
              <a:gd name="connsiteY6642" fmla="*/ 3644881 h 8402012"/>
              <a:gd name="connsiteX6643" fmla="*/ 840431 w 21052571"/>
              <a:gd name="connsiteY6643" fmla="*/ 3631983 h 8402012"/>
              <a:gd name="connsiteX6644" fmla="*/ 833981 w 21052571"/>
              <a:gd name="connsiteY6644" fmla="*/ 3516994 h 8402012"/>
              <a:gd name="connsiteX6645" fmla="*/ 782393 w 21052571"/>
              <a:gd name="connsiteY6645" fmla="*/ 3452516 h 8402012"/>
              <a:gd name="connsiteX6646" fmla="*/ 731887 w 21052571"/>
              <a:gd name="connsiteY6646" fmla="*/ 3260153 h 8402012"/>
              <a:gd name="connsiteX6647" fmla="*/ 641609 w 21052571"/>
              <a:gd name="connsiteY6647" fmla="*/ 3151613 h 8402012"/>
              <a:gd name="connsiteX6648" fmla="*/ 475027 w 21052571"/>
              <a:gd name="connsiteY6648" fmla="*/ 3029103 h 8402012"/>
              <a:gd name="connsiteX6649" fmla="*/ 564229 w 21052571"/>
              <a:gd name="connsiteY6649" fmla="*/ 3035555 h 8402012"/>
              <a:gd name="connsiteX6650" fmla="*/ 680297 w 21052571"/>
              <a:gd name="connsiteY6650" fmla="*/ 3054895 h 8402012"/>
              <a:gd name="connsiteX6651" fmla="*/ 859780 w 21052571"/>
              <a:gd name="connsiteY6651" fmla="*/ 2983968 h 8402012"/>
              <a:gd name="connsiteX6652" fmla="*/ 436338 w 21052571"/>
              <a:gd name="connsiteY6652" fmla="*/ 2752914 h 8402012"/>
              <a:gd name="connsiteX6653" fmla="*/ 904916 w 21052571"/>
              <a:gd name="connsiteY6653" fmla="*/ 2637928 h 8402012"/>
              <a:gd name="connsiteX6654" fmla="*/ 1147800 w 21052571"/>
              <a:gd name="connsiteY6654" fmla="*/ 2657271 h 8402012"/>
              <a:gd name="connsiteX6655" fmla="*/ 1263872 w 21052571"/>
              <a:gd name="connsiteY6655" fmla="*/ 2683064 h 8402012"/>
              <a:gd name="connsiteX6656" fmla="*/ 1378873 w 21052571"/>
              <a:gd name="connsiteY6656" fmla="*/ 2657271 h 8402012"/>
              <a:gd name="connsiteX6657" fmla="*/ 1359525 w 21052571"/>
              <a:gd name="connsiteY6657" fmla="*/ 2625034 h 8402012"/>
              <a:gd name="connsiteX6658" fmla="*/ 1597039 w 21052571"/>
              <a:gd name="connsiteY6658" fmla="*/ 2579897 h 8402012"/>
              <a:gd name="connsiteX6659" fmla="*/ 1828106 w 21052571"/>
              <a:gd name="connsiteY6659" fmla="*/ 2503598 h 8402012"/>
              <a:gd name="connsiteX6660" fmla="*/ 2316022 w 21052571"/>
              <a:gd name="connsiteY6660" fmla="*/ 2490703 h 8402012"/>
              <a:gd name="connsiteX6661" fmla="*/ 3079083 w 21052571"/>
              <a:gd name="connsiteY6661" fmla="*/ 2605690 h 8402012"/>
              <a:gd name="connsiteX6662" fmla="*/ 3855086 w 21052571"/>
              <a:gd name="connsiteY6662" fmla="*/ 2618587 h 8402012"/>
              <a:gd name="connsiteX6663" fmla="*/ 4638608 w 21052571"/>
              <a:gd name="connsiteY6663" fmla="*/ 2605690 h 8402012"/>
              <a:gd name="connsiteX6664" fmla="*/ 5388806 w 21052571"/>
              <a:gd name="connsiteY6664" fmla="*/ 2445566 h 8402012"/>
              <a:gd name="connsiteX6665" fmla="*/ 6896204 w 21052571"/>
              <a:gd name="connsiteY6665" fmla="*/ 1926509 h 8402012"/>
              <a:gd name="connsiteX6666" fmla="*/ 7652812 w 21052571"/>
              <a:gd name="connsiteY6666" fmla="*/ 1689010 h 8402012"/>
              <a:gd name="connsiteX6667" fmla="*/ 8024668 w 21052571"/>
              <a:gd name="connsiteY6667" fmla="*/ 1566500 h 8402012"/>
              <a:gd name="connsiteX6668" fmla="*/ 8530865 w 21052571"/>
              <a:gd name="connsiteY6668" fmla="*/ 1348346 h 8402012"/>
              <a:gd name="connsiteX6669" fmla="*/ 8711419 w 21052571"/>
              <a:gd name="connsiteY6669" fmla="*/ 1284941 h 8402012"/>
              <a:gd name="connsiteX6670" fmla="*/ 9089723 w 21052571"/>
              <a:gd name="connsiteY6670" fmla="*/ 1136639 h 8402012"/>
              <a:gd name="connsiteX6671" fmla="*/ 9846331 w 21052571"/>
              <a:gd name="connsiteY6671" fmla="*/ 848618 h 8402012"/>
              <a:gd name="connsiteX6672" fmla="*/ 11359547 w 21052571"/>
              <a:gd name="connsiteY6672" fmla="*/ 347838 h 8402012"/>
              <a:gd name="connsiteX6673" fmla="*/ 12122604 w 21052571"/>
              <a:gd name="connsiteY6673" fmla="*/ 174822 h 8402012"/>
              <a:gd name="connsiteX6674" fmla="*/ 12898557 w 21052571"/>
              <a:gd name="connsiteY6674" fmla="*/ 79180 h 8402012"/>
              <a:gd name="connsiteX6675" fmla="*/ 13675585 w 21052571"/>
              <a:gd name="connsiteY6675" fmla="*/ 14702 h 8402012"/>
              <a:gd name="connsiteX6676" fmla="*/ 13777684 w 21052571"/>
              <a:gd name="connsiteY6676" fmla="*/ 8254 h 8402012"/>
              <a:gd name="connsiteX6677" fmla="*/ 13855064 w 21052571"/>
              <a:gd name="connsiteY6677" fmla="*/ 1806 h 840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Lst>
            <a:rect l="l" t="t" r="r" b="b"/>
            <a:pathLst>
              <a:path w="21052571" h="8402012">
                <a:moveTo>
                  <a:pt x="4359535" y="8270801"/>
                </a:moveTo>
                <a:cubicBezTo>
                  <a:pt x="4359535" y="8289603"/>
                  <a:pt x="4359535" y="8302874"/>
                  <a:pt x="4346406" y="8302874"/>
                </a:cubicBezTo>
                <a:cubicBezTo>
                  <a:pt x="4346406" y="8284073"/>
                  <a:pt x="4346406" y="8270801"/>
                  <a:pt x="4359535" y="8270801"/>
                </a:cubicBezTo>
                <a:close/>
                <a:moveTo>
                  <a:pt x="4550214" y="8202009"/>
                </a:moveTo>
                <a:cubicBezTo>
                  <a:pt x="4591016" y="8202197"/>
                  <a:pt x="4631781" y="8210614"/>
                  <a:pt x="4672394" y="8237067"/>
                </a:cubicBezTo>
                <a:cubicBezTo>
                  <a:pt x="4609127" y="8243479"/>
                  <a:pt x="4551224" y="8249892"/>
                  <a:pt x="4493316" y="8256305"/>
                </a:cubicBezTo>
                <a:cubicBezTo>
                  <a:pt x="4467582" y="8262718"/>
                  <a:pt x="4441846" y="8274474"/>
                  <a:pt x="4417181" y="8269130"/>
                </a:cubicBezTo>
                <a:cubicBezTo>
                  <a:pt x="4391446" y="8256305"/>
                  <a:pt x="4365710" y="8237067"/>
                  <a:pt x="4346406" y="8224241"/>
                </a:cubicBezTo>
                <a:cubicBezTo>
                  <a:pt x="4414098" y="8224241"/>
                  <a:pt x="4482209" y="8201696"/>
                  <a:pt x="4550214" y="8202009"/>
                </a:cubicBezTo>
                <a:close/>
                <a:moveTo>
                  <a:pt x="5056320" y="8161791"/>
                </a:moveTo>
                <a:cubicBezTo>
                  <a:pt x="4907890" y="8228016"/>
                  <a:pt x="4907890" y="8228016"/>
                  <a:pt x="4791963" y="8241261"/>
                </a:cubicBezTo>
                <a:cubicBezTo>
                  <a:pt x="4868889" y="8194903"/>
                  <a:pt x="4868889" y="8194903"/>
                  <a:pt x="5056320" y="8161791"/>
                </a:cubicBezTo>
                <a:close/>
                <a:moveTo>
                  <a:pt x="3625921" y="8024337"/>
                </a:moveTo>
                <a:cubicBezTo>
                  <a:pt x="3631909" y="8024337"/>
                  <a:pt x="3643884" y="8031162"/>
                  <a:pt x="3643884" y="8051637"/>
                </a:cubicBezTo>
                <a:cubicBezTo>
                  <a:pt x="3631909" y="8051637"/>
                  <a:pt x="3625921" y="8044812"/>
                  <a:pt x="3625921" y="8024337"/>
                </a:cubicBezTo>
                <a:close/>
                <a:moveTo>
                  <a:pt x="2886695" y="7992782"/>
                </a:moveTo>
                <a:cubicBezTo>
                  <a:pt x="2886695" y="8012126"/>
                  <a:pt x="2893143" y="8025022"/>
                  <a:pt x="2906042" y="8025022"/>
                </a:cubicBezTo>
                <a:cubicBezTo>
                  <a:pt x="2906042" y="8005678"/>
                  <a:pt x="2899594" y="7992782"/>
                  <a:pt x="2886695" y="7992782"/>
                </a:cubicBezTo>
                <a:close/>
                <a:moveTo>
                  <a:pt x="5678744" y="7989786"/>
                </a:moveTo>
                <a:cubicBezTo>
                  <a:pt x="5684077" y="7988506"/>
                  <a:pt x="5688571" y="7998744"/>
                  <a:pt x="5679589" y="8008981"/>
                </a:cubicBezTo>
                <a:cubicBezTo>
                  <a:pt x="5679589" y="8008981"/>
                  <a:pt x="5673597" y="8002156"/>
                  <a:pt x="5673597" y="7995331"/>
                </a:cubicBezTo>
                <a:cubicBezTo>
                  <a:pt x="5675094" y="7991919"/>
                  <a:pt x="5676966" y="7990212"/>
                  <a:pt x="5678744" y="7989786"/>
                </a:cubicBezTo>
                <a:close/>
                <a:moveTo>
                  <a:pt x="3008685" y="7984722"/>
                </a:moveTo>
                <a:cubicBezTo>
                  <a:pt x="2975099" y="7984722"/>
                  <a:pt x="2938285" y="7992782"/>
                  <a:pt x="2925388" y="7992782"/>
                </a:cubicBezTo>
                <a:cubicBezTo>
                  <a:pt x="2925388" y="8057261"/>
                  <a:pt x="3053288" y="8025022"/>
                  <a:pt x="3072634" y="8025022"/>
                </a:cubicBezTo>
                <a:cubicBezTo>
                  <a:pt x="3072634" y="7992782"/>
                  <a:pt x="3042273" y="7984722"/>
                  <a:pt x="3008685" y="7984722"/>
                </a:cubicBezTo>
                <a:close/>
                <a:moveTo>
                  <a:pt x="5645056" y="7982520"/>
                </a:moveTo>
                <a:cubicBezTo>
                  <a:pt x="5656983" y="7984752"/>
                  <a:pt x="5667962" y="7992463"/>
                  <a:pt x="5677278" y="8008698"/>
                </a:cubicBezTo>
                <a:cubicBezTo>
                  <a:pt x="5646401" y="8028179"/>
                  <a:pt x="5614459" y="8041166"/>
                  <a:pt x="5582515" y="8060648"/>
                </a:cubicBezTo>
                <a:cubicBezTo>
                  <a:pt x="5569737" y="8067141"/>
                  <a:pt x="5556960" y="8072553"/>
                  <a:pt x="5544182" y="8080129"/>
                </a:cubicBezTo>
                <a:cubicBezTo>
                  <a:pt x="5537791" y="8060648"/>
                  <a:pt x="5531403" y="8047660"/>
                  <a:pt x="5531403" y="8028179"/>
                </a:cubicBezTo>
                <a:cubicBezTo>
                  <a:pt x="5564946" y="8018438"/>
                  <a:pt x="5609269" y="7975823"/>
                  <a:pt x="5645056" y="7982520"/>
                </a:cubicBezTo>
                <a:close/>
                <a:moveTo>
                  <a:pt x="5813583" y="7956299"/>
                </a:moveTo>
                <a:cubicBezTo>
                  <a:pt x="5828511" y="7956401"/>
                  <a:pt x="5843186" y="7958439"/>
                  <a:pt x="5857390" y="7963331"/>
                </a:cubicBezTo>
                <a:cubicBezTo>
                  <a:pt x="5807002" y="7989420"/>
                  <a:pt x="5729802" y="8061167"/>
                  <a:pt x="5678342" y="7982898"/>
                </a:cubicBezTo>
                <a:cubicBezTo>
                  <a:pt x="5721764" y="7973114"/>
                  <a:pt x="5768803" y="7955993"/>
                  <a:pt x="5813583" y="7956299"/>
                </a:cubicBezTo>
                <a:close/>
                <a:moveTo>
                  <a:pt x="2780828" y="7954901"/>
                </a:moveTo>
                <a:cubicBezTo>
                  <a:pt x="2764974" y="7954095"/>
                  <a:pt x="2745896" y="7960543"/>
                  <a:pt x="2733001" y="7960543"/>
                </a:cubicBezTo>
                <a:cubicBezTo>
                  <a:pt x="2733001" y="8018574"/>
                  <a:pt x="2789962" y="7992782"/>
                  <a:pt x="2809310" y="7992782"/>
                </a:cubicBezTo>
                <a:cubicBezTo>
                  <a:pt x="2809310" y="7963766"/>
                  <a:pt x="2796682" y="7955707"/>
                  <a:pt x="2780828" y="7954901"/>
                </a:cubicBezTo>
                <a:close/>
                <a:moveTo>
                  <a:pt x="2659645" y="7930721"/>
                </a:moveTo>
                <a:cubicBezTo>
                  <a:pt x="2647553" y="7929915"/>
                  <a:pt x="2633044" y="7934751"/>
                  <a:pt x="2623371" y="7934751"/>
                </a:cubicBezTo>
                <a:cubicBezTo>
                  <a:pt x="2623371" y="7979886"/>
                  <a:pt x="2662064" y="7960543"/>
                  <a:pt x="2681409" y="7960543"/>
                </a:cubicBezTo>
                <a:cubicBezTo>
                  <a:pt x="2681409" y="7937975"/>
                  <a:pt x="2671738" y="7931527"/>
                  <a:pt x="2659645" y="7930721"/>
                </a:cubicBezTo>
                <a:close/>
                <a:moveTo>
                  <a:pt x="2508366" y="7902511"/>
                </a:moveTo>
                <a:cubicBezTo>
                  <a:pt x="2508366" y="7934751"/>
                  <a:pt x="2527714" y="7934751"/>
                  <a:pt x="2547060" y="7934751"/>
                </a:cubicBezTo>
                <a:cubicBezTo>
                  <a:pt x="2547060" y="7896063"/>
                  <a:pt x="2527714" y="7902511"/>
                  <a:pt x="2508366" y="7902511"/>
                </a:cubicBezTo>
                <a:close/>
                <a:moveTo>
                  <a:pt x="2421442" y="7863152"/>
                </a:moveTo>
                <a:cubicBezTo>
                  <a:pt x="2405491" y="7863286"/>
                  <a:pt x="2386415" y="7871346"/>
                  <a:pt x="2374056" y="7871346"/>
                </a:cubicBezTo>
                <a:cubicBezTo>
                  <a:pt x="2374056" y="7928303"/>
                  <a:pt x="2430983" y="7902511"/>
                  <a:pt x="2450329" y="7902511"/>
                </a:cubicBezTo>
                <a:cubicBezTo>
                  <a:pt x="2450329" y="7870809"/>
                  <a:pt x="2437431" y="7863018"/>
                  <a:pt x="2421442" y="7863152"/>
                </a:cubicBezTo>
                <a:close/>
                <a:moveTo>
                  <a:pt x="2320053" y="7835883"/>
                </a:moveTo>
                <a:cubicBezTo>
                  <a:pt x="2307963" y="7834271"/>
                  <a:pt x="2293452" y="7839107"/>
                  <a:pt x="2283781" y="7839107"/>
                </a:cubicBezTo>
                <a:cubicBezTo>
                  <a:pt x="2283781" y="7889616"/>
                  <a:pt x="2322470" y="7871346"/>
                  <a:pt x="2341814" y="7871346"/>
                </a:cubicBezTo>
                <a:cubicBezTo>
                  <a:pt x="2341814" y="7845555"/>
                  <a:pt x="2332143" y="7837495"/>
                  <a:pt x="2320053" y="7835883"/>
                </a:cubicBezTo>
                <a:close/>
                <a:moveTo>
                  <a:pt x="6285584" y="7782608"/>
                </a:moveTo>
                <a:cubicBezTo>
                  <a:pt x="6291902" y="7801678"/>
                  <a:pt x="6298222" y="7820748"/>
                  <a:pt x="6298222" y="7839818"/>
                </a:cubicBezTo>
                <a:cubicBezTo>
                  <a:pt x="6273998" y="7852532"/>
                  <a:pt x="6248718" y="7858888"/>
                  <a:pt x="6223439" y="7871602"/>
                </a:cubicBezTo>
                <a:cubicBezTo>
                  <a:pt x="6242399" y="7839818"/>
                  <a:pt x="6267676" y="7808035"/>
                  <a:pt x="6285584" y="7782608"/>
                </a:cubicBezTo>
                <a:close/>
                <a:moveTo>
                  <a:pt x="6359901" y="7773131"/>
                </a:moveTo>
                <a:cubicBezTo>
                  <a:pt x="6359901" y="7798816"/>
                  <a:pt x="6353913" y="7805237"/>
                  <a:pt x="6341937" y="7805237"/>
                </a:cubicBezTo>
                <a:cubicBezTo>
                  <a:pt x="6341937" y="7785974"/>
                  <a:pt x="6347926" y="7773131"/>
                  <a:pt x="6359901" y="7773131"/>
                </a:cubicBezTo>
                <a:close/>
                <a:moveTo>
                  <a:pt x="6492563" y="7716253"/>
                </a:moveTo>
                <a:cubicBezTo>
                  <a:pt x="6492563" y="7735517"/>
                  <a:pt x="6487296" y="7748359"/>
                  <a:pt x="6474654" y="7748359"/>
                </a:cubicBezTo>
                <a:cubicBezTo>
                  <a:pt x="6474654" y="7729096"/>
                  <a:pt x="6480977" y="7716253"/>
                  <a:pt x="6492563" y="7716253"/>
                </a:cubicBezTo>
                <a:close/>
                <a:moveTo>
                  <a:pt x="6023013" y="7713609"/>
                </a:moveTo>
                <a:cubicBezTo>
                  <a:pt x="6035430" y="7711956"/>
                  <a:pt x="6050332" y="7718569"/>
                  <a:pt x="6060265" y="7728489"/>
                </a:cubicBezTo>
                <a:cubicBezTo>
                  <a:pt x="6080132" y="7748330"/>
                  <a:pt x="6007281" y="7748330"/>
                  <a:pt x="6000662" y="7748330"/>
                </a:cubicBezTo>
                <a:cubicBezTo>
                  <a:pt x="6000662" y="7725183"/>
                  <a:pt x="6010595" y="7715262"/>
                  <a:pt x="6023013" y="7713609"/>
                </a:cubicBezTo>
                <a:close/>
                <a:moveTo>
                  <a:pt x="6132352" y="7684485"/>
                </a:moveTo>
                <a:cubicBezTo>
                  <a:pt x="6132352" y="7715228"/>
                  <a:pt x="6113906" y="7715228"/>
                  <a:pt x="6095460" y="7715228"/>
                </a:cubicBezTo>
                <a:cubicBezTo>
                  <a:pt x="6095460" y="7678336"/>
                  <a:pt x="6113906" y="7684485"/>
                  <a:pt x="6132352" y="7684485"/>
                </a:cubicBezTo>
                <a:close/>
                <a:moveTo>
                  <a:pt x="6611612" y="7659376"/>
                </a:moveTo>
                <a:cubicBezTo>
                  <a:pt x="6630765" y="7659376"/>
                  <a:pt x="6649918" y="7659376"/>
                  <a:pt x="6662687" y="7671786"/>
                </a:cubicBezTo>
                <a:cubicBezTo>
                  <a:pt x="6643534" y="7684196"/>
                  <a:pt x="6624381" y="7696605"/>
                  <a:pt x="6611612" y="7715220"/>
                </a:cubicBezTo>
                <a:cubicBezTo>
                  <a:pt x="6611612" y="7696605"/>
                  <a:pt x="6611612" y="7677991"/>
                  <a:pt x="6611612" y="7659376"/>
                </a:cubicBezTo>
                <a:close/>
                <a:moveTo>
                  <a:pt x="6656227" y="7650005"/>
                </a:moveTo>
                <a:lnTo>
                  <a:pt x="6654271" y="7658323"/>
                </a:lnTo>
                <a:cubicBezTo>
                  <a:pt x="6654271" y="7658323"/>
                  <a:pt x="6654733" y="7656360"/>
                  <a:pt x="6655396" y="7653539"/>
                </a:cubicBezTo>
                <a:close/>
                <a:moveTo>
                  <a:pt x="6659809" y="7634772"/>
                </a:moveTo>
                <a:cubicBezTo>
                  <a:pt x="6659501" y="7636080"/>
                  <a:pt x="6658937" y="7638479"/>
                  <a:pt x="6658040" y="7642295"/>
                </a:cubicBezTo>
                <a:lnTo>
                  <a:pt x="6656227" y="7650005"/>
                </a:lnTo>
                <a:lnTo>
                  <a:pt x="6657732" y="7643603"/>
                </a:lnTo>
                <a:cubicBezTo>
                  <a:pt x="6659347" y="7636734"/>
                  <a:pt x="6660732" y="7630846"/>
                  <a:pt x="6659809" y="7634772"/>
                </a:cubicBezTo>
                <a:close/>
                <a:moveTo>
                  <a:pt x="6695874" y="7626197"/>
                </a:moveTo>
                <a:cubicBezTo>
                  <a:pt x="6695874" y="7652740"/>
                  <a:pt x="6684288" y="7658270"/>
                  <a:pt x="6671649" y="7658270"/>
                </a:cubicBezTo>
                <a:cubicBezTo>
                  <a:pt x="6665330" y="7652740"/>
                  <a:pt x="6665330" y="7646105"/>
                  <a:pt x="6659010" y="7639469"/>
                </a:cubicBezTo>
                <a:cubicBezTo>
                  <a:pt x="6671649" y="7632833"/>
                  <a:pt x="6684288" y="7626197"/>
                  <a:pt x="6695874" y="7626197"/>
                </a:cubicBezTo>
                <a:close/>
                <a:moveTo>
                  <a:pt x="4731845" y="7624042"/>
                </a:moveTo>
                <a:cubicBezTo>
                  <a:pt x="4719754" y="7622564"/>
                  <a:pt x="4705245" y="7627400"/>
                  <a:pt x="4695573" y="7627400"/>
                </a:cubicBezTo>
                <a:cubicBezTo>
                  <a:pt x="4695573" y="7671461"/>
                  <a:pt x="4734263" y="7658565"/>
                  <a:pt x="4753610" y="7658565"/>
                </a:cubicBezTo>
                <a:cubicBezTo>
                  <a:pt x="4753610" y="7633311"/>
                  <a:pt x="4743938" y="7625520"/>
                  <a:pt x="4731845" y="7624042"/>
                </a:cubicBezTo>
                <a:close/>
                <a:moveTo>
                  <a:pt x="6736842" y="7622692"/>
                </a:moveTo>
                <a:cubicBezTo>
                  <a:pt x="6739087" y="7623545"/>
                  <a:pt x="6742081" y="7626958"/>
                  <a:pt x="6748068" y="7630370"/>
                </a:cubicBezTo>
                <a:cubicBezTo>
                  <a:pt x="6736093" y="7637195"/>
                  <a:pt x="6736093" y="7644020"/>
                  <a:pt x="6730106" y="7630370"/>
                </a:cubicBezTo>
                <a:cubicBezTo>
                  <a:pt x="6733100" y="7623545"/>
                  <a:pt x="6734596" y="7621839"/>
                  <a:pt x="6736842" y="7622692"/>
                </a:cubicBezTo>
                <a:close/>
                <a:moveTo>
                  <a:pt x="4772956" y="7595161"/>
                </a:moveTo>
                <a:cubicBezTo>
                  <a:pt x="4772956" y="7627400"/>
                  <a:pt x="4792303" y="7627400"/>
                  <a:pt x="4811647" y="7627400"/>
                </a:cubicBezTo>
                <a:cubicBezTo>
                  <a:pt x="4811647" y="7588713"/>
                  <a:pt x="4792303" y="7595161"/>
                  <a:pt x="4772956" y="7595161"/>
                </a:cubicBezTo>
                <a:close/>
                <a:moveTo>
                  <a:pt x="6362875" y="7580021"/>
                </a:moveTo>
                <a:cubicBezTo>
                  <a:pt x="6385705" y="7576013"/>
                  <a:pt x="6406906" y="7579220"/>
                  <a:pt x="6416689" y="7608077"/>
                </a:cubicBezTo>
                <a:cubicBezTo>
                  <a:pt x="6377552" y="7627315"/>
                  <a:pt x="6338415" y="7640141"/>
                  <a:pt x="6299276" y="7658310"/>
                </a:cubicBezTo>
                <a:cubicBezTo>
                  <a:pt x="6299276" y="7633728"/>
                  <a:pt x="6299276" y="7614490"/>
                  <a:pt x="6299276" y="7595252"/>
                </a:cubicBezTo>
                <a:cubicBezTo>
                  <a:pt x="6315584" y="7595252"/>
                  <a:pt x="6340046" y="7584029"/>
                  <a:pt x="6362875" y="7580021"/>
                </a:cubicBezTo>
                <a:close/>
                <a:moveTo>
                  <a:pt x="6923436" y="7564581"/>
                </a:moveTo>
                <a:cubicBezTo>
                  <a:pt x="6923436" y="7590266"/>
                  <a:pt x="6917449" y="7596687"/>
                  <a:pt x="6905474" y="7596687"/>
                </a:cubicBezTo>
                <a:cubicBezTo>
                  <a:pt x="6905474" y="7571002"/>
                  <a:pt x="6917449" y="7564581"/>
                  <a:pt x="6923436" y="7564581"/>
                </a:cubicBezTo>
                <a:close/>
                <a:moveTo>
                  <a:pt x="6961258" y="7531402"/>
                </a:moveTo>
                <a:cubicBezTo>
                  <a:pt x="6961258" y="7550667"/>
                  <a:pt x="6961258" y="7563511"/>
                  <a:pt x="6948133" y="7563511"/>
                </a:cubicBezTo>
                <a:cubicBezTo>
                  <a:pt x="6948133" y="7544246"/>
                  <a:pt x="6948133" y="7531402"/>
                  <a:pt x="6961258" y="7531402"/>
                </a:cubicBezTo>
                <a:close/>
                <a:moveTo>
                  <a:pt x="6519027" y="7531284"/>
                </a:moveTo>
                <a:cubicBezTo>
                  <a:pt x="6530892" y="7532276"/>
                  <a:pt x="6542686" y="7536242"/>
                  <a:pt x="6554142" y="7544174"/>
                </a:cubicBezTo>
                <a:cubicBezTo>
                  <a:pt x="6519779" y="7571937"/>
                  <a:pt x="6471213" y="7623993"/>
                  <a:pt x="6433300" y="7594061"/>
                </a:cubicBezTo>
                <a:lnTo>
                  <a:pt x="6421498" y="7580258"/>
                </a:lnTo>
                <a:lnTo>
                  <a:pt x="6424521" y="7590114"/>
                </a:lnTo>
                <a:cubicBezTo>
                  <a:pt x="6424521" y="7594930"/>
                  <a:pt x="6422880" y="7599746"/>
                  <a:pt x="6419597" y="7606167"/>
                </a:cubicBezTo>
                <a:cubicBezTo>
                  <a:pt x="6419597" y="7599746"/>
                  <a:pt x="6413034" y="7593325"/>
                  <a:pt x="6413034" y="7593325"/>
                </a:cubicBezTo>
                <a:lnTo>
                  <a:pt x="6418629" y="7576903"/>
                </a:lnTo>
                <a:lnTo>
                  <a:pt x="6417775" y="7575903"/>
                </a:lnTo>
                <a:lnTo>
                  <a:pt x="6419363" y="7574751"/>
                </a:lnTo>
                <a:lnTo>
                  <a:pt x="6419597" y="7574061"/>
                </a:lnTo>
                <a:lnTo>
                  <a:pt x="6419729" y="7574486"/>
                </a:lnTo>
                <a:lnTo>
                  <a:pt x="6449207" y="7553098"/>
                </a:lnTo>
                <a:cubicBezTo>
                  <a:pt x="6471299" y="7539217"/>
                  <a:pt x="6495301" y="7529301"/>
                  <a:pt x="6519027" y="7531284"/>
                </a:cubicBezTo>
                <a:close/>
                <a:moveTo>
                  <a:pt x="5068791" y="7529070"/>
                </a:moveTo>
                <a:cubicBezTo>
                  <a:pt x="5047295" y="7529070"/>
                  <a:pt x="5026605" y="7533906"/>
                  <a:pt x="5010483" y="7556473"/>
                </a:cubicBezTo>
                <a:cubicBezTo>
                  <a:pt x="4991136" y="7582265"/>
                  <a:pt x="4958894" y="7575817"/>
                  <a:pt x="4939550" y="7582265"/>
                </a:cubicBezTo>
                <a:cubicBezTo>
                  <a:pt x="4913753" y="7588713"/>
                  <a:pt x="4887959" y="7595161"/>
                  <a:pt x="4868614" y="7595161"/>
                </a:cubicBezTo>
                <a:cubicBezTo>
                  <a:pt x="4868614" y="7627400"/>
                  <a:pt x="4887959" y="7633848"/>
                  <a:pt x="4900855" y="7620952"/>
                </a:cubicBezTo>
                <a:cubicBezTo>
                  <a:pt x="4926648" y="7601609"/>
                  <a:pt x="4939550" y="7588713"/>
                  <a:pt x="4965343" y="7588713"/>
                </a:cubicBezTo>
                <a:cubicBezTo>
                  <a:pt x="4984689" y="7582265"/>
                  <a:pt x="5004034" y="7582265"/>
                  <a:pt x="5023382" y="7575817"/>
                </a:cubicBezTo>
                <a:cubicBezTo>
                  <a:pt x="5023382" y="7569369"/>
                  <a:pt x="5035204" y="7562921"/>
                  <a:pt x="5042726" y="7562921"/>
                </a:cubicBezTo>
                <a:cubicBezTo>
                  <a:pt x="5073896" y="7562921"/>
                  <a:pt x="5099688" y="7562921"/>
                  <a:pt x="5131933" y="7562921"/>
                </a:cubicBezTo>
                <a:cubicBezTo>
                  <a:pt x="5131933" y="7556473"/>
                  <a:pt x="5131933" y="7543577"/>
                  <a:pt x="5131933" y="7530682"/>
                </a:cubicBezTo>
                <a:cubicBezTo>
                  <a:pt x="5112588" y="7533906"/>
                  <a:pt x="5090284" y="7529070"/>
                  <a:pt x="5068791" y="7529070"/>
                </a:cubicBezTo>
                <a:close/>
                <a:moveTo>
                  <a:pt x="6549994" y="7520599"/>
                </a:moveTo>
                <a:cubicBezTo>
                  <a:pt x="6552988" y="7520599"/>
                  <a:pt x="6555979" y="7524011"/>
                  <a:pt x="6558974" y="7530836"/>
                </a:cubicBezTo>
                <a:cubicBezTo>
                  <a:pt x="6552988" y="7544486"/>
                  <a:pt x="6546999" y="7544486"/>
                  <a:pt x="6541012" y="7530836"/>
                </a:cubicBezTo>
                <a:cubicBezTo>
                  <a:pt x="6544004" y="7524011"/>
                  <a:pt x="6546999" y="7520599"/>
                  <a:pt x="6549994" y="7520599"/>
                </a:cubicBezTo>
                <a:close/>
                <a:moveTo>
                  <a:pt x="7037161" y="7498226"/>
                </a:moveTo>
                <a:cubicBezTo>
                  <a:pt x="7037161" y="7535118"/>
                  <a:pt x="7018715" y="7528970"/>
                  <a:pt x="7000269" y="7528970"/>
                </a:cubicBezTo>
                <a:cubicBezTo>
                  <a:pt x="7000269" y="7498226"/>
                  <a:pt x="7024864" y="7498226"/>
                  <a:pt x="7037161" y="7498226"/>
                </a:cubicBezTo>
                <a:close/>
                <a:moveTo>
                  <a:pt x="6675160" y="7469436"/>
                </a:moveTo>
                <a:cubicBezTo>
                  <a:pt x="6688968" y="7469996"/>
                  <a:pt x="6702327" y="7474748"/>
                  <a:pt x="6714821" y="7485882"/>
                </a:cubicBezTo>
                <a:cubicBezTo>
                  <a:pt x="6664842" y="7511950"/>
                  <a:pt x="6595157" y="7596673"/>
                  <a:pt x="6550492" y="7518468"/>
                </a:cubicBezTo>
                <a:cubicBezTo>
                  <a:pt x="6588775" y="7503804"/>
                  <a:pt x="6633738" y="7467756"/>
                  <a:pt x="6675160" y="7469436"/>
                </a:cubicBezTo>
                <a:close/>
                <a:moveTo>
                  <a:pt x="6708736" y="7466812"/>
                </a:moveTo>
                <a:lnTo>
                  <a:pt x="6707944" y="7469064"/>
                </a:lnTo>
                <a:cubicBezTo>
                  <a:pt x="6707036" y="7471644"/>
                  <a:pt x="6706404" y="7473438"/>
                  <a:pt x="6706404" y="7473438"/>
                </a:cubicBezTo>
                <a:close/>
                <a:moveTo>
                  <a:pt x="6713340" y="7453728"/>
                </a:moveTo>
                <a:lnTo>
                  <a:pt x="6711562" y="7458781"/>
                </a:lnTo>
                <a:lnTo>
                  <a:pt x="6708736" y="7466812"/>
                </a:lnTo>
                <a:lnTo>
                  <a:pt x="6711140" y="7459978"/>
                </a:lnTo>
                <a:close/>
                <a:moveTo>
                  <a:pt x="6713982" y="7451902"/>
                </a:moveTo>
                <a:cubicBezTo>
                  <a:pt x="6714614" y="7450107"/>
                  <a:pt x="6714456" y="7450556"/>
                  <a:pt x="6713864" y="7452238"/>
                </a:cubicBezTo>
                <a:lnTo>
                  <a:pt x="6713340" y="7453728"/>
                </a:lnTo>
                <a:close/>
                <a:moveTo>
                  <a:pt x="7157576" y="7408170"/>
                </a:moveTo>
                <a:cubicBezTo>
                  <a:pt x="7163725" y="7428078"/>
                  <a:pt x="7163725" y="7453515"/>
                  <a:pt x="7169873" y="7473422"/>
                </a:cubicBezTo>
                <a:cubicBezTo>
                  <a:pt x="7157576" y="7473422"/>
                  <a:pt x="7145278" y="7473422"/>
                  <a:pt x="7132981" y="7473422"/>
                </a:cubicBezTo>
                <a:cubicBezTo>
                  <a:pt x="7139130" y="7447985"/>
                  <a:pt x="7145278" y="7428078"/>
                  <a:pt x="7157576" y="7408170"/>
                </a:cubicBezTo>
                <a:close/>
                <a:moveTo>
                  <a:pt x="6859755" y="7367654"/>
                </a:moveTo>
                <a:cubicBezTo>
                  <a:pt x="6875043" y="7368179"/>
                  <a:pt x="6888787" y="7376704"/>
                  <a:pt x="6899676" y="7397813"/>
                </a:cubicBezTo>
                <a:cubicBezTo>
                  <a:pt x="6862493" y="7410804"/>
                  <a:pt x="6830622" y="7423794"/>
                  <a:pt x="6792377" y="7443280"/>
                </a:cubicBezTo>
                <a:cubicBezTo>
                  <a:pt x="6766880" y="7455188"/>
                  <a:pt x="6735010" y="7487664"/>
                  <a:pt x="6715887" y="7455188"/>
                </a:cubicBezTo>
                <a:cubicBezTo>
                  <a:pt x="6754132" y="7436514"/>
                  <a:pt x="6813890" y="7366081"/>
                  <a:pt x="6859755" y="7367654"/>
                </a:cubicBezTo>
                <a:close/>
                <a:moveTo>
                  <a:pt x="6906002" y="7365514"/>
                </a:moveTo>
                <a:cubicBezTo>
                  <a:pt x="6912322" y="7371935"/>
                  <a:pt x="6918642" y="7378357"/>
                  <a:pt x="6918642" y="7384778"/>
                </a:cubicBezTo>
                <a:cubicBezTo>
                  <a:pt x="6912322" y="7391199"/>
                  <a:pt x="6906002" y="7397620"/>
                  <a:pt x="6900735" y="7384778"/>
                </a:cubicBezTo>
                <a:cubicBezTo>
                  <a:pt x="6900735" y="7371935"/>
                  <a:pt x="6906002" y="7365514"/>
                  <a:pt x="6906002" y="7365514"/>
                </a:cubicBezTo>
                <a:close/>
                <a:moveTo>
                  <a:pt x="6951772" y="7346553"/>
                </a:moveTo>
                <a:cubicBezTo>
                  <a:pt x="6951772" y="7383445"/>
                  <a:pt x="6918704" y="7383445"/>
                  <a:pt x="6905477" y="7364999"/>
                </a:cubicBezTo>
                <a:cubicBezTo>
                  <a:pt x="6918704" y="7358851"/>
                  <a:pt x="6931931" y="7352702"/>
                  <a:pt x="6951772" y="7346553"/>
                </a:cubicBezTo>
                <a:close/>
                <a:moveTo>
                  <a:pt x="7174557" y="7199619"/>
                </a:moveTo>
                <a:cubicBezTo>
                  <a:pt x="7174557" y="7249662"/>
                  <a:pt x="7155005" y="7268827"/>
                  <a:pt x="7128936" y="7287993"/>
                </a:cubicBezTo>
                <a:cubicBezTo>
                  <a:pt x="7090919" y="7307158"/>
                  <a:pt x="7058332" y="7326323"/>
                  <a:pt x="7019229" y="7345489"/>
                </a:cubicBezTo>
                <a:cubicBezTo>
                  <a:pt x="7051815" y="7256050"/>
                  <a:pt x="7122419" y="7244338"/>
                  <a:pt x="7174557" y="7199619"/>
                </a:cubicBezTo>
                <a:close/>
                <a:moveTo>
                  <a:pt x="7300454" y="7180662"/>
                </a:moveTo>
                <a:cubicBezTo>
                  <a:pt x="7306774" y="7187084"/>
                  <a:pt x="7306774" y="7193506"/>
                  <a:pt x="7312041" y="7199927"/>
                </a:cubicBezTo>
                <a:cubicBezTo>
                  <a:pt x="7306774" y="7206349"/>
                  <a:pt x="7300454" y="7212771"/>
                  <a:pt x="7294134" y="7199927"/>
                </a:cubicBezTo>
                <a:cubicBezTo>
                  <a:pt x="7294134" y="7193506"/>
                  <a:pt x="7300454" y="7187084"/>
                  <a:pt x="7300454" y="7180662"/>
                </a:cubicBezTo>
                <a:close/>
                <a:moveTo>
                  <a:pt x="7393171" y="7122257"/>
                </a:moveTo>
                <a:cubicBezTo>
                  <a:pt x="7396165" y="7122257"/>
                  <a:pt x="7399159" y="7125468"/>
                  <a:pt x="7402152" y="7131889"/>
                </a:cubicBezTo>
                <a:cubicBezTo>
                  <a:pt x="7402152" y="7135099"/>
                  <a:pt x="7400656" y="7136704"/>
                  <a:pt x="7399159" y="7139112"/>
                </a:cubicBezTo>
                <a:lnTo>
                  <a:pt x="7396276" y="7150706"/>
                </a:lnTo>
                <a:lnTo>
                  <a:pt x="7397356" y="7152336"/>
                </a:lnTo>
                <a:cubicBezTo>
                  <a:pt x="7372077" y="7165050"/>
                  <a:pt x="7327839" y="7222262"/>
                  <a:pt x="7303614" y="7177764"/>
                </a:cubicBezTo>
                <a:cubicBezTo>
                  <a:pt x="7327839" y="7158693"/>
                  <a:pt x="7359438" y="7145979"/>
                  <a:pt x="7384716" y="7133265"/>
                </a:cubicBezTo>
                <a:lnTo>
                  <a:pt x="7390024" y="7141273"/>
                </a:lnTo>
                <a:lnTo>
                  <a:pt x="7384190" y="7131889"/>
                </a:lnTo>
                <a:cubicBezTo>
                  <a:pt x="7387184" y="7125468"/>
                  <a:pt x="7390178" y="7122257"/>
                  <a:pt x="7393171" y="7122257"/>
                </a:cubicBezTo>
                <a:close/>
                <a:moveTo>
                  <a:pt x="5888581" y="7100821"/>
                </a:moveTo>
                <a:cubicBezTo>
                  <a:pt x="5888581" y="7126612"/>
                  <a:pt x="5895025" y="7133060"/>
                  <a:pt x="5907924" y="7133060"/>
                </a:cubicBezTo>
                <a:cubicBezTo>
                  <a:pt x="5907924" y="7107269"/>
                  <a:pt x="5895025" y="7100821"/>
                  <a:pt x="5888581" y="7100821"/>
                </a:cubicBezTo>
                <a:close/>
                <a:moveTo>
                  <a:pt x="7447974" y="7098071"/>
                </a:moveTo>
                <a:cubicBezTo>
                  <a:pt x="7453481" y="7098362"/>
                  <a:pt x="7458784" y="7099913"/>
                  <a:pt x="7463679" y="7103016"/>
                </a:cubicBezTo>
                <a:cubicBezTo>
                  <a:pt x="7444098" y="7109221"/>
                  <a:pt x="7417990" y="7146450"/>
                  <a:pt x="7398409" y="7121631"/>
                </a:cubicBezTo>
                <a:cubicBezTo>
                  <a:pt x="7413095" y="7107669"/>
                  <a:pt x="7431452" y="7097199"/>
                  <a:pt x="7447974" y="7098071"/>
                </a:cubicBezTo>
                <a:close/>
                <a:moveTo>
                  <a:pt x="6649030" y="7074116"/>
                </a:moveTo>
                <a:cubicBezTo>
                  <a:pt x="6650527" y="7075822"/>
                  <a:pt x="6652024" y="7082647"/>
                  <a:pt x="6658011" y="7089472"/>
                </a:cubicBezTo>
                <a:cubicBezTo>
                  <a:pt x="6652024" y="7089472"/>
                  <a:pt x="6646036" y="7089472"/>
                  <a:pt x="6640049" y="7089472"/>
                </a:cubicBezTo>
                <a:cubicBezTo>
                  <a:pt x="6646037" y="7075822"/>
                  <a:pt x="6647534" y="7072410"/>
                  <a:pt x="6649030" y="7074116"/>
                </a:cubicBezTo>
                <a:close/>
                <a:moveTo>
                  <a:pt x="6017553" y="7068581"/>
                </a:moveTo>
                <a:cubicBezTo>
                  <a:pt x="6017553" y="7094373"/>
                  <a:pt x="6024004" y="7100821"/>
                  <a:pt x="6036900" y="7100821"/>
                </a:cubicBezTo>
                <a:cubicBezTo>
                  <a:pt x="6036900" y="7081477"/>
                  <a:pt x="6030452" y="7068581"/>
                  <a:pt x="6017553" y="7068581"/>
                </a:cubicBezTo>
                <a:close/>
                <a:moveTo>
                  <a:pt x="7572643" y="7066910"/>
                </a:moveTo>
                <a:cubicBezTo>
                  <a:pt x="7572643" y="7092597"/>
                  <a:pt x="7565818" y="7099019"/>
                  <a:pt x="7545343" y="7099019"/>
                </a:cubicBezTo>
                <a:cubicBezTo>
                  <a:pt x="7545343" y="7079754"/>
                  <a:pt x="7552168" y="7066910"/>
                  <a:pt x="7572643" y="7066910"/>
                </a:cubicBezTo>
                <a:close/>
                <a:moveTo>
                  <a:pt x="7601219" y="7038470"/>
                </a:moveTo>
                <a:cubicBezTo>
                  <a:pt x="7601219" y="7063907"/>
                  <a:pt x="7595232" y="7070543"/>
                  <a:pt x="7583257" y="7070543"/>
                </a:cubicBezTo>
                <a:cubicBezTo>
                  <a:pt x="7583257" y="7050636"/>
                  <a:pt x="7589244" y="7038470"/>
                  <a:pt x="7601219" y="7038470"/>
                </a:cubicBezTo>
                <a:close/>
                <a:moveTo>
                  <a:pt x="5831615" y="6979385"/>
                </a:moveTo>
                <a:cubicBezTo>
                  <a:pt x="5831615" y="7018072"/>
                  <a:pt x="5850962" y="7011624"/>
                  <a:pt x="5870308" y="7011624"/>
                </a:cubicBezTo>
                <a:cubicBezTo>
                  <a:pt x="5870308" y="6972937"/>
                  <a:pt x="5844514" y="6979385"/>
                  <a:pt x="5831615" y="6979385"/>
                </a:cubicBezTo>
                <a:close/>
                <a:moveTo>
                  <a:pt x="7684776" y="6978552"/>
                </a:moveTo>
                <a:cubicBezTo>
                  <a:pt x="7696410" y="6976961"/>
                  <a:pt x="7710371" y="6981736"/>
                  <a:pt x="7719678" y="6981736"/>
                </a:cubicBezTo>
                <a:cubicBezTo>
                  <a:pt x="7719678" y="7032670"/>
                  <a:pt x="7682449" y="7013570"/>
                  <a:pt x="7663834" y="7013570"/>
                </a:cubicBezTo>
                <a:cubicBezTo>
                  <a:pt x="7663834" y="6988103"/>
                  <a:pt x="7673142" y="6980144"/>
                  <a:pt x="7684776" y="6978552"/>
                </a:cubicBezTo>
                <a:close/>
                <a:moveTo>
                  <a:pt x="5959516" y="6947145"/>
                </a:moveTo>
                <a:cubicBezTo>
                  <a:pt x="5940167" y="6953593"/>
                  <a:pt x="5927275" y="6972937"/>
                  <a:pt x="5907924" y="6979385"/>
                </a:cubicBezTo>
                <a:cubicBezTo>
                  <a:pt x="5895025" y="6985833"/>
                  <a:pt x="5888581" y="6992281"/>
                  <a:pt x="5888581" y="7011624"/>
                </a:cubicBezTo>
                <a:cubicBezTo>
                  <a:pt x="5901477" y="6998729"/>
                  <a:pt x="5920820" y="6998729"/>
                  <a:pt x="5933720" y="6979385"/>
                </a:cubicBezTo>
                <a:cubicBezTo>
                  <a:pt x="5946619" y="6979385"/>
                  <a:pt x="5959516" y="6972937"/>
                  <a:pt x="5959516" y="6947145"/>
                </a:cubicBezTo>
                <a:close/>
                <a:moveTo>
                  <a:pt x="6863995" y="6945961"/>
                </a:moveTo>
                <a:cubicBezTo>
                  <a:pt x="6874213" y="6945596"/>
                  <a:pt x="6884521" y="6946509"/>
                  <a:pt x="6894929" y="6948945"/>
                </a:cubicBezTo>
                <a:cubicBezTo>
                  <a:pt x="6862904" y="7007401"/>
                  <a:pt x="6811664" y="7013896"/>
                  <a:pt x="6766828" y="7033381"/>
                </a:cubicBezTo>
                <a:cubicBezTo>
                  <a:pt x="6742809" y="7042312"/>
                  <a:pt x="6712185" y="7077426"/>
                  <a:pt x="6684864" y="7075244"/>
                </a:cubicBezTo>
                <a:lnTo>
                  <a:pt x="6671792" y="7070841"/>
                </a:lnTo>
                <a:lnTo>
                  <a:pt x="6661007" y="7084722"/>
                </a:lnTo>
                <a:cubicBezTo>
                  <a:pt x="6658761" y="7084722"/>
                  <a:pt x="6657265" y="7079906"/>
                  <a:pt x="6654271" y="7070274"/>
                </a:cubicBezTo>
                <a:cubicBezTo>
                  <a:pt x="6657265" y="7063852"/>
                  <a:pt x="6658762" y="7060641"/>
                  <a:pt x="6661007" y="7060641"/>
                </a:cubicBezTo>
                <a:lnTo>
                  <a:pt x="6663692" y="7062945"/>
                </a:lnTo>
                <a:lnTo>
                  <a:pt x="6659010" y="7058279"/>
                </a:lnTo>
                <a:cubicBezTo>
                  <a:pt x="6725329" y="7013760"/>
                  <a:pt x="6792466" y="6948522"/>
                  <a:pt x="6863995" y="6945961"/>
                </a:cubicBezTo>
                <a:close/>
                <a:moveTo>
                  <a:pt x="6951737" y="6919979"/>
                </a:moveTo>
                <a:cubicBezTo>
                  <a:pt x="6951737" y="6940454"/>
                  <a:pt x="6938087" y="6947279"/>
                  <a:pt x="6924437" y="6947279"/>
                </a:cubicBezTo>
                <a:cubicBezTo>
                  <a:pt x="6924437" y="6926804"/>
                  <a:pt x="6938087" y="6919979"/>
                  <a:pt x="6951737" y="6919979"/>
                </a:cubicBezTo>
                <a:close/>
                <a:moveTo>
                  <a:pt x="6999271" y="6891539"/>
                </a:moveTo>
                <a:cubicBezTo>
                  <a:pt x="6999271" y="6910803"/>
                  <a:pt x="6993284" y="6923645"/>
                  <a:pt x="6981309" y="6923645"/>
                </a:cubicBezTo>
                <a:cubicBezTo>
                  <a:pt x="6981309" y="6897960"/>
                  <a:pt x="6987296" y="6891539"/>
                  <a:pt x="6999271" y="6891539"/>
                </a:cubicBezTo>
                <a:close/>
                <a:moveTo>
                  <a:pt x="6056249" y="6889114"/>
                </a:moveTo>
                <a:cubicBezTo>
                  <a:pt x="6056249" y="6927802"/>
                  <a:pt x="6080968" y="6921354"/>
                  <a:pt x="6093865" y="6921354"/>
                </a:cubicBezTo>
                <a:cubicBezTo>
                  <a:pt x="6093865" y="6882666"/>
                  <a:pt x="6075587" y="6889114"/>
                  <a:pt x="6056249" y="6889114"/>
                </a:cubicBezTo>
                <a:close/>
                <a:moveTo>
                  <a:pt x="7913961" y="6858360"/>
                </a:moveTo>
                <a:cubicBezTo>
                  <a:pt x="7913961" y="6909960"/>
                  <a:pt x="7901017" y="6929310"/>
                  <a:pt x="7868655" y="6935760"/>
                </a:cubicBezTo>
                <a:cubicBezTo>
                  <a:pt x="7829821" y="6948660"/>
                  <a:pt x="7790988" y="6961560"/>
                  <a:pt x="7758626" y="6948660"/>
                </a:cubicBezTo>
                <a:cubicBezTo>
                  <a:pt x="7797460" y="6884160"/>
                  <a:pt x="7855711" y="6877710"/>
                  <a:pt x="7913961" y="6858360"/>
                </a:cubicBezTo>
                <a:close/>
                <a:moveTo>
                  <a:pt x="7040171" y="6855718"/>
                </a:moveTo>
                <a:cubicBezTo>
                  <a:pt x="7051805" y="6854086"/>
                  <a:pt x="7065766" y="6858981"/>
                  <a:pt x="7075073" y="6858981"/>
                </a:cubicBezTo>
                <a:cubicBezTo>
                  <a:pt x="7075073" y="6904670"/>
                  <a:pt x="7037844" y="6891616"/>
                  <a:pt x="7019229" y="6891616"/>
                </a:cubicBezTo>
                <a:cubicBezTo>
                  <a:pt x="7019229" y="6865508"/>
                  <a:pt x="7028536" y="6857349"/>
                  <a:pt x="7040171" y="6855718"/>
                </a:cubicBezTo>
                <a:close/>
                <a:moveTo>
                  <a:pt x="8302674" y="6855494"/>
                </a:moveTo>
                <a:cubicBezTo>
                  <a:pt x="8302674" y="6895175"/>
                  <a:pt x="8284228" y="6888561"/>
                  <a:pt x="8265782" y="6888561"/>
                </a:cubicBezTo>
                <a:cubicBezTo>
                  <a:pt x="8265782" y="6848880"/>
                  <a:pt x="8290377" y="6855494"/>
                  <a:pt x="8302674" y="6855494"/>
                </a:cubicBezTo>
                <a:close/>
                <a:moveTo>
                  <a:pt x="7151945" y="6792002"/>
                </a:moveTo>
                <a:cubicBezTo>
                  <a:pt x="7158770" y="6805274"/>
                  <a:pt x="7172420" y="6811910"/>
                  <a:pt x="7179245" y="6825181"/>
                </a:cubicBezTo>
                <a:cubicBezTo>
                  <a:pt x="7172420" y="6831817"/>
                  <a:pt x="7158770" y="6837347"/>
                  <a:pt x="7151945" y="6857254"/>
                </a:cubicBezTo>
                <a:cubicBezTo>
                  <a:pt x="7151945" y="6831817"/>
                  <a:pt x="7151945" y="6811910"/>
                  <a:pt x="7151945" y="6792002"/>
                </a:cubicBezTo>
                <a:close/>
                <a:moveTo>
                  <a:pt x="7321499" y="6749346"/>
                </a:moveTo>
                <a:cubicBezTo>
                  <a:pt x="7290409" y="6775836"/>
                  <a:pt x="7258247" y="6802326"/>
                  <a:pt x="7232518" y="6828816"/>
                </a:cubicBezTo>
                <a:cubicBezTo>
                  <a:pt x="7232518" y="6808948"/>
                  <a:pt x="7232518" y="6789081"/>
                  <a:pt x="7232518" y="6762591"/>
                </a:cubicBezTo>
                <a:cubicBezTo>
                  <a:pt x="7258247" y="6755969"/>
                  <a:pt x="7290409" y="6755969"/>
                  <a:pt x="7321499" y="6749346"/>
                </a:cubicBezTo>
                <a:close/>
                <a:moveTo>
                  <a:pt x="6793031" y="6735439"/>
                </a:moveTo>
                <a:cubicBezTo>
                  <a:pt x="6793031" y="6754782"/>
                  <a:pt x="6799479" y="6761230"/>
                  <a:pt x="6812376" y="6761230"/>
                </a:cubicBezTo>
                <a:cubicBezTo>
                  <a:pt x="6812376" y="6741887"/>
                  <a:pt x="6805928" y="6735439"/>
                  <a:pt x="6793031" y="6735439"/>
                </a:cubicBezTo>
                <a:close/>
                <a:moveTo>
                  <a:pt x="8137805" y="6735125"/>
                </a:moveTo>
                <a:cubicBezTo>
                  <a:pt x="8151127" y="6735125"/>
                  <a:pt x="8162400" y="6735125"/>
                  <a:pt x="8174697" y="6735125"/>
                </a:cubicBezTo>
                <a:cubicBezTo>
                  <a:pt x="8174697" y="6753740"/>
                  <a:pt x="8174697" y="6772354"/>
                  <a:pt x="8174697" y="6790969"/>
                </a:cubicBezTo>
                <a:cubicBezTo>
                  <a:pt x="8162400" y="6790969"/>
                  <a:pt x="8151127" y="6790969"/>
                  <a:pt x="8137805" y="6790969"/>
                </a:cubicBezTo>
                <a:cubicBezTo>
                  <a:pt x="8137805" y="6772354"/>
                  <a:pt x="8137805" y="6753740"/>
                  <a:pt x="8137805" y="6735125"/>
                </a:cubicBezTo>
                <a:close/>
                <a:moveTo>
                  <a:pt x="7184054" y="6703356"/>
                </a:moveTo>
                <a:cubicBezTo>
                  <a:pt x="7184054" y="6734099"/>
                  <a:pt x="7164788" y="6734099"/>
                  <a:pt x="7151945" y="6734099"/>
                </a:cubicBezTo>
                <a:cubicBezTo>
                  <a:pt x="7151945" y="6697207"/>
                  <a:pt x="7171210" y="6703356"/>
                  <a:pt x="7184054" y="6703356"/>
                </a:cubicBezTo>
                <a:close/>
                <a:moveTo>
                  <a:pt x="6831721" y="6703199"/>
                </a:moveTo>
                <a:cubicBezTo>
                  <a:pt x="6831721" y="6735439"/>
                  <a:pt x="6851066" y="6735439"/>
                  <a:pt x="6870411" y="6735439"/>
                </a:cubicBezTo>
                <a:cubicBezTo>
                  <a:pt x="6870411" y="6696751"/>
                  <a:pt x="6844618" y="6703199"/>
                  <a:pt x="6831721" y="6703199"/>
                </a:cubicBezTo>
                <a:close/>
                <a:moveTo>
                  <a:pt x="6434572" y="6703199"/>
                </a:moveTo>
                <a:cubicBezTo>
                  <a:pt x="6434572" y="6735439"/>
                  <a:pt x="6453917" y="6735439"/>
                  <a:pt x="6473263" y="6735439"/>
                </a:cubicBezTo>
                <a:cubicBezTo>
                  <a:pt x="6473263" y="6696751"/>
                  <a:pt x="6453917" y="6703199"/>
                  <a:pt x="6434572" y="6703199"/>
                </a:cubicBezTo>
                <a:close/>
                <a:moveTo>
                  <a:pt x="8265779" y="6701949"/>
                </a:moveTo>
                <a:cubicBezTo>
                  <a:pt x="8277754" y="6701949"/>
                  <a:pt x="8283741" y="6708370"/>
                  <a:pt x="8283741" y="6734055"/>
                </a:cubicBezTo>
                <a:cubicBezTo>
                  <a:pt x="8271766" y="6734055"/>
                  <a:pt x="8265779" y="6721213"/>
                  <a:pt x="8265779" y="6701949"/>
                </a:cubicBezTo>
                <a:close/>
                <a:moveTo>
                  <a:pt x="7378379" y="6701949"/>
                </a:moveTo>
                <a:cubicBezTo>
                  <a:pt x="7371958" y="6720564"/>
                  <a:pt x="7365536" y="6739178"/>
                  <a:pt x="7359115" y="6757793"/>
                </a:cubicBezTo>
                <a:cubicBezTo>
                  <a:pt x="7352694" y="6745383"/>
                  <a:pt x="7346273" y="6732974"/>
                  <a:pt x="7346273" y="6720564"/>
                </a:cubicBezTo>
                <a:cubicBezTo>
                  <a:pt x="7352694" y="6714359"/>
                  <a:pt x="7365536" y="6708154"/>
                  <a:pt x="7378379" y="6701949"/>
                </a:cubicBezTo>
                <a:close/>
                <a:moveTo>
                  <a:pt x="8227862" y="6673512"/>
                </a:moveTo>
                <a:cubicBezTo>
                  <a:pt x="8233849" y="6673512"/>
                  <a:pt x="8239837" y="6673512"/>
                  <a:pt x="8245824" y="6673512"/>
                </a:cubicBezTo>
                <a:cubicBezTo>
                  <a:pt x="8245824" y="6693093"/>
                  <a:pt x="8245824" y="6712674"/>
                  <a:pt x="8245824" y="6738782"/>
                </a:cubicBezTo>
                <a:cubicBezTo>
                  <a:pt x="8239837" y="6738782"/>
                  <a:pt x="8233849" y="6738782"/>
                  <a:pt x="8227862" y="6738782"/>
                </a:cubicBezTo>
                <a:cubicBezTo>
                  <a:pt x="8227862" y="6712674"/>
                  <a:pt x="8227862" y="6693093"/>
                  <a:pt x="8227862" y="6673512"/>
                </a:cubicBezTo>
                <a:close/>
                <a:moveTo>
                  <a:pt x="7417366" y="6673512"/>
                </a:moveTo>
                <a:cubicBezTo>
                  <a:pt x="7429341" y="6673512"/>
                  <a:pt x="7435328" y="6679933"/>
                  <a:pt x="7435328" y="6705618"/>
                </a:cubicBezTo>
                <a:cubicBezTo>
                  <a:pt x="7423353" y="6705618"/>
                  <a:pt x="7417366" y="6692776"/>
                  <a:pt x="7417366" y="6673512"/>
                </a:cubicBezTo>
                <a:close/>
                <a:moveTo>
                  <a:pt x="6901578" y="6670960"/>
                </a:moveTo>
                <a:cubicBezTo>
                  <a:pt x="6901578" y="6690303"/>
                  <a:pt x="6908026" y="6703199"/>
                  <a:pt x="6920924" y="6703199"/>
                </a:cubicBezTo>
                <a:cubicBezTo>
                  <a:pt x="6920924" y="6677408"/>
                  <a:pt x="6914475" y="6670960"/>
                  <a:pt x="6901578" y="6670960"/>
                </a:cubicBezTo>
                <a:close/>
                <a:moveTo>
                  <a:pt x="6530226" y="6670960"/>
                </a:moveTo>
                <a:cubicBezTo>
                  <a:pt x="6530226" y="6703199"/>
                  <a:pt x="6549573" y="6703199"/>
                  <a:pt x="6562470" y="6703199"/>
                </a:cubicBezTo>
                <a:cubicBezTo>
                  <a:pt x="6562470" y="6664512"/>
                  <a:pt x="6543125" y="6670960"/>
                  <a:pt x="6530226" y="6670960"/>
                </a:cubicBezTo>
                <a:close/>
                <a:moveTo>
                  <a:pt x="7473745" y="6664909"/>
                </a:moveTo>
                <a:cubicBezTo>
                  <a:pt x="7476739" y="6665712"/>
                  <a:pt x="7479733" y="6668923"/>
                  <a:pt x="7482726" y="6672134"/>
                </a:cubicBezTo>
                <a:cubicBezTo>
                  <a:pt x="7482726" y="6672134"/>
                  <a:pt x="7476739" y="6678555"/>
                  <a:pt x="7476739" y="6691399"/>
                </a:cubicBezTo>
                <a:cubicBezTo>
                  <a:pt x="7470751" y="6684977"/>
                  <a:pt x="7470751" y="6678555"/>
                  <a:pt x="7464764" y="6672134"/>
                </a:cubicBezTo>
                <a:cubicBezTo>
                  <a:pt x="7467758" y="6665712"/>
                  <a:pt x="7470752" y="6664106"/>
                  <a:pt x="7473745" y="6664909"/>
                </a:cubicBezTo>
                <a:close/>
                <a:moveTo>
                  <a:pt x="7492690" y="6650186"/>
                </a:moveTo>
                <a:cubicBezTo>
                  <a:pt x="7498839" y="6649495"/>
                  <a:pt x="7504988" y="6651153"/>
                  <a:pt x="7511136" y="6657236"/>
                </a:cubicBezTo>
                <a:cubicBezTo>
                  <a:pt x="7498839" y="6657236"/>
                  <a:pt x="7480393" y="6677141"/>
                  <a:pt x="7474244" y="6657236"/>
                </a:cubicBezTo>
                <a:cubicBezTo>
                  <a:pt x="7480393" y="6653918"/>
                  <a:pt x="7486542" y="6650877"/>
                  <a:pt x="7492690" y="6650186"/>
                </a:cubicBezTo>
                <a:close/>
                <a:moveTo>
                  <a:pt x="6959614" y="6638720"/>
                </a:moveTo>
                <a:cubicBezTo>
                  <a:pt x="6959614" y="6677408"/>
                  <a:pt x="6985407" y="6670960"/>
                  <a:pt x="6998304" y="6670960"/>
                </a:cubicBezTo>
                <a:cubicBezTo>
                  <a:pt x="6998304" y="6632272"/>
                  <a:pt x="6972510" y="6638720"/>
                  <a:pt x="6959614" y="6638720"/>
                </a:cubicBezTo>
                <a:close/>
                <a:moveTo>
                  <a:pt x="7507300" y="6626078"/>
                </a:moveTo>
                <a:lnTo>
                  <a:pt x="7504216" y="6634870"/>
                </a:lnTo>
                <a:cubicBezTo>
                  <a:pt x="7503311" y="6637449"/>
                  <a:pt x="7502681" y="6639244"/>
                  <a:pt x="7502681" y="6639244"/>
                </a:cubicBezTo>
                <a:close/>
                <a:moveTo>
                  <a:pt x="7507470" y="6625594"/>
                </a:moveTo>
                <a:lnTo>
                  <a:pt x="7507300" y="6626078"/>
                </a:lnTo>
                <a:lnTo>
                  <a:pt x="7507403" y="6625784"/>
                </a:lnTo>
                <a:close/>
                <a:moveTo>
                  <a:pt x="7509878" y="6618728"/>
                </a:moveTo>
                <a:lnTo>
                  <a:pt x="7507470" y="6625594"/>
                </a:lnTo>
                <a:lnTo>
                  <a:pt x="7507823" y="6624587"/>
                </a:lnTo>
                <a:close/>
                <a:moveTo>
                  <a:pt x="7510236" y="6617708"/>
                </a:moveTo>
                <a:cubicBezTo>
                  <a:pt x="7510866" y="6615913"/>
                  <a:pt x="7510708" y="6616362"/>
                  <a:pt x="7510118" y="6618044"/>
                </a:cubicBezTo>
                <a:lnTo>
                  <a:pt x="7509878" y="6618728"/>
                </a:lnTo>
                <a:close/>
                <a:moveTo>
                  <a:pt x="7601148" y="6592935"/>
                </a:moveTo>
                <a:cubicBezTo>
                  <a:pt x="7581850" y="6626790"/>
                  <a:pt x="7549687" y="6632433"/>
                  <a:pt x="7517524" y="6639204"/>
                </a:cubicBezTo>
                <a:cubicBezTo>
                  <a:pt x="7517524" y="6632433"/>
                  <a:pt x="7512164" y="6626790"/>
                  <a:pt x="7512164" y="6626790"/>
                </a:cubicBezTo>
                <a:cubicBezTo>
                  <a:pt x="7543255" y="6613248"/>
                  <a:pt x="7568985" y="6599706"/>
                  <a:pt x="7601148" y="6592935"/>
                </a:cubicBezTo>
                <a:close/>
                <a:moveTo>
                  <a:pt x="6171250" y="6517284"/>
                </a:moveTo>
                <a:cubicBezTo>
                  <a:pt x="6171250" y="6555972"/>
                  <a:pt x="6190595" y="6549524"/>
                  <a:pt x="6209943" y="6549524"/>
                </a:cubicBezTo>
                <a:cubicBezTo>
                  <a:pt x="6209943" y="6510836"/>
                  <a:pt x="6184148" y="6517284"/>
                  <a:pt x="6171250" y="6517284"/>
                </a:cubicBezTo>
                <a:close/>
                <a:moveTo>
                  <a:pt x="7718890" y="6517098"/>
                </a:moveTo>
                <a:cubicBezTo>
                  <a:pt x="7718890" y="6548851"/>
                  <a:pt x="7738578" y="6612356"/>
                  <a:pt x="7705765" y="6618706"/>
                </a:cubicBezTo>
                <a:cubicBezTo>
                  <a:pt x="7679514" y="6625057"/>
                  <a:pt x="7659826" y="6606005"/>
                  <a:pt x="7640138" y="6606005"/>
                </a:cubicBezTo>
                <a:cubicBezTo>
                  <a:pt x="7659826" y="6567902"/>
                  <a:pt x="7686077" y="6536150"/>
                  <a:pt x="7718890" y="6517098"/>
                </a:cubicBezTo>
                <a:close/>
                <a:moveTo>
                  <a:pt x="7804924" y="6512359"/>
                </a:moveTo>
                <a:cubicBezTo>
                  <a:pt x="7791697" y="6524657"/>
                  <a:pt x="7771856" y="6536954"/>
                  <a:pt x="7758629" y="6549251"/>
                </a:cubicBezTo>
                <a:cubicBezTo>
                  <a:pt x="7771856" y="6512359"/>
                  <a:pt x="7771856" y="6512359"/>
                  <a:pt x="7804924" y="6512359"/>
                </a:cubicBezTo>
                <a:close/>
                <a:moveTo>
                  <a:pt x="8643876" y="6498140"/>
                </a:moveTo>
                <a:cubicBezTo>
                  <a:pt x="8624375" y="6530457"/>
                  <a:pt x="8624375" y="6530457"/>
                  <a:pt x="8417452" y="6639255"/>
                </a:cubicBezTo>
                <a:cubicBezTo>
                  <a:pt x="8449953" y="6530457"/>
                  <a:pt x="8578874" y="6523993"/>
                  <a:pt x="8643876" y="6498140"/>
                </a:cubicBezTo>
                <a:close/>
                <a:moveTo>
                  <a:pt x="6998304" y="6497941"/>
                </a:moveTo>
                <a:cubicBezTo>
                  <a:pt x="6857514" y="6497941"/>
                  <a:pt x="6799479" y="6523732"/>
                  <a:pt x="6678035" y="6638720"/>
                </a:cubicBezTo>
                <a:cubicBezTo>
                  <a:pt x="6786582" y="6594659"/>
                  <a:pt x="6896204" y="6543076"/>
                  <a:pt x="6998304" y="6497941"/>
                </a:cubicBezTo>
                <a:close/>
                <a:moveTo>
                  <a:pt x="6434572" y="6485045"/>
                </a:moveTo>
                <a:cubicBezTo>
                  <a:pt x="6434572" y="6523732"/>
                  <a:pt x="6453917" y="6517284"/>
                  <a:pt x="6473263" y="6517284"/>
                </a:cubicBezTo>
                <a:cubicBezTo>
                  <a:pt x="6473263" y="6485045"/>
                  <a:pt x="6453917" y="6485045"/>
                  <a:pt x="6434572" y="6485045"/>
                </a:cubicBezTo>
                <a:close/>
                <a:moveTo>
                  <a:pt x="7834466" y="6461630"/>
                </a:moveTo>
                <a:cubicBezTo>
                  <a:pt x="7847309" y="6461630"/>
                  <a:pt x="7866575" y="6455481"/>
                  <a:pt x="7866575" y="6486225"/>
                </a:cubicBezTo>
                <a:cubicBezTo>
                  <a:pt x="7853731" y="6486225"/>
                  <a:pt x="7834466" y="6492373"/>
                  <a:pt x="7834466" y="6461630"/>
                </a:cubicBezTo>
                <a:close/>
                <a:moveTo>
                  <a:pt x="6527809" y="6455626"/>
                </a:moveTo>
                <a:cubicBezTo>
                  <a:pt x="6515718" y="6454686"/>
                  <a:pt x="6501208" y="6459253"/>
                  <a:pt x="6491535" y="6459253"/>
                </a:cubicBezTo>
                <a:cubicBezTo>
                  <a:pt x="6491535" y="6504388"/>
                  <a:pt x="6530226" y="6485045"/>
                  <a:pt x="6549573" y="6485045"/>
                </a:cubicBezTo>
                <a:cubicBezTo>
                  <a:pt x="6549573" y="6463014"/>
                  <a:pt x="6539899" y="6456566"/>
                  <a:pt x="6527809" y="6455626"/>
                </a:cubicBezTo>
                <a:close/>
                <a:moveTo>
                  <a:pt x="8689650" y="6452844"/>
                </a:moveTo>
                <a:lnTo>
                  <a:pt x="8689155" y="6454383"/>
                </a:lnTo>
                <a:cubicBezTo>
                  <a:pt x="8688247" y="6457204"/>
                  <a:pt x="8687615" y="6459167"/>
                  <a:pt x="8687615" y="6459167"/>
                </a:cubicBezTo>
                <a:close/>
                <a:moveTo>
                  <a:pt x="8694544" y="6437633"/>
                </a:moveTo>
                <a:lnTo>
                  <a:pt x="8692773" y="6443139"/>
                </a:lnTo>
                <a:lnTo>
                  <a:pt x="8689650" y="6452844"/>
                </a:lnTo>
                <a:lnTo>
                  <a:pt x="8692351" y="6444447"/>
                </a:lnTo>
                <a:close/>
                <a:moveTo>
                  <a:pt x="8695193" y="6435616"/>
                </a:moveTo>
                <a:cubicBezTo>
                  <a:pt x="8695825" y="6433653"/>
                  <a:pt x="8695667" y="6434144"/>
                  <a:pt x="8695075" y="6435984"/>
                </a:cubicBezTo>
                <a:lnTo>
                  <a:pt x="8694544" y="6437633"/>
                </a:lnTo>
                <a:close/>
                <a:moveTo>
                  <a:pt x="8738701" y="6427044"/>
                </a:moveTo>
                <a:cubicBezTo>
                  <a:pt x="8738701" y="6452729"/>
                  <a:pt x="8720796" y="6459150"/>
                  <a:pt x="8708156" y="6459150"/>
                </a:cubicBezTo>
                <a:cubicBezTo>
                  <a:pt x="8708156" y="6452729"/>
                  <a:pt x="8708156" y="6446308"/>
                  <a:pt x="8701837" y="6440957"/>
                </a:cubicBezTo>
                <a:cubicBezTo>
                  <a:pt x="8714476" y="6433465"/>
                  <a:pt x="8727115" y="6427044"/>
                  <a:pt x="8738701" y="6427044"/>
                </a:cubicBezTo>
                <a:close/>
                <a:moveTo>
                  <a:pt x="6562470" y="6427013"/>
                </a:moveTo>
                <a:cubicBezTo>
                  <a:pt x="6562470" y="6446357"/>
                  <a:pt x="6568920" y="6459253"/>
                  <a:pt x="6581816" y="6459253"/>
                </a:cubicBezTo>
                <a:cubicBezTo>
                  <a:pt x="6581816" y="6433461"/>
                  <a:pt x="6575366" y="6427013"/>
                  <a:pt x="6562470" y="6427013"/>
                </a:cubicBezTo>
                <a:close/>
                <a:moveTo>
                  <a:pt x="8829238" y="6396940"/>
                </a:moveTo>
                <a:cubicBezTo>
                  <a:pt x="8836461" y="6394542"/>
                  <a:pt x="8844488" y="6401313"/>
                  <a:pt x="8847698" y="6418240"/>
                </a:cubicBezTo>
                <a:cubicBezTo>
                  <a:pt x="8834855" y="6418240"/>
                  <a:pt x="8828434" y="6425011"/>
                  <a:pt x="8815592" y="6430654"/>
                </a:cubicBezTo>
                <a:cubicBezTo>
                  <a:pt x="8815592" y="6410905"/>
                  <a:pt x="8822014" y="6399338"/>
                  <a:pt x="8829238" y="6396940"/>
                </a:cubicBezTo>
                <a:close/>
                <a:moveTo>
                  <a:pt x="6620000" y="6395849"/>
                </a:moveTo>
                <a:cubicBezTo>
                  <a:pt x="6620000" y="6415192"/>
                  <a:pt x="6626448" y="6427013"/>
                  <a:pt x="6639344" y="6427013"/>
                </a:cubicBezTo>
                <a:cubicBezTo>
                  <a:pt x="6639344" y="6402296"/>
                  <a:pt x="6632896" y="6395849"/>
                  <a:pt x="6620000" y="6395849"/>
                </a:cubicBezTo>
                <a:close/>
                <a:moveTo>
                  <a:pt x="7943480" y="6393865"/>
                </a:moveTo>
                <a:cubicBezTo>
                  <a:pt x="7955645" y="6400501"/>
                  <a:pt x="7962280" y="6413773"/>
                  <a:pt x="7975550" y="6420408"/>
                </a:cubicBezTo>
                <a:cubicBezTo>
                  <a:pt x="7962280" y="6425938"/>
                  <a:pt x="7955645" y="6445846"/>
                  <a:pt x="7943480" y="6459117"/>
                </a:cubicBezTo>
                <a:cubicBezTo>
                  <a:pt x="7943480" y="6432574"/>
                  <a:pt x="7943480" y="6413773"/>
                  <a:pt x="7943480" y="6393865"/>
                </a:cubicBezTo>
                <a:close/>
                <a:moveTo>
                  <a:pt x="8879017" y="6369515"/>
                </a:moveTo>
                <a:cubicBezTo>
                  <a:pt x="8889100" y="6367121"/>
                  <a:pt x="8898407" y="6368717"/>
                  <a:pt x="8904612" y="6381486"/>
                </a:cubicBezTo>
                <a:cubicBezTo>
                  <a:pt x="8890651" y="6381486"/>
                  <a:pt x="8876690" y="6395851"/>
                  <a:pt x="8862729" y="6392259"/>
                </a:cubicBezTo>
                <a:lnTo>
                  <a:pt x="8853277" y="6384965"/>
                </a:lnTo>
                <a:lnTo>
                  <a:pt x="8853053" y="6391814"/>
                </a:lnTo>
                <a:cubicBezTo>
                  <a:pt x="8852233" y="6399500"/>
                  <a:pt x="8850592" y="6408723"/>
                  <a:pt x="8850592" y="6411797"/>
                </a:cubicBezTo>
                <a:cubicBezTo>
                  <a:pt x="8850592" y="6399500"/>
                  <a:pt x="8850592" y="6399500"/>
                  <a:pt x="8844029" y="6393351"/>
                </a:cubicBezTo>
                <a:cubicBezTo>
                  <a:pt x="8844029" y="6390277"/>
                  <a:pt x="8845670" y="6387203"/>
                  <a:pt x="8847311" y="6384897"/>
                </a:cubicBezTo>
                <a:lnTo>
                  <a:pt x="8849645" y="6382163"/>
                </a:lnTo>
                <a:lnTo>
                  <a:pt x="8848768" y="6381486"/>
                </a:lnTo>
                <a:cubicBezTo>
                  <a:pt x="8858076" y="6378293"/>
                  <a:pt x="8868934" y="6371909"/>
                  <a:pt x="8879017" y="6369515"/>
                </a:cubicBezTo>
                <a:close/>
                <a:moveTo>
                  <a:pt x="8056234" y="6365428"/>
                </a:moveTo>
                <a:cubicBezTo>
                  <a:pt x="8056234" y="6391115"/>
                  <a:pt x="8050247" y="6397537"/>
                  <a:pt x="8038272" y="6397537"/>
                </a:cubicBezTo>
                <a:cubicBezTo>
                  <a:pt x="8038272" y="6371850"/>
                  <a:pt x="8044259" y="6365428"/>
                  <a:pt x="8056234" y="6365428"/>
                </a:cubicBezTo>
                <a:close/>
                <a:moveTo>
                  <a:pt x="622265" y="6344265"/>
                </a:moveTo>
                <a:cubicBezTo>
                  <a:pt x="596471" y="6389401"/>
                  <a:pt x="673850" y="6452805"/>
                  <a:pt x="686749" y="6472149"/>
                </a:cubicBezTo>
                <a:cubicBezTo>
                  <a:pt x="699644" y="6459253"/>
                  <a:pt x="718991" y="6446357"/>
                  <a:pt x="737259" y="6440984"/>
                </a:cubicBezTo>
                <a:cubicBezTo>
                  <a:pt x="699644" y="6408744"/>
                  <a:pt x="654504" y="6395849"/>
                  <a:pt x="622265" y="6344265"/>
                </a:cubicBezTo>
                <a:close/>
                <a:moveTo>
                  <a:pt x="8999387" y="6313289"/>
                </a:moveTo>
                <a:cubicBezTo>
                  <a:pt x="8968842" y="6332441"/>
                  <a:pt x="8942510" y="6351593"/>
                  <a:pt x="8918284" y="6364361"/>
                </a:cubicBezTo>
                <a:lnTo>
                  <a:pt x="8907470" y="6347975"/>
                </a:lnTo>
                <a:lnTo>
                  <a:pt x="8907470" y="6383360"/>
                </a:lnTo>
                <a:cubicBezTo>
                  <a:pt x="8907470" y="6377212"/>
                  <a:pt x="8900907" y="6371063"/>
                  <a:pt x="8900907" y="6364914"/>
                </a:cubicBezTo>
                <a:lnTo>
                  <a:pt x="8907122" y="6347447"/>
                </a:lnTo>
                <a:lnTo>
                  <a:pt x="8905645" y="6345209"/>
                </a:lnTo>
                <a:cubicBezTo>
                  <a:pt x="8937243" y="6326057"/>
                  <a:pt x="8968842" y="6313289"/>
                  <a:pt x="8999387" y="6313289"/>
                </a:cubicBezTo>
                <a:close/>
                <a:moveTo>
                  <a:pt x="7415298" y="6299130"/>
                </a:moveTo>
                <a:cubicBezTo>
                  <a:pt x="7395953" y="6312026"/>
                  <a:pt x="7376608" y="6331369"/>
                  <a:pt x="7357262" y="6344265"/>
                </a:cubicBezTo>
                <a:cubicBezTo>
                  <a:pt x="7376608" y="6344265"/>
                  <a:pt x="7395953" y="6337817"/>
                  <a:pt x="7415298" y="6331369"/>
                </a:cubicBezTo>
                <a:cubicBezTo>
                  <a:pt x="7415298" y="6324921"/>
                  <a:pt x="7415298" y="6312026"/>
                  <a:pt x="7415298" y="6299130"/>
                </a:cubicBezTo>
                <a:close/>
                <a:moveTo>
                  <a:pt x="564229" y="6299130"/>
                </a:moveTo>
                <a:cubicBezTo>
                  <a:pt x="564229" y="6324921"/>
                  <a:pt x="570676" y="6331369"/>
                  <a:pt x="583570" y="6331369"/>
                </a:cubicBezTo>
                <a:cubicBezTo>
                  <a:pt x="583570" y="6312026"/>
                  <a:pt x="577123" y="6299130"/>
                  <a:pt x="564229" y="6299130"/>
                </a:cubicBezTo>
                <a:close/>
                <a:moveTo>
                  <a:pt x="6879379" y="6282003"/>
                </a:moveTo>
                <a:cubicBezTo>
                  <a:pt x="6839177" y="6283816"/>
                  <a:pt x="6757565" y="6334593"/>
                  <a:pt x="6747892" y="6363609"/>
                </a:cubicBezTo>
                <a:cubicBezTo>
                  <a:pt x="6728547" y="6363609"/>
                  <a:pt x="6715650" y="6363609"/>
                  <a:pt x="6696306" y="6363609"/>
                </a:cubicBezTo>
                <a:cubicBezTo>
                  <a:pt x="6696306" y="6421640"/>
                  <a:pt x="6754340" y="6376505"/>
                  <a:pt x="6767238" y="6363609"/>
                </a:cubicBezTo>
                <a:cubicBezTo>
                  <a:pt x="6805928" y="6331369"/>
                  <a:pt x="6857514" y="6299130"/>
                  <a:pt x="6901578" y="6299130"/>
                </a:cubicBezTo>
                <a:cubicBezTo>
                  <a:pt x="6901578" y="6286234"/>
                  <a:pt x="6892779" y="6281398"/>
                  <a:pt x="6879379" y="6282003"/>
                </a:cubicBezTo>
                <a:close/>
                <a:moveTo>
                  <a:pt x="8154840" y="6281133"/>
                </a:moveTo>
                <a:cubicBezTo>
                  <a:pt x="8159333" y="6280140"/>
                  <a:pt x="8163875" y="6280140"/>
                  <a:pt x="8168351" y="6281729"/>
                </a:cubicBezTo>
                <a:cubicBezTo>
                  <a:pt x="8187310" y="6288086"/>
                  <a:pt x="8187310" y="6319869"/>
                  <a:pt x="8193630" y="6332582"/>
                </a:cubicBezTo>
                <a:cubicBezTo>
                  <a:pt x="8168351" y="6332582"/>
                  <a:pt x="8150446" y="6338939"/>
                  <a:pt x="8136753" y="6364366"/>
                </a:cubicBezTo>
                <a:cubicBezTo>
                  <a:pt x="8131487" y="6345296"/>
                  <a:pt x="8125168" y="6326226"/>
                  <a:pt x="8118848" y="6300799"/>
                </a:cubicBezTo>
                <a:cubicBezTo>
                  <a:pt x="8128328" y="6296031"/>
                  <a:pt x="8141362" y="6284113"/>
                  <a:pt x="8154840" y="6281133"/>
                </a:cubicBezTo>
                <a:close/>
                <a:moveTo>
                  <a:pt x="7504366" y="6265278"/>
                </a:moveTo>
                <a:cubicBezTo>
                  <a:pt x="7492410" y="6266890"/>
                  <a:pt x="7476558" y="6273338"/>
                  <a:pt x="7473333" y="6273338"/>
                </a:cubicBezTo>
                <a:cubicBezTo>
                  <a:pt x="7473333" y="6312026"/>
                  <a:pt x="7499126" y="6292682"/>
                  <a:pt x="7512024" y="6286234"/>
                </a:cubicBezTo>
                <a:cubicBezTo>
                  <a:pt x="7524383" y="6266890"/>
                  <a:pt x="7516323" y="6263666"/>
                  <a:pt x="7504366" y="6265278"/>
                </a:cubicBezTo>
                <a:close/>
                <a:moveTo>
                  <a:pt x="9126779" y="6248991"/>
                </a:moveTo>
                <a:cubicBezTo>
                  <a:pt x="9130334" y="6249040"/>
                  <a:pt x="9133792" y="6250883"/>
                  <a:pt x="9136866" y="6255359"/>
                </a:cubicBezTo>
                <a:cubicBezTo>
                  <a:pt x="9124569" y="6261679"/>
                  <a:pt x="9112271" y="6267998"/>
                  <a:pt x="9099974" y="6274318"/>
                </a:cubicBezTo>
                <a:cubicBezTo>
                  <a:pt x="9104586" y="6264839"/>
                  <a:pt x="9116115" y="6248843"/>
                  <a:pt x="9126779" y="6248991"/>
                </a:cubicBezTo>
                <a:close/>
                <a:moveTo>
                  <a:pt x="6715650" y="6241099"/>
                </a:moveTo>
                <a:cubicBezTo>
                  <a:pt x="6715650" y="6260442"/>
                  <a:pt x="6722098" y="6273338"/>
                  <a:pt x="6734996" y="6273338"/>
                </a:cubicBezTo>
                <a:cubicBezTo>
                  <a:pt x="6734996" y="6253994"/>
                  <a:pt x="6728547" y="6241099"/>
                  <a:pt x="6715650" y="6241099"/>
                </a:cubicBezTo>
                <a:close/>
                <a:moveTo>
                  <a:pt x="9126317" y="6233591"/>
                </a:moveTo>
                <a:lnTo>
                  <a:pt x="9125212" y="6236733"/>
                </a:lnTo>
                <a:cubicBezTo>
                  <a:pt x="9124304" y="6239313"/>
                  <a:pt x="9123672" y="6241107"/>
                  <a:pt x="9123672" y="6241107"/>
                </a:cubicBezTo>
                <a:close/>
                <a:moveTo>
                  <a:pt x="9130440" y="6221873"/>
                </a:moveTo>
                <a:lnTo>
                  <a:pt x="9128830" y="6226450"/>
                </a:lnTo>
                <a:lnTo>
                  <a:pt x="9126317" y="6233591"/>
                </a:lnTo>
                <a:lnTo>
                  <a:pt x="9128408" y="6227647"/>
                </a:lnTo>
                <a:close/>
                <a:moveTo>
                  <a:pt x="9131250" y="6219571"/>
                </a:moveTo>
                <a:cubicBezTo>
                  <a:pt x="9131882" y="6217776"/>
                  <a:pt x="9131724" y="6218225"/>
                  <a:pt x="9131132" y="6219907"/>
                </a:cubicBezTo>
                <a:lnTo>
                  <a:pt x="9130440" y="6221873"/>
                </a:lnTo>
                <a:close/>
                <a:moveTo>
                  <a:pt x="7581880" y="6209934"/>
                </a:moveTo>
                <a:cubicBezTo>
                  <a:pt x="7581880" y="6229277"/>
                  <a:pt x="7588329" y="6241099"/>
                  <a:pt x="7601226" y="6241099"/>
                </a:cubicBezTo>
                <a:cubicBezTo>
                  <a:pt x="7601226" y="6221755"/>
                  <a:pt x="7594778" y="6209934"/>
                  <a:pt x="7581880" y="6209934"/>
                </a:cubicBezTo>
                <a:close/>
                <a:moveTo>
                  <a:pt x="9226875" y="6209017"/>
                </a:moveTo>
                <a:cubicBezTo>
                  <a:pt x="9226875" y="6228925"/>
                  <a:pt x="9226875" y="6254362"/>
                  <a:pt x="9226875" y="6274269"/>
                </a:cubicBezTo>
                <a:cubicBezTo>
                  <a:pt x="9201146" y="6260998"/>
                  <a:pt x="9168984" y="6247726"/>
                  <a:pt x="9144326" y="6241090"/>
                </a:cubicBezTo>
                <a:cubicBezTo>
                  <a:pt x="9137894" y="6235560"/>
                  <a:pt x="9137894" y="6235560"/>
                  <a:pt x="9137894" y="6228925"/>
                </a:cubicBezTo>
                <a:cubicBezTo>
                  <a:pt x="9162551" y="6215653"/>
                  <a:pt x="9194713" y="6215653"/>
                  <a:pt x="9226875" y="6209017"/>
                </a:cubicBezTo>
                <a:close/>
                <a:moveTo>
                  <a:pt x="8340564" y="6209017"/>
                </a:moveTo>
                <a:cubicBezTo>
                  <a:pt x="8340564" y="6228923"/>
                  <a:pt x="8335297" y="6241087"/>
                  <a:pt x="8322657" y="6241087"/>
                </a:cubicBezTo>
                <a:cubicBezTo>
                  <a:pt x="8322657" y="6221182"/>
                  <a:pt x="8327924" y="6209017"/>
                  <a:pt x="8340564" y="6209017"/>
                </a:cubicBezTo>
                <a:close/>
                <a:moveTo>
                  <a:pt x="6920924" y="6164798"/>
                </a:moveTo>
                <a:cubicBezTo>
                  <a:pt x="6831721" y="6197038"/>
                  <a:pt x="6831721" y="6197038"/>
                  <a:pt x="6793031" y="6241099"/>
                </a:cubicBezTo>
                <a:cubicBezTo>
                  <a:pt x="6831721" y="6216382"/>
                  <a:pt x="6876860" y="6184142"/>
                  <a:pt x="6920924" y="6164798"/>
                </a:cubicBezTo>
                <a:close/>
                <a:moveTo>
                  <a:pt x="7774257" y="6119663"/>
                </a:moveTo>
                <a:cubicBezTo>
                  <a:pt x="7748464" y="6119663"/>
                  <a:pt x="7678606" y="6119663"/>
                  <a:pt x="7678606" y="6184142"/>
                </a:cubicBezTo>
                <a:cubicBezTo>
                  <a:pt x="7710848" y="6158350"/>
                  <a:pt x="7742015" y="6151902"/>
                  <a:pt x="7774257" y="6151902"/>
                </a:cubicBezTo>
                <a:cubicBezTo>
                  <a:pt x="7774257" y="6139007"/>
                  <a:pt x="7774257" y="6126111"/>
                  <a:pt x="7774257" y="6119663"/>
                </a:cubicBezTo>
                <a:close/>
                <a:moveTo>
                  <a:pt x="8455372" y="6118961"/>
                </a:moveTo>
                <a:cubicBezTo>
                  <a:pt x="8462197" y="6125488"/>
                  <a:pt x="8475847" y="6138542"/>
                  <a:pt x="8482672" y="6145069"/>
                </a:cubicBezTo>
                <a:cubicBezTo>
                  <a:pt x="8469022" y="6151596"/>
                  <a:pt x="8462197" y="6164650"/>
                  <a:pt x="8455372" y="6184231"/>
                </a:cubicBezTo>
                <a:cubicBezTo>
                  <a:pt x="8455372" y="6158123"/>
                  <a:pt x="8455372" y="6138542"/>
                  <a:pt x="8455372" y="6118961"/>
                </a:cubicBezTo>
                <a:close/>
                <a:moveTo>
                  <a:pt x="8545423" y="6085782"/>
                </a:moveTo>
                <a:cubicBezTo>
                  <a:pt x="8558396" y="6085782"/>
                  <a:pt x="8563385" y="6092203"/>
                  <a:pt x="8563385" y="6117888"/>
                </a:cubicBezTo>
                <a:cubicBezTo>
                  <a:pt x="8551410" y="6117888"/>
                  <a:pt x="8545423" y="6111467"/>
                  <a:pt x="8545423" y="6085782"/>
                </a:cubicBezTo>
                <a:close/>
                <a:moveTo>
                  <a:pt x="7033386" y="6084385"/>
                </a:moveTo>
                <a:cubicBezTo>
                  <a:pt x="7029816" y="6083356"/>
                  <a:pt x="7026416" y="6083545"/>
                  <a:pt x="7023695" y="6085207"/>
                </a:cubicBezTo>
                <a:cubicBezTo>
                  <a:pt x="7020067" y="6087423"/>
                  <a:pt x="7017649" y="6092259"/>
                  <a:pt x="7017649" y="6100319"/>
                </a:cubicBezTo>
                <a:cubicBezTo>
                  <a:pt x="7017649" y="6139007"/>
                  <a:pt x="6978958" y="6119663"/>
                  <a:pt x="6966062" y="6119663"/>
                </a:cubicBezTo>
                <a:cubicBezTo>
                  <a:pt x="6933820" y="6113215"/>
                  <a:pt x="6946717" y="6158350"/>
                  <a:pt x="6972510" y="6151902"/>
                </a:cubicBezTo>
                <a:cubicBezTo>
                  <a:pt x="6985407" y="6145455"/>
                  <a:pt x="6998304" y="6139007"/>
                  <a:pt x="7011200" y="6126111"/>
                </a:cubicBezTo>
                <a:cubicBezTo>
                  <a:pt x="7024097" y="6113215"/>
                  <a:pt x="7043442" y="6119663"/>
                  <a:pt x="7056339" y="6119663"/>
                </a:cubicBezTo>
                <a:cubicBezTo>
                  <a:pt x="7056339" y="6101528"/>
                  <a:pt x="7044098" y="6087474"/>
                  <a:pt x="7033386" y="6084385"/>
                </a:cubicBezTo>
                <a:close/>
                <a:moveTo>
                  <a:pt x="9496976" y="6057344"/>
                </a:moveTo>
                <a:cubicBezTo>
                  <a:pt x="9496976" y="6083029"/>
                  <a:pt x="9490151" y="6089450"/>
                  <a:pt x="9469676" y="6089450"/>
                </a:cubicBezTo>
                <a:cubicBezTo>
                  <a:pt x="9469676" y="6070187"/>
                  <a:pt x="9476501" y="6057344"/>
                  <a:pt x="9496976" y="6057344"/>
                </a:cubicBezTo>
                <a:close/>
                <a:moveTo>
                  <a:pt x="8602300" y="6057344"/>
                </a:moveTo>
                <a:cubicBezTo>
                  <a:pt x="8614275" y="6057344"/>
                  <a:pt x="8620262" y="6070187"/>
                  <a:pt x="8620262" y="6089450"/>
                </a:cubicBezTo>
                <a:cubicBezTo>
                  <a:pt x="8608287" y="6089450"/>
                  <a:pt x="8602300" y="6083029"/>
                  <a:pt x="8602300" y="6057344"/>
                </a:cubicBezTo>
                <a:close/>
                <a:moveTo>
                  <a:pt x="7909672" y="6035840"/>
                </a:moveTo>
                <a:cubicBezTo>
                  <a:pt x="7870982" y="6035840"/>
                  <a:pt x="7832292" y="6055184"/>
                  <a:pt x="7800050" y="6087423"/>
                </a:cubicBezTo>
                <a:cubicBezTo>
                  <a:pt x="7825844" y="6087423"/>
                  <a:pt x="7851637" y="6087423"/>
                  <a:pt x="7870982" y="6087423"/>
                </a:cubicBezTo>
                <a:cubicBezTo>
                  <a:pt x="7883879" y="6087423"/>
                  <a:pt x="7896776" y="6068080"/>
                  <a:pt x="7909672" y="6055184"/>
                </a:cubicBezTo>
                <a:cubicBezTo>
                  <a:pt x="7909672" y="6048736"/>
                  <a:pt x="7909672" y="6042288"/>
                  <a:pt x="7909672" y="6035840"/>
                </a:cubicBezTo>
                <a:close/>
                <a:moveTo>
                  <a:pt x="564229" y="6024019"/>
                </a:moveTo>
                <a:cubicBezTo>
                  <a:pt x="544887" y="6024019"/>
                  <a:pt x="551334" y="6068080"/>
                  <a:pt x="557782" y="6087423"/>
                </a:cubicBezTo>
                <a:cubicBezTo>
                  <a:pt x="570676" y="6113215"/>
                  <a:pt x="551334" y="6151902"/>
                  <a:pt x="544887" y="6184142"/>
                </a:cubicBezTo>
                <a:cubicBezTo>
                  <a:pt x="628715" y="6229277"/>
                  <a:pt x="699644" y="6318474"/>
                  <a:pt x="775945" y="6382953"/>
                </a:cubicBezTo>
                <a:cubicBezTo>
                  <a:pt x="795292" y="6350713"/>
                  <a:pt x="756601" y="6337817"/>
                  <a:pt x="743708" y="6331369"/>
                </a:cubicBezTo>
                <a:cubicBezTo>
                  <a:pt x="712539" y="6305578"/>
                  <a:pt x="693198" y="6260442"/>
                  <a:pt x="667405" y="6235725"/>
                </a:cubicBezTo>
                <a:cubicBezTo>
                  <a:pt x="622265" y="6190590"/>
                  <a:pt x="564229" y="6126111"/>
                  <a:pt x="564229" y="6024019"/>
                </a:cubicBezTo>
                <a:close/>
                <a:moveTo>
                  <a:pt x="8696596" y="6013265"/>
                </a:moveTo>
                <a:cubicBezTo>
                  <a:pt x="8699590" y="6013265"/>
                  <a:pt x="8702584" y="6016582"/>
                  <a:pt x="8705577" y="6023218"/>
                </a:cubicBezTo>
                <a:cubicBezTo>
                  <a:pt x="8705577" y="6029853"/>
                  <a:pt x="8699590" y="6035382"/>
                  <a:pt x="8699590" y="6042017"/>
                </a:cubicBezTo>
                <a:cubicBezTo>
                  <a:pt x="8693602" y="6035382"/>
                  <a:pt x="8693602" y="6029853"/>
                  <a:pt x="8687615" y="6023218"/>
                </a:cubicBezTo>
                <a:cubicBezTo>
                  <a:pt x="8690609" y="6016582"/>
                  <a:pt x="8693603" y="6013265"/>
                  <a:pt x="8696596" y="6013265"/>
                </a:cubicBezTo>
                <a:close/>
                <a:moveTo>
                  <a:pt x="7232998" y="6003264"/>
                </a:moveTo>
                <a:cubicBezTo>
                  <a:pt x="7216071" y="5997824"/>
                  <a:pt x="7181008" y="6030467"/>
                  <a:pt x="7171335" y="6030467"/>
                </a:cubicBezTo>
                <a:cubicBezTo>
                  <a:pt x="7145542" y="6035840"/>
                  <a:pt x="7095029" y="6035840"/>
                  <a:pt x="7095029" y="6087423"/>
                </a:cubicBezTo>
                <a:cubicBezTo>
                  <a:pt x="7113300" y="6068080"/>
                  <a:pt x="7139093" y="6055184"/>
                  <a:pt x="7164886" y="6048736"/>
                </a:cubicBezTo>
                <a:cubicBezTo>
                  <a:pt x="7184232" y="6048736"/>
                  <a:pt x="7203576" y="6048736"/>
                  <a:pt x="7216474" y="6024019"/>
                </a:cubicBezTo>
                <a:cubicBezTo>
                  <a:pt x="7222922" y="6024019"/>
                  <a:pt x="7235818" y="6024019"/>
                  <a:pt x="7242267" y="6024019"/>
                </a:cubicBezTo>
                <a:cubicBezTo>
                  <a:pt x="7242267" y="6011123"/>
                  <a:pt x="7238640" y="6005078"/>
                  <a:pt x="7232998" y="6003264"/>
                </a:cubicBezTo>
                <a:close/>
                <a:moveTo>
                  <a:pt x="8725009" y="6001748"/>
                </a:moveTo>
                <a:cubicBezTo>
                  <a:pt x="8732645" y="6001748"/>
                  <a:pt x="8738701" y="6006359"/>
                  <a:pt x="8738701" y="6021731"/>
                </a:cubicBezTo>
                <a:cubicBezTo>
                  <a:pt x="8727115" y="6021731"/>
                  <a:pt x="8714476" y="6027879"/>
                  <a:pt x="8701837" y="6009433"/>
                </a:cubicBezTo>
                <a:cubicBezTo>
                  <a:pt x="8708157" y="6006359"/>
                  <a:pt x="8717373" y="6001748"/>
                  <a:pt x="8725009" y="6001748"/>
                </a:cubicBezTo>
                <a:close/>
                <a:moveTo>
                  <a:pt x="9696114" y="5963957"/>
                </a:moveTo>
                <a:cubicBezTo>
                  <a:pt x="9696114" y="5994700"/>
                  <a:pt x="9676848" y="5994700"/>
                  <a:pt x="9664005" y="5994700"/>
                </a:cubicBezTo>
                <a:cubicBezTo>
                  <a:pt x="9664005" y="5957808"/>
                  <a:pt x="9683270" y="5963957"/>
                  <a:pt x="9696114" y="5963957"/>
                </a:cubicBezTo>
                <a:close/>
                <a:moveTo>
                  <a:pt x="19597495" y="5934112"/>
                </a:moveTo>
                <a:cubicBezTo>
                  <a:pt x="19597495" y="5953376"/>
                  <a:pt x="19591507" y="5966218"/>
                  <a:pt x="19579535" y="5966218"/>
                </a:cubicBezTo>
                <a:cubicBezTo>
                  <a:pt x="19579535" y="5940533"/>
                  <a:pt x="19585523" y="5934112"/>
                  <a:pt x="19597495" y="5934112"/>
                </a:cubicBezTo>
                <a:close/>
                <a:moveTo>
                  <a:pt x="19488483" y="5934112"/>
                </a:moveTo>
                <a:cubicBezTo>
                  <a:pt x="19488483" y="5953376"/>
                  <a:pt x="19482495" y="5966218"/>
                  <a:pt x="19470519" y="5966218"/>
                </a:cubicBezTo>
                <a:cubicBezTo>
                  <a:pt x="19470519" y="5940533"/>
                  <a:pt x="19476507" y="5934112"/>
                  <a:pt x="19488483" y="5934112"/>
                </a:cubicBezTo>
                <a:close/>
                <a:moveTo>
                  <a:pt x="9753060" y="5934112"/>
                </a:moveTo>
                <a:cubicBezTo>
                  <a:pt x="9753060" y="5953376"/>
                  <a:pt x="9747073" y="5966218"/>
                  <a:pt x="9735098" y="5966218"/>
                </a:cubicBezTo>
                <a:cubicBezTo>
                  <a:pt x="9735098" y="5940533"/>
                  <a:pt x="9741085" y="5934112"/>
                  <a:pt x="9753060" y="5934112"/>
                </a:cubicBezTo>
                <a:close/>
                <a:moveTo>
                  <a:pt x="19450567" y="5900933"/>
                </a:moveTo>
                <a:cubicBezTo>
                  <a:pt x="19450567" y="5926620"/>
                  <a:pt x="19444579" y="5933042"/>
                  <a:pt x="19432603" y="5933042"/>
                </a:cubicBezTo>
                <a:cubicBezTo>
                  <a:pt x="19432603" y="5907355"/>
                  <a:pt x="19438591" y="5900933"/>
                  <a:pt x="19450567" y="5900933"/>
                </a:cubicBezTo>
                <a:close/>
                <a:moveTo>
                  <a:pt x="7661679" y="5898284"/>
                </a:moveTo>
                <a:cubicBezTo>
                  <a:pt x="7649589" y="5899896"/>
                  <a:pt x="7639916" y="5907956"/>
                  <a:pt x="7639916" y="5933748"/>
                </a:cubicBezTo>
                <a:cubicBezTo>
                  <a:pt x="7659261" y="5933748"/>
                  <a:pt x="7697951" y="5953092"/>
                  <a:pt x="7697951" y="5901508"/>
                </a:cubicBezTo>
                <a:cubicBezTo>
                  <a:pt x="7688279" y="5901508"/>
                  <a:pt x="7673770" y="5896672"/>
                  <a:pt x="7661679" y="5898284"/>
                </a:cubicBezTo>
                <a:close/>
                <a:moveTo>
                  <a:pt x="7492678" y="5869269"/>
                </a:moveTo>
                <a:cubicBezTo>
                  <a:pt x="7479782" y="5869269"/>
                  <a:pt x="7473333" y="5882165"/>
                  <a:pt x="7473333" y="5901508"/>
                </a:cubicBezTo>
                <a:cubicBezTo>
                  <a:pt x="7486230" y="5901508"/>
                  <a:pt x="7492678" y="5895060"/>
                  <a:pt x="7492678" y="5869269"/>
                </a:cubicBezTo>
                <a:close/>
                <a:moveTo>
                  <a:pt x="7434643" y="5869269"/>
                </a:moveTo>
                <a:cubicBezTo>
                  <a:pt x="7395953" y="5888613"/>
                  <a:pt x="7363711" y="5901508"/>
                  <a:pt x="7331469" y="5927300"/>
                </a:cubicBezTo>
                <a:cubicBezTo>
                  <a:pt x="7312124" y="5946644"/>
                  <a:pt x="7300302" y="5959540"/>
                  <a:pt x="7280957" y="5959540"/>
                </a:cubicBezTo>
                <a:cubicBezTo>
                  <a:pt x="7268060" y="5959540"/>
                  <a:pt x="7255164" y="5972435"/>
                  <a:pt x="7268060" y="5991779"/>
                </a:cubicBezTo>
                <a:cubicBezTo>
                  <a:pt x="7287406" y="6030467"/>
                  <a:pt x="7306750" y="5959540"/>
                  <a:pt x="7325021" y="5959540"/>
                </a:cubicBezTo>
                <a:cubicBezTo>
                  <a:pt x="7357262" y="5953092"/>
                  <a:pt x="7395953" y="5940196"/>
                  <a:pt x="7434643" y="5933748"/>
                </a:cubicBezTo>
                <a:cubicBezTo>
                  <a:pt x="7434643" y="5914404"/>
                  <a:pt x="7434643" y="5895060"/>
                  <a:pt x="7434643" y="5869269"/>
                </a:cubicBezTo>
                <a:close/>
                <a:moveTo>
                  <a:pt x="19526399" y="5867755"/>
                </a:moveTo>
                <a:cubicBezTo>
                  <a:pt x="19526399" y="5887019"/>
                  <a:pt x="19520411" y="5899861"/>
                  <a:pt x="19508439" y="5899861"/>
                </a:cubicBezTo>
                <a:cubicBezTo>
                  <a:pt x="19508439" y="5880598"/>
                  <a:pt x="19514423" y="5867755"/>
                  <a:pt x="19526399" y="5867755"/>
                </a:cubicBezTo>
                <a:close/>
                <a:moveTo>
                  <a:pt x="19412647" y="5867755"/>
                </a:moveTo>
                <a:cubicBezTo>
                  <a:pt x="19412647" y="5887019"/>
                  <a:pt x="19406659" y="5899861"/>
                  <a:pt x="19394687" y="5899861"/>
                </a:cubicBezTo>
                <a:cubicBezTo>
                  <a:pt x="19394687" y="5880598"/>
                  <a:pt x="19400671" y="5867755"/>
                  <a:pt x="19412647" y="5867755"/>
                </a:cubicBezTo>
                <a:close/>
                <a:moveTo>
                  <a:pt x="9847855" y="5867755"/>
                </a:moveTo>
                <a:cubicBezTo>
                  <a:pt x="9847855" y="5887019"/>
                  <a:pt x="9841868" y="5899861"/>
                  <a:pt x="9829893" y="5899861"/>
                </a:cubicBezTo>
                <a:cubicBezTo>
                  <a:pt x="9829893" y="5880598"/>
                  <a:pt x="9835880" y="5867755"/>
                  <a:pt x="9847855" y="5867755"/>
                </a:cubicBezTo>
                <a:close/>
                <a:moveTo>
                  <a:pt x="7753417" y="5863425"/>
                </a:moveTo>
                <a:cubicBezTo>
                  <a:pt x="7739262" y="5861612"/>
                  <a:pt x="7726163" y="5887001"/>
                  <a:pt x="7717296" y="5901508"/>
                </a:cubicBezTo>
                <a:cubicBezTo>
                  <a:pt x="7736642" y="5895060"/>
                  <a:pt x="7748464" y="5888613"/>
                  <a:pt x="7767808" y="5875717"/>
                </a:cubicBezTo>
                <a:cubicBezTo>
                  <a:pt x="7762972" y="5867657"/>
                  <a:pt x="7758136" y="5864030"/>
                  <a:pt x="7753417" y="5863425"/>
                </a:cubicBezTo>
                <a:close/>
                <a:moveTo>
                  <a:pt x="9904733" y="5839317"/>
                </a:moveTo>
                <a:cubicBezTo>
                  <a:pt x="9904733" y="5858581"/>
                  <a:pt x="9898746" y="5871423"/>
                  <a:pt x="9886771" y="5871423"/>
                </a:cubicBezTo>
                <a:cubicBezTo>
                  <a:pt x="9886771" y="5852160"/>
                  <a:pt x="9892758" y="5839317"/>
                  <a:pt x="9904733" y="5839317"/>
                </a:cubicBezTo>
                <a:close/>
                <a:moveTo>
                  <a:pt x="7512024" y="5837029"/>
                </a:moveTo>
                <a:cubicBezTo>
                  <a:pt x="7512024" y="5875717"/>
                  <a:pt x="7531368" y="5869269"/>
                  <a:pt x="7543190" y="5869269"/>
                </a:cubicBezTo>
                <a:cubicBezTo>
                  <a:pt x="7543190" y="5837029"/>
                  <a:pt x="7523846" y="5837029"/>
                  <a:pt x="7512024" y="5837029"/>
                </a:cubicBezTo>
                <a:close/>
                <a:moveTo>
                  <a:pt x="7568984" y="5811238"/>
                </a:moveTo>
                <a:cubicBezTo>
                  <a:pt x="7568984" y="5849925"/>
                  <a:pt x="7588329" y="5837029"/>
                  <a:pt x="7601226" y="5837029"/>
                </a:cubicBezTo>
                <a:cubicBezTo>
                  <a:pt x="7601226" y="5805864"/>
                  <a:pt x="7581880" y="5811238"/>
                  <a:pt x="7568984" y="5811238"/>
                </a:cubicBezTo>
                <a:close/>
                <a:moveTo>
                  <a:pt x="7318572" y="5811238"/>
                </a:moveTo>
                <a:cubicBezTo>
                  <a:pt x="7318572" y="5830581"/>
                  <a:pt x="7325021" y="5837029"/>
                  <a:pt x="7337918" y="5837029"/>
                </a:cubicBezTo>
                <a:cubicBezTo>
                  <a:pt x="7337918" y="5818760"/>
                  <a:pt x="7331469" y="5811238"/>
                  <a:pt x="7318572" y="5811238"/>
                </a:cubicBezTo>
                <a:close/>
                <a:moveTo>
                  <a:pt x="507270" y="5811238"/>
                </a:moveTo>
                <a:cubicBezTo>
                  <a:pt x="507270" y="5830581"/>
                  <a:pt x="513723" y="5837029"/>
                  <a:pt x="526613" y="5837029"/>
                </a:cubicBezTo>
                <a:cubicBezTo>
                  <a:pt x="526613" y="5818760"/>
                  <a:pt x="519093" y="5811238"/>
                  <a:pt x="507270" y="5811238"/>
                </a:cubicBezTo>
                <a:close/>
                <a:moveTo>
                  <a:pt x="9975826" y="5810880"/>
                </a:moveTo>
                <a:cubicBezTo>
                  <a:pt x="9975826" y="5831355"/>
                  <a:pt x="9969839" y="5838180"/>
                  <a:pt x="9957864" y="5838180"/>
                </a:cubicBezTo>
                <a:cubicBezTo>
                  <a:pt x="9957864" y="5818843"/>
                  <a:pt x="9969839" y="5810880"/>
                  <a:pt x="9975826" y="5810880"/>
                </a:cubicBezTo>
                <a:close/>
                <a:moveTo>
                  <a:pt x="19331147" y="5810877"/>
                </a:moveTo>
                <a:cubicBezTo>
                  <a:pt x="19337299" y="5818369"/>
                  <a:pt x="19349595" y="5824790"/>
                  <a:pt x="19355743" y="5824790"/>
                </a:cubicBezTo>
                <a:cubicBezTo>
                  <a:pt x="19343447" y="5842983"/>
                  <a:pt x="19331147" y="5830141"/>
                  <a:pt x="19318851" y="5824790"/>
                </a:cubicBezTo>
                <a:cubicBezTo>
                  <a:pt x="19324999" y="5824790"/>
                  <a:pt x="19324999" y="5818369"/>
                  <a:pt x="19331147" y="5810877"/>
                </a:cubicBezTo>
                <a:close/>
                <a:moveTo>
                  <a:pt x="19412647" y="5782440"/>
                </a:moveTo>
                <a:cubicBezTo>
                  <a:pt x="19412647" y="5802346"/>
                  <a:pt x="19406659" y="5814510"/>
                  <a:pt x="19394687" y="5814510"/>
                </a:cubicBezTo>
                <a:cubicBezTo>
                  <a:pt x="19394687" y="5795711"/>
                  <a:pt x="19400671" y="5782440"/>
                  <a:pt x="19412647" y="5782440"/>
                </a:cubicBezTo>
                <a:close/>
                <a:moveTo>
                  <a:pt x="19285671" y="5782440"/>
                </a:moveTo>
                <a:cubicBezTo>
                  <a:pt x="19298515" y="5788589"/>
                  <a:pt x="19304939" y="5794738"/>
                  <a:pt x="19317779" y="5794738"/>
                </a:cubicBezTo>
                <a:cubicBezTo>
                  <a:pt x="19304939" y="5812159"/>
                  <a:pt x="19285671" y="5819332"/>
                  <a:pt x="19285671" y="5782440"/>
                </a:cubicBezTo>
                <a:close/>
                <a:moveTo>
                  <a:pt x="7922569" y="5780073"/>
                </a:moveTo>
                <a:cubicBezTo>
                  <a:pt x="7922569" y="5799416"/>
                  <a:pt x="7927943" y="5811238"/>
                  <a:pt x="7941914" y="5811238"/>
                </a:cubicBezTo>
                <a:cubicBezTo>
                  <a:pt x="7941914" y="5792969"/>
                  <a:pt x="7934391" y="5780073"/>
                  <a:pt x="7922569" y="5780073"/>
                </a:cubicBezTo>
                <a:close/>
                <a:moveTo>
                  <a:pt x="7639916" y="5780073"/>
                </a:moveTo>
                <a:cubicBezTo>
                  <a:pt x="7639916" y="5792969"/>
                  <a:pt x="7639916" y="5799416"/>
                  <a:pt x="7639916" y="5811238"/>
                </a:cubicBezTo>
                <a:cubicBezTo>
                  <a:pt x="7652812" y="5811238"/>
                  <a:pt x="7665710" y="5811238"/>
                  <a:pt x="7678606" y="5811238"/>
                </a:cubicBezTo>
                <a:cubicBezTo>
                  <a:pt x="7678606" y="5799416"/>
                  <a:pt x="7678606" y="5792969"/>
                  <a:pt x="7678606" y="5780073"/>
                </a:cubicBezTo>
                <a:cubicBezTo>
                  <a:pt x="7665710" y="5780073"/>
                  <a:pt x="7652812" y="5780073"/>
                  <a:pt x="7639916" y="5780073"/>
                </a:cubicBezTo>
                <a:close/>
                <a:moveTo>
                  <a:pt x="7376608" y="5780073"/>
                </a:moveTo>
                <a:cubicBezTo>
                  <a:pt x="7363711" y="5780073"/>
                  <a:pt x="7357262" y="5792969"/>
                  <a:pt x="7357262" y="5811238"/>
                </a:cubicBezTo>
                <a:cubicBezTo>
                  <a:pt x="7370160" y="5811238"/>
                  <a:pt x="7376608" y="5799416"/>
                  <a:pt x="7376608" y="5780073"/>
                </a:cubicBezTo>
                <a:close/>
                <a:moveTo>
                  <a:pt x="833981" y="5780073"/>
                </a:moveTo>
                <a:cubicBezTo>
                  <a:pt x="833981" y="5799416"/>
                  <a:pt x="833981" y="5811238"/>
                  <a:pt x="846884" y="5811238"/>
                </a:cubicBezTo>
                <a:cubicBezTo>
                  <a:pt x="846884" y="5792969"/>
                  <a:pt x="846884" y="5780073"/>
                  <a:pt x="833981" y="5780073"/>
                </a:cubicBezTo>
                <a:close/>
                <a:moveTo>
                  <a:pt x="9258384" y="5749261"/>
                </a:moveTo>
                <a:cubicBezTo>
                  <a:pt x="9258384" y="5755694"/>
                  <a:pt x="9264796" y="5762126"/>
                  <a:pt x="9264796" y="5768559"/>
                </a:cubicBezTo>
                <a:cubicBezTo>
                  <a:pt x="9226321" y="5787857"/>
                  <a:pt x="9187845" y="5812515"/>
                  <a:pt x="9156851" y="5838245"/>
                </a:cubicBezTo>
                <a:cubicBezTo>
                  <a:pt x="9156851" y="5820020"/>
                  <a:pt x="9156851" y="5800722"/>
                  <a:pt x="9156851" y="5781424"/>
                </a:cubicBezTo>
                <a:cubicBezTo>
                  <a:pt x="9162195" y="5774992"/>
                  <a:pt x="9176089" y="5774992"/>
                  <a:pt x="9181433" y="5768559"/>
                </a:cubicBezTo>
                <a:cubicBezTo>
                  <a:pt x="9207083" y="5762126"/>
                  <a:pt x="9232733" y="5755694"/>
                  <a:pt x="9258384" y="5749261"/>
                </a:cubicBezTo>
                <a:close/>
                <a:moveTo>
                  <a:pt x="19215983" y="5722699"/>
                </a:moveTo>
                <a:cubicBezTo>
                  <a:pt x="19222131" y="5722699"/>
                  <a:pt x="19246727" y="5716085"/>
                  <a:pt x="19240579" y="5742539"/>
                </a:cubicBezTo>
                <a:cubicBezTo>
                  <a:pt x="19240579" y="5762380"/>
                  <a:pt x="19215983" y="5735926"/>
                  <a:pt x="19209835" y="5735926"/>
                </a:cubicBezTo>
                <a:cubicBezTo>
                  <a:pt x="19209835" y="5729312"/>
                  <a:pt x="19215983" y="5722699"/>
                  <a:pt x="19215983" y="5722699"/>
                </a:cubicBezTo>
                <a:close/>
                <a:moveTo>
                  <a:pt x="7979530" y="5722041"/>
                </a:moveTo>
                <a:cubicBezTo>
                  <a:pt x="7979530" y="5741385"/>
                  <a:pt x="7979530" y="5760729"/>
                  <a:pt x="7979530" y="5780073"/>
                </a:cubicBezTo>
                <a:cubicBezTo>
                  <a:pt x="7992426" y="5767177"/>
                  <a:pt x="8011772" y="5754281"/>
                  <a:pt x="8024668" y="5747833"/>
                </a:cubicBezTo>
                <a:cubicBezTo>
                  <a:pt x="8011772" y="5741385"/>
                  <a:pt x="7992426" y="5728489"/>
                  <a:pt x="7979530" y="5722041"/>
                </a:cubicBezTo>
                <a:close/>
                <a:moveTo>
                  <a:pt x="19322947" y="5721336"/>
                </a:moveTo>
                <a:cubicBezTo>
                  <a:pt x="19330635" y="5722104"/>
                  <a:pt x="19336783" y="5729790"/>
                  <a:pt x="19336783" y="5748236"/>
                </a:cubicBezTo>
                <a:cubicBezTo>
                  <a:pt x="19324483" y="5742088"/>
                  <a:pt x="19312187" y="5742088"/>
                  <a:pt x="19299891" y="5735939"/>
                </a:cubicBezTo>
                <a:cubicBezTo>
                  <a:pt x="19306039" y="5726716"/>
                  <a:pt x="19315263" y="5720567"/>
                  <a:pt x="19322947" y="5721336"/>
                </a:cubicBezTo>
                <a:close/>
                <a:moveTo>
                  <a:pt x="20507471" y="5720824"/>
                </a:moveTo>
                <a:cubicBezTo>
                  <a:pt x="20507471" y="5741299"/>
                  <a:pt x="20494831" y="5748124"/>
                  <a:pt x="20489563" y="5748124"/>
                </a:cubicBezTo>
                <a:cubicBezTo>
                  <a:pt x="20489563" y="5727649"/>
                  <a:pt x="20494831" y="5720824"/>
                  <a:pt x="20507471" y="5720824"/>
                </a:cubicBezTo>
                <a:close/>
                <a:moveTo>
                  <a:pt x="18929051" y="5720821"/>
                </a:moveTo>
                <a:cubicBezTo>
                  <a:pt x="18929051" y="5745641"/>
                  <a:pt x="18929051" y="5776665"/>
                  <a:pt x="18908579" y="5776665"/>
                </a:cubicBezTo>
                <a:cubicBezTo>
                  <a:pt x="18908579" y="5751846"/>
                  <a:pt x="18901755" y="5720821"/>
                  <a:pt x="18929051" y="5720821"/>
                </a:cubicBezTo>
                <a:close/>
                <a:moveTo>
                  <a:pt x="9383272" y="5701863"/>
                </a:moveTo>
                <a:cubicBezTo>
                  <a:pt x="9363704" y="5708477"/>
                  <a:pt x="9345767" y="5715090"/>
                  <a:pt x="9328645" y="5722530"/>
                </a:cubicBezTo>
                <a:lnTo>
                  <a:pt x="9278922" y="5748152"/>
                </a:lnTo>
                <a:lnTo>
                  <a:pt x="9267113" y="5767148"/>
                </a:lnTo>
                <a:cubicBezTo>
                  <a:pt x="9267113" y="5760727"/>
                  <a:pt x="9261126" y="5754306"/>
                  <a:pt x="9261126" y="5747885"/>
                </a:cubicBezTo>
                <a:lnTo>
                  <a:pt x="9269638" y="5738756"/>
                </a:lnTo>
                <a:lnTo>
                  <a:pt x="9265865" y="5734931"/>
                </a:lnTo>
                <a:cubicBezTo>
                  <a:pt x="9305001" y="5721704"/>
                  <a:pt x="9344136" y="5708477"/>
                  <a:pt x="9383272" y="5701863"/>
                </a:cubicBezTo>
                <a:close/>
                <a:moveTo>
                  <a:pt x="19197255" y="5701391"/>
                </a:moveTo>
                <a:cubicBezTo>
                  <a:pt x="19198895" y="5698831"/>
                  <a:pt x="19202179" y="5700538"/>
                  <a:pt x="19208739" y="5703950"/>
                </a:cubicBezTo>
                <a:cubicBezTo>
                  <a:pt x="19202179" y="5710775"/>
                  <a:pt x="19202179" y="5710775"/>
                  <a:pt x="19195615" y="5724425"/>
                </a:cubicBezTo>
                <a:cubicBezTo>
                  <a:pt x="19195615" y="5710775"/>
                  <a:pt x="19195615" y="5703950"/>
                  <a:pt x="19197255" y="5701391"/>
                </a:cubicBezTo>
                <a:close/>
                <a:moveTo>
                  <a:pt x="19886619" y="5692386"/>
                </a:moveTo>
                <a:cubicBezTo>
                  <a:pt x="19886619" y="5711651"/>
                  <a:pt x="19880631" y="5724495"/>
                  <a:pt x="19868659" y="5724495"/>
                </a:cubicBezTo>
                <a:cubicBezTo>
                  <a:pt x="19868659" y="5698808"/>
                  <a:pt x="19874643" y="5692386"/>
                  <a:pt x="19886619" y="5692386"/>
                </a:cubicBezTo>
                <a:close/>
                <a:moveTo>
                  <a:pt x="8056910" y="5689802"/>
                </a:moveTo>
                <a:cubicBezTo>
                  <a:pt x="8056910" y="5709146"/>
                  <a:pt x="8056910" y="5728489"/>
                  <a:pt x="8056910" y="5747833"/>
                </a:cubicBezTo>
                <a:cubicBezTo>
                  <a:pt x="8076255" y="5741385"/>
                  <a:pt x="8095600" y="5741385"/>
                  <a:pt x="8114946" y="5734937"/>
                </a:cubicBezTo>
                <a:cubicBezTo>
                  <a:pt x="8095600" y="5715594"/>
                  <a:pt x="8076255" y="5702698"/>
                  <a:pt x="8056910" y="5689802"/>
                </a:cubicBezTo>
                <a:close/>
                <a:moveTo>
                  <a:pt x="321342" y="5689802"/>
                </a:moveTo>
                <a:cubicBezTo>
                  <a:pt x="321342" y="5722041"/>
                  <a:pt x="346059" y="5715594"/>
                  <a:pt x="358957" y="5734937"/>
                </a:cubicBezTo>
                <a:cubicBezTo>
                  <a:pt x="371854" y="5741385"/>
                  <a:pt x="384753" y="5741385"/>
                  <a:pt x="397647" y="5747833"/>
                </a:cubicBezTo>
                <a:cubicBezTo>
                  <a:pt x="397647" y="5709146"/>
                  <a:pt x="339610" y="5696250"/>
                  <a:pt x="321342" y="5689802"/>
                </a:cubicBezTo>
                <a:close/>
                <a:moveTo>
                  <a:pt x="10273257" y="5681344"/>
                </a:moveTo>
                <a:lnTo>
                  <a:pt x="10270689" y="5686619"/>
                </a:lnTo>
                <a:cubicBezTo>
                  <a:pt x="10270689" y="5686619"/>
                  <a:pt x="10271320" y="5685322"/>
                  <a:pt x="10272228" y="5683458"/>
                </a:cubicBezTo>
                <a:close/>
                <a:moveTo>
                  <a:pt x="19249731" y="5676443"/>
                </a:moveTo>
                <a:cubicBezTo>
                  <a:pt x="19267911" y="5676749"/>
                  <a:pt x="19293967" y="5700001"/>
                  <a:pt x="19298811" y="5704896"/>
                </a:cubicBezTo>
                <a:cubicBezTo>
                  <a:pt x="19298811" y="5711423"/>
                  <a:pt x="19292351" y="5717950"/>
                  <a:pt x="19292351" y="5724477"/>
                </a:cubicBezTo>
                <a:cubicBezTo>
                  <a:pt x="19285887" y="5724477"/>
                  <a:pt x="19269999" y="5722846"/>
                  <a:pt x="19256531" y="5717134"/>
                </a:cubicBezTo>
                <a:lnTo>
                  <a:pt x="19244083" y="5708343"/>
                </a:lnTo>
                <a:lnTo>
                  <a:pt x="19251507" y="5722338"/>
                </a:lnTo>
                <a:cubicBezTo>
                  <a:pt x="19249039" y="5725750"/>
                  <a:pt x="19243359" y="5725750"/>
                  <a:pt x="19239779" y="5722338"/>
                </a:cubicBezTo>
                <a:lnTo>
                  <a:pt x="19240479" y="5705798"/>
                </a:lnTo>
                <a:lnTo>
                  <a:pt x="19239635" y="5705202"/>
                </a:lnTo>
                <a:cubicBezTo>
                  <a:pt x="19235595" y="5700001"/>
                  <a:pt x="19233643" y="5693474"/>
                  <a:pt x="19235259" y="5685315"/>
                </a:cubicBezTo>
                <a:cubicBezTo>
                  <a:pt x="19238491" y="5678788"/>
                  <a:pt x="19243675" y="5676341"/>
                  <a:pt x="19249731" y="5676443"/>
                </a:cubicBezTo>
                <a:close/>
                <a:moveTo>
                  <a:pt x="10275971" y="5675771"/>
                </a:moveTo>
                <a:lnTo>
                  <a:pt x="10275425" y="5676892"/>
                </a:lnTo>
                <a:lnTo>
                  <a:pt x="10273257" y="5681344"/>
                </a:lnTo>
                <a:close/>
                <a:moveTo>
                  <a:pt x="10278267" y="5671055"/>
                </a:moveTo>
                <a:lnTo>
                  <a:pt x="10275971" y="5675771"/>
                </a:lnTo>
                <a:lnTo>
                  <a:pt x="10278148" y="5671298"/>
                </a:lnTo>
                <a:cubicBezTo>
                  <a:pt x="10278741" y="5670082"/>
                  <a:pt x="10278898" y="5669758"/>
                  <a:pt x="10278267" y="5671055"/>
                </a:cubicBezTo>
                <a:close/>
                <a:moveTo>
                  <a:pt x="8415869" y="5657562"/>
                </a:moveTo>
                <a:cubicBezTo>
                  <a:pt x="8415869" y="5676906"/>
                  <a:pt x="8422317" y="5689802"/>
                  <a:pt x="8435214" y="5689802"/>
                </a:cubicBezTo>
                <a:cubicBezTo>
                  <a:pt x="8435214" y="5670458"/>
                  <a:pt x="8428766" y="5657562"/>
                  <a:pt x="8415869" y="5657562"/>
                </a:cubicBezTo>
                <a:close/>
                <a:moveTo>
                  <a:pt x="7581880" y="5657562"/>
                </a:moveTo>
                <a:cubicBezTo>
                  <a:pt x="7581880" y="5676906"/>
                  <a:pt x="7588329" y="5689802"/>
                  <a:pt x="7601226" y="5689802"/>
                </a:cubicBezTo>
                <a:cubicBezTo>
                  <a:pt x="7601226" y="5664010"/>
                  <a:pt x="7594778" y="5657562"/>
                  <a:pt x="7581880" y="5657562"/>
                </a:cubicBezTo>
                <a:close/>
                <a:moveTo>
                  <a:pt x="9454956" y="5650608"/>
                </a:moveTo>
                <a:cubicBezTo>
                  <a:pt x="9457950" y="5651411"/>
                  <a:pt x="9460944" y="5654622"/>
                  <a:pt x="9463937" y="5657833"/>
                </a:cubicBezTo>
                <a:cubicBezTo>
                  <a:pt x="9457950" y="5657833"/>
                  <a:pt x="9457950" y="5664254"/>
                  <a:pt x="9451962" y="5677098"/>
                </a:cubicBezTo>
                <a:cubicBezTo>
                  <a:pt x="9451962" y="5664254"/>
                  <a:pt x="9451962" y="5657833"/>
                  <a:pt x="9445975" y="5657833"/>
                </a:cubicBezTo>
                <a:cubicBezTo>
                  <a:pt x="9448969" y="5651411"/>
                  <a:pt x="9451963" y="5649806"/>
                  <a:pt x="9454956" y="5650608"/>
                </a:cubicBezTo>
                <a:close/>
                <a:moveTo>
                  <a:pt x="10297753" y="5644986"/>
                </a:moveTo>
                <a:cubicBezTo>
                  <a:pt x="10304174" y="5658213"/>
                  <a:pt x="10310596" y="5671440"/>
                  <a:pt x="10317017" y="5691281"/>
                </a:cubicBezTo>
                <a:cubicBezTo>
                  <a:pt x="10304174" y="5691281"/>
                  <a:pt x="10291332" y="5691281"/>
                  <a:pt x="10284911" y="5678054"/>
                </a:cubicBezTo>
                <a:cubicBezTo>
                  <a:pt x="10284911" y="5664827"/>
                  <a:pt x="10291332" y="5651600"/>
                  <a:pt x="10297753" y="5644986"/>
                </a:cubicBezTo>
                <a:close/>
                <a:moveTo>
                  <a:pt x="9473864" y="5634183"/>
                </a:moveTo>
                <a:cubicBezTo>
                  <a:pt x="9482131" y="5634183"/>
                  <a:pt x="9490398" y="5637595"/>
                  <a:pt x="9497011" y="5644420"/>
                </a:cubicBezTo>
                <a:cubicBezTo>
                  <a:pt x="9483784" y="5644420"/>
                  <a:pt x="9463943" y="5658070"/>
                  <a:pt x="9450716" y="5644420"/>
                </a:cubicBezTo>
                <a:cubicBezTo>
                  <a:pt x="9457330" y="5637595"/>
                  <a:pt x="9465597" y="5634183"/>
                  <a:pt x="9473864" y="5634183"/>
                </a:cubicBezTo>
                <a:close/>
                <a:moveTo>
                  <a:pt x="7261612" y="5625323"/>
                </a:moveTo>
                <a:cubicBezTo>
                  <a:pt x="7255164" y="5625323"/>
                  <a:pt x="7242267" y="5631771"/>
                  <a:pt x="7242267" y="5657562"/>
                </a:cubicBezTo>
                <a:cubicBezTo>
                  <a:pt x="7255164" y="5657562"/>
                  <a:pt x="7261612" y="5651114"/>
                  <a:pt x="7261612" y="5625323"/>
                </a:cubicBezTo>
                <a:close/>
                <a:moveTo>
                  <a:pt x="9486616" y="5614347"/>
                </a:moveTo>
                <a:lnTo>
                  <a:pt x="9483892" y="5624940"/>
                </a:lnTo>
                <a:cubicBezTo>
                  <a:pt x="9483892" y="5624940"/>
                  <a:pt x="9484713" y="5621750"/>
                  <a:pt x="9485738" y="5617761"/>
                </a:cubicBezTo>
                <a:close/>
                <a:moveTo>
                  <a:pt x="9488543" y="5606855"/>
                </a:moveTo>
                <a:lnTo>
                  <a:pt x="9486616" y="5614347"/>
                </a:lnTo>
                <a:lnTo>
                  <a:pt x="9487661" y="5610283"/>
                </a:lnTo>
                <a:close/>
                <a:moveTo>
                  <a:pt x="9489431" y="5603404"/>
                </a:moveTo>
                <a:lnTo>
                  <a:pt x="9488543" y="5606855"/>
                </a:lnTo>
                <a:lnTo>
                  <a:pt x="9488815" y="5605797"/>
                </a:lnTo>
                <a:cubicBezTo>
                  <a:pt x="9489636" y="5602606"/>
                  <a:pt x="9490046" y="5601011"/>
                  <a:pt x="9489431" y="5603404"/>
                </a:cubicBezTo>
                <a:close/>
                <a:moveTo>
                  <a:pt x="7678606" y="5594158"/>
                </a:moveTo>
                <a:cubicBezTo>
                  <a:pt x="7665710" y="5594158"/>
                  <a:pt x="7659261" y="5605979"/>
                  <a:pt x="7659261" y="5625323"/>
                </a:cubicBezTo>
                <a:cubicBezTo>
                  <a:pt x="7672158" y="5625323"/>
                  <a:pt x="7678606" y="5619949"/>
                  <a:pt x="7678606" y="5594158"/>
                </a:cubicBezTo>
                <a:close/>
                <a:moveTo>
                  <a:pt x="19090347" y="5592850"/>
                </a:moveTo>
                <a:cubicBezTo>
                  <a:pt x="19090347" y="5619391"/>
                  <a:pt x="19084359" y="5624920"/>
                  <a:pt x="19072383" y="5624920"/>
                </a:cubicBezTo>
                <a:cubicBezTo>
                  <a:pt x="19072383" y="5605015"/>
                  <a:pt x="19078371" y="5592850"/>
                  <a:pt x="19090347" y="5592850"/>
                </a:cubicBezTo>
                <a:close/>
                <a:moveTo>
                  <a:pt x="20374811" y="5564413"/>
                </a:moveTo>
                <a:cubicBezTo>
                  <a:pt x="20374811" y="5583677"/>
                  <a:pt x="20368823" y="5596519"/>
                  <a:pt x="20356851" y="5596519"/>
                </a:cubicBezTo>
                <a:cubicBezTo>
                  <a:pt x="20356851" y="5577256"/>
                  <a:pt x="20362839" y="5564413"/>
                  <a:pt x="20374811" y="5564413"/>
                </a:cubicBezTo>
                <a:close/>
                <a:moveTo>
                  <a:pt x="19810783" y="5564413"/>
                </a:moveTo>
                <a:cubicBezTo>
                  <a:pt x="19810783" y="5583677"/>
                  <a:pt x="19804795" y="5596519"/>
                  <a:pt x="19792823" y="5596519"/>
                </a:cubicBezTo>
                <a:cubicBezTo>
                  <a:pt x="19792823" y="5577256"/>
                  <a:pt x="19798811" y="5564413"/>
                  <a:pt x="19810783" y="5564413"/>
                </a:cubicBezTo>
                <a:close/>
                <a:moveTo>
                  <a:pt x="10828980" y="5564413"/>
                </a:moveTo>
                <a:cubicBezTo>
                  <a:pt x="10828980" y="5590098"/>
                  <a:pt x="10822993" y="5596519"/>
                  <a:pt x="10811018" y="5596519"/>
                </a:cubicBezTo>
                <a:cubicBezTo>
                  <a:pt x="10811018" y="5577256"/>
                  <a:pt x="10818003" y="5564413"/>
                  <a:pt x="10828980" y="5564413"/>
                </a:cubicBezTo>
                <a:close/>
                <a:moveTo>
                  <a:pt x="7774257" y="5561918"/>
                </a:moveTo>
                <a:cubicBezTo>
                  <a:pt x="7761360" y="5561918"/>
                  <a:pt x="7754912" y="5574814"/>
                  <a:pt x="7754912" y="5594158"/>
                </a:cubicBezTo>
                <a:cubicBezTo>
                  <a:pt x="7767808" y="5594158"/>
                  <a:pt x="7774257" y="5587710"/>
                  <a:pt x="7774257" y="5561918"/>
                </a:cubicBezTo>
                <a:close/>
                <a:moveTo>
                  <a:pt x="9600691" y="5555468"/>
                </a:moveTo>
                <a:cubicBezTo>
                  <a:pt x="9606090" y="5556433"/>
                  <a:pt x="9610973" y="5558930"/>
                  <a:pt x="9615105" y="5563402"/>
                </a:cubicBezTo>
                <a:lnTo>
                  <a:pt x="9619348" y="5571868"/>
                </a:lnTo>
                <a:lnTo>
                  <a:pt x="9616604" y="5563038"/>
                </a:lnTo>
                <a:cubicBezTo>
                  <a:pt x="9622591" y="5550194"/>
                  <a:pt x="9622591" y="5556616"/>
                  <a:pt x="9634566" y="5563038"/>
                </a:cubicBezTo>
                <a:lnTo>
                  <a:pt x="9623691" y="5580533"/>
                </a:lnTo>
                <a:lnTo>
                  <a:pt x="9625019" y="5583182"/>
                </a:lnTo>
                <a:cubicBezTo>
                  <a:pt x="9587694" y="5607892"/>
                  <a:pt x="9530107" y="5672352"/>
                  <a:pt x="9498114" y="5607892"/>
                </a:cubicBezTo>
                <a:cubicBezTo>
                  <a:pt x="9517310" y="5599029"/>
                  <a:pt x="9568298" y="5549676"/>
                  <a:pt x="9600691" y="5555468"/>
                </a:cubicBezTo>
                <a:close/>
                <a:moveTo>
                  <a:pt x="9649142" y="5541994"/>
                </a:moveTo>
                <a:cubicBezTo>
                  <a:pt x="9656828" y="5541995"/>
                  <a:pt x="9662976" y="5546606"/>
                  <a:pt x="9662976" y="5561978"/>
                </a:cubicBezTo>
                <a:cubicBezTo>
                  <a:pt x="9650679" y="5561978"/>
                  <a:pt x="9632233" y="5568126"/>
                  <a:pt x="9626084" y="5549680"/>
                </a:cubicBezTo>
                <a:cubicBezTo>
                  <a:pt x="9632233" y="5546606"/>
                  <a:pt x="9641456" y="5541994"/>
                  <a:pt x="9649142" y="5541994"/>
                </a:cubicBezTo>
                <a:close/>
                <a:moveTo>
                  <a:pt x="904916" y="5536127"/>
                </a:moveTo>
                <a:cubicBezTo>
                  <a:pt x="904916" y="5555470"/>
                  <a:pt x="911364" y="5561918"/>
                  <a:pt x="924259" y="5561918"/>
                </a:cubicBezTo>
                <a:cubicBezTo>
                  <a:pt x="924259" y="5542574"/>
                  <a:pt x="917812" y="5536127"/>
                  <a:pt x="904916" y="5536127"/>
                </a:cubicBezTo>
                <a:close/>
                <a:moveTo>
                  <a:pt x="20336891" y="5535975"/>
                </a:moveTo>
                <a:cubicBezTo>
                  <a:pt x="20336891" y="5556450"/>
                  <a:pt x="20330903" y="5563275"/>
                  <a:pt x="20318931" y="5563275"/>
                </a:cubicBezTo>
                <a:cubicBezTo>
                  <a:pt x="20318931" y="5542800"/>
                  <a:pt x="20324919" y="5535975"/>
                  <a:pt x="20336891" y="5535975"/>
                </a:cubicBezTo>
                <a:close/>
                <a:moveTo>
                  <a:pt x="20298975" y="5502796"/>
                </a:moveTo>
                <a:cubicBezTo>
                  <a:pt x="20298975" y="5522061"/>
                  <a:pt x="20292987" y="5534905"/>
                  <a:pt x="20281015" y="5534905"/>
                </a:cubicBezTo>
                <a:cubicBezTo>
                  <a:pt x="20281015" y="5515640"/>
                  <a:pt x="20286999" y="5502796"/>
                  <a:pt x="20298975" y="5502796"/>
                </a:cubicBezTo>
                <a:close/>
                <a:moveTo>
                  <a:pt x="18451479" y="5502793"/>
                </a:moveTo>
                <a:cubicBezTo>
                  <a:pt x="18458099" y="5502793"/>
                  <a:pt x="18464723" y="5502793"/>
                  <a:pt x="18471347" y="5502793"/>
                </a:cubicBezTo>
                <a:cubicBezTo>
                  <a:pt x="18491215" y="5509178"/>
                  <a:pt x="18511083" y="5509178"/>
                  <a:pt x="18530951" y="5515562"/>
                </a:cubicBezTo>
                <a:cubicBezTo>
                  <a:pt x="18504459" y="5553868"/>
                  <a:pt x="18471347" y="5509178"/>
                  <a:pt x="18451479" y="5502793"/>
                </a:cubicBezTo>
                <a:close/>
                <a:moveTo>
                  <a:pt x="8200538" y="5493610"/>
                </a:moveTo>
                <a:cubicBezTo>
                  <a:pt x="8182452" y="5491797"/>
                  <a:pt x="8160890" y="5528067"/>
                  <a:pt x="8147187" y="5542574"/>
                </a:cubicBezTo>
                <a:cubicBezTo>
                  <a:pt x="8114946" y="5568366"/>
                  <a:pt x="8082704" y="5568366"/>
                  <a:pt x="8056910" y="5587710"/>
                </a:cubicBezTo>
                <a:cubicBezTo>
                  <a:pt x="8024668" y="5600606"/>
                  <a:pt x="7992426" y="5600606"/>
                  <a:pt x="7960184" y="5631771"/>
                </a:cubicBezTo>
                <a:cubicBezTo>
                  <a:pt x="7934391" y="5657562"/>
                  <a:pt x="7896776" y="5657562"/>
                  <a:pt x="7864534" y="5676906"/>
                </a:cubicBezTo>
                <a:cubicBezTo>
                  <a:pt x="7858086" y="5689802"/>
                  <a:pt x="7845189" y="5689802"/>
                  <a:pt x="7832292" y="5689802"/>
                </a:cubicBezTo>
                <a:cubicBezTo>
                  <a:pt x="7819396" y="5702698"/>
                  <a:pt x="7806498" y="5722041"/>
                  <a:pt x="7793602" y="5728489"/>
                </a:cubicBezTo>
                <a:cubicBezTo>
                  <a:pt x="7761360" y="5734937"/>
                  <a:pt x="7729118" y="5747833"/>
                  <a:pt x="7697951" y="5760729"/>
                </a:cubicBezTo>
                <a:cubicBezTo>
                  <a:pt x="7787154" y="5760729"/>
                  <a:pt x="7883879" y="5696250"/>
                  <a:pt x="7966633" y="5644666"/>
                </a:cubicBezTo>
                <a:cubicBezTo>
                  <a:pt x="8050462" y="5594158"/>
                  <a:pt x="8133216" y="5561918"/>
                  <a:pt x="8217044" y="5510335"/>
                </a:cubicBezTo>
                <a:cubicBezTo>
                  <a:pt x="8212208" y="5499051"/>
                  <a:pt x="8206566" y="5494215"/>
                  <a:pt x="8200538" y="5493610"/>
                </a:cubicBezTo>
                <a:close/>
                <a:moveTo>
                  <a:pt x="7531368" y="5478095"/>
                </a:moveTo>
                <a:cubicBezTo>
                  <a:pt x="7517397" y="5484543"/>
                  <a:pt x="7505575" y="5497439"/>
                  <a:pt x="7486230" y="5503887"/>
                </a:cubicBezTo>
                <a:cubicBezTo>
                  <a:pt x="7466885" y="5523231"/>
                  <a:pt x="7447540" y="5536127"/>
                  <a:pt x="7428194" y="5555470"/>
                </a:cubicBezTo>
                <a:cubicBezTo>
                  <a:pt x="7389504" y="5587710"/>
                  <a:pt x="7357262" y="5625323"/>
                  <a:pt x="7318572" y="5625323"/>
                </a:cubicBezTo>
                <a:cubicBezTo>
                  <a:pt x="7318572" y="5670458"/>
                  <a:pt x="7357262" y="5638219"/>
                  <a:pt x="7370160" y="5625323"/>
                </a:cubicBezTo>
                <a:cubicBezTo>
                  <a:pt x="7428194" y="5594158"/>
                  <a:pt x="7486230" y="5561918"/>
                  <a:pt x="7543190" y="5536127"/>
                </a:cubicBezTo>
                <a:cubicBezTo>
                  <a:pt x="7543190" y="5516783"/>
                  <a:pt x="7536742" y="5497439"/>
                  <a:pt x="7531368" y="5478095"/>
                </a:cubicBezTo>
                <a:close/>
                <a:moveTo>
                  <a:pt x="10653612" y="5469618"/>
                </a:moveTo>
                <a:cubicBezTo>
                  <a:pt x="10653612" y="5488882"/>
                  <a:pt x="10647625" y="5501724"/>
                  <a:pt x="10635650" y="5501724"/>
                </a:cubicBezTo>
                <a:cubicBezTo>
                  <a:pt x="10635650" y="5482461"/>
                  <a:pt x="10641637" y="5469618"/>
                  <a:pt x="10653612" y="5469618"/>
                </a:cubicBezTo>
                <a:close/>
                <a:moveTo>
                  <a:pt x="8890927" y="5465756"/>
                </a:moveTo>
                <a:cubicBezTo>
                  <a:pt x="8893921" y="5466558"/>
                  <a:pt x="8896915" y="5469769"/>
                  <a:pt x="8899908" y="5472980"/>
                </a:cubicBezTo>
                <a:cubicBezTo>
                  <a:pt x="8893921" y="5479401"/>
                  <a:pt x="8893921" y="5479401"/>
                  <a:pt x="8887933" y="5492243"/>
                </a:cubicBezTo>
                <a:cubicBezTo>
                  <a:pt x="8887933" y="5485822"/>
                  <a:pt x="8881946" y="5479401"/>
                  <a:pt x="8881946" y="5472980"/>
                </a:cubicBezTo>
                <a:cubicBezTo>
                  <a:pt x="8884940" y="5466558"/>
                  <a:pt x="8887934" y="5464953"/>
                  <a:pt x="8890927" y="5465756"/>
                </a:cubicBezTo>
                <a:close/>
                <a:moveTo>
                  <a:pt x="8594024" y="5442358"/>
                </a:moveTo>
                <a:lnTo>
                  <a:pt x="8596889" y="5446490"/>
                </a:lnTo>
                <a:cubicBezTo>
                  <a:pt x="8598394" y="5448660"/>
                  <a:pt x="8597391" y="5447213"/>
                  <a:pt x="8595384" y="5444320"/>
                </a:cubicBezTo>
                <a:close/>
                <a:moveTo>
                  <a:pt x="8583343" y="5426959"/>
                </a:moveTo>
                <a:cubicBezTo>
                  <a:pt x="8583343" y="5426959"/>
                  <a:pt x="8585350" y="5429853"/>
                  <a:pt x="8587859" y="5433469"/>
                </a:cubicBezTo>
                <a:lnTo>
                  <a:pt x="8594024" y="5442358"/>
                </a:lnTo>
                <a:lnTo>
                  <a:pt x="8592562" y="5440251"/>
                </a:lnTo>
                <a:cubicBezTo>
                  <a:pt x="8590367" y="5437086"/>
                  <a:pt x="8587357" y="5432746"/>
                  <a:pt x="8583343" y="5426959"/>
                </a:cubicBezTo>
                <a:close/>
                <a:moveTo>
                  <a:pt x="18830935" y="5411343"/>
                </a:moveTo>
                <a:cubicBezTo>
                  <a:pt x="18850931" y="5407556"/>
                  <a:pt x="18872259" y="5434823"/>
                  <a:pt x="18886479" y="5459060"/>
                </a:cubicBezTo>
                <a:cubicBezTo>
                  <a:pt x="18861199" y="5446133"/>
                  <a:pt x="18835923" y="5433207"/>
                  <a:pt x="18811699" y="5426744"/>
                </a:cubicBezTo>
                <a:cubicBezTo>
                  <a:pt x="18817755" y="5417318"/>
                  <a:pt x="18824271" y="5412605"/>
                  <a:pt x="18830935" y="5411343"/>
                </a:cubicBezTo>
                <a:close/>
                <a:moveTo>
                  <a:pt x="18799939" y="5393307"/>
                </a:moveTo>
                <a:cubicBezTo>
                  <a:pt x="18800759" y="5390747"/>
                  <a:pt x="18804039" y="5392454"/>
                  <a:pt x="18810603" y="5395866"/>
                </a:cubicBezTo>
                <a:cubicBezTo>
                  <a:pt x="18810603" y="5401554"/>
                  <a:pt x="18804039" y="5409516"/>
                  <a:pt x="18804039" y="5416341"/>
                </a:cubicBezTo>
                <a:cubicBezTo>
                  <a:pt x="18800759" y="5402691"/>
                  <a:pt x="18799119" y="5395866"/>
                  <a:pt x="18799939" y="5393307"/>
                </a:cubicBezTo>
                <a:close/>
                <a:moveTo>
                  <a:pt x="8700838" y="5384303"/>
                </a:moveTo>
                <a:cubicBezTo>
                  <a:pt x="8700838" y="5402497"/>
                  <a:pt x="8694851" y="5416409"/>
                  <a:pt x="8682876" y="5416409"/>
                </a:cubicBezTo>
                <a:cubicBezTo>
                  <a:pt x="8682876" y="5390724"/>
                  <a:pt x="8688863" y="5384303"/>
                  <a:pt x="8700838" y="5384303"/>
                </a:cubicBezTo>
                <a:close/>
                <a:moveTo>
                  <a:pt x="18245035" y="5365343"/>
                </a:moveTo>
                <a:cubicBezTo>
                  <a:pt x="18248195" y="5371764"/>
                  <a:pt x="18248195" y="5376580"/>
                  <a:pt x="18247403" y="5381396"/>
                </a:cubicBezTo>
                <a:lnTo>
                  <a:pt x="18245399" y="5394978"/>
                </a:lnTo>
                <a:lnTo>
                  <a:pt x="18246615" y="5396535"/>
                </a:lnTo>
                <a:lnTo>
                  <a:pt x="18245043" y="5397380"/>
                </a:lnTo>
                <a:lnTo>
                  <a:pt x="18245035" y="5397449"/>
                </a:lnTo>
                <a:lnTo>
                  <a:pt x="18245003" y="5397403"/>
                </a:lnTo>
                <a:lnTo>
                  <a:pt x="18209751" y="5416376"/>
                </a:lnTo>
                <a:cubicBezTo>
                  <a:pt x="18209751" y="5396535"/>
                  <a:pt x="18216071" y="5384962"/>
                  <a:pt x="18223839" y="5381655"/>
                </a:cubicBezTo>
                <a:lnTo>
                  <a:pt x="18234563" y="5382751"/>
                </a:lnTo>
                <a:close/>
                <a:moveTo>
                  <a:pt x="9586345" y="5365343"/>
                </a:moveTo>
                <a:cubicBezTo>
                  <a:pt x="9591815" y="5371764"/>
                  <a:pt x="9591815" y="5378186"/>
                  <a:pt x="9591815" y="5384607"/>
                </a:cubicBezTo>
                <a:cubicBezTo>
                  <a:pt x="9591815" y="5384607"/>
                  <a:pt x="9586345" y="5391028"/>
                  <a:pt x="9586345" y="5397449"/>
                </a:cubicBezTo>
                <a:cubicBezTo>
                  <a:pt x="9578687" y="5384607"/>
                  <a:pt x="9578687" y="5378186"/>
                  <a:pt x="9586345" y="5365343"/>
                </a:cubicBezTo>
                <a:close/>
                <a:moveTo>
                  <a:pt x="8002180" y="5365343"/>
                </a:moveTo>
                <a:cubicBezTo>
                  <a:pt x="8008744" y="5371764"/>
                  <a:pt x="8008744" y="5378186"/>
                  <a:pt x="8008744" y="5384607"/>
                </a:cubicBezTo>
                <a:cubicBezTo>
                  <a:pt x="8008744" y="5384607"/>
                  <a:pt x="8002180" y="5391028"/>
                  <a:pt x="8002180" y="5397449"/>
                </a:cubicBezTo>
                <a:cubicBezTo>
                  <a:pt x="7995616" y="5384607"/>
                  <a:pt x="7995616" y="5378186"/>
                  <a:pt x="8002180" y="5365343"/>
                </a:cubicBezTo>
                <a:close/>
                <a:moveTo>
                  <a:pt x="9618055" y="5351565"/>
                </a:moveTo>
                <a:cubicBezTo>
                  <a:pt x="9628193" y="5349911"/>
                  <a:pt x="9637672" y="5351565"/>
                  <a:pt x="9643992" y="5361485"/>
                </a:cubicBezTo>
                <a:cubicBezTo>
                  <a:pt x="9625032" y="5368098"/>
                  <a:pt x="9599753" y="5387939"/>
                  <a:pt x="9588167" y="5361485"/>
                </a:cubicBezTo>
                <a:cubicBezTo>
                  <a:pt x="9597120" y="5358178"/>
                  <a:pt x="9607917" y="5353218"/>
                  <a:pt x="9618055" y="5351565"/>
                </a:cubicBezTo>
                <a:close/>
                <a:moveTo>
                  <a:pt x="20116531" y="5351124"/>
                </a:moveTo>
                <a:cubicBezTo>
                  <a:pt x="20128831" y="5357546"/>
                  <a:pt x="20134979" y="5363968"/>
                  <a:pt x="20147275" y="5363968"/>
                </a:cubicBezTo>
                <a:cubicBezTo>
                  <a:pt x="20134979" y="5383233"/>
                  <a:pt x="20122679" y="5370389"/>
                  <a:pt x="20110383" y="5363968"/>
                </a:cubicBezTo>
                <a:cubicBezTo>
                  <a:pt x="20110383" y="5363968"/>
                  <a:pt x="20116531" y="5357546"/>
                  <a:pt x="20116531" y="5351124"/>
                </a:cubicBezTo>
                <a:close/>
                <a:moveTo>
                  <a:pt x="18772783" y="5351124"/>
                </a:moveTo>
                <a:cubicBezTo>
                  <a:pt x="18772783" y="5376811"/>
                  <a:pt x="18766795" y="5383233"/>
                  <a:pt x="18754819" y="5383233"/>
                </a:cubicBezTo>
                <a:cubicBezTo>
                  <a:pt x="18754819" y="5357546"/>
                  <a:pt x="18760807" y="5351124"/>
                  <a:pt x="18772783" y="5351124"/>
                </a:cubicBezTo>
                <a:close/>
                <a:moveTo>
                  <a:pt x="9642129" y="5332164"/>
                </a:moveTo>
                <a:cubicBezTo>
                  <a:pt x="9648693" y="5338313"/>
                  <a:pt x="9648693" y="5344462"/>
                  <a:pt x="9648693" y="5350610"/>
                </a:cubicBezTo>
                <a:cubicBezTo>
                  <a:pt x="9635565" y="5369056"/>
                  <a:pt x="9635565" y="5344462"/>
                  <a:pt x="9642129" y="5332164"/>
                </a:cubicBezTo>
                <a:close/>
                <a:moveTo>
                  <a:pt x="7806498" y="5330868"/>
                </a:moveTo>
                <a:cubicBezTo>
                  <a:pt x="7787154" y="5330868"/>
                  <a:pt x="7761360" y="5369555"/>
                  <a:pt x="7742015" y="5382451"/>
                </a:cubicBezTo>
                <a:cubicBezTo>
                  <a:pt x="7691503" y="5420064"/>
                  <a:pt x="7633468" y="5426512"/>
                  <a:pt x="7581880" y="5445856"/>
                </a:cubicBezTo>
                <a:cubicBezTo>
                  <a:pt x="7588329" y="5471647"/>
                  <a:pt x="7594778" y="5503887"/>
                  <a:pt x="7601226" y="5536127"/>
                </a:cubicBezTo>
                <a:cubicBezTo>
                  <a:pt x="7685054" y="5484543"/>
                  <a:pt x="7761360" y="5432960"/>
                  <a:pt x="7845189" y="5382451"/>
                </a:cubicBezTo>
                <a:cubicBezTo>
                  <a:pt x="7832292" y="5363108"/>
                  <a:pt x="7825844" y="5330868"/>
                  <a:pt x="7806498" y="5330868"/>
                </a:cubicBezTo>
                <a:close/>
                <a:moveTo>
                  <a:pt x="7922569" y="5317972"/>
                </a:moveTo>
                <a:cubicBezTo>
                  <a:pt x="7922569" y="5343764"/>
                  <a:pt x="7927943" y="5350212"/>
                  <a:pt x="7941914" y="5350212"/>
                </a:cubicBezTo>
                <a:cubicBezTo>
                  <a:pt x="7941914" y="5330868"/>
                  <a:pt x="7934391" y="5317972"/>
                  <a:pt x="7922569" y="5317972"/>
                </a:cubicBezTo>
                <a:close/>
                <a:moveTo>
                  <a:pt x="7864534" y="5317972"/>
                </a:moveTo>
                <a:cubicBezTo>
                  <a:pt x="7864534" y="5343764"/>
                  <a:pt x="7870982" y="5350212"/>
                  <a:pt x="7883879" y="5350212"/>
                </a:cubicBezTo>
                <a:cubicBezTo>
                  <a:pt x="7883879" y="5330868"/>
                  <a:pt x="7877430" y="5317972"/>
                  <a:pt x="7864534" y="5317972"/>
                </a:cubicBezTo>
                <a:close/>
                <a:moveTo>
                  <a:pt x="20848783" y="5317945"/>
                </a:moveTo>
                <a:cubicBezTo>
                  <a:pt x="20848783" y="5343630"/>
                  <a:pt x="20842795" y="5350051"/>
                  <a:pt x="20830823" y="5350051"/>
                </a:cubicBezTo>
                <a:cubicBezTo>
                  <a:pt x="20830823" y="5330788"/>
                  <a:pt x="20836811" y="5317945"/>
                  <a:pt x="20848783" y="5317945"/>
                </a:cubicBezTo>
                <a:close/>
                <a:moveTo>
                  <a:pt x="20079639" y="5317945"/>
                </a:moveTo>
                <a:cubicBezTo>
                  <a:pt x="20090911" y="5324366"/>
                  <a:pt x="20097059" y="5330788"/>
                  <a:pt x="20109359" y="5330788"/>
                </a:cubicBezTo>
                <a:cubicBezTo>
                  <a:pt x="20097059" y="5350051"/>
                  <a:pt x="20084763" y="5337209"/>
                  <a:pt x="20072467" y="5330788"/>
                </a:cubicBezTo>
                <a:cubicBezTo>
                  <a:pt x="20079639" y="5330788"/>
                  <a:pt x="20079639" y="5324366"/>
                  <a:pt x="20079639" y="5317945"/>
                </a:cubicBezTo>
                <a:close/>
                <a:moveTo>
                  <a:pt x="18692207" y="5317945"/>
                </a:moveTo>
                <a:cubicBezTo>
                  <a:pt x="18692207" y="5343630"/>
                  <a:pt x="18686219" y="5350051"/>
                  <a:pt x="18674243" y="5350051"/>
                </a:cubicBezTo>
                <a:cubicBezTo>
                  <a:pt x="18674243" y="5330788"/>
                  <a:pt x="18680231" y="5317945"/>
                  <a:pt x="18692207" y="5317945"/>
                </a:cubicBezTo>
                <a:close/>
                <a:moveTo>
                  <a:pt x="9706095" y="5307543"/>
                </a:moveTo>
                <a:cubicBezTo>
                  <a:pt x="9713486" y="5307344"/>
                  <a:pt x="9721181" y="5308538"/>
                  <a:pt x="9729280" y="5311721"/>
                </a:cubicBezTo>
                <a:cubicBezTo>
                  <a:pt x="9703362" y="5324454"/>
                  <a:pt x="9670963" y="5369020"/>
                  <a:pt x="9645045" y="5330821"/>
                </a:cubicBezTo>
                <a:cubicBezTo>
                  <a:pt x="9664484" y="5321271"/>
                  <a:pt x="9683923" y="5308140"/>
                  <a:pt x="9706095" y="5307543"/>
                </a:cubicBezTo>
                <a:close/>
                <a:moveTo>
                  <a:pt x="20810867" y="5284766"/>
                </a:moveTo>
                <a:cubicBezTo>
                  <a:pt x="20810867" y="5310453"/>
                  <a:pt x="20804879" y="5316875"/>
                  <a:pt x="20792907" y="5316875"/>
                </a:cubicBezTo>
                <a:cubicBezTo>
                  <a:pt x="20792907" y="5297610"/>
                  <a:pt x="20798891" y="5284766"/>
                  <a:pt x="20810867" y="5284766"/>
                </a:cubicBezTo>
                <a:close/>
                <a:moveTo>
                  <a:pt x="8102340" y="5284766"/>
                </a:moveTo>
                <a:cubicBezTo>
                  <a:pt x="8108714" y="5297458"/>
                  <a:pt x="8184141" y="5316495"/>
                  <a:pt x="8165018" y="5348224"/>
                </a:cubicBezTo>
                <a:cubicBezTo>
                  <a:pt x="8133148" y="5397933"/>
                  <a:pt x="8083218" y="5354570"/>
                  <a:pt x="8051348" y="5411683"/>
                </a:cubicBezTo>
                <a:cubicBezTo>
                  <a:pt x="8032225" y="5392645"/>
                  <a:pt x="8013103" y="5386299"/>
                  <a:pt x="8000355" y="5360916"/>
                </a:cubicBezTo>
                <a:cubicBezTo>
                  <a:pt x="8025851" y="5360916"/>
                  <a:pt x="8051348" y="5360916"/>
                  <a:pt x="8076844" y="5354570"/>
                </a:cubicBezTo>
                <a:cubicBezTo>
                  <a:pt x="8095966" y="5348224"/>
                  <a:pt x="8095966" y="5316495"/>
                  <a:pt x="8102340" y="5284766"/>
                </a:cubicBezTo>
                <a:close/>
                <a:moveTo>
                  <a:pt x="8584081" y="5279889"/>
                </a:moveTo>
                <a:cubicBezTo>
                  <a:pt x="8559950" y="5281703"/>
                  <a:pt x="8535970" y="5303464"/>
                  <a:pt x="8512595" y="5317972"/>
                </a:cubicBezTo>
                <a:cubicBezTo>
                  <a:pt x="8486801" y="5337316"/>
                  <a:pt x="8454559" y="5350212"/>
                  <a:pt x="8428766" y="5369555"/>
                </a:cubicBezTo>
                <a:cubicBezTo>
                  <a:pt x="8409421" y="5382451"/>
                  <a:pt x="8396524" y="5395347"/>
                  <a:pt x="8390076" y="5414691"/>
                </a:cubicBezTo>
                <a:cubicBezTo>
                  <a:pt x="8370730" y="5400720"/>
                  <a:pt x="8352460" y="5400720"/>
                  <a:pt x="8333115" y="5408243"/>
                </a:cubicBezTo>
                <a:cubicBezTo>
                  <a:pt x="8307322" y="5414691"/>
                  <a:pt x="8275080" y="5432960"/>
                  <a:pt x="8242838" y="5445856"/>
                </a:cubicBezTo>
                <a:cubicBezTo>
                  <a:pt x="8242838" y="5465199"/>
                  <a:pt x="8242838" y="5484543"/>
                  <a:pt x="8242838" y="5503887"/>
                </a:cubicBezTo>
                <a:cubicBezTo>
                  <a:pt x="8307322" y="5465199"/>
                  <a:pt x="8377179" y="5439408"/>
                  <a:pt x="8435214" y="5388899"/>
                </a:cubicBezTo>
                <a:cubicBezTo>
                  <a:pt x="8493249" y="5343764"/>
                  <a:pt x="8550210" y="5317972"/>
                  <a:pt x="8608245" y="5285733"/>
                </a:cubicBezTo>
                <a:cubicBezTo>
                  <a:pt x="8600185" y="5280897"/>
                  <a:pt x="8592124" y="5279285"/>
                  <a:pt x="8584081" y="5279889"/>
                </a:cubicBezTo>
                <a:close/>
                <a:moveTo>
                  <a:pt x="9449896" y="5275286"/>
                </a:moveTo>
                <a:cubicBezTo>
                  <a:pt x="9469312" y="5319740"/>
                  <a:pt x="9495202" y="5307039"/>
                  <a:pt x="9521091" y="5287987"/>
                </a:cubicBezTo>
                <a:cubicBezTo>
                  <a:pt x="9534035" y="5287987"/>
                  <a:pt x="9553452" y="5275286"/>
                  <a:pt x="9566397" y="5294338"/>
                </a:cubicBezTo>
                <a:cubicBezTo>
                  <a:pt x="9572869" y="5313389"/>
                  <a:pt x="9559925" y="5326090"/>
                  <a:pt x="9546980" y="5332441"/>
                </a:cubicBezTo>
                <a:cubicBezTo>
                  <a:pt x="9501674" y="5345142"/>
                  <a:pt x="9456368" y="5357843"/>
                  <a:pt x="9417534" y="5383245"/>
                </a:cubicBezTo>
                <a:cubicBezTo>
                  <a:pt x="9424006" y="5338791"/>
                  <a:pt x="9436951" y="5307039"/>
                  <a:pt x="9449896" y="5275286"/>
                </a:cubicBezTo>
                <a:close/>
                <a:moveTo>
                  <a:pt x="9629789" y="5262125"/>
                </a:moveTo>
                <a:cubicBezTo>
                  <a:pt x="9634512" y="5262605"/>
                  <a:pt x="9639252" y="5265296"/>
                  <a:pt x="9643992" y="5271444"/>
                </a:cubicBezTo>
                <a:cubicBezTo>
                  <a:pt x="9625032" y="5277593"/>
                  <a:pt x="9606073" y="5277593"/>
                  <a:pt x="9588167" y="5283741"/>
                </a:cubicBezTo>
                <a:cubicBezTo>
                  <a:pt x="9601597" y="5279130"/>
                  <a:pt x="9615619" y="5260684"/>
                  <a:pt x="9629789" y="5262125"/>
                </a:cubicBezTo>
                <a:close/>
                <a:moveTo>
                  <a:pt x="18583191" y="5261070"/>
                </a:moveTo>
                <a:cubicBezTo>
                  <a:pt x="18583191" y="5281545"/>
                  <a:pt x="18571215" y="5288370"/>
                  <a:pt x="18565231" y="5288370"/>
                </a:cubicBezTo>
                <a:cubicBezTo>
                  <a:pt x="18565231" y="5267895"/>
                  <a:pt x="18571215" y="5261070"/>
                  <a:pt x="18583191" y="5261070"/>
                </a:cubicBezTo>
                <a:close/>
                <a:moveTo>
                  <a:pt x="8365316" y="5261070"/>
                </a:moveTo>
                <a:cubicBezTo>
                  <a:pt x="8378444" y="5267895"/>
                  <a:pt x="8378444" y="5281545"/>
                  <a:pt x="8365316" y="5288370"/>
                </a:cubicBezTo>
                <a:cubicBezTo>
                  <a:pt x="8365316" y="5281545"/>
                  <a:pt x="8365316" y="5267895"/>
                  <a:pt x="8365316" y="5261070"/>
                </a:cubicBezTo>
                <a:close/>
                <a:moveTo>
                  <a:pt x="19977671" y="5242110"/>
                </a:moveTo>
                <a:cubicBezTo>
                  <a:pt x="20015591" y="5242110"/>
                  <a:pt x="20047187" y="5273894"/>
                  <a:pt x="20071411" y="5305677"/>
                </a:cubicBezTo>
                <a:cubicBezTo>
                  <a:pt x="20040867" y="5331104"/>
                  <a:pt x="20002951" y="5261180"/>
                  <a:pt x="19977671" y="5242110"/>
                </a:cubicBezTo>
                <a:close/>
                <a:moveTo>
                  <a:pt x="9642129" y="5242110"/>
                </a:moveTo>
                <a:cubicBezTo>
                  <a:pt x="9648693" y="5254408"/>
                  <a:pt x="9642129" y="5279002"/>
                  <a:pt x="9635565" y="5260556"/>
                </a:cubicBezTo>
                <a:cubicBezTo>
                  <a:pt x="9635565" y="5254408"/>
                  <a:pt x="9635565" y="5248259"/>
                  <a:pt x="9642129" y="5242110"/>
                </a:cubicBezTo>
                <a:close/>
                <a:moveTo>
                  <a:pt x="8718550" y="5242110"/>
                </a:moveTo>
                <a:cubicBezTo>
                  <a:pt x="8718550" y="5248935"/>
                  <a:pt x="8724537" y="5255760"/>
                  <a:pt x="8724537" y="5262585"/>
                </a:cubicBezTo>
                <a:cubicBezTo>
                  <a:pt x="8718550" y="5269410"/>
                  <a:pt x="8706575" y="5262585"/>
                  <a:pt x="8718550" y="5242110"/>
                </a:cubicBezTo>
                <a:close/>
                <a:moveTo>
                  <a:pt x="18905495" y="5227892"/>
                </a:moveTo>
                <a:cubicBezTo>
                  <a:pt x="18905495" y="5247157"/>
                  <a:pt x="18899507" y="5260001"/>
                  <a:pt x="18887531" y="5260001"/>
                </a:cubicBezTo>
                <a:cubicBezTo>
                  <a:pt x="18887531" y="5240736"/>
                  <a:pt x="18887531" y="5227892"/>
                  <a:pt x="18905495" y="5227892"/>
                </a:cubicBezTo>
                <a:close/>
                <a:moveTo>
                  <a:pt x="18507355" y="5227892"/>
                </a:moveTo>
                <a:cubicBezTo>
                  <a:pt x="18507355" y="5247157"/>
                  <a:pt x="18501367" y="5260001"/>
                  <a:pt x="18489391" y="5260001"/>
                </a:cubicBezTo>
                <a:cubicBezTo>
                  <a:pt x="18489391" y="5240736"/>
                  <a:pt x="18495379" y="5227892"/>
                  <a:pt x="18507355" y="5227892"/>
                </a:cubicBezTo>
                <a:close/>
                <a:moveTo>
                  <a:pt x="9262754" y="5227701"/>
                </a:moveTo>
                <a:cubicBezTo>
                  <a:pt x="9262754" y="5259941"/>
                  <a:pt x="9288548" y="5259941"/>
                  <a:pt x="9301444" y="5259941"/>
                </a:cubicBezTo>
                <a:cubicBezTo>
                  <a:pt x="9301444" y="5221253"/>
                  <a:pt x="9282099" y="5227701"/>
                  <a:pt x="9262754" y="5227701"/>
                </a:cubicBezTo>
                <a:close/>
                <a:moveTo>
                  <a:pt x="8640487" y="5227701"/>
                </a:moveTo>
                <a:cubicBezTo>
                  <a:pt x="8640487" y="5259941"/>
                  <a:pt x="8659832" y="5259941"/>
                  <a:pt x="8679177" y="5259941"/>
                </a:cubicBezTo>
                <a:cubicBezTo>
                  <a:pt x="8679177" y="5221253"/>
                  <a:pt x="8659832" y="5227701"/>
                  <a:pt x="8640487" y="5227701"/>
                </a:cubicBezTo>
                <a:close/>
                <a:moveTo>
                  <a:pt x="8444887" y="5213596"/>
                </a:moveTo>
                <a:cubicBezTo>
                  <a:pt x="8436826" y="5213731"/>
                  <a:pt x="8428766" y="5215343"/>
                  <a:pt x="8422317" y="5221253"/>
                </a:cubicBezTo>
                <a:cubicBezTo>
                  <a:pt x="8409421" y="5227701"/>
                  <a:pt x="8402972" y="5247045"/>
                  <a:pt x="8390076" y="5253493"/>
                </a:cubicBezTo>
                <a:lnTo>
                  <a:pt x="8387050" y="5252196"/>
                </a:lnTo>
                <a:lnTo>
                  <a:pt x="8392755" y="5261374"/>
                </a:lnTo>
                <a:cubicBezTo>
                  <a:pt x="8386768" y="5261374"/>
                  <a:pt x="8380780" y="5267795"/>
                  <a:pt x="8380780" y="5274216"/>
                </a:cubicBezTo>
                <a:cubicBezTo>
                  <a:pt x="8377787" y="5267795"/>
                  <a:pt x="8376290" y="5262979"/>
                  <a:pt x="8376290" y="5258163"/>
                </a:cubicBezTo>
                <a:lnTo>
                  <a:pt x="8378932" y="5248717"/>
                </a:lnTo>
                <a:lnTo>
                  <a:pt x="8367506" y="5243821"/>
                </a:lnTo>
                <a:cubicBezTo>
                  <a:pt x="8361058" y="5238985"/>
                  <a:pt x="8354610" y="5234149"/>
                  <a:pt x="8344937" y="5234149"/>
                </a:cubicBezTo>
                <a:cubicBezTo>
                  <a:pt x="8333115" y="5227701"/>
                  <a:pt x="8320218" y="5227701"/>
                  <a:pt x="8300874" y="5227701"/>
                </a:cubicBezTo>
                <a:cubicBezTo>
                  <a:pt x="8300874" y="5247045"/>
                  <a:pt x="8300874" y="5266389"/>
                  <a:pt x="8300874" y="5285733"/>
                </a:cubicBezTo>
                <a:cubicBezTo>
                  <a:pt x="8313770" y="5285733"/>
                  <a:pt x="8320218" y="5292180"/>
                  <a:pt x="8333115" y="5292180"/>
                </a:cubicBezTo>
                <a:cubicBezTo>
                  <a:pt x="8344937" y="5298628"/>
                  <a:pt x="8357834" y="5311524"/>
                  <a:pt x="8370730" y="5298628"/>
                </a:cubicBezTo>
                <a:cubicBezTo>
                  <a:pt x="8409421" y="5285733"/>
                  <a:pt x="8441663" y="5259941"/>
                  <a:pt x="8467456" y="5214805"/>
                </a:cubicBezTo>
                <a:cubicBezTo>
                  <a:pt x="8461008" y="5214805"/>
                  <a:pt x="8452947" y="5213462"/>
                  <a:pt x="8444887" y="5213596"/>
                </a:cubicBezTo>
                <a:close/>
                <a:moveTo>
                  <a:pt x="9340135" y="5195462"/>
                </a:moveTo>
                <a:cubicBezTo>
                  <a:pt x="9340135" y="5214805"/>
                  <a:pt x="9346583" y="5227701"/>
                  <a:pt x="9359480" y="5227701"/>
                </a:cubicBezTo>
                <a:cubicBezTo>
                  <a:pt x="9359480" y="5202984"/>
                  <a:pt x="9353031" y="5195462"/>
                  <a:pt x="9340135" y="5195462"/>
                </a:cubicBezTo>
                <a:close/>
                <a:moveTo>
                  <a:pt x="8768815" y="5195360"/>
                </a:moveTo>
                <a:cubicBezTo>
                  <a:pt x="8788396" y="5202901"/>
                  <a:pt x="8814504" y="5227677"/>
                  <a:pt x="8814504" y="5259993"/>
                </a:cubicBezTo>
                <a:cubicBezTo>
                  <a:pt x="8794923" y="5259993"/>
                  <a:pt x="8775342" y="5259993"/>
                  <a:pt x="8755761" y="5259993"/>
                </a:cubicBezTo>
                <a:cubicBezTo>
                  <a:pt x="8755761" y="5240603"/>
                  <a:pt x="8749234" y="5189974"/>
                  <a:pt x="8768815" y="5195360"/>
                </a:cubicBezTo>
                <a:close/>
                <a:moveTo>
                  <a:pt x="19166179" y="5194713"/>
                </a:moveTo>
                <a:cubicBezTo>
                  <a:pt x="19166179" y="5213977"/>
                  <a:pt x="19160191" y="5226819"/>
                  <a:pt x="19148219" y="5226819"/>
                </a:cubicBezTo>
                <a:cubicBezTo>
                  <a:pt x="19148219" y="5202205"/>
                  <a:pt x="19154207" y="5194713"/>
                  <a:pt x="19166179" y="5194713"/>
                </a:cubicBezTo>
                <a:close/>
                <a:moveTo>
                  <a:pt x="8876071" y="5194713"/>
                </a:moveTo>
                <a:cubicBezTo>
                  <a:pt x="8876071" y="5213977"/>
                  <a:pt x="8869246" y="5226819"/>
                  <a:pt x="8848771" y="5226819"/>
                </a:cubicBezTo>
                <a:cubicBezTo>
                  <a:pt x="8848771" y="5202205"/>
                  <a:pt x="8855596" y="5194713"/>
                  <a:pt x="8876071" y="5194713"/>
                </a:cubicBezTo>
                <a:close/>
                <a:moveTo>
                  <a:pt x="8175723" y="5194713"/>
                </a:moveTo>
                <a:cubicBezTo>
                  <a:pt x="8187698" y="5194713"/>
                  <a:pt x="8193685" y="5202205"/>
                  <a:pt x="8193685" y="5226819"/>
                </a:cubicBezTo>
                <a:cubicBezTo>
                  <a:pt x="8181710" y="5226819"/>
                  <a:pt x="8175723" y="5213977"/>
                  <a:pt x="8175723" y="5194713"/>
                </a:cubicBezTo>
                <a:close/>
                <a:moveTo>
                  <a:pt x="20714899" y="5166276"/>
                </a:moveTo>
                <a:cubicBezTo>
                  <a:pt x="20714899" y="5192819"/>
                  <a:pt x="20720823" y="5231528"/>
                  <a:pt x="20698115" y="5231528"/>
                </a:cubicBezTo>
                <a:cubicBezTo>
                  <a:pt x="20698115" y="5206091"/>
                  <a:pt x="20698115" y="5166276"/>
                  <a:pt x="20714899" y="5166276"/>
                </a:cubicBezTo>
                <a:close/>
                <a:moveTo>
                  <a:pt x="9875939" y="5166276"/>
                </a:moveTo>
                <a:cubicBezTo>
                  <a:pt x="9875939" y="5179547"/>
                  <a:pt x="9875939" y="5186182"/>
                  <a:pt x="9875939" y="5198346"/>
                </a:cubicBezTo>
                <a:cubicBezTo>
                  <a:pt x="9867813" y="5192817"/>
                  <a:pt x="9867813" y="5179547"/>
                  <a:pt x="9875939" y="5166276"/>
                </a:cubicBezTo>
                <a:close/>
                <a:moveTo>
                  <a:pt x="8486801" y="5164297"/>
                </a:moveTo>
                <a:cubicBezTo>
                  <a:pt x="8486801" y="5190088"/>
                  <a:pt x="8499698" y="5195462"/>
                  <a:pt x="8506146" y="5195462"/>
                </a:cubicBezTo>
                <a:cubicBezTo>
                  <a:pt x="8506146" y="5177193"/>
                  <a:pt x="8499698" y="5164297"/>
                  <a:pt x="8486801" y="5164297"/>
                </a:cubicBezTo>
                <a:close/>
                <a:moveTo>
                  <a:pt x="9707680" y="5150309"/>
                </a:moveTo>
                <a:cubicBezTo>
                  <a:pt x="9708696" y="5148812"/>
                  <a:pt x="9710727" y="5150309"/>
                  <a:pt x="9714790" y="5153303"/>
                </a:cubicBezTo>
                <a:cubicBezTo>
                  <a:pt x="9714790" y="5153303"/>
                  <a:pt x="9706664" y="5159290"/>
                  <a:pt x="9706664" y="5165277"/>
                </a:cubicBezTo>
                <a:cubicBezTo>
                  <a:pt x="9706664" y="5156296"/>
                  <a:pt x="9706664" y="5151806"/>
                  <a:pt x="9707680" y="5150309"/>
                </a:cubicBezTo>
                <a:close/>
                <a:moveTo>
                  <a:pt x="19071331" y="5133097"/>
                </a:moveTo>
                <a:cubicBezTo>
                  <a:pt x="19071331" y="5152362"/>
                  <a:pt x="19065011" y="5165206"/>
                  <a:pt x="19053423" y="5165206"/>
                </a:cubicBezTo>
                <a:cubicBezTo>
                  <a:pt x="19053423" y="5145941"/>
                  <a:pt x="19058691" y="5133097"/>
                  <a:pt x="19071331" y="5133097"/>
                </a:cubicBezTo>
                <a:close/>
                <a:moveTo>
                  <a:pt x="18355683" y="5133097"/>
                </a:moveTo>
                <a:cubicBezTo>
                  <a:pt x="18355683" y="5158784"/>
                  <a:pt x="18349695" y="5165206"/>
                  <a:pt x="18337723" y="5165206"/>
                </a:cubicBezTo>
                <a:cubicBezTo>
                  <a:pt x="18337723" y="5145941"/>
                  <a:pt x="18343711" y="5133097"/>
                  <a:pt x="18355683" y="5133097"/>
                </a:cubicBezTo>
                <a:close/>
                <a:moveTo>
                  <a:pt x="17848535" y="5133094"/>
                </a:moveTo>
                <a:cubicBezTo>
                  <a:pt x="17848535" y="5159637"/>
                  <a:pt x="17848535" y="5198346"/>
                  <a:pt x="17830571" y="5198346"/>
                </a:cubicBezTo>
                <a:cubicBezTo>
                  <a:pt x="17830571" y="5172909"/>
                  <a:pt x="17830571" y="5133094"/>
                  <a:pt x="17848535" y="5133094"/>
                </a:cubicBezTo>
                <a:close/>
                <a:moveTo>
                  <a:pt x="8530865" y="5132057"/>
                </a:moveTo>
                <a:cubicBezTo>
                  <a:pt x="8530865" y="5170745"/>
                  <a:pt x="8550210" y="5164297"/>
                  <a:pt x="8563107" y="5164297"/>
                </a:cubicBezTo>
                <a:cubicBezTo>
                  <a:pt x="8563107" y="5132057"/>
                  <a:pt x="8543762" y="5132057"/>
                  <a:pt x="8530865" y="5132057"/>
                </a:cubicBezTo>
                <a:close/>
                <a:moveTo>
                  <a:pt x="10132162" y="5118878"/>
                </a:moveTo>
                <a:cubicBezTo>
                  <a:pt x="10022145" y="5177177"/>
                  <a:pt x="9913206" y="5247351"/>
                  <a:pt x="9803189" y="5312127"/>
                </a:cubicBezTo>
                <a:cubicBezTo>
                  <a:pt x="9798335" y="5268403"/>
                  <a:pt x="9811683" y="5224679"/>
                  <a:pt x="9832311" y="5205550"/>
                </a:cubicBezTo>
                <a:lnTo>
                  <a:pt x="9854815" y="5195595"/>
                </a:lnTo>
                <a:lnTo>
                  <a:pt x="9853592" y="5193658"/>
                </a:lnTo>
                <a:cubicBezTo>
                  <a:pt x="9859579" y="5188392"/>
                  <a:pt x="9859579" y="5188392"/>
                  <a:pt x="9859579" y="5182073"/>
                </a:cubicBezTo>
                <a:cubicBezTo>
                  <a:pt x="9865567" y="5178913"/>
                  <a:pt x="9867064" y="5186549"/>
                  <a:pt x="9867064" y="5194975"/>
                </a:cubicBezTo>
                <a:lnTo>
                  <a:pt x="9866331" y="5206713"/>
                </a:lnTo>
                <a:lnTo>
                  <a:pt x="9867640" y="5208000"/>
                </a:lnTo>
                <a:cubicBezTo>
                  <a:pt x="9898342" y="5227159"/>
                  <a:pt x="9935857" y="5181225"/>
                  <a:pt x="9958507" y="5164221"/>
                </a:cubicBezTo>
                <a:cubicBezTo>
                  <a:pt x="10015673" y="5131833"/>
                  <a:pt x="10073918" y="5131833"/>
                  <a:pt x="10132162" y="5118878"/>
                </a:cubicBezTo>
                <a:close/>
                <a:moveTo>
                  <a:pt x="19597495" y="5099918"/>
                </a:moveTo>
                <a:cubicBezTo>
                  <a:pt x="19597495" y="5125603"/>
                  <a:pt x="19591507" y="5132024"/>
                  <a:pt x="19579535" y="5132024"/>
                </a:cubicBezTo>
                <a:cubicBezTo>
                  <a:pt x="19579535" y="5112761"/>
                  <a:pt x="19585523" y="5099918"/>
                  <a:pt x="19597495" y="5099918"/>
                </a:cubicBezTo>
                <a:close/>
                <a:moveTo>
                  <a:pt x="17810559" y="5099918"/>
                </a:moveTo>
                <a:cubicBezTo>
                  <a:pt x="17810559" y="5125603"/>
                  <a:pt x="17805295" y="5132024"/>
                  <a:pt x="17792655" y="5132024"/>
                </a:cubicBezTo>
                <a:cubicBezTo>
                  <a:pt x="17792655" y="5112761"/>
                  <a:pt x="17798975" y="5099918"/>
                  <a:pt x="17810559" y="5099918"/>
                </a:cubicBezTo>
                <a:close/>
                <a:moveTo>
                  <a:pt x="9894469" y="5094662"/>
                </a:moveTo>
                <a:cubicBezTo>
                  <a:pt x="9907276" y="5093952"/>
                  <a:pt x="9920184" y="5095575"/>
                  <a:pt x="9933092" y="5100447"/>
                </a:cubicBezTo>
                <a:cubicBezTo>
                  <a:pt x="9907276" y="5119932"/>
                  <a:pt x="9875006" y="5126427"/>
                  <a:pt x="9855643" y="5165398"/>
                </a:cubicBezTo>
                <a:cubicBezTo>
                  <a:pt x="9797557" y="5191378"/>
                  <a:pt x="9740545" y="5229266"/>
                  <a:pt x="9682459" y="5248752"/>
                </a:cubicBezTo>
                <a:cubicBezTo>
                  <a:pt x="9669551" y="5248752"/>
                  <a:pt x="9650188" y="5255247"/>
                  <a:pt x="9643734" y="5242257"/>
                </a:cubicBezTo>
                <a:cubicBezTo>
                  <a:pt x="9630826" y="5222771"/>
                  <a:pt x="9650188" y="5191378"/>
                  <a:pt x="9656642" y="5184883"/>
                </a:cubicBezTo>
                <a:cubicBezTo>
                  <a:pt x="9676005" y="5178388"/>
                  <a:pt x="9695367" y="5184883"/>
                  <a:pt x="9714729" y="5178388"/>
                </a:cubicBezTo>
                <a:cubicBezTo>
                  <a:pt x="9740545" y="5171893"/>
                  <a:pt x="9766362" y="5152407"/>
                  <a:pt x="9784648" y="5139417"/>
                </a:cubicBezTo>
                <a:cubicBezTo>
                  <a:pt x="9818533" y="5119932"/>
                  <a:pt x="9856047" y="5096793"/>
                  <a:pt x="9894469" y="5094662"/>
                </a:cubicBezTo>
                <a:close/>
                <a:moveTo>
                  <a:pt x="10170157" y="5076219"/>
                </a:moveTo>
                <a:cubicBezTo>
                  <a:pt x="10170157" y="5096694"/>
                  <a:pt x="10164170" y="5103519"/>
                  <a:pt x="10152195" y="5103519"/>
                </a:cubicBezTo>
                <a:cubicBezTo>
                  <a:pt x="10152195" y="5083044"/>
                  <a:pt x="10158182" y="5076219"/>
                  <a:pt x="10170157" y="5076219"/>
                </a:cubicBezTo>
                <a:close/>
                <a:moveTo>
                  <a:pt x="8640487" y="5074026"/>
                </a:moveTo>
                <a:cubicBezTo>
                  <a:pt x="8634039" y="5106266"/>
                  <a:pt x="8627590" y="5138505"/>
                  <a:pt x="8621142" y="5164297"/>
                </a:cubicBezTo>
                <a:cubicBezTo>
                  <a:pt x="8653384" y="5151401"/>
                  <a:pt x="8685626" y="5132057"/>
                  <a:pt x="8717867" y="5119161"/>
                </a:cubicBezTo>
                <a:cubicBezTo>
                  <a:pt x="8692074" y="5099818"/>
                  <a:pt x="8666281" y="5086922"/>
                  <a:pt x="8640487" y="5074026"/>
                </a:cubicBezTo>
                <a:close/>
                <a:moveTo>
                  <a:pt x="8454559" y="5074026"/>
                </a:moveTo>
                <a:cubicBezTo>
                  <a:pt x="8454559" y="5093370"/>
                  <a:pt x="8461008" y="5099818"/>
                  <a:pt x="8473904" y="5099818"/>
                </a:cubicBezTo>
                <a:cubicBezTo>
                  <a:pt x="8473904" y="5080474"/>
                  <a:pt x="8467456" y="5074026"/>
                  <a:pt x="8454559" y="5074026"/>
                </a:cubicBezTo>
                <a:close/>
                <a:moveTo>
                  <a:pt x="19004927" y="5073353"/>
                </a:moveTo>
                <a:cubicBezTo>
                  <a:pt x="19004927" y="5113034"/>
                  <a:pt x="18978471" y="5099807"/>
                  <a:pt x="18958631" y="5099807"/>
                </a:cubicBezTo>
                <a:cubicBezTo>
                  <a:pt x="18958631" y="5066739"/>
                  <a:pt x="18985087" y="5073353"/>
                  <a:pt x="19004927" y="5073353"/>
                </a:cubicBezTo>
                <a:close/>
                <a:moveTo>
                  <a:pt x="564229" y="5054682"/>
                </a:moveTo>
                <a:cubicBezTo>
                  <a:pt x="557782" y="5067578"/>
                  <a:pt x="557782" y="5080474"/>
                  <a:pt x="564229" y="5086922"/>
                </a:cubicBezTo>
                <a:cubicBezTo>
                  <a:pt x="596471" y="5099818"/>
                  <a:pt x="628715" y="5106266"/>
                  <a:pt x="660959" y="5119161"/>
                </a:cubicBezTo>
                <a:cubicBezTo>
                  <a:pt x="636772" y="5104654"/>
                  <a:pt x="608966" y="5101027"/>
                  <a:pt x="585687" y="5081078"/>
                </a:cubicBezTo>
                <a:lnTo>
                  <a:pt x="579117" y="5072998"/>
                </a:lnTo>
                <a:lnTo>
                  <a:pt x="564732" y="5072998"/>
                </a:lnTo>
                <a:lnTo>
                  <a:pt x="567180" y="5058312"/>
                </a:lnTo>
                <a:close/>
                <a:moveTo>
                  <a:pt x="10246302" y="5014603"/>
                </a:moveTo>
                <a:cubicBezTo>
                  <a:pt x="10258712" y="5020808"/>
                  <a:pt x="10258712" y="5051832"/>
                  <a:pt x="10264917" y="5070447"/>
                </a:cubicBezTo>
                <a:cubicBezTo>
                  <a:pt x="10246302" y="5070447"/>
                  <a:pt x="10227688" y="5070447"/>
                  <a:pt x="10209073" y="5070447"/>
                </a:cubicBezTo>
                <a:cubicBezTo>
                  <a:pt x="10209073" y="5045628"/>
                  <a:pt x="10227688" y="5014603"/>
                  <a:pt x="10246302" y="5014603"/>
                </a:cubicBezTo>
                <a:close/>
                <a:moveTo>
                  <a:pt x="19470519" y="5009861"/>
                </a:moveTo>
                <a:cubicBezTo>
                  <a:pt x="19482819" y="5016010"/>
                  <a:pt x="19495115" y="5022159"/>
                  <a:pt x="19507411" y="5028307"/>
                </a:cubicBezTo>
                <a:cubicBezTo>
                  <a:pt x="19495115" y="5040605"/>
                  <a:pt x="19470519" y="5046753"/>
                  <a:pt x="19470519" y="5009861"/>
                </a:cubicBezTo>
                <a:close/>
                <a:moveTo>
                  <a:pt x="756601" y="5009547"/>
                </a:moveTo>
                <a:cubicBezTo>
                  <a:pt x="756601" y="5028891"/>
                  <a:pt x="763047" y="5041786"/>
                  <a:pt x="775945" y="5041786"/>
                </a:cubicBezTo>
                <a:cubicBezTo>
                  <a:pt x="775945" y="5022443"/>
                  <a:pt x="769495" y="5009547"/>
                  <a:pt x="756601" y="5009547"/>
                </a:cubicBezTo>
                <a:close/>
                <a:moveTo>
                  <a:pt x="20526483" y="4986166"/>
                </a:moveTo>
                <a:cubicBezTo>
                  <a:pt x="20526483" y="5003938"/>
                  <a:pt x="20520495" y="5008875"/>
                  <a:pt x="20508519" y="5008875"/>
                </a:cubicBezTo>
                <a:cubicBezTo>
                  <a:pt x="20508519" y="4991103"/>
                  <a:pt x="20514507" y="4986166"/>
                  <a:pt x="20526483" y="4986166"/>
                </a:cubicBezTo>
                <a:close/>
                <a:moveTo>
                  <a:pt x="10620430" y="4986166"/>
                </a:moveTo>
                <a:cubicBezTo>
                  <a:pt x="10620430" y="5003938"/>
                  <a:pt x="10609453" y="5008875"/>
                  <a:pt x="10602468" y="5008875"/>
                </a:cubicBezTo>
                <a:cubicBezTo>
                  <a:pt x="10602468" y="4991103"/>
                  <a:pt x="10609453" y="4986166"/>
                  <a:pt x="10620430" y="4986166"/>
                </a:cubicBezTo>
                <a:close/>
                <a:moveTo>
                  <a:pt x="18511955" y="4986163"/>
                </a:moveTo>
                <a:cubicBezTo>
                  <a:pt x="18511955" y="5005123"/>
                  <a:pt x="18511955" y="5041988"/>
                  <a:pt x="18491479" y="5041988"/>
                </a:cubicBezTo>
                <a:cubicBezTo>
                  <a:pt x="18491479" y="5016709"/>
                  <a:pt x="18484655" y="4986163"/>
                  <a:pt x="18511955" y="4986163"/>
                </a:cubicBezTo>
                <a:close/>
                <a:moveTo>
                  <a:pt x="10471575" y="4953900"/>
                </a:moveTo>
                <a:cubicBezTo>
                  <a:pt x="10484820" y="4954708"/>
                  <a:pt x="10498065" y="4957940"/>
                  <a:pt x="10511311" y="4967634"/>
                </a:cubicBezTo>
                <a:cubicBezTo>
                  <a:pt x="10484820" y="4980560"/>
                  <a:pt x="10445084" y="5018261"/>
                  <a:pt x="10431839" y="4954708"/>
                </a:cubicBezTo>
                <a:cubicBezTo>
                  <a:pt x="10445085" y="4954708"/>
                  <a:pt x="10458330" y="4953092"/>
                  <a:pt x="10471575" y="4953900"/>
                </a:cubicBezTo>
                <a:close/>
                <a:moveTo>
                  <a:pt x="20071411" y="4952987"/>
                </a:moveTo>
                <a:cubicBezTo>
                  <a:pt x="20071411" y="4972252"/>
                  <a:pt x="20066147" y="4985096"/>
                  <a:pt x="20053507" y="4985096"/>
                </a:cubicBezTo>
                <a:cubicBezTo>
                  <a:pt x="20053507" y="4959409"/>
                  <a:pt x="20059827" y="4952987"/>
                  <a:pt x="20071411" y="4952987"/>
                </a:cubicBezTo>
                <a:close/>
                <a:moveTo>
                  <a:pt x="10507348" y="4939596"/>
                </a:moveTo>
                <a:lnTo>
                  <a:pt x="10498199" y="4951959"/>
                </a:lnTo>
                <a:cubicBezTo>
                  <a:pt x="10498199" y="4951959"/>
                  <a:pt x="10502038" y="4946771"/>
                  <a:pt x="10505397" y="4942232"/>
                </a:cubicBezTo>
                <a:close/>
                <a:moveTo>
                  <a:pt x="9030624" y="4938515"/>
                </a:moveTo>
                <a:cubicBezTo>
                  <a:pt x="9032869" y="4938515"/>
                  <a:pt x="9034366" y="4943005"/>
                  <a:pt x="9037359" y="4951986"/>
                </a:cubicBezTo>
                <a:cubicBezTo>
                  <a:pt x="9031372" y="4951986"/>
                  <a:pt x="9025384" y="4951986"/>
                  <a:pt x="9019397" y="4951986"/>
                </a:cubicBezTo>
                <a:cubicBezTo>
                  <a:pt x="9025385" y="4943005"/>
                  <a:pt x="9028378" y="4938515"/>
                  <a:pt x="9030624" y="4938515"/>
                </a:cubicBezTo>
                <a:close/>
                <a:moveTo>
                  <a:pt x="10509716" y="4936395"/>
                </a:moveTo>
                <a:cubicBezTo>
                  <a:pt x="10510676" y="4935098"/>
                  <a:pt x="10510436" y="4935423"/>
                  <a:pt x="10509536" y="4936639"/>
                </a:cubicBezTo>
                <a:lnTo>
                  <a:pt x="10507348" y="4939596"/>
                </a:lnTo>
                <a:close/>
                <a:moveTo>
                  <a:pt x="20469607" y="4919808"/>
                </a:moveTo>
                <a:cubicBezTo>
                  <a:pt x="20469607" y="4939072"/>
                  <a:pt x="20463619" y="4951914"/>
                  <a:pt x="20451647" y="4951914"/>
                </a:cubicBezTo>
                <a:cubicBezTo>
                  <a:pt x="20451647" y="4926229"/>
                  <a:pt x="20457631" y="4919808"/>
                  <a:pt x="20469607" y="4919808"/>
                </a:cubicBezTo>
                <a:close/>
                <a:moveTo>
                  <a:pt x="20033551" y="4919808"/>
                </a:moveTo>
                <a:cubicBezTo>
                  <a:pt x="20033551" y="4939072"/>
                  <a:pt x="20027563" y="4951914"/>
                  <a:pt x="20015587" y="4951914"/>
                </a:cubicBezTo>
                <a:cubicBezTo>
                  <a:pt x="20015587" y="4932651"/>
                  <a:pt x="20021575" y="4919808"/>
                  <a:pt x="20033551" y="4919808"/>
                </a:cubicBezTo>
                <a:close/>
                <a:moveTo>
                  <a:pt x="19318851" y="4919808"/>
                </a:moveTo>
                <a:cubicBezTo>
                  <a:pt x="19331147" y="4919808"/>
                  <a:pt x="19343447" y="4925957"/>
                  <a:pt x="19355743" y="4938254"/>
                </a:cubicBezTo>
                <a:cubicBezTo>
                  <a:pt x="19343447" y="4956700"/>
                  <a:pt x="19318851" y="4950552"/>
                  <a:pt x="19318851" y="4919808"/>
                </a:cubicBezTo>
                <a:close/>
                <a:moveTo>
                  <a:pt x="18811699" y="4919808"/>
                </a:moveTo>
                <a:cubicBezTo>
                  <a:pt x="18817623" y="4926335"/>
                  <a:pt x="18829471" y="4939389"/>
                  <a:pt x="18834407" y="4945916"/>
                </a:cubicBezTo>
                <a:cubicBezTo>
                  <a:pt x="18829471" y="4952443"/>
                  <a:pt x="18817623" y="4972024"/>
                  <a:pt x="18811699" y="4985078"/>
                </a:cubicBezTo>
                <a:cubicBezTo>
                  <a:pt x="18811699" y="4958970"/>
                  <a:pt x="18811699" y="4939389"/>
                  <a:pt x="18811699" y="4919808"/>
                </a:cubicBezTo>
                <a:close/>
                <a:moveTo>
                  <a:pt x="10360246" y="4911208"/>
                </a:moveTo>
                <a:cubicBezTo>
                  <a:pt x="10363240" y="4912011"/>
                  <a:pt x="10366234" y="4915222"/>
                  <a:pt x="10369227" y="4918433"/>
                </a:cubicBezTo>
                <a:cubicBezTo>
                  <a:pt x="10363240" y="4918433"/>
                  <a:pt x="10357252" y="4924854"/>
                  <a:pt x="10357252" y="4937698"/>
                </a:cubicBezTo>
                <a:cubicBezTo>
                  <a:pt x="10357252" y="4924854"/>
                  <a:pt x="10351265" y="4918433"/>
                  <a:pt x="10351265" y="4918433"/>
                </a:cubicBezTo>
                <a:cubicBezTo>
                  <a:pt x="10354259" y="4912011"/>
                  <a:pt x="10357252" y="4910406"/>
                  <a:pt x="10360246" y="4911208"/>
                </a:cubicBezTo>
                <a:close/>
                <a:moveTo>
                  <a:pt x="8774828" y="4907455"/>
                </a:moveTo>
                <a:cubicBezTo>
                  <a:pt x="8768380" y="4920351"/>
                  <a:pt x="8763006" y="4933247"/>
                  <a:pt x="8755483" y="4952590"/>
                </a:cubicBezTo>
                <a:cubicBezTo>
                  <a:pt x="8768380" y="4952590"/>
                  <a:pt x="8781276" y="4952590"/>
                  <a:pt x="8794173" y="4952590"/>
                </a:cubicBezTo>
                <a:cubicBezTo>
                  <a:pt x="8787725" y="4933247"/>
                  <a:pt x="8781276" y="4920351"/>
                  <a:pt x="8774828" y="4907455"/>
                </a:cubicBezTo>
                <a:close/>
                <a:moveTo>
                  <a:pt x="10303105" y="4893974"/>
                </a:moveTo>
                <a:cubicBezTo>
                  <a:pt x="10310996" y="4895284"/>
                  <a:pt x="10316662" y="4901736"/>
                  <a:pt x="10318280" y="4916251"/>
                </a:cubicBezTo>
                <a:cubicBezTo>
                  <a:pt x="10331229" y="4987216"/>
                  <a:pt x="10195265" y="5000119"/>
                  <a:pt x="10170446" y="5011947"/>
                </a:cubicBezTo>
                <a:cubicBezTo>
                  <a:pt x="10099227" y="5037752"/>
                  <a:pt x="10028007" y="5063558"/>
                  <a:pt x="9957867" y="5089363"/>
                </a:cubicBezTo>
                <a:cubicBezTo>
                  <a:pt x="9977290" y="5063558"/>
                  <a:pt x="9996714" y="5044203"/>
                  <a:pt x="10015058" y="5044203"/>
                </a:cubicBezTo>
                <a:cubicBezTo>
                  <a:pt x="10086278" y="5011947"/>
                  <a:pt x="10151022" y="4980765"/>
                  <a:pt x="10221163" y="4942057"/>
                </a:cubicBezTo>
                <a:cubicBezTo>
                  <a:pt x="10235730" y="4932380"/>
                  <a:pt x="10279433" y="4890043"/>
                  <a:pt x="10303105" y="4893974"/>
                </a:cubicBezTo>
                <a:close/>
                <a:moveTo>
                  <a:pt x="18749055" y="4888505"/>
                </a:moveTo>
                <a:cubicBezTo>
                  <a:pt x="18749055" y="4928186"/>
                  <a:pt x="18730611" y="4921572"/>
                  <a:pt x="18712163" y="4921572"/>
                </a:cubicBezTo>
                <a:cubicBezTo>
                  <a:pt x="18712163" y="4881891"/>
                  <a:pt x="18736759" y="4888505"/>
                  <a:pt x="18749055" y="4888505"/>
                </a:cubicBezTo>
                <a:close/>
                <a:moveTo>
                  <a:pt x="18673219" y="4888505"/>
                </a:moveTo>
                <a:cubicBezTo>
                  <a:pt x="18673219" y="4928186"/>
                  <a:pt x="18654771" y="4921572"/>
                  <a:pt x="18636327" y="4921572"/>
                </a:cubicBezTo>
                <a:cubicBezTo>
                  <a:pt x="18636327" y="4881891"/>
                  <a:pt x="18660919" y="4888505"/>
                  <a:pt x="18673219" y="4888505"/>
                </a:cubicBezTo>
                <a:close/>
                <a:moveTo>
                  <a:pt x="10319911" y="4867669"/>
                </a:moveTo>
                <a:cubicBezTo>
                  <a:pt x="10326473" y="4879967"/>
                  <a:pt x="10326473" y="4892264"/>
                  <a:pt x="10319911" y="4904561"/>
                </a:cubicBezTo>
                <a:cubicBezTo>
                  <a:pt x="10319911" y="4898413"/>
                  <a:pt x="10319911" y="4892264"/>
                  <a:pt x="10313348" y="4886115"/>
                </a:cubicBezTo>
                <a:cubicBezTo>
                  <a:pt x="10313348" y="4879967"/>
                  <a:pt x="10319911" y="4873818"/>
                  <a:pt x="10319911" y="4867669"/>
                </a:cubicBezTo>
                <a:close/>
                <a:moveTo>
                  <a:pt x="17791655" y="4858192"/>
                </a:moveTo>
                <a:cubicBezTo>
                  <a:pt x="17791655" y="4883879"/>
                  <a:pt x="17785667" y="4890301"/>
                  <a:pt x="17773695" y="4890301"/>
                </a:cubicBezTo>
                <a:cubicBezTo>
                  <a:pt x="17773695" y="4871036"/>
                  <a:pt x="17779683" y="4858192"/>
                  <a:pt x="17791655" y="4858192"/>
                </a:cubicBezTo>
                <a:close/>
                <a:moveTo>
                  <a:pt x="10473929" y="4849945"/>
                </a:moveTo>
                <a:cubicBezTo>
                  <a:pt x="10477341" y="4850798"/>
                  <a:pt x="10480754" y="4854211"/>
                  <a:pt x="10487579" y="4857623"/>
                </a:cubicBezTo>
                <a:cubicBezTo>
                  <a:pt x="10473929" y="4864448"/>
                  <a:pt x="10473929" y="4871273"/>
                  <a:pt x="10460279" y="4857623"/>
                </a:cubicBezTo>
                <a:cubicBezTo>
                  <a:pt x="10467104" y="4850798"/>
                  <a:pt x="10470516" y="4849092"/>
                  <a:pt x="10473929" y="4849945"/>
                </a:cubicBezTo>
                <a:close/>
                <a:moveTo>
                  <a:pt x="10433287" y="4848262"/>
                </a:moveTo>
                <a:cubicBezTo>
                  <a:pt x="10446584" y="4847453"/>
                  <a:pt x="10459224" y="4850692"/>
                  <a:pt x="10468703" y="4866891"/>
                </a:cubicBezTo>
                <a:cubicBezTo>
                  <a:pt x="10443424" y="4886330"/>
                  <a:pt x="10418146" y="4899289"/>
                  <a:pt x="10393921" y="4918728"/>
                </a:cubicBezTo>
                <a:cubicBezTo>
                  <a:pt x="10393921" y="4899289"/>
                  <a:pt x="10393921" y="4873371"/>
                  <a:pt x="10393921" y="4853932"/>
                </a:cubicBezTo>
                <a:cubicBezTo>
                  <a:pt x="10406034" y="4853932"/>
                  <a:pt x="10419989" y="4849072"/>
                  <a:pt x="10433287" y="4848262"/>
                </a:cubicBezTo>
                <a:close/>
                <a:moveTo>
                  <a:pt x="18692207" y="4825013"/>
                </a:moveTo>
                <a:cubicBezTo>
                  <a:pt x="18692207" y="4850698"/>
                  <a:pt x="18686219" y="4857119"/>
                  <a:pt x="18674243" y="4857119"/>
                </a:cubicBezTo>
                <a:cubicBezTo>
                  <a:pt x="18674243" y="4837856"/>
                  <a:pt x="18680231" y="4825013"/>
                  <a:pt x="18692207" y="4825013"/>
                </a:cubicBezTo>
                <a:close/>
                <a:moveTo>
                  <a:pt x="17034299" y="4825013"/>
                </a:moveTo>
                <a:cubicBezTo>
                  <a:pt x="17060787" y="4825013"/>
                  <a:pt x="17087279" y="4825013"/>
                  <a:pt x="17113767" y="4825013"/>
                </a:cubicBezTo>
                <a:cubicBezTo>
                  <a:pt x="17107143" y="4844594"/>
                  <a:pt x="17100523" y="4870702"/>
                  <a:pt x="17093899" y="4890283"/>
                </a:cubicBezTo>
                <a:cubicBezTo>
                  <a:pt x="17074031" y="4883756"/>
                  <a:pt x="17034299" y="4877229"/>
                  <a:pt x="17034299" y="4825013"/>
                </a:cubicBezTo>
                <a:close/>
                <a:moveTo>
                  <a:pt x="18128179" y="4801314"/>
                </a:moveTo>
                <a:cubicBezTo>
                  <a:pt x="18128179" y="4818101"/>
                  <a:pt x="18122191" y="4824026"/>
                  <a:pt x="18110215" y="4824026"/>
                </a:cubicBezTo>
                <a:cubicBezTo>
                  <a:pt x="18110215" y="4806252"/>
                  <a:pt x="18116203" y="4801314"/>
                  <a:pt x="18128179" y="4801314"/>
                </a:cubicBezTo>
                <a:close/>
                <a:moveTo>
                  <a:pt x="10792058" y="4801314"/>
                </a:moveTo>
                <a:cubicBezTo>
                  <a:pt x="10809964" y="4801314"/>
                  <a:pt x="10828923" y="4801314"/>
                  <a:pt x="10847883" y="4813728"/>
                </a:cubicBezTo>
                <a:cubicBezTo>
                  <a:pt x="10835243" y="4820499"/>
                  <a:pt x="10792058" y="4847583"/>
                  <a:pt x="10792058" y="4801314"/>
                </a:cubicBezTo>
                <a:close/>
                <a:moveTo>
                  <a:pt x="16981131" y="4798154"/>
                </a:moveTo>
                <a:cubicBezTo>
                  <a:pt x="16981131" y="4828698"/>
                  <a:pt x="16956535" y="4822378"/>
                  <a:pt x="16944239" y="4822378"/>
                </a:cubicBezTo>
                <a:cubicBezTo>
                  <a:pt x="16944239" y="4791834"/>
                  <a:pt x="16962683" y="4798154"/>
                  <a:pt x="16981131" y="4798154"/>
                </a:cubicBezTo>
                <a:close/>
                <a:moveTo>
                  <a:pt x="10836717" y="4794560"/>
                </a:moveTo>
                <a:lnTo>
                  <a:pt x="10836256" y="4795871"/>
                </a:lnTo>
                <a:cubicBezTo>
                  <a:pt x="10835348" y="4798452"/>
                  <a:pt x="10834717" y="4800247"/>
                  <a:pt x="10834717" y="4800247"/>
                </a:cubicBezTo>
                <a:close/>
                <a:moveTo>
                  <a:pt x="10839455" y="4786775"/>
                </a:moveTo>
                <a:lnTo>
                  <a:pt x="10839453" y="4786781"/>
                </a:lnTo>
                <a:lnTo>
                  <a:pt x="10836717" y="4794560"/>
                </a:lnTo>
                <a:close/>
                <a:moveTo>
                  <a:pt x="10841932" y="4779733"/>
                </a:moveTo>
                <a:lnTo>
                  <a:pt x="10839874" y="4785584"/>
                </a:lnTo>
                <a:lnTo>
                  <a:pt x="10839455" y="4786775"/>
                </a:lnTo>
                <a:close/>
                <a:moveTo>
                  <a:pt x="18546271" y="4779392"/>
                </a:moveTo>
                <a:cubicBezTo>
                  <a:pt x="18578435" y="4779392"/>
                  <a:pt x="18617031" y="4772874"/>
                  <a:pt x="18635255" y="4810892"/>
                </a:cubicBezTo>
                <a:cubicBezTo>
                  <a:pt x="18623463" y="4817410"/>
                  <a:pt x="18604167" y="4823927"/>
                  <a:pt x="18584867" y="4823927"/>
                </a:cubicBezTo>
                <a:cubicBezTo>
                  <a:pt x="18572003" y="4810892"/>
                  <a:pt x="18559139" y="4792426"/>
                  <a:pt x="18546271" y="4779392"/>
                </a:cubicBezTo>
                <a:close/>
                <a:moveTo>
                  <a:pt x="10842295" y="4778701"/>
                </a:moveTo>
                <a:cubicBezTo>
                  <a:pt x="10842926" y="4776906"/>
                  <a:pt x="10842769" y="4777355"/>
                  <a:pt x="10842177" y="4779038"/>
                </a:cubicBezTo>
                <a:lnTo>
                  <a:pt x="10841932" y="4779733"/>
                </a:lnTo>
                <a:close/>
                <a:moveTo>
                  <a:pt x="10137816" y="4777406"/>
                </a:moveTo>
                <a:cubicBezTo>
                  <a:pt x="10141947" y="4777106"/>
                  <a:pt x="10146559" y="4777953"/>
                  <a:pt x="10151170" y="4779645"/>
                </a:cubicBezTo>
                <a:cubicBezTo>
                  <a:pt x="10138873" y="4793187"/>
                  <a:pt x="10132724" y="4805601"/>
                  <a:pt x="10126575" y="4819143"/>
                </a:cubicBezTo>
                <a:cubicBezTo>
                  <a:pt x="10117353" y="4789520"/>
                  <a:pt x="10125423" y="4778305"/>
                  <a:pt x="10137816" y="4777406"/>
                </a:cubicBezTo>
                <a:close/>
                <a:moveTo>
                  <a:pt x="9125313" y="4777143"/>
                </a:moveTo>
                <a:cubicBezTo>
                  <a:pt x="9126954" y="4774583"/>
                  <a:pt x="9130236" y="4776290"/>
                  <a:pt x="9136800" y="4779702"/>
                </a:cubicBezTo>
                <a:cubicBezTo>
                  <a:pt x="9130236" y="4786527"/>
                  <a:pt x="9130236" y="4793352"/>
                  <a:pt x="9123672" y="4800177"/>
                </a:cubicBezTo>
                <a:cubicBezTo>
                  <a:pt x="9123672" y="4786527"/>
                  <a:pt x="9123672" y="4779702"/>
                  <a:pt x="9125313" y="4777143"/>
                </a:cubicBezTo>
                <a:close/>
                <a:moveTo>
                  <a:pt x="10876858" y="4773666"/>
                </a:moveTo>
                <a:cubicBezTo>
                  <a:pt x="10886165" y="4772876"/>
                  <a:pt x="10895472" y="4774456"/>
                  <a:pt x="10904780" y="4780775"/>
                </a:cubicBezTo>
                <a:cubicBezTo>
                  <a:pt x="10886165" y="4805000"/>
                  <a:pt x="10861346" y="4805000"/>
                  <a:pt x="10848936" y="4780775"/>
                </a:cubicBezTo>
                <a:cubicBezTo>
                  <a:pt x="10858244" y="4777615"/>
                  <a:pt x="10867551" y="4774456"/>
                  <a:pt x="10876858" y="4773666"/>
                </a:cubicBezTo>
                <a:close/>
                <a:moveTo>
                  <a:pt x="10603896" y="4772874"/>
                </a:moveTo>
                <a:cubicBezTo>
                  <a:pt x="10611443" y="4792172"/>
                  <a:pt x="10616834" y="4803965"/>
                  <a:pt x="10623303" y="4823262"/>
                </a:cubicBezTo>
                <a:cubicBezTo>
                  <a:pt x="10603896" y="4823262"/>
                  <a:pt x="10585568" y="4823262"/>
                  <a:pt x="10566161" y="4823262"/>
                </a:cubicBezTo>
                <a:cubicBezTo>
                  <a:pt x="10566161" y="4881155"/>
                  <a:pt x="10611443" y="4861857"/>
                  <a:pt x="10629772" y="4861857"/>
                </a:cubicBezTo>
                <a:cubicBezTo>
                  <a:pt x="10649179" y="4855425"/>
                  <a:pt x="10668585" y="4842560"/>
                  <a:pt x="10687992" y="4855425"/>
                </a:cubicBezTo>
                <a:cubicBezTo>
                  <a:pt x="10700930" y="4861857"/>
                  <a:pt x="10694461" y="4887587"/>
                  <a:pt x="10681523" y="4894020"/>
                </a:cubicBezTo>
                <a:cubicBezTo>
                  <a:pt x="10629772" y="4913317"/>
                  <a:pt x="10579099" y="4939047"/>
                  <a:pt x="10528426" y="4945480"/>
                </a:cubicBezTo>
                <a:cubicBezTo>
                  <a:pt x="10502550" y="4951912"/>
                  <a:pt x="10533817" y="4894020"/>
                  <a:pt x="10540285" y="4881155"/>
                </a:cubicBezTo>
                <a:cubicBezTo>
                  <a:pt x="10527348" y="4874722"/>
                  <a:pt x="10450799" y="4861857"/>
                  <a:pt x="10483144" y="4816830"/>
                </a:cubicBezTo>
                <a:cubicBezTo>
                  <a:pt x="10502550" y="4792172"/>
                  <a:pt x="10533817" y="4792172"/>
                  <a:pt x="10553223" y="4785739"/>
                </a:cubicBezTo>
                <a:cubicBezTo>
                  <a:pt x="10572630" y="4779307"/>
                  <a:pt x="10592037" y="4779307"/>
                  <a:pt x="10603896" y="4772874"/>
                </a:cubicBezTo>
                <a:close/>
                <a:moveTo>
                  <a:pt x="18469435" y="4768136"/>
                </a:moveTo>
                <a:cubicBezTo>
                  <a:pt x="18469435" y="4787400"/>
                  <a:pt x="18463447" y="4800242"/>
                  <a:pt x="18451475" y="4800242"/>
                </a:cubicBezTo>
                <a:cubicBezTo>
                  <a:pt x="18451475" y="4780979"/>
                  <a:pt x="18457463" y="4768136"/>
                  <a:pt x="18469435" y="4768136"/>
                </a:cubicBezTo>
                <a:close/>
                <a:moveTo>
                  <a:pt x="18052243" y="4768136"/>
                </a:moveTo>
                <a:cubicBezTo>
                  <a:pt x="18052243" y="4787400"/>
                  <a:pt x="18052243" y="4800242"/>
                  <a:pt x="18039119" y="4800242"/>
                </a:cubicBezTo>
                <a:cubicBezTo>
                  <a:pt x="18039119" y="4780979"/>
                  <a:pt x="18039119" y="4768136"/>
                  <a:pt x="18052243" y="4768136"/>
                </a:cubicBezTo>
                <a:close/>
                <a:moveTo>
                  <a:pt x="17791655" y="4768136"/>
                </a:moveTo>
                <a:cubicBezTo>
                  <a:pt x="17791655" y="4787400"/>
                  <a:pt x="17785667" y="4800242"/>
                  <a:pt x="17773695" y="4800242"/>
                </a:cubicBezTo>
                <a:cubicBezTo>
                  <a:pt x="17773695" y="4780979"/>
                  <a:pt x="17779683" y="4768136"/>
                  <a:pt x="17791655" y="4768136"/>
                </a:cubicBezTo>
                <a:close/>
                <a:moveTo>
                  <a:pt x="10635650" y="4768136"/>
                </a:moveTo>
                <a:cubicBezTo>
                  <a:pt x="10647947" y="4768136"/>
                  <a:pt x="10660245" y="4768136"/>
                  <a:pt x="10672542" y="4768136"/>
                </a:cubicBezTo>
                <a:cubicBezTo>
                  <a:pt x="10672542" y="4780979"/>
                  <a:pt x="10672542" y="4787400"/>
                  <a:pt x="10672542" y="4800242"/>
                </a:cubicBezTo>
                <a:cubicBezTo>
                  <a:pt x="10660245" y="4800242"/>
                  <a:pt x="10647947" y="4800242"/>
                  <a:pt x="10635650" y="4800242"/>
                </a:cubicBezTo>
                <a:cubicBezTo>
                  <a:pt x="10635650" y="4787400"/>
                  <a:pt x="10635650" y="4780979"/>
                  <a:pt x="10635650" y="4768136"/>
                </a:cubicBezTo>
                <a:close/>
                <a:moveTo>
                  <a:pt x="10949944" y="4767878"/>
                </a:moveTo>
                <a:cubicBezTo>
                  <a:pt x="10962049" y="4763267"/>
                  <a:pt x="10975884" y="4772490"/>
                  <a:pt x="10975884" y="4795547"/>
                </a:cubicBezTo>
                <a:cubicBezTo>
                  <a:pt x="10963587" y="4789399"/>
                  <a:pt x="10951289" y="4783250"/>
                  <a:pt x="10938992" y="4777101"/>
                </a:cubicBezTo>
                <a:cubicBezTo>
                  <a:pt x="10942066" y="4772490"/>
                  <a:pt x="10945909" y="4769415"/>
                  <a:pt x="10949944" y="4767878"/>
                </a:cubicBezTo>
                <a:close/>
                <a:moveTo>
                  <a:pt x="10185638" y="4763302"/>
                </a:moveTo>
                <a:cubicBezTo>
                  <a:pt x="10189325" y="4764155"/>
                  <a:pt x="10193801" y="4767567"/>
                  <a:pt x="10193801" y="4767567"/>
                </a:cubicBezTo>
                <a:cubicBezTo>
                  <a:pt x="10193801" y="4767567"/>
                  <a:pt x="10188534" y="4774392"/>
                  <a:pt x="10188534" y="4781217"/>
                </a:cubicBezTo>
                <a:cubicBezTo>
                  <a:pt x="10182214" y="4781217"/>
                  <a:pt x="10182214" y="4774392"/>
                  <a:pt x="10182214" y="4774392"/>
                </a:cubicBezTo>
                <a:cubicBezTo>
                  <a:pt x="10179054" y="4764155"/>
                  <a:pt x="10181951" y="4762448"/>
                  <a:pt x="10185638" y="4763302"/>
                </a:cubicBezTo>
                <a:close/>
                <a:moveTo>
                  <a:pt x="10895156" y="4759796"/>
                </a:moveTo>
                <a:lnTo>
                  <a:pt x="10894121" y="4761922"/>
                </a:lnTo>
                <a:cubicBezTo>
                  <a:pt x="10892718" y="4764805"/>
                  <a:pt x="10891595" y="4767110"/>
                  <a:pt x="10891595" y="4767110"/>
                </a:cubicBezTo>
                <a:close/>
                <a:moveTo>
                  <a:pt x="10899173" y="4751546"/>
                </a:moveTo>
                <a:cubicBezTo>
                  <a:pt x="10900015" y="4749817"/>
                  <a:pt x="10899453" y="4750970"/>
                  <a:pt x="10898331" y="4753276"/>
                </a:cubicBezTo>
                <a:lnTo>
                  <a:pt x="10895156" y="4759796"/>
                </a:lnTo>
                <a:close/>
                <a:moveTo>
                  <a:pt x="16830587" y="4734957"/>
                </a:moveTo>
                <a:cubicBezTo>
                  <a:pt x="16830587" y="4753916"/>
                  <a:pt x="16843623" y="4785514"/>
                  <a:pt x="16824071" y="4798153"/>
                </a:cubicBezTo>
                <a:cubicBezTo>
                  <a:pt x="16804519" y="4809739"/>
                  <a:pt x="16779535" y="4798153"/>
                  <a:pt x="16753468" y="4798153"/>
                </a:cubicBezTo>
                <a:cubicBezTo>
                  <a:pt x="16746950" y="4785514"/>
                  <a:pt x="16746950" y="4772875"/>
                  <a:pt x="16740434" y="4760236"/>
                </a:cubicBezTo>
                <a:cubicBezTo>
                  <a:pt x="16773018" y="4747596"/>
                  <a:pt x="16799087" y="4741277"/>
                  <a:pt x="16830587" y="4734957"/>
                </a:cubicBezTo>
                <a:close/>
                <a:moveTo>
                  <a:pt x="10772103" y="4734957"/>
                </a:moveTo>
                <a:cubicBezTo>
                  <a:pt x="10772103" y="4754222"/>
                  <a:pt x="10766116" y="4767066"/>
                  <a:pt x="10754141" y="4767066"/>
                </a:cubicBezTo>
                <a:cubicBezTo>
                  <a:pt x="10754141" y="4747801"/>
                  <a:pt x="10760128" y="4734957"/>
                  <a:pt x="10772103" y="4734957"/>
                </a:cubicBezTo>
                <a:close/>
                <a:moveTo>
                  <a:pt x="17720955" y="4731916"/>
                </a:moveTo>
                <a:cubicBezTo>
                  <a:pt x="17731327" y="4730325"/>
                  <a:pt x="17744095" y="4735100"/>
                  <a:pt x="17753671" y="4735100"/>
                </a:cubicBezTo>
                <a:cubicBezTo>
                  <a:pt x="17753671" y="4786034"/>
                  <a:pt x="17721751" y="4766934"/>
                  <a:pt x="17702599" y="4766934"/>
                </a:cubicBezTo>
                <a:cubicBezTo>
                  <a:pt x="17702599" y="4741466"/>
                  <a:pt x="17710579" y="4733508"/>
                  <a:pt x="17720955" y="4731916"/>
                </a:cubicBezTo>
                <a:close/>
                <a:moveTo>
                  <a:pt x="10073497" y="4706519"/>
                </a:moveTo>
                <a:cubicBezTo>
                  <a:pt x="10086724" y="4706519"/>
                  <a:pt x="10099951" y="4706519"/>
                  <a:pt x="10113178" y="4706519"/>
                </a:cubicBezTo>
                <a:cubicBezTo>
                  <a:pt x="10113178" y="4719345"/>
                  <a:pt x="10113178" y="4732170"/>
                  <a:pt x="10113178" y="4751409"/>
                </a:cubicBezTo>
                <a:cubicBezTo>
                  <a:pt x="10093337" y="4764234"/>
                  <a:pt x="10080110" y="4789885"/>
                  <a:pt x="10066883" y="4814467"/>
                </a:cubicBezTo>
                <a:cubicBezTo>
                  <a:pt x="10066883" y="4777060"/>
                  <a:pt x="10073497" y="4738583"/>
                  <a:pt x="10073497" y="4706519"/>
                </a:cubicBezTo>
                <a:close/>
                <a:moveTo>
                  <a:pt x="11170162" y="4687559"/>
                </a:moveTo>
                <a:cubicBezTo>
                  <a:pt x="11150746" y="4720673"/>
                  <a:pt x="11150746" y="4720673"/>
                  <a:pt x="11014830" y="4767031"/>
                </a:cubicBezTo>
                <a:cubicBezTo>
                  <a:pt x="11079552" y="4687559"/>
                  <a:pt x="11086024" y="4687559"/>
                  <a:pt x="11170162" y="4687559"/>
                </a:cubicBezTo>
                <a:close/>
                <a:moveTo>
                  <a:pt x="18254091" y="4678082"/>
                </a:moveTo>
                <a:cubicBezTo>
                  <a:pt x="18266931" y="4678082"/>
                  <a:pt x="18279775" y="4678082"/>
                  <a:pt x="18279775" y="4710191"/>
                </a:cubicBezTo>
                <a:cubicBezTo>
                  <a:pt x="18273355" y="4697347"/>
                  <a:pt x="18260511" y="4697347"/>
                  <a:pt x="18247671" y="4690926"/>
                </a:cubicBezTo>
                <a:cubicBezTo>
                  <a:pt x="18247671" y="4684504"/>
                  <a:pt x="18254091" y="4678082"/>
                  <a:pt x="18254091" y="4678082"/>
                </a:cubicBezTo>
                <a:close/>
                <a:moveTo>
                  <a:pt x="15943158" y="4678082"/>
                </a:moveTo>
                <a:cubicBezTo>
                  <a:pt x="15943158" y="4697347"/>
                  <a:pt x="15937170" y="4710191"/>
                  <a:pt x="15925194" y="4710191"/>
                </a:cubicBezTo>
                <a:cubicBezTo>
                  <a:pt x="15925194" y="4684504"/>
                  <a:pt x="15931182" y="4678082"/>
                  <a:pt x="15943158" y="4678082"/>
                </a:cubicBezTo>
                <a:close/>
                <a:moveTo>
                  <a:pt x="9137891" y="4678082"/>
                </a:moveTo>
                <a:cubicBezTo>
                  <a:pt x="9149866" y="4678082"/>
                  <a:pt x="9155853" y="4684504"/>
                  <a:pt x="9155853" y="4710191"/>
                </a:cubicBezTo>
                <a:cubicBezTo>
                  <a:pt x="9143878" y="4710191"/>
                  <a:pt x="9137891" y="4697347"/>
                  <a:pt x="9137891" y="4678082"/>
                </a:cubicBezTo>
                <a:close/>
                <a:moveTo>
                  <a:pt x="10144541" y="4678079"/>
                </a:moveTo>
                <a:cubicBezTo>
                  <a:pt x="10144541" y="4678079"/>
                  <a:pt x="10144541" y="4684643"/>
                  <a:pt x="10151105" y="4691207"/>
                </a:cubicBezTo>
                <a:cubicBezTo>
                  <a:pt x="10137977" y="4691207"/>
                  <a:pt x="10137977" y="4691207"/>
                  <a:pt x="10144541" y="4678079"/>
                </a:cubicBezTo>
                <a:close/>
                <a:moveTo>
                  <a:pt x="18415403" y="4675440"/>
                </a:moveTo>
                <a:cubicBezTo>
                  <a:pt x="18426991" y="4673808"/>
                  <a:pt x="18440947" y="4678703"/>
                  <a:pt x="18450423" y="4678703"/>
                </a:cubicBezTo>
                <a:cubicBezTo>
                  <a:pt x="18450423" y="4724392"/>
                  <a:pt x="18413559" y="4711338"/>
                  <a:pt x="18394599" y="4711338"/>
                </a:cubicBezTo>
                <a:cubicBezTo>
                  <a:pt x="18394599" y="4685230"/>
                  <a:pt x="18403815" y="4677071"/>
                  <a:pt x="18415403" y="4675440"/>
                </a:cubicBezTo>
                <a:close/>
                <a:moveTo>
                  <a:pt x="17583079" y="4675216"/>
                </a:moveTo>
                <a:cubicBezTo>
                  <a:pt x="17583079" y="4714897"/>
                  <a:pt x="17558483" y="4708283"/>
                  <a:pt x="17546187" y="4708283"/>
                </a:cubicBezTo>
                <a:cubicBezTo>
                  <a:pt x="17546187" y="4668602"/>
                  <a:pt x="17564635" y="4675216"/>
                  <a:pt x="17583079" y="4675216"/>
                </a:cubicBezTo>
                <a:close/>
                <a:moveTo>
                  <a:pt x="10144937" y="4662858"/>
                </a:moveTo>
                <a:lnTo>
                  <a:pt x="10142715" y="4672307"/>
                </a:lnTo>
                <a:cubicBezTo>
                  <a:pt x="10142715" y="4672307"/>
                  <a:pt x="10143536" y="4668817"/>
                  <a:pt x="10144561" y="4664454"/>
                </a:cubicBezTo>
                <a:close/>
                <a:moveTo>
                  <a:pt x="11203470" y="4659122"/>
                </a:moveTo>
                <a:cubicBezTo>
                  <a:pt x="11210105" y="4665507"/>
                  <a:pt x="11216741" y="4671891"/>
                  <a:pt x="11222271" y="4678275"/>
                </a:cubicBezTo>
                <a:cubicBezTo>
                  <a:pt x="11210105" y="4691044"/>
                  <a:pt x="11196834" y="4697428"/>
                  <a:pt x="11190198" y="4710197"/>
                </a:cubicBezTo>
                <a:cubicBezTo>
                  <a:pt x="11196834" y="4691044"/>
                  <a:pt x="11196834" y="4671891"/>
                  <a:pt x="11203470" y="4659122"/>
                </a:cubicBezTo>
                <a:close/>
                <a:moveTo>
                  <a:pt x="10152195" y="4659122"/>
                </a:moveTo>
                <a:cubicBezTo>
                  <a:pt x="10171154" y="4659122"/>
                  <a:pt x="10190114" y="4659122"/>
                  <a:pt x="10208020" y="4659122"/>
                </a:cubicBezTo>
                <a:cubicBezTo>
                  <a:pt x="10190114" y="4678387"/>
                  <a:pt x="10171154" y="4691231"/>
                  <a:pt x="10152195" y="4659122"/>
                </a:cubicBezTo>
                <a:close/>
                <a:moveTo>
                  <a:pt x="10146747" y="4655152"/>
                </a:moveTo>
                <a:lnTo>
                  <a:pt x="10146484" y="4656274"/>
                </a:lnTo>
                <a:lnTo>
                  <a:pt x="10144937" y="4662858"/>
                </a:lnTo>
                <a:close/>
                <a:moveTo>
                  <a:pt x="10148253" y="4648748"/>
                </a:moveTo>
                <a:lnTo>
                  <a:pt x="10146747" y="4655152"/>
                </a:lnTo>
                <a:lnTo>
                  <a:pt x="10147637" y="4651366"/>
                </a:lnTo>
                <a:cubicBezTo>
                  <a:pt x="10148458" y="4647875"/>
                  <a:pt x="10148868" y="4646130"/>
                  <a:pt x="10148253" y="4648748"/>
                </a:cubicBezTo>
                <a:close/>
                <a:moveTo>
                  <a:pt x="11273693" y="4647442"/>
                </a:moveTo>
                <a:lnTo>
                  <a:pt x="11276244" y="4651947"/>
                </a:lnTo>
                <a:lnTo>
                  <a:pt x="11276013" y="4649220"/>
                </a:lnTo>
                <a:close/>
                <a:moveTo>
                  <a:pt x="18209751" y="4644903"/>
                </a:moveTo>
                <a:cubicBezTo>
                  <a:pt x="18221335" y="4644903"/>
                  <a:pt x="18235031" y="4651052"/>
                  <a:pt x="18246615" y="4657201"/>
                </a:cubicBezTo>
                <a:cubicBezTo>
                  <a:pt x="18235031" y="4681795"/>
                  <a:pt x="18209751" y="4675647"/>
                  <a:pt x="18209751" y="4644903"/>
                </a:cubicBezTo>
                <a:close/>
                <a:moveTo>
                  <a:pt x="17488315" y="4644903"/>
                </a:moveTo>
                <a:cubicBezTo>
                  <a:pt x="17488315" y="4664167"/>
                  <a:pt x="17482327" y="4677009"/>
                  <a:pt x="17470351" y="4677009"/>
                </a:cubicBezTo>
                <a:cubicBezTo>
                  <a:pt x="17470351" y="4657746"/>
                  <a:pt x="17476339" y="4644903"/>
                  <a:pt x="17488315" y="4644903"/>
                </a:cubicBezTo>
                <a:close/>
                <a:moveTo>
                  <a:pt x="9178628" y="4644903"/>
                </a:moveTo>
                <a:cubicBezTo>
                  <a:pt x="9184777" y="4651430"/>
                  <a:pt x="9190926" y="4664484"/>
                  <a:pt x="9203223" y="4677538"/>
                </a:cubicBezTo>
                <a:cubicBezTo>
                  <a:pt x="9190926" y="4690592"/>
                  <a:pt x="9178628" y="4697119"/>
                  <a:pt x="9166331" y="4710173"/>
                </a:cubicBezTo>
                <a:cubicBezTo>
                  <a:pt x="9173504" y="4684065"/>
                  <a:pt x="9173504" y="4664484"/>
                  <a:pt x="9178628" y="4644903"/>
                </a:cubicBezTo>
                <a:close/>
                <a:moveTo>
                  <a:pt x="8530865" y="4644165"/>
                </a:moveTo>
                <a:cubicBezTo>
                  <a:pt x="8530865" y="4663509"/>
                  <a:pt x="8530865" y="4676405"/>
                  <a:pt x="8543762" y="4676405"/>
                </a:cubicBezTo>
                <a:cubicBezTo>
                  <a:pt x="8543762" y="4657061"/>
                  <a:pt x="8543762" y="4644165"/>
                  <a:pt x="8530865" y="4644165"/>
                </a:cubicBezTo>
                <a:close/>
                <a:moveTo>
                  <a:pt x="10433502" y="4642838"/>
                </a:moveTo>
                <a:cubicBezTo>
                  <a:pt x="10433502" y="4674957"/>
                  <a:pt x="10452805" y="4674957"/>
                  <a:pt x="10472107" y="4674957"/>
                </a:cubicBezTo>
                <a:cubicBezTo>
                  <a:pt x="10472107" y="4636415"/>
                  <a:pt x="10446370" y="4642838"/>
                  <a:pt x="10433502" y="4642838"/>
                </a:cubicBezTo>
                <a:close/>
                <a:moveTo>
                  <a:pt x="10395969" y="4642838"/>
                </a:moveTo>
                <a:cubicBezTo>
                  <a:pt x="10395969" y="4662110"/>
                  <a:pt x="10401331" y="4674957"/>
                  <a:pt x="10414199" y="4674957"/>
                </a:cubicBezTo>
                <a:cubicBezTo>
                  <a:pt x="10414199" y="4655686"/>
                  <a:pt x="10408837" y="4642838"/>
                  <a:pt x="10395969" y="4642838"/>
                </a:cubicBezTo>
                <a:close/>
                <a:moveTo>
                  <a:pt x="18906391" y="4640853"/>
                </a:moveTo>
                <a:cubicBezTo>
                  <a:pt x="18932711" y="4641454"/>
                  <a:pt x="18976275" y="4687143"/>
                  <a:pt x="18990799" y="4696762"/>
                </a:cubicBezTo>
                <a:cubicBezTo>
                  <a:pt x="19055339" y="4754475"/>
                  <a:pt x="19118803" y="4786538"/>
                  <a:pt x="19189799" y="4823944"/>
                </a:cubicBezTo>
                <a:cubicBezTo>
                  <a:pt x="19080079" y="4823944"/>
                  <a:pt x="18984343" y="4728825"/>
                  <a:pt x="18887531" y="4658287"/>
                </a:cubicBezTo>
                <a:cubicBezTo>
                  <a:pt x="18890759" y="4645462"/>
                  <a:pt x="18897615" y="4640652"/>
                  <a:pt x="18906391" y="4640853"/>
                </a:cubicBezTo>
                <a:close/>
                <a:moveTo>
                  <a:pt x="17702599" y="4625946"/>
                </a:moveTo>
                <a:cubicBezTo>
                  <a:pt x="17753999" y="4638934"/>
                  <a:pt x="17810751" y="4664909"/>
                  <a:pt x="17868579" y="4645427"/>
                </a:cubicBezTo>
                <a:cubicBezTo>
                  <a:pt x="17900703" y="4697377"/>
                  <a:pt x="17952103" y="4710365"/>
                  <a:pt x="17990655" y="4736340"/>
                </a:cubicBezTo>
                <a:cubicBezTo>
                  <a:pt x="17887851" y="4762315"/>
                  <a:pt x="17786123" y="4710365"/>
                  <a:pt x="17702599" y="4625946"/>
                </a:cubicBezTo>
                <a:close/>
                <a:moveTo>
                  <a:pt x="11276761" y="4625943"/>
                </a:moveTo>
                <a:cubicBezTo>
                  <a:pt x="11282749" y="4632364"/>
                  <a:pt x="11284246" y="4637180"/>
                  <a:pt x="11283497" y="4641996"/>
                </a:cubicBezTo>
                <a:lnTo>
                  <a:pt x="11278012" y="4655068"/>
                </a:lnTo>
                <a:lnTo>
                  <a:pt x="11279185" y="4657139"/>
                </a:lnTo>
                <a:cubicBezTo>
                  <a:pt x="11266341" y="4663753"/>
                  <a:pt x="11259919" y="4670366"/>
                  <a:pt x="11247076" y="4676980"/>
                </a:cubicBezTo>
                <a:cubicBezTo>
                  <a:pt x="11247076" y="4657139"/>
                  <a:pt x="11253498" y="4645566"/>
                  <a:pt x="11260722" y="4642259"/>
                </a:cubicBezTo>
                <a:lnTo>
                  <a:pt x="11271310" y="4643482"/>
                </a:lnTo>
                <a:close/>
                <a:moveTo>
                  <a:pt x="9296740" y="4618208"/>
                </a:moveTo>
                <a:cubicBezTo>
                  <a:pt x="9315955" y="4616605"/>
                  <a:pt x="9335170" y="4623018"/>
                  <a:pt x="9360790" y="4639049"/>
                </a:cubicBezTo>
                <a:cubicBezTo>
                  <a:pt x="9398153" y="4658287"/>
                  <a:pt x="9436583" y="4645462"/>
                  <a:pt x="9468608" y="4645462"/>
                </a:cubicBezTo>
                <a:cubicBezTo>
                  <a:pt x="9423773" y="4748063"/>
                  <a:pt x="9335170" y="4748063"/>
                  <a:pt x="9264714" y="4767300"/>
                </a:cubicBezTo>
                <a:cubicBezTo>
                  <a:pt x="9264714" y="4786538"/>
                  <a:pt x="9264714" y="4811119"/>
                  <a:pt x="9258309" y="4823944"/>
                </a:cubicBezTo>
                <a:cubicBezTo>
                  <a:pt x="9258309" y="4786538"/>
                  <a:pt x="9258309" y="4748063"/>
                  <a:pt x="9258309" y="4709587"/>
                </a:cubicBezTo>
                <a:cubicBezTo>
                  <a:pt x="9277524" y="4716000"/>
                  <a:pt x="9290334" y="4722412"/>
                  <a:pt x="9303145" y="4735237"/>
                </a:cubicBezTo>
                <a:cubicBezTo>
                  <a:pt x="9303145" y="4722412"/>
                  <a:pt x="9315955" y="4658287"/>
                  <a:pt x="9303145" y="4658287"/>
                </a:cubicBezTo>
                <a:cubicBezTo>
                  <a:pt x="9296740" y="4658287"/>
                  <a:pt x="9290334" y="4671112"/>
                  <a:pt x="9277524" y="4671112"/>
                </a:cubicBezTo>
                <a:cubicBezTo>
                  <a:pt x="9258309" y="4664699"/>
                  <a:pt x="9251904" y="4651874"/>
                  <a:pt x="9232689" y="4645462"/>
                </a:cubicBezTo>
                <a:cubicBezTo>
                  <a:pt x="9258309" y="4629430"/>
                  <a:pt x="9277525" y="4619811"/>
                  <a:pt x="9296740" y="4618208"/>
                </a:cubicBezTo>
                <a:close/>
                <a:moveTo>
                  <a:pt x="17431379" y="4613600"/>
                </a:moveTo>
                <a:cubicBezTo>
                  <a:pt x="17431379" y="4653281"/>
                  <a:pt x="17413475" y="4646667"/>
                  <a:pt x="17394519" y="4646667"/>
                </a:cubicBezTo>
                <a:cubicBezTo>
                  <a:pt x="17394519" y="4606986"/>
                  <a:pt x="17418743" y="4613600"/>
                  <a:pt x="17431379" y="4613600"/>
                </a:cubicBezTo>
                <a:close/>
                <a:moveTo>
                  <a:pt x="11298217" y="4611724"/>
                </a:moveTo>
                <a:cubicBezTo>
                  <a:pt x="11298217" y="4637411"/>
                  <a:pt x="11292230" y="4643833"/>
                  <a:pt x="11280255" y="4624568"/>
                </a:cubicBezTo>
                <a:cubicBezTo>
                  <a:pt x="11286242" y="4624568"/>
                  <a:pt x="11292230" y="4618146"/>
                  <a:pt x="11298217" y="4611724"/>
                </a:cubicBezTo>
                <a:close/>
                <a:moveTo>
                  <a:pt x="8777674" y="4578549"/>
                </a:moveTo>
                <a:cubicBezTo>
                  <a:pt x="8789971" y="4585320"/>
                  <a:pt x="8802269" y="4592091"/>
                  <a:pt x="8814566" y="4592091"/>
                </a:cubicBezTo>
                <a:cubicBezTo>
                  <a:pt x="8796120" y="4604505"/>
                  <a:pt x="8777674" y="4624818"/>
                  <a:pt x="8777674" y="4578549"/>
                </a:cubicBezTo>
                <a:close/>
                <a:moveTo>
                  <a:pt x="17673163" y="4578546"/>
                </a:moveTo>
                <a:cubicBezTo>
                  <a:pt x="17673163" y="4603981"/>
                  <a:pt x="17667175" y="4610616"/>
                  <a:pt x="17655199" y="4610616"/>
                </a:cubicBezTo>
                <a:cubicBezTo>
                  <a:pt x="17655199" y="4591817"/>
                  <a:pt x="17661187" y="4578546"/>
                  <a:pt x="17673163" y="4578546"/>
                </a:cubicBezTo>
                <a:close/>
                <a:moveTo>
                  <a:pt x="8738767" y="4578546"/>
                </a:moveTo>
                <a:cubicBezTo>
                  <a:pt x="8736298" y="4587947"/>
                  <a:pt x="8735064" y="4597624"/>
                  <a:pt x="8733706" y="4608269"/>
                </a:cubicBezTo>
                <a:lnTo>
                  <a:pt x="8728037" y="4642987"/>
                </a:lnTo>
                <a:lnTo>
                  <a:pt x="8729183" y="4644335"/>
                </a:lnTo>
                <a:cubicBezTo>
                  <a:pt x="8729183" y="4644335"/>
                  <a:pt x="8722619" y="4651160"/>
                  <a:pt x="8722619" y="4657985"/>
                </a:cubicBezTo>
                <a:cubicBezTo>
                  <a:pt x="8717696" y="4647748"/>
                  <a:pt x="8720158" y="4637510"/>
                  <a:pt x="8724465" y="4638790"/>
                </a:cubicBezTo>
                <a:lnTo>
                  <a:pt x="8727446" y="4642293"/>
                </a:lnTo>
                <a:lnTo>
                  <a:pt x="8722242" y="4625204"/>
                </a:lnTo>
                <a:cubicBezTo>
                  <a:pt x="8719697" y="4604053"/>
                  <a:pt x="8726177" y="4578546"/>
                  <a:pt x="8738767" y="4578546"/>
                </a:cubicBezTo>
                <a:close/>
                <a:moveTo>
                  <a:pt x="18831843" y="4554847"/>
                </a:moveTo>
                <a:cubicBezTo>
                  <a:pt x="18837271" y="4573807"/>
                  <a:pt x="18843791" y="4592766"/>
                  <a:pt x="18837271" y="4610672"/>
                </a:cubicBezTo>
                <a:cubicBezTo>
                  <a:pt x="18825323" y="4610672"/>
                  <a:pt x="18805771" y="4610672"/>
                  <a:pt x="18792739" y="4610672"/>
                </a:cubicBezTo>
                <a:cubicBezTo>
                  <a:pt x="18792739" y="4573807"/>
                  <a:pt x="18818807" y="4567487"/>
                  <a:pt x="18831843" y="4554847"/>
                </a:cubicBezTo>
                <a:close/>
                <a:moveTo>
                  <a:pt x="18886479" y="4550108"/>
                </a:moveTo>
                <a:cubicBezTo>
                  <a:pt x="18886479" y="4594346"/>
                  <a:pt x="18880159" y="4643850"/>
                  <a:pt x="18849615" y="4624891"/>
                </a:cubicBezTo>
                <a:cubicBezTo>
                  <a:pt x="18861199" y="4605932"/>
                  <a:pt x="18861199" y="4550108"/>
                  <a:pt x="18886479" y="4550108"/>
                </a:cubicBezTo>
                <a:close/>
                <a:moveTo>
                  <a:pt x="17242847" y="4550108"/>
                </a:moveTo>
                <a:cubicBezTo>
                  <a:pt x="17261459" y="4556625"/>
                  <a:pt x="17280075" y="4563142"/>
                  <a:pt x="17298687" y="4569659"/>
                </a:cubicBezTo>
                <a:cubicBezTo>
                  <a:pt x="17280075" y="4582693"/>
                  <a:pt x="17242847" y="4601158"/>
                  <a:pt x="17242847" y="4550108"/>
                </a:cubicBezTo>
                <a:close/>
                <a:moveTo>
                  <a:pt x="9398577" y="4550108"/>
                </a:moveTo>
                <a:cubicBezTo>
                  <a:pt x="9410552" y="4550108"/>
                  <a:pt x="9416539" y="4562951"/>
                  <a:pt x="9416539" y="4582214"/>
                </a:cubicBezTo>
                <a:cubicBezTo>
                  <a:pt x="9404564" y="4582214"/>
                  <a:pt x="9398577" y="4575793"/>
                  <a:pt x="9398577" y="4550108"/>
                </a:cubicBezTo>
                <a:close/>
                <a:moveTo>
                  <a:pt x="18211595" y="4547306"/>
                </a:moveTo>
                <a:cubicBezTo>
                  <a:pt x="18223179" y="4545690"/>
                  <a:pt x="18237135" y="4550537"/>
                  <a:pt x="18246615" y="4550537"/>
                </a:cubicBezTo>
                <a:cubicBezTo>
                  <a:pt x="18246615" y="4601164"/>
                  <a:pt x="18209751" y="4582852"/>
                  <a:pt x="18190791" y="4582852"/>
                </a:cubicBezTo>
                <a:cubicBezTo>
                  <a:pt x="18190791" y="4557000"/>
                  <a:pt x="18200007" y="4548921"/>
                  <a:pt x="18211595" y="4547306"/>
                </a:cubicBezTo>
                <a:close/>
                <a:moveTo>
                  <a:pt x="17521595" y="4541769"/>
                </a:moveTo>
                <a:cubicBezTo>
                  <a:pt x="17538979" y="4540965"/>
                  <a:pt x="17558847" y="4547398"/>
                  <a:pt x="17568783" y="4547398"/>
                </a:cubicBezTo>
                <a:cubicBezTo>
                  <a:pt x="17568783" y="4610649"/>
                  <a:pt x="17509179" y="4579559"/>
                  <a:pt x="17489311" y="4579559"/>
                </a:cubicBezTo>
                <a:cubicBezTo>
                  <a:pt x="17489311" y="4550614"/>
                  <a:pt x="17504211" y="4542573"/>
                  <a:pt x="17521595" y="4541769"/>
                </a:cubicBezTo>
                <a:close/>
                <a:moveTo>
                  <a:pt x="10380437" y="4534505"/>
                </a:moveTo>
                <a:cubicBezTo>
                  <a:pt x="10350126" y="4535107"/>
                  <a:pt x="10328410" y="4541129"/>
                  <a:pt x="10299456" y="4579672"/>
                </a:cubicBezTo>
                <a:cubicBezTo>
                  <a:pt x="10338061" y="4560400"/>
                  <a:pt x="10376666" y="4547553"/>
                  <a:pt x="10414199" y="4534705"/>
                </a:cubicBezTo>
                <a:cubicBezTo>
                  <a:pt x="10401599" y="4534705"/>
                  <a:pt x="10390540" y="4534304"/>
                  <a:pt x="10380437" y="4534505"/>
                </a:cubicBezTo>
                <a:close/>
                <a:moveTo>
                  <a:pt x="10828389" y="4522962"/>
                </a:moveTo>
                <a:cubicBezTo>
                  <a:pt x="10828389" y="4555279"/>
                  <a:pt x="10847746" y="4548816"/>
                  <a:pt x="10867104" y="4548816"/>
                </a:cubicBezTo>
                <a:cubicBezTo>
                  <a:pt x="10867104" y="4516499"/>
                  <a:pt x="10841294" y="4522962"/>
                  <a:pt x="10828389" y="4522962"/>
                </a:cubicBezTo>
                <a:close/>
                <a:moveTo>
                  <a:pt x="10433502" y="4521858"/>
                </a:moveTo>
                <a:cubicBezTo>
                  <a:pt x="10433502" y="4541129"/>
                  <a:pt x="10439936" y="4547553"/>
                  <a:pt x="10452805" y="4547553"/>
                </a:cubicBezTo>
                <a:cubicBezTo>
                  <a:pt x="10452805" y="4528282"/>
                  <a:pt x="10446370" y="4521858"/>
                  <a:pt x="10433502" y="4521858"/>
                </a:cubicBezTo>
                <a:close/>
                <a:moveTo>
                  <a:pt x="17469355" y="4521671"/>
                </a:moveTo>
                <a:cubicBezTo>
                  <a:pt x="17469355" y="4542146"/>
                  <a:pt x="17463367" y="4548971"/>
                  <a:pt x="17451391" y="4548971"/>
                </a:cubicBezTo>
                <a:cubicBezTo>
                  <a:pt x="17451391" y="4528496"/>
                  <a:pt x="17457379" y="4521671"/>
                  <a:pt x="17469355" y="4521671"/>
                </a:cubicBezTo>
                <a:close/>
                <a:moveTo>
                  <a:pt x="12132408" y="4521671"/>
                </a:moveTo>
                <a:cubicBezTo>
                  <a:pt x="12132408" y="4542146"/>
                  <a:pt x="12126421" y="4548971"/>
                  <a:pt x="12114446" y="4548971"/>
                </a:cubicBezTo>
                <a:cubicBezTo>
                  <a:pt x="12114446" y="4528496"/>
                  <a:pt x="12120433" y="4521671"/>
                  <a:pt x="12132408" y="4521671"/>
                </a:cubicBezTo>
                <a:close/>
                <a:moveTo>
                  <a:pt x="15988222" y="4521668"/>
                </a:moveTo>
                <a:cubicBezTo>
                  <a:pt x="16000520" y="4521668"/>
                  <a:pt x="16006668" y="4521668"/>
                  <a:pt x="16018966" y="4521668"/>
                </a:cubicBezTo>
                <a:cubicBezTo>
                  <a:pt x="16012816" y="4540283"/>
                  <a:pt x="16012816" y="4558897"/>
                  <a:pt x="16006668" y="4577512"/>
                </a:cubicBezTo>
                <a:cubicBezTo>
                  <a:pt x="16000520" y="4565102"/>
                  <a:pt x="15988222" y="4546488"/>
                  <a:pt x="15982074" y="4534078"/>
                </a:cubicBezTo>
                <a:cubicBezTo>
                  <a:pt x="15982074" y="4527873"/>
                  <a:pt x="15988222" y="4527873"/>
                  <a:pt x="15988222" y="4521668"/>
                </a:cubicBezTo>
                <a:close/>
                <a:moveTo>
                  <a:pt x="11593073" y="4513221"/>
                </a:moveTo>
                <a:cubicBezTo>
                  <a:pt x="11603005" y="4515503"/>
                  <a:pt x="11612329" y="4521853"/>
                  <a:pt x="11620436" y="4534554"/>
                </a:cubicBezTo>
                <a:cubicBezTo>
                  <a:pt x="11542604" y="4553605"/>
                  <a:pt x="11458287" y="4572656"/>
                  <a:pt x="11375050" y="4591707"/>
                </a:cubicBezTo>
                <a:cubicBezTo>
                  <a:pt x="11407480" y="4540904"/>
                  <a:pt x="11458287" y="4547255"/>
                  <a:pt x="11503688" y="4540904"/>
                </a:cubicBezTo>
                <a:cubicBezTo>
                  <a:pt x="11528011" y="4536141"/>
                  <a:pt x="11563278" y="4506374"/>
                  <a:pt x="11593073" y="4513221"/>
                </a:cubicBezTo>
                <a:close/>
                <a:moveTo>
                  <a:pt x="15504608" y="4502711"/>
                </a:moveTo>
                <a:cubicBezTo>
                  <a:pt x="15510596" y="4509132"/>
                  <a:pt x="15510596" y="4515554"/>
                  <a:pt x="15516584" y="4521975"/>
                </a:cubicBezTo>
                <a:cubicBezTo>
                  <a:pt x="15510596" y="4528396"/>
                  <a:pt x="15504608" y="4534817"/>
                  <a:pt x="15498622" y="4521975"/>
                </a:cubicBezTo>
                <a:cubicBezTo>
                  <a:pt x="15498622" y="4515554"/>
                  <a:pt x="15504608" y="4509132"/>
                  <a:pt x="15504608" y="4502711"/>
                </a:cubicBezTo>
                <a:close/>
                <a:moveTo>
                  <a:pt x="15969496" y="4502238"/>
                </a:moveTo>
                <a:cubicBezTo>
                  <a:pt x="15971136" y="4499679"/>
                  <a:pt x="15974418" y="4501385"/>
                  <a:pt x="15980982" y="4504797"/>
                </a:cubicBezTo>
                <a:cubicBezTo>
                  <a:pt x="15974418" y="4511622"/>
                  <a:pt x="15974418" y="4511622"/>
                  <a:pt x="15967854" y="4525272"/>
                </a:cubicBezTo>
                <a:cubicBezTo>
                  <a:pt x="15967854" y="4511622"/>
                  <a:pt x="15967854" y="4504797"/>
                  <a:pt x="15969496" y="4502238"/>
                </a:cubicBezTo>
                <a:close/>
                <a:moveTo>
                  <a:pt x="18128483" y="4497969"/>
                </a:moveTo>
                <a:cubicBezTo>
                  <a:pt x="18140895" y="4504354"/>
                  <a:pt x="18140895" y="4536275"/>
                  <a:pt x="18147099" y="4549044"/>
                </a:cubicBezTo>
                <a:cubicBezTo>
                  <a:pt x="18128483" y="4549044"/>
                  <a:pt x="18109871" y="4549044"/>
                  <a:pt x="18091255" y="4549044"/>
                </a:cubicBezTo>
                <a:cubicBezTo>
                  <a:pt x="18091255" y="4523507"/>
                  <a:pt x="18116075" y="4497969"/>
                  <a:pt x="18128483" y="4497969"/>
                </a:cubicBezTo>
                <a:close/>
                <a:moveTo>
                  <a:pt x="10605081" y="4496163"/>
                </a:moveTo>
                <a:cubicBezTo>
                  <a:pt x="10593285" y="4496163"/>
                  <a:pt x="10586851" y="4502587"/>
                  <a:pt x="10580417" y="4509010"/>
                </a:cubicBezTo>
                <a:cubicBezTo>
                  <a:pt x="10554680" y="4521858"/>
                  <a:pt x="10530015" y="4534705"/>
                  <a:pt x="10510713" y="4547553"/>
                </a:cubicBezTo>
                <a:cubicBezTo>
                  <a:pt x="10510713" y="4573248"/>
                  <a:pt x="10510713" y="4592519"/>
                  <a:pt x="10510713" y="4610720"/>
                </a:cubicBezTo>
                <a:cubicBezTo>
                  <a:pt x="10535377" y="4604296"/>
                  <a:pt x="10554680" y="4617143"/>
                  <a:pt x="10573983" y="4586095"/>
                </a:cubicBezTo>
                <a:cubicBezTo>
                  <a:pt x="10586851" y="4560400"/>
                  <a:pt x="10605081" y="4547553"/>
                  <a:pt x="10624384" y="4547553"/>
                </a:cubicBezTo>
                <a:cubicBezTo>
                  <a:pt x="10617950" y="4528282"/>
                  <a:pt x="10612588" y="4509010"/>
                  <a:pt x="10605081" y="4496163"/>
                </a:cubicBezTo>
                <a:close/>
                <a:moveTo>
                  <a:pt x="11329787" y="4494038"/>
                </a:moveTo>
                <a:cubicBezTo>
                  <a:pt x="11338533" y="4495148"/>
                  <a:pt x="11346978" y="4498375"/>
                  <a:pt x="11355020" y="4504829"/>
                </a:cubicBezTo>
                <a:cubicBezTo>
                  <a:pt x="11245645" y="4550007"/>
                  <a:pt x="11143776" y="4613472"/>
                  <a:pt x="11027968" y="4639289"/>
                </a:cubicBezTo>
                <a:cubicBezTo>
                  <a:pt x="10990437" y="4652197"/>
                  <a:pt x="10951834" y="4645743"/>
                  <a:pt x="10945400" y="4729646"/>
                </a:cubicBezTo>
                <a:cubicBezTo>
                  <a:pt x="10938966" y="4781279"/>
                  <a:pt x="10900364" y="4755462"/>
                  <a:pt x="10913231" y="4723192"/>
                </a:cubicBezTo>
                <a:cubicBezTo>
                  <a:pt x="10874628" y="4723192"/>
                  <a:pt x="10836025" y="4723192"/>
                  <a:pt x="10792061" y="4723192"/>
                </a:cubicBezTo>
                <a:cubicBezTo>
                  <a:pt x="10810290" y="4703830"/>
                  <a:pt x="10836025" y="4703830"/>
                  <a:pt x="10848893" y="4678013"/>
                </a:cubicBezTo>
                <a:cubicBezTo>
                  <a:pt x="10861761" y="4665105"/>
                  <a:pt x="10861761" y="4652197"/>
                  <a:pt x="10861761" y="4632835"/>
                </a:cubicBezTo>
                <a:cubicBezTo>
                  <a:pt x="10868194" y="4600564"/>
                  <a:pt x="10893930" y="4613472"/>
                  <a:pt x="10913231" y="4613472"/>
                </a:cubicBezTo>
                <a:cubicBezTo>
                  <a:pt x="10951834" y="4607018"/>
                  <a:pt x="10990437" y="4588732"/>
                  <a:pt x="11027968" y="4582278"/>
                </a:cubicBezTo>
                <a:cubicBezTo>
                  <a:pt x="11040835" y="4575824"/>
                  <a:pt x="11060137" y="4569369"/>
                  <a:pt x="11079438" y="4569369"/>
                </a:cubicBezTo>
                <a:cubicBezTo>
                  <a:pt x="11098739" y="4569369"/>
                  <a:pt x="11085872" y="4562915"/>
                  <a:pt x="11105173" y="4550007"/>
                </a:cubicBezTo>
                <a:cubicBezTo>
                  <a:pt x="11150210" y="4537099"/>
                  <a:pt x="11201680" y="4524191"/>
                  <a:pt x="11245645" y="4511283"/>
                </a:cubicBezTo>
                <a:cubicBezTo>
                  <a:pt x="11274597" y="4506442"/>
                  <a:pt x="11303550" y="4490710"/>
                  <a:pt x="11329787" y="4494038"/>
                </a:cubicBezTo>
                <a:close/>
                <a:moveTo>
                  <a:pt x="10886462" y="4490646"/>
                </a:moveTo>
                <a:cubicBezTo>
                  <a:pt x="10886462" y="4510036"/>
                  <a:pt x="10892915" y="4522962"/>
                  <a:pt x="10905820" y="4522962"/>
                </a:cubicBezTo>
                <a:cubicBezTo>
                  <a:pt x="10905820" y="4497109"/>
                  <a:pt x="10899367" y="4490646"/>
                  <a:pt x="10886462" y="4490646"/>
                </a:cubicBezTo>
                <a:close/>
                <a:moveTo>
                  <a:pt x="19298799" y="4488492"/>
                </a:moveTo>
                <a:cubicBezTo>
                  <a:pt x="19298799" y="4507757"/>
                  <a:pt x="19298799" y="4520601"/>
                  <a:pt x="19285671" y="4520601"/>
                </a:cubicBezTo>
                <a:cubicBezTo>
                  <a:pt x="19285671" y="4501336"/>
                  <a:pt x="19285671" y="4488492"/>
                  <a:pt x="19298799" y="4488492"/>
                </a:cubicBezTo>
                <a:close/>
                <a:moveTo>
                  <a:pt x="18045543" y="4488492"/>
                </a:moveTo>
                <a:cubicBezTo>
                  <a:pt x="18058387" y="4488492"/>
                  <a:pt x="18071227" y="4494914"/>
                  <a:pt x="18071227" y="4520601"/>
                </a:cubicBezTo>
                <a:cubicBezTo>
                  <a:pt x="18058387" y="4514179"/>
                  <a:pt x="18045543" y="4507757"/>
                  <a:pt x="18039123" y="4501336"/>
                </a:cubicBezTo>
                <a:cubicBezTo>
                  <a:pt x="18039123" y="4494914"/>
                  <a:pt x="18039123" y="4494914"/>
                  <a:pt x="18045543" y="4488492"/>
                </a:cubicBezTo>
                <a:close/>
                <a:moveTo>
                  <a:pt x="16786775" y="4488492"/>
                </a:moveTo>
                <a:cubicBezTo>
                  <a:pt x="16786775" y="4507757"/>
                  <a:pt x="16780455" y="4520601"/>
                  <a:pt x="16768870" y="4520601"/>
                </a:cubicBezTo>
                <a:cubicBezTo>
                  <a:pt x="16768870" y="4494914"/>
                  <a:pt x="16775190" y="4488492"/>
                  <a:pt x="16786775" y="4488492"/>
                </a:cubicBezTo>
                <a:close/>
                <a:moveTo>
                  <a:pt x="15824664" y="4488492"/>
                </a:moveTo>
                <a:cubicBezTo>
                  <a:pt x="15824664" y="4507757"/>
                  <a:pt x="15818676" y="4520601"/>
                  <a:pt x="15806702" y="4520601"/>
                </a:cubicBezTo>
                <a:cubicBezTo>
                  <a:pt x="15806702" y="4494914"/>
                  <a:pt x="15812690" y="4488492"/>
                  <a:pt x="15824664" y="4488492"/>
                </a:cubicBezTo>
                <a:close/>
                <a:moveTo>
                  <a:pt x="15203758" y="4488492"/>
                </a:moveTo>
                <a:cubicBezTo>
                  <a:pt x="15203758" y="4507757"/>
                  <a:pt x="15197770" y="4520601"/>
                  <a:pt x="15185796" y="4520601"/>
                </a:cubicBezTo>
                <a:cubicBezTo>
                  <a:pt x="15185796" y="4494914"/>
                  <a:pt x="15191784" y="4488492"/>
                  <a:pt x="15203758" y="4488492"/>
                </a:cubicBezTo>
                <a:close/>
                <a:moveTo>
                  <a:pt x="21021827" y="4488489"/>
                </a:moveTo>
                <a:cubicBezTo>
                  <a:pt x="21034123" y="4500899"/>
                  <a:pt x="21040271" y="4519514"/>
                  <a:pt x="21052571" y="4531923"/>
                </a:cubicBezTo>
                <a:cubicBezTo>
                  <a:pt x="21040271" y="4544333"/>
                  <a:pt x="21027975" y="4544333"/>
                  <a:pt x="21015679" y="4544333"/>
                </a:cubicBezTo>
                <a:cubicBezTo>
                  <a:pt x="21015679" y="4525718"/>
                  <a:pt x="21021827" y="4507104"/>
                  <a:pt x="21021827" y="4488489"/>
                </a:cubicBezTo>
                <a:close/>
                <a:moveTo>
                  <a:pt x="11356548" y="4476785"/>
                </a:moveTo>
                <a:lnTo>
                  <a:pt x="11351348" y="4487464"/>
                </a:lnTo>
                <a:cubicBezTo>
                  <a:pt x="11351348" y="4487464"/>
                  <a:pt x="11352471" y="4485158"/>
                  <a:pt x="11353874" y="4482276"/>
                </a:cubicBezTo>
                <a:close/>
                <a:moveTo>
                  <a:pt x="11358926" y="4471900"/>
                </a:moveTo>
                <a:lnTo>
                  <a:pt x="11356548" y="4476785"/>
                </a:lnTo>
                <a:lnTo>
                  <a:pt x="11358084" y="4473630"/>
                </a:lnTo>
                <a:cubicBezTo>
                  <a:pt x="11359206" y="4471324"/>
                  <a:pt x="11359768" y="4470171"/>
                  <a:pt x="11358926" y="4471900"/>
                </a:cubicBezTo>
                <a:close/>
                <a:moveTo>
                  <a:pt x="8903997" y="4461474"/>
                </a:moveTo>
                <a:cubicBezTo>
                  <a:pt x="8888883" y="4456638"/>
                  <a:pt x="8868329" y="4480818"/>
                  <a:pt x="8858657" y="4490490"/>
                </a:cubicBezTo>
                <a:cubicBezTo>
                  <a:pt x="8832863" y="4516281"/>
                  <a:pt x="8794173" y="4529177"/>
                  <a:pt x="8755483" y="4542073"/>
                </a:cubicBezTo>
                <a:cubicBezTo>
                  <a:pt x="8717867" y="4561417"/>
                  <a:pt x="8679177" y="4574313"/>
                  <a:pt x="8640487" y="4593656"/>
                </a:cubicBezTo>
                <a:cubicBezTo>
                  <a:pt x="8653384" y="4605477"/>
                  <a:pt x="8717867" y="4618373"/>
                  <a:pt x="8711419" y="4657061"/>
                </a:cubicBezTo>
                <a:cubicBezTo>
                  <a:pt x="8711419" y="4682852"/>
                  <a:pt x="8679177" y="4676405"/>
                  <a:pt x="8679177" y="4708644"/>
                </a:cubicBezTo>
                <a:cubicBezTo>
                  <a:pt x="8749035" y="4650613"/>
                  <a:pt x="8826415" y="4605477"/>
                  <a:pt x="8903795" y="4580760"/>
                </a:cubicBezTo>
                <a:cubicBezTo>
                  <a:pt x="8910244" y="4548521"/>
                  <a:pt x="8923140" y="4509833"/>
                  <a:pt x="8916692" y="4477594"/>
                </a:cubicBezTo>
                <a:cubicBezTo>
                  <a:pt x="8913468" y="4467922"/>
                  <a:pt x="8909035" y="4463086"/>
                  <a:pt x="8903997" y="4461474"/>
                </a:cubicBezTo>
                <a:close/>
                <a:moveTo>
                  <a:pt x="9096172" y="4458250"/>
                </a:moveTo>
                <a:cubicBezTo>
                  <a:pt x="9096172" y="4477594"/>
                  <a:pt x="9096172" y="4490490"/>
                  <a:pt x="9109068" y="4490490"/>
                </a:cubicBezTo>
                <a:cubicBezTo>
                  <a:pt x="9109068" y="4471146"/>
                  <a:pt x="9109068" y="4458250"/>
                  <a:pt x="9096172" y="4458250"/>
                </a:cubicBezTo>
                <a:close/>
                <a:moveTo>
                  <a:pt x="9018791" y="4458250"/>
                </a:moveTo>
                <a:cubicBezTo>
                  <a:pt x="9018791" y="4477594"/>
                  <a:pt x="9025240" y="4490490"/>
                  <a:pt x="9038136" y="4490490"/>
                </a:cubicBezTo>
                <a:cubicBezTo>
                  <a:pt x="9038136" y="4464698"/>
                  <a:pt x="9031688" y="4458250"/>
                  <a:pt x="9018791" y="4458250"/>
                </a:cubicBezTo>
                <a:close/>
                <a:moveTo>
                  <a:pt x="15336444" y="4456721"/>
                </a:moveTo>
                <a:cubicBezTo>
                  <a:pt x="15336444" y="4487464"/>
                  <a:pt x="15311848" y="4487464"/>
                  <a:pt x="15299550" y="4487464"/>
                </a:cubicBezTo>
                <a:cubicBezTo>
                  <a:pt x="15299550" y="4450572"/>
                  <a:pt x="15317998" y="4456721"/>
                  <a:pt x="15336444" y="4456721"/>
                </a:cubicBezTo>
                <a:close/>
                <a:moveTo>
                  <a:pt x="10955021" y="4455098"/>
                </a:moveTo>
                <a:cubicBezTo>
                  <a:pt x="10942922" y="4453482"/>
                  <a:pt x="10928404" y="4458330"/>
                  <a:pt x="10918725" y="4458330"/>
                </a:cubicBezTo>
                <a:cubicBezTo>
                  <a:pt x="10918725" y="4510036"/>
                  <a:pt x="10957441" y="4490646"/>
                  <a:pt x="10976799" y="4490646"/>
                </a:cubicBezTo>
                <a:cubicBezTo>
                  <a:pt x="10976799" y="4464793"/>
                  <a:pt x="10967120" y="4456714"/>
                  <a:pt x="10955021" y="4455098"/>
                </a:cubicBezTo>
                <a:close/>
                <a:moveTo>
                  <a:pt x="17957795" y="4453298"/>
                </a:moveTo>
                <a:cubicBezTo>
                  <a:pt x="17984547" y="4452426"/>
                  <a:pt x="18009195" y="4462897"/>
                  <a:pt x="18038055" y="4476858"/>
                </a:cubicBezTo>
                <a:cubicBezTo>
                  <a:pt x="17999575" y="4501677"/>
                  <a:pt x="17962167" y="4464448"/>
                  <a:pt x="17930107" y="4458243"/>
                </a:cubicBezTo>
                <a:cubicBezTo>
                  <a:pt x="17939723" y="4455140"/>
                  <a:pt x="17948875" y="4453589"/>
                  <a:pt x="17957795" y="4453298"/>
                </a:cubicBezTo>
                <a:close/>
                <a:moveTo>
                  <a:pt x="11464578" y="4452268"/>
                </a:moveTo>
                <a:cubicBezTo>
                  <a:pt x="11481694" y="4450672"/>
                  <a:pt x="11500389" y="4460248"/>
                  <a:pt x="11506709" y="4479401"/>
                </a:cubicBezTo>
                <a:cubicBezTo>
                  <a:pt x="11481430" y="4479401"/>
                  <a:pt x="11456152" y="4485786"/>
                  <a:pt x="11431927" y="4492170"/>
                </a:cubicBezTo>
                <a:cubicBezTo>
                  <a:pt x="11431927" y="4466633"/>
                  <a:pt x="11447463" y="4453864"/>
                  <a:pt x="11464578" y="4452268"/>
                </a:cubicBezTo>
                <a:close/>
                <a:moveTo>
                  <a:pt x="9374754" y="4449044"/>
                </a:moveTo>
                <a:cubicBezTo>
                  <a:pt x="9377872" y="4449044"/>
                  <a:pt x="9380866" y="4452254"/>
                  <a:pt x="9383360" y="4458676"/>
                </a:cubicBezTo>
                <a:lnTo>
                  <a:pt x="9378423" y="4477742"/>
                </a:lnTo>
                <a:lnTo>
                  <a:pt x="9378619" y="4478014"/>
                </a:lnTo>
                <a:cubicBezTo>
                  <a:pt x="9371634" y="4478014"/>
                  <a:pt x="9365646" y="4478014"/>
                  <a:pt x="9360657" y="4478014"/>
                </a:cubicBezTo>
                <a:cubicBezTo>
                  <a:pt x="9360657" y="4472027"/>
                  <a:pt x="9365646" y="4466040"/>
                  <a:pt x="9365646" y="4460052"/>
                </a:cubicBezTo>
                <a:lnTo>
                  <a:pt x="9375695" y="4473966"/>
                </a:lnTo>
                <a:lnTo>
                  <a:pt x="9365398" y="4458676"/>
                </a:lnTo>
                <a:cubicBezTo>
                  <a:pt x="9368392" y="4452254"/>
                  <a:pt x="9371635" y="4449044"/>
                  <a:pt x="9374754" y="4449044"/>
                </a:cubicBezTo>
                <a:close/>
                <a:moveTo>
                  <a:pt x="17366079" y="4445836"/>
                </a:moveTo>
                <a:cubicBezTo>
                  <a:pt x="17392619" y="4465704"/>
                  <a:pt x="17431331" y="4472326"/>
                  <a:pt x="17431331" y="4525306"/>
                </a:cubicBezTo>
                <a:cubicBezTo>
                  <a:pt x="17412527" y="4525306"/>
                  <a:pt x="17392619" y="4525306"/>
                  <a:pt x="17372711" y="4525306"/>
                </a:cubicBezTo>
                <a:cubicBezTo>
                  <a:pt x="17372711" y="4498816"/>
                  <a:pt x="17366079" y="4472326"/>
                  <a:pt x="17366079" y="4445836"/>
                </a:cubicBezTo>
                <a:close/>
                <a:moveTo>
                  <a:pt x="18455575" y="4433297"/>
                </a:moveTo>
                <a:cubicBezTo>
                  <a:pt x="18463263" y="4434903"/>
                  <a:pt x="18469411" y="4442929"/>
                  <a:pt x="18469411" y="4458982"/>
                </a:cubicBezTo>
                <a:cubicBezTo>
                  <a:pt x="18457111" y="4452561"/>
                  <a:pt x="18444815" y="4446140"/>
                  <a:pt x="18432519" y="4446140"/>
                </a:cubicBezTo>
                <a:cubicBezTo>
                  <a:pt x="18438667" y="4436508"/>
                  <a:pt x="18447891" y="4431692"/>
                  <a:pt x="18455575" y="4433297"/>
                </a:cubicBezTo>
                <a:close/>
                <a:moveTo>
                  <a:pt x="11540338" y="4431807"/>
                </a:moveTo>
                <a:cubicBezTo>
                  <a:pt x="11552747" y="4430211"/>
                  <a:pt x="11563606" y="4434999"/>
                  <a:pt x="11563606" y="4457345"/>
                </a:cubicBezTo>
                <a:cubicBezTo>
                  <a:pt x="11549645" y="4457345"/>
                  <a:pt x="11532194" y="4460936"/>
                  <a:pt x="11519105" y="4454652"/>
                </a:cubicBezTo>
                <a:lnTo>
                  <a:pt x="11512377" y="4448676"/>
                </a:lnTo>
                <a:lnTo>
                  <a:pt x="11513251" y="4449846"/>
                </a:lnTo>
                <a:cubicBezTo>
                  <a:pt x="11514747" y="4452254"/>
                  <a:pt x="11516244" y="4455465"/>
                  <a:pt x="11516244" y="4458676"/>
                </a:cubicBezTo>
                <a:cubicBezTo>
                  <a:pt x="11510257" y="4465097"/>
                  <a:pt x="11510257" y="4471518"/>
                  <a:pt x="11510257" y="4477939"/>
                </a:cubicBezTo>
                <a:cubicBezTo>
                  <a:pt x="11507263" y="4468308"/>
                  <a:pt x="11504269" y="4463492"/>
                  <a:pt x="11503521" y="4459478"/>
                </a:cubicBezTo>
                <a:lnTo>
                  <a:pt x="11509928" y="4446500"/>
                </a:lnTo>
                <a:lnTo>
                  <a:pt x="11507762" y="4444576"/>
                </a:lnTo>
                <a:cubicBezTo>
                  <a:pt x="11513967" y="4441384"/>
                  <a:pt x="11527928" y="4433403"/>
                  <a:pt x="11540338" y="4431807"/>
                </a:cubicBezTo>
                <a:close/>
                <a:moveTo>
                  <a:pt x="10716226" y="4426876"/>
                </a:moveTo>
                <a:cubicBezTo>
                  <a:pt x="10729069" y="4439930"/>
                  <a:pt x="10735491" y="4452984"/>
                  <a:pt x="10748335" y="4459511"/>
                </a:cubicBezTo>
                <a:cubicBezTo>
                  <a:pt x="10735491" y="4466038"/>
                  <a:pt x="10722648" y="4479092"/>
                  <a:pt x="10716226" y="4492146"/>
                </a:cubicBezTo>
                <a:cubicBezTo>
                  <a:pt x="10716226" y="4472565"/>
                  <a:pt x="10716226" y="4452984"/>
                  <a:pt x="10716226" y="4426876"/>
                </a:cubicBezTo>
                <a:close/>
                <a:moveTo>
                  <a:pt x="10014741" y="4426876"/>
                </a:moveTo>
                <a:cubicBezTo>
                  <a:pt x="10026716" y="4426876"/>
                  <a:pt x="10032703" y="4433297"/>
                  <a:pt x="10032703" y="4458982"/>
                </a:cubicBezTo>
                <a:cubicBezTo>
                  <a:pt x="10020728" y="4458982"/>
                  <a:pt x="10014741" y="4452561"/>
                  <a:pt x="10014741" y="4426876"/>
                </a:cubicBezTo>
                <a:close/>
                <a:moveTo>
                  <a:pt x="15539128" y="4421748"/>
                </a:moveTo>
                <a:cubicBezTo>
                  <a:pt x="15545894" y="4422574"/>
                  <a:pt x="15552694" y="4424228"/>
                  <a:pt x="15559156" y="4425881"/>
                </a:cubicBezTo>
                <a:cubicBezTo>
                  <a:pt x="15533304" y="4432495"/>
                  <a:pt x="15514994" y="4445722"/>
                  <a:pt x="15489142" y="4458949"/>
                </a:cubicBezTo>
                <a:cubicBezTo>
                  <a:pt x="15498834" y="4424228"/>
                  <a:pt x="15518830" y="4419268"/>
                  <a:pt x="15539128" y="4421748"/>
                </a:cubicBezTo>
                <a:close/>
                <a:moveTo>
                  <a:pt x="9661633" y="4419118"/>
                </a:moveTo>
                <a:cubicBezTo>
                  <a:pt x="9681023" y="4419118"/>
                  <a:pt x="9700413" y="4412654"/>
                  <a:pt x="9706876" y="4444971"/>
                </a:cubicBezTo>
                <a:cubicBezTo>
                  <a:pt x="9706876" y="4464361"/>
                  <a:pt x="9713339" y="4490214"/>
                  <a:pt x="9732729" y="4483750"/>
                </a:cubicBezTo>
                <a:cubicBezTo>
                  <a:pt x="9765046" y="4470824"/>
                  <a:pt x="9777972" y="4464361"/>
                  <a:pt x="9790899" y="4522530"/>
                </a:cubicBezTo>
                <a:cubicBezTo>
                  <a:pt x="9732729" y="4548383"/>
                  <a:pt x="9668096" y="4580700"/>
                  <a:pt x="9609927" y="4611939"/>
                </a:cubicBezTo>
                <a:cubicBezTo>
                  <a:pt x="9577610" y="4637792"/>
                  <a:pt x="9526981" y="4695962"/>
                  <a:pt x="9507591" y="4611939"/>
                </a:cubicBezTo>
                <a:cubicBezTo>
                  <a:pt x="9520518" y="4611939"/>
                  <a:pt x="9533444" y="4611939"/>
                  <a:pt x="9546371" y="4611939"/>
                </a:cubicBezTo>
                <a:cubicBezTo>
                  <a:pt x="9546371" y="4554847"/>
                  <a:pt x="9526981" y="4477287"/>
                  <a:pt x="9577610" y="4464361"/>
                </a:cubicBezTo>
                <a:cubicBezTo>
                  <a:pt x="9603463" y="4457897"/>
                  <a:pt x="9655170" y="4412654"/>
                  <a:pt x="9674559" y="4477287"/>
                </a:cubicBezTo>
                <a:lnTo>
                  <a:pt x="9674697" y="4476977"/>
                </a:lnTo>
                <a:lnTo>
                  <a:pt x="9673982" y="4456268"/>
                </a:lnTo>
                <a:cubicBezTo>
                  <a:pt x="9675105" y="4454261"/>
                  <a:pt x="9676789" y="4453258"/>
                  <a:pt x="9678940" y="4453559"/>
                </a:cubicBezTo>
                <a:lnTo>
                  <a:pt x="9686569" y="4458586"/>
                </a:lnTo>
                <a:lnTo>
                  <a:pt x="9687486" y="4457897"/>
                </a:lnTo>
                <a:cubicBezTo>
                  <a:pt x="9674559" y="4444971"/>
                  <a:pt x="9668096" y="4432044"/>
                  <a:pt x="9661633" y="4419118"/>
                </a:cubicBezTo>
                <a:close/>
                <a:moveTo>
                  <a:pt x="383018" y="4418305"/>
                </a:moveTo>
                <a:cubicBezTo>
                  <a:pt x="405162" y="4418305"/>
                  <a:pt x="429773" y="4426508"/>
                  <a:pt x="439616" y="4426508"/>
                </a:cubicBezTo>
                <a:cubicBezTo>
                  <a:pt x="439616" y="4492136"/>
                  <a:pt x="360865" y="4459322"/>
                  <a:pt x="341175" y="4459322"/>
                </a:cubicBezTo>
                <a:cubicBezTo>
                  <a:pt x="341175" y="4426508"/>
                  <a:pt x="360865" y="4418305"/>
                  <a:pt x="383018" y="4418305"/>
                </a:cubicBezTo>
                <a:close/>
                <a:moveTo>
                  <a:pt x="17280143" y="4416376"/>
                </a:moveTo>
                <a:cubicBezTo>
                  <a:pt x="17300527" y="4417996"/>
                  <a:pt x="17321723" y="4426095"/>
                  <a:pt x="17341291" y="4426095"/>
                </a:cubicBezTo>
                <a:cubicBezTo>
                  <a:pt x="17334767" y="4445534"/>
                  <a:pt x="17328247" y="4464973"/>
                  <a:pt x="17321723" y="4477932"/>
                </a:cubicBezTo>
                <a:cubicBezTo>
                  <a:pt x="17308679" y="4477932"/>
                  <a:pt x="17302155" y="4471453"/>
                  <a:pt x="17289111" y="4471453"/>
                </a:cubicBezTo>
                <a:cubicBezTo>
                  <a:pt x="17269543" y="4458493"/>
                  <a:pt x="17243455" y="4452014"/>
                  <a:pt x="17223887" y="4445534"/>
                </a:cubicBezTo>
                <a:cubicBezTo>
                  <a:pt x="17240195" y="4419616"/>
                  <a:pt x="17259759" y="4414756"/>
                  <a:pt x="17280143" y="4416376"/>
                </a:cubicBezTo>
                <a:close/>
                <a:moveTo>
                  <a:pt x="11931121" y="4412654"/>
                </a:moveTo>
                <a:cubicBezTo>
                  <a:pt x="11937580" y="4419177"/>
                  <a:pt x="11950498" y="4432222"/>
                  <a:pt x="11956957" y="4445267"/>
                </a:cubicBezTo>
                <a:cubicBezTo>
                  <a:pt x="11892365" y="4458312"/>
                  <a:pt x="11828850" y="4471358"/>
                  <a:pt x="11764257" y="4490926"/>
                </a:cubicBezTo>
                <a:cubicBezTo>
                  <a:pt x="11731961" y="4497448"/>
                  <a:pt x="11706125" y="4497448"/>
                  <a:pt x="11680288" y="4510493"/>
                </a:cubicBezTo>
                <a:cubicBezTo>
                  <a:pt x="11665754" y="4515385"/>
                  <a:pt x="11648194" y="4523946"/>
                  <a:pt x="11632146" y="4516914"/>
                </a:cubicBezTo>
                <a:lnTo>
                  <a:pt x="11619328" y="4506123"/>
                </a:lnTo>
                <a:lnTo>
                  <a:pt x="11624279" y="4523463"/>
                </a:lnTo>
                <a:cubicBezTo>
                  <a:pt x="11622831" y="4528843"/>
                  <a:pt x="11618354" y="4530380"/>
                  <a:pt x="11612034" y="4521157"/>
                </a:cubicBezTo>
                <a:lnTo>
                  <a:pt x="11617665" y="4504723"/>
                </a:lnTo>
                <a:lnTo>
                  <a:pt x="11616772" y="4503971"/>
                </a:lnTo>
                <a:lnTo>
                  <a:pt x="11618067" y="4503548"/>
                </a:lnTo>
                <a:lnTo>
                  <a:pt x="11618354" y="4502711"/>
                </a:lnTo>
                <a:lnTo>
                  <a:pt x="11618548" y="4503391"/>
                </a:lnTo>
                <a:lnTo>
                  <a:pt x="11796554" y="4445267"/>
                </a:lnTo>
                <a:cubicBezTo>
                  <a:pt x="11828850" y="4438745"/>
                  <a:pt x="11853610" y="4432222"/>
                  <a:pt x="11885906" y="4425699"/>
                </a:cubicBezTo>
                <a:cubicBezTo>
                  <a:pt x="11898824" y="4419177"/>
                  <a:pt x="11918202" y="4412654"/>
                  <a:pt x="11931121" y="4412654"/>
                </a:cubicBezTo>
                <a:close/>
                <a:moveTo>
                  <a:pt x="10624384" y="4412654"/>
                </a:moveTo>
                <a:cubicBezTo>
                  <a:pt x="10612588" y="4419078"/>
                  <a:pt x="10605081" y="4431925"/>
                  <a:pt x="10605081" y="4444773"/>
                </a:cubicBezTo>
                <a:cubicBezTo>
                  <a:pt x="10624384" y="4449591"/>
                  <a:pt x="10643687" y="4447182"/>
                  <a:pt x="10660275" y="4459226"/>
                </a:cubicBezTo>
                <a:lnTo>
                  <a:pt x="10673742" y="4474493"/>
                </a:lnTo>
                <a:lnTo>
                  <a:pt x="10668826" y="4458676"/>
                </a:lnTo>
                <a:cubicBezTo>
                  <a:pt x="10674813" y="4445833"/>
                  <a:pt x="10680801" y="4445833"/>
                  <a:pt x="10686788" y="4458676"/>
                </a:cubicBezTo>
                <a:lnTo>
                  <a:pt x="10675627" y="4476630"/>
                </a:lnTo>
                <a:lnTo>
                  <a:pt x="10675858" y="4476892"/>
                </a:lnTo>
                <a:lnTo>
                  <a:pt x="10675464" y="4476892"/>
                </a:lnTo>
                <a:lnTo>
                  <a:pt x="10674813" y="4477939"/>
                </a:lnTo>
                <a:lnTo>
                  <a:pt x="10674487" y="4476892"/>
                </a:lnTo>
                <a:lnTo>
                  <a:pt x="10659772" y="4476892"/>
                </a:lnTo>
                <a:cubicBezTo>
                  <a:pt x="10653338" y="4478497"/>
                  <a:pt x="10646904" y="4483315"/>
                  <a:pt x="10643687" y="4496163"/>
                </a:cubicBezTo>
                <a:cubicBezTo>
                  <a:pt x="10630818" y="4521858"/>
                  <a:pt x="10637253" y="4553977"/>
                  <a:pt x="10637253" y="4579672"/>
                </a:cubicBezTo>
                <a:cubicBezTo>
                  <a:pt x="10675858" y="4573248"/>
                  <a:pt x="10714463" y="4573248"/>
                  <a:pt x="10753069" y="4592519"/>
                </a:cubicBezTo>
                <a:cubicBezTo>
                  <a:pt x="10650121" y="4655686"/>
                  <a:pt x="10548246" y="4726347"/>
                  <a:pt x="10439936" y="4758466"/>
                </a:cubicBezTo>
                <a:cubicBezTo>
                  <a:pt x="10414199" y="4771313"/>
                  <a:pt x="10383101" y="4771313"/>
                  <a:pt x="10363798" y="4784161"/>
                </a:cubicBezTo>
                <a:cubicBezTo>
                  <a:pt x="10338061" y="4797008"/>
                  <a:pt x="10318758" y="4821632"/>
                  <a:pt x="10293021" y="4834480"/>
                </a:cubicBezTo>
                <a:cubicBezTo>
                  <a:pt x="10241548" y="4860175"/>
                  <a:pt x="10184712" y="4853751"/>
                  <a:pt x="10133238" y="4866599"/>
                </a:cubicBezTo>
                <a:cubicBezTo>
                  <a:pt x="10165409" y="4840904"/>
                  <a:pt x="10204015" y="4815209"/>
                  <a:pt x="10241548" y="4784161"/>
                </a:cubicBezTo>
                <a:cubicBezTo>
                  <a:pt x="10267284" y="4758466"/>
                  <a:pt x="10254416" y="4707076"/>
                  <a:pt x="10254416" y="4674957"/>
                </a:cubicBezTo>
                <a:cubicBezTo>
                  <a:pt x="10260850" y="4681381"/>
                  <a:pt x="10267284" y="4694228"/>
                  <a:pt x="10273719" y="4707076"/>
                </a:cubicBezTo>
                <a:cubicBezTo>
                  <a:pt x="10273719" y="4668533"/>
                  <a:pt x="10286587" y="4623567"/>
                  <a:pt x="10267284" y="4597872"/>
                </a:cubicBezTo>
                <a:cubicBezTo>
                  <a:pt x="10247982" y="4566824"/>
                  <a:pt x="10215811" y="4573248"/>
                  <a:pt x="10191146" y="4560400"/>
                </a:cubicBezTo>
                <a:cubicBezTo>
                  <a:pt x="10267284" y="4457620"/>
                  <a:pt x="10376666" y="4470468"/>
                  <a:pt x="10472107" y="4457620"/>
                </a:cubicBezTo>
                <a:cubicBezTo>
                  <a:pt x="10472107" y="4476892"/>
                  <a:pt x="10472107" y="4502587"/>
                  <a:pt x="10472107" y="4521858"/>
                </a:cubicBezTo>
                <a:cubicBezTo>
                  <a:pt x="10523581" y="4489739"/>
                  <a:pt x="10567548" y="4425502"/>
                  <a:pt x="10624384" y="4412654"/>
                </a:cubicBezTo>
                <a:close/>
                <a:moveTo>
                  <a:pt x="20902203" y="4396919"/>
                </a:moveTo>
                <a:cubicBezTo>
                  <a:pt x="20922199" y="4392184"/>
                  <a:pt x="20943527" y="4416013"/>
                  <a:pt x="20957747" y="4425789"/>
                </a:cubicBezTo>
                <a:cubicBezTo>
                  <a:pt x="20951427" y="4445340"/>
                  <a:pt x="20945107" y="4464892"/>
                  <a:pt x="20945107" y="4477926"/>
                </a:cubicBezTo>
                <a:cubicBezTo>
                  <a:pt x="20926147" y="4458374"/>
                  <a:pt x="20901923" y="4432306"/>
                  <a:pt x="20882963" y="4412754"/>
                </a:cubicBezTo>
                <a:cubicBezTo>
                  <a:pt x="20889019" y="4403250"/>
                  <a:pt x="20895539" y="4398498"/>
                  <a:pt x="20902203" y="4396919"/>
                </a:cubicBezTo>
                <a:close/>
                <a:moveTo>
                  <a:pt x="17149399" y="4395190"/>
                </a:moveTo>
                <a:cubicBezTo>
                  <a:pt x="17155507" y="4395622"/>
                  <a:pt x="17161323" y="4396383"/>
                  <a:pt x="17165975" y="4396383"/>
                </a:cubicBezTo>
                <a:cubicBezTo>
                  <a:pt x="17165975" y="4449469"/>
                  <a:pt x="17128747" y="4429562"/>
                  <a:pt x="17110131" y="4429562"/>
                </a:cubicBezTo>
                <a:cubicBezTo>
                  <a:pt x="17110131" y="4395553"/>
                  <a:pt x="17131075" y="4393894"/>
                  <a:pt x="17149399" y="4395190"/>
                </a:cubicBezTo>
                <a:close/>
                <a:moveTo>
                  <a:pt x="11655876" y="4395190"/>
                </a:moveTo>
                <a:cubicBezTo>
                  <a:pt x="11661998" y="4395622"/>
                  <a:pt x="11667857" y="4396383"/>
                  <a:pt x="11672597" y="4396383"/>
                </a:cubicBezTo>
                <a:cubicBezTo>
                  <a:pt x="11672597" y="4449469"/>
                  <a:pt x="11635731" y="4429562"/>
                  <a:pt x="11616772" y="4429562"/>
                </a:cubicBezTo>
                <a:cubicBezTo>
                  <a:pt x="11616772" y="4395553"/>
                  <a:pt x="11637509" y="4393894"/>
                  <a:pt x="11655876" y="4395190"/>
                </a:cubicBezTo>
                <a:close/>
                <a:moveTo>
                  <a:pt x="19189879" y="4393697"/>
                </a:moveTo>
                <a:cubicBezTo>
                  <a:pt x="19189879" y="4412962"/>
                  <a:pt x="19183891" y="4425806"/>
                  <a:pt x="19171919" y="4425806"/>
                </a:cubicBezTo>
                <a:cubicBezTo>
                  <a:pt x="19171919" y="4406541"/>
                  <a:pt x="19177903" y="4393697"/>
                  <a:pt x="19189879" y="4393697"/>
                </a:cubicBezTo>
                <a:close/>
                <a:moveTo>
                  <a:pt x="17848535" y="4393697"/>
                </a:moveTo>
                <a:cubicBezTo>
                  <a:pt x="17848535" y="4419384"/>
                  <a:pt x="17842547" y="4425806"/>
                  <a:pt x="17830571" y="4425806"/>
                </a:cubicBezTo>
                <a:cubicBezTo>
                  <a:pt x="17830571" y="4406541"/>
                  <a:pt x="17836559" y="4393697"/>
                  <a:pt x="17848535" y="4393697"/>
                </a:cubicBezTo>
                <a:close/>
                <a:moveTo>
                  <a:pt x="17185967" y="4393697"/>
                </a:moveTo>
                <a:cubicBezTo>
                  <a:pt x="17197551" y="4400082"/>
                  <a:pt x="17210191" y="4406466"/>
                  <a:pt x="17222831" y="4412850"/>
                </a:cubicBezTo>
                <a:cubicBezTo>
                  <a:pt x="17216511" y="4425619"/>
                  <a:pt x="17204927" y="4432003"/>
                  <a:pt x="17197551" y="4444772"/>
                </a:cubicBezTo>
                <a:cubicBezTo>
                  <a:pt x="17191235" y="4432003"/>
                  <a:pt x="17191235" y="4412850"/>
                  <a:pt x="17185967" y="4393697"/>
                </a:cubicBezTo>
                <a:close/>
                <a:moveTo>
                  <a:pt x="10828980" y="4393697"/>
                </a:moveTo>
                <a:cubicBezTo>
                  <a:pt x="10828980" y="4419384"/>
                  <a:pt x="10822993" y="4425806"/>
                  <a:pt x="10811018" y="4425806"/>
                </a:cubicBezTo>
                <a:cubicBezTo>
                  <a:pt x="10811018" y="4406541"/>
                  <a:pt x="10818003" y="4393697"/>
                  <a:pt x="10828980" y="4393697"/>
                </a:cubicBezTo>
                <a:close/>
                <a:moveTo>
                  <a:pt x="10450799" y="4393697"/>
                </a:moveTo>
                <a:cubicBezTo>
                  <a:pt x="10462774" y="4393697"/>
                  <a:pt x="10468761" y="4406541"/>
                  <a:pt x="10468761" y="4425806"/>
                </a:cubicBezTo>
                <a:cubicBezTo>
                  <a:pt x="10456786" y="4425806"/>
                  <a:pt x="10450799" y="4412962"/>
                  <a:pt x="10450799" y="4393697"/>
                </a:cubicBezTo>
                <a:close/>
                <a:moveTo>
                  <a:pt x="16602978" y="4393694"/>
                </a:moveTo>
                <a:cubicBezTo>
                  <a:pt x="16627798" y="4406820"/>
                  <a:pt x="16646414" y="4446197"/>
                  <a:pt x="16658822" y="4492136"/>
                </a:cubicBezTo>
                <a:cubicBezTo>
                  <a:pt x="16615388" y="4492136"/>
                  <a:pt x="16615388" y="4452760"/>
                  <a:pt x="16602978" y="4393694"/>
                </a:cubicBezTo>
                <a:close/>
                <a:moveTo>
                  <a:pt x="9189528" y="4387259"/>
                </a:moveTo>
                <a:cubicBezTo>
                  <a:pt x="9192522" y="4387259"/>
                  <a:pt x="9195516" y="4390300"/>
                  <a:pt x="9198509" y="4396383"/>
                </a:cubicBezTo>
                <a:cubicBezTo>
                  <a:pt x="9192522" y="4416290"/>
                  <a:pt x="9186534" y="4416290"/>
                  <a:pt x="9180547" y="4396383"/>
                </a:cubicBezTo>
                <a:cubicBezTo>
                  <a:pt x="9183541" y="4390300"/>
                  <a:pt x="9186535" y="4387259"/>
                  <a:pt x="9189528" y="4387259"/>
                </a:cubicBezTo>
                <a:close/>
                <a:moveTo>
                  <a:pt x="17062407" y="4365915"/>
                </a:moveTo>
                <a:cubicBezTo>
                  <a:pt x="17072327" y="4368153"/>
                  <a:pt x="17080591" y="4377369"/>
                  <a:pt x="17080591" y="4392641"/>
                </a:cubicBezTo>
                <a:cubicBezTo>
                  <a:pt x="17060751" y="4392641"/>
                  <a:pt x="17047527" y="4387375"/>
                  <a:pt x="17034299" y="4381055"/>
                </a:cubicBezTo>
                <a:cubicBezTo>
                  <a:pt x="17040911" y="4368416"/>
                  <a:pt x="17052487" y="4363677"/>
                  <a:pt x="17062407" y="4365915"/>
                </a:cubicBezTo>
                <a:close/>
                <a:moveTo>
                  <a:pt x="17638075" y="4362945"/>
                </a:moveTo>
                <a:cubicBezTo>
                  <a:pt x="17643763" y="4363480"/>
                  <a:pt x="17649347" y="4364310"/>
                  <a:pt x="17654135" y="4364310"/>
                </a:cubicBezTo>
                <a:cubicBezTo>
                  <a:pt x="17654135" y="4416290"/>
                  <a:pt x="17622215" y="4396383"/>
                  <a:pt x="17603063" y="4396383"/>
                </a:cubicBezTo>
                <a:cubicBezTo>
                  <a:pt x="17603063" y="4362374"/>
                  <a:pt x="17621019" y="4361338"/>
                  <a:pt x="17638075" y="4362945"/>
                </a:cubicBezTo>
                <a:close/>
                <a:moveTo>
                  <a:pt x="17754895" y="4361613"/>
                </a:moveTo>
                <a:cubicBezTo>
                  <a:pt x="17767027" y="4366165"/>
                  <a:pt x="17779899" y="4382570"/>
                  <a:pt x="17786879" y="4392642"/>
                </a:cubicBezTo>
                <a:cubicBezTo>
                  <a:pt x="17768263" y="4392642"/>
                  <a:pt x="17749651" y="4387375"/>
                  <a:pt x="17731035" y="4381056"/>
                </a:cubicBezTo>
                <a:cubicBezTo>
                  <a:pt x="17734135" y="4369996"/>
                  <a:pt x="17738403" y="4364071"/>
                  <a:pt x="17743251" y="4361685"/>
                </a:cubicBezTo>
                <a:cubicBezTo>
                  <a:pt x="17746887" y="4359895"/>
                  <a:pt x="17750851" y="4360096"/>
                  <a:pt x="17754895" y="4361613"/>
                </a:cubicBezTo>
                <a:close/>
                <a:moveTo>
                  <a:pt x="20033551" y="4360518"/>
                </a:moveTo>
                <a:cubicBezTo>
                  <a:pt x="20033551" y="4380424"/>
                  <a:pt x="20027563" y="4392588"/>
                  <a:pt x="20015587" y="4392588"/>
                </a:cubicBezTo>
                <a:cubicBezTo>
                  <a:pt x="20015587" y="4373789"/>
                  <a:pt x="20021575" y="4360518"/>
                  <a:pt x="20033551" y="4360518"/>
                </a:cubicBezTo>
                <a:close/>
                <a:moveTo>
                  <a:pt x="12070792" y="4360518"/>
                </a:moveTo>
                <a:cubicBezTo>
                  <a:pt x="12070792" y="4387059"/>
                  <a:pt x="12064805" y="4392588"/>
                  <a:pt x="12052830" y="4392588"/>
                </a:cubicBezTo>
                <a:cubicBezTo>
                  <a:pt x="12052830" y="4373789"/>
                  <a:pt x="12058817" y="4360518"/>
                  <a:pt x="12070792" y="4360518"/>
                </a:cubicBezTo>
                <a:close/>
                <a:moveTo>
                  <a:pt x="11506764" y="4360518"/>
                </a:moveTo>
                <a:cubicBezTo>
                  <a:pt x="11506764" y="4387059"/>
                  <a:pt x="11500777" y="4392588"/>
                  <a:pt x="11488802" y="4392588"/>
                </a:cubicBezTo>
                <a:cubicBezTo>
                  <a:pt x="11488802" y="4373789"/>
                  <a:pt x="11494789" y="4360518"/>
                  <a:pt x="11506764" y="4360518"/>
                </a:cubicBezTo>
                <a:close/>
                <a:moveTo>
                  <a:pt x="10710459" y="4360518"/>
                </a:moveTo>
                <a:cubicBezTo>
                  <a:pt x="10710459" y="4397382"/>
                  <a:pt x="10692013" y="4391062"/>
                  <a:pt x="10673567" y="4391062"/>
                </a:cubicBezTo>
                <a:cubicBezTo>
                  <a:pt x="10673567" y="4360518"/>
                  <a:pt x="10698162" y="4360518"/>
                  <a:pt x="10710459" y="4360518"/>
                </a:cubicBezTo>
                <a:close/>
                <a:moveTo>
                  <a:pt x="16412890" y="4356657"/>
                </a:moveTo>
                <a:cubicBezTo>
                  <a:pt x="16415884" y="4357459"/>
                  <a:pt x="16418878" y="4360670"/>
                  <a:pt x="16421872" y="4363881"/>
                </a:cubicBezTo>
                <a:cubicBezTo>
                  <a:pt x="16415884" y="4370302"/>
                  <a:pt x="16415884" y="4376723"/>
                  <a:pt x="16409896" y="4383144"/>
                </a:cubicBezTo>
                <a:lnTo>
                  <a:pt x="16408446" y="4378480"/>
                </a:lnTo>
                <a:lnTo>
                  <a:pt x="16399170" y="4378480"/>
                </a:lnTo>
                <a:lnTo>
                  <a:pt x="16404182" y="4364759"/>
                </a:lnTo>
                <a:lnTo>
                  <a:pt x="16403910" y="4363881"/>
                </a:lnTo>
                <a:lnTo>
                  <a:pt x="16404750" y="4363205"/>
                </a:lnTo>
                <a:lnTo>
                  <a:pt x="16405732" y="4360518"/>
                </a:lnTo>
                <a:lnTo>
                  <a:pt x="16406268" y="4361984"/>
                </a:lnTo>
                <a:close/>
                <a:moveTo>
                  <a:pt x="11772498" y="4341558"/>
                </a:moveTo>
                <a:cubicBezTo>
                  <a:pt x="11784908" y="4348075"/>
                  <a:pt x="11784908" y="4380660"/>
                  <a:pt x="11791113" y="4392608"/>
                </a:cubicBezTo>
                <a:cubicBezTo>
                  <a:pt x="11772498" y="4392608"/>
                  <a:pt x="11753884" y="4392608"/>
                  <a:pt x="11735269" y="4392608"/>
                </a:cubicBezTo>
                <a:cubicBezTo>
                  <a:pt x="11735269" y="4367626"/>
                  <a:pt x="11753884" y="4341558"/>
                  <a:pt x="11772498" y="4341558"/>
                </a:cubicBezTo>
                <a:close/>
                <a:moveTo>
                  <a:pt x="17531327" y="4338502"/>
                </a:moveTo>
                <a:cubicBezTo>
                  <a:pt x="17539011" y="4340108"/>
                  <a:pt x="17545163" y="4348134"/>
                  <a:pt x="17545163" y="4364187"/>
                </a:cubicBezTo>
                <a:cubicBezTo>
                  <a:pt x="17532863" y="4364187"/>
                  <a:pt x="17520567" y="4357766"/>
                  <a:pt x="17508271" y="4351345"/>
                </a:cubicBezTo>
                <a:cubicBezTo>
                  <a:pt x="17514419" y="4341713"/>
                  <a:pt x="17523643" y="4336897"/>
                  <a:pt x="17531327" y="4338502"/>
                </a:cubicBezTo>
                <a:close/>
                <a:moveTo>
                  <a:pt x="12468874" y="4338230"/>
                </a:moveTo>
                <a:cubicBezTo>
                  <a:pt x="12468874" y="4368973"/>
                  <a:pt x="12444649" y="4362825"/>
                  <a:pt x="12432010" y="4362825"/>
                </a:cubicBezTo>
                <a:cubicBezTo>
                  <a:pt x="12432010" y="4332081"/>
                  <a:pt x="12449915" y="4338230"/>
                  <a:pt x="12468874" y="4338230"/>
                </a:cubicBezTo>
                <a:close/>
                <a:moveTo>
                  <a:pt x="20837211" y="4336820"/>
                </a:moveTo>
                <a:cubicBezTo>
                  <a:pt x="20856363" y="4349459"/>
                  <a:pt x="20869131" y="4368418"/>
                  <a:pt x="20881899" y="4381057"/>
                </a:cubicBezTo>
                <a:cubicBezTo>
                  <a:pt x="20869131" y="4411602"/>
                  <a:pt x="20843595" y="4362099"/>
                  <a:pt x="20830827" y="4349459"/>
                </a:cubicBezTo>
                <a:cubicBezTo>
                  <a:pt x="20830827" y="4343140"/>
                  <a:pt x="20837211" y="4343140"/>
                  <a:pt x="20837211" y="4336820"/>
                </a:cubicBezTo>
                <a:close/>
                <a:moveTo>
                  <a:pt x="19686627" y="4336820"/>
                </a:moveTo>
                <a:cubicBezTo>
                  <a:pt x="19698923" y="4336820"/>
                  <a:pt x="19711223" y="4336820"/>
                  <a:pt x="19711223" y="4364120"/>
                </a:cubicBezTo>
                <a:cubicBezTo>
                  <a:pt x="19698923" y="4364120"/>
                  <a:pt x="19686627" y="4357295"/>
                  <a:pt x="19674331" y="4350470"/>
                </a:cubicBezTo>
                <a:cubicBezTo>
                  <a:pt x="19680479" y="4350470"/>
                  <a:pt x="19680479" y="4343645"/>
                  <a:pt x="19686627" y="4336820"/>
                </a:cubicBezTo>
                <a:close/>
                <a:moveTo>
                  <a:pt x="9975299" y="4336814"/>
                </a:moveTo>
                <a:cubicBezTo>
                  <a:pt x="9975299" y="4356158"/>
                  <a:pt x="9987121" y="4362606"/>
                  <a:pt x="10000017" y="4362606"/>
                </a:cubicBezTo>
                <a:cubicBezTo>
                  <a:pt x="10000017" y="4343262"/>
                  <a:pt x="9987121" y="4336814"/>
                  <a:pt x="9975299" y="4336814"/>
                </a:cubicBezTo>
                <a:close/>
                <a:moveTo>
                  <a:pt x="12145384" y="4332868"/>
                </a:moveTo>
                <a:cubicBezTo>
                  <a:pt x="12158629" y="4333658"/>
                  <a:pt x="12170219" y="4339978"/>
                  <a:pt x="12170219" y="4362097"/>
                </a:cubicBezTo>
                <a:cubicBezTo>
                  <a:pt x="12143728" y="4362097"/>
                  <a:pt x="12130483" y="4355778"/>
                  <a:pt x="12130483" y="4398962"/>
                </a:cubicBezTo>
                <a:cubicBezTo>
                  <a:pt x="12123860" y="4430561"/>
                  <a:pt x="12110615" y="4424241"/>
                  <a:pt x="12090747" y="4424241"/>
                </a:cubicBezTo>
                <a:cubicBezTo>
                  <a:pt x="12097370" y="4398962"/>
                  <a:pt x="12103992" y="4368417"/>
                  <a:pt x="12110615" y="4336818"/>
                </a:cubicBezTo>
                <a:cubicBezTo>
                  <a:pt x="12117237" y="4336818"/>
                  <a:pt x="12132138" y="4332078"/>
                  <a:pt x="12145384" y="4332868"/>
                </a:cubicBezTo>
                <a:close/>
                <a:moveTo>
                  <a:pt x="11874848" y="4313538"/>
                </a:moveTo>
                <a:cubicBezTo>
                  <a:pt x="11882156" y="4311931"/>
                  <a:pt x="11889257" y="4312099"/>
                  <a:pt x="11895870" y="4315004"/>
                </a:cubicBezTo>
                <a:cubicBezTo>
                  <a:pt x="11904688" y="4318878"/>
                  <a:pt x="11912636" y="4327619"/>
                  <a:pt x="11919049" y="4343511"/>
                </a:cubicBezTo>
                <a:cubicBezTo>
                  <a:pt x="11880574" y="4356225"/>
                  <a:pt x="11843167" y="4368939"/>
                  <a:pt x="11811104" y="4349868"/>
                </a:cubicBezTo>
                <a:cubicBezTo>
                  <a:pt x="11829139" y="4339141"/>
                  <a:pt x="11852924" y="4318357"/>
                  <a:pt x="11874848" y="4313538"/>
                </a:cubicBezTo>
                <a:close/>
                <a:moveTo>
                  <a:pt x="16957107" y="4313124"/>
                </a:moveTo>
                <a:cubicBezTo>
                  <a:pt x="16982835" y="4326250"/>
                  <a:pt x="17007495" y="4339375"/>
                  <a:pt x="17033223" y="4352500"/>
                </a:cubicBezTo>
                <a:cubicBezTo>
                  <a:pt x="17007495" y="4397345"/>
                  <a:pt x="16969971" y="4365626"/>
                  <a:pt x="16944243" y="4365626"/>
                </a:cubicBezTo>
                <a:cubicBezTo>
                  <a:pt x="16944243" y="4345938"/>
                  <a:pt x="16950675" y="4332812"/>
                  <a:pt x="16957107" y="4313124"/>
                </a:cubicBezTo>
                <a:close/>
                <a:moveTo>
                  <a:pt x="19636411" y="4303641"/>
                </a:moveTo>
                <a:cubicBezTo>
                  <a:pt x="19649051" y="4310062"/>
                  <a:pt x="19660635" y="4316484"/>
                  <a:pt x="19673275" y="4316484"/>
                </a:cubicBezTo>
                <a:cubicBezTo>
                  <a:pt x="19660635" y="4329326"/>
                  <a:pt x="19649051" y="4335747"/>
                  <a:pt x="19636411" y="4303641"/>
                </a:cubicBezTo>
                <a:close/>
                <a:moveTo>
                  <a:pt x="16298638" y="4303641"/>
                </a:moveTo>
                <a:cubicBezTo>
                  <a:pt x="16298638" y="4322905"/>
                  <a:pt x="16292650" y="4335747"/>
                  <a:pt x="16280676" y="4335747"/>
                </a:cubicBezTo>
                <a:cubicBezTo>
                  <a:pt x="16280676" y="4316484"/>
                  <a:pt x="16286664" y="4303641"/>
                  <a:pt x="16298638" y="4303641"/>
                </a:cubicBezTo>
                <a:close/>
                <a:moveTo>
                  <a:pt x="11958035" y="4303641"/>
                </a:moveTo>
                <a:cubicBezTo>
                  <a:pt x="11976481" y="4303641"/>
                  <a:pt x="11994927" y="4303641"/>
                  <a:pt x="11994927" y="4335747"/>
                </a:cubicBezTo>
                <a:cubicBezTo>
                  <a:pt x="11982630" y="4335747"/>
                  <a:pt x="11958035" y="4335747"/>
                  <a:pt x="11958035" y="4303641"/>
                </a:cubicBezTo>
                <a:close/>
                <a:moveTo>
                  <a:pt x="10835613" y="4303641"/>
                </a:moveTo>
                <a:cubicBezTo>
                  <a:pt x="10841762" y="4322256"/>
                  <a:pt x="10841762" y="4340870"/>
                  <a:pt x="10847910" y="4359485"/>
                </a:cubicBezTo>
                <a:cubicBezTo>
                  <a:pt x="10835613" y="4359485"/>
                  <a:pt x="10823315" y="4359485"/>
                  <a:pt x="10811018" y="4359485"/>
                </a:cubicBezTo>
                <a:cubicBezTo>
                  <a:pt x="10818191" y="4340870"/>
                  <a:pt x="10823315" y="4322256"/>
                  <a:pt x="10835613" y="4303641"/>
                </a:cubicBezTo>
                <a:close/>
                <a:moveTo>
                  <a:pt x="16846687" y="4300601"/>
                </a:moveTo>
                <a:cubicBezTo>
                  <a:pt x="16858323" y="4299009"/>
                  <a:pt x="16872283" y="4303784"/>
                  <a:pt x="16881591" y="4303784"/>
                </a:cubicBezTo>
                <a:cubicBezTo>
                  <a:pt x="16881591" y="4354716"/>
                  <a:pt x="16844363" y="4335617"/>
                  <a:pt x="16825747" y="4335617"/>
                </a:cubicBezTo>
                <a:cubicBezTo>
                  <a:pt x="16825747" y="4310150"/>
                  <a:pt x="16835055" y="4302192"/>
                  <a:pt x="16846687" y="4300601"/>
                </a:cubicBezTo>
                <a:close/>
                <a:moveTo>
                  <a:pt x="15149724" y="4300601"/>
                </a:moveTo>
                <a:cubicBezTo>
                  <a:pt x="15161310" y="4299009"/>
                  <a:pt x="15175266" y="4303784"/>
                  <a:pt x="15184746" y="4303784"/>
                </a:cubicBezTo>
                <a:cubicBezTo>
                  <a:pt x="15184746" y="4354716"/>
                  <a:pt x="15146828" y="4335617"/>
                  <a:pt x="15128922" y="4335617"/>
                </a:cubicBezTo>
                <a:cubicBezTo>
                  <a:pt x="15128922" y="4310150"/>
                  <a:pt x="15138138" y="4302192"/>
                  <a:pt x="15149724" y="4300601"/>
                </a:cubicBezTo>
                <a:close/>
                <a:moveTo>
                  <a:pt x="11661276" y="4300601"/>
                </a:moveTo>
                <a:cubicBezTo>
                  <a:pt x="11672863" y="4299009"/>
                  <a:pt x="11686819" y="4303784"/>
                  <a:pt x="11696299" y="4303784"/>
                </a:cubicBezTo>
                <a:cubicBezTo>
                  <a:pt x="11696299" y="4354716"/>
                  <a:pt x="11658380" y="4335617"/>
                  <a:pt x="11640474" y="4335617"/>
                </a:cubicBezTo>
                <a:cubicBezTo>
                  <a:pt x="11640474" y="4310150"/>
                  <a:pt x="11649690" y="4302192"/>
                  <a:pt x="11661276" y="4300601"/>
                </a:cubicBezTo>
                <a:close/>
                <a:moveTo>
                  <a:pt x="19015507" y="4284684"/>
                </a:moveTo>
                <a:cubicBezTo>
                  <a:pt x="19034463" y="4284684"/>
                  <a:pt x="19053423" y="4284684"/>
                  <a:pt x="19071327" y="4284684"/>
                </a:cubicBezTo>
                <a:cubicBezTo>
                  <a:pt x="19077647" y="4311174"/>
                  <a:pt x="19090287" y="4337664"/>
                  <a:pt x="19090287" y="4364154"/>
                </a:cubicBezTo>
                <a:cubicBezTo>
                  <a:pt x="19065007" y="4337664"/>
                  <a:pt x="19039731" y="4311174"/>
                  <a:pt x="19015507" y="4284684"/>
                </a:cubicBezTo>
                <a:close/>
                <a:moveTo>
                  <a:pt x="17375559" y="4284681"/>
                </a:moveTo>
                <a:cubicBezTo>
                  <a:pt x="17420283" y="4297091"/>
                  <a:pt x="17466099" y="4303296"/>
                  <a:pt x="17511919" y="4315706"/>
                </a:cubicBezTo>
                <a:cubicBezTo>
                  <a:pt x="17498827" y="4340525"/>
                  <a:pt x="17472647" y="4321910"/>
                  <a:pt x="17453011" y="4315706"/>
                </a:cubicBezTo>
                <a:cubicBezTo>
                  <a:pt x="17426827" y="4303296"/>
                  <a:pt x="17400647" y="4297091"/>
                  <a:pt x="17375559" y="4284681"/>
                </a:cubicBezTo>
                <a:close/>
                <a:moveTo>
                  <a:pt x="10128997" y="4272551"/>
                </a:moveTo>
                <a:cubicBezTo>
                  <a:pt x="10131242" y="4269139"/>
                  <a:pt x="10135733" y="4269139"/>
                  <a:pt x="10141720" y="4272551"/>
                </a:cubicBezTo>
                <a:cubicBezTo>
                  <a:pt x="10135733" y="4279376"/>
                  <a:pt x="10129745" y="4286201"/>
                  <a:pt x="10129745" y="4293026"/>
                </a:cubicBezTo>
                <a:cubicBezTo>
                  <a:pt x="10126752" y="4282788"/>
                  <a:pt x="10126752" y="4275964"/>
                  <a:pt x="10128997" y="4272551"/>
                </a:cubicBezTo>
                <a:close/>
                <a:moveTo>
                  <a:pt x="16582964" y="4270465"/>
                </a:moveTo>
                <a:cubicBezTo>
                  <a:pt x="16582964" y="4289730"/>
                  <a:pt x="16576644" y="4302574"/>
                  <a:pt x="16565058" y="4302574"/>
                </a:cubicBezTo>
                <a:cubicBezTo>
                  <a:pt x="16565058" y="4283309"/>
                  <a:pt x="16571378" y="4270465"/>
                  <a:pt x="16582964" y="4270465"/>
                </a:cubicBezTo>
                <a:close/>
                <a:moveTo>
                  <a:pt x="16222802" y="4270465"/>
                </a:moveTo>
                <a:cubicBezTo>
                  <a:pt x="16222802" y="4289730"/>
                  <a:pt x="16216814" y="4302574"/>
                  <a:pt x="16204838" y="4302574"/>
                </a:cubicBezTo>
                <a:cubicBezTo>
                  <a:pt x="16204838" y="4283309"/>
                  <a:pt x="16210826" y="4270465"/>
                  <a:pt x="16222802" y="4270465"/>
                </a:cubicBezTo>
                <a:close/>
                <a:moveTo>
                  <a:pt x="12114446" y="4270465"/>
                </a:moveTo>
                <a:cubicBezTo>
                  <a:pt x="12126421" y="4270465"/>
                  <a:pt x="12132408" y="4283309"/>
                  <a:pt x="12132408" y="4302574"/>
                </a:cubicBezTo>
                <a:cubicBezTo>
                  <a:pt x="12120433" y="4302574"/>
                  <a:pt x="12114446" y="4289730"/>
                  <a:pt x="12114446" y="4270465"/>
                </a:cubicBezTo>
                <a:close/>
                <a:moveTo>
                  <a:pt x="19875043" y="4270462"/>
                </a:moveTo>
                <a:cubicBezTo>
                  <a:pt x="19894195" y="4277076"/>
                  <a:pt x="19906963" y="4283689"/>
                  <a:pt x="19919731" y="4290303"/>
                </a:cubicBezTo>
                <a:cubicBezTo>
                  <a:pt x="19906963" y="4316757"/>
                  <a:pt x="19881427" y="4296916"/>
                  <a:pt x="19868659" y="4290303"/>
                </a:cubicBezTo>
                <a:cubicBezTo>
                  <a:pt x="19868659" y="4283689"/>
                  <a:pt x="19868659" y="4277076"/>
                  <a:pt x="19875043" y="4270462"/>
                </a:cubicBezTo>
                <a:close/>
                <a:moveTo>
                  <a:pt x="17622023" y="4270462"/>
                </a:moveTo>
                <a:cubicBezTo>
                  <a:pt x="17641663" y="4276819"/>
                  <a:pt x="17772603" y="4289533"/>
                  <a:pt x="17726775" y="4359459"/>
                </a:cubicBezTo>
                <a:cubicBezTo>
                  <a:pt x="17700587" y="4359459"/>
                  <a:pt x="17687491" y="4334031"/>
                  <a:pt x="17661303" y="4334031"/>
                </a:cubicBezTo>
                <a:cubicBezTo>
                  <a:pt x="17648211" y="4334031"/>
                  <a:pt x="17635115" y="4334031"/>
                  <a:pt x="17622023" y="4334031"/>
                </a:cubicBezTo>
                <a:cubicBezTo>
                  <a:pt x="17622023" y="4314961"/>
                  <a:pt x="17622023" y="4289533"/>
                  <a:pt x="17622023" y="4270462"/>
                </a:cubicBezTo>
                <a:close/>
                <a:moveTo>
                  <a:pt x="10190116" y="4270462"/>
                </a:moveTo>
                <a:cubicBezTo>
                  <a:pt x="10202755" y="4270462"/>
                  <a:pt x="10214341" y="4270462"/>
                  <a:pt x="10226980" y="4270462"/>
                </a:cubicBezTo>
                <a:cubicBezTo>
                  <a:pt x="10214341" y="4296953"/>
                  <a:pt x="10208021" y="4323444"/>
                  <a:pt x="10202755" y="4349934"/>
                </a:cubicBezTo>
                <a:cubicBezTo>
                  <a:pt x="10195382" y="4323444"/>
                  <a:pt x="10190116" y="4303576"/>
                  <a:pt x="10190116" y="4270462"/>
                </a:cubicBezTo>
                <a:close/>
                <a:moveTo>
                  <a:pt x="10124654" y="4270462"/>
                </a:moveTo>
                <a:cubicBezTo>
                  <a:pt x="10136951" y="4295890"/>
                  <a:pt x="10130803" y="4334031"/>
                  <a:pt x="10130803" y="4359459"/>
                </a:cubicBezTo>
                <a:cubicBezTo>
                  <a:pt x="10118505" y="4353102"/>
                  <a:pt x="10106208" y="4346745"/>
                  <a:pt x="10100059" y="4340388"/>
                </a:cubicBezTo>
                <a:cubicBezTo>
                  <a:pt x="10106208" y="4314961"/>
                  <a:pt x="10112356" y="4289533"/>
                  <a:pt x="10124654" y="4270462"/>
                </a:cubicBezTo>
                <a:close/>
                <a:moveTo>
                  <a:pt x="10092404" y="4257651"/>
                </a:moveTo>
                <a:cubicBezTo>
                  <a:pt x="10094045" y="4256114"/>
                  <a:pt x="10094865" y="4257267"/>
                  <a:pt x="10095172" y="4259861"/>
                </a:cubicBezTo>
                <a:lnTo>
                  <a:pt x="10095141" y="4260982"/>
                </a:lnTo>
                <a:lnTo>
                  <a:pt x="10108541" y="4260982"/>
                </a:lnTo>
                <a:cubicBezTo>
                  <a:pt x="10105548" y="4264264"/>
                  <a:pt x="10102554" y="4267546"/>
                  <a:pt x="10099560" y="4268367"/>
                </a:cubicBezTo>
                <a:lnTo>
                  <a:pt x="10095037" y="4264647"/>
                </a:lnTo>
                <a:lnTo>
                  <a:pt x="10094865" y="4270717"/>
                </a:lnTo>
                <a:cubicBezTo>
                  <a:pt x="10094045" y="4279171"/>
                  <a:pt x="10092404" y="4288394"/>
                  <a:pt x="10092404" y="4288394"/>
                </a:cubicBezTo>
                <a:cubicBezTo>
                  <a:pt x="10092404" y="4282246"/>
                  <a:pt x="10085841" y="4276097"/>
                  <a:pt x="10085841" y="4269948"/>
                </a:cubicBezTo>
                <a:cubicBezTo>
                  <a:pt x="10085841" y="4263800"/>
                  <a:pt x="10085841" y="4263800"/>
                  <a:pt x="10092404" y="4257651"/>
                </a:cubicBezTo>
                <a:close/>
                <a:moveTo>
                  <a:pt x="19830739" y="4246766"/>
                </a:moveTo>
                <a:cubicBezTo>
                  <a:pt x="19843379" y="4253187"/>
                  <a:pt x="19856019" y="4253187"/>
                  <a:pt x="19867603" y="4259609"/>
                </a:cubicBezTo>
                <a:cubicBezTo>
                  <a:pt x="19856019" y="4278872"/>
                  <a:pt x="19830739" y="4278872"/>
                  <a:pt x="19830739" y="4246766"/>
                </a:cubicBezTo>
                <a:close/>
                <a:moveTo>
                  <a:pt x="16767872" y="4246766"/>
                </a:moveTo>
                <a:cubicBezTo>
                  <a:pt x="16767872" y="4267241"/>
                  <a:pt x="16761884" y="4274066"/>
                  <a:pt x="16749910" y="4274066"/>
                </a:cubicBezTo>
                <a:cubicBezTo>
                  <a:pt x="16749910" y="4253591"/>
                  <a:pt x="16755898" y="4246766"/>
                  <a:pt x="16767872" y="4246766"/>
                </a:cubicBezTo>
                <a:close/>
                <a:moveTo>
                  <a:pt x="15981076" y="4246766"/>
                </a:moveTo>
                <a:cubicBezTo>
                  <a:pt x="15981076" y="4267241"/>
                  <a:pt x="15975088" y="4274066"/>
                  <a:pt x="15963114" y="4274066"/>
                </a:cubicBezTo>
                <a:cubicBezTo>
                  <a:pt x="15963114" y="4253591"/>
                  <a:pt x="15969100" y="4246766"/>
                  <a:pt x="15981076" y="4246766"/>
                </a:cubicBezTo>
                <a:close/>
                <a:moveTo>
                  <a:pt x="14786664" y="4246766"/>
                </a:moveTo>
                <a:cubicBezTo>
                  <a:pt x="14786664" y="4267241"/>
                  <a:pt x="14780677" y="4274066"/>
                  <a:pt x="14768702" y="4274066"/>
                </a:cubicBezTo>
                <a:cubicBezTo>
                  <a:pt x="14768702" y="4253591"/>
                  <a:pt x="14780677" y="4246766"/>
                  <a:pt x="14786664" y="4246766"/>
                </a:cubicBezTo>
                <a:close/>
                <a:moveTo>
                  <a:pt x="13279425" y="4246766"/>
                </a:moveTo>
                <a:cubicBezTo>
                  <a:pt x="13279425" y="4267241"/>
                  <a:pt x="13272440" y="4274066"/>
                  <a:pt x="13261463" y="4274066"/>
                </a:cubicBezTo>
                <a:cubicBezTo>
                  <a:pt x="13261463" y="4253591"/>
                  <a:pt x="13267450" y="4246766"/>
                  <a:pt x="13279425" y="4246766"/>
                </a:cubicBezTo>
                <a:close/>
                <a:moveTo>
                  <a:pt x="9469676" y="4246766"/>
                </a:moveTo>
                <a:cubicBezTo>
                  <a:pt x="9483326" y="4246766"/>
                  <a:pt x="9496976" y="4253591"/>
                  <a:pt x="9496976" y="4274066"/>
                </a:cubicBezTo>
                <a:cubicBezTo>
                  <a:pt x="9483326" y="4274066"/>
                  <a:pt x="9469676" y="4267241"/>
                  <a:pt x="9469676" y="4246766"/>
                </a:cubicBezTo>
                <a:close/>
                <a:moveTo>
                  <a:pt x="18870019" y="4242537"/>
                </a:moveTo>
                <a:cubicBezTo>
                  <a:pt x="18878579" y="4243305"/>
                  <a:pt x="18886479" y="4250991"/>
                  <a:pt x="18886479" y="4269437"/>
                </a:cubicBezTo>
                <a:cubicBezTo>
                  <a:pt x="18873839" y="4263289"/>
                  <a:pt x="18861199" y="4263289"/>
                  <a:pt x="18849615" y="4257140"/>
                </a:cubicBezTo>
                <a:cubicBezTo>
                  <a:pt x="18852247" y="4247917"/>
                  <a:pt x="18861463" y="4241768"/>
                  <a:pt x="18870019" y="4242537"/>
                </a:cubicBezTo>
                <a:close/>
                <a:moveTo>
                  <a:pt x="17335999" y="4242218"/>
                </a:moveTo>
                <a:cubicBezTo>
                  <a:pt x="17351727" y="4242218"/>
                  <a:pt x="17364975" y="4248603"/>
                  <a:pt x="17364975" y="4274140"/>
                </a:cubicBezTo>
                <a:cubicBezTo>
                  <a:pt x="17338483" y="4267756"/>
                  <a:pt x="17311991" y="4267756"/>
                  <a:pt x="17285503" y="4261371"/>
                </a:cubicBezTo>
                <a:cubicBezTo>
                  <a:pt x="17285503" y="4254987"/>
                  <a:pt x="17292123" y="4248603"/>
                  <a:pt x="17292123" y="4248603"/>
                </a:cubicBezTo>
                <a:cubicBezTo>
                  <a:pt x="17302059" y="4248603"/>
                  <a:pt x="17320271" y="4242218"/>
                  <a:pt x="17335999" y="4242218"/>
                </a:cubicBezTo>
                <a:close/>
                <a:moveTo>
                  <a:pt x="14599314" y="4227806"/>
                </a:moveTo>
                <a:cubicBezTo>
                  <a:pt x="14599314" y="4234227"/>
                  <a:pt x="14605302" y="4240649"/>
                  <a:pt x="14611289" y="4247070"/>
                </a:cubicBezTo>
                <a:cubicBezTo>
                  <a:pt x="14599314" y="4253491"/>
                  <a:pt x="14599314" y="4259912"/>
                  <a:pt x="14593327" y="4247070"/>
                </a:cubicBezTo>
                <a:cubicBezTo>
                  <a:pt x="14593327" y="4240649"/>
                  <a:pt x="14593327" y="4234227"/>
                  <a:pt x="14599314" y="4227806"/>
                </a:cubicBezTo>
                <a:close/>
                <a:moveTo>
                  <a:pt x="12754312" y="4214995"/>
                </a:moveTo>
                <a:cubicBezTo>
                  <a:pt x="12766609" y="4214995"/>
                  <a:pt x="12791204" y="4208846"/>
                  <a:pt x="12791204" y="4245738"/>
                </a:cubicBezTo>
                <a:cubicBezTo>
                  <a:pt x="12772758" y="4245738"/>
                  <a:pt x="12754312" y="4245738"/>
                  <a:pt x="12754312" y="4214995"/>
                </a:cubicBezTo>
                <a:close/>
                <a:moveTo>
                  <a:pt x="9621713" y="4214304"/>
                </a:moveTo>
                <a:cubicBezTo>
                  <a:pt x="9621713" y="4233648"/>
                  <a:pt x="9628162" y="4246544"/>
                  <a:pt x="9641058" y="4246544"/>
                </a:cubicBezTo>
                <a:cubicBezTo>
                  <a:pt x="9641058" y="4220752"/>
                  <a:pt x="9634610" y="4214304"/>
                  <a:pt x="9621713" y="4214304"/>
                </a:cubicBezTo>
                <a:close/>
                <a:moveTo>
                  <a:pt x="20260963" y="4213587"/>
                </a:moveTo>
                <a:cubicBezTo>
                  <a:pt x="20260963" y="4232852"/>
                  <a:pt x="20260963" y="4245696"/>
                  <a:pt x="20247839" y="4245696"/>
                </a:cubicBezTo>
                <a:cubicBezTo>
                  <a:pt x="20247839" y="4226431"/>
                  <a:pt x="20247839" y="4213587"/>
                  <a:pt x="20260963" y="4213587"/>
                </a:cubicBezTo>
                <a:close/>
                <a:moveTo>
                  <a:pt x="17242847" y="4213587"/>
                </a:moveTo>
                <a:cubicBezTo>
                  <a:pt x="17255143" y="4213587"/>
                  <a:pt x="17267439" y="4220009"/>
                  <a:pt x="17279739" y="4226431"/>
                </a:cubicBezTo>
                <a:cubicBezTo>
                  <a:pt x="17267439" y="4245696"/>
                  <a:pt x="17242847" y="4245696"/>
                  <a:pt x="17242847" y="4213587"/>
                </a:cubicBezTo>
                <a:close/>
                <a:moveTo>
                  <a:pt x="16090088" y="4213587"/>
                </a:moveTo>
                <a:cubicBezTo>
                  <a:pt x="16090088" y="4232852"/>
                  <a:pt x="16084100" y="4245696"/>
                  <a:pt x="16072126" y="4245696"/>
                </a:cubicBezTo>
                <a:cubicBezTo>
                  <a:pt x="16072126" y="4220009"/>
                  <a:pt x="16078114" y="4213587"/>
                  <a:pt x="16090088" y="4213587"/>
                </a:cubicBezTo>
                <a:close/>
                <a:moveTo>
                  <a:pt x="14639700" y="4213587"/>
                </a:moveTo>
                <a:cubicBezTo>
                  <a:pt x="14639700" y="4239274"/>
                  <a:pt x="14627403" y="4245696"/>
                  <a:pt x="14615105" y="4245696"/>
                </a:cubicBezTo>
                <a:cubicBezTo>
                  <a:pt x="14608957" y="4239274"/>
                  <a:pt x="14602808" y="4232852"/>
                  <a:pt x="14602808" y="4226431"/>
                </a:cubicBezTo>
                <a:cubicBezTo>
                  <a:pt x="14615105" y="4220009"/>
                  <a:pt x="14627403" y="4213587"/>
                  <a:pt x="14639700" y="4213587"/>
                </a:cubicBezTo>
                <a:close/>
                <a:moveTo>
                  <a:pt x="10920032" y="4213587"/>
                </a:moveTo>
                <a:cubicBezTo>
                  <a:pt x="10932007" y="4213587"/>
                  <a:pt x="10937994" y="4220009"/>
                  <a:pt x="10937994" y="4245696"/>
                </a:cubicBezTo>
                <a:cubicBezTo>
                  <a:pt x="10926019" y="4245696"/>
                  <a:pt x="10920032" y="4232852"/>
                  <a:pt x="10920032" y="4213587"/>
                </a:cubicBezTo>
                <a:close/>
                <a:moveTo>
                  <a:pt x="13204588" y="4213584"/>
                </a:moveTo>
                <a:cubicBezTo>
                  <a:pt x="13217430" y="4219789"/>
                  <a:pt x="13223851" y="4232199"/>
                  <a:pt x="13236694" y="4238404"/>
                </a:cubicBezTo>
                <a:cubicBezTo>
                  <a:pt x="13223851" y="4244609"/>
                  <a:pt x="13217430" y="4257018"/>
                  <a:pt x="13204588" y="4269428"/>
                </a:cubicBezTo>
                <a:cubicBezTo>
                  <a:pt x="13204588" y="4250813"/>
                  <a:pt x="13204588" y="4232199"/>
                  <a:pt x="13204588" y="4213584"/>
                </a:cubicBezTo>
                <a:close/>
                <a:moveTo>
                  <a:pt x="18923703" y="4212190"/>
                </a:moveTo>
                <a:cubicBezTo>
                  <a:pt x="18943103" y="4208403"/>
                  <a:pt x="18966979" y="4235669"/>
                  <a:pt x="18976527" y="4259905"/>
                </a:cubicBezTo>
                <a:cubicBezTo>
                  <a:pt x="18957427" y="4246979"/>
                  <a:pt x="18931959" y="4234053"/>
                  <a:pt x="18906491" y="4227590"/>
                </a:cubicBezTo>
                <a:cubicBezTo>
                  <a:pt x="18911267" y="4218165"/>
                  <a:pt x="18917235" y="4213452"/>
                  <a:pt x="18923703" y="4212190"/>
                </a:cubicBezTo>
                <a:close/>
                <a:moveTo>
                  <a:pt x="9852780" y="4202483"/>
                </a:moveTo>
                <a:lnTo>
                  <a:pt x="9856906" y="4210132"/>
                </a:lnTo>
                <a:lnTo>
                  <a:pt x="9861159" y="4205901"/>
                </a:lnTo>
                <a:close/>
                <a:moveTo>
                  <a:pt x="10206818" y="4198726"/>
                </a:moveTo>
                <a:cubicBezTo>
                  <a:pt x="10225290" y="4201050"/>
                  <a:pt x="10241183" y="4212820"/>
                  <a:pt x="10241183" y="4248399"/>
                </a:cubicBezTo>
                <a:cubicBezTo>
                  <a:pt x="10215533" y="4248399"/>
                  <a:pt x="10171714" y="4248399"/>
                  <a:pt x="10171714" y="4307289"/>
                </a:cubicBezTo>
                <a:cubicBezTo>
                  <a:pt x="10158888" y="4287659"/>
                  <a:pt x="10133238" y="4274572"/>
                  <a:pt x="10133238" y="4235312"/>
                </a:cubicBezTo>
                <a:cubicBezTo>
                  <a:pt x="10133238" y="4203687"/>
                  <a:pt x="10152476" y="4209139"/>
                  <a:pt x="10165301" y="4203687"/>
                </a:cubicBezTo>
                <a:cubicBezTo>
                  <a:pt x="10171714" y="4202051"/>
                  <a:pt x="10179663" y="4200074"/>
                  <a:pt x="10187979" y="4199018"/>
                </a:cubicBezTo>
                <a:cubicBezTo>
                  <a:pt x="10194217" y="4198226"/>
                  <a:pt x="10200660" y="4197951"/>
                  <a:pt x="10206818" y="4198726"/>
                </a:cubicBezTo>
                <a:close/>
                <a:moveTo>
                  <a:pt x="10395818" y="4185241"/>
                </a:moveTo>
                <a:cubicBezTo>
                  <a:pt x="10421253" y="4185241"/>
                  <a:pt x="10414618" y="4220657"/>
                  <a:pt x="10414618" y="4245722"/>
                </a:cubicBezTo>
                <a:cubicBezTo>
                  <a:pt x="10389183" y="4245722"/>
                  <a:pt x="10395818" y="4202902"/>
                  <a:pt x="10395818" y="4185241"/>
                </a:cubicBezTo>
                <a:close/>
                <a:moveTo>
                  <a:pt x="13616354" y="4185241"/>
                </a:moveTo>
                <a:cubicBezTo>
                  <a:pt x="13655456" y="4185241"/>
                  <a:pt x="13701076" y="4185241"/>
                  <a:pt x="13739093" y="4185241"/>
                </a:cubicBezTo>
                <a:cubicBezTo>
                  <a:pt x="13739093" y="4214390"/>
                  <a:pt x="13732576" y="4245722"/>
                  <a:pt x="13706507" y="4245722"/>
                </a:cubicBezTo>
                <a:cubicBezTo>
                  <a:pt x="13668491" y="4245722"/>
                  <a:pt x="13622871" y="4245722"/>
                  <a:pt x="13583768" y="4245722"/>
                </a:cubicBezTo>
                <a:cubicBezTo>
                  <a:pt x="13583768" y="4208124"/>
                  <a:pt x="13590285" y="4185241"/>
                  <a:pt x="13616354" y="4185241"/>
                </a:cubicBezTo>
                <a:close/>
                <a:moveTo>
                  <a:pt x="14146699" y="4185240"/>
                </a:moveTo>
                <a:cubicBezTo>
                  <a:pt x="14146699" y="4204597"/>
                  <a:pt x="14146699" y="4217182"/>
                  <a:pt x="14133574" y="4217182"/>
                </a:cubicBezTo>
                <a:cubicBezTo>
                  <a:pt x="14133574" y="4197732"/>
                  <a:pt x="14133574" y="4185240"/>
                  <a:pt x="14146699" y="4185240"/>
                </a:cubicBezTo>
                <a:close/>
                <a:moveTo>
                  <a:pt x="12862275" y="4185240"/>
                </a:moveTo>
                <a:cubicBezTo>
                  <a:pt x="12862275" y="4204597"/>
                  <a:pt x="12857008" y="4217182"/>
                  <a:pt x="12844368" y="4217182"/>
                </a:cubicBezTo>
                <a:cubicBezTo>
                  <a:pt x="12844368" y="4190868"/>
                  <a:pt x="12850688" y="4185240"/>
                  <a:pt x="12862275" y="4185240"/>
                </a:cubicBezTo>
                <a:close/>
                <a:moveTo>
                  <a:pt x="10320813" y="4184981"/>
                </a:moveTo>
                <a:cubicBezTo>
                  <a:pt x="10320813" y="4215141"/>
                  <a:pt x="10347002" y="4215141"/>
                  <a:pt x="10360096" y="4215141"/>
                </a:cubicBezTo>
                <a:cubicBezTo>
                  <a:pt x="10360096" y="4178497"/>
                  <a:pt x="10340455" y="4184981"/>
                  <a:pt x="10320813" y="4184981"/>
                </a:cubicBezTo>
                <a:close/>
                <a:moveTo>
                  <a:pt x="14358325" y="4182416"/>
                </a:moveTo>
                <a:cubicBezTo>
                  <a:pt x="14369959" y="4181049"/>
                  <a:pt x="14383920" y="4185971"/>
                  <a:pt x="14393227" y="4185971"/>
                </a:cubicBezTo>
                <a:cubicBezTo>
                  <a:pt x="14393227" y="4236192"/>
                  <a:pt x="14355998" y="4216504"/>
                  <a:pt x="14337383" y="4216504"/>
                </a:cubicBezTo>
                <a:cubicBezTo>
                  <a:pt x="14337383" y="4191347"/>
                  <a:pt x="14346690" y="4183783"/>
                  <a:pt x="14358325" y="4182416"/>
                </a:cubicBezTo>
                <a:close/>
                <a:moveTo>
                  <a:pt x="10962691" y="4182260"/>
                </a:moveTo>
                <a:cubicBezTo>
                  <a:pt x="10975534" y="4182260"/>
                  <a:pt x="10994800" y="4175760"/>
                  <a:pt x="10994800" y="4212501"/>
                </a:cubicBezTo>
                <a:cubicBezTo>
                  <a:pt x="10981956" y="4212501"/>
                  <a:pt x="10962691" y="4212501"/>
                  <a:pt x="10962691" y="4182260"/>
                </a:cubicBezTo>
                <a:close/>
                <a:moveTo>
                  <a:pt x="19772839" y="4182259"/>
                </a:moveTo>
                <a:cubicBezTo>
                  <a:pt x="19772839" y="4212501"/>
                  <a:pt x="19754395" y="4212501"/>
                  <a:pt x="19735947" y="4212501"/>
                </a:cubicBezTo>
                <a:cubicBezTo>
                  <a:pt x="19735947" y="4175759"/>
                  <a:pt x="19760543" y="4182259"/>
                  <a:pt x="19772839" y="4182259"/>
                </a:cubicBezTo>
                <a:close/>
                <a:moveTo>
                  <a:pt x="15924684" y="4171024"/>
                </a:moveTo>
                <a:cubicBezTo>
                  <a:pt x="15930832" y="4183508"/>
                  <a:pt x="15936982" y="4194860"/>
                  <a:pt x="15943130" y="4212547"/>
                </a:cubicBezTo>
                <a:cubicBezTo>
                  <a:pt x="15930832" y="4212547"/>
                  <a:pt x="15918536" y="4212547"/>
                  <a:pt x="15906238" y="4212547"/>
                </a:cubicBezTo>
                <a:cubicBezTo>
                  <a:pt x="15912386" y="4194860"/>
                  <a:pt x="15918536" y="4183508"/>
                  <a:pt x="15924684" y="4171024"/>
                </a:cubicBezTo>
                <a:close/>
                <a:moveTo>
                  <a:pt x="16609386" y="4161827"/>
                </a:moveTo>
                <a:cubicBezTo>
                  <a:pt x="16635564" y="4153148"/>
                  <a:pt x="16663570" y="4188276"/>
                  <a:pt x="16687922" y="4211054"/>
                </a:cubicBezTo>
                <a:cubicBezTo>
                  <a:pt x="16713896" y="4230661"/>
                  <a:pt x="16720390" y="4256803"/>
                  <a:pt x="16720390" y="4302552"/>
                </a:cubicBezTo>
                <a:cubicBezTo>
                  <a:pt x="16687922" y="4282945"/>
                  <a:pt x="16655452" y="4263339"/>
                  <a:pt x="16622982" y="4243732"/>
                </a:cubicBezTo>
                <a:cubicBezTo>
                  <a:pt x="16603500" y="4230661"/>
                  <a:pt x="16584018" y="4224125"/>
                  <a:pt x="16584018" y="4187187"/>
                </a:cubicBezTo>
                <a:cubicBezTo>
                  <a:pt x="16592136" y="4172481"/>
                  <a:pt x="16600658" y="4164720"/>
                  <a:pt x="16609386" y="4161827"/>
                </a:cubicBezTo>
                <a:close/>
                <a:moveTo>
                  <a:pt x="15824664" y="4152063"/>
                </a:moveTo>
                <a:cubicBezTo>
                  <a:pt x="15824664" y="4177748"/>
                  <a:pt x="15818676" y="4184169"/>
                  <a:pt x="15806702" y="4184169"/>
                </a:cubicBezTo>
                <a:cubicBezTo>
                  <a:pt x="15806702" y="4158484"/>
                  <a:pt x="15818676" y="4152063"/>
                  <a:pt x="15824664" y="4152063"/>
                </a:cubicBezTo>
                <a:close/>
                <a:moveTo>
                  <a:pt x="10457627" y="4152062"/>
                </a:moveTo>
                <a:cubicBezTo>
                  <a:pt x="10478102" y="4177624"/>
                  <a:pt x="10478102" y="4245698"/>
                  <a:pt x="10450802" y="4245698"/>
                </a:cubicBezTo>
                <a:cubicBezTo>
                  <a:pt x="10457627" y="4213745"/>
                  <a:pt x="10457627" y="4184015"/>
                  <a:pt x="10457627" y="4152062"/>
                </a:cubicBezTo>
                <a:close/>
                <a:moveTo>
                  <a:pt x="10392831" y="4146077"/>
                </a:moveTo>
                <a:cubicBezTo>
                  <a:pt x="10386284" y="4234593"/>
                  <a:pt x="10268437" y="4402094"/>
                  <a:pt x="10242249" y="4247560"/>
                </a:cubicBezTo>
                <a:cubicBezTo>
                  <a:pt x="10255343" y="4247560"/>
                  <a:pt x="10261890" y="4247560"/>
                  <a:pt x="10268437" y="4247560"/>
                </a:cubicBezTo>
                <a:cubicBezTo>
                  <a:pt x="10268437" y="4221625"/>
                  <a:pt x="10261890" y="4215141"/>
                  <a:pt x="10242249" y="4215141"/>
                </a:cubicBezTo>
                <a:cubicBezTo>
                  <a:pt x="10294625" y="4178497"/>
                  <a:pt x="10340455" y="4133110"/>
                  <a:pt x="10392831" y="4146077"/>
                </a:cubicBezTo>
                <a:close/>
                <a:moveTo>
                  <a:pt x="17223883" y="4133111"/>
                </a:moveTo>
                <a:cubicBezTo>
                  <a:pt x="17320723" y="4133111"/>
                  <a:pt x="17403571" y="4190744"/>
                  <a:pt x="17500407" y="4209261"/>
                </a:cubicBezTo>
                <a:cubicBezTo>
                  <a:pt x="17526231" y="4215797"/>
                  <a:pt x="17564967" y="4215797"/>
                  <a:pt x="17584335" y="4255009"/>
                </a:cubicBezTo>
                <a:cubicBezTo>
                  <a:pt x="17597247" y="4307293"/>
                  <a:pt x="17564967" y="4307293"/>
                  <a:pt x="17545599" y="4307293"/>
                </a:cubicBezTo>
                <a:cubicBezTo>
                  <a:pt x="17435851" y="4248474"/>
                  <a:pt x="17333635" y="4190744"/>
                  <a:pt x="17223883" y="4133111"/>
                </a:cubicBezTo>
                <a:close/>
                <a:moveTo>
                  <a:pt x="10507545" y="4123451"/>
                </a:moveTo>
                <a:cubicBezTo>
                  <a:pt x="10520053" y="4125002"/>
                  <a:pt x="10532429" y="4129655"/>
                  <a:pt x="10544541" y="4132757"/>
                </a:cubicBezTo>
                <a:cubicBezTo>
                  <a:pt x="10526372" y="4160680"/>
                  <a:pt x="10504057" y="4167660"/>
                  <a:pt x="10486036" y="4153699"/>
                </a:cubicBezTo>
                <a:lnTo>
                  <a:pt x="10485752" y="4153333"/>
                </a:lnTo>
                <a:lnTo>
                  <a:pt x="10473929" y="4159591"/>
                </a:lnTo>
                <a:cubicBezTo>
                  <a:pt x="10470517" y="4160393"/>
                  <a:pt x="10467104" y="4158787"/>
                  <a:pt x="10460279" y="4152366"/>
                </a:cubicBezTo>
                <a:lnTo>
                  <a:pt x="10472069" y="4135729"/>
                </a:lnTo>
                <a:lnTo>
                  <a:pt x="10469759" y="4132757"/>
                </a:lnTo>
                <a:cubicBezTo>
                  <a:pt x="10482398" y="4123451"/>
                  <a:pt x="10495038" y="4121900"/>
                  <a:pt x="10507545" y="4123451"/>
                </a:cubicBezTo>
                <a:close/>
                <a:moveTo>
                  <a:pt x="16355418" y="4118885"/>
                </a:moveTo>
                <a:cubicBezTo>
                  <a:pt x="16355418" y="4138147"/>
                  <a:pt x="16355418" y="4150990"/>
                  <a:pt x="16342294" y="4150990"/>
                </a:cubicBezTo>
                <a:cubicBezTo>
                  <a:pt x="16342294" y="4131726"/>
                  <a:pt x="16342294" y="4118885"/>
                  <a:pt x="16355418" y="4118885"/>
                </a:cubicBezTo>
                <a:close/>
                <a:moveTo>
                  <a:pt x="16317568" y="4118881"/>
                </a:moveTo>
                <a:cubicBezTo>
                  <a:pt x="16317568" y="4155772"/>
                  <a:pt x="16292974" y="4149624"/>
                  <a:pt x="16280676" y="4149624"/>
                </a:cubicBezTo>
                <a:cubicBezTo>
                  <a:pt x="16280676" y="4118881"/>
                  <a:pt x="16299122" y="4118881"/>
                  <a:pt x="16317568" y="4118881"/>
                </a:cubicBezTo>
                <a:close/>
                <a:moveTo>
                  <a:pt x="17915123" y="4113134"/>
                </a:moveTo>
                <a:lnTo>
                  <a:pt x="17911147" y="4117810"/>
                </a:lnTo>
                <a:cubicBezTo>
                  <a:pt x="17911147" y="4117810"/>
                  <a:pt x="17912855" y="4115804"/>
                  <a:pt x="17914987" y="4113295"/>
                </a:cubicBezTo>
                <a:close/>
                <a:moveTo>
                  <a:pt x="9809865" y="4112770"/>
                </a:moveTo>
                <a:cubicBezTo>
                  <a:pt x="9811300" y="4113196"/>
                  <a:pt x="9812941" y="4114903"/>
                  <a:pt x="9814581" y="4118314"/>
                </a:cubicBezTo>
                <a:cubicBezTo>
                  <a:pt x="9814581" y="4125140"/>
                  <a:pt x="9808019" y="4131964"/>
                  <a:pt x="9808019" y="4131964"/>
                </a:cubicBezTo>
                <a:cubicBezTo>
                  <a:pt x="9803097" y="4121727"/>
                  <a:pt x="9805558" y="4111490"/>
                  <a:pt x="9809865" y="4112770"/>
                </a:cubicBezTo>
                <a:close/>
                <a:moveTo>
                  <a:pt x="9760697" y="4109923"/>
                </a:moveTo>
                <a:cubicBezTo>
                  <a:pt x="9773427" y="4107595"/>
                  <a:pt x="9789240" y="4113799"/>
                  <a:pt x="9804785" y="4120006"/>
                </a:cubicBezTo>
                <a:cubicBezTo>
                  <a:pt x="9824082" y="4151029"/>
                  <a:pt x="9747966" y="4151029"/>
                  <a:pt x="9735101" y="4151029"/>
                </a:cubicBezTo>
                <a:cubicBezTo>
                  <a:pt x="9738317" y="4123108"/>
                  <a:pt x="9747966" y="4112250"/>
                  <a:pt x="9760697" y="4109923"/>
                </a:cubicBezTo>
                <a:close/>
                <a:moveTo>
                  <a:pt x="17922023" y="4105021"/>
                </a:moveTo>
                <a:lnTo>
                  <a:pt x="17921387" y="4105771"/>
                </a:lnTo>
                <a:lnTo>
                  <a:pt x="17915123" y="4113134"/>
                </a:lnTo>
                <a:close/>
                <a:moveTo>
                  <a:pt x="9821601" y="4102913"/>
                </a:moveTo>
                <a:cubicBezTo>
                  <a:pt x="9822421" y="4104411"/>
                  <a:pt x="9820780" y="4108900"/>
                  <a:pt x="9817499" y="4117882"/>
                </a:cubicBezTo>
                <a:cubicBezTo>
                  <a:pt x="9817499" y="4117882"/>
                  <a:pt x="9810936" y="4111895"/>
                  <a:pt x="9810936" y="4105908"/>
                </a:cubicBezTo>
                <a:cubicBezTo>
                  <a:pt x="9817499" y="4102913"/>
                  <a:pt x="9820780" y="4101417"/>
                  <a:pt x="9821601" y="4102913"/>
                </a:cubicBezTo>
                <a:close/>
                <a:moveTo>
                  <a:pt x="9885021" y="4087636"/>
                </a:moveTo>
                <a:cubicBezTo>
                  <a:pt x="9885021" y="4126322"/>
                  <a:pt x="9904367" y="4119876"/>
                  <a:pt x="9923712" y="4119876"/>
                </a:cubicBezTo>
                <a:cubicBezTo>
                  <a:pt x="9923712" y="4087636"/>
                  <a:pt x="9897918" y="4087636"/>
                  <a:pt x="9885021" y="4087636"/>
                </a:cubicBezTo>
                <a:close/>
                <a:moveTo>
                  <a:pt x="10623518" y="4085706"/>
                </a:moveTo>
                <a:cubicBezTo>
                  <a:pt x="10643993" y="4085706"/>
                  <a:pt x="10637168" y="4131395"/>
                  <a:pt x="10637168" y="4150975"/>
                </a:cubicBezTo>
                <a:cubicBezTo>
                  <a:pt x="10616693" y="4150975"/>
                  <a:pt x="10623518" y="4111813"/>
                  <a:pt x="10623518" y="4085706"/>
                </a:cubicBezTo>
                <a:close/>
                <a:moveTo>
                  <a:pt x="10412881" y="4085706"/>
                </a:moveTo>
                <a:cubicBezTo>
                  <a:pt x="10424856" y="4085706"/>
                  <a:pt x="10430843" y="4098546"/>
                  <a:pt x="10430843" y="4117810"/>
                </a:cubicBezTo>
                <a:cubicBezTo>
                  <a:pt x="10418868" y="4117810"/>
                  <a:pt x="10412881" y="4111390"/>
                  <a:pt x="10412881" y="4085706"/>
                </a:cubicBezTo>
                <a:close/>
                <a:moveTo>
                  <a:pt x="10673567" y="4085706"/>
                </a:moveTo>
                <a:cubicBezTo>
                  <a:pt x="10685542" y="4085706"/>
                  <a:pt x="10691529" y="4098546"/>
                  <a:pt x="10691529" y="4117810"/>
                </a:cubicBezTo>
                <a:cubicBezTo>
                  <a:pt x="10679554" y="4117810"/>
                  <a:pt x="10673567" y="4104969"/>
                  <a:pt x="10673567" y="4085706"/>
                </a:cubicBezTo>
                <a:close/>
                <a:moveTo>
                  <a:pt x="15981076" y="4085705"/>
                </a:moveTo>
                <a:cubicBezTo>
                  <a:pt x="15981076" y="4111389"/>
                  <a:pt x="15975088" y="4117809"/>
                  <a:pt x="15963114" y="4117809"/>
                </a:cubicBezTo>
                <a:cubicBezTo>
                  <a:pt x="15963114" y="4098546"/>
                  <a:pt x="15969100" y="4085705"/>
                  <a:pt x="15981076" y="4085705"/>
                </a:cubicBezTo>
                <a:close/>
                <a:moveTo>
                  <a:pt x="13204588" y="4085705"/>
                </a:moveTo>
                <a:cubicBezTo>
                  <a:pt x="13216563" y="4085705"/>
                  <a:pt x="13222550" y="4098546"/>
                  <a:pt x="13222550" y="4117810"/>
                </a:cubicBezTo>
                <a:cubicBezTo>
                  <a:pt x="13210575" y="4117810"/>
                  <a:pt x="13204588" y="4111389"/>
                  <a:pt x="13204588" y="4085705"/>
                </a:cubicBezTo>
                <a:close/>
                <a:moveTo>
                  <a:pt x="11070709" y="4085705"/>
                </a:moveTo>
                <a:cubicBezTo>
                  <a:pt x="11070709" y="4111389"/>
                  <a:pt x="11064722" y="4117810"/>
                  <a:pt x="11052747" y="4117810"/>
                </a:cubicBezTo>
                <a:cubicBezTo>
                  <a:pt x="11052747" y="4098546"/>
                  <a:pt x="11058734" y="4085705"/>
                  <a:pt x="11070709" y="4085705"/>
                </a:cubicBezTo>
                <a:close/>
                <a:moveTo>
                  <a:pt x="17791655" y="4085705"/>
                </a:moveTo>
                <a:cubicBezTo>
                  <a:pt x="17791655" y="4111388"/>
                  <a:pt x="17785667" y="4117809"/>
                  <a:pt x="17773695" y="4117809"/>
                </a:cubicBezTo>
                <a:cubicBezTo>
                  <a:pt x="17773695" y="4098546"/>
                  <a:pt x="17779683" y="4085705"/>
                  <a:pt x="17791655" y="4085705"/>
                </a:cubicBezTo>
                <a:close/>
                <a:moveTo>
                  <a:pt x="17165983" y="4085705"/>
                </a:moveTo>
                <a:cubicBezTo>
                  <a:pt x="17165983" y="4122594"/>
                  <a:pt x="17147535" y="4116447"/>
                  <a:pt x="17129091" y="4116447"/>
                </a:cubicBezTo>
                <a:cubicBezTo>
                  <a:pt x="17129091" y="4085705"/>
                  <a:pt x="17153683" y="4085705"/>
                  <a:pt x="17165983" y="4085705"/>
                </a:cubicBezTo>
                <a:close/>
                <a:moveTo>
                  <a:pt x="17887451" y="4076241"/>
                </a:moveTo>
                <a:cubicBezTo>
                  <a:pt x="18054043" y="4076241"/>
                  <a:pt x="18220639" y="4166982"/>
                  <a:pt x="18381859" y="4255454"/>
                </a:cubicBezTo>
                <a:cubicBezTo>
                  <a:pt x="18458171" y="4294342"/>
                  <a:pt x="18535559" y="4326748"/>
                  <a:pt x="18606495" y="4372118"/>
                </a:cubicBezTo>
                <a:cubicBezTo>
                  <a:pt x="18637663" y="4391562"/>
                  <a:pt x="18637663" y="4442332"/>
                  <a:pt x="18663459" y="4461776"/>
                </a:cubicBezTo>
                <a:cubicBezTo>
                  <a:pt x="18689255" y="4494183"/>
                  <a:pt x="18727947" y="4507145"/>
                  <a:pt x="18753743" y="4539552"/>
                </a:cubicBezTo>
                <a:cubicBezTo>
                  <a:pt x="18682807" y="4539552"/>
                  <a:pt x="18625843" y="4487701"/>
                  <a:pt x="18561355" y="4455295"/>
                </a:cubicBezTo>
                <a:cubicBezTo>
                  <a:pt x="18529111" y="4442332"/>
                  <a:pt x="18496867" y="4422888"/>
                  <a:pt x="18464619" y="4416407"/>
                </a:cubicBezTo>
                <a:cubicBezTo>
                  <a:pt x="18445275" y="4416407"/>
                  <a:pt x="18432375" y="4435851"/>
                  <a:pt x="18420555" y="4429369"/>
                </a:cubicBezTo>
                <a:cubicBezTo>
                  <a:pt x="18414103" y="4429369"/>
                  <a:pt x="18407655" y="4416407"/>
                  <a:pt x="18394759" y="4416407"/>
                </a:cubicBezTo>
                <a:cubicBezTo>
                  <a:pt x="18401207" y="4403444"/>
                  <a:pt x="18407655" y="4391562"/>
                  <a:pt x="18414103" y="4385080"/>
                </a:cubicBezTo>
                <a:cubicBezTo>
                  <a:pt x="18310923" y="4313786"/>
                  <a:pt x="18195919" y="4173463"/>
                  <a:pt x="18073391" y="4248973"/>
                </a:cubicBezTo>
                <a:cubicBezTo>
                  <a:pt x="18073391" y="4223047"/>
                  <a:pt x="18073391" y="4204684"/>
                  <a:pt x="18073391" y="4186426"/>
                </a:cubicBezTo>
                <a:cubicBezTo>
                  <a:pt x="18066943" y="4179945"/>
                  <a:pt x="18054043" y="4173463"/>
                  <a:pt x="18047595" y="4173463"/>
                </a:cubicBezTo>
                <a:cubicBezTo>
                  <a:pt x="18029323" y="4160501"/>
                  <a:pt x="18009979" y="4154019"/>
                  <a:pt x="17990631" y="4147538"/>
                </a:cubicBezTo>
                <a:cubicBezTo>
                  <a:pt x="17974507" y="4141057"/>
                  <a:pt x="17956775" y="4131335"/>
                  <a:pt x="17939039" y="4119183"/>
                </a:cubicBezTo>
                <a:lnTo>
                  <a:pt x="17922023" y="4105021"/>
                </a:lnTo>
                <a:close/>
                <a:moveTo>
                  <a:pt x="10450799" y="4062004"/>
                </a:moveTo>
                <a:cubicBezTo>
                  <a:pt x="10487691" y="4062004"/>
                  <a:pt x="10487691" y="4062004"/>
                  <a:pt x="10487691" y="4089304"/>
                </a:cubicBezTo>
                <a:cubicBezTo>
                  <a:pt x="10450799" y="4089304"/>
                  <a:pt x="10450799" y="4089304"/>
                  <a:pt x="10450799" y="4062004"/>
                </a:cubicBezTo>
                <a:close/>
                <a:moveTo>
                  <a:pt x="10570538" y="4062002"/>
                </a:moveTo>
                <a:cubicBezTo>
                  <a:pt x="10582513" y="4080617"/>
                  <a:pt x="10582513" y="4117846"/>
                  <a:pt x="10564551" y="4117846"/>
                </a:cubicBezTo>
                <a:cubicBezTo>
                  <a:pt x="10564551" y="4099233"/>
                  <a:pt x="10570538" y="4080617"/>
                  <a:pt x="10570538" y="4062002"/>
                </a:cubicBezTo>
                <a:close/>
                <a:moveTo>
                  <a:pt x="16121250" y="4062002"/>
                </a:moveTo>
                <a:cubicBezTo>
                  <a:pt x="16121250" y="4068208"/>
                  <a:pt x="16127714" y="4068208"/>
                  <a:pt x="16127714" y="4074411"/>
                </a:cubicBezTo>
                <a:cubicBezTo>
                  <a:pt x="16147102" y="4080616"/>
                  <a:pt x="16184804" y="4074411"/>
                  <a:pt x="16184804" y="4117846"/>
                </a:cubicBezTo>
                <a:cubicBezTo>
                  <a:pt x="16160030" y="4117846"/>
                  <a:pt x="16134178" y="4117846"/>
                  <a:pt x="16114788" y="4117846"/>
                </a:cubicBezTo>
                <a:cubicBezTo>
                  <a:pt x="16114788" y="4099231"/>
                  <a:pt x="16114788" y="4080616"/>
                  <a:pt x="16121250" y="4062002"/>
                </a:cubicBezTo>
                <a:close/>
                <a:moveTo>
                  <a:pt x="10716226" y="4062002"/>
                </a:moveTo>
                <a:cubicBezTo>
                  <a:pt x="10729069" y="4074412"/>
                  <a:pt x="10735491" y="4080617"/>
                  <a:pt x="10748335" y="4086822"/>
                </a:cubicBezTo>
                <a:cubicBezTo>
                  <a:pt x="10735491" y="4099233"/>
                  <a:pt x="10722648" y="4105437"/>
                  <a:pt x="10716226" y="4117846"/>
                </a:cubicBezTo>
                <a:cubicBezTo>
                  <a:pt x="10716226" y="4099233"/>
                  <a:pt x="10716226" y="4080617"/>
                  <a:pt x="10716226" y="4062002"/>
                </a:cubicBezTo>
                <a:close/>
                <a:moveTo>
                  <a:pt x="17053255" y="4062001"/>
                </a:moveTo>
                <a:cubicBezTo>
                  <a:pt x="17071871" y="4062001"/>
                  <a:pt x="17090483" y="4062001"/>
                  <a:pt x="17109099" y="4062001"/>
                </a:cubicBezTo>
                <a:cubicBezTo>
                  <a:pt x="17102895" y="4080616"/>
                  <a:pt x="17096691" y="4099231"/>
                  <a:pt x="17090483" y="4117846"/>
                </a:cubicBezTo>
                <a:cubicBezTo>
                  <a:pt x="17078075" y="4105436"/>
                  <a:pt x="17053255" y="4093026"/>
                  <a:pt x="17053255" y="4062001"/>
                </a:cubicBezTo>
                <a:close/>
                <a:moveTo>
                  <a:pt x="11111606" y="4058546"/>
                </a:moveTo>
                <a:cubicBezTo>
                  <a:pt x="11123240" y="4057731"/>
                  <a:pt x="11137201" y="4062625"/>
                  <a:pt x="11146509" y="4062625"/>
                </a:cubicBezTo>
                <a:cubicBezTo>
                  <a:pt x="11146509" y="4108314"/>
                  <a:pt x="11109280" y="4088734"/>
                  <a:pt x="11090665" y="4088734"/>
                </a:cubicBezTo>
                <a:cubicBezTo>
                  <a:pt x="11090665" y="4065888"/>
                  <a:pt x="11099972" y="4059361"/>
                  <a:pt x="11111606" y="4058546"/>
                </a:cubicBezTo>
                <a:close/>
                <a:moveTo>
                  <a:pt x="16128438" y="4043045"/>
                </a:moveTo>
                <a:cubicBezTo>
                  <a:pt x="16135262" y="4049871"/>
                  <a:pt x="16135262" y="4056698"/>
                  <a:pt x="16142088" y="4063520"/>
                </a:cubicBezTo>
                <a:cubicBezTo>
                  <a:pt x="16128438" y="4070346"/>
                  <a:pt x="16114788" y="4063520"/>
                  <a:pt x="16128438" y="4043045"/>
                </a:cubicBezTo>
                <a:close/>
                <a:moveTo>
                  <a:pt x="11317603" y="4043045"/>
                </a:moveTo>
                <a:cubicBezTo>
                  <a:pt x="11324428" y="4049871"/>
                  <a:pt x="11324428" y="4056698"/>
                  <a:pt x="11331253" y="4063520"/>
                </a:cubicBezTo>
                <a:cubicBezTo>
                  <a:pt x="11317603" y="4070346"/>
                  <a:pt x="11303953" y="4063520"/>
                  <a:pt x="11317603" y="4043045"/>
                </a:cubicBezTo>
                <a:close/>
                <a:moveTo>
                  <a:pt x="19837123" y="4042570"/>
                </a:moveTo>
                <a:cubicBezTo>
                  <a:pt x="19838763" y="4040012"/>
                  <a:pt x="19842047" y="4041719"/>
                  <a:pt x="19848611" y="4045133"/>
                </a:cubicBezTo>
                <a:cubicBezTo>
                  <a:pt x="19842047" y="4051955"/>
                  <a:pt x="19842047" y="4058781"/>
                  <a:pt x="19835483" y="4065605"/>
                </a:cubicBezTo>
                <a:cubicBezTo>
                  <a:pt x="19835483" y="4051955"/>
                  <a:pt x="19835483" y="4045132"/>
                  <a:pt x="19837123" y="4042570"/>
                </a:cubicBezTo>
                <a:close/>
                <a:moveTo>
                  <a:pt x="20064619" y="4042570"/>
                </a:moveTo>
                <a:cubicBezTo>
                  <a:pt x="20066247" y="4040012"/>
                  <a:pt x="20069507" y="4041718"/>
                  <a:pt x="20076027" y="4045132"/>
                </a:cubicBezTo>
                <a:cubicBezTo>
                  <a:pt x="20070099" y="4051955"/>
                  <a:pt x="20070099" y="4058781"/>
                  <a:pt x="20062991" y="4065605"/>
                </a:cubicBezTo>
                <a:cubicBezTo>
                  <a:pt x="20062991" y="4051955"/>
                  <a:pt x="20062991" y="4045132"/>
                  <a:pt x="20064619" y="4042570"/>
                </a:cubicBezTo>
                <a:close/>
                <a:moveTo>
                  <a:pt x="10051604" y="4029605"/>
                </a:moveTo>
                <a:cubicBezTo>
                  <a:pt x="10019362" y="4036052"/>
                  <a:pt x="9981747" y="4036052"/>
                  <a:pt x="9955953" y="4074739"/>
                </a:cubicBezTo>
                <a:cubicBezTo>
                  <a:pt x="9981747" y="4074739"/>
                  <a:pt x="10051604" y="4100532"/>
                  <a:pt x="10051604" y="4029605"/>
                </a:cubicBezTo>
                <a:close/>
                <a:moveTo>
                  <a:pt x="15490658" y="4028822"/>
                </a:moveTo>
                <a:cubicBezTo>
                  <a:pt x="15490658" y="4053644"/>
                  <a:pt x="15497484" y="4084667"/>
                  <a:pt x="15470184" y="4084667"/>
                </a:cubicBezTo>
                <a:cubicBezTo>
                  <a:pt x="15470184" y="4059849"/>
                  <a:pt x="15470184" y="4028822"/>
                  <a:pt x="15490658" y="4028822"/>
                </a:cubicBezTo>
                <a:close/>
                <a:moveTo>
                  <a:pt x="10975819" y="4028822"/>
                </a:moveTo>
                <a:cubicBezTo>
                  <a:pt x="10975819" y="4048087"/>
                  <a:pt x="10975819" y="4060930"/>
                  <a:pt x="10962691" y="4060930"/>
                </a:cubicBezTo>
                <a:cubicBezTo>
                  <a:pt x="10962691" y="4041666"/>
                  <a:pt x="10962691" y="4028822"/>
                  <a:pt x="10975819" y="4028822"/>
                </a:cubicBezTo>
                <a:close/>
                <a:moveTo>
                  <a:pt x="15374392" y="4028819"/>
                </a:moveTo>
                <a:cubicBezTo>
                  <a:pt x="15374392" y="4048087"/>
                  <a:pt x="15368404" y="4060930"/>
                  <a:pt x="15356430" y="4060930"/>
                </a:cubicBezTo>
                <a:cubicBezTo>
                  <a:pt x="15356430" y="4041666"/>
                  <a:pt x="15362416" y="4028819"/>
                  <a:pt x="15374392" y="4028819"/>
                </a:cubicBezTo>
                <a:close/>
                <a:moveTo>
                  <a:pt x="19228795" y="4028819"/>
                </a:moveTo>
                <a:cubicBezTo>
                  <a:pt x="19241923" y="4028819"/>
                  <a:pt x="19241923" y="4041665"/>
                  <a:pt x="19241923" y="4060929"/>
                </a:cubicBezTo>
                <a:cubicBezTo>
                  <a:pt x="19228795" y="4060929"/>
                  <a:pt x="19228795" y="4048087"/>
                  <a:pt x="19228795" y="4028819"/>
                </a:cubicBezTo>
                <a:close/>
                <a:moveTo>
                  <a:pt x="9933170" y="4028819"/>
                </a:moveTo>
                <a:lnTo>
                  <a:pt x="9930340" y="4033882"/>
                </a:lnTo>
                <a:lnTo>
                  <a:pt x="9930644" y="4033338"/>
                </a:lnTo>
                <a:cubicBezTo>
                  <a:pt x="9932048" y="4030831"/>
                  <a:pt x="9933170" y="4028819"/>
                  <a:pt x="9933170" y="4028819"/>
                </a:cubicBezTo>
                <a:close/>
                <a:moveTo>
                  <a:pt x="11260567" y="4025783"/>
                </a:moveTo>
                <a:cubicBezTo>
                  <a:pt x="11271022" y="4027374"/>
                  <a:pt x="11279169" y="4035333"/>
                  <a:pt x="11279169" y="4060799"/>
                </a:cubicBezTo>
                <a:cubicBezTo>
                  <a:pt x="11259617" y="4060799"/>
                  <a:pt x="11228116" y="4079899"/>
                  <a:pt x="11228116" y="4028965"/>
                </a:cubicBezTo>
                <a:cubicBezTo>
                  <a:pt x="11237349" y="4028965"/>
                  <a:pt x="11250112" y="4024192"/>
                  <a:pt x="11260567" y="4025783"/>
                </a:cubicBezTo>
                <a:close/>
                <a:moveTo>
                  <a:pt x="17012167" y="4025782"/>
                </a:moveTo>
                <a:cubicBezTo>
                  <a:pt x="17023435" y="4027374"/>
                  <a:pt x="17033211" y="4035333"/>
                  <a:pt x="17033211" y="4060799"/>
                </a:cubicBezTo>
                <a:cubicBezTo>
                  <a:pt x="17013659" y="4060799"/>
                  <a:pt x="16982159" y="4079898"/>
                  <a:pt x="16982159" y="4028962"/>
                </a:cubicBezTo>
                <a:cubicBezTo>
                  <a:pt x="16988135" y="4028962"/>
                  <a:pt x="17000895" y="4024191"/>
                  <a:pt x="17012167" y="4025782"/>
                </a:cubicBezTo>
                <a:close/>
                <a:moveTo>
                  <a:pt x="9924688" y="4014601"/>
                </a:moveTo>
                <a:cubicBezTo>
                  <a:pt x="9930675" y="4014601"/>
                  <a:pt x="9936663" y="4014601"/>
                  <a:pt x="9942650" y="4014601"/>
                </a:cubicBezTo>
                <a:cubicBezTo>
                  <a:pt x="9930675" y="4020588"/>
                  <a:pt x="9936663" y="4032563"/>
                  <a:pt x="9924688" y="4014601"/>
                </a:cubicBezTo>
                <a:close/>
                <a:moveTo>
                  <a:pt x="10691475" y="4009865"/>
                </a:moveTo>
                <a:cubicBezTo>
                  <a:pt x="10663826" y="4021206"/>
                  <a:pt x="10622468" y="4077196"/>
                  <a:pt x="10591392" y="4056286"/>
                </a:cubicBezTo>
                <a:lnTo>
                  <a:pt x="10581228" y="4044994"/>
                </a:lnTo>
                <a:lnTo>
                  <a:pt x="10591993" y="4062312"/>
                </a:lnTo>
                <a:cubicBezTo>
                  <a:pt x="10586006" y="4068734"/>
                  <a:pt x="10580018" y="4075154"/>
                  <a:pt x="10574031" y="4062312"/>
                </a:cubicBezTo>
                <a:lnTo>
                  <a:pt x="10579879" y="4043490"/>
                </a:lnTo>
                <a:lnTo>
                  <a:pt x="10578773" y="4042265"/>
                </a:lnTo>
                <a:cubicBezTo>
                  <a:pt x="10615638" y="4029305"/>
                  <a:pt x="10653556" y="4016347"/>
                  <a:pt x="10691475" y="4009865"/>
                </a:cubicBezTo>
                <a:close/>
                <a:moveTo>
                  <a:pt x="19192671" y="4001460"/>
                </a:moveTo>
                <a:cubicBezTo>
                  <a:pt x="19201123" y="4004904"/>
                  <a:pt x="19208811" y="4016478"/>
                  <a:pt x="19208811" y="4032461"/>
                </a:cubicBezTo>
                <a:cubicBezTo>
                  <a:pt x="19196511" y="4025847"/>
                  <a:pt x="19184215" y="4025847"/>
                  <a:pt x="19171919" y="4019234"/>
                </a:cubicBezTo>
                <a:cubicBezTo>
                  <a:pt x="19174991" y="4002701"/>
                  <a:pt x="19184215" y="3998015"/>
                  <a:pt x="19192671" y="4001460"/>
                </a:cubicBezTo>
                <a:close/>
                <a:moveTo>
                  <a:pt x="15773526" y="4000387"/>
                </a:moveTo>
                <a:cubicBezTo>
                  <a:pt x="15779948" y="4005653"/>
                  <a:pt x="15792790" y="4005653"/>
                  <a:pt x="15805632" y="4011972"/>
                </a:cubicBezTo>
                <a:cubicBezTo>
                  <a:pt x="15799210" y="4024612"/>
                  <a:pt x="15792790" y="4037253"/>
                  <a:pt x="15779948" y="4056211"/>
                </a:cubicBezTo>
                <a:cubicBezTo>
                  <a:pt x="15773526" y="4037253"/>
                  <a:pt x="15773526" y="4018293"/>
                  <a:pt x="15773526" y="4000387"/>
                </a:cubicBezTo>
                <a:close/>
                <a:moveTo>
                  <a:pt x="13336302" y="4000386"/>
                </a:moveTo>
                <a:cubicBezTo>
                  <a:pt x="13336302" y="4019185"/>
                  <a:pt x="13330315" y="4032456"/>
                  <a:pt x="13318340" y="4032456"/>
                </a:cubicBezTo>
                <a:cubicBezTo>
                  <a:pt x="13318340" y="4012553"/>
                  <a:pt x="13324327" y="4000386"/>
                  <a:pt x="13336302" y="4000386"/>
                </a:cubicBezTo>
                <a:close/>
                <a:moveTo>
                  <a:pt x="13241507" y="4000386"/>
                </a:moveTo>
                <a:cubicBezTo>
                  <a:pt x="13241507" y="4019186"/>
                  <a:pt x="13241507" y="4032456"/>
                  <a:pt x="13223545" y="4032456"/>
                </a:cubicBezTo>
                <a:cubicBezTo>
                  <a:pt x="13223545" y="4012554"/>
                  <a:pt x="13229532" y="4000386"/>
                  <a:pt x="13241507" y="4000386"/>
                </a:cubicBezTo>
                <a:close/>
                <a:moveTo>
                  <a:pt x="16962199" y="4000386"/>
                </a:moveTo>
                <a:cubicBezTo>
                  <a:pt x="16962199" y="4019185"/>
                  <a:pt x="16956211" y="4032456"/>
                  <a:pt x="16944239" y="4032456"/>
                </a:cubicBezTo>
                <a:cubicBezTo>
                  <a:pt x="16944239" y="4012553"/>
                  <a:pt x="16950227" y="4000386"/>
                  <a:pt x="16962199" y="4000386"/>
                </a:cubicBezTo>
                <a:close/>
                <a:moveTo>
                  <a:pt x="15303196" y="4000386"/>
                </a:moveTo>
                <a:cubicBezTo>
                  <a:pt x="15303196" y="4005914"/>
                  <a:pt x="15303196" y="4019185"/>
                  <a:pt x="15303196" y="4032456"/>
                </a:cubicBezTo>
                <a:cubicBezTo>
                  <a:pt x="15290070" y="4005914"/>
                  <a:pt x="15290070" y="4005914"/>
                  <a:pt x="15303196" y="4000386"/>
                </a:cubicBezTo>
                <a:close/>
                <a:moveTo>
                  <a:pt x="17702599" y="4000385"/>
                </a:moveTo>
                <a:cubicBezTo>
                  <a:pt x="17715727" y="4000385"/>
                  <a:pt x="17715727" y="4012553"/>
                  <a:pt x="17715727" y="4032456"/>
                </a:cubicBezTo>
                <a:cubicBezTo>
                  <a:pt x="17702599" y="4032456"/>
                  <a:pt x="17702599" y="4019185"/>
                  <a:pt x="17702599" y="4000385"/>
                </a:cubicBezTo>
                <a:close/>
                <a:moveTo>
                  <a:pt x="20033551" y="4000385"/>
                </a:moveTo>
                <a:cubicBezTo>
                  <a:pt x="20033551" y="4019185"/>
                  <a:pt x="20027563" y="4032455"/>
                  <a:pt x="20015587" y="4032455"/>
                </a:cubicBezTo>
                <a:cubicBezTo>
                  <a:pt x="20015587" y="4012553"/>
                  <a:pt x="20021575" y="4000385"/>
                  <a:pt x="20033551" y="4000385"/>
                </a:cubicBezTo>
                <a:close/>
                <a:moveTo>
                  <a:pt x="19578439" y="4000385"/>
                </a:moveTo>
                <a:cubicBezTo>
                  <a:pt x="19578439" y="4019185"/>
                  <a:pt x="19578439" y="4032455"/>
                  <a:pt x="19565315" y="4032455"/>
                </a:cubicBezTo>
                <a:cubicBezTo>
                  <a:pt x="19565315" y="4012553"/>
                  <a:pt x="19565315" y="4000385"/>
                  <a:pt x="19578439" y="4000385"/>
                </a:cubicBezTo>
                <a:close/>
                <a:moveTo>
                  <a:pt x="20602223" y="4000385"/>
                </a:moveTo>
                <a:cubicBezTo>
                  <a:pt x="20602223" y="4019185"/>
                  <a:pt x="20602223" y="4032455"/>
                  <a:pt x="20589099" y="4032455"/>
                </a:cubicBezTo>
                <a:cubicBezTo>
                  <a:pt x="20589099" y="4012553"/>
                  <a:pt x="20589099" y="4000385"/>
                  <a:pt x="20602223" y="4000385"/>
                </a:cubicBezTo>
                <a:close/>
                <a:moveTo>
                  <a:pt x="18617095" y="3982954"/>
                </a:moveTo>
                <a:cubicBezTo>
                  <a:pt x="18612259" y="3991014"/>
                  <a:pt x="18611791" y="3998672"/>
                  <a:pt x="18614007" y="4005724"/>
                </a:cubicBezTo>
                <a:lnTo>
                  <a:pt x="18617895" y="4011435"/>
                </a:lnTo>
                <a:lnTo>
                  <a:pt x="18618999" y="3997137"/>
                </a:lnTo>
                <a:cubicBezTo>
                  <a:pt x="18620627" y="3993124"/>
                  <a:pt x="18623883" y="3993124"/>
                  <a:pt x="18630403" y="4000079"/>
                </a:cubicBezTo>
                <a:cubicBezTo>
                  <a:pt x="18627439" y="4002756"/>
                  <a:pt x="18625959" y="4004093"/>
                  <a:pt x="18624331" y="4006367"/>
                </a:cubicBezTo>
                <a:lnTo>
                  <a:pt x="18619763" y="4014180"/>
                </a:lnTo>
                <a:lnTo>
                  <a:pt x="18627039" y="4024867"/>
                </a:lnTo>
                <a:cubicBezTo>
                  <a:pt x="18638859" y="4036152"/>
                  <a:pt x="18654711" y="4044213"/>
                  <a:pt x="18661159" y="4047437"/>
                </a:cubicBezTo>
                <a:cubicBezTo>
                  <a:pt x="18699851" y="4066777"/>
                  <a:pt x="18738543" y="4105471"/>
                  <a:pt x="18783683" y="4086126"/>
                </a:cubicBezTo>
                <a:cubicBezTo>
                  <a:pt x="18751443" y="4066777"/>
                  <a:pt x="18719199" y="4047437"/>
                  <a:pt x="18680507" y="4028090"/>
                </a:cubicBezTo>
                <a:cubicBezTo>
                  <a:pt x="18661159" y="4015196"/>
                  <a:pt x="18635367" y="4008746"/>
                  <a:pt x="18617095" y="3982954"/>
                </a:cubicBezTo>
                <a:close/>
                <a:moveTo>
                  <a:pt x="15127852" y="3973524"/>
                </a:moveTo>
                <a:cubicBezTo>
                  <a:pt x="15127852" y="4004068"/>
                  <a:pt x="15108586" y="3998802"/>
                  <a:pt x="15095742" y="3998802"/>
                </a:cubicBezTo>
                <a:cubicBezTo>
                  <a:pt x="15095742" y="3967206"/>
                  <a:pt x="15115008" y="3973524"/>
                  <a:pt x="15127852" y="3973524"/>
                </a:cubicBezTo>
                <a:close/>
                <a:moveTo>
                  <a:pt x="16825747" y="3973523"/>
                </a:moveTo>
                <a:cubicBezTo>
                  <a:pt x="16838043" y="3973523"/>
                  <a:pt x="16862639" y="3967206"/>
                  <a:pt x="16862639" y="3998802"/>
                </a:cubicBezTo>
                <a:cubicBezTo>
                  <a:pt x="16850343" y="3998802"/>
                  <a:pt x="16825747" y="4004067"/>
                  <a:pt x="16825747" y="3973523"/>
                </a:cubicBezTo>
                <a:close/>
                <a:moveTo>
                  <a:pt x="17828947" y="3971948"/>
                </a:moveTo>
                <a:cubicBezTo>
                  <a:pt x="17848183" y="4015602"/>
                  <a:pt x="17861011" y="4066705"/>
                  <a:pt x="17867423" y="4117814"/>
                </a:cubicBezTo>
                <a:cubicBezTo>
                  <a:pt x="17841771" y="4117814"/>
                  <a:pt x="17785127" y="4092263"/>
                  <a:pt x="17772299" y="4047544"/>
                </a:cubicBezTo>
                <a:cubicBezTo>
                  <a:pt x="17759475" y="3983660"/>
                  <a:pt x="17804363" y="3978336"/>
                  <a:pt x="17828947" y="3971948"/>
                </a:cubicBezTo>
                <a:close/>
                <a:moveTo>
                  <a:pt x="10976910" y="3971945"/>
                </a:moveTo>
                <a:cubicBezTo>
                  <a:pt x="10988885" y="3971945"/>
                  <a:pt x="10994872" y="3978771"/>
                  <a:pt x="10994872" y="3999245"/>
                </a:cubicBezTo>
                <a:cubicBezTo>
                  <a:pt x="10982897" y="3999245"/>
                  <a:pt x="10976910" y="3991286"/>
                  <a:pt x="10976910" y="3971945"/>
                </a:cubicBezTo>
                <a:close/>
                <a:moveTo>
                  <a:pt x="15925198" y="3971945"/>
                </a:moveTo>
                <a:cubicBezTo>
                  <a:pt x="15937838" y="3971945"/>
                  <a:pt x="15950476" y="3978580"/>
                  <a:pt x="15962062" y="3984110"/>
                </a:cubicBezTo>
                <a:cubicBezTo>
                  <a:pt x="15950476" y="4004015"/>
                  <a:pt x="15925198" y="4004015"/>
                  <a:pt x="15925198" y="3971945"/>
                </a:cubicBezTo>
                <a:close/>
                <a:moveTo>
                  <a:pt x="13601727" y="3971945"/>
                </a:moveTo>
                <a:cubicBezTo>
                  <a:pt x="13601727" y="3991286"/>
                  <a:pt x="13595740" y="3999245"/>
                  <a:pt x="13583765" y="3999245"/>
                </a:cubicBezTo>
                <a:cubicBezTo>
                  <a:pt x="13583765" y="3978771"/>
                  <a:pt x="13589752" y="3971945"/>
                  <a:pt x="13601727" y="3971945"/>
                </a:cubicBezTo>
                <a:close/>
                <a:moveTo>
                  <a:pt x="20541703" y="3971944"/>
                </a:moveTo>
                <a:cubicBezTo>
                  <a:pt x="20548263" y="3978769"/>
                  <a:pt x="20548263" y="3991282"/>
                  <a:pt x="20554827" y="3999245"/>
                </a:cubicBezTo>
                <a:cubicBezTo>
                  <a:pt x="20548263" y="3991282"/>
                  <a:pt x="20541703" y="3984457"/>
                  <a:pt x="20541703" y="3971944"/>
                </a:cubicBezTo>
                <a:close/>
                <a:moveTo>
                  <a:pt x="18565507" y="3971132"/>
                </a:moveTo>
                <a:cubicBezTo>
                  <a:pt x="18565507" y="3989399"/>
                  <a:pt x="18571955" y="3996927"/>
                  <a:pt x="18584851" y="3996927"/>
                </a:cubicBezTo>
                <a:cubicBezTo>
                  <a:pt x="18584851" y="3977580"/>
                  <a:pt x="18571955" y="3971132"/>
                  <a:pt x="18565507" y="3971132"/>
                </a:cubicBezTo>
                <a:close/>
                <a:moveTo>
                  <a:pt x="16566904" y="3967637"/>
                </a:moveTo>
                <a:cubicBezTo>
                  <a:pt x="16578490" y="3967637"/>
                  <a:pt x="16592446" y="3974099"/>
                  <a:pt x="16601926" y="3974099"/>
                </a:cubicBezTo>
                <a:cubicBezTo>
                  <a:pt x="16601926" y="4018266"/>
                  <a:pt x="16565060" y="3999954"/>
                  <a:pt x="16546102" y="3999954"/>
                </a:cubicBezTo>
                <a:cubicBezTo>
                  <a:pt x="16546102" y="3974100"/>
                  <a:pt x="16555318" y="3967637"/>
                  <a:pt x="16566904" y="3967637"/>
                </a:cubicBezTo>
                <a:close/>
                <a:moveTo>
                  <a:pt x="12227107" y="3941563"/>
                </a:moveTo>
                <a:lnTo>
                  <a:pt x="12213982" y="3947178"/>
                </a:lnTo>
                <a:cubicBezTo>
                  <a:pt x="12217214" y="3943976"/>
                  <a:pt x="12222063" y="3942375"/>
                  <a:pt x="12226912" y="3941576"/>
                </a:cubicBezTo>
                <a:close/>
                <a:moveTo>
                  <a:pt x="16526116" y="3940173"/>
                </a:moveTo>
                <a:cubicBezTo>
                  <a:pt x="16526116" y="3970916"/>
                  <a:pt x="16507670" y="3970916"/>
                  <a:pt x="16489224" y="3970916"/>
                </a:cubicBezTo>
                <a:cubicBezTo>
                  <a:pt x="16489224" y="3934026"/>
                  <a:pt x="16507670" y="3940173"/>
                  <a:pt x="16526116" y="3940173"/>
                </a:cubicBezTo>
                <a:close/>
                <a:moveTo>
                  <a:pt x="19526371" y="3940172"/>
                </a:moveTo>
                <a:cubicBezTo>
                  <a:pt x="19526371" y="3970916"/>
                  <a:pt x="19501779" y="3970916"/>
                  <a:pt x="19489479" y="3970916"/>
                </a:cubicBezTo>
                <a:cubicBezTo>
                  <a:pt x="19489479" y="3934025"/>
                  <a:pt x="19507927" y="3940172"/>
                  <a:pt x="19526371" y="3940172"/>
                </a:cubicBezTo>
                <a:close/>
                <a:moveTo>
                  <a:pt x="13460727" y="3938769"/>
                </a:moveTo>
                <a:cubicBezTo>
                  <a:pt x="13473495" y="3952310"/>
                  <a:pt x="13478815" y="3965856"/>
                  <a:pt x="13492647" y="3985036"/>
                </a:cubicBezTo>
                <a:cubicBezTo>
                  <a:pt x="13473495" y="3979396"/>
                  <a:pt x="13441575" y="3972623"/>
                  <a:pt x="13460727" y="3938769"/>
                </a:cubicBezTo>
                <a:close/>
                <a:moveTo>
                  <a:pt x="10133238" y="3938767"/>
                </a:moveTo>
                <a:cubicBezTo>
                  <a:pt x="10145213" y="3938767"/>
                  <a:pt x="10151200" y="3945188"/>
                  <a:pt x="10151200" y="3970875"/>
                </a:cubicBezTo>
                <a:cubicBezTo>
                  <a:pt x="10139225" y="3970875"/>
                  <a:pt x="10133238" y="3958031"/>
                  <a:pt x="10133238" y="3938767"/>
                </a:cubicBezTo>
                <a:close/>
                <a:moveTo>
                  <a:pt x="19735947" y="3938767"/>
                </a:moveTo>
                <a:cubicBezTo>
                  <a:pt x="19747919" y="3938767"/>
                  <a:pt x="19753907" y="3951608"/>
                  <a:pt x="19753907" y="3970875"/>
                </a:cubicBezTo>
                <a:cubicBezTo>
                  <a:pt x="19741931" y="3970875"/>
                  <a:pt x="19735947" y="3958031"/>
                  <a:pt x="19735947" y="3938767"/>
                </a:cubicBezTo>
                <a:close/>
                <a:moveTo>
                  <a:pt x="14881456" y="3938767"/>
                </a:moveTo>
                <a:cubicBezTo>
                  <a:pt x="14881456" y="3958031"/>
                  <a:pt x="14875469" y="3970875"/>
                  <a:pt x="14863494" y="3970875"/>
                </a:cubicBezTo>
                <a:cubicBezTo>
                  <a:pt x="14863494" y="3951608"/>
                  <a:pt x="14869481" y="3938767"/>
                  <a:pt x="14881456" y="3938767"/>
                </a:cubicBezTo>
                <a:close/>
                <a:moveTo>
                  <a:pt x="14925110" y="3938765"/>
                </a:moveTo>
                <a:cubicBezTo>
                  <a:pt x="14936696" y="3938765"/>
                  <a:pt x="14949335" y="3944969"/>
                  <a:pt x="14961974" y="3951175"/>
                </a:cubicBezTo>
                <a:cubicBezTo>
                  <a:pt x="14949335" y="3963581"/>
                  <a:pt x="14936696" y="3975994"/>
                  <a:pt x="14925110" y="3994609"/>
                </a:cubicBezTo>
                <a:cubicBezTo>
                  <a:pt x="14925110" y="3975994"/>
                  <a:pt x="14925110" y="3957378"/>
                  <a:pt x="14925110" y="3938765"/>
                </a:cubicBezTo>
                <a:close/>
                <a:moveTo>
                  <a:pt x="15625454" y="3938765"/>
                </a:moveTo>
                <a:cubicBezTo>
                  <a:pt x="15625454" y="3957378"/>
                  <a:pt x="15625454" y="3994609"/>
                  <a:pt x="15604980" y="3994609"/>
                </a:cubicBezTo>
                <a:cubicBezTo>
                  <a:pt x="15604980" y="3969789"/>
                  <a:pt x="15598154" y="3938765"/>
                  <a:pt x="15625454" y="3938765"/>
                </a:cubicBezTo>
                <a:close/>
                <a:moveTo>
                  <a:pt x="13941227" y="3936396"/>
                </a:moveTo>
                <a:cubicBezTo>
                  <a:pt x="13952861" y="3934737"/>
                  <a:pt x="13966822" y="3939713"/>
                  <a:pt x="13976130" y="3939713"/>
                </a:cubicBezTo>
                <a:cubicBezTo>
                  <a:pt x="13976130" y="3985057"/>
                  <a:pt x="13938901" y="3972892"/>
                  <a:pt x="13920286" y="3972892"/>
                </a:cubicBezTo>
                <a:cubicBezTo>
                  <a:pt x="13920286" y="3946349"/>
                  <a:pt x="13929593" y="3938054"/>
                  <a:pt x="13941227" y="3936396"/>
                </a:cubicBezTo>
                <a:close/>
                <a:moveTo>
                  <a:pt x="12242336" y="3936380"/>
                </a:moveTo>
                <a:lnTo>
                  <a:pt x="12239842" y="3940774"/>
                </a:lnTo>
                <a:lnTo>
                  <a:pt x="12227107" y="3941563"/>
                </a:lnTo>
                <a:lnTo>
                  <a:pt x="12237603" y="3937073"/>
                </a:lnTo>
                <a:close/>
                <a:moveTo>
                  <a:pt x="10939187" y="3929286"/>
                </a:moveTo>
                <a:cubicBezTo>
                  <a:pt x="10945571" y="3929286"/>
                  <a:pt x="10958339" y="3929286"/>
                  <a:pt x="10971107" y="3929286"/>
                </a:cubicBezTo>
                <a:cubicBezTo>
                  <a:pt x="10964723" y="3954755"/>
                  <a:pt x="10964723" y="3973855"/>
                  <a:pt x="10964723" y="3999323"/>
                </a:cubicBezTo>
                <a:cubicBezTo>
                  <a:pt x="10945571" y="3999323"/>
                  <a:pt x="10932803" y="3999323"/>
                  <a:pt x="10920035" y="3999323"/>
                </a:cubicBezTo>
                <a:cubicBezTo>
                  <a:pt x="10926419" y="3973855"/>
                  <a:pt x="10932803" y="3954755"/>
                  <a:pt x="10939187" y="3929286"/>
                </a:cubicBezTo>
                <a:close/>
                <a:moveTo>
                  <a:pt x="13184670" y="3919831"/>
                </a:moveTo>
                <a:cubicBezTo>
                  <a:pt x="13197575" y="3919831"/>
                  <a:pt x="13255648" y="3919831"/>
                  <a:pt x="13229838" y="3952146"/>
                </a:cubicBezTo>
                <a:cubicBezTo>
                  <a:pt x="13197575" y="3989846"/>
                  <a:pt x="13152407" y="3997390"/>
                  <a:pt x="13107238" y="4009238"/>
                </a:cubicBezTo>
                <a:cubicBezTo>
                  <a:pt x="12985714" y="4041556"/>
                  <a:pt x="12863114" y="4054482"/>
                  <a:pt x="12741590" y="4060945"/>
                </a:cubicBezTo>
                <a:cubicBezTo>
                  <a:pt x="12677064" y="4060945"/>
                  <a:pt x="12607160" y="4054482"/>
                  <a:pt x="12542634" y="4060945"/>
                </a:cubicBezTo>
                <a:cubicBezTo>
                  <a:pt x="12523276" y="4060945"/>
                  <a:pt x="12523276" y="4086799"/>
                  <a:pt x="12510371" y="4106189"/>
                </a:cubicBezTo>
                <a:cubicBezTo>
                  <a:pt x="12497466" y="4125578"/>
                  <a:pt x="12465203" y="4112651"/>
                  <a:pt x="12452298" y="4112651"/>
                </a:cubicBezTo>
                <a:cubicBezTo>
                  <a:pt x="12324321" y="4119116"/>
                  <a:pt x="12196344" y="4132041"/>
                  <a:pt x="12073744" y="4164358"/>
                </a:cubicBezTo>
                <a:cubicBezTo>
                  <a:pt x="11817790" y="4213802"/>
                  <a:pt x="11573666" y="4297825"/>
                  <a:pt x="11323089" y="4393697"/>
                </a:cubicBezTo>
                <a:cubicBezTo>
                  <a:pt x="11201565" y="4438940"/>
                  <a:pt x="11078965" y="4490646"/>
                  <a:pt x="10957441" y="4535889"/>
                </a:cubicBezTo>
                <a:cubicBezTo>
                  <a:pt x="10931630" y="4548816"/>
                  <a:pt x="10899367" y="4561742"/>
                  <a:pt x="10867104" y="4581132"/>
                </a:cubicBezTo>
                <a:cubicBezTo>
                  <a:pt x="10847746" y="4587595"/>
                  <a:pt x="10821936" y="4605908"/>
                  <a:pt x="10809031" y="4587595"/>
                </a:cubicBezTo>
                <a:cubicBezTo>
                  <a:pt x="10777843" y="4561742"/>
                  <a:pt x="10809031" y="4490646"/>
                  <a:pt x="10816559" y="4458330"/>
                </a:cubicBezTo>
                <a:cubicBezTo>
                  <a:pt x="10844789" y="4482567"/>
                  <a:pt x="10869994" y="4470448"/>
                  <a:pt x="10883555" y="4435607"/>
                </a:cubicBezTo>
                <a:lnTo>
                  <a:pt x="10892077" y="4397451"/>
                </a:lnTo>
                <a:lnTo>
                  <a:pt x="10891595" y="4396383"/>
                </a:lnTo>
                <a:lnTo>
                  <a:pt x="10892628" y="4394984"/>
                </a:lnTo>
                <a:lnTo>
                  <a:pt x="10892915" y="4393697"/>
                </a:lnTo>
                <a:lnTo>
                  <a:pt x="10893270" y="4394113"/>
                </a:lnTo>
                <a:lnTo>
                  <a:pt x="10898330" y="4387259"/>
                </a:lnTo>
                <a:cubicBezTo>
                  <a:pt x="10900576" y="4387259"/>
                  <a:pt x="10903570" y="4390300"/>
                  <a:pt x="10909557" y="4396383"/>
                </a:cubicBezTo>
                <a:lnTo>
                  <a:pt x="10902831" y="4405328"/>
                </a:lnTo>
                <a:lnTo>
                  <a:pt x="10904711" y="4407532"/>
                </a:lnTo>
                <a:cubicBezTo>
                  <a:pt x="10918322" y="4416318"/>
                  <a:pt x="10936469" y="4411471"/>
                  <a:pt x="10950988" y="4406623"/>
                </a:cubicBezTo>
                <a:cubicBezTo>
                  <a:pt x="10976799" y="4400160"/>
                  <a:pt x="11009062" y="4400160"/>
                  <a:pt x="11033797" y="4393697"/>
                </a:cubicBezTo>
                <a:cubicBezTo>
                  <a:pt x="11027344" y="4381847"/>
                  <a:pt x="11027344" y="4349531"/>
                  <a:pt x="11014439" y="4349531"/>
                </a:cubicBezTo>
                <a:cubicBezTo>
                  <a:pt x="10996157" y="4343068"/>
                  <a:pt x="10970346" y="4362457"/>
                  <a:pt x="10950988" y="4375384"/>
                </a:cubicBezTo>
                <a:cubicBezTo>
                  <a:pt x="10912273" y="4406623"/>
                  <a:pt x="10892915" y="4368921"/>
                  <a:pt x="10867104" y="4330141"/>
                </a:cubicBezTo>
                <a:cubicBezTo>
                  <a:pt x="11252110" y="4183748"/>
                  <a:pt x="11638192" y="4009238"/>
                  <a:pt x="12036104" y="4009238"/>
                </a:cubicBezTo>
                <a:cubicBezTo>
                  <a:pt x="11868336" y="4060945"/>
                  <a:pt x="11708096" y="4132041"/>
                  <a:pt x="11547856" y="4195489"/>
                </a:cubicBezTo>
                <a:cubicBezTo>
                  <a:pt x="11463971" y="4220265"/>
                  <a:pt x="11387615" y="4246118"/>
                  <a:pt x="11310184" y="4265508"/>
                </a:cubicBezTo>
                <a:cubicBezTo>
                  <a:pt x="11265016" y="4271971"/>
                  <a:pt x="11227375" y="4278435"/>
                  <a:pt x="11188660" y="4284898"/>
                </a:cubicBezTo>
                <a:cubicBezTo>
                  <a:pt x="11169302" y="4284898"/>
                  <a:pt x="11149944" y="4284898"/>
                  <a:pt x="11130586" y="4284898"/>
                </a:cubicBezTo>
                <a:cubicBezTo>
                  <a:pt x="11117681" y="4304288"/>
                  <a:pt x="11104776" y="4330141"/>
                  <a:pt x="11091870" y="4349531"/>
                </a:cubicBezTo>
                <a:cubicBezTo>
                  <a:pt x="11219847" y="4323678"/>
                  <a:pt x="11348900" y="4291361"/>
                  <a:pt x="11476877" y="4265508"/>
                </a:cubicBezTo>
                <a:cubicBezTo>
                  <a:pt x="11534950" y="4252582"/>
                  <a:pt x="11593024" y="4220265"/>
                  <a:pt x="11650022" y="4195489"/>
                </a:cubicBezTo>
                <a:cubicBezTo>
                  <a:pt x="11708096" y="4177284"/>
                  <a:pt x="11766169" y="4157895"/>
                  <a:pt x="11824243" y="4138506"/>
                </a:cubicBezTo>
                <a:cubicBezTo>
                  <a:pt x="11945767" y="4099726"/>
                  <a:pt x="12073744" y="4067409"/>
                  <a:pt x="12196344" y="4048019"/>
                </a:cubicBezTo>
                <a:cubicBezTo>
                  <a:pt x="12259794" y="4035093"/>
                  <a:pt x="12324321" y="4022165"/>
                  <a:pt x="12382394" y="4015703"/>
                </a:cubicBezTo>
                <a:cubicBezTo>
                  <a:pt x="12434015" y="4009238"/>
                  <a:pt x="12484561" y="4015703"/>
                  <a:pt x="12529729" y="3971537"/>
                </a:cubicBezTo>
                <a:cubicBezTo>
                  <a:pt x="12748043" y="3952146"/>
                  <a:pt x="12966356" y="3926293"/>
                  <a:pt x="13184670" y="3919831"/>
                </a:cubicBezTo>
                <a:close/>
                <a:moveTo>
                  <a:pt x="14203682" y="3919806"/>
                </a:moveTo>
                <a:cubicBezTo>
                  <a:pt x="14216909" y="3919806"/>
                  <a:pt x="14230136" y="3932578"/>
                  <a:pt x="14236750" y="3938958"/>
                </a:cubicBezTo>
                <a:cubicBezTo>
                  <a:pt x="14223523" y="3951727"/>
                  <a:pt x="14203682" y="3958111"/>
                  <a:pt x="14190455" y="3970880"/>
                </a:cubicBezTo>
                <a:cubicBezTo>
                  <a:pt x="14190455" y="3951727"/>
                  <a:pt x="14197069" y="3932578"/>
                  <a:pt x="14203682" y="3919806"/>
                </a:cubicBezTo>
                <a:close/>
                <a:moveTo>
                  <a:pt x="13443216" y="3919332"/>
                </a:moveTo>
                <a:cubicBezTo>
                  <a:pt x="13444856" y="3916772"/>
                  <a:pt x="13448138" y="3918477"/>
                  <a:pt x="13454700" y="3921891"/>
                </a:cubicBezTo>
                <a:cubicBezTo>
                  <a:pt x="13448138" y="3928714"/>
                  <a:pt x="13441575" y="3935542"/>
                  <a:pt x="13441575" y="3942365"/>
                </a:cubicBezTo>
                <a:cubicBezTo>
                  <a:pt x="13441575" y="3928714"/>
                  <a:pt x="13441575" y="3921891"/>
                  <a:pt x="13443216" y="3919332"/>
                </a:cubicBezTo>
                <a:close/>
                <a:moveTo>
                  <a:pt x="13860136" y="3910327"/>
                </a:moveTo>
                <a:cubicBezTo>
                  <a:pt x="13866610" y="3923040"/>
                  <a:pt x="13879557" y="3935754"/>
                  <a:pt x="13886031" y="3954824"/>
                </a:cubicBezTo>
                <a:cubicBezTo>
                  <a:pt x="13860136" y="3999323"/>
                  <a:pt x="13814819" y="3991909"/>
                  <a:pt x="13782451" y="3991909"/>
                </a:cubicBezTo>
                <a:cubicBezTo>
                  <a:pt x="13724187" y="3991909"/>
                  <a:pt x="13673475" y="3991909"/>
                  <a:pt x="13621685" y="3999323"/>
                </a:cubicBezTo>
                <a:cubicBezTo>
                  <a:pt x="13621685" y="3980253"/>
                  <a:pt x="13621685" y="3961181"/>
                  <a:pt x="13621685" y="3942111"/>
                </a:cubicBezTo>
                <a:cubicBezTo>
                  <a:pt x="13634633" y="3935754"/>
                  <a:pt x="13641106" y="3935754"/>
                  <a:pt x="13654054" y="3935754"/>
                </a:cubicBezTo>
                <a:cubicBezTo>
                  <a:pt x="13673475" y="3935754"/>
                  <a:pt x="13692897" y="3935754"/>
                  <a:pt x="13711239" y="3935754"/>
                </a:cubicBezTo>
                <a:cubicBezTo>
                  <a:pt x="13756555" y="3929396"/>
                  <a:pt x="13801872" y="3929396"/>
                  <a:pt x="13853662" y="3923040"/>
                </a:cubicBezTo>
                <a:cubicBezTo>
                  <a:pt x="13853662" y="3916684"/>
                  <a:pt x="13853662" y="3910327"/>
                  <a:pt x="13860136" y="3910327"/>
                </a:cubicBezTo>
                <a:close/>
                <a:moveTo>
                  <a:pt x="10171155" y="3910325"/>
                </a:moveTo>
                <a:cubicBezTo>
                  <a:pt x="10183130" y="3910325"/>
                  <a:pt x="10189117" y="3923168"/>
                  <a:pt x="10189117" y="3942433"/>
                </a:cubicBezTo>
                <a:cubicBezTo>
                  <a:pt x="10177142" y="3942433"/>
                  <a:pt x="10171155" y="3929588"/>
                  <a:pt x="10171155" y="3910325"/>
                </a:cubicBezTo>
                <a:close/>
                <a:moveTo>
                  <a:pt x="13298330" y="3910324"/>
                </a:moveTo>
                <a:cubicBezTo>
                  <a:pt x="13298330" y="3929587"/>
                  <a:pt x="13292010" y="3942433"/>
                  <a:pt x="13280423" y="3942433"/>
                </a:cubicBezTo>
                <a:cubicBezTo>
                  <a:pt x="13280423" y="3923167"/>
                  <a:pt x="13286743" y="3910324"/>
                  <a:pt x="13298330" y="3910324"/>
                </a:cubicBezTo>
                <a:close/>
                <a:moveTo>
                  <a:pt x="11734271" y="3910324"/>
                </a:moveTo>
                <a:cubicBezTo>
                  <a:pt x="11734271" y="3929588"/>
                  <a:pt x="11728284" y="3942433"/>
                  <a:pt x="11716309" y="3942433"/>
                </a:cubicBezTo>
                <a:cubicBezTo>
                  <a:pt x="11716309" y="3916746"/>
                  <a:pt x="11722296" y="3910324"/>
                  <a:pt x="11734271" y="3910324"/>
                </a:cubicBezTo>
                <a:close/>
                <a:moveTo>
                  <a:pt x="16710998" y="3910324"/>
                </a:moveTo>
                <a:cubicBezTo>
                  <a:pt x="16710998" y="3929586"/>
                  <a:pt x="16705010" y="3942432"/>
                  <a:pt x="16693034" y="3942432"/>
                </a:cubicBezTo>
                <a:cubicBezTo>
                  <a:pt x="16693034" y="3916745"/>
                  <a:pt x="16699022" y="3910324"/>
                  <a:pt x="16710998" y="3910324"/>
                </a:cubicBezTo>
                <a:close/>
                <a:moveTo>
                  <a:pt x="16659854" y="3910324"/>
                </a:moveTo>
                <a:cubicBezTo>
                  <a:pt x="16671828" y="3910324"/>
                  <a:pt x="16677816" y="3916745"/>
                  <a:pt x="16677816" y="3942432"/>
                </a:cubicBezTo>
                <a:cubicBezTo>
                  <a:pt x="16665840" y="3942432"/>
                  <a:pt x="16659854" y="3929586"/>
                  <a:pt x="16659854" y="3910324"/>
                </a:cubicBezTo>
                <a:close/>
                <a:moveTo>
                  <a:pt x="17375559" y="3910323"/>
                </a:moveTo>
                <a:cubicBezTo>
                  <a:pt x="17387855" y="3910323"/>
                  <a:pt x="17399127" y="3910323"/>
                  <a:pt x="17412451" y="3910323"/>
                </a:cubicBezTo>
                <a:cubicBezTo>
                  <a:pt x="17412451" y="3916745"/>
                  <a:pt x="17412451" y="3929586"/>
                  <a:pt x="17412451" y="3942432"/>
                </a:cubicBezTo>
                <a:cubicBezTo>
                  <a:pt x="17399127" y="3942432"/>
                  <a:pt x="17387855" y="3942432"/>
                  <a:pt x="17375559" y="3942432"/>
                </a:cubicBezTo>
                <a:cubicBezTo>
                  <a:pt x="17375559" y="3929586"/>
                  <a:pt x="17375559" y="3916745"/>
                  <a:pt x="17375559" y="3910323"/>
                </a:cubicBezTo>
                <a:close/>
                <a:moveTo>
                  <a:pt x="19579535" y="3910323"/>
                </a:moveTo>
                <a:cubicBezTo>
                  <a:pt x="19591507" y="3910323"/>
                  <a:pt x="19597495" y="3916744"/>
                  <a:pt x="19597495" y="3942431"/>
                </a:cubicBezTo>
                <a:cubicBezTo>
                  <a:pt x="19585523" y="3942431"/>
                  <a:pt x="19579535" y="3929586"/>
                  <a:pt x="19579535" y="3910323"/>
                </a:cubicBezTo>
                <a:close/>
                <a:moveTo>
                  <a:pt x="19451559" y="3910323"/>
                </a:moveTo>
                <a:cubicBezTo>
                  <a:pt x="19463147" y="3910323"/>
                  <a:pt x="19469467" y="3923166"/>
                  <a:pt x="19469467" y="3942431"/>
                </a:cubicBezTo>
                <a:cubicBezTo>
                  <a:pt x="19456827" y="3942431"/>
                  <a:pt x="19451559" y="3929586"/>
                  <a:pt x="19451559" y="3910323"/>
                </a:cubicBezTo>
                <a:close/>
                <a:moveTo>
                  <a:pt x="9711990" y="3908169"/>
                </a:moveTo>
                <a:cubicBezTo>
                  <a:pt x="9711990" y="3927511"/>
                  <a:pt x="9718439" y="3940409"/>
                  <a:pt x="9731335" y="3940409"/>
                </a:cubicBezTo>
                <a:cubicBezTo>
                  <a:pt x="9731335" y="3921065"/>
                  <a:pt x="9724887" y="3908169"/>
                  <a:pt x="9711990" y="3908169"/>
                </a:cubicBezTo>
                <a:close/>
                <a:moveTo>
                  <a:pt x="14696577" y="3907457"/>
                </a:moveTo>
                <a:cubicBezTo>
                  <a:pt x="14696577" y="3947139"/>
                  <a:pt x="14671982" y="3940525"/>
                  <a:pt x="14659685" y="3940525"/>
                </a:cubicBezTo>
                <a:cubicBezTo>
                  <a:pt x="14659685" y="3900843"/>
                  <a:pt x="14678131" y="3907457"/>
                  <a:pt x="14696577" y="3907457"/>
                </a:cubicBezTo>
                <a:close/>
                <a:moveTo>
                  <a:pt x="19034467" y="3906992"/>
                </a:moveTo>
                <a:cubicBezTo>
                  <a:pt x="19053423" y="3906992"/>
                  <a:pt x="19071331" y="3900843"/>
                  <a:pt x="19071331" y="3937736"/>
                </a:cubicBezTo>
                <a:cubicBezTo>
                  <a:pt x="19058691" y="3937736"/>
                  <a:pt x="19034467" y="3937736"/>
                  <a:pt x="19034467" y="3906992"/>
                </a:cubicBezTo>
                <a:close/>
                <a:moveTo>
                  <a:pt x="15364180" y="3890681"/>
                </a:moveTo>
                <a:cubicBezTo>
                  <a:pt x="15386718" y="3889888"/>
                  <a:pt x="15409256" y="3893067"/>
                  <a:pt x="15428808" y="3908982"/>
                </a:cubicBezTo>
                <a:cubicBezTo>
                  <a:pt x="15454876" y="3921714"/>
                  <a:pt x="15402738" y="3947181"/>
                  <a:pt x="15396222" y="3947181"/>
                </a:cubicBezTo>
                <a:cubicBezTo>
                  <a:pt x="15370154" y="3947181"/>
                  <a:pt x="15344084" y="3940814"/>
                  <a:pt x="15319102" y="3940814"/>
                </a:cubicBezTo>
                <a:cubicBezTo>
                  <a:pt x="15312586" y="3921714"/>
                  <a:pt x="15306068" y="3908982"/>
                  <a:pt x="15299550" y="3896249"/>
                </a:cubicBezTo>
                <a:cubicBezTo>
                  <a:pt x="15319102" y="3896249"/>
                  <a:pt x="15341640" y="3891475"/>
                  <a:pt x="15364180" y="3890681"/>
                </a:cubicBezTo>
                <a:close/>
                <a:moveTo>
                  <a:pt x="10209271" y="3877149"/>
                </a:moveTo>
                <a:cubicBezTo>
                  <a:pt x="10227046" y="3877149"/>
                  <a:pt x="10227046" y="3916312"/>
                  <a:pt x="10227046" y="3942420"/>
                </a:cubicBezTo>
                <a:cubicBezTo>
                  <a:pt x="10204334" y="3942420"/>
                  <a:pt x="10209271" y="3903258"/>
                  <a:pt x="10209271" y="3877149"/>
                </a:cubicBezTo>
                <a:close/>
                <a:moveTo>
                  <a:pt x="13393180" y="3877148"/>
                </a:moveTo>
                <a:cubicBezTo>
                  <a:pt x="13393180" y="3903258"/>
                  <a:pt x="13393180" y="3942419"/>
                  <a:pt x="13375218" y="3942419"/>
                </a:cubicBezTo>
                <a:cubicBezTo>
                  <a:pt x="13375218" y="3916311"/>
                  <a:pt x="13375218" y="3877148"/>
                  <a:pt x="13393180" y="3877148"/>
                </a:cubicBezTo>
                <a:close/>
                <a:moveTo>
                  <a:pt x="13806534" y="3877147"/>
                </a:moveTo>
                <a:cubicBezTo>
                  <a:pt x="13819761" y="3883296"/>
                  <a:pt x="13832988" y="3889449"/>
                  <a:pt x="13852829" y="3889449"/>
                </a:cubicBezTo>
                <a:cubicBezTo>
                  <a:pt x="13839602" y="3901742"/>
                  <a:pt x="13806534" y="3914039"/>
                  <a:pt x="13806534" y="3877147"/>
                </a:cubicBezTo>
                <a:close/>
                <a:moveTo>
                  <a:pt x="13659603" y="3877147"/>
                </a:moveTo>
                <a:cubicBezTo>
                  <a:pt x="13671578" y="3877147"/>
                  <a:pt x="13677565" y="3883567"/>
                  <a:pt x="13677565" y="3909253"/>
                </a:cubicBezTo>
                <a:cubicBezTo>
                  <a:pt x="13665590" y="3909253"/>
                  <a:pt x="13659603" y="3902832"/>
                  <a:pt x="13659603" y="3877147"/>
                </a:cubicBezTo>
                <a:close/>
                <a:moveTo>
                  <a:pt x="11792144" y="3877147"/>
                </a:moveTo>
                <a:cubicBezTo>
                  <a:pt x="11804119" y="3877147"/>
                  <a:pt x="11810106" y="3883567"/>
                  <a:pt x="11810106" y="3909253"/>
                </a:cubicBezTo>
                <a:cubicBezTo>
                  <a:pt x="11798131" y="3909253"/>
                  <a:pt x="11792144" y="3902832"/>
                  <a:pt x="11792144" y="3877147"/>
                </a:cubicBezTo>
                <a:close/>
                <a:moveTo>
                  <a:pt x="20014595" y="3877146"/>
                </a:moveTo>
                <a:cubicBezTo>
                  <a:pt x="20014595" y="3902831"/>
                  <a:pt x="20008607" y="3909252"/>
                  <a:pt x="19996631" y="3909252"/>
                </a:cubicBezTo>
                <a:cubicBezTo>
                  <a:pt x="19996631" y="3883566"/>
                  <a:pt x="20002619" y="3877146"/>
                  <a:pt x="20014595" y="3877146"/>
                </a:cubicBezTo>
                <a:close/>
                <a:moveTo>
                  <a:pt x="19564319" y="3877146"/>
                </a:moveTo>
                <a:cubicBezTo>
                  <a:pt x="19564319" y="3902831"/>
                  <a:pt x="19558331" y="3909253"/>
                  <a:pt x="19546355" y="3909253"/>
                </a:cubicBezTo>
                <a:cubicBezTo>
                  <a:pt x="19546355" y="3883566"/>
                  <a:pt x="19552343" y="3877146"/>
                  <a:pt x="19564319" y="3877146"/>
                </a:cubicBezTo>
                <a:close/>
                <a:moveTo>
                  <a:pt x="11051722" y="3874280"/>
                </a:moveTo>
                <a:cubicBezTo>
                  <a:pt x="11051722" y="3913961"/>
                  <a:pt x="11033276" y="3907348"/>
                  <a:pt x="11014830" y="3907348"/>
                </a:cubicBezTo>
                <a:cubicBezTo>
                  <a:pt x="11014830" y="3867666"/>
                  <a:pt x="11039425" y="3874280"/>
                  <a:pt x="11051722" y="3874280"/>
                </a:cubicBezTo>
                <a:close/>
                <a:moveTo>
                  <a:pt x="18615335" y="3873366"/>
                </a:moveTo>
                <a:lnTo>
                  <a:pt x="18616407" y="3875546"/>
                </a:lnTo>
                <a:cubicBezTo>
                  <a:pt x="18617827" y="3878439"/>
                  <a:pt x="18618535" y="3879886"/>
                  <a:pt x="18617471" y="3877715"/>
                </a:cubicBezTo>
                <a:close/>
                <a:moveTo>
                  <a:pt x="20396187" y="3864633"/>
                </a:moveTo>
                <a:cubicBezTo>
                  <a:pt x="20428571" y="3858203"/>
                  <a:pt x="20454483" y="3883920"/>
                  <a:pt x="20480391" y="3916069"/>
                </a:cubicBezTo>
                <a:cubicBezTo>
                  <a:pt x="20489567" y="3932144"/>
                  <a:pt x="20502251" y="3946610"/>
                  <a:pt x="20514263" y="3962547"/>
                </a:cubicBezTo>
                <a:lnTo>
                  <a:pt x="20542031" y="4014060"/>
                </a:lnTo>
                <a:lnTo>
                  <a:pt x="20543343" y="3997137"/>
                </a:lnTo>
                <a:cubicBezTo>
                  <a:pt x="20544983" y="3993123"/>
                  <a:pt x="20548263" y="3993123"/>
                  <a:pt x="20554827" y="4000079"/>
                </a:cubicBezTo>
                <a:cubicBezTo>
                  <a:pt x="20551547" y="4002756"/>
                  <a:pt x="20549907" y="4004093"/>
                  <a:pt x="20548263" y="4006367"/>
                </a:cubicBezTo>
                <a:lnTo>
                  <a:pt x="20543015" y="4015889"/>
                </a:lnTo>
                <a:lnTo>
                  <a:pt x="20544083" y="4017869"/>
                </a:lnTo>
                <a:cubicBezTo>
                  <a:pt x="20641243" y="4120742"/>
                  <a:pt x="20737323" y="4221376"/>
                  <a:pt x="20834483" y="4317819"/>
                </a:cubicBezTo>
                <a:cubicBezTo>
                  <a:pt x="20808575" y="4349967"/>
                  <a:pt x="20782667" y="4298530"/>
                  <a:pt x="20763235" y="4285671"/>
                </a:cubicBezTo>
                <a:cubicBezTo>
                  <a:pt x="20730847" y="4247094"/>
                  <a:pt x="20699539" y="4221376"/>
                  <a:pt x="20667155" y="4190300"/>
                </a:cubicBezTo>
                <a:cubicBezTo>
                  <a:pt x="20595903" y="4120742"/>
                  <a:pt x="20518175" y="4050018"/>
                  <a:pt x="20448003" y="3980365"/>
                </a:cubicBezTo>
                <a:cubicBezTo>
                  <a:pt x="20435051" y="3967506"/>
                  <a:pt x="20337891" y="3877492"/>
                  <a:pt x="20396187" y="3864633"/>
                </a:cubicBezTo>
                <a:close/>
                <a:moveTo>
                  <a:pt x="17478731" y="3848707"/>
                </a:moveTo>
                <a:cubicBezTo>
                  <a:pt x="17472115" y="3874134"/>
                  <a:pt x="17472115" y="3905917"/>
                  <a:pt x="17472115" y="3937701"/>
                </a:cubicBezTo>
                <a:cubicBezTo>
                  <a:pt x="17458891" y="3918629"/>
                  <a:pt x="17445663" y="3905917"/>
                  <a:pt x="17432435" y="3886845"/>
                </a:cubicBezTo>
                <a:cubicBezTo>
                  <a:pt x="17445663" y="3874134"/>
                  <a:pt x="17465503" y="3861420"/>
                  <a:pt x="17478731" y="3848707"/>
                </a:cubicBezTo>
                <a:close/>
                <a:moveTo>
                  <a:pt x="10507676" y="3843969"/>
                </a:moveTo>
                <a:cubicBezTo>
                  <a:pt x="10520457" y="3843969"/>
                  <a:pt x="10525783" y="3843969"/>
                  <a:pt x="10538564" y="3843969"/>
                </a:cubicBezTo>
                <a:cubicBezTo>
                  <a:pt x="10557736" y="3843969"/>
                  <a:pt x="10576908" y="3843969"/>
                  <a:pt x="10601406" y="3843969"/>
                </a:cubicBezTo>
                <a:cubicBezTo>
                  <a:pt x="10570518" y="3909239"/>
                  <a:pt x="10551346" y="3896185"/>
                  <a:pt x="10507676" y="3909239"/>
                </a:cubicBezTo>
                <a:cubicBezTo>
                  <a:pt x="10507676" y="3883129"/>
                  <a:pt x="10507676" y="3863550"/>
                  <a:pt x="10507676" y="3843969"/>
                </a:cubicBezTo>
                <a:close/>
                <a:moveTo>
                  <a:pt x="16710998" y="3843968"/>
                </a:moveTo>
                <a:cubicBezTo>
                  <a:pt x="16710998" y="3869654"/>
                  <a:pt x="16705010" y="3876075"/>
                  <a:pt x="16693034" y="3876075"/>
                </a:cubicBezTo>
                <a:cubicBezTo>
                  <a:pt x="16693034" y="3856811"/>
                  <a:pt x="16699022" y="3843968"/>
                  <a:pt x="16710998" y="3843968"/>
                </a:cubicBezTo>
                <a:close/>
                <a:moveTo>
                  <a:pt x="11090665" y="3843968"/>
                </a:moveTo>
                <a:cubicBezTo>
                  <a:pt x="11102962" y="3843968"/>
                  <a:pt x="11115260" y="3843968"/>
                  <a:pt x="11127557" y="3843968"/>
                </a:cubicBezTo>
                <a:cubicBezTo>
                  <a:pt x="11127557" y="3856811"/>
                  <a:pt x="11127557" y="3869654"/>
                  <a:pt x="11127557" y="3876075"/>
                </a:cubicBezTo>
                <a:cubicBezTo>
                  <a:pt x="11115260" y="3876075"/>
                  <a:pt x="11102962" y="3876075"/>
                  <a:pt x="11090665" y="3876075"/>
                </a:cubicBezTo>
                <a:cubicBezTo>
                  <a:pt x="11090665" y="3869654"/>
                  <a:pt x="11090665" y="3856811"/>
                  <a:pt x="11090665" y="3843968"/>
                </a:cubicBezTo>
                <a:close/>
                <a:moveTo>
                  <a:pt x="18924451" y="3843967"/>
                </a:moveTo>
                <a:cubicBezTo>
                  <a:pt x="18924451" y="3869654"/>
                  <a:pt x="18918463" y="3876075"/>
                  <a:pt x="18906491" y="3876075"/>
                </a:cubicBezTo>
                <a:cubicBezTo>
                  <a:pt x="18906491" y="3856811"/>
                  <a:pt x="18912475" y="3843967"/>
                  <a:pt x="18924451" y="3843967"/>
                </a:cubicBezTo>
                <a:close/>
                <a:moveTo>
                  <a:pt x="19110299" y="3843967"/>
                </a:moveTo>
                <a:cubicBezTo>
                  <a:pt x="19128915" y="3850388"/>
                  <a:pt x="19147531" y="3856810"/>
                  <a:pt x="19166143" y="3856810"/>
                </a:cubicBezTo>
                <a:cubicBezTo>
                  <a:pt x="19147531" y="3876075"/>
                  <a:pt x="19128915" y="3876075"/>
                  <a:pt x="19110299" y="3876075"/>
                </a:cubicBezTo>
                <a:cubicBezTo>
                  <a:pt x="19110299" y="3869653"/>
                  <a:pt x="19110299" y="3856810"/>
                  <a:pt x="19110299" y="3843967"/>
                </a:cubicBezTo>
                <a:close/>
                <a:moveTo>
                  <a:pt x="19477719" y="3827991"/>
                </a:moveTo>
                <a:cubicBezTo>
                  <a:pt x="19478539" y="3826496"/>
                  <a:pt x="19481823" y="3827991"/>
                  <a:pt x="19488387" y="3830993"/>
                </a:cubicBezTo>
                <a:cubicBezTo>
                  <a:pt x="19481823" y="3836978"/>
                  <a:pt x="19481823" y="3836978"/>
                  <a:pt x="19481823" y="3842965"/>
                </a:cubicBezTo>
                <a:cubicBezTo>
                  <a:pt x="19478539" y="3833985"/>
                  <a:pt x="19476899" y="3829490"/>
                  <a:pt x="19477719" y="3827991"/>
                </a:cubicBezTo>
                <a:close/>
                <a:moveTo>
                  <a:pt x="19294871" y="3820927"/>
                </a:moveTo>
                <a:cubicBezTo>
                  <a:pt x="19320943" y="3819253"/>
                  <a:pt x="19355707" y="3856933"/>
                  <a:pt x="19355707" y="3904526"/>
                </a:cubicBezTo>
                <a:cubicBezTo>
                  <a:pt x="19323923" y="3891836"/>
                  <a:pt x="19292139" y="3885488"/>
                  <a:pt x="19266711" y="3872797"/>
                </a:cubicBezTo>
                <a:cubicBezTo>
                  <a:pt x="19266711" y="3837102"/>
                  <a:pt x="19279227" y="3821930"/>
                  <a:pt x="19294871" y="3820927"/>
                </a:cubicBezTo>
                <a:close/>
                <a:moveTo>
                  <a:pt x="20298919" y="3812660"/>
                </a:moveTo>
                <a:cubicBezTo>
                  <a:pt x="20298919" y="3852342"/>
                  <a:pt x="20279963" y="3845728"/>
                  <a:pt x="20262055" y="3845728"/>
                </a:cubicBezTo>
                <a:cubicBezTo>
                  <a:pt x="20262055" y="3806049"/>
                  <a:pt x="20286279" y="3812660"/>
                  <a:pt x="20298919" y="3812660"/>
                </a:cubicBezTo>
                <a:close/>
                <a:moveTo>
                  <a:pt x="19906079" y="3811447"/>
                </a:moveTo>
                <a:cubicBezTo>
                  <a:pt x="19913299" y="3814753"/>
                  <a:pt x="19919723" y="3826325"/>
                  <a:pt x="19919723" y="3842863"/>
                </a:cubicBezTo>
                <a:cubicBezTo>
                  <a:pt x="19906879" y="3842863"/>
                  <a:pt x="19900459" y="3836249"/>
                  <a:pt x="19887619" y="3829633"/>
                </a:cubicBezTo>
                <a:cubicBezTo>
                  <a:pt x="19890827" y="3813101"/>
                  <a:pt x="19898855" y="3808141"/>
                  <a:pt x="19906079" y="3811447"/>
                </a:cubicBezTo>
                <a:close/>
                <a:moveTo>
                  <a:pt x="17342379" y="3810788"/>
                </a:moveTo>
                <a:cubicBezTo>
                  <a:pt x="17355147" y="3830373"/>
                  <a:pt x="17380683" y="3843424"/>
                  <a:pt x="17393451" y="3856477"/>
                </a:cubicBezTo>
                <a:cubicBezTo>
                  <a:pt x="17367915" y="3869531"/>
                  <a:pt x="17342379" y="3876057"/>
                  <a:pt x="17342379" y="3810788"/>
                </a:cubicBezTo>
                <a:close/>
                <a:moveTo>
                  <a:pt x="19020247" y="3810787"/>
                </a:moveTo>
                <a:cubicBezTo>
                  <a:pt x="19045023" y="3810787"/>
                  <a:pt x="19070875" y="3810787"/>
                  <a:pt x="19090267" y="3810787"/>
                </a:cubicBezTo>
                <a:cubicBezTo>
                  <a:pt x="19083803" y="3830373"/>
                  <a:pt x="19077339" y="3856477"/>
                  <a:pt x="19070875" y="3876057"/>
                </a:cubicBezTo>
                <a:cubicBezTo>
                  <a:pt x="19052563" y="3856477"/>
                  <a:pt x="19038559" y="3830373"/>
                  <a:pt x="19020247" y="3810787"/>
                </a:cubicBezTo>
                <a:close/>
                <a:moveTo>
                  <a:pt x="11189200" y="3810787"/>
                </a:moveTo>
                <a:cubicBezTo>
                  <a:pt x="11189200" y="3836473"/>
                  <a:pt x="11183213" y="3842894"/>
                  <a:pt x="11171238" y="3842894"/>
                </a:cubicBezTo>
                <a:cubicBezTo>
                  <a:pt x="11171238" y="3823628"/>
                  <a:pt x="11177225" y="3810787"/>
                  <a:pt x="11189200" y="3810787"/>
                </a:cubicBezTo>
                <a:close/>
                <a:moveTo>
                  <a:pt x="14204671" y="3810787"/>
                </a:moveTo>
                <a:cubicBezTo>
                  <a:pt x="14216646" y="3810787"/>
                  <a:pt x="14222633" y="3823628"/>
                  <a:pt x="14222633" y="3842894"/>
                </a:cubicBezTo>
                <a:cubicBezTo>
                  <a:pt x="14210658" y="3842894"/>
                  <a:pt x="14204671" y="3836473"/>
                  <a:pt x="14204671" y="3810787"/>
                </a:cubicBezTo>
                <a:close/>
                <a:moveTo>
                  <a:pt x="13862317" y="3810787"/>
                </a:moveTo>
                <a:cubicBezTo>
                  <a:pt x="13862317" y="3830053"/>
                  <a:pt x="13862317" y="3842894"/>
                  <a:pt x="13849192" y="3842894"/>
                </a:cubicBezTo>
                <a:cubicBezTo>
                  <a:pt x="13849192" y="3823628"/>
                  <a:pt x="13849192" y="3810787"/>
                  <a:pt x="13862317" y="3810787"/>
                </a:cubicBezTo>
                <a:close/>
                <a:moveTo>
                  <a:pt x="15108870" y="3810786"/>
                </a:moveTo>
                <a:cubicBezTo>
                  <a:pt x="15108870" y="3830053"/>
                  <a:pt x="15108870" y="3842893"/>
                  <a:pt x="15095742" y="3842893"/>
                </a:cubicBezTo>
                <a:cubicBezTo>
                  <a:pt x="15095742" y="3823627"/>
                  <a:pt x="15095742" y="3810786"/>
                  <a:pt x="15108870" y="3810786"/>
                </a:cubicBezTo>
                <a:close/>
                <a:moveTo>
                  <a:pt x="14811358" y="3806045"/>
                </a:moveTo>
                <a:cubicBezTo>
                  <a:pt x="14863496" y="3806045"/>
                  <a:pt x="14914548" y="3806045"/>
                  <a:pt x="14966686" y="3812193"/>
                </a:cubicBezTo>
                <a:cubicBezTo>
                  <a:pt x="14922151" y="3824490"/>
                  <a:pt x="14876530" y="3830644"/>
                  <a:pt x="14824392" y="3842937"/>
                </a:cubicBezTo>
                <a:cubicBezTo>
                  <a:pt x="14817875" y="3830644"/>
                  <a:pt x="14817875" y="3818342"/>
                  <a:pt x="14811358" y="3806045"/>
                </a:cubicBezTo>
                <a:close/>
                <a:moveTo>
                  <a:pt x="13142458" y="3804832"/>
                </a:moveTo>
                <a:cubicBezTo>
                  <a:pt x="13147069" y="3801528"/>
                  <a:pt x="13151681" y="3806489"/>
                  <a:pt x="13160904" y="3816408"/>
                </a:cubicBezTo>
                <a:cubicBezTo>
                  <a:pt x="13148607" y="3823022"/>
                  <a:pt x="13136309" y="3836250"/>
                  <a:pt x="13124012" y="3842863"/>
                </a:cubicBezTo>
                <a:cubicBezTo>
                  <a:pt x="13133235" y="3819715"/>
                  <a:pt x="13137846" y="3808142"/>
                  <a:pt x="13142458" y="3804832"/>
                </a:cubicBezTo>
                <a:close/>
                <a:moveTo>
                  <a:pt x="15147386" y="3796570"/>
                </a:moveTo>
                <a:cubicBezTo>
                  <a:pt x="15160420" y="3822227"/>
                  <a:pt x="15173456" y="3847888"/>
                  <a:pt x="15193006" y="3841474"/>
                </a:cubicBezTo>
                <a:cubicBezTo>
                  <a:pt x="15212558" y="3835060"/>
                  <a:pt x="15232110" y="3854302"/>
                  <a:pt x="15219076" y="3886373"/>
                </a:cubicBezTo>
                <a:cubicBezTo>
                  <a:pt x="15206042" y="3937694"/>
                  <a:pt x="15153904" y="3905620"/>
                  <a:pt x="15128922" y="3905620"/>
                </a:cubicBezTo>
                <a:cubicBezTo>
                  <a:pt x="15135438" y="3867130"/>
                  <a:pt x="15140870" y="3828636"/>
                  <a:pt x="15147386" y="3796570"/>
                </a:cubicBezTo>
                <a:close/>
                <a:moveTo>
                  <a:pt x="11317119" y="3796569"/>
                </a:moveTo>
                <a:cubicBezTo>
                  <a:pt x="11279200" y="3809796"/>
                  <a:pt x="11241282" y="3823022"/>
                  <a:pt x="11204417" y="3842863"/>
                </a:cubicBezTo>
                <a:cubicBezTo>
                  <a:pt x="11210737" y="3829633"/>
                  <a:pt x="11217056" y="3816408"/>
                  <a:pt x="11222323" y="3803181"/>
                </a:cubicBezTo>
                <a:cubicBezTo>
                  <a:pt x="11253921" y="3796569"/>
                  <a:pt x="11285520" y="3796569"/>
                  <a:pt x="11317119" y="3796569"/>
                </a:cubicBezTo>
                <a:close/>
                <a:moveTo>
                  <a:pt x="19875039" y="3794722"/>
                </a:moveTo>
                <a:cubicBezTo>
                  <a:pt x="19876679" y="3793143"/>
                  <a:pt x="19879963" y="3794459"/>
                  <a:pt x="19886527" y="3797092"/>
                </a:cubicBezTo>
                <a:cubicBezTo>
                  <a:pt x="19879963" y="3803411"/>
                  <a:pt x="19879963" y="3803411"/>
                  <a:pt x="19873399" y="3809732"/>
                </a:cubicBezTo>
                <a:cubicBezTo>
                  <a:pt x="19873399" y="3800778"/>
                  <a:pt x="19873399" y="3796301"/>
                  <a:pt x="19875039" y="3794722"/>
                </a:cubicBezTo>
                <a:close/>
                <a:moveTo>
                  <a:pt x="15032314" y="3791826"/>
                </a:moveTo>
                <a:cubicBezTo>
                  <a:pt x="15050930" y="3797257"/>
                  <a:pt x="15075748" y="3803773"/>
                  <a:pt x="15075748" y="3842876"/>
                </a:cubicBezTo>
                <a:cubicBezTo>
                  <a:pt x="15057134" y="3842876"/>
                  <a:pt x="15038520" y="3842876"/>
                  <a:pt x="15019906" y="3842876"/>
                </a:cubicBezTo>
                <a:cubicBezTo>
                  <a:pt x="15019906" y="3823324"/>
                  <a:pt x="15026110" y="3803773"/>
                  <a:pt x="15032314" y="3791826"/>
                </a:cubicBezTo>
                <a:close/>
                <a:moveTo>
                  <a:pt x="13056578" y="3787095"/>
                </a:moveTo>
                <a:cubicBezTo>
                  <a:pt x="13056578" y="3831922"/>
                  <a:pt x="13050114" y="3844725"/>
                  <a:pt x="13017789" y="3851127"/>
                </a:cubicBezTo>
                <a:cubicBezTo>
                  <a:pt x="12978999" y="3857532"/>
                  <a:pt x="12940210" y="3857532"/>
                  <a:pt x="12901420" y="3863935"/>
                </a:cubicBezTo>
                <a:cubicBezTo>
                  <a:pt x="12824918" y="3870337"/>
                  <a:pt x="12747339" y="3883144"/>
                  <a:pt x="12669760" y="3889551"/>
                </a:cubicBezTo>
                <a:cubicBezTo>
                  <a:pt x="12586793" y="3902355"/>
                  <a:pt x="12502749" y="3908758"/>
                  <a:pt x="12426247" y="3921564"/>
                </a:cubicBezTo>
                <a:cubicBezTo>
                  <a:pt x="12387458" y="3921564"/>
                  <a:pt x="12348668" y="3927966"/>
                  <a:pt x="12309879" y="3934373"/>
                </a:cubicBezTo>
                <a:cubicBezTo>
                  <a:pt x="12293716" y="3934373"/>
                  <a:pt x="12277554" y="3932775"/>
                  <a:pt x="12261526" y="3933574"/>
                </a:cubicBezTo>
                <a:lnTo>
                  <a:pt x="12242336" y="3936380"/>
                </a:lnTo>
                <a:lnTo>
                  <a:pt x="12252503" y="3918460"/>
                </a:lnTo>
                <a:cubicBezTo>
                  <a:pt x="12267655" y="3901954"/>
                  <a:pt x="12288868" y="3900753"/>
                  <a:pt x="12303414" y="3895951"/>
                </a:cubicBezTo>
                <a:cubicBezTo>
                  <a:pt x="12335738" y="3895951"/>
                  <a:pt x="12368063" y="3889551"/>
                  <a:pt x="12400388" y="3883144"/>
                </a:cubicBezTo>
                <a:cubicBezTo>
                  <a:pt x="12470424" y="3870337"/>
                  <a:pt x="12548004" y="3863935"/>
                  <a:pt x="12619118" y="3851127"/>
                </a:cubicBezTo>
                <a:cubicBezTo>
                  <a:pt x="12766734" y="3825512"/>
                  <a:pt x="12907885" y="3806306"/>
                  <a:pt x="13056578" y="3787095"/>
                </a:cubicBezTo>
                <a:close/>
                <a:moveTo>
                  <a:pt x="20109387" y="3787086"/>
                </a:moveTo>
                <a:cubicBezTo>
                  <a:pt x="20109387" y="3807560"/>
                  <a:pt x="20103399" y="3814385"/>
                  <a:pt x="20091423" y="3814385"/>
                </a:cubicBezTo>
                <a:cubicBezTo>
                  <a:pt x="20091423" y="3795048"/>
                  <a:pt x="20097411" y="3787086"/>
                  <a:pt x="20109387" y="3787086"/>
                </a:cubicBezTo>
                <a:close/>
                <a:moveTo>
                  <a:pt x="13090307" y="3783594"/>
                </a:moveTo>
                <a:cubicBezTo>
                  <a:pt x="13097943" y="3781829"/>
                  <a:pt x="13107159" y="3784816"/>
                  <a:pt x="13113478" y="3784816"/>
                </a:cubicBezTo>
                <a:cubicBezTo>
                  <a:pt x="13113478" y="3823915"/>
                  <a:pt x="13088200" y="3810883"/>
                  <a:pt x="13076614" y="3810883"/>
                </a:cubicBezTo>
                <a:cubicBezTo>
                  <a:pt x="13076614" y="3791875"/>
                  <a:pt x="13082670" y="3785358"/>
                  <a:pt x="13090307" y="3783594"/>
                </a:cubicBezTo>
                <a:close/>
                <a:moveTo>
                  <a:pt x="12255999" y="3775756"/>
                </a:moveTo>
                <a:cubicBezTo>
                  <a:pt x="12280581" y="3777226"/>
                  <a:pt x="12307567" y="3786578"/>
                  <a:pt x="12317186" y="3786578"/>
                </a:cubicBezTo>
                <a:cubicBezTo>
                  <a:pt x="12317186" y="3857118"/>
                  <a:pt x="12228479" y="3812228"/>
                  <a:pt x="12209241" y="3812228"/>
                </a:cubicBezTo>
                <a:cubicBezTo>
                  <a:pt x="12209241" y="3780699"/>
                  <a:pt x="12231418" y="3774286"/>
                  <a:pt x="12255999" y="3775756"/>
                </a:cubicBezTo>
                <a:close/>
                <a:moveTo>
                  <a:pt x="11753201" y="3755783"/>
                </a:moveTo>
                <a:cubicBezTo>
                  <a:pt x="11753201" y="3795463"/>
                  <a:pt x="11734755" y="3787748"/>
                  <a:pt x="11716309" y="3787748"/>
                </a:cubicBezTo>
                <a:cubicBezTo>
                  <a:pt x="11716309" y="3749170"/>
                  <a:pt x="11734755" y="3755783"/>
                  <a:pt x="11753201" y="3755783"/>
                </a:cubicBezTo>
                <a:close/>
                <a:moveTo>
                  <a:pt x="10051604" y="3754495"/>
                </a:moveTo>
                <a:cubicBezTo>
                  <a:pt x="10051604" y="3773837"/>
                  <a:pt x="10058053" y="3785658"/>
                  <a:pt x="10070949" y="3785658"/>
                </a:cubicBezTo>
                <a:cubicBezTo>
                  <a:pt x="10070949" y="3767389"/>
                  <a:pt x="10064501" y="3754495"/>
                  <a:pt x="10051604" y="3754495"/>
                </a:cubicBezTo>
                <a:close/>
                <a:moveTo>
                  <a:pt x="9904367" y="3754495"/>
                </a:moveTo>
                <a:cubicBezTo>
                  <a:pt x="9897918" y="3767389"/>
                  <a:pt x="9891470" y="3785658"/>
                  <a:pt x="9885021" y="3804998"/>
                </a:cubicBezTo>
                <a:cubicBezTo>
                  <a:pt x="9878573" y="3798554"/>
                  <a:pt x="9865676" y="3798554"/>
                  <a:pt x="9852780" y="3798554"/>
                </a:cubicBezTo>
                <a:cubicBezTo>
                  <a:pt x="9814089" y="3798554"/>
                  <a:pt x="9770026" y="3817897"/>
                  <a:pt x="9750680" y="3875928"/>
                </a:cubicBezTo>
                <a:cubicBezTo>
                  <a:pt x="9807641" y="3863039"/>
                  <a:pt x="10000017" y="3908169"/>
                  <a:pt x="10000017" y="3754495"/>
                </a:cubicBezTo>
                <a:cubicBezTo>
                  <a:pt x="9968850" y="3754495"/>
                  <a:pt x="9936608" y="3754495"/>
                  <a:pt x="9904367" y="3754495"/>
                </a:cubicBezTo>
                <a:close/>
                <a:moveTo>
                  <a:pt x="14659685" y="3753910"/>
                </a:moveTo>
                <a:cubicBezTo>
                  <a:pt x="14698162" y="3753910"/>
                  <a:pt x="14729157" y="3753910"/>
                  <a:pt x="14767633" y="3753910"/>
                </a:cubicBezTo>
                <a:cubicBezTo>
                  <a:pt x="14767633" y="3804294"/>
                  <a:pt x="14729157" y="3804294"/>
                  <a:pt x="14717400" y="3842889"/>
                </a:cubicBezTo>
                <a:cubicBezTo>
                  <a:pt x="14698162" y="3810728"/>
                  <a:pt x="14672511" y="3792503"/>
                  <a:pt x="14659685" y="3753910"/>
                </a:cubicBezTo>
                <a:close/>
                <a:moveTo>
                  <a:pt x="10527822" y="3753909"/>
                </a:moveTo>
                <a:cubicBezTo>
                  <a:pt x="10544607" y="3753909"/>
                  <a:pt x="10544607" y="3784453"/>
                  <a:pt x="10544607" y="3809732"/>
                </a:cubicBezTo>
                <a:cubicBezTo>
                  <a:pt x="10521898" y="3809732"/>
                  <a:pt x="10527822" y="3778134"/>
                  <a:pt x="10527822" y="3753909"/>
                </a:cubicBezTo>
                <a:close/>
                <a:moveTo>
                  <a:pt x="12413050" y="3753907"/>
                </a:moveTo>
                <a:cubicBezTo>
                  <a:pt x="12425025" y="3753907"/>
                  <a:pt x="12431012" y="3760542"/>
                  <a:pt x="12431012" y="3785977"/>
                </a:cubicBezTo>
                <a:cubicBezTo>
                  <a:pt x="12419037" y="3785977"/>
                  <a:pt x="12413050" y="3773812"/>
                  <a:pt x="12413050" y="3753907"/>
                </a:cubicBezTo>
                <a:close/>
                <a:moveTo>
                  <a:pt x="13203590" y="3753907"/>
                </a:moveTo>
                <a:cubicBezTo>
                  <a:pt x="13203590" y="3773811"/>
                  <a:pt x="13197603" y="3785977"/>
                  <a:pt x="13185628" y="3785977"/>
                </a:cubicBezTo>
                <a:cubicBezTo>
                  <a:pt x="13185628" y="3760541"/>
                  <a:pt x="13191615" y="3753907"/>
                  <a:pt x="13203590" y="3753907"/>
                </a:cubicBezTo>
                <a:close/>
                <a:moveTo>
                  <a:pt x="20190963" y="3753906"/>
                </a:moveTo>
                <a:cubicBezTo>
                  <a:pt x="20203259" y="3760541"/>
                  <a:pt x="20215555" y="3760541"/>
                  <a:pt x="20227855" y="3767177"/>
                </a:cubicBezTo>
                <a:cubicBezTo>
                  <a:pt x="20215555" y="3785976"/>
                  <a:pt x="20190963" y="3785976"/>
                  <a:pt x="20190963" y="3753906"/>
                </a:cubicBezTo>
                <a:close/>
                <a:moveTo>
                  <a:pt x="14578219" y="3744712"/>
                </a:moveTo>
                <a:cubicBezTo>
                  <a:pt x="14595603" y="3744851"/>
                  <a:pt x="14615471" y="3752891"/>
                  <a:pt x="14625405" y="3752891"/>
                </a:cubicBezTo>
                <a:cubicBezTo>
                  <a:pt x="14625405" y="3809711"/>
                  <a:pt x="14565801" y="3783981"/>
                  <a:pt x="14545933" y="3783981"/>
                </a:cubicBezTo>
                <a:cubicBezTo>
                  <a:pt x="14545933" y="3752355"/>
                  <a:pt x="14560834" y="3744581"/>
                  <a:pt x="14578219" y="3744712"/>
                </a:cubicBezTo>
                <a:close/>
                <a:moveTo>
                  <a:pt x="10862658" y="3741860"/>
                </a:moveTo>
                <a:cubicBezTo>
                  <a:pt x="10864155" y="3742629"/>
                  <a:pt x="10865651" y="3747250"/>
                  <a:pt x="10871639" y="3753396"/>
                </a:cubicBezTo>
                <a:cubicBezTo>
                  <a:pt x="10865651" y="3756469"/>
                  <a:pt x="10864155" y="3761081"/>
                  <a:pt x="10862658" y="3762618"/>
                </a:cubicBezTo>
                <a:lnTo>
                  <a:pt x="10861546" y="3762390"/>
                </a:lnTo>
                <a:lnTo>
                  <a:pt x="10866815" y="3766549"/>
                </a:lnTo>
                <a:cubicBezTo>
                  <a:pt x="10866815" y="3841332"/>
                  <a:pt x="10796641" y="3822372"/>
                  <a:pt x="10757776" y="3828686"/>
                </a:cubicBezTo>
                <a:cubicBezTo>
                  <a:pt x="10738343" y="3835014"/>
                  <a:pt x="10725388" y="3847652"/>
                  <a:pt x="10705955" y="3847652"/>
                </a:cubicBezTo>
                <a:cubicBezTo>
                  <a:pt x="10680045" y="3847652"/>
                  <a:pt x="10680045" y="3809734"/>
                  <a:pt x="10673567" y="3784455"/>
                </a:cubicBezTo>
                <a:cubicBezTo>
                  <a:pt x="10712433" y="3778136"/>
                  <a:pt x="10751298" y="3772868"/>
                  <a:pt x="10790164" y="3760229"/>
                </a:cubicBezTo>
                <a:cubicBezTo>
                  <a:pt x="10803119" y="3757070"/>
                  <a:pt x="10815804" y="3750751"/>
                  <a:pt x="10828490" y="3749173"/>
                </a:cubicBezTo>
                <a:cubicBezTo>
                  <a:pt x="10834833" y="3748383"/>
                  <a:pt x="10841175" y="3748777"/>
                  <a:pt x="10847551" y="3751343"/>
                </a:cubicBezTo>
                <a:lnTo>
                  <a:pt x="10858232" y="3759773"/>
                </a:lnTo>
                <a:lnTo>
                  <a:pt x="10853677" y="3753396"/>
                </a:lnTo>
                <a:cubicBezTo>
                  <a:pt x="10859665" y="3744163"/>
                  <a:pt x="10861161" y="3741094"/>
                  <a:pt x="10862658" y="3741860"/>
                </a:cubicBezTo>
                <a:close/>
                <a:moveTo>
                  <a:pt x="12579528" y="3737177"/>
                </a:moveTo>
                <a:cubicBezTo>
                  <a:pt x="12595653" y="3733998"/>
                  <a:pt x="12615003" y="3740631"/>
                  <a:pt x="12627903" y="3747276"/>
                </a:cubicBezTo>
                <a:cubicBezTo>
                  <a:pt x="12634353" y="3747276"/>
                  <a:pt x="12653703" y="3779344"/>
                  <a:pt x="12634353" y="3785980"/>
                </a:cubicBezTo>
                <a:cubicBezTo>
                  <a:pt x="12608553" y="3785980"/>
                  <a:pt x="12576303" y="3785980"/>
                  <a:pt x="12550503" y="3785980"/>
                </a:cubicBezTo>
                <a:cubicBezTo>
                  <a:pt x="12550503" y="3753354"/>
                  <a:pt x="12563403" y="3740354"/>
                  <a:pt x="12579528" y="3737177"/>
                </a:cubicBezTo>
                <a:close/>
                <a:moveTo>
                  <a:pt x="12489276" y="3730208"/>
                </a:moveTo>
                <a:cubicBezTo>
                  <a:pt x="12495661" y="3749169"/>
                  <a:pt x="12502045" y="3768127"/>
                  <a:pt x="12502045" y="3786033"/>
                </a:cubicBezTo>
                <a:cubicBezTo>
                  <a:pt x="12482892" y="3786033"/>
                  <a:pt x="12470123" y="3786033"/>
                  <a:pt x="12450970" y="3786033"/>
                </a:cubicBezTo>
                <a:cubicBezTo>
                  <a:pt x="12450970" y="3749169"/>
                  <a:pt x="12476507" y="3736528"/>
                  <a:pt x="12489276" y="3730208"/>
                </a:cubicBezTo>
                <a:close/>
                <a:moveTo>
                  <a:pt x="20472399" y="3726129"/>
                </a:moveTo>
                <a:cubicBezTo>
                  <a:pt x="20480851" y="3729434"/>
                  <a:pt x="20488539" y="3741006"/>
                  <a:pt x="20488539" y="3757544"/>
                </a:cubicBezTo>
                <a:cubicBezTo>
                  <a:pt x="20476239" y="3750932"/>
                  <a:pt x="20463943" y="3744311"/>
                  <a:pt x="20451647" y="3744311"/>
                </a:cubicBezTo>
                <a:cubicBezTo>
                  <a:pt x="20454719" y="3727782"/>
                  <a:pt x="20463943" y="3722821"/>
                  <a:pt x="20472399" y="3726129"/>
                </a:cubicBezTo>
                <a:close/>
                <a:moveTo>
                  <a:pt x="17167871" y="3720734"/>
                </a:moveTo>
                <a:cubicBezTo>
                  <a:pt x="17187259" y="3727115"/>
                  <a:pt x="17224963" y="3720734"/>
                  <a:pt x="17237891" y="3752638"/>
                </a:cubicBezTo>
                <a:cubicBezTo>
                  <a:pt x="17244351" y="3771779"/>
                  <a:pt x="17244351" y="3808997"/>
                  <a:pt x="17263743" y="3808997"/>
                </a:cubicBezTo>
                <a:cubicBezTo>
                  <a:pt x="17263743" y="3796236"/>
                  <a:pt x="17270207" y="3727115"/>
                  <a:pt x="17283131" y="3759018"/>
                </a:cubicBezTo>
                <a:cubicBezTo>
                  <a:pt x="17292827" y="3777628"/>
                  <a:pt x="17300907" y="3799692"/>
                  <a:pt x="17309791" y="3821890"/>
                </a:cubicBezTo>
                <a:lnTo>
                  <a:pt x="17335575" y="3873991"/>
                </a:lnTo>
                <a:lnTo>
                  <a:pt x="17340135" y="3858185"/>
                </a:lnTo>
                <a:cubicBezTo>
                  <a:pt x="17340135" y="3864334"/>
                  <a:pt x="17346123" y="3870482"/>
                  <a:pt x="17346123" y="3876632"/>
                </a:cubicBezTo>
                <a:lnTo>
                  <a:pt x="17339647" y="3882224"/>
                </a:lnTo>
                <a:lnTo>
                  <a:pt x="17341299" y="3885561"/>
                </a:lnTo>
                <a:cubicBezTo>
                  <a:pt x="17270207" y="3885561"/>
                  <a:pt x="17199111" y="3847282"/>
                  <a:pt x="17129091" y="3828133"/>
                </a:cubicBezTo>
                <a:cubicBezTo>
                  <a:pt x="17135555" y="3802616"/>
                  <a:pt x="17154943" y="3808997"/>
                  <a:pt x="17167871" y="3808997"/>
                </a:cubicBezTo>
                <a:cubicBezTo>
                  <a:pt x="17167871" y="3777093"/>
                  <a:pt x="17167871" y="3752638"/>
                  <a:pt x="17167871" y="3720734"/>
                </a:cubicBezTo>
                <a:close/>
                <a:moveTo>
                  <a:pt x="19412647" y="3720728"/>
                </a:moveTo>
                <a:cubicBezTo>
                  <a:pt x="19412647" y="3739992"/>
                  <a:pt x="19406659" y="3752839"/>
                  <a:pt x="19394687" y="3752839"/>
                </a:cubicBezTo>
                <a:cubicBezTo>
                  <a:pt x="19394687" y="3733571"/>
                  <a:pt x="19400671" y="3720728"/>
                  <a:pt x="19412647" y="3720728"/>
                </a:cubicBezTo>
                <a:close/>
                <a:moveTo>
                  <a:pt x="17304463" y="3720728"/>
                </a:moveTo>
                <a:cubicBezTo>
                  <a:pt x="17317591" y="3720728"/>
                  <a:pt x="17317591" y="3733571"/>
                  <a:pt x="17317591" y="3752840"/>
                </a:cubicBezTo>
                <a:cubicBezTo>
                  <a:pt x="17304463" y="3752840"/>
                  <a:pt x="17304463" y="3739992"/>
                  <a:pt x="17304463" y="3720728"/>
                </a:cubicBezTo>
                <a:close/>
                <a:moveTo>
                  <a:pt x="12715339" y="3720728"/>
                </a:moveTo>
                <a:cubicBezTo>
                  <a:pt x="12715339" y="3727151"/>
                  <a:pt x="12715339" y="3739992"/>
                  <a:pt x="12715339" y="3752840"/>
                </a:cubicBezTo>
                <a:cubicBezTo>
                  <a:pt x="12690060" y="3752840"/>
                  <a:pt x="12665835" y="3752840"/>
                  <a:pt x="12640557" y="3752840"/>
                </a:cubicBezTo>
                <a:cubicBezTo>
                  <a:pt x="12665835" y="3739992"/>
                  <a:pt x="12690060" y="3727151"/>
                  <a:pt x="12715339" y="3720728"/>
                </a:cubicBezTo>
                <a:close/>
                <a:moveTo>
                  <a:pt x="11511512" y="3720728"/>
                </a:moveTo>
                <a:cubicBezTo>
                  <a:pt x="11544580" y="3720728"/>
                  <a:pt x="11531353" y="3777550"/>
                  <a:pt x="11531353" y="3809713"/>
                </a:cubicBezTo>
                <a:cubicBezTo>
                  <a:pt x="11498285" y="3809713"/>
                  <a:pt x="11511512" y="3752893"/>
                  <a:pt x="11511512" y="3720728"/>
                </a:cubicBezTo>
                <a:close/>
                <a:moveTo>
                  <a:pt x="19110299" y="3720727"/>
                </a:moveTo>
                <a:cubicBezTo>
                  <a:pt x="19162439" y="3746801"/>
                  <a:pt x="19214575" y="3772865"/>
                  <a:pt x="19265623" y="3797848"/>
                </a:cubicBezTo>
                <a:cubicBezTo>
                  <a:pt x="19247159" y="3823915"/>
                  <a:pt x="19221091" y="3810883"/>
                  <a:pt x="19201539" y="3804364"/>
                </a:cubicBezTo>
                <a:cubicBezTo>
                  <a:pt x="19168955" y="3792417"/>
                  <a:pt x="19142887" y="3792417"/>
                  <a:pt x="19110299" y="3784814"/>
                </a:cubicBezTo>
                <a:cubicBezTo>
                  <a:pt x="19110299" y="3766349"/>
                  <a:pt x="19110299" y="3740276"/>
                  <a:pt x="19110299" y="3720727"/>
                </a:cubicBezTo>
                <a:close/>
                <a:moveTo>
                  <a:pt x="14456004" y="3720727"/>
                </a:moveTo>
                <a:cubicBezTo>
                  <a:pt x="14475359" y="3752794"/>
                  <a:pt x="14501166" y="3752794"/>
                  <a:pt x="14525898" y="3752794"/>
                </a:cubicBezTo>
                <a:cubicBezTo>
                  <a:pt x="14525898" y="3828672"/>
                  <a:pt x="14430197" y="3791268"/>
                  <a:pt x="14404391" y="3783788"/>
                </a:cubicBezTo>
                <a:cubicBezTo>
                  <a:pt x="14359229" y="3772030"/>
                  <a:pt x="14320519" y="3772030"/>
                  <a:pt x="14276432" y="3765618"/>
                </a:cubicBezTo>
                <a:cubicBezTo>
                  <a:pt x="14237722" y="3765618"/>
                  <a:pt x="14199012" y="3777374"/>
                  <a:pt x="14166753" y="3733553"/>
                </a:cubicBezTo>
                <a:cubicBezTo>
                  <a:pt x="14263529" y="3727140"/>
                  <a:pt x="14359229" y="3720727"/>
                  <a:pt x="14456004" y="3720727"/>
                </a:cubicBezTo>
                <a:close/>
                <a:moveTo>
                  <a:pt x="10937934" y="3720725"/>
                </a:moveTo>
                <a:cubicBezTo>
                  <a:pt x="10937934" y="3727110"/>
                  <a:pt x="10937934" y="3739877"/>
                  <a:pt x="10937934" y="3752649"/>
                </a:cubicBezTo>
                <a:cubicBezTo>
                  <a:pt x="10918833" y="3752649"/>
                  <a:pt x="10886999" y="3771802"/>
                  <a:pt x="10867899" y="3739877"/>
                </a:cubicBezTo>
                <a:cubicBezTo>
                  <a:pt x="10886999" y="3727110"/>
                  <a:pt x="10912467" y="3727110"/>
                  <a:pt x="10937934" y="3720725"/>
                </a:cubicBezTo>
                <a:close/>
                <a:moveTo>
                  <a:pt x="11603274" y="3718975"/>
                </a:moveTo>
                <a:cubicBezTo>
                  <a:pt x="11605426" y="3719276"/>
                  <a:pt x="11608045" y="3720881"/>
                  <a:pt x="11611039" y="3724092"/>
                </a:cubicBezTo>
                <a:cubicBezTo>
                  <a:pt x="11608046" y="3724092"/>
                  <a:pt x="11606549" y="3725697"/>
                  <a:pt x="11605052" y="3728908"/>
                </a:cubicBezTo>
                <a:lnTo>
                  <a:pt x="11600859" y="3739025"/>
                </a:lnTo>
                <a:lnTo>
                  <a:pt x="11600964" y="3739320"/>
                </a:lnTo>
                <a:cubicBezTo>
                  <a:pt x="11605174" y="3760474"/>
                  <a:pt x="11601806" y="3785980"/>
                  <a:pt x="11588335" y="3785980"/>
                </a:cubicBezTo>
                <a:cubicBezTo>
                  <a:pt x="11588335" y="3767179"/>
                  <a:pt x="11588335" y="3740632"/>
                  <a:pt x="11594322" y="3720727"/>
                </a:cubicBezTo>
                <a:lnTo>
                  <a:pt x="11598706" y="3733000"/>
                </a:lnTo>
                <a:lnTo>
                  <a:pt x="11598316" y="3721684"/>
                </a:lnTo>
                <a:cubicBezTo>
                  <a:pt x="11599438" y="3719677"/>
                  <a:pt x="11601122" y="3718674"/>
                  <a:pt x="11603274" y="3718975"/>
                </a:cubicBezTo>
                <a:close/>
                <a:moveTo>
                  <a:pt x="20432175" y="3697181"/>
                </a:moveTo>
                <a:cubicBezTo>
                  <a:pt x="20438323" y="3698786"/>
                  <a:pt x="20444471" y="3703602"/>
                  <a:pt x="20450619" y="3706811"/>
                </a:cubicBezTo>
                <a:cubicBezTo>
                  <a:pt x="20444471" y="3706811"/>
                  <a:pt x="20444471" y="3713233"/>
                  <a:pt x="20444471" y="3719654"/>
                </a:cubicBezTo>
                <a:cubicBezTo>
                  <a:pt x="20432175" y="3713233"/>
                  <a:pt x="20426027" y="3706811"/>
                  <a:pt x="20413727" y="3706811"/>
                </a:cubicBezTo>
                <a:cubicBezTo>
                  <a:pt x="20419879" y="3697181"/>
                  <a:pt x="20426027" y="3695575"/>
                  <a:pt x="20432175" y="3697181"/>
                </a:cubicBezTo>
                <a:close/>
                <a:moveTo>
                  <a:pt x="19753879" y="3689422"/>
                </a:moveTo>
                <a:cubicBezTo>
                  <a:pt x="19753879" y="3729102"/>
                  <a:pt x="19729287" y="3722488"/>
                  <a:pt x="19716987" y="3722488"/>
                </a:cubicBezTo>
                <a:cubicBezTo>
                  <a:pt x="19716987" y="3682808"/>
                  <a:pt x="19741583" y="3689422"/>
                  <a:pt x="19753879" y="3689422"/>
                </a:cubicBezTo>
                <a:close/>
                <a:moveTo>
                  <a:pt x="19265723" y="3687553"/>
                </a:moveTo>
                <a:cubicBezTo>
                  <a:pt x="19265723" y="3713233"/>
                  <a:pt x="19253875" y="3719655"/>
                  <a:pt x="19243015" y="3719655"/>
                </a:cubicBezTo>
                <a:cubicBezTo>
                  <a:pt x="19243015" y="3693972"/>
                  <a:pt x="19253875" y="3687553"/>
                  <a:pt x="19265723" y="3687553"/>
                </a:cubicBezTo>
                <a:close/>
                <a:moveTo>
                  <a:pt x="17076871" y="3687553"/>
                </a:moveTo>
                <a:cubicBezTo>
                  <a:pt x="17076871" y="3719982"/>
                  <a:pt x="17070495" y="3752414"/>
                  <a:pt x="17076871" y="3777274"/>
                </a:cubicBezTo>
                <a:cubicBezTo>
                  <a:pt x="17089619" y="3809704"/>
                  <a:pt x="17102367" y="3700525"/>
                  <a:pt x="17102367" y="3694039"/>
                </a:cubicBezTo>
                <a:cubicBezTo>
                  <a:pt x="17121491" y="3707009"/>
                  <a:pt x="17134239" y="3719982"/>
                  <a:pt x="17146987" y="3732953"/>
                </a:cubicBezTo>
                <a:cubicBezTo>
                  <a:pt x="17140611" y="3745931"/>
                  <a:pt x="17127863" y="3752414"/>
                  <a:pt x="17127863" y="3771870"/>
                </a:cubicBezTo>
                <a:cubicBezTo>
                  <a:pt x="17121491" y="3791327"/>
                  <a:pt x="17127863" y="3791327"/>
                  <a:pt x="17121491" y="3809704"/>
                </a:cubicBezTo>
                <a:cubicBezTo>
                  <a:pt x="17064123" y="3791327"/>
                  <a:pt x="17013131" y="3777274"/>
                  <a:pt x="16963199" y="3765385"/>
                </a:cubicBezTo>
                <a:cubicBezTo>
                  <a:pt x="16982319" y="3726468"/>
                  <a:pt x="17013131" y="3771870"/>
                  <a:pt x="17038627" y="3758899"/>
                </a:cubicBezTo>
                <a:cubicBezTo>
                  <a:pt x="17064123" y="3745931"/>
                  <a:pt x="17051375" y="3687553"/>
                  <a:pt x="17076871" y="3687553"/>
                </a:cubicBezTo>
                <a:close/>
                <a:moveTo>
                  <a:pt x="10161226" y="3683566"/>
                </a:moveTo>
                <a:cubicBezTo>
                  <a:pt x="10122536" y="3677117"/>
                  <a:pt x="10090294" y="3690015"/>
                  <a:pt x="10051604" y="3709359"/>
                </a:cubicBezTo>
                <a:cubicBezTo>
                  <a:pt x="10083846" y="3728701"/>
                  <a:pt x="10116088" y="3754495"/>
                  <a:pt x="10148330" y="3754495"/>
                </a:cubicBezTo>
                <a:cubicBezTo>
                  <a:pt x="10148330" y="3728701"/>
                  <a:pt x="10154778" y="3709359"/>
                  <a:pt x="10161226" y="3683566"/>
                </a:cubicBezTo>
                <a:close/>
                <a:moveTo>
                  <a:pt x="20091427" y="3678070"/>
                </a:moveTo>
                <a:cubicBezTo>
                  <a:pt x="20104159" y="3678070"/>
                  <a:pt x="20161459" y="3684683"/>
                  <a:pt x="20135995" y="3724364"/>
                </a:cubicBezTo>
                <a:cubicBezTo>
                  <a:pt x="20123259" y="3704524"/>
                  <a:pt x="20104159" y="3691296"/>
                  <a:pt x="20091427" y="3678070"/>
                </a:cubicBezTo>
                <a:close/>
                <a:moveTo>
                  <a:pt x="20394255" y="3668739"/>
                </a:moveTo>
                <a:cubicBezTo>
                  <a:pt x="20400407" y="3670345"/>
                  <a:pt x="20406555" y="3675160"/>
                  <a:pt x="20412703" y="3678371"/>
                </a:cubicBezTo>
                <a:cubicBezTo>
                  <a:pt x="20406555" y="3678371"/>
                  <a:pt x="20406555" y="3684792"/>
                  <a:pt x="20400407" y="3691213"/>
                </a:cubicBezTo>
                <a:cubicBezTo>
                  <a:pt x="20394259" y="3684792"/>
                  <a:pt x="20381959" y="3678371"/>
                  <a:pt x="20375811" y="3678371"/>
                </a:cubicBezTo>
                <a:cubicBezTo>
                  <a:pt x="20381959" y="3668739"/>
                  <a:pt x="20388107" y="3667134"/>
                  <a:pt x="20394255" y="3668739"/>
                </a:cubicBezTo>
                <a:close/>
                <a:moveTo>
                  <a:pt x="14038279" y="3659114"/>
                </a:moveTo>
                <a:cubicBezTo>
                  <a:pt x="14076932" y="3678681"/>
                  <a:pt x="14109143" y="3698248"/>
                  <a:pt x="14146722" y="3724339"/>
                </a:cubicBezTo>
                <a:cubicBezTo>
                  <a:pt x="14140280" y="3743902"/>
                  <a:pt x="14140280" y="3756951"/>
                  <a:pt x="14133838" y="3776516"/>
                </a:cubicBezTo>
                <a:cubicBezTo>
                  <a:pt x="14120954" y="3776516"/>
                  <a:pt x="14114511" y="3776516"/>
                  <a:pt x="14102701" y="3776516"/>
                </a:cubicBezTo>
                <a:cubicBezTo>
                  <a:pt x="14083374" y="3776516"/>
                  <a:pt x="14064048" y="3776516"/>
                  <a:pt x="14038279" y="3769997"/>
                </a:cubicBezTo>
                <a:cubicBezTo>
                  <a:pt x="13993184" y="3769997"/>
                  <a:pt x="13948089" y="3763473"/>
                  <a:pt x="13904067" y="3756951"/>
                </a:cubicBezTo>
                <a:cubicBezTo>
                  <a:pt x="13807434" y="3750430"/>
                  <a:pt x="13717244" y="3743902"/>
                  <a:pt x="13621685" y="3737382"/>
                </a:cubicBezTo>
                <a:cubicBezTo>
                  <a:pt x="13710802" y="3724339"/>
                  <a:pt x="13794550" y="3711293"/>
                  <a:pt x="13878298" y="3704770"/>
                </a:cubicBezTo>
                <a:cubicBezTo>
                  <a:pt x="13928762" y="3698248"/>
                  <a:pt x="13973857" y="3691726"/>
                  <a:pt x="14018952" y="3698248"/>
                </a:cubicBezTo>
                <a:cubicBezTo>
                  <a:pt x="14025395" y="3698248"/>
                  <a:pt x="14057606" y="3691726"/>
                  <a:pt x="14064048" y="3704770"/>
                </a:cubicBezTo>
                <a:cubicBezTo>
                  <a:pt x="14057606" y="3685204"/>
                  <a:pt x="14044721" y="3691726"/>
                  <a:pt x="14038279" y="3691726"/>
                </a:cubicBezTo>
                <a:cubicBezTo>
                  <a:pt x="14038279" y="3685204"/>
                  <a:pt x="14038279" y="3672158"/>
                  <a:pt x="14038279" y="3659114"/>
                </a:cubicBezTo>
                <a:close/>
                <a:moveTo>
                  <a:pt x="15905100" y="3659108"/>
                </a:moveTo>
                <a:cubicBezTo>
                  <a:pt x="15905100" y="3671951"/>
                  <a:pt x="15905100" y="3684792"/>
                  <a:pt x="15905100" y="3691214"/>
                </a:cubicBezTo>
                <a:cubicBezTo>
                  <a:pt x="15877802" y="3691214"/>
                  <a:pt x="15891450" y="3671951"/>
                  <a:pt x="15905100" y="3659108"/>
                </a:cubicBezTo>
                <a:close/>
                <a:moveTo>
                  <a:pt x="14165755" y="3659108"/>
                </a:moveTo>
                <a:cubicBezTo>
                  <a:pt x="14165755" y="3684793"/>
                  <a:pt x="14159768" y="3691214"/>
                  <a:pt x="14147793" y="3691214"/>
                </a:cubicBezTo>
                <a:cubicBezTo>
                  <a:pt x="14147793" y="3671951"/>
                  <a:pt x="14153780" y="3659108"/>
                  <a:pt x="14165755" y="3659108"/>
                </a:cubicBezTo>
                <a:close/>
                <a:moveTo>
                  <a:pt x="13602725" y="3659108"/>
                </a:moveTo>
                <a:cubicBezTo>
                  <a:pt x="13614700" y="3659108"/>
                  <a:pt x="13620687" y="3671951"/>
                  <a:pt x="13620687" y="3691214"/>
                </a:cubicBezTo>
                <a:cubicBezTo>
                  <a:pt x="13608712" y="3691214"/>
                  <a:pt x="13602725" y="3684793"/>
                  <a:pt x="13602725" y="3659108"/>
                </a:cubicBezTo>
                <a:close/>
                <a:moveTo>
                  <a:pt x="19995635" y="3659107"/>
                </a:moveTo>
                <a:cubicBezTo>
                  <a:pt x="19995635" y="3684792"/>
                  <a:pt x="19989647" y="3691213"/>
                  <a:pt x="19977671" y="3691213"/>
                </a:cubicBezTo>
                <a:cubicBezTo>
                  <a:pt x="19977671" y="3671950"/>
                  <a:pt x="19983659" y="3659107"/>
                  <a:pt x="19995635" y="3659107"/>
                </a:cubicBezTo>
                <a:close/>
                <a:moveTo>
                  <a:pt x="19227767" y="3656244"/>
                </a:moveTo>
                <a:cubicBezTo>
                  <a:pt x="19227767" y="3695925"/>
                  <a:pt x="19203171" y="3689312"/>
                  <a:pt x="19190875" y="3689312"/>
                </a:cubicBezTo>
                <a:cubicBezTo>
                  <a:pt x="19190875" y="3649631"/>
                  <a:pt x="19209319" y="3656244"/>
                  <a:pt x="19227767" y="3656244"/>
                </a:cubicBezTo>
                <a:close/>
                <a:moveTo>
                  <a:pt x="10199917" y="3651326"/>
                </a:moveTo>
                <a:cubicBezTo>
                  <a:pt x="10192393" y="3677117"/>
                  <a:pt x="10187020" y="3696463"/>
                  <a:pt x="10187020" y="3722252"/>
                </a:cubicBezTo>
                <a:cubicBezTo>
                  <a:pt x="10205290" y="3722252"/>
                  <a:pt x="10224635" y="3722252"/>
                  <a:pt x="10237532" y="3722252"/>
                </a:cubicBezTo>
                <a:cubicBezTo>
                  <a:pt x="10243980" y="3696463"/>
                  <a:pt x="10250429" y="3677117"/>
                  <a:pt x="10256877" y="3651326"/>
                </a:cubicBezTo>
                <a:cubicBezTo>
                  <a:pt x="10237532" y="3651326"/>
                  <a:pt x="10218187" y="3651326"/>
                  <a:pt x="10199917" y="3651326"/>
                </a:cubicBezTo>
                <a:close/>
                <a:moveTo>
                  <a:pt x="17125367" y="3643141"/>
                </a:moveTo>
                <a:cubicBezTo>
                  <a:pt x="17126383" y="3641644"/>
                  <a:pt x="17128415" y="3643141"/>
                  <a:pt x="17132475" y="3646135"/>
                </a:cubicBezTo>
                <a:cubicBezTo>
                  <a:pt x="17124351" y="3652124"/>
                  <a:pt x="17124351" y="3658110"/>
                  <a:pt x="17124351" y="3658110"/>
                </a:cubicBezTo>
                <a:cubicBezTo>
                  <a:pt x="17124351" y="3649129"/>
                  <a:pt x="17124351" y="3644639"/>
                  <a:pt x="17125367" y="3643141"/>
                </a:cubicBezTo>
                <a:close/>
                <a:moveTo>
                  <a:pt x="20055351" y="3626594"/>
                </a:moveTo>
                <a:cubicBezTo>
                  <a:pt x="20063775" y="3629901"/>
                  <a:pt x="20071411" y="3641474"/>
                  <a:pt x="20071411" y="3658008"/>
                </a:cubicBezTo>
                <a:cubicBezTo>
                  <a:pt x="20059827" y="3658008"/>
                  <a:pt x="20047187" y="3651394"/>
                  <a:pt x="20034547" y="3644781"/>
                </a:cubicBezTo>
                <a:cubicBezTo>
                  <a:pt x="20037707" y="3628247"/>
                  <a:pt x="20046923" y="3623287"/>
                  <a:pt x="20055351" y="3626594"/>
                </a:cubicBezTo>
                <a:close/>
                <a:moveTo>
                  <a:pt x="11255487" y="3625935"/>
                </a:moveTo>
                <a:cubicBezTo>
                  <a:pt x="11255487" y="3690730"/>
                  <a:pt x="11179617" y="3684251"/>
                  <a:pt x="11160382" y="3690730"/>
                </a:cubicBezTo>
                <a:cubicBezTo>
                  <a:pt x="11089854" y="3697210"/>
                  <a:pt x="11025738" y="3710169"/>
                  <a:pt x="10962691" y="3710169"/>
                </a:cubicBezTo>
                <a:cubicBezTo>
                  <a:pt x="11057796" y="3677772"/>
                  <a:pt x="11160382" y="3651852"/>
                  <a:pt x="11255487" y="3625935"/>
                </a:cubicBezTo>
                <a:close/>
                <a:moveTo>
                  <a:pt x="19266711" y="3625930"/>
                </a:moveTo>
                <a:cubicBezTo>
                  <a:pt x="19273135" y="3632079"/>
                  <a:pt x="19285979" y="3638227"/>
                  <a:pt x="19298819" y="3644376"/>
                </a:cubicBezTo>
                <a:cubicBezTo>
                  <a:pt x="19285979" y="3662820"/>
                  <a:pt x="19266711" y="3662820"/>
                  <a:pt x="19266711" y="3625930"/>
                </a:cubicBezTo>
                <a:close/>
                <a:moveTo>
                  <a:pt x="20337891" y="3625930"/>
                </a:moveTo>
                <a:cubicBezTo>
                  <a:pt x="20350187" y="3632078"/>
                  <a:pt x="20362483" y="3638227"/>
                  <a:pt x="20374783" y="3644376"/>
                </a:cubicBezTo>
                <a:cubicBezTo>
                  <a:pt x="20362483" y="3662819"/>
                  <a:pt x="20337891" y="3662819"/>
                  <a:pt x="20337891" y="3625930"/>
                </a:cubicBezTo>
                <a:close/>
                <a:moveTo>
                  <a:pt x="20015079" y="3603459"/>
                </a:moveTo>
                <a:cubicBezTo>
                  <a:pt x="20021227" y="3604313"/>
                  <a:pt x="20027375" y="3607721"/>
                  <a:pt x="20033523" y="3611141"/>
                </a:cubicBezTo>
                <a:cubicBezTo>
                  <a:pt x="20033523" y="3617967"/>
                  <a:pt x="20027375" y="3624791"/>
                  <a:pt x="20027375" y="3624791"/>
                </a:cubicBezTo>
                <a:cubicBezTo>
                  <a:pt x="20015079" y="3624791"/>
                  <a:pt x="20008927" y="3617967"/>
                  <a:pt x="19996631" y="3611141"/>
                </a:cubicBezTo>
                <a:cubicBezTo>
                  <a:pt x="20002779" y="3604313"/>
                  <a:pt x="20008927" y="3602607"/>
                  <a:pt x="20015079" y="3603459"/>
                </a:cubicBezTo>
                <a:close/>
                <a:moveTo>
                  <a:pt x="10429908" y="3599741"/>
                </a:moveTo>
                <a:cubicBezTo>
                  <a:pt x="10429908" y="3619092"/>
                  <a:pt x="10436357" y="3625537"/>
                  <a:pt x="10449253" y="3625537"/>
                </a:cubicBezTo>
                <a:cubicBezTo>
                  <a:pt x="10449253" y="3606185"/>
                  <a:pt x="10442805" y="3599741"/>
                  <a:pt x="10429908" y="3599741"/>
                </a:cubicBezTo>
                <a:close/>
                <a:moveTo>
                  <a:pt x="10295567" y="3599741"/>
                </a:moveTo>
                <a:cubicBezTo>
                  <a:pt x="10295567" y="3638431"/>
                  <a:pt x="10321361" y="3625537"/>
                  <a:pt x="10334257" y="3625537"/>
                </a:cubicBezTo>
                <a:cubicBezTo>
                  <a:pt x="10334257" y="3593294"/>
                  <a:pt x="10314912" y="3599741"/>
                  <a:pt x="10295567" y="3599741"/>
                </a:cubicBezTo>
                <a:close/>
                <a:moveTo>
                  <a:pt x="682360" y="3597489"/>
                </a:moveTo>
                <a:cubicBezTo>
                  <a:pt x="701322" y="3604102"/>
                  <a:pt x="720282" y="3610716"/>
                  <a:pt x="738186" y="3610716"/>
                </a:cubicBezTo>
                <a:cubicBezTo>
                  <a:pt x="720282" y="3637172"/>
                  <a:pt x="682360" y="3643784"/>
                  <a:pt x="682360" y="3597489"/>
                </a:cubicBezTo>
                <a:close/>
                <a:moveTo>
                  <a:pt x="15696664" y="3597488"/>
                </a:moveTo>
                <a:cubicBezTo>
                  <a:pt x="15684366" y="3616107"/>
                  <a:pt x="15678218" y="3634719"/>
                  <a:pt x="15678218" y="3653332"/>
                </a:cubicBezTo>
                <a:cubicBezTo>
                  <a:pt x="15672068" y="3640922"/>
                  <a:pt x="15665920" y="3628513"/>
                  <a:pt x="15659770" y="3616107"/>
                </a:cubicBezTo>
                <a:cubicBezTo>
                  <a:pt x="15672068" y="3609888"/>
                  <a:pt x="15684366" y="3603690"/>
                  <a:pt x="15696664" y="3597488"/>
                </a:cubicBezTo>
                <a:close/>
                <a:moveTo>
                  <a:pt x="19958663" y="3582900"/>
                </a:moveTo>
                <a:lnTo>
                  <a:pt x="19956463" y="3591463"/>
                </a:lnTo>
                <a:lnTo>
                  <a:pt x="19957743" y="3586488"/>
                </a:lnTo>
                <a:close/>
                <a:moveTo>
                  <a:pt x="19959511" y="3579607"/>
                </a:moveTo>
                <a:cubicBezTo>
                  <a:pt x="19960127" y="3577215"/>
                  <a:pt x="19959715" y="3578810"/>
                  <a:pt x="19958895" y="3582000"/>
                </a:cubicBezTo>
                <a:lnTo>
                  <a:pt x="19958663" y="3582900"/>
                </a:lnTo>
                <a:close/>
                <a:moveTo>
                  <a:pt x="19972935" y="3574315"/>
                </a:moveTo>
                <a:cubicBezTo>
                  <a:pt x="19979759" y="3569048"/>
                  <a:pt x="19993411" y="3580635"/>
                  <a:pt x="20000235" y="3580635"/>
                </a:cubicBezTo>
                <a:cubicBezTo>
                  <a:pt x="19986583" y="3605910"/>
                  <a:pt x="19972935" y="3569048"/>
                  <a:pt x="19972935" y="3574315"/>
                </a:cubicBezTo>
                <a:close/>
                <a:moveTo>
                  <a:pt x="20260963" y="3569051"/>
                </a:moveTo>
                <a:cubicBezTo>
                  <a:pt x="20260963" y="3588959"/>
                  <a:pt x="20260963" y="3601124"/>
                  <a:pt x="20247839" y="3601124"/>
                </a:cubicBezTo>
                <a:cubicBezTo>
                  <a:pt x="20247839" y="3581218"/>
                  <a:pt x="20247839" y="3569051"/>
                  <a:pt x="20260963" y="3569051"/>
                </a:cubicBezTo>
                <a:close/>
                <a:moveTo>
                  <a:pt x="11334144" y="3569049"/>
                </a:moveTo>
                <a:cubicBezTo>
                  <a:pt x="11334144" y="3588010"/>
                  <a:pt x="11340766" y="3605914"/>
                  <a:pt x="11340766" y="3624876"/>
                </a:cubicBezTo>
                <a:cubicBezTo>
                  <a:pt x="11314277" y="3624876"/>
                  <a:pt x="11287787" y="3624876"/>
                  <a:pt x="11261297" y="3624876"/>
                </a:cubicBezTo>
                <a:cubicBezTo>
                  <a:pt x="11261297" y="3605914"/>
                  <a:pt x="11281164" y="3605914"/>
                  <a:pt x="11294409" y="3599594"/>
                </a:cubicBezTo>
                <a:cubicBezTo>
                  <a:pt x="11307654" y="3593275"/>
                  <a:pt x="11320899" y="3580637"/>
                  <a:pt x="11334144" y="3569049"/>
                </a:cubicBezTo>
                <a:close/>
                <a:moveTo>
                  <a:pt x="12290792" y="3566250"/>
                </a:moveTo>
                <a:cubicBezTo>
                  <a:pt x="12304321" y="3564757"/>
                  <a:pt x="12320237" y="3569645"/>
                  <a:pt x="12329787" y="3569645"/>
                </a:cubicBezTo>
                <a:cubicBezTo>
                  <a:pt x="12329787" y="3575076"/>
                  <a:pt x="12336154" y="3581593"/>
                  <a:pt x="12336154" y="3581593"/>
                </a:cubicBezTo>
                <a:cubicBezTo>
                  <a:pt x="12310688" y="3589196"/>
                  <a:pt x="12285222" y="3594627"/>
                  <a:pt x="12266122" y="3601144"/>
                </a:cubicBezTo>
                <a:cubicBezTo>
                  <a:pt x="12266122" y="3575620"/>
                  <a:pt x="12277263" y="3567743"/>
                  <a:pt x="12290792" y="3566250"/>
                </a:cubicBezTo>
                <a:close/>
                <a:moveTo>
                  <a:pt x="16472248" y="3566116"/>
                </a:moveTo>
                <a:cubicBezTo>
                  <a:pt x="16483882" y="3564635"/>
                  <a:pt x="16497842" y="3569482"/>
                  <a:pt x="16507150" y="3569482"/>
                </a:cubicBezTo>
                <a:cubicBezTo>
                  <a:pt x="16507150" y="3620114"/>
                  <a:pt x="16469920" y="3600720"/>
                  <a:pt x="16451306" y="3600720"/>
                </a:cubicBezTo>
                <a:cubicBezTo>
                  <a:pt x="16451306" y="3575408"/>
                  <a:pt x="16460614" y="3567597"/>
                  <a:pt x="16472248" y="3566116"/>
                </a:cubicBezTo>
                <a:close/>
                <a:moveTo>
                  <a:pt x="11415205" y="3566116"/>
                </a:moveTo>
                <a:cubicBezTo>
                  <a:pt x="11426923" y="3564635"/>
                  <a:pt x="11440879" y="3569483"/>
                  <a:pt x="11449832" y="3569483"/>
                </a:cubicBezTo>
                <a:cubicBezTo>
                  <a:pt x="11449832" y="3620114"/>
                  <a:pt x="11412966" y="3600721"/>
                  <a:pt x="11394007" y="3600721"/>
                </a:cubicBezTo>
                <a:cubicBezTo>
                  <a:pt x="11394007" y="3575408"/>
                  <a:pt x="11403487" y="3567597"/>
                  <a:pt x="11415205" y="3566116"/>
                </a:cubicBezTo>
                <a:close/>
                <a:moveTo>
                  <a:pt x="10389337" y="3565219"/>
                </a:moveTo>
                <a:cubicBezTo>
                  <a:pt x="10377516" y="3563742"/>
                  <a:pt x="10363276" y="3568578"/>
                  <a:pt x="10353603" y="3568578"/>
                </a:cubicBezTo>
                <a:cubicBezTo>
                  <a:pt x="10353603" y="3619092"/>
                  <a:pt x="10392293" y="3599741"/>
                  <a:pt x="10410563" y="3599741"/>
                </a:cubicBezTo>
                <a:cubicBezTo>
                  <a:pt x="10410563" y="3574486"/>
                  <a:pt x="10401159" y="3566697"/>
                  <a:pt x="10389337" y="3565219"/>
                </a:cubicBezTo>
                <a:close/>
                <a:moveTo>
                  <a:pt x="12158264" y="3564306"/>
                </a:moveTo>
                <a:cubicBezTo>
                  <a:pt x="12189536" y="3566430"/>
                  <a:pt x="12219529" y="3578039"/>
                  <a:pt x="12241343" y="3613971"/>
                </a:cubicBezTo>
                <a:cubicBezTo>
                  <a:pt x="12170247" y="3613971"/>
                  <a:pt x="12092688" y="3626956"/>
                  <a:pt x="12022670" y="3659432"/>
                </a:cubicBezTo>
                <a:cubicBezTo>
                  <a:pt x="11983891" y="3672422"/>
                  <a:pt x="11912795" y="3724384"/>
                  <a:pt x="11886942" y="3652937"/>
                </a:cubicBezTo>
                <a:cubicBezTo>
                  <a:pt x="11945111" y="3594478"/>
                  <a:pt x="12016207" y="3581489"/>
                  <a:pt x="12086225" y="3569581"/>
                </a:cubicBezTo>
                <a:cubicBezTo>
                  <a:pt x="12099151" y="3567957"/>
                  <a:pt x="12112886" y="3565927"/>
                  <a:pt x="12126822" y="3564794"/>
                </a:cubicBezTo>
                <a:cubicBezTo>
                  <a:pt x="12137274" y="3563944"/>
                  <a:pt x="12147840" y="3563599"/>
                  <a:pt x="12158264" y="3564306"/>
                </a:cubicBezTo>
                <a:close/>
                <a:moveTo>
                  <a:pt x="12341457" y="3557009"/>
                </a:moveTo>
                <a:lnTo>
                  <a:pt x="12347116" y="3564273"/>
                </a:lnTo>
                <a:lnTo>
                  <a:pt x="12350438" y="3568538"/>
                </a:lnTo>
                <a:cubicBezTo>
                  <a:pt x="12338463" y="3579811"/>
                  <a:pt x="12344451" y="3586984"/>
                  <a:pt x="12332476" y="3568538"/>
                </a:cubicBezTo>
                <a:cubicBezTo>
                  <a:pt x="12335470" y="3563927"/>
                  <a:pt x="12337341" y="3560852"/>
                  <a:pt x="12338650" y="3559027"/>
                </a:cubicBezTo>
                <a:lnTo>
                  <a:pt x="12340249" y="3557877"/>
                </a:lnTo>
                <a:close/>
                <a:moveTo>
                  <a:pt x="10468598" y="3536339"/>
                </a:moveTo>
                <a:cubicBezTo>
                  <a:pt x="10449253" y="3536339"/>
                  <a:pt x="10429908" y="3536339"/>
                  <a:pt x="10429908" y="3568578"/>
                </a:cubicBezTo>
                <a:cubicBezTo>
                  <a:pt x="10442805" y="3568578"/>
                  <a:pt x="10468598" y="3573950"/>
                  <a:pt x="10468598" y="3536339"/>
                </a:cubicBezTo>
                <a:close/>
                <a:moveTo>
                  <a:pt x="12497286" y="3535873"/>
                </a:moveTo>
                <a:cubicBezTo>
                  <a:pt x="12451885" y="3542294"/>
                  <a:pt x="12414050" y="3555136"/>
                  <a:pt x="12375135" y="3567978"/>
                </a:cubicBezTo>
                <a:cubicBezTo>
                  <a:pt x="12375135" y="3548716"/>
                  <a:pt x="12375135" y="3548716"/>
                  <a:pt x="12497286" y="3535873"/>
                </a:cubicBezTo>
                <a:close/>
                <a:moveTo>
                  <a:pt x="15464444" y="3535873"/>
                </a:moveTo>
                <a:cubicBezTo>
                  <a:pt x="15464444" y="3555136"/>
                  <a:pt x="15458456" y="3567978"/>
                  <a:pt x="15446482" y="3567978"/>
                </a:cubicBezTo>
                <a:cubicBezTo>
                  <a:pt x="15446482" y="3548716"/>
                  <a:pt x="15452470" y="3535873"/>
                  <a:pt x="15464444" y="3535873"/>
                </a:cubicBezTo>
                <a:close/>
                <a:moveTo>
                  <a:pt x="18583191" y="3535872"/>
                </a:moveTo>
                <a:cubicBezTo>
                  <a:pt x="18583191" y="3555136"/>
                  <a:pt x="18577203" y="3567978"/>
                  <a:pt x="18565231" y="3567978"/>
                </a:cubicBezTo>
                <a:cubicBezTo>
                  <a:pt x="18565231" y="3548716"/>
                  <a:pt x="18571215" y="3535872"/>
                  <a:pt x="18583191" y="3535872"/>
                </a:cubicBezTo>
                <a:close/>
                <a:moveTo>
                  <a:pt x="16827727" y="3532831"/>
                </a:moveTo>
                <a:cubicBezTo>
                  <a:pt x="16839363" y="3531240"/>
                  <a:pt x="16853323" y="3536015"/>
                  <a:pt x="16862631" y="3536015"/>
                </a:cubicBezTo>
                <a:cubicBezTo>
                  <a:pt x="16862631" y="3586947"/>
                  <a:pt x="16825403" y="3567848"/>
                  <a:pt x="16806787" y="3567848"/>
                </a:cubicBezTo>
                <a:cubicBezTo>
                  <a:pt x="16806787" y="3542382"/>
                  <a:pt x="16816095" y="3534423"/>
                  <a:pt x="16827727" y="3532831"/>
                </a:cubicBezTo>
                <a:close/>
                <a:moveTo>
                  <a:pt x="16767872" y="3512172"/>
                </a:moveTo>
                <a:cubicBezTo>
                  <a:pt x="16767872" y="3532647"/>
                  <a:pt x="16761884" y="3539472"/>
                  <a:pt x="16749910" y="3539472"/>
                </a:cubicBezTo>
                <a:cubicBezTo>
                  <a:pt x="16749910" y="3518997"/>
                  <a:pt x="16755898" y="3512172"/>
                  <a:pt x="16767872" y="3512172"/>
                </a:cubicBezTo>
                <a:close/>
                <a:moveTo>
                  <a:pt x="20171003" y="3512172"/>
                </a:moveTo>
                <a:cubicBezTo>
                  <a:pt x="20171003" y="3532647"/>
                  <a:pt x="20159031" y="3539472"/>
                  <a:pt x="20153043" y="3539472"/>
                </a:cubicBezTo>
                <a:cubicBezTo>
                  <a:pt x="20153043" y="3518997"/>
                  <a:pt x="20159031" y="3512172"/>
                  <a:pt x="20171003" y="3512172"/>
                </a:cubicBezTo>
                <a:close/>
                <a:moveTo>
                  <a:pt x="15320598" y="3512171"/>
                </a:moveTo>
                <a:cubicBezTo>
                  <a:pt x="15341072" y="3512171"/>
                  <a:pt x="15341072" y="3543195"/>
                  <a:pt x="15341072" y="3568014"/>
                </a:cubicBezTo>
                <a:cubicBezTo>
                  <a:pt x="15313774" y="3568014"/>
                  <a:pt x="15320598" y="3530785"/>
                  <a:pt x="15320598" y="3512171"/>
                </a:cubicBezTo>
                <a:close/>
                <a:moveTo>
                  <a:pt x="11315420" y="3478996"/>
                </a:moveTo>
                <a:cubicBezTo>
                  <a:pt x="11315420" y="3504423"/>
                  <a:pt x="11321841" y="3542562"/>
                  <a:pt x="11308998" y="3567989"/>
                </a:cubicBezTo>
                <a:cubicBezTo>
                  <a:pt x="11302577" y="3542562"/>
                  <a:pt x="11289735" y="3478996"/>
                  <a:pt x="11315420" y="3478996"/>
                </a:cubicBezTo>
                <a:close/>
                <a:moveTo>
                  <a:pt x="12773269" y="3478995"/>
                </a:moveTo>
                <a:cubicBezTo>
                  <a:pt x="12785244" y="3478995"/>
                  <a:pt x="12791231" y="3491838"/>
                  <a:pt x="12791231" y="3511099"/>
                </a:cubicBezTo>
                <a:cubicBezTo>
                  <a:pt x="12779256" y="3511099"/>
                  <a:pt x="12773269" y="3498257"/>
                  <a:pt x="12773269" y="3478995"/>
                </a:cubicBezTo>
                <a:close/>
                <a:moveTo>
                  <a:pt x="16489224" y="3478994"/>
                </a:moveTo>
                <a:cubicBezTo>
                  <a:pt x="16501198" y="3478994"/>
                  <a:pt x="16507186" y="3485415"/>
                  <a:pt x="16507186" y="3511099"/>
                </a:cubicBezTo>
                <a:cubicBezTo>
                  <a:pt x="16495212" y="3511099"/>
                  <a:pt x="16489224" y="3498257"/>
                  <a:pt x="16489224" y="3478994"/>
                </a:cubicBezTo>
                <a:close/>
                <a:moveTo>
                  <a:pt x="16444646" y="3478994"/>
                </a:moveTo>
                <a:cubicBezTo>
                  <a:pt x="16456944" y="3478994"/>
                  <a:pt x="16469242" y="3485415"/>
                  <a:pt x="16469242" y="3511099"/>
                </a:cubicBezTo>
                <a:cubicBezTo>
                  <a:pt x="16456944" y="3504679"/>
                  <a:pt x="16444646" y="3498257"/>
                  <a:pt x="16432350" y="3491837"/>
                </a:cubicBezTo>
                <a:cubicBezTo>
                  <a:pt x="16438498" y="3485415"/>
                  <a:pt x="16438498" y="3478994"/>
                  <a:pt x="16444646" y="3478994"/>
                </a:cubicBezTo>
                <a:close/>
                <a:moveTo>
                  <a:pt x="18265631" y="3478994"/>
                </a:moveTo>
                <a:cubicBezTo>
                  <a:pt x="18265631" y="3498257"/>
                  <a:pt x="18259643" y="3511099"/>
                  <a:pt x="18247671" y="3511099"/>
                </a:cubicBezTo>
                <a:cubicBezTo>
                  <a:pt x="18247671" y="3485415"/>
                  <a:pt x="18253655" y="3478994"/>
                  <a:pt x="18265631" y="3478994"/>
                </a:cubicBezTo>
                <a:close/>
                <a:moveTo>
                  <a:pt x="10781176" y="3471639"/>
                </a:moveTo>
                <a:lnTo>
                  <a:pt x="10785145" y="3475012"/>
                </a:lnTo>
                <a:cubicBezTo>
                  <a:pt x="10787152" y="3476718"/>
                  <a:pt x="10788155" y="3477571"/>
                  <a:pt x="10786650" y="3476291"/>
                </a:cubicBezTo>
                <a:close/>
                <a:moveTo>
                  <a:pt x="15057826" y="3464774"/>
                </a:moveTo>
                <a:cubicBezTo>
                  <a:pt x="15071052" y="3464774"/>
                  <a:pt x="15090892" y="3464774"/>
                  <a:pt x="15104120" y="3471390"/>
                </a:cubicBezTo>
                <a:cubicBezTo>
                  <a:pt x="15090892" y="3478002"/>
                  <a:pt x="15084280" y="3497842"/>
                  <a:pt x="15077666" y="3511070"/>
                </a:cubicBezTo>
                <a:cubicBezTo>
                  <a:pt x="15071052" y="3497842"/>
                  <a:pt x="15064438" y="3478002"/>
                  <a:pt x="15057826" y="3464774"/>
                </a:cubicBezTo>
                <a:close/>
                <a:moveTo>
                  <a:pt x="10780211" y="3455674"/>
                </a:moveTo>
                <a:cubicBezTo>
                  <a:pt x="10780719" y="3456526"/>
                  <a:pt x="10780973" y="3458660"/>
                  <a:pt x="10781100" y="3462286"/>
                </a:cubicBezTo>
                <a:lnTo>
                  <a:pt x="10781176" y="3471639"/>
                </a:lnTo>
                <a:lnTo>
                  <a:pt x="10781227" y="3477854"/>
                </a:lnTo>
                <a:cubicBezTo>
                  <a:pt x="10781227" y="3474443"/>
                  <a:pt x="10779195" y="3471032"/>
                  <a:pt x="10777164" y="3468470"/>
                </a:cubicBezTo>
                <a:lnTo>
                  <a:pt x="10775940" y="3467185"/>
                </a:lnTo>
                <a:lnTo>
                  <a:pt x="10773104" y="3464774"/>
                </a:lnTo>
                <a:lnTo>
                  <a:pt x="10775940" y="3467185"/>
                </a:lnTo>
                <a:lnTo>
                  <a:pt x="10773101" y="3464205"/>
                </a:lnTo>
                <a:cubicBezTo>
                  <a:pt x="10777164" y="3457379"/>
                  <a:pt x="10779195" y="3453967"/>
                  <a:pt x="10780211" y="3455674"/>
                </a:cubicBezTo>
                <a:close/>
                <a:moveTo>
                  <a:pt x="16678674" y="3448507"/>
                </a:moveTo>
                <a:cubicBezTo>
                  <a:pt x="16693902" y="3449312"/>
                  <a:pt x="16709932" y="3457357"/>
                  <a:pt x="16719550" y="3463798"/>
                </a:cubicBezTo>
                <a:cubicBezTo>
                  <a:pt x="16745198" y="3489554"/>
                  <a:pt x="16732374" y="3502431"/>
                  <a:pt x="16706726" y="3508869"/>
                </a:cubicBezTo>
                <a:cubicBezTo>
                  <a:pt x="16700314" y="3508869"/>
                  <a:pt x="16642608" y="3508869"/>
                  <a:pt x="16668256" y="3534628"/>
                </a:cubicBezTo>
                <a:cubicBezTo>
                  <a:pt x="16706726" y="3572186"/>
                  <a:pt x="16751608" y="3572186"/>
                  <a:pt x="16789011" y="3586137"/>
                </a:cubicBezTo>
                <a:cubicBezTo>
                  <a:pt x="16827483" y="3604378"/>
                  <a:pt x="16872363" y="3623698"/>
                  <a:pt x="16917247" y="3636575"/>
                </a:cubicBezTo>
                <a:cubicBezTo>
                  <a:pt x="16949307" y="3655891"/>
                  <a:pt x="16962131" y="3675208"/>
                  <a:pt x="16962131" y="3739595"/>
                </a:cubicBezTo>
                <a:cubicBezTo>
                  <a:pt x="16917247" y="3771792"/>
                  <a:pt x="16865955" y="3739595"/>
                  <a:pt x="16821071" y="3726719"/>
                </a:cubicBezTo>
                <a:cubicBezTo>
                  <a:pt x="16758020" y="3707400"/>
                  <a:pt x="16700314" y="3707400"/>
                  <a:pt x="16642608" y="3720280"/>
                </a:cubicBezTo>
                <a:cubicBezTo>
                  <a:pt x="16642608" y="3700964"/>
                  <a:pt x="16642608" y="3681648"/>
                  <a:pt x="16642608" y="3655891"/>
                </a:cubicBezTo>
                <a:cubicBezTo>
                  <a:pt x="16616960" y="3668769"/>
                  <a:pt x="16592382" y="3675208"/>
                  <a:pt x="16566734" y="3688091"/>
                </a:cubicBezTo>
                <a:cubicBezTo>
                  <a:pt x="16566734" y="3636575"/>
                  <a:pt x="16560322" y="3597940"/>
                  <a:pt x="16597726" y="3578624"/>
                </a:cubicBezTo>
                <a:cubicBezTo>
                  <a:pt x="16636196" y="3566820"/>
                  <a:pt x="16629784" y="3528188"/>
                  <a:pt x="16642608" y="3476676"/>
                </a:cubicBezTo>
                <a:cubicBezTo>
                  <a:pt x="16649020" y="3454140"/>
                  <a:pt x="16663446" y="3447700"/>
                  <a:pt x="16678674" y="3448507"/>
                </a:cubicBezTo>
                <a:close/>
                <a:moveTo>
                  <a:pt x="13075589" y="3447224"/>
                </a:moveTo>
                <a:cubicBezTo>
                  <a:pt x="13075589" y="3477967"/>
                  <a:pt x="13050994" y="3477967"/>
                  <a:pt x="13038697" y="3477967"/>
                </a:cubicBezTo>
                <a:cubicBezTo>
                  <a:pt x="13038697" y="3441075"/>
                  <a:pt x="13057143" y="3447224"/>
                  <a:pt x="13075589" y="3447224"/>
                </a:cubicBezTo>
                <a:close/>
                <a:moveTo>
                  <a:pt x="18583191" y="3445817"/>
                </a:moveTo>
                <a:cubicBezTo>
                  <a:pt x="18583191" y="3465082"/>
                  <a:pt x="18577203" y="3477925"/>
                  <a:pt x="18565231" y="3477925"/>
                </a:cubicBezTo>
                <a:cubicBezTo>
                  <a:pt x="18565231" y="3452238"/>
                  <a:pt x="18571215" y="3445817"/>
                  <a:pt x="18583191" y="3445817"/>
                </a:cubicBezTo>
                <a:close/>
                <a:moveTo>
                  <a:pt x="19033467" y="3445816"/>
                </a:moveTo>
                <a:cubicBezTo>
                  <a:pt x="19033467" y="3465082"/>
                  <a:pt x="19027479" y="3477925"/>
                  <a:pt x="19015507" y="3477925"/>
                </a:cubicBezTo>
                <a:cubicBezTo>
                  <a:pt x="19015507" y="3452238"/>
                  <a:pt x="19021491" y="3445816"/>
                  <a:pt x="19033467" y="3445816"/>
                </a:cubicBezTo>
                <a:close/>
                <a:moveTo>
                  <a:pt x="11394007" y="3445815"/>
                </a:moveTo>
                <a:cubicBezTo>
                  <a:pt x="11406304" y="3445815"/>
                  <a:pt x="11418602" y="3445815"/>
                  <a:pt x="11430899" y="3445815"/>
                </a:cubicBezTo>
                <a:cubicBezTo>
                  <a:pt x="11430899" y="3465396"/>
                  <a:pt x="11430899" y="3484977"/>
                  <a:pt x="11430899" y="3511085"/>
                </a:cubicBezTo>
                <a:cubicBezTo>
                  <a:pt x="11418602" y="3511085"/>
                  <a:pt x="11406304" y="3511085"/>
                  <a:pt x="11394007" y="3511085"/>
                </a:cubicBezTo>
                <a:cubicBezTo>
                  <a:pt x="11394007" y="3484977"/>
                  <a:pt x="11394007" y="3465396"/>
                  <a:pt x="11394007" y="3445815"/>
                </a:cubicBezTo>
                <a:close/>
                <a:moveTo>
                  <a:pt x="12959638" y="3445815"/>
                </a:moveTo>
                <a:cubicBezTo>
                  <a:pt x="12959638" y="3465396"/>
                  <a:pt x="12966463" y="3511085"/>
                  <a:pt x="12939163" y="3511085"/>
                </a:cubicBezTo>
                <a:cubicBezTo>
                  <a:pt x="12939163" y="3484977"/>
                  <a:pt x="12939163" y="3445815"/>
                  <a:pt x="12959638" y="3445815"/>
                </a:cubicBezTo>
                <a:close/>
                <a:moveTo>
                  <a:pt x="20037643" y="3437353"/>
                </a:moveTo>
                <a:cubicBezTo>
                  <a:pt x="20066079" y="3432584"/>
                  <a:pt x="20109331" y="3477877"/>
                  <a:pt x="20128291" y="3487412"/>
                </a:cubicBezTo>
                <a:cubicBezTo>
                  <a:pt x="20090371" y="3474700"/>
                  <a:pt x="20053507" y="3468341"/>
                  <a:pt x="20015587" y="3461985"/>
                </a:cubicBezTo>
                <a:cubicBezTo>
                  <a:pt x="20020327" y="3446094"/>
                  <a:pt x="20028163" y="3438942"/>
                  <a:pt x="20037643" y="3437353"/>
                </a:cubicBezTo>
                <a:close/>
                <a:moveTo>
                  <a:pt x="18401799" y="3429847"/>
                </a:moveTo>
                <a:cubicBezTo>
                  <a:pt x="18402619" y="3428349"/>
                  <a:pt x="18405903" y="3429847"/>
                  <a:pt x="18412463" y="3432839"/>
                </a:cubicBezTo>
                <a:cubicBezTo>
                  <a:pt x="18412463" y="3432839"/>
                  <a:pt x="18405899" y="3438828"/>
                  <a:pt x="18405899" y="3444815"/>
                </a:cubicBezTo>
                <a:cubicBezTo>
                  <a:pt x="18402619" y="3435835"/>
                  <a:pt x="18400979" y="3431344"/>
                  <a:pt x="18401799" y="3429847"/>
                </a:cubicBezTo>
                <a:close/>
                <a:moveTo>
                  <a:pt x="19004927" y="3414509"/>
                </a:moveTo>
                <a:cubicBezTo>
                  <a:pt x="19004927" y="3454189"/>
                  <a:pt x="18978471" y="3447576"/>
                  <a:pt x="18958631" y="3447576"/>
                </a:cubicBezTo>
                <a:cubicBezTo>
                  <a:pt x="18958631" y="3407895"/>
                  <a:pt x="18985087" y="3414509"/>
                  <a:pt x="19004927" y="3414509"/>
                </a:cubicBezTo>
                <a:close/>
                <a:moveTo>
                  <a:pt x="14862471" y="3414509"/>
                </a:moveTo>
                <a:cubicBezTo>
                  <a:pt x="14862471" y="3454189"/>
                  <a:pt x="14844025" y="3447576"/>
                  <a:pt x="14825579" y="3447576"/>
                </a:cubicBezTo>
                <a:cubicBezTo>
                  <a:pt x="14825579" y="3407896"/>
                  <a:pt x="14850174" y="3414509"/>
                  <a:pt x="14862471" y="3414509"/>
                </a:cubicBezTo>
                <a:close/>
                <a:moveTo>
                  <a:pt x="10487943" y="3413830"/>
                </a:moveTo>
                <a:cubicBezTo>
                  <a:pt x="10487943" y="3452516"/>
                  <a:pt x="10507289" y="3446069"/>
                  <a:pt x="10526634" y="3446069"/>
                </a:cubicBezTo>
                <a:cubicBezTo>
                  <a:pt x="10526634" y="3407382"/>
                  <a:pt x="10500840" y="3413830"/>
                  <a:pt x="10487943" y="3413830"/>
                </a:cubicBezTo>
                <a:close/>
                <a:moveTo>
                  <a:pt x="16268100" y="3412639"/>
                </a:moveTo>
                <a:cubicBezTo>
                  <a:pt x="16325524" y="3432076"/>
                  <a:pt x="16375504" y="3445036"/>
                  <a:pt x="16426546" y="3464475"/>
                </a:cubicBezTo>
                <a:cubicBezTo>
                  <a:pt x="16407406" y="3496874"/>
                  <a:pt x="16375504" y="3464475"/>
                  <a:pt x="16357426" y="3457996"/>
                </a:cubicBezTo>
                <a:cubicBezTo>
                  <a:pt x="16325524" y="3445036"/>
                  <a:pt x="16293622" y="3438557"/>
                  <a:pt x="16261718" y="3432076"/>
                </a:cubicBezTo>
                <a:cubicBezTo>
                  <a:pt x="16261718" y="3425598"/>
                  <a:pt x="16268100" y="3419118"/>
                  <a:pt x="16268100" y="3412639"/>
                </a:cubicBezTo>
                <a:close/>
                <a:moveTo>
                  <a:pt x="14906153" y="3412639"/>
                </a:moveTo>
                <a:cubicBezTo>
                  <a:pt x="14931431" y="3419166"/>
                  <a:pt x="14955656" y="3425693"/>
                  <a:pt x="14980935" y="3432218"/>
                </a:cubicBezTo>
                <a:cubicBezTo>
                  <a:pt x="14961976" y="3445273"/>
                  <a:pt x="14961976" y="3477909"/>
                  <a:pt x="14936698" y="3477909"/>
                </a:cubicBezTo>
                <a:cubicBezTo>
                  <a:pt x="14925112" y="3477909"/>
                  <a:pt x="14917739" y="3477909"/>
                  <a:pt x="14906153" y="3477909"/>
                </a:cubicBezTo>
                <a:cubicBezTo>
                  <a:pt x="14906153" y="3458327"/>
                  <a:pt x="14906153" y="3432218"/>
                  <a:pt x="14906153" y="3412639"/>
                </a:cubicBezTo>
                <a:close/>
                <a:moveTo>
                  <a:pt x="10944622" y="3405079"/>
                </a:moveTo>
                <a:lnTo>
                  <a:pt x="10949219" y="3412066"/>
                </a:lnTo>
                <a:lnTo>
                  <a:pt x="10945985" y="3418713"/>
                </a:lnTo>
                <a:lnTo>
                  <a:pt x="10984719" y="3433376"/>
                </a:lnTo>
                <a:cubicBezTo>
                  <a:pt x="10997565" y="3439219"/>
                  <a:pt x="11007842" y="3444457"/>
                  <a:pt x="11012410" y="3446069"/>
                </a:cubicBezTo>
                <a:cubicBezTo>
                  <a:pt x="11012410" y="3402548"/>
                  <a:pt x="10980370" y="3413428"/>
                  <a:pt x="10956189" y="3410707"/>
                </a:cubicBezTo>
                <a:close/>
                <a:moveTo>
                  <a:pt x="11899418" y="3388176"/>
                </a:moveTo>
                <a:cubicBezTo>
                  <a:pt x="11892974" y="3407441"/>
                  <a:pt x="11886531" y="3426704"/>
                  <a:pt x="11880087" y="3445969"/>
                </a:cubicBezTo>
                <a:cubicBezTo>
                  <a:pt x="11899418" y="3445969"/>
                  <a:pt x="11918749" y="3445969"/>
                  <a:pt x="11938080" y="3445969"/>
                </a:cubicBezTo>
                <a:cubicBezTo>
                  <a:pt x="11938080" y="3407441"/>
                  <a:pt x="11912305" y="3401019"/>
                  <a:pt x="11899418" y="3388176"/>
                </a:cubicBezTo>
                <a:close/>
                <a:moveTo>
                  <a:pt x="13416739" y="3384202"/>
                </a:moveTo>
                <a:cubicBezTo>
                  <a:pt x="13416739" y="3409638"/>
                  <a:pt x="13416739" y="3449453"/>
                  <a:pt x="13396264" y="3449453"/>
                </a:cubicBezTo>
                <a:cubicBezTo>
                  <a:pt x="13396264" y="3422909"/>
                  <a:pt x="13389439" y="3384202"/>
                  <a:pt x="13416739" y="3384202"/>
                </a:cubicBezTo>
                <a:close/>
                <a:moveTo>
                  <a:pt x="14697606" y="3384202"/>
                </a:moveTo>
                <a:cubicBezTo>
                  <a:pt x="14728697" y="3389732"/>
                  <a:pt x="14767292" y="3389732"/>
                  <a:pt x="14786590" y="3436181"/>
                </a:cubicBezTo>
                <a:cubicBezTo>
                  <a:pt x="14760860" y="3436181"/>
                  <a:pt x="14728697" y="3442817"/>
                  <a:pt x="14697606" y="3449453"/>
                </a:cubicBezTo>
                <a:cubicBezTo>
                  <a:pt x="14697606" y="3429545"/>
                  <a:pt x="14697606" y="3403003"/>
                  <a:pt x="14697606" y="3384202"/>
                </a:cubicBezTo>
                <a:close/>
                <a:moveTo>
                  <a:pt x="16185882" y="3384201"/>
                </a:moveTo>
                <a:cubicBezTo>
                  <a:pt x="16212372" y="3389731"/>
                  <a:pt x="16238862" y="3396365"/>
                  <a:pt x="16265354" y="3403001"/>
                </a:cubicBezTo>
                <a:cubicBezTo>
                  <a:pt x="16245486" y="3429543"/>
                  <a:pt x="16185882" y="3449452"/>
                  <a:pt x="16185882" y="3384201"/>
                </a:cubicBezTo>
                <a:close/>
                <a:moveTo>
                  <a:pt x="13185628" y="3384200"/>
                </a:moveTo>
                <a:cubicBezTo>
                  <a:pt x="13217530" y="3384200"/>
                  <a:pt x="13255811" y="3389584"/>
                  <a:pt x="13287713" y="3384200"/>
                </a:cubicBezTo>
                <a:cubicBezTo>
                  <a:pt x="13293030" y="3384200"/>
                  <a:pt x="13350453" y="3384200"/>
                  <a:pt x="13337692" y="3408973"/>
                </a:cubicBezTo>
                <a:cubicBezTo>
                  <a:pt x="13318551" y="3454214"/>
                  <a:pt x="13255811" y="3441288"/>
                  <a:pt x="13223910" y="3447749"/>
                </a:cubicBezTo>
                <a:cubicBezTo>
                  <a:pt x="13211149" y="3434825"/>
                  <a:pt x="13185628" y="3421898"/>
                  <a:pt x="13185628" y="3384200"/>
                </a:cubicBezTo>
                <a:close/>
                <a:moveTo>
                  <a:pt x="15723070" y="3384199"/>
                </a:moveTo>
                <a:cubicBezTo>
                  <a:pt x="15735912" y="3384199"/>
                  <a:pt x="15748754" y="3389726"/>
                  <a:pt x="15748754" y="3416266"/>
                </a:cubicBezTo>
                <a:cubicBezTo>
                  <a:pt x="15742332" y="3409633"/>
                  <a:pt x="15729490" y="3402996"/>
                  <a:pt x="15716648" y="3402996"/>
                </a:cubicBezTo>
                <a:cubicBezTo>
                  <a:pt x="15716648" y="3396362"/>
                  <a:pt x="15723070" y="3389726"/>
                  <a:pt x="15723070" y="3384199"/>
                </a:cubicBezTo>
                <a:close/>
                <a:moveTo>
                  <a:pt x="13540111" y="3384199"/>
                </a:moveTo>
                <a:cubicBezTo>
                  <a:pt x="13540111" y="3409633"/>
                  <a:pt x="13534124" y="3416266"/>
                  <a:pt x="13522149" y="3416266"/>
                </a:cubicBezTo>
                <a:cubicBezTo>
                  <a:pt x="13522149" y="3396362"/>
                  <a:pt x="13528136" y="3384199"/>
                  <a:pt x="13540111" y="3384199"/>
                </a:cubicBezTo>
                <a:close/>
                <a:moveTo>
                  <a:pt x="18925451" y="3384199"/>
                </a:moveTo>
                <a:cubicBezTo>
                  <a:pt x="18937423" y="3384199"/>
                  <a:pt x="18943411" y="3396361"/>
                  <a:pt x="18943411" y="3416266"/>
                </a:cubicBezTo>
                <a:cubicBezTo>
                  <a:pt x="18931435" y="3416266"/>
                  <a:pt x="18925451" y="3409632"/>
                  <a:pt x="18925451" y="3384199"/>
                </a:cubicBezTo>
                <a:close/>
                <a:moveTo>
                  <a:pt x="14638347" y="3382625"/>
                </a:moveTo>
                <a:cubicBezTo>
                  <a:pt x="14656671" y="3380789"/>
                  <a:pt x="14677612" y="3381401"/>
                  <a:pt x="14677612" y="3415667"/>
                </a:cubicBezTo>
                <a:cubicBezTo>
                  <a:pt x="14658997" y="3415667"/>
                  <a:pt x="14621768" y="3435247"/>
                  <a:pt x="14621768" y="3384122"/>
                </a:cubicBezTo>
                <a:cubicBezTo>
                  <a:pt x="14626422" y="3384122"/>
                  <a:pt x="14632239" y="3383236"/>
                  <a:pt x="14638347" y="3382625"/>
                </a:cubicBezTo>
                <a:close/>
                <a:moveTo>
                  <a:pt x="17205931" y="3381122"/>
                </a:moveTo>
                <a:cubicBezTo>
                  <a:pt x="17205931" y="3405838"/>
                  <a:pt x="17211303" y="3412286"/>
                  <a:pt x="17224199" y="3412286"/>
                </a:cubicBezTo>
                <a:cubicBezTo>
                  <a:pt x="17224199" y="3392942"/>
                  <a:pt x="17217751" y="3381122"/>
                  <a:pt x="17205931" y="3381122"/>
                </a:cubicBezTo>
                <a:close/>
                <a:moveTo>
                  <a:pt x="13616195" y="3380910"/>
                </a:moveTo>
                <a:cubicBezTo>
                  <a:pt x="13634031" y="3379460"/>
                  <a:pt x="13655111" y="3384200"/>
                  <a:pt x="13668083" y="3384200"/>
                </a:cubicBezTo>
                <a:cubicBezTo>
                  <a:pt x="13718889" y="3389465"/>
                  <a:pt x="13777263" y="3384200"/>
                  <a:pt x="13829151" y="3384200"/>
                </a:cubicBezTo>
                <a:cubicBezTo>
                  <a:pt x="13829151" y="3440020"/>
                  <a:pt x="13770777" y="3421061"/>
                  <a:pt x="13751319" y="3421061"/>
                </a:cubicBezTo>
                <a:cubicBezTo>
                  <a:pt x="13694027" y="3408422"/>
                  <a:pt x="13642139" y="3414742"/>
                  <a:pt x="13583765" y="3414742"/>
                </a:cubicBezTo>
                <a:cubicBezTo>
                  <a:pt x="13583765" y="3389991"/>
                  <a:pt x="13598358" y="3382357"/>
                  <a:pt x="13616195" y="3380910"/>
                </a:cubicBezTo>
                <a:close/>
                <a:moveTo>
                  <a:pt x="11707587" y="3376606"/>
                </a:moveTo>
                <a:cubicBezTo>
                  <a:pt x="11739603" y="3376606"/>
                  <a:pt x="11778023" y="3369978"/>
                  <a:pt x="11810040" y="3403092"/>
                </a:cubicBezTo>
                <a:cubicBezTo>
                  <a:pt x="11806838" y="3409715"/>
                  <a:pt x="11805237" y="3416336"/>
                  <a:pt x="11803636" y="3423788"/>
                </a:cubicBezTo>
                <a:lnTo>
                  <a:pt x="11799155" y="3441749"/>
                </a:lnTo>
                <a:lnTo>
                  <a:pt x="11800533" y="3445300"/>
                </a:lnTo>
                <a:cubicBezTo>
                  <a:pt x="11800533" y="3451448"/>
                  <a:pt x="11793969" y="3451448"/>
                  <a:pt x="11793969" y="3463746"/>
                </a:cubicBezTo>
                <a:cubicBezTo>
                  <a:pt x="11793969" y="3460671"/>
                  <a:pt x="11792328" y="3451448"/>
                  <a:pt x="11791508" y="3443763"/>
                </a:cubicBezTo>
                <a:lnTo>
                  <a:pt x="11791459" y="3442265"/>
                </a:lnTo>
                <a:lnTo>
                  <a:pt x="11781988" y="3430482"/>
                </a:lnTo>
                <a:cubicBezTo>
                  <a:pt x="11744606" y="3398143"/>
                  <a:pt x="11695580" y="3443656"/>
                  <a:pt x="11656360" y="3449452"/>
                </a:cubicBezTo>
                <a:cubicBezTo>
                  <a:pt x="11656360" y="3429582"/>
                  <a:pt x="11649957" y="3396471"/>
                  <a:pt x="11662764" y="3389847"/>
                </a:cubicBezTo>
                <a:cubicBezTo>
                  <a:pt x="11675570" y="3376606"/>
                  <a:pt x="11694780" y="3376606"/>
                  <a:pt x="11707587" y="3376606"/>
                </a:cubicBezTo>
                <a:close/>
                <a:moveTo>
                  <a:pt x="14076568" y="3375332"/>
                </a:moveTo>
                <a:cubicBezTo>
                  <a:pt x="14096975" y="3375464"/>
                  <a:pt x="14120411" y="3383606"/>
                  <a:pt x="14132524" y="3383606"/>
                </a:cubicBezTo>
                <a:cubicBezTo>
                  <a:pt x="14132524" y="3454206"/>
                  <a:pt x="14057741" y="3415104"/>
                  <a:pt x="14038782" y="3415104"/>
                </a:cubicBezTo>
                <a:cubicBezTo>
                  <a:pt x="14038782" y="3383062"/>
                  <a:pt x="14056161" y="3375192"/>
                  <a:pt x="14076568" y="3375332"/>
                </a:cubicBezTo>
                <a:close/>
                <a:moveTo>
                  <a:pt x="12091787" y="3374676"/>
                </a:moveTo>
                <a:cubicBezTo>
                  <a:pt x="12070979" y="3374803"/>
                  <a:pt x="12047084" y="3382825"/>
                  <a:pt x="12034734" y="3382825"/>
                </a:cubicBezTo>
                <a:cubicBezTo>
                  <a:pt x="12034734" y="3452390"/>
                  <a:pt x="12104540" y="3413862"/>
                  <a:pt x="12130314" y="3413862"/>
                </a:cubicBezTo>
                <a:cubicBezTo>
                  <a:pt x="12130314" y="3382292"/>
                  <a:pt x="12112594" y="3374536"/>
                  <a:pt x="12091787" y="3374676"/>
                </a:cubicBezTo>
                <a:close/>
                <a:moveTo>
                  <a:pt x="11808108" y="3373457"/>
                </a:moveTo>
                <a:cubicBezTo>
                  <a:pt x="11810354" y="3373457"/>
                  <a:pt x="11811850" y="3376935"/>
                  <a:pt x="11814844" y="3383891"/>
                </a:cubicBezTo>
                <a:cubicBezTo>
                  <a:pt x="11808857" y="3402086"/>
                  <a:pt x="11808857" y="3402086"/>
                  <a:pt x="11796882" y="3383891"/>
                </a:cubicBezTo>
                <a:cubicBezTo>
                  <a:pt x="11802869" y="3376935"/>
                  <a:pt x="11805863" y="3373457"/>
                  <a:pt x="11808108" y="3373457"/>
                </a:cubicBezTo>
                <a:close/>
                <a:moveTo>
                  <a:pt x="15708808" y="3368091"/>
                </a:moveTo>
                <a:cubicBezTo>
                  <a:pt x="15710450" y="3366474"/>
                  <a:pt x="15713730" y="3367722"/>
                  <a:pt x="15720294" y="3370213"/>
                </a:cubicBezTo>
                <a:cubicBezTo>
                  <a:pt x="15713730" y="3376218"/>
                  <a:pt x="15707168" y="3383199"/>
                  <a:pt x="15707168" y="3383199"/>
                </a:cubicBezTo>
                <a:cubicBezTo>
                  <a:pt x="15707168" y="3374224"/>
                  <a:pt x="15707168" y="3369711"/>
                  <a:pt x="15708808" y="3368091"/>
                </a:cubicBezTo>
                <a:close/>
                <a:moveTo>
                  <a:pt x="14583850" y="3351018"/>
                </a:moveTo>
                <a:cubicBezTo>
                  <a:pt x="14595825" y="3351018"/>
                  <a:pt x="14601812" y="3363858"/>
                  <a:pt x="14601812" y="3383130"/>
                </a:cubicBezTo>
                <a:cubicBezTo>
                  <a:pt x="14589837" y="3383130"/>
                  <a:pt x="14583850" y="3369210"/>
                  <a:pt x="14583850" y="3351018"/>
                </a:cubicBezTo>
                <a:close/>
                <a:moveTo>
                  <a:pt x="14242588" y="3351018"/>
                </a:moveTo>
                <a:cubicBezTo>
                  <a:pt x="14254563" y="3351018"/>
                  <a:pt x="14260550" y="3363858"/>
                  <a:pt x="14260550" y="3383130"/>
                </a:cubicBezTo>
                <a:cubicBezTo>
                  <a:pt x="14248575" y="3383130"/>
                  <a:pt x="14242588" y="3369210"/>
                  <a:pt x="14242588" y="3351018"/>
                </a:cubicBezTo>
                <a:close/>
                <a:moveTo>
                  <a:pt x="12394092" y="3351018"/>
                </a:moveTo>
                <a:cubicBezTo>
                  <a:pt x="12406389" y="3351018"/>
                  <a:pt x="12418687" y="3351018"/>
                  <a:pt x="12430984" y="3351018"/>
                </a:cubicBezTo>
                <a:cubicBezTo>
                  <a:pt x="12430984" y="3363858"/>
                  <a:pt x="12430984" y="3375644"/>
                  <a:pt x="12430984" y="3383130"/>
                </a:cubicBezTo>
                <a:cubicBezTo>
                  <a:pt x="12418687" y="3383130"/>
                  <a:pt x="12406389" y="3383130"/>
                  <a:pt x="12394092" y="3383130"/>
                </a:cubicBezTo>
                <a:cubicBezTo>
                  <a:pt x="12394092" y="3375644"/>
                  <a:pt x="12394092" y="3363858"/>
                  <a:pt x="12394092" y="3351018"/>
                </a:cubicBezTo>
                <a:close/>
                <a:moveTo>
                  <a:pt x="18905495" y="3351017"/>
                </a:moveTo>
                <a:cubicBezTo>
                  <a:pt x="18905495" y="3369210"/>
                  <a:pt x="18899507" y="3383128"/>
                  <a:pt x="18887531" y="3383128"/>
                </a:cubicBezTo>
                <a:cubicBezTo>
                  <a:pt x="18887531" y="3363857"/>
                  <a:pt x="18887531" y="3351017"/>
                  <a:pt x="18905495" y="3351017"/>
                </a:cubicBezTo>
                <a:close/>
                <a:moveTo>
                  <a:pt x="16323334" y="3351017"/>
                </a:moveTo>
                <a:cubicBezTo>
                  <a:pt x="16335310" y="3351017"/>
                  <a:pt x="16341298" y="3363857"/>
                  <a:pt x="16341298" y="3383128"/>
                </a:cubicBezTo>
                <a:cubicBezTo>
                  <a:pt x="16329322" y="3383128"/>
                  <a:pt x="16323334" y="3375644"/>
                  <a:pt x="16323334" y="3351017"/>
                </a:cubicBezTo>
                <a:close/>
                <a:moveTo>
                  <a:pt x="14503274" y="3351016"/>
                </a:moveTo>
                <a:cubicBezTo>
                  <a:pt x="14510259" y="3351016"/>
                  <a:pt x="14516247" y="3351016"/>
                  <a:pt x="14521236" y="3351016"/>
                </a:cubicBezTo>
                <a:cubicBezTo>
                  <a:pt x="14521236" y="3376461"/>
                  <a:pt x="14521236" y="3396363"/>
                  <a:pt x="14521236" y="3416268"/>
                </a:cubicBezTo>
                <a:cubicBezTo>
                  <a:pt x="14516247" y="3416268"/>
                  <a:pt x="14510259" y="3416268"/>
                  <a:pt x="14503274" y="3416268"/>
                </a:cubicBezTo>
                <a:cubicBezTo>
                  <a:pt x="14503274" y="3396363"/>
                  <a:pt x="14503274" y="3376461"/>
                  <a:pt x="14503274" y="3351016"/>
                </a:cubicBezTo>
                <a:close/>
                <a:moveTo>
                  <a:pt x="14394263" y="3351015"/>
                </a:moveTo>
                <a:cubicBezTo>
                  <a:pt x="14407106" y="3351015"/>
                  <a:pt x="14419950" y="3351015"/>
                  <a:pt x="14426372" y="3351015"/>
                </a:cubicBezTo>
                <a:cubicBezTo>
                  <a:pt x="14426372" y="3402069"/>
                  <a:pt x="14394263" y="3395552"/>
                  <a:pt x="14394263" y="3351015"/>
                </a:cubicBezTo>
                <a:close/>
                <a:moveTo>
                  <a:pt x="12480769" y="3342679"/>
                </a:moveTo>
                <a:cubicBezTo>
                  <a:pt x="12497325" y="3341873"/>
                  <a:pt x="12517194" y="3348307"/>
                  <a:pt x="12530439" y="3348307"/>
                </a:cubicBezTo>
                <a:cubicBezTo>
                  <a:pt x="12530439" y="3411562"/>
                  <a:pt x="12470835" y="3380474"/>
                  <a:pt x="12450967" y="3380474"/>
                </a:cubicBezTo>
                <a:cubicBezTo>
                  <a:pt x="12450967" y="3351524"/>
                  <a:pt x="12464212" y="3343483"/>
                  <a:pt x="12480769" y="3342679"/>
                </a:cubicBezTo>
                <a:close/>
                <a:moveTo>
                  <a:pt x="16095256" y="3342278"/>
                </a:moveTo>
                <a:cubicBezTo>
                  <a:pt x="16115120" y="3342278"/>
                  <a:pt x="16137368" y="3350424"/>
                  <a:pt x="16146904" y="3350424"/>
                </a:cubicBezTo>
                <a:cubicBezTo>
                  <a:pt x="16146904" y="3421028"/>
                  <a:pt x="16076982" y="3383014"/>
                  <a:pt x="16057910" y="3383014"/>
                </a:cubicBezTo>
                <a:cubicBezTo>
                  <a:pt x="16057910" y="3350424"/>
                  <a:pt x="16075392" y="3342278"/>
                  <a:pt x="16095256" y="3342278"/>
                </a:cubicBezTo>
                <a:close/>
                <a:moveTo>
                  <a:pt x="17132035" y="3340947"/>
                </a:moveTo>
                <a:lnTo>
                  <a:pt x="17137071" y="3353244"/>
                </a:lnTo>
                <a:lnTo>
                  <a:pt x="17132671" y="3363445"/>
                </a:lnTo>
                <a:lnTo>
                  <a:pt x="17147891" y="3373613"/>
                </a:lnTo>
                <a:cubicBezTo>
                  <a:pt x="17160791" y="3373613"/>
                  <a:pt x="17173687" y="3381122"/>
                  <a:pt x="17186583" y="3381122"/>
                </a:cubicBezTo>
                <a:cubicBezTo>
                  <a:pt x="17186583" y="3342428"/>
                  <a:pt x="17160791" y="3348874"/>
                  <a:pt x="17147891" y="3348874"/>
                </a:cubicBezTo>
                <a:close/>
                <a:moveTo>
                  <a:pt x="15902792" y="3325880"/>
                </a:moveTo>
                <a:cubicBezTo>
                  <a:pt x="15876938" y="3325880"/>
                  <a:pt x="15864012" y="3345235"/>
                  <a:pt x="15864012" y="3383949"/>
                </a:cubicBezTo>
                <a:cubicBezTo>
                  <a:pt x="15889866" y="3369962"/>
                  <a:pt x="15915718" y="3376427"/>
                  <a:pt x="15941572" y="3383949"/>
                </a:cubicBezTo>
                <a:cubicBezTo>
                  <a:pt x="15941572" y="3338783"/>
                  <a:pt x="15928646" y="3325880"/>
                  <a:pt x="15902792" y="3325880"/>
                </a:cubicBezTo>
                <a:close/>
                <a:moveTo>
                  <a:pt x="14190455" y="3323987"/>
                </a:moveTo>
                <a:cubicBezTo>
                  <a:pt x="14203297" y="3323987"/>
                  <a:pt x="14222561" y="3317838"/>
                  <a:pt x="14222561" y="3348580"/>
                </a:cubicBezTo>
                <a:cubicBezTo>
                  <a:pt x="14209718" y="3348580"/>
                  <a:pt x="14190455" y="3354729"/>
                  <a:pt x="14190455" y="3323987"/>
                </a:cubicBezTo>
                <a:close/>
                <a:moveTo>
                  <a:pt x="17076959" y="3323082"/>
                </a:moveTo>
                <a:cubicBezTo>
                  <a:pt x="17076959" y="3355321"/>
                  <a:pt x="17096303" y="3348874"/>
                  <a:pt x="17115651" y="3348874"/>
                </a:cubicBezTo>
                <a:lnTo>
                  <a:pt x="17127323" y="3359402"/>
                </a:lnTo>
                <a:lnTo>
                  <a:pt x="17124347" y="3350065"/>
                </a:lnTo>
                <a:cubicBezTo>
                  <a:pt x="17124347" y="3346748"/>
                  <a:pt x="17125847" y="3345088"/>
                  <a:pt x="17127343" y="3343431"/>
                </a:cubicBezTo>
                <a:lnTo>
                  <a:pt x="17129119" y="3339489"/>
                </a:lnTo>
                <a:lnTo>
                  <a:pt x="17128547" y="3339202"/>
                </a:lnTo>
                <a:cubicBezTo>
                  <a:pt x="17122099" y="3334366"/>
                  <a:pt x="17115651" y="3329530"/>
                  <a:pt x="17109199" y="3329530"/>
                </a:cubicBezTo>
                <a:cubicBezTo>
                  <a:pt x="17096303" y="3323082"/>
                  <a:pt x="17083407" y="3323082"/>
                  <a:pt x="17076959" y="3323082"/>
                </a:cubicBezTo>
                <a:close/>
                <a:moveTo>
                  <a:pt x="16767872" y="3322576"/>
                </a:moveTo>
                <a:cubicBezTo>
                  <a:pt x="16767872" y="3343050"/>
                  <a:pt x="16761884" y="3349875"/>
                  <a:pt x="16749910" y="3349875"/>
                </a:cubicBezTo>
                <a:cubicBezTo>
                  <a:pt x="16749910" y="3329400"/>
                  <a:pt x="16755898" y="3322576"/>
                  <a:pt x="16767872" y="3322576"/>
                </a:cubicBezTo>
                <a:close/>
                <a:moveTo>
                  <a:pt x="16037952" y="3322576"/>
                </a:moveTo>
                <a:cubicBezTo>
                  <a:pt x="16037952" y="3343051"/>
                  <a:pt x="16025978" y="3349875"/>
                  <a:pt x="16019990" y="3349875"/>
                </a:cubicBezTo>
                <a:cubicBezTo>
                  <a:pt x="16019990" y="3329401"/>
                  <a:pt x="16025978" y="3322576"/>
                  <a:pt x="16037952" y="3322576"/>
                </a:cubicBezTo>
                <a:close/>
                <a:moveTo>
                  <a:pt x="885576" y="3305285"/>
                </a:moveTo>
                <a:cubicBezTo>
                  <a:pt x="872681" y="3298846"/>
                  <a:pt x="879127" y="3331078"/>
                  <a:pt x="885576" y="3337527"/>
                </a:cubicBezTo>
                <a:cubicBezTo>
                  <a:pt x="911364" y="3343974"/>
                  <a:pt x="929631" y="3350421"/>
                  <a:pt x="955422" y="3350421"/>
                </a:cubicBezTo>
                <a:cubicBezTo>
                  <a:pt x="929631" y="3343974"/>
                  <a:pt x="904916" y="3337527"/>
                  <a:pt x="885576" y="3305285"/>
                </a:cubicBezTo>
                <a:close/>
                <a:moveTo>
                  <a:pt x="16211220" y="3303146"/>
                </a:moveTo>
                <a:cubicBezTo>
                  <a:pt x="16212862" y="3300588"/>
                  <a:pt x="16216144" y="3302293"/>
                  <a:pt x="16222706" y="3305706"/>
                </a:cubicBezTo>
                <a:cubicBezTo>
                  <a:pt x="16216142" y="3312530"/>
                  <a:pt x="16216142" y="3319354"/>
                  <a:pt x="16209580" y="3326180"/>
                </a:cubicBezTo>
                <a:cubicBezTo>
                  <a:pt x="16209580" y="3312530"/>
                  <a:pt x="16209580" y="3305706"/>
                  <a:pt x="16211220" y="3303146"/>
                </a:cubicBezTo>
                <a:close/>
                <a:moveTo>
                  <a:pt x="18424055" y="3303145"/>
                </a:moveTo>
                <a:cubicBezTo>
                  <a:pt x="18425071" y="3300587"/>
                  <a:pt x="18427099" y="3302293"/>
                  <a:pt x="18431163" y="3305706"/>
                </a:cubicBezTo>
                <a:cubicBezTo>
                  <a:pt x="18423039" y="3312530"/>
                  <a:pt x="18423039" y="3319354"/>
                  <a:pt x="18423039" y="3326179"/>
                </a:cubicBezTo>
                <a:cubicBezTo>
                  <a:pt x="18423039" y="3312530"/>
                  <a:pt x="18423039" y="3305706"/>
                  <a:pt x="18424055" y="3303145"/>
                </a:cubicBezTo>
                <a:close/>
                <a:moveTo>
                  <a:pt x="16129004" y="3294139"/>
                </a:moveTo>
                <a:cubicBezTo>
                  <a:pt x="16140978" y="3294139"/>
                  <a:pt x="16146966" y="3306982"/>
                  <a:pt x="16146966" y="3326247"/>
                </a:cubicBezTo>
                <a:cubicBezTo>
                  <a:pt x="16134992" y="3326247"/>
                  <a:pt x="16129004" y="3313403"/>
                  <a:pt x="16129004" y="3294139"/>
                </a:cubicBezTo>
                <a:close/>
                <a:moveTo>
                  <a:pt x="13185628" y="3294139"/>
                </a:moveTo>
                <a:cubicBezTo>
                  <a:pt x="13197603" y="3294139"/>
                  <a:pt x="13203590" y="3306982"/>
                  <a:pt x="13203590" y="3326248"/>
                </a:cubicBezTo>
                <a:cubicBezTo>
                  <a:pt x="13191615" y="3326248"/>
                  <a:pt x="13185628" y="3313404"/>
                  <a:pt x="13185628" y="3294139"/>
                </a:cubicBezTo>
                <a:close/>
                <a:moveTo>
                  <a:pt x="14132588" y="3294136"/>
                </a:moveTo>
                <a:cubicBezTo>
                  <a:pt x="14132588" y="3318956"/>
                  <a:pt x="14132588" y="3349980"/>
                  <a:pt x="14114813" y="3349980"/>
                </a:cubicBezTo>
                <a:cubicBezTo>
                  <a:pt x="14114813" y="3325161"/>
                  <a:pt x="14109876" y="3294136"/>
                  <a:pt x="14132588" y="3294136"/>
                </a:cubicBezTo>
                <a:close/>
                <a:moveTo>
                  <a:pt x="13298330" y="3290807"/>
                </a:moveTo>
                <a:cubicBezTo>
                  <a:pt x="13298330" y="3321551"/>
                  <a:pt x="13280424" y="3321551"/>
                  <a:pt x="13261466" y="3321551"/>
                </a:cubicBezTo>
                <a:cubicBezTo>
                  <a:pt x="13261466" y="3284659"/>
                  <a:pt x="13286744" y="3290807"/>
                  <a:pt x="13298330" y="3290807"/>
                </a:cubicBezTo>
                <a:close/>
                <a:moveTo>
                  <a:pt x="15466530" y="3262042"/>
                </a:moveTo>
                <a:cubicBezTo>
                  <a:pt x="15466530" y="3281517"/>
                  <a:pt x="15472960" y="3294499"/>
                  <a:pt x="15485820" y="3294499"/>
                </a:cubicBezTo>
                <a:cubicBezTo>
                  <a:pt x="15485820" y="3275027"/>
                  <a:pt x="15479390" y="3262042"/>
                  <a:pt x="15466530" y="3262042"/>
                </a:cubicBezTo>
                <a:close/>
                <a:moveTo>
                  <a:pt x="13602725" y="3260959"/>
                </a:moveTo>
                <a:cubicBezTo>
                  <a:pt x="13614700" y="3260959"/>
                  <a:pt x="13620687" y="3273801"/>
                  <a:pt x="13620687" y="3293065"/>
                </a:cubicBezTo>
                <a:cubicBezTo>
                  <a:pt x="13608712" y="3293065"/>
                  <a:pt x="13602725" y="3280223"/>
                  <a:pt x="13602725" y="3260959"/>
                </a:cubicBezTo>
                <a:close/>
                <a:moveTo>
                  <a:pt x="13454796" y="3260959"/>
                </a:moveTo>
                <a:cubicBezTo>
                  <a:pt x="13454796" y="3280223"/>
                  <a:pt x="13448809" y="3293065"/>
                  <a:pt x="13436834" y="3293065"/>
                </a:cubicBezTo>
                <a:cubicBezTo>
                  <a:pt x="13436834" y="3273801"/>
                  <a:pt x="13442821" y="3260959"/>
                  <a:pt x="13454796" y="3260959"/>
                </a:cubicBezTo>
                <a:close/>
                <a:moveTo>
                  <a:pt x="16767872" y="3260958"/>
                </a:moveTo>
                <a:cubicBezTo>
                  <a:pt x="16767872" y="3280222"/>
                  <a:pt x="16761884" y="3293064"/>
                  <a:pt x="16749910" y="3293064"/>
                </a:cubicBezTo>
                <a:cubicBezTo>
                  <a:pt x="16749910" y="3273801"/>
                  <a:pt x="16755898" y="3260958"/>
                  <a:pt x="16767872" y="3260958"/>
                </a:cubicBezTo>
                <a:close/>
                <a:moveTo>
                  <a:pt x="13659603" y="3260958"/>
                </a:moveTo>
                <a:cubicBezTo>
                  <a:pt x="13671578" y="3260958"/>
                  <a:pt x="13677565" y="3273801"/>
                  <a:pt x="13677565" y="3293065"/>
                </a:cubicBezTo>
                <a:cubicBezTo>
                  <a:pt x="13665590" y="3293065"/>
                  <a:pt x="13659603" y="3280222"/>
                  <a:pt x="13659603" y="3260958"/>
                </a:cubicBezTo>
                <a:close/>
                <a:moveTo>
                  <a:pt x="15800996" y="3257333"/>
                </a:moveTo>
                <a:cubicBezTo>
                  <a:pt x="15813922" y="3258137"/>
                  <a:pt x="15828464" y="3264590"/>
                  <a:pt x="15838158" y="3267815"/>
                </a:cubicBezTo>
                <a:cubicBezTo>
                  <a:pt x="15876938" y="3280718"/>
                  <a:pt x="15922182" y="3287170"/>
                  <a:pt x="15959884" y="3293621"/>
                </a:cubicBezTo>
                <a:cubicBezTo>
                  <a:pt x="15966348" y="3345235"/>
                  <a:pt x="15972810" y="3415130"/>
                  <a:pt x="16011590" y="3428033"/>
                </a:cubicBezTo>
                <a:cubicBezTo>
                  <a:pt x="16069760" y="3447387"/>
                  <a:pt x="16127930" y="3453839"/>
                  <a:pt x="16191486" y="3473196"/>
                </a:cubicBezTo>
                <a:cubicBezTo>
                  <a:pt x="16243192" y="3486097"/>
                  <a:pt x="16301362" y="3511905"/>
                  <a:pt x="16359532" y="3518357"/>
                </a:cubicBezTo>
                <a:cubicBezTo>
                  <a:pt x="16377844" y="3518357"/>
                  <a:pt x="16397234" y="3518357"/>
                  <a:pt x="16416624" y="3531260"/>
                </a:cubicBezTo>
                <a:cubicBezTo>
                  <a:pt x="16436014" y="3544163"/>
                  <a:pt x="16429550" y="3575347"/>
                  <a:pt x="16429550" y="3601152"/>
                </a:cubicBezTo>
                <a:cubicBezTo>
                  <a:pt x="16217338" y="3550616"/>
                  <a:pt x="15998664" y="3492550"/>
                  <a:pt x="15779990" y="3434486"/>
                </a:cubicBezTo>
                <a:cubicBezTo>
                  <a:pt x="15792916" y="3389324"/>
                  <a:pt x="15799380" y="3338783"/>
                  <a:pt x="15805842" y="3293621"/>
                </a:cubicBezTo>
                <a:cubicBezTo>
                  <a:pt x="15792916" y="3287170"/>
                  <a:pt x="15779990" y="3287170"/>
                  <a:pt x="15773526" y="3280718"/>
                </a:cubicBezTo>
                <a:cubicBezTo>
                  <a:pt x="15776758" y="3261364"/>
                  <a:pt x="15788068" y="3256525"/>
                  <a:pt x="15800996" y="3257333"/>
                </a:cubicBezTo>
                <a:close/>
                <a:moveTo>
                  <a:pt x="18247671" y="3246739"/>
                </a:moveTo>
                <a:cubicBezTo>
                  <a:pt x="18273919" y="3246739"/>
                  <a:pt x="18300171" y="3246739"/>
                  <a:pt x="18326423" y="3253360"/>
                </a:cubicBezTo>
                <a:cubicBezTo>
                  <a:pt x="18346111" y="3266607"/>
                  <a:pt x="18339547" y="3299720"/>
                  <a:pt x="18339547" y="3326211"/>
                </a:cubicBezTo>
                <a:cubicBezTo>
                  <a:pt x="18300171" y="3326211"/>
                  <a:pt x="18273919" y="3279852"/>
                  <a:pt x="18247671" y="3246739"/>
                </a:cubicBezTo>
                <a:close/>
                <a:moveTo>
                  <a:pt x="12501896" y="3235127"/>
                </a:moveTo>
                <a:cubicBezTo>
                  <a:pt x="12501896" y="3254393"/>
                  <a:pt x="12514783" y="3260813"/>
                  <a:pt x="12527670" y="3260813"/>
                </a:cubicBezTo>
                <a:cubicBezTo>
                  <a:pt x="12527670" y="3241549"/>
                  <a:pt x="12514783" y="3235127"/>
                  <a:pt x="12501896" y="3235127"/>
                </a:cubicBezTo>
                <a:close/>
                <a:moveTo>
                  <a:pt x="20109359" y="3233928"/>
                </a:moveTo>
                <a:cubicBezTo>
                  <a:pt x="20109359" y="3264673"/>
                  <a:pt x="20084763" y="3258524"/>
                  <a:pt x="20072467" y="3258524"/>
                </a:cubicBezTo>
                <a:cubicBezTo>
                  <a:pt x="20072467" y="3227780"/>
                  <a:pt x="20097059" y="3233928"/>
                  <a:pt x="20109359" y="3233928"/>
                </a:cubicBezTo>
                <a:close/>
                <a:moveTo>
                  <a:pt x="12586468" y="3233522"/>
                </a:moveTo>
                <a:cubicBezTo>
                  <a:pt x="12579219" y="3231916"/>
                  <a:pt x="12569553" y="3235127"/>
                  <a:pt x="12559888" y="3235127"/>
                </a:cubicBezTo>
                <a:cubicBezTo>
                  <a:pt x="12559888" y="3267236"/>
                  <a:pt x="12585663" y="3260813"/>
                  <a:pt x="12598550" y="3260813"/>
                </a:cubicBezTo>
                <a:cubicBezTo>
                  <a:pt x="12598550" y="3241549"/>
                  <a:pt x="12593717" y="3235126"/>
                  <a:pt x="12586468" y="3233522"/>
                </a:cubicBezTo>
                <a:close/>
                <a:moveTo>
                  <a:pt x="18090191" y="3213562"/>
                </a:moveTo>
                <a:cubicBezTo>
                  <a:pt x="18071039" y="3226788"/>
                  <a:pt x="18051887" y="3240013"/>
                  <a:pt x="18039119" y="3259856"/>
                </a:cubicBezTo>
                <a:cubicBezTo>
                  <a:pt x="18045503" y="3220175"/>
                  <a:pt x="18045503" y="3220175"/>
                  <a:pt x="18090191" y="3213562"/>
                </a:cubicBezTo>
                <a:close/>
                <a:moveTo>
                  <a:pt x="15644776" y="3205553"/>
                </a:moveTo>
                <a:cubicBezTo>
                  <a:pt x="15649430" y="3206129"/>
                  <a:pt x="15654082" y="3208435"/>
                  <a:pt x="15658736" y="3213048"/>
                </a:cubicBezTo>
                <a:cubicBezTo>
                  <a:pt x="15640122" y="3219195"/>
                  <a:pt x="15621508" y="3231492"/>
                  <a:pt x="15602894" y="3231492"/>
                </a:cubicBezTo>
                <a:cubicBezTo>
                  <a:pt x="15616854" y="3217658"/>
                  <a:pt x="15630816" y="3203824"/>
                  <a:pt x="15644776" y="3205553"/>
                </a:cubicBezTo>
                <a:close/>
                <a:moveTo>
                  <a:pt x="12830147" y="3204081"/>
                </a:moveTo>
                <a:cubicBezTo>
                  <a:pt x="12843275" y="3204081"/>
                  <a:pt x="12843275" y="3216924"/>
                  <a:pt x="12843275" y="3236186"/>
                </a:cubicBezTo>
                <a:cubicBezTo>
                  <a:pt x="12830147" y="3236186"/>
                  <a:pt x="12830147" y="3223345"/>
                  <a:pt x="12830147" y="3204081"/>
                </a:cubicBezTo>
                <a:close/>
                <a:moveTo>
                  <a:pt x="15963116" y="3204080"/>
                </a:moveTo>
                <a:cubicBezTo>
                  <a:pt x="15975414" y="3204080"/>
                  <a:pt x="15987710" y="3204080"/>
                  <a:pt x="16000008" y="3204080"/>
                </a:cubicBezTo>
                <a:cubicBezTo>
                  <a:pt x="16000008" y="3210500"/>
                  <a:pt x="16000008" y="3223344"/>
                  <a:pt x="16000008" y="3236186"/>
                </a:cubicBezTo>
                <a:cubicBezTo>
                  <a:pt x="15987710" y="3236186"/>
                  <a:pt x="15975414" y="3236186"/>
                  <a:pt x="15963116" y="3236186"/>
                </a:cubicBezTo>
                <a:cubicBezTo>
                  <a:pt x="15963116" y="3223344"/>
                  <a:pt x="15963116" y="3210500"/>
                  <a:pt x="15963116" y="3204080"/>
                </a:cubicBezTo>
                <a:close/>
                <a:moveTo>
                  <a:pt x="12996038" y="3204080"/>
                </a:moveTo>
                <a:cubicBezTo>
                  <a:pt x="13008013" y="3204080"/>
                  <a:pt x="13014000" y="3216923"/>
                  <a:pt x="13014000" y="3236186"/>
                </a:cubicBezTo>
                <a:cubicBezTo>
                  <a:pt x="13002025" y="3236186"/>
                  <a:pt x="12996038" y="3223344"/>
                  <a:pt x="12996038" y="3204080"/>
                </a:cubicBezTo>
                <a:close/>
                <a:moveTo>
                  <a:pt x="12957122" y="3204080"/>
                </a:moveTo>
                <a:cubicBezTo>
                  <a:pt x="12957122" y="3223344"/>
                  <a:pt x="12951135" y="3236186"/>
                  <a:pt x="12939160" y="3236186"/>
                </a:cubicBezTo>
                <a:cubicBezTo>
                  <a:pt x="12939160" y="3216923"/>
                  <a:pt x="12945147" y="3204080"/>
                  <a:pt x="12957122" y="3204080"/>
                </a:cubicBezTo>
                <a:close/>
                <a:moveTo>
                  <a:pt x="16056886" y="3201217"/>
                </a:moveTo>
                <a:cubicBezTo>
                  <a:pt x="16056886" y="3240893"/>
                  <a:pt x="16032290" y="3234284"/>
                  <a:pt x="16019994" y="3234284"/>
                </a:cubicBezTo>
                <a:cubicBezTo>
                  <a:pt x="16019994" y="3194603"/>
                  <a:pt x="16038440" y="3201217"/>
                  <a:pt x="16056886" y="3201217"/>
                </a:cubicBezTo>
                <a:close/>
                <a:moveTo>
                  <a:pt x="17167239" y="3200567"/>
                </a:moveTo>
                <a:cubicBezTo>
                  <a:pt x="17167239" y="3219911"/>
                  <a:pt x="17167239" y="3239254"/>
                  <a:pt x="17167239" y="3258601"/>
                </a:cubicBezTo>
                <a:cubicBezTo>
                  <a:pt x="17173687" y="3258601"/>
                  <a:pt x="17186583" y="3258601"/>
                  <a:pt x="17191959" y="3258601"/>
                </a:cubicBezTo>
                <a:cubicBezTo>
                  <a:pt x="17211303" y="3258601"/>
                  <a:pt x="17224199" y="3258601"/>
                  <a:pt x="17243547" y="3258601"/>
                </a:cubicBezTo>
                <a:cubicBezTo>
                  <a:pt x="17301583" y="3284394"/>
                  <a:pt x="17353171" y="3303739"/>
                  <a:pt x="17411211" y="3303739"/>
                </a:cubicBezTo>
                <a:cubicBezTo>
                  <a:pt x="17385415" y="3258601"/>
                  <a:pt x="17346723" y="3258601"/>
                  <a:pt x="17308031" y="3245706"/>
                </a:cubicBezTo>
                <a:cubicBezTo>
                  <a:pt x="17262891" y="3239254"/>
                  <a:pt x="17211303" y="3226360"/>
                  <a:pt x="17167239" y="3200567"/>
                </a:cubicBezTo>
                <a:close/>
                <a:moveTo>
                  <a:pt x="12898229" y="3196698"/>
                </a:moveTo>
                <a:cubicBezTo>
                  <a:pt x="12909863" y="3198332"/>
                  <a:pt x="12919170" y="3206490"/>
                  <a:pt x="12919170" y="3232598"/>
                </a:cubicBezTo>
                <a:cubicBezTo>
                  <a:pt x="12900555" y="3232598"/>
                  <a:pt x="12863326" y="3245653"/>
                  <a:pt x="12863326" y="3199963"/>
                </a:cubicBezTo>
                <a:cubicBezTo>
                  <a:pt x="12872634" y="3199963"/>
                  <a:pt x="12886595" y="3195067"/>
                  <a:pt x="12898229" y="3196698"/>
                </a:cubicBezTo>
                <a:close/>
                <a:moveTo>
                  <a:pt x="18188291" y="3196697"/>
                </a:moveTo>
                <a:cubicBezTo>
                  <a:pt x="18200007" y="3195067"/>
                  <a:pt x="18213963" y="3199962"/>
                  <a:pt x="18222915" y="3199962"/>
                </a:cubicBezTo>
                <a:cubicBezTo>
                  <a:pt x="18222915" y="3245653"/>
                  <a:pt x="18186051" y="3232596"/>
                  <a:pt x="18167091" y="3232596"/>
                </a:cubicBezTo>
                <a:cubicBezTo>
                  <a:pt x="18167091" y="3206489"/>
                  <a:pt x="18176571" y="3198332"/>
                  <a:pt x="18188291" y="3196697"/>
                </a:cubicBezTo>
                <a:close/>
                <a:moveTo>
                  <a:pt x="11401461" y="3194061"/>
                </a:moveTo>
                <a:cubicBezTo>
                  <a:pt x="11385340" y="3194061"/>
                  <a:pt x="11365996" y="3202121"/>
                  <a:pt x="11353099" y="3202121"/>
                </a:cubicBezTo>
                <a:cubicBezTo>
                  <a:pt x="11353099" y="3260153"/>
                  <a:pt x="11411134" y="3234361"/>
                  <a:pt x="11430479" y="3234361"/>
                </a:cubicBezTo>
                <a:cubicBezTo>
                  <a:pt x="11430479" y="3202121"/>
                  <a:pt x="11417582" y="3194061"/>
                  <a:pt x="11401461" y="3194061"/>
                </a:cubicBezTo>
                <a:close/>
                <a:moveTo>
                  <a:pt x="15654530" y="3192852"/>
                </a:moveTo>
                <a:cubicBezTo>
                  <a:pt x="15657524" y="3192852"/>
                  <a:pt x="15660518" y="3195845"/>
                  <a:pt x="15663512" y="3201833"/>
                </a:cubicBezTo>
                <a:cubicBezTo>
                  <a:pt x="15657524" y="3207820"/>
                  <a:pt x="15651536" y="3207820"/>
                  <a:pt x="15645550" y="3201833"/>
                </a:cubicBezTo>
                <a:cubicBezTo>
                  <a:pt x="15648542" y="3195845"/>
                  <a:pt x="15651536" y="3192852"/>
                  <a:pt x="15654530" y="3192852"/>
                </a:cubicBezTo>
                <a:close/>
                <a:moveTo>
                  <a:pt x="12674799" y="3170912"/>
                </a:moveTo>
                <a:cubicBezTo>
                  <a:pt x="12674799" y="3190177"/>
                  <a:pt x="12674799" y="3209441"/>
                  <a:pt x="12674799" y="3235127"/>
                </a:cubicBezTo>
                <a:cubicBezTo>
                  <a:pt x="12681243" y="3235127"/>
                  <a:pt x="12694130" y="3235127"/>
                  <a:pt x="12700574" y="3235127"/>
                </a:cubicBezTo>
                <a:cubicBezTo>
                  <a:pt x="12719904" y="3235127"/>
                  <a:pt x="12745679" y="3228706"/>
                  <a:pt x="12765010" y="3235127"/>
                </a:cubicBezTo>
                <a:cubicBezTo>
                  <a:pt x="12771453" y="3235127"/>
                  <a:pt x="12797228" y="3241549"/>
                  <a:pt x="12803672" y="3254393"/>
                </a:cubicBezTo>
                <a:cubicBezTo>
                  <a:pt x="12810115" y="3267236"/>
                  <a:pt x="12726348" y="3280078"/>
                  <a:pt x="12719904" y="3280078"/>
                </a:cubicBezTo>
                <a:cubicBezTo>
                  <a:pt x="12681243" y="3280078"/>
                  <a:pt x="12643655" y="3286500"/>
                  <a:pt x="12604994" y="3286500"/>
                </a:cubicBezTo>
                <a:cubicBezTo>
                  <a:pt x="12514783" y="3299343"/>
                  <a:pt x="12425646" y="3312186"/>
                  <a:pt x="12335436" y="3325029"/>
                </a:cubicBezTo>
                <a:cubicBezTo>
                  <a:pt x="12303218" y="3331450"/>
                  <a:pt x="12271000" y="3337872"/>
                  <a:pt x="12239856" y="3337872"/>
                </a:cubicBezTo>
                <a:cubicBezTo>
                  <a:pt x="12220525" y="3337872"/>
                  <a:pt x="12194750" y="3331450"/>
                  <a:pt x="12175419" y="3350714"/>
                </a:cubicBezTo>
                <a:cubicBezTo>
                  <a:pt x="12149645" y="3368897"/>
                  <a:pt x="12175419" y="3388176"/>
                  <a:pt x="12188307" y="3388176"/>
                </a:cubicBezTo>
                <a:cubicBezTo>
                  <a:pt x="12207637" y="3388176"/>
                  <a:pt x="12220525" y="3382825"/>
                  <a:pt x="12239856" y="3375345"/>
                </a:cubicBezTo>
                <a:cubicBezTo>
                  <a:pt x="12258112" y="3375345"/>
                  <a:pt x="12290330" y="3363555"/>
                  <a:pt x="12309661" y="3382825"/>
                </a:cubicBezTo>
                <a:cubicBezTo>
                  <a:pt x="12335436" y="3407441"/>
                  <a:pt x="12290330" y="3420283"/>
                  <a:pt x="12283887" y="3426704"/>
                </a:cubicBezTo>
                <a:cubicBezTo>
                  <a:pt x="12194750" y="3445969"/>
                  <a:pt x="12110983" y="3452390"/>
                  <a:pt x="12028290" y="3471657"/>
                </a:cubicBezTo>
                <a:cubicBezTo>
                  <a:pt x="11847869" y="3503763"/>
                  <a:pt x="11668522" y="3535871"/>
                  <a:pt x="11489175" y="3567978"/>
                </a:cubicBezTo>
                <a:cubicBezTo>
                  <a:pt x="11489175" y="3516607"/>
                  <a:pt x="11527836" y="3548716"/>
                  <a:pt x="11540724" y="3529449"/>
                </a:cubicBezTo>
                <a:cubicBezTo>
                  <a:pt x="11560055" y="3510185"/>
                  <a:pt x="11476288" y="3484498"/>
                  <a:pt x="11469844" y="3478076"/>
                </a:cubicBezTo>
                <a:cubicBezTo>
                  <a:pt x="11476288" y="3458813"/>
                  <a:pt x="11482731" y="3439547"/>
                  <a:pt x="11489175" y="3413862"/>
                </a:cubicBezTo>
                <a:cubicBezTo>
                  <a:pt x="11502062" y="3413862"/>
                  <a:pt x="11514949" y="3407441"/>
                  <a:pt x="11527836" y="3407441"/>
                </a:cubicBezTo>
                <a:cubicBezTo>
                  <a:pt x="11560055" y="3401019"/>
                  <a:pt x="11592273" y="3401019"/>
                  <a:pt x="11618047" y="3401019"/>
                </a:cubicBezTo>
                <a:cubicBezTo>
                  <a:pt x="11629860" y="3445969"/>
                  <a:pt x="11605160" y="3465234"/>
                  <a:pt x="11585829" y="3490920"/>
                </a:cubicBezTo>
                <a:cubicBezTo>
                  <a:pt x="11637378" y="3478076"/>
                  <a:pt x="11694296" y="3471657"/>
                  <a:pt x="11745845" y="3452390"/>
                </a:cubicBezTo>
                <a:cubicBezTo>
                  <a:pt x="11758733" y="3445969"/>
                  <a:pt x="11778063" y="3433123"/>
                  <a:pt x="11790951" y="3465234"/>
                </a:cubicBezTo>
                <a:cubicBezTo>
                  <a:pt x="11810281" y="3452390"/>
                  <a:pt x="11834982" y="3445969"/>
                  <a:pt x="11854313" y="3445969"/>
                </a:cubicBezTo>
                <a:cubicBezTo>
                  <a:pt x="11847869" y="3407441"/>
                  <a:pt x="11823169" y="3394597"/>
                  <a:pt x="11810281" y="3368897"/>
                </a:cubicBezTo>
                <a:cubicBezTo>
                  <a:pt x="11867200" y="3318608"/>
                  <a:pt x="11944523" y="3318608"/>
                  <a:pt x="12008959" y="3305765"/>
                </a:cubicBezTo>
                <a:cubicBezTo>
                  <a:pt x="12085209" y="3292921"/>
                  <a:pt x="12156089" y="3273657"/>
                  <a:pt x="12233412" y="3260813"/>
                </a:cubicBezTo>
                <a:cubicBezTo>
                  <a:pt x="12380541" y="3228706"/>
                  <a:pt x="12527670" y="3196597"/>
                  <a:pt x="12674799" y="3170912"/>
                </a:cubicBezTo>
                <a:close/>
                <a:moveTo>
                  <a:pt x="14980989" y="3170904"/>
                </a:moveTo>
                <a:cubicBezTo>
                  <a:pt x="14980989" y="3190170"/>
                  <a:pt x="14975002" y="3203012"/>
                  <a:pt x="14963027" y="3203012"/>
                </a:cubicBezTo>
                <a:cubicBezTo>
                  <a:pt x="14963027" y="3178395"/>
                  <a:pt x="14969014" y="3170904"/>
                  <a:pt x="14980989" y="3170904"/>
                </a:cubicBezTo>
                <a:close/>
                <a:moveTo>
                  <a:pt x="12810191" y="3170904"/>
                </a:moveTo>
                <a:cubicBezTo>
                  <a:pt x="12810191" y="3190171"/>
                  <a:pt x="12804204" y="3203013"/>
                  <a:pt x="12792229" y="3203013"/>
                </a:cubicBezTo>
                <a:cubicBezTo>
                  <a:pt x="12792229" y="3178396"/>
                  <a:pt x="12798216" y="3170904"/>
                  <a:pt x="12810191" y="3170904"/>
                </a:cubicBezTo>
                <a:close/>
                <a:moveTo>
                  <a:pt x="20014595" y="3170903"/>
                </a:moveTo>
                <a:cubicBezTo>
                  <a:pt x="20014595" y="3190169"/>
                  <a:pt x="20008607" y="3203011"/>
                  <a:pt x="19996631" y="3203011"/>
                </a:cubicBezTo>
                <a:cubicBezTo>
                  <a:pt x="19996631" y="3178395"/>
                  <a:pt x="20002619" y="3170903"/>
                  <a:pt x="20014595" y="3170903"/>
                </a:cubicBezTo>
                <a:close/>
                <a:moveTo>
                  <a:pt x="15943158" y="3170903"/>
                </a:moveTo>
                <a:cubicBezTo>
                  <a:pt x="15943158" y="3190169"/>
                  <a:pt x="15937170" y="3203012"/>
                  <a:pt x="15925194" y="3203012"/>
                </a:cubicBezTo>
                <a:cubicBezTo>
                  <a:pt x="15925194" y="3178395"/>
                  <a:pt x="15931182" y="3170903"/>
                  <a:pt x="15943158" y="3170903"/>
                </a:cubicBezTo>
                <a:close/>
                <a:moveTo>
                  <a:pt x="19185111" y="3167569"/>
                </a:moveTo>
                <a:cubicBezTo>
                  <a:pt x="19185111" y="3198313"/>
                  <a:pt x="19160515" y="3198313"/>
                  <a:pt x="19148219" y="3198313"/>
                </a:cubicBezTo>
                <a:cubicBezTo>
                  <a:pt x="19148219" y="3161420"/>
                  <a:pt x="19166663" y="3167569"/>
                  <a:pt x="19185111" y="3167569"/>
                </a:cubicBezTo>
                <a:close/>
                <a:moveTo>
                  <a:pt x="11504367" y="3167062"/>
                </a:moveTo>
                <a:cubicBezTo>
                  <a:pt x="11492276" y="3165318"/>
                  <a:pt x="11477767" y="3169883"/>
                  <a:pt x="11468095" y="3169883"/>
                </a:cubicBezTo>
                <a:cubicBezTo>
                  <a:pt x="11468095" y="3215019"/>
                  <a:pt x="11506785" y="3202121"/>
                  <a:pt x="11526130" y="3202121"/>
                </a:cubicBezTo>
                <a:cubicBezTo>
                  <a:pt x="11526130" y="3176868"/>
                  <a:pt x="11516457" y="3168808"/>
                  <a:pt x="11504367" y="3167062"/>
                </a:cubicBezTo>
                <a:close/>
                <a:moveTo>
                  <a:pt x="13156298" y="3161176"/>
                </a:moveTo>
                <a:cubicBezTo>
                  <a:pt x="13173682" y="3161042"/>
                  <a:pt x="13193550" y="3168815"/>
                  <a:pt x="13203484" y="3168815"/>
                </a:cubicBezTo>
                <a:cubicBezTo>
                  <a:pt x="13203484" y="3226706"/>
                  <a:pt x="13150503" y="3200975"/>
                  <a:pt x="13124012" y="3200975"/>
                </a:cubicBezTo>
                <a:cubicBezTo>
                  <a:pt x="13124012" y="3169351"/>
                  <a:pt x="13138913" y="3161310"/>
                  <a:pt x="13156298" y="3161176"/>
                </a:cubicBezTo>
                <a:close/>
                <a:moveTo>
                  <a:pt x="14881790" y="3159429"/>
                </a:moveTo>
                <a:cubicBezTo>
                  <a:pt x="14897519" y="3161781"/>
                  <a:pt x="14914075" y="3169798"/>
                  <a:pt x="14924008" y="3169798"/>
                </a:cubicBezTo>
                <a:cubicBezTo>
                  <a:pt x="14924008" y="3177539"/>
                  <a:pt x="14924008" y="3189706"/>
                  <a:pt x="14924008" y="3202976"/>
                </a:cubicBezTo>
                <a:cubicBezTo>
                  <a:pt x="14897519" y="3196340"/>
                  <a:pt x="14871029" y="3189706"/>
                  <a:pt x="14844539" y="3183070"/>
                </a:cubicBezTo>
                <a:cubicBezTo>
                  <a:pt x="14851161" y="3160397"/>
                  <a:pt x="14866062" y="3157079"/>
                  <a:pt x="14881790" y="3159429"/>
                </a:cubicBezTo>
                <a:close/>
                <a:moveTo>
                  <a:pt x="17943299" y="3139596"/>
                </a:moveTo>
                <a:cubicBezTo>
                  <a:pt x="17943299" y="3179277"/>
                  <a:pt x="17918703" y="3171561"/>
                  <a:pt x="17906407" y="3171561"/>
                </a:cubicBezTo>
                <a:cubicBezTo>
                  <a:pt x="17906407" y="3132983"/>
                  <a:pt x="17924851" y="3139596"/>
                  <a:pt x="17943299" y="3139596"/>
                </a:cubicBezTo>
                <a:close/>
                <a:moveTo>
                  <a:pt x="19673719" y="3139159"/>
                </a:moveTo>
                <a:cubicBezTo>
                  <a:pt x="19687495" y="3135351"/>
                  <a:pt x="19701715" y="3150585"/>
                  <a:pt x="19715935" y="3150585"/>
                </a:cubicBezTo>
                <a:cubicBezTo>
                  <a:pt x="19715935" y="3157356"/>
                  <a:pt x="19709615" y="3163005"/>
                  <a:pt x="19709615" y="3169770"/>
                </a:cubicBezTo>
                <a:cubicBezTo>
                  <a:pt x="19690655" y="3163005"/>
                  <a:pt x="19678015" y="3157356"/>
                  <a:pt x="19660111" y="3150585"/>
                </a:cubicBezTo>
                <a:cubicBezTo>
                  <a:pt x="19664587" y="3143814"/>
                  <a:pt x="19669127" y="3140427"/>
                  <a:pt x="19673719" y="3139159"/>
                </a:cubicBezTo>
                <a:close/>
                <a:moveTo>
                  <a:pt x="11616407" y="3138718"/>
                </a:moveTo>
                <a:cubicBezTo>
                  <a:pt x="11616407" y="3177405"/>
                  <a:pt x="11641126" y="3169883"/>
                  <a:pt x="11654023" y="3169883"/>
                </a:cubicBezTo>
                <a:cubicBezTo>
                  <a:pt x="11654023" y="3132271"/>
                  <a:pt x="11635752" y="3138718"/>
                  <a:pt x="11616407" y="3138718"/>
                </a:cubicBezTo>
                <a:close/>
                <a:moveTo>
                  <a:pt x="11314409" y="3138718"/>
                </a:moveTo>
                <a:cubicBezTo>
                  <a:pt x="11243477" y="3151613"/>
                  <a:pt x="11167171" y="3169883"/>
                  <a:pt x="11089791" y="3182777"/>
                </a:cubicBezTo>
                <a:cubicBezTo>
                  <a:pt x="11076894" y="3189223"/>
                  <a:pt x="11057549" y="3189223"/>
                  <a:pt x="11044652" y="3195674"/>
                </a:cubicBezTo>
                <a:cubicBezTo>
                  <a:pt x="11025307" y="3202121"/>
                  <a:pt x="11019934" y="3221465"/>
                  <a:pt x="11007037" y="3234361"/>
                </a:cubicBezTo>
                <a:cubicBezTo>
                  <a:pt x="10981243" y="3247260"/>
                  <a:pt x="10949002" y="3247260"/>
                  <a:pt x="10916760" y="3253706"/>
                </a:cubicBezTo>
                <a:cubicBezTo>
                  <a:pt x="10845828" y="3273049"/>
                  <a:pt x="10775970" y="3305285"/>
                  <a:pt x="10705038" y="3337527"/>
                </a:cubicBezTo>
                <a:cubicBezTo>
                  <a:pt x="10666348" y="3350421"/>
                  <a:pt x="10634106" y="3375162"/>
                  <a:pt x="10601865" y="3382670"/>
                </a:cubicBezTo>
                <a:cubicBezTo>
                  <a:pt x="10583594" y="3382670"/>
                  <a:pt x="10564249" y="3382670"/>
                  <a:pt x="10564249" y="3413830"/>
                </a:cubicBezTo>
                <a:cubicBezTo>
                  <a:pt x="10634106" y="3375162"/>
                  <a:pt x="10711487" y="3363310"/>
                  <a:pt x="10788867" y="3350421"/>
                </a:cubicBezTo>
                <a:cubicBezTo>
                  <a:pt x="10788867" y="3382670"/>
                  <a:pt x="10756625" y="3394488"/>
                  <a:pt x="10743729" y="3407382"/>
                </a:cubicBezTo>
                <a:cubicBezTo>
                  <a:pt x="10717935" y="3433170"/>
                  <a:pt x="10705038" y="3446069"/>
                  <a:pt x="10679245" y="3452516"/>
                </a:cubicBezTo>
                <a:cubicBezTo>
                  <a:pt x="10653451" y="3458965"/>
                  <a:pt x="10621210" y="3471864"/>
                  <a:pt x="10596491" y="3478308"/>
                </a:cubicBezTo>
                <a:cubicBezTo>
                  <a:pt x="10583594" y="3478308"/>
                  <a:pt x="10557801" y="3484756"/>
                  <a:pt x="10551352" y="3510547"/>
                </a:cubicBezTo>
                <a:cubicBezTo>
                  <a:pt x="10532007" y="3510547"/>
                  <a:pt x="10507289" y="3510547"/>
                  <a:pt x="10487943" y="3510547"/>
                </a:cubicBezTo>
                <a:cubicBezTo>
                  <a:pt x="10487943" y="3555685"/>
                  <a:pt x="10583594" y="3516994"/>
                  <a:pt x="10601865" y="3510547"/>
                </a:cubicBezTo>
                <a:cubicBezTo>
                  <a:pt x="10634106" y="3497652"/>
                  <a:pt x="10666348" y="3484756"/>
                  <a:pt x="10705038" y="3478308"/>
                </a:cubicBezTo>
                <a:cubicBezTo>
                  <a:pt x="10724383" y="3478308"/>
                  <a:pt x="10743729" y="3465411"/>
                  <a:pt x="10763074" y="3478308"/>
                </a:cubicBezTo>
                <a:cubicBezTo>
                  <a:pt x="10775970" y="3491204"/>
                  <a:pt x="10788867" y="3510547"/>
                  <a:pt x="10807138" y="3510547"/>
                </a:cubicBezTo>
                <a:cubicBezTo>
                  <a:pt x="10807138" y="3484756"/>
                  <a:pt x="10807138" y="3465411"/>
                  <a:pt x="10807138" y="3446069"/>
                </a:cubicBezTo>
                <a:cubicBezTo>
                  <a:pt x="10845828" y="3452516"/>
                  <a:pt x="10884518" y="3465411"/>
                  <a:pt x="10916760" y="3478308"/>
                </a:cubicBezTo>
                <a:cubicBezTo>
                  <a:pt x="10916760" y="3446069"/>
                  <a:pt x="10897415" y="3446069"/>
                  <a:pt x="10884518" y="3446069"/>
                </a:cubicBezTo>
                <a:cubicBezTo>
                  <a:pt x="10884518" y="3419477"/>
                  <a:pt x="10899933" y="3411924"/>
                  <a:pt x="10920167" y="3413206"/>
                </a:cubicBezTo>
                <a:lnTo>
                  <a:pt x="10936750" y="3416184"/>
                </a:lnTo>
                <a:lnTo>
                  <a:pt x="10935748" y="3412066"/>
                </a:lnTo>
                <a:lnTo>
                  <a:pt x="10938954" y="3402320"/>
                </a:lnTo>
                <a:lnTo>
                  <a:pt x="10936105" y="3400935"/>
                </a:lnTo>
                <a:lnTo>
                  <a:pt x="10939921" y="3399383"/>
                </a:lnTo>
                <a:lnTo>
                  <a:pt x="10940238" y="3398418"/>
                </a:lnTo>
                <a:lnTo>
                  <a:pt x="10940672" y="3399077"/>
                </a:lnTo>
                <a:lnTo>
                  <a:pt x="11066550" y="3347869"/>
                </a:lnTo>
                <a:cubicBezTo>
                  <a:pt x="11109136" y="3331078"/>
                  <a:pt x="11151051" y="3314961"/>
                  <a:pt x="11192965" y="3298846"/>
                </a:cubicBezTo>
                <a:cubicBezTo>
                  <a:pt x="11217683" y="3285943"/>
                  <a:pt x="11249925" y="3292393"/>
                  <a:pt x="11269270" y="3266602"/>
                </a:cubicBezTo>
                <a:cubicBezTo>
                  <a:pt x="11301512" y="3240801"/>
                  <a:pt x="11301512" y="3182777"/>
                  <a:pt x="11314409" y="3138718"/>
                </a:cubicBezTo>
                <a:close/>
                <a:moveTo>
                  <a:pt x="15828898" y="3138563"/>
                </a:moveTo>
                <a:cubicBezTo>
                  <a:pt x="15837512" y="3139503"/>
                  <a:pt x="15845716" y="3143193"/>
                  <a:pt x="15852278" y="3149757"/>
                </a:cubicBezTo>
                <a:cubicBezTo>
                  <a:pt x="15858840" y="3161787"/>
                  <a:pt x="15871966" y="3188039"/>
                  <a:pt x="15852278" y="3194601"/>
                </a:cubicBezTo>
                <a:cubicBezTo>
                  <a:pt x="15826028" y="3207727"/>
                  <a:pt x="15799776" y="3201164"/>
                  <a:pt x="15773526" y="3201164"/>
                </a:cubicBezTo>
                <a:cubicBezTo>
                  <a:pt x="15773526" y="3157686"/>
                  <a:pt x="15803058" y="3135742"/>
                  <a:pt x="15828898" y="3138563"/>
                </a:cubicBezTo>
                <a:close/>
                <a:moveTo>
                  <a:pt x="14038779" y="3137724"/>
                </a:moveTo>
                <a:cubicBezTo>
                  <a:pt x="14050754" y="3137724"/>
                  <a:pt x="14056741" y="3144359"/>
                  <a:pt x="14056741" y="3169794"/>
                </a:cubicBezTo>
                <a:cubicBezTo>
                  <a:pt x="14044766" y="3169794"/>
                  <a:pt x="14038779" y="3163162"/>
                  <a:pt x="14038779" y="3137724"/>
                </a:cubicBezTo>
                <a:close/>
                <a:moveTo>
                  <a:pt x="13393180" y="3137724"/>
                </a:moveTo>
                <a:cubicBezTo>
                  <a:pt x="13393180" y="3163162"/>
                  <a:pt x="13387193" y="3169794"/>
                  <a:pt x="13375218" y="3169794"/>
                </a:cubicBezTo>
                <a:cubicBezTo>
                  <a:pt x="13375218" y="3144359"/>
                  <a:pt x="13381205" y="3137724"/>
                  <a:pt x="13393180" y="3137724"/>
                </a:cubicBezTo>
                <a:close/>
                <a:moveTo>
                  <a:pt x="14754483" y="3137724"/>
                </a:moveTo>
                <a:cubicBezTo>
                  <a:pt x="14786267" y="3144360"/>
                  <a:pt x="14811695" y="3150995"/>
                  <a:pt x="14843480" y="3150995"/>
                </a:cubicBezTo>
                <a:cubicBezTo>
                  <a:pt x="14830766" y="3183068"/>
                  <a:pt x="14754483" y="3202975"/>
                  <a:pt x="14754483" y="3137724"/>
                </a:cubicBezTo>
                <a:close/>
                <a:moveTo>
                  <a:pt x="20128347" y="3137724"/>
                </a:moveTo>
                <a:cubicBezTo>
                  <a:pt x="20128347" y="3163162"/>
                  <a:pt x="20122359" y="3169793"/>
                  <a:pt x="20110383" y="3169793"/>
                </a:cubicBezTo>
                <a:cubicBezTo>
                  <a:pt x="20110383" y="3144359"/>
                  <a:pt x="20116371" y="3137724"/>
                  <a:pt x="20128347" y="3137724"/>
                </a:cubicBezTo>
                <a:close/>
                <a:moveTo>
                  <a:pt x="19848703" y="3137724"/>
                </a:moveTo>
                <a:cubicBezTo>
                  <a:pt x="19848703" y="3163162"/>
                  <a:pt x="19842715" y="3169793"/>
                  <a:pt x="19830739" y="3169793"/>
                </a:cubicBezTo>
                <a:cubicBezTo>
                  <a:pt x="19830739" y="3144359"/>
                  <a:pt x="19836727" y="3137724"/>
                  <a:pt x="19848703" y="3137724"/>
                </a:cubicBezTo>
                <a:close/>
                <a:moveTo>
                  <a:pt x="19615151" y="3127169"/>
                </a:moveTo>
                <a:lnTo>
                  <a:pt x="19614559" y="3129476"/>
                </a:lnTo>
                <a:cubicBezTo>
                  <a:pt x="19613531" y="3133467"/>
                  <a:pt x="19612711" y="3136659"/>
                  <a:pt x="19612711" y="3136659"/>
                </a:cubicBezTo>
                <a:close/>
                <a:moveTo>
                  <a:pt x="19617111" y="3119540"/>
                </a:moveTo>
                <a:lnTo>
                  <a:pt x="19615151" y="3127169"/>
                </a:lnTo>
                <a:lnTo>
                  <a:pt x="19616479" y="3121992"/>
                </a:lnTo>
                <a:close/>
                <a:moveTo>
                  <a:pt x="18432519" y="3118767"/>
                </a:moveTo>
                <a:cubicBezTo>
                  <a:pt x="18484295" y="3118767"/>
                  <a:pt x="18536075" y="3125330"/>
                  <a:pt x="18587851" y="3151581"/>
                </a:cubicBezTo>
                <a:cubicBezTo>
                  <a:pt x="18568435" y="3163612"/>
                  <a:pt x="18549019" y="3183300"/>
                  <a:pt x="18529603" y="3202988"/>
                </a:cubicBezTo>
                <a:cubicBezTo>
                  <a:pt x="18510183" y="3151581"/>
                  <a:pt x="18464879" y="3138456"/>
                  <a:pt x="18432519" y="3118767"/>
                </a:cubicBezTo>
                <a:close/>
                <a:moveTo>
                  <a:pt x="16711994" y="3118764"/>
                </a:moveTo>
                <a:cubicBezTo>
                  <a:pt x="16764132" y="3125084"/>
                  <a:pt x="16815183" y="3131405"/>
                  <a:pt x="16867319" y="3137724"/>
                </a:cubicBezTo>
                <a:cubicBezTo>
                  <a:pt x="16834735" y="3231466"/>
                  <a:pt x="16757614" y="3144043"/>
                  <a:pt x="16711994" y="3118764"/>
                </a:cubicBezTo>
                <a:close/>
                <a:moveTo>
                  <a:pt x="19618251" y="3115111"/>
                </a:moveTo>
                <a:lnTo>
                  <a:pt x="19617111" y="3119540"/>
                </a:lnTo>
                <a:lnTo>
                  <a:pt x="19617635" y="3117506"/>
                </a:lnTo>
                <a:cubicBezTo>
                  <a:pt x="19618455" y="3114314"/>
                  <a:pt x="19618863" y="3112718"/>
                  <a:pt x="19618251" y="3115111"/>
                </a:cubicBezTo>
                <a:close/>
                <a:moveTo>
                  <a:pt x="19635127" y="3114978"/>
                </a:moveTo>
                <a:cubicBezTo>
                  <a:pt x="19642047" y="3114175"/>
                  <a:pt x="19651267" y="3117386"/>
                  <a:pt x="19654343" y="3117386"/>
                </a:cubicBezTo>
                <a:cubicBezTo>
                  <a:pt x="19648195" y="3130230"/>
                  <a:pt x="19642047" y="3136652"/>
                  <a:pt x="19629747" y="3136652"/>
                </a:cubicBezTo>
                <a:cubicBezTo>
                  <a:pt x="19623599" y="3120597"/>
                  <a:pt x="19628211" y="3115781"/>
                  <a:pt x="19635127" y="3114978"/>
                </a:cubicBezTo>
                <a:close/>
                <a:moveTo>
                  <a:pt x="11994711" y="3106481"/>
                </a:moveTo>
                <a:cubicBezTo>
                  <a:pt x="11994711" y="3132271"/>
                  <a:pt x="11994711" y="3169883"/>
                  <a:pt x="12014056" y="3169883"/>
                </a:cubicBezTo>
                <a:cubicBezTo>
                  <a:pt x="12014056" y="3145166"/>
                  <a:pt x="12014056" y="3106481"/>
                  <a:pt x="11994711" y="3106481"/>
                </a:cubicBezTo>
                <a:close/>
                <a:moveTo>
                  <a:pt x="19967091" y="3106419"/>
                </a:moveTo>
                <a:cubicBezTo>
                  <a:pt x="19967091" y="3146099"/>
                  <a:pt x="19940635" y="3139486"/>
                  <a:pt x="19920795" y="3139486"/>
                </a:cubicBezTo>
                <a:cubicBezTo>
                  <a:pt x="19920795" y="3099805"/>
                  <a:pt x="19947251" y="3106419"/>
                  <a:pt x="19967091" y="3106419"/>
                </a:cubicBezTo>
                <a:close/>
                <a:moveTo>
                  <a:pt x="19338523" y="3105569"/>
                </a:moveTo>
                <a:cubicBezTo>
                  <a:pt x="19338523" y="3124908"/>
                  <a:pt x="19344975" y="3137801"/>
                  <a:pt x="19357879" y="3137801"/>
                </a:cubicBezTo>
                <a:cubicBezTo>
                  <a:pt x="19357879" y="3118462"/>
                  <a:pt x="19351427" y="3105569"/>
                  <a:pt x="19338523" y="3105569"/>
                </a:cubicBezTo>
                <a:close/>
                <a:moveTo>
                  <a:pt x="12958120" y="3104543"/>
                </a:moveTo>
                <a:cubicBezTo>
                  <a:pt x="12970095" y="3104543"/>
                  <a:pt x="12976082" y="3117387"/>
                  <a:pt x="12976082" y="3136652"/>
                </a:cubicBezTo>
                <a:cubicBezTo>
                  <a:pt x="12964107" y="3136652"/>
                  <a:pt x="12958120" y="3130231"/>
                  <a:pt x="12958120" y="3104543"/>
                </a:cubicBezTo>
                <a:close/>
                <a:moveTo>
                  <a:pt x="18039119" y="3104542"/>
                </a:moveTo>
                <a:cubicBezTo>
                  <a:pt x="18052243" y="3104542"/>
                  <a:pt x="18052243" y="3117386"/>
                  <a:pt x="18052243" y="3136652"/>
                </a:cubicBezTo>
                <a:cubicBezTo>
                  <a:pt x="18039119" y="3136652"/>
                  <a:pt x="18039119" y="3123809"/>
                  <a:pt x="18039119" y="3104542"/>
                </a:cubicBezTo>
                <a:close/>
                <a:moveTo>
                  <a:pt x="13849192" y="3104542"/>
                </a:moveTo>
                <a:cubicBezTo>
                  <a:pt x="13862317" y="3104542"/>
                  <a:pt x="13862317" y="3117387"/>
                  <a:pt x="13862317" y="3136652"/>
                </a:cubicBezTo>
                <a:cubicBezTo>
                  <a:pt x="13849192" y="3136652"/>
                  <a:pt x="13849192" y="3123809"/>
                  <a:pt x="13849192" y="3104542"/>
                </a:cubicBezTo>
                <a:close/>
                <a:moveTo>
                  <a:pt x="13203590" y="3104542"/>
                </a:moveTo>
                <a:cubicBezTo>
                  <a:pt x="13203590" y="3130230"/>
                  <a:pt x="13197603" y="3136652"/>
                  <a:pt x="13185628" y="3136652"/>
                </a:cubicBezTo>
                <a:cubicBezTo>
                  <a:pt x="13185628" y="3117387"/>
                  <a:pt x="13191615" y="3104542"/>
                  <a:pt x="13203590" y="3104542"/>
                </a:cubicBezTo>
                <a:close/>
                <a:moveTo>
                  <a:pt x="13124012" y="3104542"/>
                </a:moveTo>
                <a:cubicBezTo>
                  <a:pt x="13143853" y="3104542"/>
                  <a:pt x="13157080" y="3104542"/>
                  <a:pt x="13170307" y="3104542"/>
                </a:cubicBezTo>
                <a:cubicBezTo>
                  <a:pt x="13170307" y="3117387"/>
                  <a:pt x="13170307" y="3130231"/>
                  <a:pt x="13170307" y="3136652"/>
                </a:cubicBezTo>
                <a:cubicBezTo>
                  <a:pt x="13157080" y="3136652"/>
                  <a:pt x="13143853" y="3136652"/>
                  <a:pt x="13124012" y="3136652"/>
                </a:cubicBezTo>
                <a:cubicBezTo>
                  <a:pt x="13124012" y="3130231"/>
                  <a:pt x="13124012" y="3117387"/>
                  <a:pt x="13124012" y="3104542"/>
                </a:cubicBezTo>
                <a:close/>
                <a:moveTo>
                  <a:pt x="20431687" y="3104541"/>
                </a:moveTo>
                <a:cubicBezTo>
                  <a:pt x="20431687" y="3123808"/>
                  <a:pt x="20425699" y="3136650"/>
                  <a:pt x="20413727" y="3136650"/>
                </a:cubicBezTo>
                <a:cubicBezTo>
                  <a:pt x="20413727" y="3117386"/>
                  <a:pt x="20419711" y="3104541"/>
                  <a:pt x="20431687" y="3104541"/>
                </a:cubicBezTo>
                <a:close/>
                <a:moveTo>
                  <a:pt x="20090427" y="3104541"/>
                </a:moveTo>
                <a:cubicBezTo>
                  <a:pt x="20090427" y="3123808"/>
                  <a:pt x="20084439" y="3136652"/>
                  <a:pt x="20072467" y="3136652"/>
                </a:cubicBezTo>
                <a:cubicBezTo>
                  <a:pt x="20072467" y="3117386"/>
                  <a:pt x="20079451" y="3104541"/>
                  <a:pt x="20090427" y="3104541"/>
                </a:cubicBezTo>
                <a:close/>
                <a:moveTo>
                  <a:pt x="19810783" y="3104541"/>
                </a:moveTo>
                <a:cubicBezTo>
                  <a:pt x="19810783" y="3123809"/>
                  <a:pt x="19804795" y="3136652"/>
                  <a:pt x="19792823" y="3136652"/>
                </a:cubicBezTo>
                <a:cubicBezTo>
                  <a:pt x="19792823" y="3117386"/>
                  <a:pt x="19798811" y="3104541"/>
                  <a:pt x="19810783" y="3104541"/>
                </a:cubicBezTo>
                <a:close/>
                <a:moveTo>
                  <a:pt x="17749991" y="3085585"/>
                </a:moveTo>
                <a:cubicBezTo>
                  <a:pt x="17787911" y="3098710"/>
                  <a:pt x="17824775" y="3105269"/>
                  <a:pt x="17862695" y="3118398"/>
                </a:cubicBezTo>
                <a:cubicBezTo>
                  <a:pt x="17831095" y="3131523"/>
                  <a:pt x="17800551" y="3151211"/>
                  <a:pt x="17768951" y="3169805"/>
                </a:cubicBezTo>
                <a:cubicBezTo>
                  <a:pt x="17775271" y="3151211"/>
                  <a:pt x="17775271" y="3138086"/>
                  <a:pt x="17781591" y="3131523"/>
                </a:cubicBezTo>
                <a:cubicBezTo>
                  <a:pt x="17775271" y="3118398"/>
                  <a:pt x="17762631" y="3105269"/>
                  <a:pt x="17749991" y="3085585"/>
                </a:cubicBezTo>
                <a:close/>
                <a:moveTo>
                  <a:pt x="14427442" y="3085584"/>
                </a:moveTo>
                <a:cubicBezTo>
                  <a:pt x="14522746" y="3092148"/>
                  <a:pt x="14619120" y="3098708"/>
                  <a:pt x="14715494" y="3105268"/>
                </a:cubicBezTo>
                <a:cubicBezTo>
                  <a:pt x="14715494" y="3169804"/>
                  <a:pt x="14644820" y="3144648"/>
                  <a:pt x="14619120" y="3144648"/>
                </a:cubicBezTo>
                <a:cubicBezTo>
                  <a:pt x="14586995" y="3138085"/>
                  <a:pt x="14554870" y="3151210"/>
                  <a:pt x="14522746" y="3138085"/>
                </a:cubicBezTo>
                <a:cubicBezTo>
                  <a:pt x="14491692" y="3131523"/>
                  <a:pt x="14459567" y="3105268"/>
                  <a:pt x="14427442" y="3085584"/>
                </a:cubicBezTo>
                <a:close/>
                <a:moveTo>
                  <a:pt x="19759007" y="3076766"/>
                </a:moveTo>
                <a:cubicBezTo>
                  <a:pt x="19766691" y="3080073"/>
                  <a:pt x="19772839" y="3091648"/>
                  <a:pt x="19772839" y="3108181"/>
                </a:cubicBezTo>
                <a:cubicBezTo>
                  <a:pt x="19760543" y="3108181"/>
                  <a:pt x="19748247" y="3101566"/>
                  <a:pt x="19735947" y="3094954"/>
                </a:cubicBezTo>
                <a:cubicBezTo>
                  <a:pt x="19742095" y="3078419"/>
                  <a:pt x="19751319" y="3073460"/>
                  <a:pt x="19759007" y="3076766"/>
                </a:cubicBezTo>
                <a:close/>
                <a:moveTo>
                  <a:pt x="19905579" y="3076105"/>
                </a:moveTo>
                <a:cubicBezTo>
                  <a:pt x="19905579" y="3101791"/>
                  <a:pt x="19899591" y="3108214"/>
                  <a:pt x="19887619" y="3108214"/>
                </a:cubicBezTo>
                <a:cubicBezTo>
                  <a:pt x="19887619" y="3088948"/>
                  <a:pt x="19893603" y="3076105"/>
                  <a:pt x="19905579" y="3076105"/>
                </a:cubicBezTo>
                <a:close/>
                <a:moveTo>
                  <a:pt x="13260440" y="3076102"/>
                </a:moveTo>
                <a:cubicBezTo>
                  <a:pt x="13260440" y="3112995"/>
                  <a:pt x="13241994" y="3106847"/>
                  <a:pt x="13223548" y="3106847"/>
                </a:cubicBezTo>
                <a:cubicBezTo>
                  <a:pt x="13223548" y="3076102"/>
                  <a:pt x="13248143" y="3076102"/>
                  <a:pt x="13260440" y="3076102"/>
                </a:cubicBezTo>
                <a:close/>
                <a:moveTo>
                  <a:pt x="15044272" y="3074878"/>
                </a:moveTo>
                <a:cubicBezTo>
                  <a:pt x="15069992" y="3074878"/>
                  <a:pt x="15102144" y="3087860"/>
                  <a:pt x="15127866" y="3094351"/>
                </a:cubicBezTo>
                <a:cubicBezTo>
                  <a:pt x="15210388" y="3120316"/>
                  <a:pt x="15306844" y="3133300"/>
                  <a:pt x="15389366" y="3152773"/>
                </a:cubicBezTo>
                <a:cubicBezTo>
                  <a:pt x="15344354" y="3229587"/>
                  <a:pt x="15229680" y="3061892"/>
                  <a:pt x="15203958" y="3203621"/>
                </a:cubicBezTo>
                <a:cubicBezTo>
                  <a:pt x="15242540" y="3210111"/>
                  <a:pt x="15485820" y="3313974"/>
                  <a:pt x="15485820" y="3203621"/>
                </a:cubicBezTo>
                <a:cubicBezTo>
                  <a:pt x="15466530" y="3203621"/>
                  <a:pt x="15434378" y="3216604"/>
                  <a:pt x="15434378" y="3171165"/>
                </a:cubicBezTo>
                <a:cubicBezTo>
                  <a:pt x="15460100" y="3171165"/>
                  <a:pt x="15492252" y="3178739"/>
                  <a:pt x="15524402" y="3184146"/>
                </a:cubicBezTo>
                <a:cubicBezTo>
                  <a:pt x="15479390" y="3229587"/>
                  <a:pt x="15581204" y="3249062"/>
                  <a:pt x="15581204" y="3294499"/>
                </a:cubicBezTo>
                <a:cubicBezTo>
                  <a:pt x="15574774" y="3294499"/>
                  <a:pt x="15543694" y="3288008"/>
                  <a:pt x="15543694" y="3307482"/>
                </a:cubicBezTo>
                <a:cubicBezTo>
                  <a:pt x="15543694" y="3333448"/>
                  <a:pt x="15568344" y="3333448"/>
                  <a:pt x="15574774" y="3333448"/>
                </a:cubicBezTo>
                <a:cubicBezTo>
                  <a:pt x="15606926" y="3333448"/>
                  <a:pt x="15639078" y="3313974"/>
                  <a:pt x="15677660" y="3294499"/>
                </a:cubicBezTo>
                <a:cubicBezTo>
                  <a:pt x="15671228" y="3313974"/>
                  <a:pt x="15664798" y="3339940"/>
                  <a:pt x="15658368" y="3359411"/>
                </a:cubicBezTo>
                <a:cubicBezTo>
                  <a:pt x="15645508" y="3359411"/>
                  <a:pt x="15632646" y="3359411"/>
                  <a:pt x="15613356" y="3359411"/>
                </a:cubicBezTo>
                <a:cubicBezTo>
                  <a:pt x="15587634" y="3352919"/>
                  <a:pt x="15555482" y="3352919"/>
                  <a:pt x="15524402" y="3352919"/>
                </a:cubicBezTo>
                <a:cubicBezTo>
                  <a:pt x="15466530" y="3352919"/>
                  <a:pt x="15415088" y="3339940"/>
                  <a:pt x="15357214" y="3326957"/>
                </a:cubicBezTo>
                <a:cubicBezTo>
                  <a:pt x="15242540" y="3300991"/>
                  <a:pt x="15134296" y="3268534"/>
                  <a:pt x="15018550" y="3262042"/>
                </a:cubicBezTo>
                <a:cubicBezTo>
                  <a:pt x="15024980" y="3216604"/>
                  <a:pt x="15037840" y="3171165"/>
                  <a:pt x="15063562" y="3152773"/>
                </a:cubicBezTo>
                <a:cubicBezTo>
                  <a:pt x="15095714" y="3120316"/>
                  <a:pt x="15134296" y="3146282"/>
                  <a:pt x="15165376" y="3152773"/>
                </a:cubicBezTo>
                <a:cubicBezTo>
                  <a:pt x="15139654" y="3139790"/>
                  <a:pt x="15120364" y="3126808"/>
                  <a:pt x="15095714" y="3107335"/>
                </a:cubicBezTo>
                <a:cubicBezTo>
                  <a:pt x="15082854" y="3120316"/>
                  <a:pt x="15076422" y="3126808"/>
                  <a:pt x="15076422" y="3139790"/>
                </a:cubicBezTo>
                <a:cubicBezTo>
                  <a:pt x="15063562" y="3133300"/>
                  <a:pt x="15057132" y="3120316"/>
                  <a:pt x="15050702" y="3113825"/>
                </a:cubicBezTo>
                <a:cubicBezTo>
                  <a:pt x="15037840" y="3133300"/>
                  <a:pt x="15037840" y="3152773"/>
                  <a:pt x="15024980" y="3171165"/>
                </a:cubicBezTo>
                <a:cubicBezTo>
                  <a:pt x="15018550" y="3126808"/>
                  <a:pt x="15005690" y="3074878"/>
                  <a:pt x="15044272" y="3074878"/>
                </a:cubicBezTo>
                <a:close/>
                <a:moveTo>
                  <a:pt x="14143552" y="3073450"/>
                </a:moveTo>
                <a:cubicBezTo>
                  <a:pt x="14145797" y="3070037"/>
                  <a:pt x="14150287" y="3070037"/>
                  <a:pt x="14156275" y="3073450"/>
                </a:cubicBezTo>
                <a:lnTo>
                  <a:pt x="14145745" y="3091452"/>
                </a:lnTo>
                <a:lnTo>
                  <a:pt x="14146699" y="3094064"/>
                </a:lnTo>
                <a:cubicBezTo>
                  <a:pt x="14140137" y="3094064"/>
                  <a:pt x="14140137" y="3094064"/>
                  <a:pt x="14133574" y="3094064"/>
                </a:cubicBezTo>
                <a:cubicBezTo>
                  <a:pt x="14133574" y="3088077"/>
                  <a:pt x="14133574" y="3082089"/>
                  <a:pt x="14140137" y="3076102"/>
                </a:cubicBezTo>
                <a:lnTo>
                  <a:pt x="14144039" y="3086783"/>
                </a:lnTo>
                <a:close/>
                <a:moveTo>
                  <a:pt x="19491303" y="3061880"/>
                </a:moveTo>
                <a:cubicBezTo>
                  <a:pt x="19497867" y="3074725"/>
                  <a:pt x="19497867" y="3081146"/>
                  <a:pt x="19491303" y="3093988"/>
                </a:cubicBezTo>
                <a:cubicBezTo>
                  <a:pt x="19484739" y="3081146"/>
                  <a:pt x="19484739" y="3074725"/>
                  <a:pt x="19491303" y="3061880"/>
                </a:cubicBezTo>
                <a:close/>
                <a:moveTo>
                  <a:pt x="15613966" y="3061376"/>
                </a:moveTo>
                <a:cubicBezTo>
                  <a:pt x="15665232" y="3066958"/>
                  <a:pt x="15713420" y="3089263"/>
                  <a:pt x="15748756" y="3149818"/>
                </a:cubicBezTo>
                <a:cubicBezTo>
                  <a:pt x="15729482" y="3161504"/>
                  <a:pt x="15690932" y="3212499"/>
                  <a:pt x="15665232" y="3187000"/>
                </a:cubicBezTo>
                <a:cubicBezTo>
                  <a:pt x="15652382" y="3167878"/>
                  <a:pt x="15658806" y="3143444"/>
                  <a:pt x="15633106" y="3130693"/>
                </a:cubicBezTo>
                <a:cubicBezTo>
                  <a:pt x="15607408" y="3117947"/>
                  <a:pt x="15575282" y="3117947"/>
                  <a:pt x="15549582" y="3111573"/>
                </a:cubicBezTo>
                <a:cubicBezTo>
                  <a:pt x="15518528" y="3098824"/>
                  <a:pt x="15486404" y="3092452"/>
                  <a:pt x="15460704" y="3073328"/>
                </a:cubicBezTo>
                <a:cubicBezTo>
                  <a:pt x="15508356" y="3066958"/>
                  <a:pt x="15562700" y="3055798"/>
                  <a:pt x="15613966" y="3061376"/>
                </a:cubicBezTo>
                <a:close/>
                <a:moveTo>
                  <a:pt x="14137225" y="3058554"/>
                </a:moveTo>
                <a:cubicBezTo>
                  <a:pt x="14092499" y="3089298"/>
                  <a:pt x="14046682" y="3077001"/>
                  <a:pt x="14000865" y="3083149"/>
                </a:cubicBezTo>
                <a:cubicBezTo>
                  <a:pt x="14040137" y="3052405"/>
                  <a:pt x="14092499" y="3058554"/>
                  <a:pt x="14137225" y="3058554"/>
                </a:cubicBezTo>
                <a:close/>
                <a:moveTo>
                  <a:pt x="19725971" y="3053635"/>
                </a:moveTo>
                <a:cubicBezTo>
                  <a:pt x="19728963" y="3054488"/>
                  <a:pt x="19731955" y="3057901"/>
                  <a:pt x="19734951" y="3061312"/>
                </a:cubicBezTo>
                <a:cubicBezTo>
                  <a:pt x="19734951" y="3068140"/>
                  <a:pt x="19728963" y="3068140"/>
                  <a:pt x="19722975" y="3074963"/>
                </a:cubicBezTo>
                <a:cubicBezTo>
                  <a:pt x="19722975" y="3068140"/>
                  <a:pt x="19722975" y="3068140"/>
                  <a:pt x="19716987" y="3061312"/>
                </a:cubicBezTo>
                <a:cubicBezTo>
                  <a:pt x="19719983" y="3054488"/>
                  <a:pt x="19722975" y="3052782"/>
                  <a:pt x="19725971" y="3053635"/>
                </a:cubicBezTo>
                <a:close/>
                <a:moveTo>
                  <a:pt x="15374890" y="3049345"/>
                </a:moveTo>
                <a:cubicBezTo>
                  <a:pt x="15382114" y="3050952"/>
                  <a:pt x="15388534" y="3058977"/>
                  <a:pt x="15388534" y="3075031"/>
                </a:cubicBezTo>
                <a:cubicBezTo>
                  <a:pt x="15382114" y="3075031"/>
                  <a:pt x="15369272" y="3068612"/>
                  <a:pt x="15356430" y="3062187"/>
                </a:cubicBezTo>
                <a:cubicBezTo>
                  <a:pt x="15359640" y="3052556"/>
                  <a:pt x="15367666" y="3047741"/>
                  <a:pt x="15374890" y="3049345"/>
                </a:cubicBezTo>
                <a:close/>
                <a:moveTo>
                  <a:pt x="19867603" y="3049072"/>
                </a:moveTo>
                <a:cubicBezTo>
                  <a:pt x="19867603" y="3079816"/>
                  <a:pt x="19843379" y="3073668"/>
                  <a:pt x="19830739" y="3073668"/>
                </a:cubicBezTo>
                <a:cubicBezTo>
                  <a:pt x="19830739" y="3042924"/>
                  <a:pt x="19849699" y="3049072"/>
                  <a:pt x="19867603" y="3049072"/>
                </a:cubicBezTo>
                <a:close/>
                <a:moveTo>
                  <a:pt x="14981987" y="3047664"/>
                </a:moveTo>
                <a:cubicBezTo>
                  <a:pt x="14994284" y="3054085"/>
                  <a:pt x="15006582" y="3054085"/>
                  <a:pt x="15018880" y="3060507"/>
                </a:cubicBezTo>
                <a:cubicBezTo>
                  <a:pt x="15006582" y="3079773"/>
                  <a:pt x="14981987" y="3079773"/>
                  <a:pt x="14981987" y="3047664"/>
                </a:cubicBezTo>
                <a:close/>
                <a:moveTo>
                  <a:pt x="15436004" y="3047664"/>
                </a:moveTo>
                <a:cubicBezTo>
                  <a:pt x="15436004" y="3068141"/>
                  <a:pt x="15424030" y="3074964"/>
                  <a:pt x="15418042" y="3074964"/>
                </a:cubicBezTo>
                <a:cubicBezTo>
                  <a:pt x="15418042" y="3054488"/>
                  <a:pt x="15424030" y="3047664"/>
                  <a:pt x="15436004" y="3047664"/>
                </a:cubicBezTo>
                <a:close/>
                <a:moveTo>
                  <a:pt x="18958627" y="3047664"/>
                </a:moveTo>
                <a:cubicBezTo>
                  <a:pt x="18970603" y="3047664"/>
                  <a:pt x="18976591" y="3054488"/>
                  <a:pt x="18976591" y="3074964"/>
                </a:cubicBezTo>
                <a:cubicBezTo>
                  <a:pt x="18970603" y="3074964"/>
                  <a:pt x="18958627" y="3068141"/>
                  <a:pt x="18958627" y="3047664"/>
                </a:cubicBezTo>
                <a:close/>
                <a:moveTo>
                  <a:pt x="16471316" y="3045891"/>
                </a:moveTo>
                <a:cubicBezTo>
                  <a:pt x="16471316" y="3065080"/>
                  <a:pt x="16477790" y="3071485"/>
                  <a:pt x="16490736" y="3071485"/>
                </a:cubicBezTo>
                <a:cubicBezTo>
                  <a:pt x="16490736" y="3052289"/>
                  <a:pt x="16484264" y="3045891"/>
                  <a:pt x="16471316" y="3045891"/>
                </a:cubicBezTo>
                <a:close/>
                <a:moveTo>
                  <a:pt x="14333049" y="3044416"/>
                </a:moveTo>
                <a:cubicBezTo>
                  <a:pt x="14320958" y="3043611"/>
                  <a:pt x="14306449" y="3048447"/>
                  <a:pt x="14296777" y="3048447"/>
                </a:cubicBezTo>
                <a:cubicBezTo>
                  <a:pt x="14296777" y="3093583"/>
                  <a:pt x="14335467" y="3074240"/>
                  <a:pt x="14354813" y="3074240"/>
                </a:cubicBezTo>
                <a:cubicBezTo>
                  <a:pt x="14354813" y="3051671"/>
                  <a:pt x="14345140" y="3045227"/>
                  <a:pt x="14333049" y="3044416"/>
                </a:cubicBezTo>
                <a:close/>
                <a:moveTo>
                  <a:pt x="11750748" y="3029103"/>
                </a:moveTo>
                <a:cubicBezTo>
                  <a:pt x="11609959" y="3054895"/>
                  <a:pt x="11474543" y="3080688"/>
                  <a:pt x="11333754" y="3106481"/>
                </a:cubicBezTo>
                <a:cubicBezTo>
                  <a:pt x="11346651" y="3158061"/>
                  <a:pt x="11378892" y="3158061"/>
                  <a:pt x="11404686" y="3151613"/>
                </a:cubicBezTo>
                <a:cubicBezTo>
                  <a:pt x="11448750" y="3138718"/>
                  <a:pt x="11487440" y="3132271"/>
                  <a:pt x="11532578" y="3132271"/>
                </a:cubicBezTo>
                <a:cubicBezTo>
                  <a:pt x="11571269" y="3125822"/>
                  <a:pt x="11616407" y="3100031"/>
                  <a:pt x="11660471" y="3112926"/>
                </a:cubicBezTo>
                <a:lnTo>
                  <a:pt x="11687347" y="3112926"/>
                </a:lnTo>
                <a:lnTo>
                  <a:pt x="11683133" y="3108712"/>
                </a:lnTo>
                <a:cubicBezTo>
                  <a:pt x="11686545" y="3105297"/>
                  <a:pt x="11689958" y="3103166"/>
                  <a:pt x="11692944" y="3102206"/>
                </a:cubicBezTo>
                <a:lnTo>
                  <a:pt x="11695851" y="3102420"/>
                </a:lnTo>
                <a:lnTo>
                  <a:pt x="11692713" y="3093583"/>
                </a:lnTo>
                <a:cubicBezTo>
                  <a:pt x="11712058" y="3067798"/>
                  <a:pt x="11731403" y="3048447"/>
                  <a:pt x="11750748" y="3029103"/>
                </a:cubicBezTo>
                <a:close/>
                <a:moveTo>
                  <a:pt x="15348590" y="3028233"/>
                </a:moveTo>
                <a:cubicBezTo>
                  <a:pt x="15350232" y="3025673"/>
                  <a:pt x="15353512" y="3027380"/>
                  <a:pt x="15360074" y="3030792"/>
                </a:cubicBezTo>
                <a:cubicBezTo>
                  <a:pt x="15353512" y="3037617"/>
                  <a:pt x="15353512" y="3037617"/>
                  <a:pt x="15346950" y="3051267"/>
                </a:cubicBezTo>
                <a:cubicBezTo>
                  <a:pt x="15346950" y="3037617"/>
                  <a:pt x="15346950" y="3030792"/>
                  <a:pt x="15348590" y="3028233"/>
                </a:cubicBezTo>
                <a:close/>
                <a:moveTo>
                  <a:pt x="19687627" y="3019060"/>
                </a:moveTo>
                <a:cubicBezTo>
                  <a:pt x="19696975" y="3021541"/>
                  <a:pt x="19706455" y="3028154"/>
                  <a:pt x="19715935" y="3031460"/>
                </a:cubicBezTo>
                <a:cubicBezTo>
                  <a:pt x="19715935" y="3038074"/>
                  <a:pt x="19709615" y="3044688"/>
                  <a:pt x="19709615" y="3051301"/>
                </a:cubicBezTo>
                <a:cubicBezTo>
                  <a:pt x="19690655" y="3044688"/>
                  <a:pt x="19678015" y="3038074"/>
                  <a:pt x="19660111" y="3031460"/>
                </a:cubicBezTo>
                <a:cubicBezTo>
                  <a:pt x="19669063" y="3018234"/>
                  <a:pt x="19678279" y="3016580"/>
                  <a:pt x="19687627" y="3019060"/>
                </a:cubicBezTo>
                <a:close/>
                <a:moveTo>
                  <a:pt x="18886479" y="3016359"/>
                </a:moveTo>
                <a:cubicBezTo>
                  <a:pt x="18886479" y="3056040"/>
                  <a:pt x="18861199" y="3049425"/>
                  <a:pt x="18849615" y="3049425"/>
                </a:cubicBezTo>
                <a:cubicBezTo>
                  <a:pt x="18849615" y="3009745"/>
                  <a:pt x="18867519" y="3016359"/>
                  <a:pt x="18886479" y="3016359"/>
                </a:cubicBezTo>
                <a:close/>
                <a:moveTo>
                  <a:pt x="11770093" y="3016207"/>
                </a:moveTo>
                <a:cubicBezTo>
                  <a:pt x="11770093" y="3035555"/>
                  <a:pt x="11776542" y="3048447"/>
                  <a:pt x="11789438" y="3048447"/>
                </a:cubicBezTo>
                <a:cubicBezTo>
                  <a:pt x="11789438" y="3022655"/>
                  <a:pt x="11782990" y="3016207"/>
                  <a:pt x="11770093" y="3016207"/>
                </a:cubicBezTo>
                <a:close/>
                <a:moveTo>
                  <a:pt x="10653451" y="3016207"/>
                </a:moveTo>
                <a:cubicBezTo>
                  <a:pt x="10653451" y="3035555"/>
                  <a:pt x="10659900" y="3048447"/>
                  <a:pt x="10672797" y="3048447"/>
                </a:cubicBezTo>
                <a:cubicBezTo>
                  <a:pt x="10672797" y="3022655"/>
                  <a:pt x="10666348" y="3016207"/>
                  <a:pt x="10653451" y="3016207"/>
                </a:cubicBezTo>
                <a:close/>
                <a:moveTo>
                  <a:pt x="10634106" y="3016207"/>
                </a:moveTo>
                <a:cubicBezTo>
                  <a:pt x="10621210" y="3016207"/>
                  <a:pt x="10621210" y="3029103"/>
                  <a:pt x="10621210" y="3048447"/>
                </a:cubicBezTo>
                <a:cubicBezTo>
                  <a:pt x="10634106" y="3048447"/>
                  <a:pt x="10634106" y="3035555"/>
                  <a:pt x="10634106" y="3016207"/>
                </a:cubicBezTo>
                <a:close/>
                <a:moveTo>
                  <a:pt x="18564231" y="3014484"/>
                </a:moveTo>
                <a:cubicBezTo>
                  <a:pt x="18564231" y="3033747"/>
                  <a:pt x="18558243" y="3046590"/>
                  <a:pt x="18546271" y="3046590"/>
                </a:cubicBezTo>
                <a:cubicBezTo>
                  <a:pt x="18546271" y="3027326"/>
                  <a:pt x="18552255" y="3014484"/>
                  <a:pt x="18564231" y="3014484"/>
                </a:cubicBezTo>
                <a:close/>
                <a:moveTo>
                  <a:pt x="15640814" y="3014484"/>
                </a:moveTo>
                <a:cubicBezTo>
                  <a:pt x="15652788" y="3014484"/>
                  <a:pt x="15658776" y="3020905"/>
                  <a:pt x="15658776" y="3046590"/>
                </a:cubicBezTo>
                <a:cubicBezTo>
                  <a:pt x="15646800" y="3046590"/>
                  <a:pt x="15640814" y="3033747"/>
                  <a:pt x="15640814" y="3014484"/>
                </a:cubicBezTo>
                <a:close/>
                <a:moveTo>
                  <a:pt x="13993207" y="3014484"/>
                </a:moveTo>
                <a:cubicBezTo>
                  <a:pt x="13993207" y="3021047"/>
                  <a:pt x="13999771" y="3021047"/>
                  <a:pt x="13999771" y="3027609"/>
                </a:cubicBezTo>
                <a:cubicBezTo>
                  <a:pt x="13986643" y="3027609"/>
                  <a:pt x="13986643" y="3027609"/>
                  <a:pt x="13993207" y="3014484"/>
                </a:cubicBezTo>
                <a:close/>
                <a:moveTo>
                  <a:pt x="19976579" y="3014484"/>
                </a:moveTo>
                <a:cubicBezTo>
                  <a:pt x="19976579" y="3033747"/>
                  <a:pt x="19976579" y="3046589"/>
                  <a:pt x="19963451" y="3046589"/>
                </a:cubicBezTo>
                <a:cubicBezTo>
                  <a:pt x="19963451" y="3027326"/>
                  <a:pt x="19963451" y="3014484"/>
                  <a:pt x="19976579" y="3014484"/>
                </a:cubicBezTo>
                <a:close/>
                <a:moveTo>
                  <a:pt x="13883617" y="3005006"/>
                </a:moveTo>
                <a:cubicBezTo>
                  <a:pt x="13895592" y="3018656"/>
                  <a:pt x="13883617" y="3032306"/>
                  <a:pt x="13877630" y="3018656"/>
                </a:cubicBezTo>
                <a:cubicBezTo>
                  <a:pt x="13877630" y="3011832"/>
                  <a:pt x="13883617" y="3005006"/>
                  <a:pt x="13883617" y="3005006"/>
                </a:cubicBezTo>
                <a:close/>
                <a:moveTo>
                  <a:pt x="10730832" y="2983968"/>
                </a:moveTo>
                <a:cubicBezTo>
                  <a:pt x="10730832" y="3022655"/>
                  <a:pt x="10769522" y="3029103"/>
                  <a:pt x="10769522" y="2983968"/>
                </a:cubicBezTo>
                <a:cubicBezTo>
                  <a:pt x="10756625" y="2983968"/>
                  <a:pt x="10743729" y="2983968"/>
                  <a:pt x="10730832" y="2983968"/>
                </a:cubicBezTo>
                <a:close/>
                <a:moveTo>
                  <a:pt x="15489142" y="2982714"/>
                </a:moveTo>
                <a:cubicBezTo>
                  <a:pt x="15507588" y="2982714"/>
                  <a:pt x="15526034" y="2976568"/>
                  <a:pt x="15526034" y="3013459"/>
                </a:cubicBezTo>
                <a:cubicBezTo>
                  <a:pt x="15513736" y="3013459"/>
                  <a:pt x="15489142" y="3013459"/>
                  <a:pt x="15489142" y="2982714"/>
                </a:cubicBezTo>
                <a:close/>
                <a:moveTo>
                  <a:pt x="17905383" y="2982714"/>
                </a:moveTo>
                <a:cubicBezTo>
                  <a:pt x="17905383" y="3013458"/>
                  <a:pt x="17880787" y="3013458"/>
                  <a:pt x="17868491" y="3013458"/>
                </a:cubicBezTo>
                <a:cubicBezTo>
                  <a:pt x="17868491" y="2976565"/>
                  <a:pt x="17886935" y="2982714"/>
                  <a:pt x="17905383" y="2982714"/>
                </a:cubicBezTo>
                <a:close/>
                <a:moveTo>
                  <a:pt x="18266627" y="2981307"/>
                </a:moveTo>
                <a:cubicBezTo>
                  <a:pt x="18279751" y="2981307"/>
                  <a:pt x="18279751" y="2994150"/>
                  <a:pt x="18279751" y="3013415"/>
                </a:cubicBezTo>
                <a:cubicBezTo>
                  <a:pt x="18266627" y="3013415"/>
                  <a:pt x="18266627" y="3000572"/>
                  <a:pt x="18266627" y="2981307"/>
                </a:cubicBezTo>
                <a:close/>
                <a:moveTo>
                  <a:pt x="416893" y="2981307"/>
                </a:moveTo>
                <a:cubicBezTo>
                  <a:pt x="435506" y="2987920"/>
                  <a:pt x="454120" y="2987920"/>
                  <a:pt x="472736" y="3001148"/>
                </a:cubicBezTo>
                <a:cubicBezTo>
                  <a:pt x="454120" y="3020988"/>
                  <a:pt x="416893" y="3027602"/>
                  <a:pt x="416893" y="2981307"/>
                </a:cubicBezTo>
                <a:close/>
                <a:moveTo>
                  <a:pt x="955961" y="2967983"/>
                </a:moveTo>
                <a:cubicBezTo>
                  <a:pt x="932050" y="2965699"/>
                  <a:pt x="904916" y="2972146"/>
                  <a:pt x="892023" y="2972146"/>
                </a:cubicBezTo>
                <a:cubicBezTo>
                  <a:pt x="904916" y="3048447"/>
                  <a:pt x="968322" y="3016207"/>
                  <a:pt x="1000565" y="3016207"/>
                </a:cubicBezTo>
                <a:cubicBezTo>
                  <a:pt x="1000565" y="2981283"/>
                  <a:pt x="979874" y="2970265"/>
                  <a:pt x="955961" y="2967983"/>
                </a:cubicBezTo>
                <a:close/>
                <a:moveTo>
                  <a:pt x="13060079" y="2962897"/>
                </a:moveTo>
                <a:lnTo>
                  <a:pt x="13058159" y="2966150"/>
                </a:lnTo>
                <a:lnTo>
                  <a:pt x="13057472" y="2967312"/>
                </a:lnTo>
                <a:close/>
                <a:moveTo>
                  <a:pt x="18448223" y="2957672"/>
                </a:moveTo>
                <a:cubicBezTo>
                  <a:pt x="18464743" y="2953650"/>
                  <a:pt x="18483103" y="2974218"/>
                  <a:pt x="18497787" y="2983181"/>
                </a:cubicBezTo>
                <a:cubicBezTo>
                  <a:pt x="18478207" y="2989697"/>
                  <a:pt x="18452099" y="2983181"/>
                  <a:pt x="18432519" y="2971232"/>
                </a:cubicBezTo>
                <a:cubicBezTo>
                  <a:pt x="18437415" y="2963087"/>
                  <a:pt x="18442715" y="2959013"/>
                  <a:pt x="18448223" y="2957672"/>
                </a:cubicBezTo>
                <a:close/>
                <a:moveTo>
                  <a:pt x="15436004" y="2952867"/>
                </a:moveTo>
                <a:cubicBezTo>
                  <a:pt x="15436004" y="2978305"/>
                  <a:pt x="15424030" y="2984939"/>
                  <a:pt x="15418042" y="2984939"/>
                </a:cubicBezTo>
                <a:cubicBezTo>
                  <a:pt x="15418042" y="2958395"/>
                  <a:pt x="15424030" y="2952867"/>
                  <a:pt x="15436004" y="2952867"/>
                </a:cubicBezTo>
                <a:close/>
                <a:moveTo>
                  <a:pt x="19886619" y="2952866"/>
                </a:moveTo>
                <a:cubicBezTo>
                  <a:pt x="19886619" y="2978304"/>
                  <a:pt x="19874643" y="2984939"/>
                  <a:pt x="19868659" y="2984939"/>
                </a:cubicBezTo>
                <a:cubicBezTo>
                  <a:pt x="19868659" y="2958395"/>
                  <a:pt x="19874643" y="2952866"/>
                  <a:pt x="19886619" y="2952866"/>
                </a:cubicBezTo>
                <a:close/>
                <a:moveTo>
                  <a:pt x="13065997" y="2952866"/>
                </a:moveTo>
                <a:lnTo>
                  <a:pt x="13060079" y="2962897"/>
                </a:lnTo>
                <a:lnTo>
                  <a:pt x="13062158" y="2959372"/>
                </a:lnTo>
                <a:cubicBezTo>
                  <a:pt x="13064291" y="2955758"/>
                  <a:pt x="13065997" y="2952866"/>
                  <a:pt x="13065997" y="2952866"/>
                </a:cubicBezTo>
                <a:close/>
                <a:moveTo>
                  <a:pt x="15351162" y="2951202"/>
                </a:moveTo>
                <a:cubicBezTo>
                  <a:pt x="15363540" y="2951907"/>
                  <a:pt x="15374336" y="2961780"/>
                  <a:pt x="15374336" y="2984916"/>
                </a:cubicBezTo>
                <a:cubicBezTo>
                  <a:pt x="15355376" y="2978145"/>
                  <a:pt x="15337470" y="2972502"/>
                  <a:pt x="15318510" y="2972502"/>
                </a:cubicBezTo>
                <a:cubicBezTo>
                  <a:pt x="15324830" y="2958961"/>
                  <a:pt x="15338786" y="2950496"/>
                  <a:pt x="15351162" y="2951202"/>
                </a:cubicBezTo>
                <a:close/>
                <a:moveTo>
                  <a:pt x="10882100" y="2949445"/>
                </a:moveTo>
                <a:cubicBezTo>
                  <a:pt x="10870009" y="2947968"/>
                  <a:pt x="10855500" y="2952806"/>
                  <a:pt x="10845828" y="2952806"/>
                </a:cubicBezTo>
                <a:cubicBezTo>
                  <a:pt x="10845828" y="3003312"/>
                  <a:pt x="10884518" y="2983968"/>
                  <a:pt x="10903863" y="2983968"/>
                </a:cubicBezTo>
                <a:cubicBezTo>
                  <a:pt x="10903863" y="2958714"/>
                  <a:pt x="10894191" y="2950922"/>
                  <a:pt x="10882100" y="2949445"/>
                </a:cubicBezTo>
                <a:close/>
                <a:moveTo>
                  <a:pt x="15301378" y="2938647"/>
                </a:moveTo>
                <a:cubicBezTo>
                  <a:pt x="15306302" y="2948278"/>
                  <a:pt x="15303840" y="2961522"/>
                  <a:pt x="15299532" y="2959415"/>
                </a:cubicBezTo>
                <a:lnTo>
                  <a:pt x="15298226" y="2957220"/>
                </a:lnTo>
                <a:lnTo>
                  <a:pt x="15303196" y="2970825"/>
                </a:lnTo>
                <a:cubicBezTo>
                  <a:pt x="15296634" y="2970825"/>
                  <a:pt x="15293352" y="2970825"/>
                  <a:pt x="15292532" y="2968580"/>
                </a:cubicBezTo>
                <a:lnTo>
                  <a:pt x="15296328" y="2954034"/>
                </a:lnTo>
                <a:lnTo>
                  <a:pt x="15294814" y="2951488"/>
                </a:lnTo>
                <a:cubicBezTo>
                  <a:pt x="15294814" y="2945068"/>
                  <a:pt x="15294814" y="2938647"/>
                  <a:pt x="15301378" y="2938647"/>
                </a:cubicBezTo>
                <a:close/>
                <a:moveTo>
                  <a:pt x="19834839" y="2924938"/>
                </a:moveTo>
                <a:cubicBezTo>
                  <a:pt x="19842527" y="2927243"/>
                  <a:pt x="19848675" y="2936467"/>
                  <a:pt x="19848675" y="2951840"/>
                </a:cubicBezTo>
                <a:cubicBezTo>
                  <a:pt x="19836375" y="2945690"/>
                  <a:pt x="19824079" y="2939541"/>
                  <a:pt x="19811783" y="2939541"/>
                </a:cubicBezTo>
                <a:cubicBezTo>
                  <a:pt x="19817931" y="2927243"/>
                  <a:pt x="19827155" y="2922632"/>
                  <a:pt x="19834839" y="2924938"/>
                </a:cubicBezTo>
                <a:close/>
                <a:moveTo>
                  <a:pt x="17397799" y="2924426"/>
                </a:moveTo>
                <a:cubicBezTo>
                  <a:pt x="17404363" y="2954971"/>
                  <a:pt x="17417487" y="2980249"/>
                  <a:pt x="17443739" y="2980249"/>
                </a:cubicBezTo>
                <a:lnTo>
                  <a:pt x="17445823" y="2986272"/>
                </a:lnTo>
                <a:lnTo>
                  <a:pt x="17447899" y="2971826"/>
                </a:lnTo>
                <a:lnTo>
                  <a:pt x="17451619" y="2974059"/>
                </a:lnTo>
                <a:lnTo>
                  <a:pt x="17485319" y="2953747"/>
                </a:lnTo>
                <a:cubicBezTo>
                  <a:pt x="17496607" y="2949707"/>
                  <a:pt x="17507867" y="2948265"/>
                  <a:pt x="17519095" y="2948875"/>
                </a:cubicBezTo>
                <a:cubicBezTo>
                  <a:pt x="17586463" y="2952544"/>
                  <a:pt x="17652619" y="3030135"/>
                  <a:pt x="17715739" y="3064347"/>
                </a:cubicBezTo>
                <a:cubicBezTo>
                  <a:pt x="17676895" y="3057832"/>
                  <a:pt x="17619711" y="3038282"/>
                  <a:pt x="17587343" y="3103452"/>
                </a:cubicBezTo>
                <a:cubicBezTo>
                  <a:pt x="17564683" y="3090419"/>
                  <a:pt x="17540407" y="3072497"/>
                  <a:pt x="17516939" y="3050637"/>
                </a:cubicBezTo>
                <a:lnTo>
                  <a:pt x="17459839" y="2984049"/>
                </a:lnTo>
                <a:lnTo>
                  <a:pt x="17447899" y="3003900"/>
                </a:lnTo>
                <a:lnTo>
                  <a:pt x="17447139" y="2998318"/>
                </a:lnTo>
                <a:lnTo>
                  <a:pt x="17408191" y="2987359"/>
                </a:lnTo>
                <a:cubicBezTo>
                  <a:pt x="17393699" y="2984988"/>
                  <a:pt x="17379207" y="2983409"/>
                  <a:pt x="17366079" y="2980249"/>
                </a:cubicBezTo>
                <a:cubicBezTo>
                  <a:pt x="17372643" y="2961290"/>
                  <a:pt x="17385767" y="2943385"/>
                  <a:pt x="17397799" y="2924426"/>
                </a:cubicBezTo>
                <a:close/>
                <a:moveTo>
                  <a:pt x="18394599" y="2919691"/>
                </a:moveTo>
                <a:cubicBezTo>
                  <a:pt x="18407239" y="2926459"/>
                  <a:pt x="18419879" y="2933231"/>
                  <a:pt x="18431463" y="2940002"/>
                </a:cubicBezTo>
                <a:cubicBezTo>
                  <a:pt x="18419879" y="2946773"/>
                  <a:pt x="18394599" y="2965956"/>
                  <a:pt x="18394599" y="2919691"/>
                </a:cubicBezTo>
                <a:close/>
                <a:moveTo>
                  <a:pt x="17242847" y="2919691"/>
                </a:moveTo>
                <a:cubicBezTo>
                  <a:pt x="17268311" y="2926324"/>
                  <a:pt x="17293779" y="2932962"/>
                  <a:pt x="17312875" y="2939596"/>
                </a:cubicBezTo>
                <a:cubicBezTo>
                  <a:pt x="17300143" y="2965034"/>
                  <a:pt x="17242847" y="2984940"/>
                  <a:pt x="17242847" y="2919691"/>
                </a:cubicBezTo>
                <a:close/>
                <a:moveTo>
                  <a:pt x="19711223" y="2919688"/>
                </a:moveTo>
                <a:cubicBezTo>
                  <a:pt x="19711223" y="2956549"/>
                  <a:pt x="19692775" y="2951282"/>
                  <a:pt x="19674331" y="2951282"/>
                </a:cubicBezTo>
                <a:cubicBezTo>
                  <a:pt x="19674331" y="2919688"/>
                  <a:pt x="19698923" y="2919688"/>
                  <a:pt x="19711223" y="2919688"/>
                </a:cubicBezTo>
                <a:close/>
                <a:moveTo>
                  <a:pt x="18693203" y="2919688"/>
                </a:moveTo>
                <a:cubicBezTo>
                  <a:pt x="18705499" y="2926005"/>
                  <a:pt x="18717799" y="2932322"/>
                  <a:pt x="18730095" y="2938645"/>
                </a:cubicBezTo>
                <a:cubicBezTo>
                  <a:pt x="18717799" y="2956549"/>
                  <a:pt x="18693203" y="2956549"/>
                  <a:pt x="18693203" y="2919688"/>
                </a:cubicBezTo>
                <a:close/>
                <a:moveTo>
                  <a:pt x="17767927" y="2919688"/>
                </a:moveTo>
                <a:cubicBezTo>
                  <a:pt x="17767927" y="2956549"/>
                  <a:pt x="17749483" y="2951284"/>
                  <a:pt x="17731035" y="2951284"/>
                </a:cubicBezTo>
                <a:cubicBezTo>
                  <a:pt x="17731035" y="2919688"/>
                  <a:pt x="17755631" y="2919688"/>
                  <a:pt x="17767927" y="2919688"/>
                </a:cubicBezTo>
                <a:close/>
                <a:moveTo>
                  <a:pt x="14564890" y="2919688"/>
                </a:moveTo>
                <a:cubicBezTo>
                  <a:pt x="14583336" y="2919688"/>
                  <a:pt x="14601782" y="2919688"/>
                  <a:pt x="14601782" y="2951284"/>
                </a:cubicBezTo>
                <a:cubicBezTo>
                  <a:pt x="14583336" y="2951284"/>
                  <a:pt x="14564890" y="2956550"/>
                  <a:pt x="14564890" y="2919688"/>
                </a:cubicBezTo>
                <a:close/>
                <a:moveTo>
                  <a:pt x="15973320" y="2893469"/>
                </a:moveTo>
                <a:cubicBezTo>
                  <a:pt x="15985762" y="2894683"/>
                  <a:pt x="15999980" y="2932345"/>
                  <a:pt x="15999980" y="2951785"/>
                </a:cubicBezTo>
                <a:cubicBezTo>
                  <a:pt x="15993660" y="2951785"/>
                  <a:pt x="15944156" y="2932345"/>
                  <a:pt x="15962062" y="2906428"/>
                </a:cubicBezTo>
                <a:cubicBezTo>
                  <a:pt x="15965222" y="2896708"/>
                  <a:pt x="15969172" y="2893064"/>
                  <a:pt x="15973320" y="2893469"/>
                </a:cubicBezTo>
                <a:close/>
                <a:moveTo>
                  <a:pt x="17529023" y="2891759"/>
                </a:moveTo>
                <a:cubicBezTo>
                  <a:pt x="17537475" y="2894065"/>
                  <a:pt x="17545163" y="2903288"/>
                  <a:pt x="17545163" y="2918658"/>
                </a:cubicBezTo>
                <a:cubicBezTo>
                  <a:pt x="17532863" y="2918658"/>
                  <a:pt x="17520567" y="2912511"/>
                  <a:pt x="17508271" y="2906362"/>
                </a:cubicBezTo>
                <a:cubicBezTo>
                  <a:pt x="17511343" y="2894065"/>
                  <a:pt x="17520567" y="2889453"/>
                  <a:pt x="17529023" y="2891759"/>
                </a:cubicBezTo>
                <a:close/>
                <a:moveTo>
                  <a:pt x="15059170" y="2888758"/>
                </a:moveTo>
                <a:cubicBezTo>
                  <a:pt x="15065278" y="2889267"/>
                  <a:pt x="15071094" y="2890082"/>
                  <a:pt x="15075748" y="2890082"/>
                </a:cubicBezTo>
                <a:cubicBezTo>
                  <a:pt x="15075748" y="2942299"/>
                  <a:pt x="15038520" y="2922718"/>
                  <a:pt x="15019906" y="2922718"/>
                </a:cubicBezTo>
                <a:cubicBezTo>
                  <a:pt x="15019906" y="2888452"/>
                  <a:pt x="15040846" y="2887228"/>
                  <a:pt x="15059170" y="2888758"/>
                </a:cubicBezTo>
                <a:close/>
                <a:moveTo>
                  <a:pt x="13732545" y="2888327"/>
                </a:moveTo>
                <a:cubicBezTo>
                  <a:pt x="13719649" y="2894774"/>
                  <a:pt x="13719649" y="2894774"/>
                  <a:pt x="13732545" y="2920566"/>
                </a:cubicBezTo>
                <a:cubicBezTo>
                  <a:pt x="13732545" y="2907666"/>
                  <a:pt x="13732545" y="2901221"/>
                  <a:pt x="13732545" y="2888327"/>
                </a:cubicBezTo>
                <a:close/>
                <a:moveTo>
                  <a:pt x="13675585" y="2888327"/>
                </a:moveTo>
                <a:lnTo>
                  <a:pt x="13680782" y="2891501"/>
                </a:lnTo>
                <a:lnTo>
                  <a:pt x="13676487" y="2893083"/>
                </a:lnTo>
                <a:close/>
                <a:moveTo>
                  <a:pt x="14787662" y="2886509"/>
                </a:moveTo>
                <a:cubicBezTo>
                  <a:pt x="14808137" y="2886509"/>
                  <a:pt x="14814962" y="2899355"/>
                  <a:pt x="14814962" y="2918618"/>
                </a:cubicBezTo>
                <a:cubicBezTo>
                  <a:pt x="14794487" y="2918618"/>
                  <a:pt x="14787662" y="2912196"/>
                  <a:pt x="14787662" y="2886509"/>
                </a:cubicBezTo>
                <a:close/>
                <a:moveTo>
                  <a:pt x="18905495" y="2886509"/>
                </a:moveTo>
                <a:cubicBezTo>
                  <a:pt x="18905495" y="2905773"/>
                  <a:pt x="18899507" y="2918616"/>
                  <a:pt x="18887531" y="2918616"/>
                </a:cubicBezTo>
                <a:cubicBezTo>
                  <a:pt x="18887531" y="2899352"/>
                  <a:pt x="18887531" y="2886509"/>
                  <a:pt x="18905495" y="2886509"/>
                </a:cubicBezTo>
                <a:close/>
                <a:moveTo>
                  <a:pt x="15824664" y="2886509"/>
                </a:moveTo>
                <a:cubicBezTo>
                  <a:pt x="15824664" y="2912196"/>
                  <a:pt x="15818676" y="2918617"/>
                  <a:pt x="15806702" y="2918617"/>
                </a:cubicBezTo>
                <a:cubicBezTo>
                  <a:pt x="15806702" y="2899352"/>
                  <a:pt x="15812690" y="2886509"/>
                  <a:pt x="15824664" y="2886509"/>
                </a:cubicBezTo>
                <a:close/>
                <a:moveTo>
                  <a:pt x="20540611" y="2886508"/>
                </a:moveTo>
                <a:cubicBezTo>
                  <a:pt x="20540611" y="2905773"/>
                  <a:pt x="20540611" y="2918616"/>
                  <a:pt x="20527483" y="2918616"/>
                </a:cubicBezTo>
                <a:cubicBezTo>
                  <a:pt x="20527483" y="2899352"/>
                  <a:pt x="20527483" y="2886508"/>
                  <a:pt x="20540611" y="2886508"/>
                </a:cubicBezTo>
                <a:close/>
                <a:moveTo>
                  <a:pt x="19773867" y="2886508"/>
                </a:moveTo>
                <a:cubicBezTo>
                  <a:pt x="19786163" y="2892929"/>
                  <a:pt x="19798459" y="2899352"/>
                  <a:pt x="19810759" y="2905773"/>
                </a:cubicBezTo>
                <a:cubicBezTo>
                  <a:pt x="19804607" y="2912195"/>
                  <a:pt x="19804607" y="2918616"/>
                  <a:pt x="19798459" y="2918616"/>
                </a:cubicBezTo>
                <a:cubicBezTo>
                  <a:pt x="19786163" y="2918616"/>
                  <a:pt x="19773867" y="2918616"/>
                  <a:pt x="19773867" y="2886508"/>
                </a:cubicBezTo>
                <a:close/>
                <a:moveTo>
                  <a:pt x="15322112" y="2886507"/>
                </a:moveTo>
                <a:cubicBezTo>
                  <a:pt x="15322112" y="2906088"/>
                  <a:pt x="15322112" y="2919143"/>
                  <a:pt x="15322112" y="2938724"/>
                </a:cubicBezTo>
                <a:cubicBezTo>
                  <a:pt x="15315288" y="2938724"/>
                  <a:pt x="15315288" y="2945251"/>
                  <a:pt x="15308462" y="2951777"/>
                </a:cubicBezTo>
                <a:cubicBezTo>
                  <a:pt x="15301638" y="2932196"/>
                  <a:pt x="15294814" y="2886507"/>
                  <a:pt x="15322112" y="2886507"/>
                </a:cubicBezTo>
                <a:close/>
                <a:moveTo>
                  <a:pt x="18636327" y="2886505"/>
                </a:moveTo>
                <a:cubicBezTo>
                  <a:pt x="18654771" y="2886505"/>
                  <a:pt x="18673219" y="2886505"/>
                  <a:pt x="18673219" y="2917249"/>
                </a:cubicBezTo>
                <a:cubicBezTo>
                  <a:pt x="18660919" y="2917249"/>
                  <a:pt x="18636327" y="2923397"/>
                  <a:pt x="18636327" y="2886505"/>
                </a:cubicBezTo>
                <a:close/>
                <a:moveTo>
                  <a:pt x="16195902" y="2880282"/>
                </a:moveTo>
                <a:cubicBezTo>
                  <a:pt x="16250164" y="2886567"/>
                  <a:pt x="16304896" y="2910186"/>
                  <a:pt x="16355874" y="2931780"/>
                </a:cubicBezTo>
                <a:cubicBezTo>
                  <a:pt x="16445422" y="2970173"/>
                  <a:pt x="16536050" y="3013897"/>
                  <a:pt x="16625598" y="3045891"/>
                </a:cubicBezTo>
                <a:cubicBezTo>
                  <a:pt x="16619124" y="3065080"/>
                  <a:pt x="16612652" y="3097079"/>
                  <a:pt x="16599704" y="3097079"/>
                </a:cubicBezTo>
                <a:cubicBezTo>
                  <a:pt x="16580284" y="3103477"/>
                  <a:pt x="16561944" y="3103477"/>
                  <a:pt x="16542524" y="3103477"/>
                </a:cubicBezTo>
                <a:cubicBezTo>
                  <a:pt x="16503684" y="3103477"/>
                  <a:pt x="16464844" y="3097079"/>
                  <a:pt x="16426002" y="3077884"/>
                </a:cubicBezTo>
                <a:cubicBezTo>
                  <a:pt x="16406582" y="3065080"/>
                  <a:pt x="16393636" y="3045891"/>
                  <a:pt x="16380690" y="3026695"/>
                </a:cubicBezTo>
                <a:cubicBezTo>
                  <a:pt x="16355874" y="3026695"/>
                  <a:pt x="16336454" y="3026695"/>
                  <a:pt x="16317034" y="3026695"/>
                </a:cubicBezTo>
                <a:cubicBezTo>
                  <a:pt x="16271722" y="3026695"/>
                  <a:pt x="16232882" y="3020296"/>
                  <a:pt x="16187568" y="3001100"/>
                </a:cubicBezTo>
                <a:cubicBezTo>
                  <a:pt x="16187568" y="2988303"/>
                  <a:pt x="16194040" y="2981904"/>
                  <a:pt x="16200514" y="2981904"/>
                </a:cubicBezTo>
                <a:cubicBezTo>
                  <a:pt x="16174620" y="2962709"/>
                  <a:pt x="16156280" y="2981904"/>
                  <a:pt x="16130386" y="2970173"/>
                </a:cubicBezTo>
                <a:cubicBezTo>
                  <a:pt x="16110966" y="2956310"/>
                  <a:pt x="16091546" y="2931780"/>
                  <a:pt x="16072126" y="2906187"/>
                </a:cubicBezTo>
                <a:cubicBezTo>
                  <a:pt x="16094782" y="2891791"/>
                  <a:pt x="16118182" y="2883792"/>
                  <a:pt x="16141950" y="2880492"/>
                </a:cubicBezTo>
                <a:cubicBezTo>
                  <a:pt x="16159778" y="2878019"/>
                  <a:pt x="16177814" y="2878188"/>
                  <a:pt x="16195902" y="2880282"/>
                </a:cubicBezTo>
                <a:close/>
                <a:moveTo>
                  <a:pt x="19605003" y="2872561"/>
                </a:moveTo>
                <a:cubicBezTo>
                  <a:pt x="19619331" y="2875021"/>
                  <a:pt x="19636839" y="2886506"/>
                  <a:pt x="19649571" y="2889788"/>
                </a:cubicBezTo>
                <a:cubicBezTo>
                  <a:pt x="19635247" y="2899633"/>
                  <a:pt x="19613759" y="2924241"/>
                  <a:pt x="19595851" y="2922088"/>
                </a:cubicBezTo>
                <a:lnTo>
                  <a:pt x="19592455" y="2919462"/>
                </a:lnTo>
                <a:lnTo>
                  <a:pt x="19583775" y="2929354"/>
                </a:lnTo>
                <a:cubicBezTo>
                  <a:pt x="19580783" y="2929354"/>
                  <a:pt x="19577787" y="2925941"/>
                  <a:pt x="19574795" y="2919115"/>
                </a:cubicBezTo>
                <a:cubicBezTo>
                  <a:pt x="19576291" y="2915703"/>
                  <a:pt x="19577787" y="2913571"/>
                  <a:pt x="19579283" y="2912398"/>
                </a:cubicBezTo>
                <a:lnTo>
                  <a:pt x="19582447" y="2911723"/>
                </a:lnTo>
                <a:lnTo>
                  <a:pt x="19579539" y="2909476"/>
                </a:lnTo>
                <a:cubicBezTo>
                  <a:pt x="19579539" y="2876662"/>
                  <a:pt x="19590679" y="2870099"/>
                  <a:pt x="19605003" y="2872561"/>
                </a:cubicBezTo>
                <a:close/>
                <a:moveTo>
                  <a:pt x="15218912" y="2867551"/>
                </a:moveTo>
                <a:cubicBezTo>
                  <a:pt x="15238778" y="2874031"/>
                  <a:pt x="15252024" y="2880511"/>
                  <a:pt x="15265268" y="2886990"/>
                </a:cubicBezTo>
                <a:cubicBezTo>
                  <a:pt x="15258646" y="2912908"/>
                  <a:pt x="15258646" y="2932345"/>
                  <a:pt x="15252024" y="2951785"/>
                </a:cubicBezTo>
                <a:cubicBezTo>
                  <a:pt x="15232156" y="2932345"/>
                  <a:pt x="15212288" y="2932345"/>
                  <a:pt x="15185798" y="2938827"/>
                </a:cubicBezTo>
                <a:cubicBezTo>
                  <a:pt x="15199044" y="2912908"/>
                  <a:pt x="15205666" y="2886990"/>
                  <a:pt x="15218912" y="2867551"/>
                </a:cubicBezTo>
                <a:close/>
                <a:moveTo>
                  <a:pt x="18602123" y="2864682"/>
                </a:moveTo>
                <a:cubicBezTo>
                  <a:pt x="18602123" y="2904360"/>
                  <a:pt x="18577527" y="2891134"/>
                  <a:pt x="18565231" y="2891134"/>
                </a:cubicBezTo>
                <a:cubicBezTo>
                  <a:pt x="18565231" y="2858067"/>
                  <a:pt x="18583675" y="2864682"/>
                  <a:pt x="18602123" y="2864682"/>
                </a:cubicBezTo>
                <a:close/>
                <a:moveTo>
                  <a:pt x="14076700" y="2864216"/>
                </a:moveTo>
                <a:cubicBezTo>
                  <a:pt x="14089339" y="2864216"/>
                  <a:pt x="14113564" y="2858067"/>
                  <a:pt x="14113564" y="2888811"/>
                </a:cubicBezTo>
                <a:cubicBezTo>
                  <a:pt x="14094605" y="2888811"/>
                  <a:pt x="14076700" y="2894959"/>
                  <a:pt x="14076700" y="2864216"/>
                </a:cubicBezTo>
                <a:close/>
                <a:moveTo>
                  <a:pt x="13578001" y="2864216"/>
                </a:moveTo>
                <a:cubicBezTo>
                  <a:pt x="13578001" y="2894959"/>
                  <a:pt x="13559555" y="2888811"/>
                  <a:pt x="13541109" y="2888811"/>
                </a:cubicBezTo>
                <a:cubicBezTo>
                  <a:pt x="13541109" y="2858068"/>
                  <a:pt x="13565704" y="2864216"/>
                  <a:pt x="13578001" y="2864216"/>
                </a:cubicBezTo>
                <a:close/>
                <a:moveTo>
                  <a:pt x="16056876" y="2862810"/>
                </a:moveTo>
                <a:cubicBezTo>
                  <a:pt x="16056876" y="2882392"/>
                  <a:pt x="16056876" y="2921552"/>
                  <a:pt x="16044468" y="2921552"/>
                </a:cubicBezTo>
                <a:cubicBezTo>
                  <a:pt x="16025852" y="2928080"/>
                  <a:pt x="16007238" y="2908499"/>
                  <a:pt x="16001034" y="2882392"/>
                </a:cubicBezTo>
                <a:cubicBezTo>
                  <a:pt x="16019648" y="2869337"/>
                  <a:pt x="16038262" y="2869337"/>
                  <a:pt x="16056876" y="2862810"/>
                </a:cubicBezTo>
                <a:close/>
                <a:moveTo>
                  <a:pt x="17451391" y="2862808"/>
                </a:moveTo>
                <a:cubicBezTo>
                  <a:pt x="17470007" y="2869421"/>
                  <a:pt x="17488623" y="2876034"/>
                  <a:pt x="17507235" y="2876034"/>
                </a:cubicBezTo>
                <a:cubicBezTo>
                  <a:pt x="17494827" y="2902488"/>
                  <a:pt x="17451391" y="2909102"/>
                  <a:pt x="17451391" y="2862808"/>
                </a:cubicBezTo>
                <a:close/>
                <a:moveTo>
                  <a:pt x="15697688" y="2862808"/>
                </a:moveTo>
                <a:cubicBezTo>
                  <a:pt x="15703676" y="2862808"/>
                  <a:pt x="15715650" y="2869632"/>
                  <a:pt x="15715650" y="2890107"/>
                </a:cubicBezTo>
                <a:cubicBezTo>
                  <a:pt x="15703676" y="2890107"/>
                  <a:pt x="15697688" y="2883283"/>
                  <a:pt x="15697688" y="2862808"/>
                </a:cubicBezTo>
                <a:close/>
                <a:moveTo>
                  <a:pt x="11828129" y="2862535"/>
                </a:moveTo>
                <a:cubicBezTo>
                  <a:pt x="11828129" y="2881878"/>
                  <a:pt x="11833502" y="2888327"/>
                  <a:pt x="11846399" y="2888327"/>
                </a:cubicBezTo>
                <a:cubicBezTo>
                  <a:pt x="11846399" y="2868983"/>
                  <a:pt x="11833502" y="2862535"/>
                  <a:pt x="11828129" y="2862535"/>
                </a:cubicBezTo>
                <a:close/>
                <a:moveTo>
                  <a:pt x="19230975" y="2859636"/>
                </a:moveTo>
                <a:cubicBezTo>
                  <a:pt x="19253587" y="2860233"/>
                  <a:pt x="19279519" y="2894851"/>
                  <a:pt x="19298819" y="2904400"/>
                </a:cubicBezTo>
                <a:cubicBezTo>
                  <a:pt x="19266655" y="2904400"/>
                  <a:pt x="19235563" y="2898034"/>
                  <a:pt x="19209835" y="2872568"/>
                </a:cubicBezTo>
                <a:cubicBezTo>
                  <a:pt x="19216267" y="2863018"/>
                  <a:pt x="19223435" y="2859439"/>
                  <a:pt x="19230975" y="2859636"/>
                </a:cubicBezTo>
                <a:close/>
                <a:moveTo>
                  <a:pt x="15155756" y="2857099"/>
                </a:moveTo>
                <a:cubicBezTo>
                  <a:pt x="15167976" y="2855443"/>
                  <a:pt x="15179382" y="2857099"/>
                  <a:pt x="15185898" y="2870343"/>
                </a:cubicBezTo>
                <a:cubicBezTo>
                  <a:pt x="15198932" y="2896833"/>
                  <a:pt x="15185898" y="2923322"/>
                  <a:pt x="15166346" y="2916699"/>
                </a:cubicBezTo>
                <a:cubicBezTo>
                  <a:pt x="15140278" y="2916699"/>
                  <a:pt x="15120726" y="2916699"/>
                  <a:pt x="15095742" y="2923322"/>
                </a:cubicBezTo>
                <a:cubicBezTo>
                  <a:pt x="15095742" y="2890210"/>
                  <a:pt x="15095742" y="2863721"/>
                  <a:pt x="15120726" y="2863721"/>
                </a:cubicBezTo>
                <a:cubicBezTo>
                  <a:pt x="15130502" y="2863721"/>
                  <a:pt x="15143536" y="2858754"/>
                  <a:pt x="15155756" y="2857099"/>
                </a:cubicBezTo>
                <a:close/>
                <a:moveTo>
                  <a:pt x="14905535" y="2855416"/>
                </a:moveTo>
                <a:cubicBezTo>
                  <a:pt x="14914225" y="2852003"/>
                  <a:pt x="14923729" y="2852003"/>
                  <a:pt x="14933504" y="2855416"/>
                </a:cubicBezTo>
                <a:cubicBezTo>
                  <a:pt x="14913953" y="2862239"/>
                  <a:pt x="14895488" y="2869065"/>
                  <a:pt x="14882454" y="2875890"/>
                </a:cubicBezTo>
                <a:cubicBezTo>
                  <a:pt x="14888971" y="2865652"/>
                  <a:pt x="14896846" y="2858827"/>
                  <a:pt x="14905535" y="2855416"/>
                </a:cubicBezTo>
                <a:close/>
                <a:moveTo>
                  <a:pt x="13028326" y="2853810"/>
                </a:moveTo>
                <a:cubicBezTo>
                  <a:pt x="13045709" y="2853810"/>
                  <a:pt x="13065577" y="2860290"/>
                  <a:pt x="13075510" y="2860290"/>
                </a:cubicBezTo>
                <a:cubicBezTo>
                  <a:pt x="13075510" y="2918606"/>
                  <a:pt x="13015908" y="2886208"/>
                  <a:pt x="12996041" y="2886208"/>
                </a:cubicBezTo>
                <a:cubicBezTo>
                  <a:pt x="12996041" y="2860290"/>
                  <a:pt x="13010942" y="2853810"/>
                  <a:pt x="13028326" y="2853810"/>
                </a:cubicBezTo>
                <a:close/>
                <a:moveTo>
                  <a:pt x="15960480" y="2843852"/>
                </a:moveTo>
                <a:cubicBezTo>
                  <a:pt x="15960480" y="2850677"/>
                  <a:pt x="15966800" y="2857501"/>
                  <a:pt x="15966800" y="2864325"/>
                </a:cubicBezTo>
                <a:cubicBezTo>
                  <a:pt x="15960480" y="2871149"/>
                  <a:pt x="15948894" y="2864325"/>
                  <a:pt x="15960480" y="2843852"/>
                </a:cubicBezTo>
                <a:close/>
                <a:moveTo>
                  <a:pt x="17972311" y="2843851"/>
                </a:moveTo>
                <a:cubicBezTo>
                  <a:pt x="18003947" y="2843851"/>
                  <a:pt x="18043219" y="2875449"/>
                  <a:pt x="18075947" y="2888087"/>
                </a:cubicBezTo>
                <a:cubicBezTo>
                  <a:pt x="18075947" y="2956551"/>
                  <a:pt x="17991947" y="2919688"/>
                  <a:pt x="17965767" y="2907045"/>
                </a:cubicBezTo>
                <a:cubicBezTo>
                  <a:pt x="17939587" y="2894407"/>
                  <a:pt x="17939587" y="2843851"/>
                  <a:pt x="17972311" y="2843851"/>
                </a:cubicBezTo>
                <a:close/>
                <a:moveTo>
                  <a:pt x="19208739" y="2843848"/>
                </a:moveTo>
                <a:cubicBezTo>
                  <a:pt x="19202179" y="2849834"/>
                  <a:pt x="19202179" y="2855822"/>
                  <a:pt x="19195615" y="2861809"/>
                </a:cubicBezTo>
                <a:cubicBezTo>
                  <a:pt x="19195615" y="2843848"/>
                  <a:pt x="19195615" y="2843848"/>
                  <a:pt x="19208739" y="2843848"/>
                </a:cubicBezTo>
                <a:close/>
                <a:moveTo>
                  <a:pt x="12033401" y="2830301"/>
                </a:moveTo>
                <a:cubicBezTo>
                  <a:pt x="12033401" y="2849642"/>
                  <a:pt x="12038775" y="2862535"/>
                  <a:pt x="12051672" y="2862535"/>
                </a:cubicBezTo>
                <a:cubicBezTo>
                  <a:pt x="12051672" y="2843195"/>
                  <a:pt x="12046298" y="2830301"/>
                  <a:pt x="12033401" y="2830301"/>
                </a:cubicBezTo>
                <a:close/>
                <a:moveTo>
                  <a:pt x="17110131" y="2829636"/>
                </a:moveTo>
                <a:cubicBezTo>
                  <a:pt x="17142447" y="2835991"/>
                  <a:pt x="17168303" y="2829636"/>
                  <a:pt x="17193079" y="2842347"/>
                </a:cubicBezTo>
                <a:cubicBezTo>
                  <a:pt x="17251247" y="2867773"/>
                  <a:pt x="17161839" y="2912272"/>
                  <a:pt x="17148911" y="2918627"/>
                </a:cubicBezTo>
                <a:cubicBezTo>
                  <a:pt x="17135987" y="2893201"/>
                  <a:pt x="17123059" y="2861418"/>
                  <a:pt x="17110131" y="2829636"/>
                </a:cubicBezTo>
                <a:close/>
                <a:moveTo>
                  <a:pt x="19711247" y="2829631"/>
                </a:moveTo>
                <a:cubicBezTo>
                  <a:pt x="19711247" y="2848893"/>
                  <a:pt x="19705259" y="2861738"/>
                  <a:pt x="19693287" y="2861738"/>
                </a:cubicBezTo>
                <a:cubicBezTo>
                  <a:pt x="19693287" y="2842473"/>
                  <a:pt x="19699275" y="2829631"/>
                  <a:pt x="19711247" y="2829631"/>
                </a:cubicBezTo>
                <a:close/>
                <a:moveTo>
                  <a:pt x="20488539" y="2829626"/>
                </a:moveTo>
                <a:cubicBezTo>
                  <a:pt x="20488539" y="2866517"/>
                  <a:pt x="20463943" y="2860369"/>
                  <a:pt x="20451647" y="2860369"/>
                </a:cubicBezTo>
                <a:cubicBezTo>
                  <a:pt x="20451647" y="2829626"/>
                  <a:pt x="20470091" y="2829626"/>
                  <a:pt x="20488539" y="2829626"/>
                </a:cubicBezTo>
                <a:close/>
                <a:moveTo>
                  <a:pt x="10620404" y="2827080"/>
                </a:moveTo>
                <a:cubicBezTo>
                  <a:pt x="10609925" y="2828694"/>
                  <a:pt x="10601865" y="2836747"/>
                  <a:pt x="10601865" y="2862535"/>
                </a:cubicBezTo>
                <a:cubicBezTo>
                  <a:pt x="10621210" y="2862535"/>
                  <a:pt x="10653451" y="2881878"/>
                  <a:pt x="10653451" y="2830301"/>
                </a:cubicBezTo>
                <a:cubicBezTo>
                  <a:pt x="10643779" y="2830301"/>
                  <a:pt x="10630882" y="2825468"/>
                  <a:pt x="10620404" y="2827080"/>
                </a:cubicBezTo>
                <a:close/>
                <a:moveTo>
                  <a:pt x="17386475" y="2825331"/>
                </a:moveTo>
                <a:cubicBezTo>
                  <a:pt x="17395919" y="2825331"/>
                  <a:pt x="17405495" y="2828639"/>
                  <a:pt x="17412411" y="2828639"/>
                </a:cubicBezTo>
                <a:cubicBezTo>
                  <a:pt x="17412411" y="2841864"/>
                  <a:pt x="17412411" y="2848477"/>
                  <a:pt x="17412411" y="2861705"/>
                </a:cubicBezTo>
                <a:cubicBezTo>
                  <a:pt x="17398579" y="2855091"/>
                  <a:pt x="17380491" y="2848477"/>
                  <a:pt x="17361339" y="2841864"/>
                </a:cubicBezTo>
                <a:cubicBezTo>
                  <a:pt x="17367723" y="2828640"/>
                  <a:pt x="17377031" y="2825331"/>
                  <a:pt x="17386475" y="2825331"/>
                </a:cubicBezTo>
                <a:close/>
                <a:moveTo>
                  <a:pt x="11956021" y="2822248"/>
                </a:moveTo>
                <a:cubicBezTo>
                  <a:pt x="11935064" y="2822248"/>
                  <a:pt x="11910883" y="2830301"/>
                  <a:pt x="11897986" y="2830301"/>
                </a:cubicBezTo>
                <a:cubicBezTo>
                  <a:pt x="11897986" y="2901221"/>
                  <a:pt x="11968918" y="2862535"/>
                  <a:pt x="11994711" y="2862535"/>
                </a:cubicBezTo>
                <a:cubicBezTo>
                  <a:pt x="11994711" y="2830301"/>
                  <a:pt x="11976978" y="2822248"/>
                  <a:pt x="11956021" y="2822248"/>
                </a:cubicBezTo>
                <a:close/>
                <a:moveTo>
                  <a:pt x="15870978" y="2820033"/>
                </a:moveTo>
                <a:cubicBezTo>
                  <a:pt x="15903458" y="2821572"/>
                  <a:pt x="15938522" y="2835103"/>
                  <a:pt x="15962034" y="2874477"/>
                </a:cubicBezTo>
                <a:cubicBezTo>
                  <a:pt x="15943388" y="2904009"/>
                  <a:pt x="15916836" y="2867094"/>
                  <a:pt x="15915670" y="2877247"/>
                </a:cubicBezTo>
                <a:lnTo>
                  <a:pt x="15917266" y="2886254"/>
                </a:lnTo>
                <a:lnTo>
                  <a:pt x="15922280" y="2883449"/>
                </a:lnTo>
                <a:cubicBezTo>
                  <a:pt x="15927202" y="2878633"/>
                  <a:pt x="15924742" y="2895490"/>
                  <a:pt x="15923202" y="2904219"/>
                </a:cubicBezTo>
                <a:lnTo>
                  <a:pt x="15923194" y="2904270"/>
                </a:lnTo>
                <a:lnTo>
                  <a:pt x="15924200" y="2907288"/>
                </a:lnTo>
                <a:lnTo>
                  <a:pt x="15922796" y="2906383"/>
                </a:lnTo>
                <a:lnTo>
                  <a:pt x="15922280" y="2909137"/>
                </a:lnTo>
                <a:lnTo>
                  <a:pt x="15920932" y="2905181"/>
                </a:lnTo>
                <a:lnTo>
                  <a:pt x="15877176" y="2876938"/>
                </a:lnTo>
                <a:cubicBezTo>
                  <a:pt x="15862584" y="2862992"/>
                  <a:pt x="15849612" y="2844946"/>
                  <a:pt x="15839882" y="2821983"/>
                </a:cubicBezTo>
                <a:cubicBezTo>
                  <a:pt x="15849610" y="2820341"/>
                  <a:pt x="15860150" y="2819526"/>
                  <a:pt x="15870978" y="2820033"/>
                </a:cubicBezTo>
                <a:close/>
                <a:moveTo>
                  <a:pt x="17348759" y="2811050"/>
                </a:moveTo>
                <a:cubicBezTo>
                  <a:pt x="17350399" y="2809329"/>
                  <a:pt x="17353679" y="2812769"/>
                  <a:pt x="17360243" y="2819586"/>
                </a:cubicBezTo>
                <a:cubicBezTo>
                  <a:pt x="17353679" y="2826408"/>
                  <a:pt x="17347119" y="2826408"/>
                  <a:pt x="17347119" y="2833234"/>
                </a:cubicBezTo>
                <a:cubicBezTo>
                  <a:pt x="17347119" y="2819585"/>
                  <a:pt x="17347119" y="2812769"/>
                  <a:pt x="17348759" y="2811050"/>
                </a:cubicBezTo>
                <a:close/>
                <a:moveTo>
                  <a:pt x="14763053" y="2801454"/>
                </a:moveTo>
                <a:cubicBezTo>
                  <a:pt x="14792430" y="2800636"/>
                  <a:pt x="14821142" y="2808831"/>
                  <a:pt x="14843473" y="2844944"/>
                </a:cubicBezTo>
                <a:cubicBezTo>
                  <a:pt x="14817951" y="2851506"/>
                  <a:pt x="14786049" y="2871193"/>
                  <a:pt x="14754147" y="2858068"/>
                </a:cubicBezTo>
                <a:cubicBezTo>
                  <a:pt x="14728625" y="2844944"/>
                  <a:pt x="14704167" y="2825255"/>
                  <a:pt x="14678645" y="2812121"/>
                </a:cubicBezTo>
                <a:cubicBezTo>
                  <a:pt x="14703635" y="2812121"/>
                  <a:pt x="14733676" y="2802277"/>
                  <a:pt x="14763053" y="2801454"/>
                </a:cubicBezTo>
                <a:close/>
                <a:moveTo>
                  <a:pt x="10692142" y="2798035"/>
                </a:moveTo>
                <a:cubicBezTo>
                  <a:pt x="10679245" y="2798035"/>
                  <a:pt x="10672797" y="2810946"/>
                  <a:pt x="10672797" y="2830301"/>
                </a:cubicBezTo>
                <a:cubicBezTo>
                  <a:pt x="10685693" y="2830301"/>
                  <a:pt x="10692142" y="2817421"/>
                  <a:pt x="10692142" y="2798035"/>
                </a:cubicBezTo>
                <a:close/>
                <a:moveTo>
                  <a:pt x="17052179" y="2796444"/>
                </a:moveTo>
                <a:cubicBezTo>
                  <a:pt x="17052179" y="2815563"/>
                  <a:pt x="17052179" y="2841018"/>
                  <a:pt x="17052179" y="2860116"/>
                </a:cubicBezTo>
                <a:cubicBezTo>
                  <a:pt x="17039251" y="2860116"/>
                  <a:pt x="17019863" y="2866482"/>
                  <a:pt x="17001547" y="2853749"/>
                </a:cubicBezTo>
                <a:cubicBezTo>
                  <a:pt x="16982159" y="2841018"/>
                  <a:pt x="17052179" y="2796444"/>
                  <a:pt x="17052179" y="2796444"/>
                </a:cubicBezTo>
                <a:close/>
                <a:moveTo>
                  <a:pt x="19654371" y="2796442"/>
                </a:moveTo>
                <a:cubicBezTo>
                  <a:pt x="19654371" y="2815725"/>
                  <a:pt x="19648383" y="2828557"/>
                  <a:pt x="19636407" y="2828557"/>
                </a:cubicBezTo>
                <a:cubicBezTo>
                  <a:pt x="19636407" y="2809275"/>
                  <a:pt x="19642395" y="2796442"/>
                  <a:pt x="19654371" y="2796442"/>
                </a:cubicBezTo>
                <a:close/>
                <a:moveTo>
                  <a:pt x="19228795" y="2796442"/>
                </a:moveTo>
                <a:cubicBezTo>
                  <a:pt x="19241923" y="2796442"/>
                  <a:pt x="19241923" y="2809275"/>
                  <a:pt x="19241923" y="2828557"/>
                </a:cubicBezTo>
                <a:cubicBezTo>
                  <a:pt x="19228795" y="2828557"/>
                  <a:pt x="19228795" y="2815725"/>
                  <a:pt x="19228795" y="2796442"/>
                </a:cubicBezTo>
                <a:close/>
                <a:moveTo>
                  <a:pt x="17317611" y="2796442"/>
                </a:moveTo>
                <a:cubicBezTo>
                  <a:pt x="17317611" y="2833344"/>
                  <a:pt x="17298347" y="2827196"/>
                  <a:pt x="17285503" y="2827196"/>
                </a:cubicBezTo>
                <a:cubicBezTo>
                  <a:pt x="17285503" y="2796442"/>
                  <a:pt x="17304771" y="2796442"/>
                  <a:pt x="17317611" y="2796442"/>
                </a:cubicBezTo>
                <a:close/>
                <a:moveTo>
                  <a:pt x="15356430" y="2786970"/>
                </a:moveTo>
                <a:cubicBezTo>
                  <a:pt x="15427336" y="2786970"/>
                  <a:pt x="15504688" y="2806825"/>
                  <a:pt x="15580966" y="2806825"/>
                </a:cubicBezTo>
                <a:cubicBezTo>
                  <a:pt x="15606750" y="2806825"/>
                  <a:pt x="15677656" y="2800212"/>
                  <a:pt x="15677656" y="2866442"/>
                </a:cubicBezTo>
                <a:cubicBezTo>
                  <a:pt x="15638980" y="2866442"/>
                  <a:pt x="15600304" y="2866442"/>
                  <a:pt x="15561628" y="2866442"/>
                </a:cubicBezTo>
                <a:cubicBezTo>
                  <a:pt x="15491796" y="2839954"/>
                  <a:pt x="15427336" y="2813476"/>
                  <a:pt x="15356430" y="2786970"/>
                </a:cubicBezTo>
                <a:close/>
                <a:moveTo>
                  <a:pt x="16981959" y="2778778"/>
                </a:moveTo>
                <a:cubicBezTo>
                  <a:pt x="16987263" y="2779181"/>
                  <a:pt x="16991907" y="2782825"/>
                  <a:pt x="16994871" y="2790923"/>
                </a:cubicBezTo>
                <a:cubicBezTo>
                  <a:pt x="17014259" y="2842768"/>
                  <a:pt x="16957167" y="2829808"/>
                  <a:pt x="16944243" y="2829808"/>
                </a:cubicBezTo>
                <a:cubicBezTo>
                  <a:pt x="16944243" y="2805493"/>
                  <a:pt x="16966055" y="2777562"/>
                  <a:pt x="16981959" y="2778778"/>
                </a:cubicBezTo>
                <a:close/>
                <a:moveTo>
                  <a:pt x="19129259" y="2772745"/>
                </a:moveTo>
                <a:cubicBezTo>
                  <a:pt x="19141231" y="2772745"/>
                  <a:pt x="19147219" y="2779570"/>
                  <a:pt x="19147219" y="2800041"/>
                </a:cubicBezTo>
                <a:cubicBezTo>
                  <a:pt x="19135247" y="2800041"/>
                  <a:pt x="19129259" y="2793219"/>
                  <a:pt x="19129259" y="2772745"/>
                </a:cubicBezTo>
                <a:close/>
                <a:moveTo>
                  <a:pt x="17260751" y="2772744"/>
                </a:moveTo>
                <a:cubicBezTo>
                  <a:pt x="17260751" y="2791359"/>
                  <a:pt x="17260751" y="2809980"/>
                  <a:pt x="17260751" y="2828593"/>
                </a:cubicBezTo>
                <a:cubicBezTo>
                  <a:pt x="17248111" y="2828593"/>
                  <a:pt x="17235471" y="2828593"/>
                  <a:pt x="17222835" y="2828593"/>
                </a:cubicBezTo>
                <a:cubicBezTo>
                  <a:pt x="17216515" y="2816193"/>
                  <a:pt x="17210195" y="2803766"/>
                  <a:pt x="17204927" y="2791359"/>
                </a:cubicBezTo>
                <a:cubicBezTo>
                  <a:pt x="17222835" y="2778948"/>
                  <a:pt x="17241791" y="2772744"/>
                  <a:pt x="17260751" y="2772744"/>
                </a:cubicBezTo>
                <a:close/>
                <a:moveTo>
                  <a:pt x="15730866" y="2772744"/>
                </a:moveTo>
                <a:cubicBezTo>
                  <a:pt x="15761958" y="2778949"/>
                  <a:pt x="15787688" y="2791359"/>
                  <a:pt x="15819850" y="2797558"/>
                </a:cubicBezTo>
                <a:cubicBezTo>
                  <a:pt x="15787688" y="2803766"/>
                  <a:pt x="15761958" y="2816193"/>
                  <a:pt x="15730866" y="2828593"/>
                </a:cubicBezTo>
                <a:cubicBezTo>
                  <a:pt x="15730866" y="2809980"/>
                  <a:pt x="15730866" y="2791359"/>
                  <a:pt x="15730866" y="2772744"/>
                </a:cubicBezTo>
                <a:close/>
                <a:moveTo>
                  <a:pt x="19090347" y="2772744"/>
                </a:moveTo>
                <a:cubicBezTo>
                  <a:pt x="19090347" y="2797558"/>
                  <a:pt x="19090347" y="2828593"/>
                  <a:pt x="19072383" y="2828593"/>
                </a:cubicBezTo>
                <a:cubicBezTo>
                  <a:pt x="19072383" y="2803766"/>
                  <a:pt x="19072383" y="2772744"/>
                  <a:pt x="19090347" y="2772744"/>
                </a:cubicBezTo>
                <a:close/>
                <a:moveTo>
                  <a:pt x="19595243" y="2770102"/>
                </a:moveTo>
                <a:cubicBezTo>
                  <a:pt x="19604335" y="2768447"/>
                  <a:pt x="19615907" y="2771753"/>
                  <a:pt x="19625827" y="2771753"/>
                </a:cubicBezTo>
                <a:cubicBezTo>
                  <a:pt x="19625827" y="2804813"/>
                  <a:pt x="19599375" y="2798205"/>
                  <a:pt x="19579535" y="2798205"/>
                </a:cubicBezTo>
                <a:cubicBezTo>
                  <a:pt x="19579535" y="2778367"/>
                  <a:pt x="19586147" y="2771754"/>
                  <a:pt x="19595243" y="2770102"/>
                </a:cubicBezTo>
                <a:close/>
                <a:moveTo>
                  <a:pt x="17184943" y="2741601"/>
                </a:moveTo>
                <a:cubicBezTo>
                  <a:pt x="17184943" y="2781097"/>
                  <a:pt x="17166495" y="2774327"/>
                  <a:pt x="17148051" y="2774327"/>
                </a:cubicBezTo>
                <a:cubicBezTo>
                  <a:pt x="17148051" y="2734829"/>
                  <a:pt x="17172643" y="2741601"/>
                  <a:pt x="17184943" y="2741601"/>
                </a:cubicBezTo>
                <a:close/>
                <a:moveTo>
                  <a:pt x="15184802" y="2739568"/>
                </a:moveTo>
                <a:cubicBezTo>
                  <a:pt x="15184802" y="2758368"/>
                  <a:pt x="15178814" y="2771638"/>
                  <a:pt x="15166838" y="2771638"/>
                </a:cubicBezTo>
                <a:cubicBezTo>
                  <a:pt x="15166838" y="2746204"/>
                  <a:pt x="15172826" y="2739568"/>
                  <a:pt x="15184802" y="2739568"/>
                </a:cubicBezTo>
                <a:close/>
                <a:moveTo>
                  <a:pt x="17730039" y="2739568"/>
                </a:moveTo>
                <a:cubicBezTo>
                  <a:pt x="17730039" y="2758367"/>
                  <a:pt x="17724051" y="2771638"/>
                  <a:pt x="17712075" y="2771638"/>
                </a:cubicBezTo>
                <a:cubicBezTo>
                  <a:pt x="17712075" y="2746203"/>
                  <a:pt x="17718063" y="2739568"/>
                  <a:pt x="17730039" y="2739568"/>
                </a:cubicBezTo>
                <a:close/>
                <a:moveTo>
                  <a:pt x="12595215" y="2737736"/>
                </a:moveTo>
                <a:cubicBezTo>
                  <a:pt x="12583124" y="2736259"/>
                  <a:pt x="12568615" y="2741094"/>
                  <a:pt x="12558943" y="2741094"/>
                </a:cubicBezTo>
                <a:cubicBezTo>
                  <a:pt x="12558943" y="2785149"/>
                  <a:pt x="12597633" y="2772256"/>
                  <a:pt x="12616978" y="2772256"/>
                </a:cubicBezTo>
                <a:cubicBezTo>
                  <a:pt x="12616978" y="2747005"/>
                  <a:pt x="12607305" y="2739212"/>
                  <a:pt x="12595215" y="2737736"/>
                </a:cubicBezTo>
                <a:close/>
                <a:moveTo>
                  <a:pt x="19019643" y="2736633"/>
                </a:moveTo>
                <a:cubicBezTo>
                  <a:pt x="19030015" y="2735153"/>
                  <a:pt x="19042783" y="2739999"/>
                  <a:pt x="19052363" y="2739999"/>
                </a:cubicBezTo>
                <a:cubicBezTo>
                  <a:pt x="19052363" y="2790626"/>
                  <a:pt x="19020439" y="2771235"/>
                  <a:pt x="19001287" y="2771235"/>
                </a:cubicBezTo>
                <a:cubicBezTo>
                  <a:pt x="19001287" y="2745923"/>
                  <a:pt x="19009267" y="2738113"/>
                  <a:pt x="19019643" y="2736633"/>
                </a:cubicBezTo>
                <a:close/>
                <a:moveTo>
                  <a:pt x="19515075" y="2706584"/>
                </a:moveTo>
                <a:cubicBezTo>
                  <a:pt x="19525159" y="2709775"/>
                  <a:pt x="19536019" y="2719353"/>
                  <a:pt x="19545323" y="2725737"/>
                </a:cubicBezTo>
                <a:cubicBezTo>
                  <a:pt x="19539119" y="2725737"/>
                  <a:pt x="19539119" y="2732121"/>
                  <a:pt x="19532915" y="2738505"/>
                </a:cubicBezTo>
                <a:cubicBezTo>
                  <a:pt x="19520503" y="2732121"/>
                  <a:pt x="19501891" y="2725737"/>
                  <a:pt x="19489479" y="2725737"/>
                </a:cubicBezTo>
                <a:cubicBezTo>
                  <a:pt x="19495687" y="2706584"/>
                  <a:pt x="19504991" y="2703392"/>
                  <a:pt x="19515075" y="2706584"/>
                </a:cubicBezTo>
                <a:close/>
                <a:moveTo>
                  <a:pt x="17654107" y="2706391"/>
                </a:moveTo>
                <a:cubicBezTo>
                  <a:pt x="17654107" y="2725656"/>
                  <a:pt x="17654107" y="2738499"/>
                  <a:pt x="17640983" y="2738499"/>
                </a:cubicBezTo>
                <a:cubicBezTo>
                  <a:pt x="17640983" y="2719234"/>
                  <a:pt x="17640983" y="2706391"/>
                  <a:pt x="17654107" y="2706391"/>
                </a:cubicBezTo>
                <a:close/>
                <a:moveTo>
                  <a:pt x="19938755" y="2706391"/>
                </a:moveTo>
                <a:cubicBezTo>
                  <a:pt x="19938755" y="2725656"/>
                  <a:pt x="19932767" y="2738499"/>
                  <a:pt x="19920795" y="2738499"/>
                </a:cubicBezTo>
                <a:cubicBezTo>
                  <a:pt x="19920795" y="2712813"/>
                  <a:pt x="19926779" y="2706391"/>
                  <a:pt x="19938755" y="2706391"/>
                </a:cubicBezTo>
                <a:close/>
                <a:moveTo>
                  <a:pt x="20317935" y="2706391"/>
                </a:moveTo>
                <a:cubicBezTo>
                  <a:pt x="20317935" y="2725656"/>
                  <a:pt x="20311947" y="2738499"/>
                  <a:pt x="20299975" y="2738499"/>
                </a:cubicBezTo>
                <a:cubicBezTo>
                  <a:pt x="20299975" y="2719233"/>
                  <a:pt x="20305959" y="2706391"/>
                  <a:pt x="20317935" y="2706391"/>
                </a:cubicBezTo>
                <a:close/>
                <a:moveTo>
                  <a:pt x="15557604" y="2706390"/>
                </a:moveTo>
                <a:cubicBezTo>
                  <a:pt x="15582882" y="2719660"/>
                  <a:pt x="15639760" y="2706390"/>
                  <a:pt x="15639760" y="2771641"/>
                </a:cubicBezTo>
                <a:cubicBezTo>
                  <a:pt x="15601842" y="2771641"/>
                  <a:pt x="15563924" y="2771641"/>
                  <a:pt x="15527058" y="2771641"/>
                </a:cubicBezTo>
                <a:cubicBezTo>
                  <a:pt x="15532324" y="2746204"/>
                  <a:pt x="15546018" y="2726296"/>
                  <a:pt x="15557604" y="2706390"/>
                </a:cubicBezTo>
                <a:close/>
                <a:moveTo>
                  <a:pt x="17071415" y="2704216"/>
                </a:moveTo>
                <a:cubicBezTo>
                  <a:pt x="17085791" y="2702439"/>
                  <a:pt x="17099255" y="2709548"/>
                  <a:pt x="17109047" y="2709548"/>
                </a:cubicBezTo>
                <a:cubicBezTo>
                  <a:pt x="17109047" y="2752732"/>
                  <a:pt x="17076411" y="2759051"/>
                  <a:pt x="17050303" y="2771691"/>
                </a:cubicBezTo>
                <a:cubicBezTo>
                  <a:pt x="17050303" y="2752732"/>
                  <a:pt x="17043775" y="2722187"/>
                  <a:pt x="17056831" y="2709548"/>
                </a:cubicBezTo>
                <a:cubicBezTo>
                  <a:pt x="17061727" y="2706389"/>
                  <a:pt x="17066619" y="2704809"/>
                  <a:pt x="17071415" y="2704216"/>
                </a:cubicBezTo>
                <a:close/>
                <a:moveTo>
                  <a:pt x="19477719" y="2690421"/>
                </a:moveTo>
                <a:cubicBezTo>
                  <a:pt x="19478539" y="2688924"/>
                  <a:pt x="19481823" y="2690421"/>
                  <a:pt x="19488387" y="2693415"/>
                </a:cubicBezTo>
                <a:cubicBezTo>
                  <a:pt x="19481823" y="2693415"/>
                  <a:pt x="19481823" y="2699402"/>
                  <a:pt x="19481823" y="2705389"/>
                </a:cubicBezTo>
                <a:cubicBezTo>
                  <a:pt x="19478539" y="2696408"/>
                  <a:pt x="19476899" y="2691919"/>
                  <a:pt x="19477719" y="2690421"/>
                </a:cubicBezTo>
                <a:close/>
                <a:moveTo>
                  <a:pt x="12790010" y="2683064"/>
                </a:moveTo>
                <a:cubicBezTo>
                  <a:pt x="12738423" y="2695958"/>
                  <a:pt x="12686836" y="2708855"/>
                  <a:pt x="12636324" y="2721752"/>
                </a:cubicBezTo>
                <a:cubicBezTo>
                  <a:pt x="12649220" y="2734643"/>
                  <a:pt x="12662117" y="2752914"/>
                  <a:pt x="12673939" y="2772256"/>
                </a:cubicBezTo>
                <a:cubicBezTo>
                  <a:pt x="12686836" y="2766883"/>
                  <a:pt x="12699732" y="2759362"/>
                  <a:pt x="12719078" y="2759362"/>
                </a:cubicBezTo>
                <a:cubicBezTo>
                  <a:pt x="12744871" y="2752914"/>
                  <a:pt x="12777113" y="2747539"/>
                  <a:pt x="12809355" y="2741094"/>
                </a:cubicBezTo>
                <a:cubicBezTo>
                  <a:pt x="12802906" y="2721752"/>
                  <a:pt x="12796458" y="2702408"/>
                  <a:pt x="12790010" y="2683064"/>
                </a:cubicBezTo>
                <a:close/>
                <a:moveTo>
                  <a:pt x="15389606" y="2677952"/>
                </a:moveTo>
                <a:cubicBezTo>
                  <a:pt x="15402450" y="2691005"/>
                  <a:pt x="15408872" y="2697532"/>
                  <a:pt x="15421716" y="2710586"/>
                </a:cubicBezTo>
                <a:cubicBezTo>
                  <a:pt x="15408872" y="2717113"/>
                  <a:pt x="15402450" y="2730168"/>
                  <a:pt x="15389606" y="2743221"/>
                </a:cubicBezTo>
                <a:cubicBezTo>
                  <a:pt x="15389606" y="2723640"/>
                  <a:pt x="15389606" y="2697532"/>
                  <a:pt x="15389606" y="2677952"/>
                </a:cubicBezTo>
                <a:close/>
                <a:moveTo>
                  <a:pt x="15358514" y="2677952"/>
                </a:moveTo>
                <a:cubicBezTo>
                  <a:pt x="15378990" y="2677952"/>
                  <a:pt x="15378990" y="2717113"/>
                  <a:pt x="15378990" y="2743221"/>
                </a:cubicBezTo>
                <a:cubicBezTo>
                  <a:pt x="15351690" y="2743221"/>
                  <a:pt x="15358514" y="2704060"/>
                  <a:pt x="15358514" y="2677952"/>
                </a:cubicBezTo>
                <a:close/>
                <a:moveTo>
                  <a:pt x="19090347" y="2677951"/>
                </a:moveTo>
                <a:cubicBezTo>
                  <a:pt x="19090347" y="2703637"/>
                  <a:pt x="19084359" y="2710058"/>
                  <a:pt x="19072383" y="2710058"/>
                </a:cubicBezTo>
                <a:cubicBezTo>
                  <a:pt x="19072383" y="2684372"/>
                  <a:pt x="19078371" y="2677951"/>
                  <a:pt x="19090347" y="2677951"/>
                </a:cubicBezTo>
                <a:close/>
                <a:moveTo>
                  <a:pt x="20279963" y="2677950"/>
                </a:moveTo>
                <a:cubicBezTo>
                  <a:pt x="20279963" y="2703637"/>
                  <a:pt x="20274695" y="2710058"/>
                  <a:pt x="20262055" y="2710058"/>
                </a:cubicBezTo>
                <a:cubicBezTo>
                  <a:pt x="20262055" y="2684372"/>
                  <a:pt x="20274695" y="2677950"/>
                  <a:pt x="20279963" y="2677950"/>
                </a:cubicBezTo>
                <a:close/>
                <a:moveTo>
                  <a:pt x="15317486" y="2675084"/>
                </a:moveTo>
                <a:cubicBezTo>
                  <a:pt x="15317486" y="2714765"/>
                  <a:pt x="15292892" y="2708152"/>
                  <a:pt x="15280594" y="2708152"/>
                </a:cubicBezTo>
                <a:cubicBezTo>
                  <a:pt x="15280594" y="2668471"/>
                  <a:pt x="15305188" y="2675084"/>
                  <a:pt x="15317486" y="2675084"/>
                </a:cubicBezTo>
                <a:close/>
                <a:moveTo>
                  <a:pt x="15066042" y="2650925"/>
                </a:moveTo>
                <a:cubicBezTo>
                  <a:pt x="15093454" y="2643406"/>
                  <a:pt x="15151552" y="2703541"/>
                  <a:pt x="15151552" y="2743630"/>
                </a:cubicBezTo>
                <a:cubicBezTo>
                  <a:pt x="15126970" y="2743630"/>
                  <a:pt x="15082082" y="2762173"/>
                  <a:pt x="15062844" y="2743630"/>
                </a:cubicBezTo>
                <a:cubicBezTo>
                  <a:pt x="15043606" y="2723995"/>
                  <a:pt x="15056432" y="2684723"/>
                  <a:pt x="15056432" y="2658542"/>
                </a:cubicBezTo>
                <a:cubicBezTo>
                  <a:pt x="15058836" y="2654451"/>
                  <a:pt x="15062126" y="2651997"/>
                  <a:pt x="15066042" y="2650925"/>
                </a:cubicBezTo>
                <a:close/>
                <a:moveTo>
                  <a:pt x="15203688" y="2644775"/>
                </a:moveTo>
                <a:cubicBezTo>
                  <a:pt x="15197266" y="2664356"/>
                  <a:pt x="15190846" y="2683937"/>
                  <a:pt x="15184424" y="2710044"/>
                </a:cubicBezTo>
                <a:cubicBezTo>
                  <a:pt x="15178002" y="2696990"/>
                  <a:pt x="15178002" y="2683937"/>
                  <a:pt x="15171580" y="2670883"/>
                </a:cubicBezTo>
                <a:cubicBezTo>
                  <a:pt x="15178002" y="2657828"/>
                  <a:pt x="15190846" y="2651302"/>
                  <a:pt x="15203688" y="2644775"/>
                </a:cubicBezTo>
                <a:close/>
                <a:moveTo>
                  <a:pt x="16426612" y="2644774"/>
                </a:moveTo>
                <a:cubicBezTo>
                  <a:pt x="16426612" y="2670459"/>
                  <a:pt x="16420624" y="2676880"/>
                  <a:pt x="16408650" y="2676880"/>
                </a:cubicBezTo>
                <a:cubicBezTo>
                  <a:pt x="16408650" y="2657616"/>
                  <a:pt x="16414638" y="2644774"/>
                  <a:pt x="16426612" y="2644774"/>
                </a:cubicBezTo>
                <a:close/>
                <a:moveTo>
                  <a:pt x="14223628" y="2644774"/>
                </a:moveTo>
                <a:cubicBezTo>
                  <a:pt x="14235603" y="2644774"/>
                  <a:pt x="14241590" y="2657617"/>
                  <a:pt x="14241590" y="2676880"/>
                </a:cubicBezTo>
                <a:cubicBezTo>
                  <a:pt x="14229615" y="2676880"/>
                  <a:pt x="14223628" y="2670459"/>
                  <a:pt x="14223628" y="2644774"/>
                </a:cubicBezTo>
                <a:close/>
                <a:moveTo>
                  <a:pt x="18110215" y="2644773"/>
                </a:moveTo>
                <a:cubicBezTo>
                  <a:pt x="18122191" y="2644773"/>
                  <a:pt x="18128179" y="2657616"/>
                  <a:pt x="18128179" y="2676880"/>
                </a:cubicBezTo>
                <a:cubicBezTo>
                  <a:pt x="18116203" y="2676880"/>
                  <a:pt x="18110215" y="2670459"/>
                  <a:pt x="18110215" y="2644773"/>
                </a:cubicBezTo>
                <a:close/>
                <a:moveTo>
                  <a:pt x="20246839" y="2644773"/>
                </a:moveTo>
                <a:cubicBezTo>
                  <a:pt x="20246839" y="2670458"/>
                  <a:pt x="20240851" y="2676879"/>
                  <a:pt x="20228879" y="2676879"/>
                </a:cubicBezTo>
                <a:cubicBezTo>
                  <a:pt x="20228879" y="2657615"/>
                  <a:pt x="20234863" y="2644773"/>
                  <a:pt x="20246839" y="2644773"/>
                </a:cubicBezTo>
                <a:close/>
                <a:moveTo>
                  <a:pt x="19867607" y="2644773"/>
                </a:moveTo>
                <a:cubicBezTo>
                  <a:pt x="19867607" y="2664038"/>
                  <a:pt x="19862339" y="2676879"/>
                  <a:pt x="19849699" y="2676879"/>
                </a:cubicBezTo>
                <a:cubicBezTo>
                  <a:pt x="19849699" y="2657615"/>
                  <a:pt x="19849699" y="2644773"/>
                  <a:pt x="19867607" y="2644773"/>
                </a:cubicBezTo>
                <a:close/>
                <a:moveTo>
                  <a:pt x="18064291" y="2644517"/>
                </a:moveTo>
                <a:cubicBezTo>
                  <a:pt x="18076395" y="2639905"/>
                  <a:pt x="18090231" y="2649128"/>
                  <a:pt x="18090231" y="2672186"/>
                </a:cubicBezTo>
                <a:cubicBezTo>
                  <a:pt x="18077931" y="2666037"/>
                  <a:pt x="18065635" y="2659888"/>
                  <a:pt x="18053339" y="2653740"/>
                </a:cubicBezTo>
                <a:cubicBezTo>
                  <a:pt x="18056411" y="2649128"/>
                  <a:pt x="18060255" y="2646054"/>
                  <a:pt x="18064291" y="2644517"/>
                </a:cubicBezTo>
                <a:close/>
                <a:moveTo>
                  <a:pt x="13694930" y="2644376"/>
                </a:moveTo>
                <a:cubicBezTo>
                  <a:pt x="13694930" y="2670168"/>
                  <a:pt x="13700304" y="2676615"/>
                  <a:pt x="13713200" y="2676615"/>
                </a:cubicBezTo>
                <a:cubicBezTo>
                  <a:pt x="13713200" y="2657271"/>
                  <a:pt x="13706752" y="2644376"/>
                  <a:pt x="13694930" y="2644376"/>
                </a:cubicBezTo>
                <a:close/>
                <a:moveTo>
                  <a:pt x="12956592" y="2644376"/>
                </a:moveTo>
                <a:cubicBezTo>
                  <a:pt x="12956592" y="2663721"/>
                  <a:pt x="12950144" y="2702408"/>
                  <a:pt x="12969489" y="2708855"/>
                </a:cubicBezTo>
                <a:cubicBezTo>
                  <a:pt x="12988834" y="2715302"/>
                  <a:pt x="13014628" y="2708855"/>
                  <a:pt x="13040421" y="2708855"/>
                </a:cubicBezTo>
                <a:cubicBezTo>
                  <a:pt x="13084485" y="2708855"/>
                  <a:pt x="13129623" y="2708855"/>
                  <a:pt x="13174762" y="2715302"/>
                </a:cubicBezTo>
                <a:cubicBezTo>
                  <a:pt x="13239246" y="2721752"/>
                  <a:pt x="13322000" y="2747539"/>
                  <a:pt x="13373586" y="2657271"/>
                </a:cubicBezTo>
                <a:cubicBezTo>
                  <a:pt x="13232797" y="2657271"/>
                  <a:pt x="13097382" y="2650824"/>
                  <a:pt x="12956592" y="2644376"/>
                </a:cubicBezTo>
                <a:close/>
                <a:moveTo>
                  <a:pt x="12148397" y="2644376"/>
                </a:moveTo>
                <a:cubicBezTo>
                  <a:pt x="12148397" y="2663721"/>
                  <a:pt x="12148397" y="2676615"/>
                  <a:pt x="12167742" y="2676615"/>
                </a:cubicBezTo>
                <a:cubicBezTo>
                  <a:pt x="12167742" y="2657271"/>
                  <a:pt x="12161294" y="2644376"/>
                  <a:pt x="12148397" y="2644376"/>
                </a:cubicBezTo>
                <a:close/>
                <a:moveTo>
                  <a:pt x="18793295" y="2643603"/>
                </a:moveTo>
                <a:cubicBezTo>
                  <a:pt x="18793295" y="2669388"/>
                  <a:pt x="18799747" y="2675834"/>
                  <a:pt x="18812651" y="2675834"/>
                </a:cubicBezTo>
                <a:cubicBezTo>
                  <a:pt x="18812651" y="2656495"/>
                  <a:pt x="18806199" y="2643603"/>
                  <a:pt x="18793295" y="2643603"/>
                </a:cubicBezTo>
                <a:close/>
                <a:moveTo>
                  <a:pt x="19036299" y="2642281"/>
                </a:moveTo>
                <a:cubicBezTo>
                  <a:pt x="19041987" y="2642791"/>
                  <a:pt x="19047575" y="2643606"/>
                  <a:pt x="19052363" y="2643606"/>
                </a:cubicBezTo>
                <a:cubicBezTo>
                  <a:pt x="19052363" y="2695822"/>
                  <a:pt x="19020439" y="2676241"/>
                  <a:pt x="19001287" y="2676241"/>
                </a:cubicBezTo>
                <a:cubicBezTo>
                  <a:pt x="19001287" y="2641974"/>
                  <a:pt x="19019243" y="2640750"/>
                  <a:pt x="19036299" y="2642281"/>
                </a:cubicBezTo>
                <a:close/>
                <a:moveTo>
                  <a:pt x="16888707" y="2642281"/>
                </a:moveTo>
                <a:cubicBezTo>
                  <a:pt x="16894815" y="2642791"/>
                  <a:pt x="16900631" y="2643608"/>
                  <a:pt x="16905287" y="2643608"/>
                </a:cubicBezTo>
                <a:cubicBezTo>
                  <a:pt x="16905287" y="2695823"/>
                  <a:pt x="16868059" y="2676242"/>
                  <a:pt x="16849443" y="2676242"/>
                </a:cubicBezTo>
                <a:cubicBezTo>
                  <a:pt x="16849443" y="2641974"/>
                  <a:pt x="16870383" y="2640751"/>
                  <a:pt x="16888707" y="2642281"/>
                </a:cubicBezTo>
                <a:close/>
                <a:moveTo>
                  <a:pt x="15084454" y="2637070"/>
                </a:moveTo>
                <a:lnTo>
                  <a:pt x="15090332" y="2642069"/>
                </a:lnTo>
                <a:cubicBezTo>
                  <a:pt x="15091838" y="2643348"/>
                  <a:pt x="15090834" y="2642496"/>
                  <a:pt x="15088826" y="2640789"/>
                </a:cubicBezTo>
                <a:close/>
                <a:moveTo>
                  <a:pt x="12238943" y="2636316"/>
                </a:moveTo>
                <a:cubicBezTo>
                  <a:pt x="12219061" y="2636316"/>
                  <a:pt x="12196760" y="2644376"/>
                  <a:pt x="12187087" y="2644376"/>
                </a:cubicBezTo>
                <a:cubicBezTo>
                  <a:pt x="12187087" y="2715302"/>
                  <a:pt x="12256945" y="2676615"/>
                  <a:pt x="12276290" y="2676615"/>
                </a:cubicBezTo>
                <a:cubicBezTo>
                  <a:pt x="12276290" y="2644376"/>
                  <a:pt x="12258826" y="2636316"/>
                  <a:pt x="12238943" y="2636316"/>
                </a:cubicBezTo>
                <a:close/>
                <a:moveTo>
                  <a:pt x="15083892" y="2628806"/>
                </a:moveTo>
                <a:lnTo>
                  <a:pt x="15084454" y="2637070"/>
                </a:lnTo>
                <a:lnTo>
                  <a:pt x="15084908" y="2643775"/>
                </a:lnTo>
                <a:cubicBezTo>
                  <a:pt x="15076782" y="2643775"/>
                  <a:pt x="15076782" y="2637787"/>
                  <a:pt x="15076782" y="2631800"/>
                </a:cubicBezTo>
                <a:cubicBezTo>
                  <a:pt x="15080844" y="2628806"/>
                  <a:pt x="15082876" y="2627310"/>
                  <a:pt x="15083892" y="2628806"/>
                </a:cubicBezTo>
                <a:close/>
                <a:moveTo>
                  <a:pt x="18245871" y="2616338"/>
                </a:moveTo>
                <a:cubicBezTo>
                  <a:pt x="18271839" y="2687841"/>
                  <a:pt x="18317287" y="2720342"/>
                  <a:pt x="18362735" y="2751760"/>
                </a:cubicBezTo>
                <a:cubicBezTo>
                  <a:pt x="18426575" y="2784258"/>
                  <a:pt x="18485007" y="2810267"/>
                  <a:pt x="18549931" y="2842765"/>
                </a:cubicBezTo>
                <a:cubicBezTo>
                  <a:pt x="18478515" y="2823268"/>
                  <a:pt x="18408179" y="2810267"/>
                  <a:pt x="18336763" y="2816767"/>
                </a:cubicBezTo>
                <a:cubicBezTo>
                  <a:pt x="18343255" y="2810267"/>
                  <a:pt x="18343255" y="2803747"/>
                  <a:pt x="18349747" y="2797259"/>
                </a:cubicBezTo>
                <a:cubicBezTo>
                  <a:pt x="18330271" y="2784258"/>
                  <a:pt x="18310795" y="2810267"/>
                  <a:pt x="18297811" y="2790759"/>
                </a:cubicBezTo>
                <a:cubicBezTo>
                  <a:pt x="18284823" y="2771259"/>
                  <a:pt x="18284823" y="2739841"/>
                  <a:pt x="18278331" y="2720342"/>
                </a:cubicBezTo>
                <a:cubicBezTo>
                  <a:pt x="18278331" y="2733341"/>
                  <a:pt x="18271839" y="2765843"/>
                  <a:pt x="18258855" y="2765843"/>
                </a:cubicBezTo>
                <a:cubicBezTo>
                  <a:pt x="18245871" y="2765843"/>
                  <a:pt x="18226391" y="2758259"/>
                  <a:pt x="18226391" y="2733341"/>
                </a:cubicBezTo>
                <a:cubicBezTo>
                  <a:pt x="18226391" y="2707342"/>
                  <a:pt x="18214491" y="2681341"/>
                  <a:pt x="18219899" y="2655340"/>
                </a:cubicBezTo>
                <a:cubicBezTo>
                  <a:pt x="18226391" y="2642340"/>
                  <a:pt x="18239379" y="2629340"/>
                  <a:pt x="18245871" y="2616338"/>
                </a:cubicBezTo>
                <a:close/>
                <a:moveTo>
                  <a:pt x="18020335" y="2613509"/>
                </a:moveTo>
                <a:cubicBezTo>
                  <a:pt x="18032399" y="2615526"/>
                  <a:pt x="18045175" y="2624907"/>
                  <a:pt x="18052283" y="2628397"/>
                </a:cubicBezTo>
                <a:cubicBezTo>
                  <a:pt x="18039647" y="2653216"/>
                  <a:pt x="18014367" y="2634602"/>
                  <a:pt x="17996459" y="2628397"/>
                </a:cubicBezTo>
                <a:cubicBezTo>
                  <a:pt x="17999619" y="2620641"/>
                  <a:pt x="18003899" y="2616374"/>
                  <a:pt x="18008739" y="2614436"/>
                </a:cubicBezTo>
                <a:cubicBezTo>
                  <a:pt x="18012367" y="2612981"/>
                  <a:pt x="18016311" y="2612836"/>
                  <a:pt x="18020335" y="2613509"/>
                </a:cubicBezTo>
                <a:close/>
                <a:moveTo>
                  <a:pt x="17683307" y="2612256"/>
                </a:moveTo>
                <a:cubicBezTo>
                  <a:pt x="17693227" y="2615562"/>
                  <a:pt x="17701495" y="2627136"/>
                  <a:pt x="17701495" y="2643671"/>
                </a:cubicBezTo>
                <a:cubicBezTo>
                  <a:pt x="17688267" y="2643671"/>
                  <a:pt x="17668427" y="2637057"/>
                  <a:pt x="17655199" y="2630443"/>
                </a:cubicBezTo>
                <a:cubicBezTo>
                  <a:pt x="17661815" y="2613909"/>
                  <a:pt x="17673387" y="2608950"/>
                  <a:pt x="17683307" y="2612256"/>
                </a:cubicBezTo>
                <a:close/>
                <a:moveTo>
                  <a:pt x="12488011" y="2612137"/>
                </a:moveTo>
                <a:cubicBezTo>
                  <a:pt x="12488011" y="2631480"/>
                  <a:pt x="12488011" y="2644376"/>
                  <a:pt x="12500908" y="2644376"/>
                </a:cubicBezTo>
                <a:cubicBezTo>
                  <a:pt x="12500908" y="2625034"/>
                  <a:pt x="12500908" y="2612137"/>
                  <a:pt x="12488011" y="2612137"/>
                </a:cubicBezTo>
                <a:close/>
                <a:moveTo>
                  <a:pt x="12411705" y="2612137"/>
                </a:moveTo>
                <a:cubicBezTo>
                  <a:pt x="12411705" y="2650824"/>
                  <a:pt x="12431051" y="2644376"/>
                  <a:pt x="12449321" y="2644376"/>
                </a:cubicBezTo>
                <a:cubicBezTo>
                  <a:pt x="12449321" y="2612137"/>
                  <a:pt x="12424602" y="2612137"/>
                  <a:pt x="12411705" y="2612137"/>
                </a:cubicBezTo>
                <a:close/>
                <a:moveTo>
                  <a:pt x="11975366" y="2612137"/>
                </a:moveTo>
                <a:cubicBezTo>
                  <a:pt x="11789438" y="2676615"/>
                  <a:pt x="11603510" y="2715302"/>
                  <a:pt x="11411134" y="2759362"/>
                </a:cubicBezTo>
                <a:cubicBezTo>
                  <a:pt x="11372444" y="2766883"/>
                  <a:pt x="11327306" y="2766883"/>
                  <a:pt x="11282167" y="2778702"/>
                </a:cubicBezTo>
                <a:cubicBezTo>
                  <a:pt x="11243477" y="2791595"/>
                  <a:pt x="11212310" y="2836748"/>
                  <a:pt x="11173620" y="2843195"/>
                </a:cubicBezTo>
                <a:cubicBezTo>
                  <a:pt x="11089791" y="2875432"/>
                  <a:pt x="11007037" y="2920566"/>
                  <a:pt x="10916760" y="2920566"/>
                </a:cubicBezTo>
                <a:cubicBezTo>
                  <a:pt x="10916760" y="2933464"/>
                  <a:pt x="10916760" y="2946355"/>
                  <a:pt x="10916760" y="2952806"/>
                </a:cubicBezTo>
                <a:cubicBezTo>
                  <a:pt x="11122033" y="2881878"/>
                  <a:pt x="11333754" y="2849642"/>
                  <a:pt x="11539027" y="2804473"/>
                </a:cubicBezTo>
                <a:cubicBezTo>
                  <a:pt x="11590614" y="2798035"/>
                  <a:pt x="11647574" y="2804473"/>
                  <a:pt x="11692713" y="2778702"/>
                </a:cubicBezTo>
                <a:cubicBezTo>
                  <a:pt x="11712058" y="2766883"/>
                  <a:pt x="11724955" y="2741094"/>
                  <a:pt x="11744300" y="2734643"/>
                </a:cubicBezTo>
                <a:cubicBezTo>
                  <a:pt x="11770093" y="2734643"/>
                  <a:pt x="11795887" y="2728196"/>
                  <a:pt x="11821680" y="2721752"/>
                </a:cubicBezTo>
                <a:cubicBezTo>
                  <a:pt x="11923779" y="2708855"/>
                  <a:pt x="12026953" y="2695958"/>
                  <a:pt x="12129052" y="2676615"/>
                </a:cubicBezTo>
                <a:cubicBezTo>
                  <a:pt x="12103259" y="2579897"/>
                  <a:pt x="12020505" y="2657271"/>
                  <a:pt x="11975366" y="2676615"/>
                </a:cubicBezTo>
                <a:cubicBezTo>
                  <a:pt x="11975366" y="2657271"/>
                  <a:pt x="11975366" y="2637928"/>
                  <a:pt x="11975366" y="2612137"/>
                </a:cubicBezTo>
                <a:close/>
                <a:moveTo>
                  <a:pt x="15279596" y="2611594"/>
                </a:moveTo>
                <a:cubicBezTo>
                  <a:pt x="15279596" y="2630859"/>
                  <a:pt x="15273608" y="2643702"/>
                  <a:pt x="15261634" y="2643702"/>
                </a:cubicBezTo>
                <a:cubicBezTo>
                  <a:pt x="15261634" y="2624438"/>
                  <a:pt x="15267622" y="2611594"/>
                  <a:pt x="15279596" y="2611594"/>
                </a:cubicBezTo>
                <a:close/>
                <a:moveTo>
                  <a:pt x="18154279" y="2611593"/>
                </a:moveTo>
                <a:cubicBezTo>
                  <a:pt x="18172727" y="2611593"/>
                  <a:pt x="18185023" y="2618016"/>
                  <a:pt x="18185023" y="2643702"/>
                </a:cubicBezTo>
                <a:cubicBezTo>
                  <a:pt x="18172727" y="2643702"/>
                  <a:pt x="18160431" y="2637280"/>
                  <a:pt x="18148131" y="2630858"/>
                </a:cubicBezTo>
                <a:cubicBezTo>
                  <a:pt x="18148131" y="2624438"/>
                  <a:pt x="18154279" y="2618016"/>
                  <a:pt x="18154279" y="2611593"/>
                </a:cubicBezTo>
                <a:close/>
                <a:moveTo>
                  <a:pt x="15019906" y="2611591"/>
                </a:moveTo>
                <a:cubicBezTo>
                  <a:pt x="15026054" y="2611591"/>
                  <a:pt x="15032202" y="2611591"/>
                  <a:pt x="15038352" y="2611591"/>
                </a:cubicBezTo>
                <a:cubicBezTo>
                  <a:pt x="15044500" y="2617738"/>
                  <a:pt x="15050648" y="2623888"/>
                  <a:pt x="15056798" y="2630037"/>
                </a:cubicBezTo>
                <a:cubicBezTo>
                  <a:pt x="15038352" y="2648483"/>
                  <a:pt x="15026054" y="2623888"/>
                  <a:pt x="15019906" y="2611591"/>
                </a:cubicBezTo>
                <a:close/>
                <a:moveTo>
                  <a:pt x="19375703" y="2610389"/>
                </a:moveTo>
                <a:cubicBezTo>
                  <a:pt x="19397743" y="2605733"/>
                  <a:pt x="19426303" y="2642984"/>
                  <a:pt x="19436239" y="2657884"/>
                </a:cubicBezTo>
                <a:cubicBezTo>
                  <a:pt x="19409747" y="2651263"/>
                  <a:pt x="19383259" y="2644640"/>
                  <a:pt x="19356767" y="2631394"/>
                </a:cubicBezTo>
                <a:cubicBezTo>
                  <a:pt x="19361735" y="2618151"/>
                  <a:pt x="19368359" y="2611941"/>
                  <a:pt x="19375703" y="2610389"/>
                </a:cubicBezTo>
                <a:close/>
                <a:moveTo>
                  <a:pt x="14057213" y="2602603"/>
                </a:moveTo>
                <a:cubicBezTo>
                  <a:pt x="14077488" y="2602603"/>
                  <a:pt x="14094604" y="2610665"/>
                  <a:pt x="14094604" y="2642914"/>
                </a:cubicBezTo>
                <a:cubicBezTo>
                  <a:pt x="14070378" y="2642914"/>
                  <a:pt x="14000862" y="2681614"/>
                  <a:pt x="14000862" y="2610665"/>
                </a:cubicBezTo>
                <a:cubicBezTo>
                  <a:pt x="14013502" y="2610665"/>
                  <a:pt x="14036937" y="2602603"/>
                  <a:pt x="14057213" y="2602603"/>
                </a:cubicBezTo>
                <a:close/>
                <a:moveTo>
                  <a:pt x="18522575" y="2597378"/>
                </a:moveTo>
                <a:cubicBezTo>
                  <a:pt x="18535699" y="2597378"/>
                  <a:pt x="18529135" y="2629481"/>
                  <a:pt x="18529135" y="2629481"/>
                </a:cubicBezTo>
                <a:cubicBezTo>
                  <a:pt x="18529135" y="2623060"/>
                  <a:pt x="18522575" y="2616638"/>
                  <a:pt x="18522575" y="2610217"/>
                </a:cubicBezTo>
                <a:cubicBezTo>
                  <a:pt x="18522575" y="2610217"/>
                  <a:pt x="18522575" y="2603797"/>
                  <a:pt x="18522575" y="2597378"/>
                </a:cubicBezTo>
                <a:close/>
                <a:moveTo>
                  <a:pt x="19318851" y="2587894"/>
                </a:moveTo>
                <a:cubicBezTo>
                  <a:pt x="19331147" y="2594716"/>
                  <a:pt x="19343447" y="2601543"/>
                  <a:pt x="19355743" y="2601543"/>
                </a:cubicBezTo>
                <a:cubicBezTo>
                  <a:pt x="19355743" y="2608369"/>
                  <a:pt x="19349595" y="2615194"/>
                  <a:pt x="19349595" y="2615194"/>
                </a:cubicBezTo>
                <a:cubicBezTo>
                  <a:pt x="19337299" y="2615194"/>
                  <a:pt x="19318851" y="2615194"/>
                  <a:pt x="19318851" y="2587894"/>
                </a:cubicBezTo>
                <a:close/>
                <a:moveTo>
                  <a:pt x="18091255" y="2587894"/>
                </a:moveTo>
                <a:cubicBezTo>
                  <a:pt x="18109871" y="2594505"/>
                  <a:pt x="18128483" y="2594505"/>
                  <a:pt x="18147099" y="2601122"/>
                </a:cubicBezTo>
                <a:cubicBezTo>
                  <a:pt x="18134691" y="2614348"/>
                  <a:pt x="18091255" y="2634189"/>
                  <a:pt x="18091255" y="2587894"/>
                </a:cubicBezTo>
                <a:close/>
                <a:moveTo>
                  <a:pt x="17622023" y="2587894"/>
                </a:moveTo>
                <a:cubicBezTo>
                  <a:pt x="17634867" y="2594313"/>
                  <a:pt x="17641287" y="2600737"/>
                  <a:pt x="17654131" y="2600737"/>
                </a:cubicBezTo>
                <a:cubicBezTo>
                  <a:pt x="17647707" y="2620001"/>
                  <a:pt x="17622023" y="2620001"/>
                  <a:pt x="17622023" y="2587894"/>
                </a:cubicBezTo>
                <a:close/>
                <a:moveTo>
                  <a:pt x="10773452" y="2587654"/>
                </a:moveTo>
                <a:cubicBezTo>
                  <a:pt x="10745341" y="2579494"/>
                  <a:pt x="10687306" y="2612137"/>
                  <a:pt x="10672797" y="2612137"/>
                </a:cubicBezTo>
                <a:cubicBezTo>
                  <a:pt x="10634106" y="2618587"/>
                  <a:pt x="10596491" y="2631480"/>
                  <a:pt x="10564249" y="2657271"/>
                </a:cubicBezTo>
                <a:cubicBezTo>
                  <a:pt x="10609388" y="2657271"/>
                  <a:pt x="10647003" y="2644376"/>
                  <a:pt x="10692142" y="2644376"/>
                </a:cubicBezTo>
                <a:cubicBezTo>
                  <a:pt x="10705038" y="2637928"/>
                  <a:pt x="10717935" y="2612137"/>
                  <a:pt x="10737280" y="2612137"/>
                </a:cubicBezTo>
                <a:cubicBezTo>
                  <a:pt x="10750177" y="2612137"/>
                  <a:pt x="10769522" y="2612137"/>
                  <a:pt x="10788867" y="2612137"/>
                </a:cubicBezTo>
                <a:cubicBezTo>
                  <a:pt x="10788867" y="2597635"/>
                  <a:pt x="10782822" y="2590373"/>
                  <a:pt x="10773452" y="2587654"/>
                </a:cubicBezTo>
                <a:close/>
                <a:moveTo>
                  <a:pt x="1340057" y="2585027"/>
                </a:moveTo>
                <a:cubicBezTo>
                  <a:pt x="1340057" y="2624709"/>
                  <a:pt x="1315831" y="2611482"/>
                  <a:pt x="1303190" y="2611482"/>
                </a:cubicBezTo>
                <a:cubicBezTo>
                  <a:pt x="1303190" y="2578414"/>
                  <a:pt x="1328469" y="2585027"/>
                  <a:pt x="1340057" y="2585027"/>
                </a:cubicBezTo>
                <a:close/>
                <a:moveTo>
                  <a:pt x="14844536" y="2584562"/>
                </a:moveTo>
                <a:cubicBezTo>
                  <a:pt x="14862982" y="2584562"/>
                  <a:pt x="14881428" y="2578414"/>
                  <a:pt x="14881428" y="2609157"/>
                </a:cubicBezTo>
                <a:cubicBezTo>
                  <a:pt x="14869131" y="2609157"/>
                  <a:pt x="14844536" y="2615305"/>
                  <a:pt x="14844536" y="2584562"/>
                </a:cubicBezTo>
                <a:close/>
                <a:moveTo>
                  <a:pt x="17995895" y="2568937"/>
                </a:moveTo>
                <a:cubicBezTo>
                  <a:pt x="18001583" y="2575761"/>
                  <a:pt x="18009543" y="2582585"/>
                  <a:pt x="18009543" y="2589410"/>
                </a:cubicBezTo>
                <a:cubicBezTo>
                  <a:pt x="18001583" y="2596235"/>
                  <a:pt x="17982243" y="2589410"/>
                  <a:pt x="17995895" y="2568937"/>
                </a:cubicBezTo>
                <a:close/>
                <a:moveTo>
                  <a:pt x="10564249" y="2554106"/>
                </a:moveTo>
                <a:cubicBezTo>
                  <a:pt x="10564249" y="2573448"/>
                  <a:pt x="10564249" y="2586345"/>
                  <a:pt x="10577146" y="2586345"/>
                </a:cubicBezTo>
                <a:cubicBezTo>
                  <a:pt x="10577146" y="2566999"/>
                  <a:pt x="10577146" y="2554106"/>
                  <a:pt x="10564249" y="2554106"/>
                </a:cubicBezTo>
                <a:close/>
                <a:moveTo>
                  <a:pt x="18878459" y="2546713"/>
                </a:moveTo>
                <a:lnTo>
                  <a:pt x="18875655" y="2550499"/>
                </a:lnTo>
                <a:cubicBezTo>
                  <a:pt x="18874275" y="2552361"/>
                  <a:pt x="18873315" y="2553657"/>
                  <a:pt x="18873315" y="2553657"/>
                </a:cubicBezTo>
                <a:close/>
                <a:moveTo>
                  <a:pt x="18829075" y="2540496"/>
                </a:moveTo>
                <a:cubicBezTo>
                  <a:pt x="18829075" y="2545432"/>
                  <a:pt x="18834343" y="2545432"/>
                  <a:pt x="18834343" y="2551357"/>
                </a:cubicBezTo>
                <a:lnTo>
                  <a:pt x="18831111" y="2554711"/>
                </a:lnTo>
                <a:lnTo>
                  <a:pt x="18825783" y="2560242"/>
                </a:lnTo>
                <a:cubicBezTo>
                  <a:pt x="18822755" y="2560242"/>
                  <a:pt x="18819595" y="2557281"/>
                  <a:pt x="18816435" y="2551357"/>
                </a:cubicBezTo>
                <a:cubicBezTo>
                  <a:pt x="18822755" y="2545432"/>
                  <a:pt x="18822755" y="2540496"/>
                  <a:pt x="18829075" y="2540496"/>
                </a:cubicBezTo>
                <a:close/>
                <a:moveTo>
                  <a:pt x="18883139" y="2540395"/>
                </a:moveTo>
                <a:lnTo>
                  <a:pt x="18880515" y="2543938"/>
                </a:lnTo>
                <a:lnTo>
                  <a:pt x="18878459" y="2546713"/>
                </a:lnTo>
                <a:close/>
                <a:moveTo>
                  <a:pt x="18884835" y="2538105"/>
                </a:moveTo>
                <a:cubicBezTo>
                  <a:pt x="18885795" y="2536809"/>
                  <a:pt x="18885555" y="2537134"/>
                  <a:pt x="18884655" y="2538349"/>
                </a:cubicBezTo>
                <a:lnTo>
                  <a:pt x="18883139" y="2540395"/>
                </a:lnTo>
                <a:close/>
                <a:moveTo>
                  <a:pt x="12449321" y="2522941"/>
                </a:moveTo>
                <a:cubicBezTo>
                  <a:pt x="12449321" y="2561628"/>
                  <a:pt x="12468666" y="2554106"/>
                  <a:pt x="12488011" y="2554106"/>
                </a:cubicBezTo>
                <a:cubicBezTo>
                  <a:pt x="12488011" y="2516495"/>
                  <a:pt x="12462218" y="2522941"/>
                  <a:pt x="12449321" y="2522941"/>
                </a:cubicBezTo>
                <a:close/>
                <a:moveTo>
                  <a:pt x="10601865" y="2522941"/>
                </a:moveTo>
                <a:cubicBezTo>
                  <a:pt x="10601865" y="2542284"/>
                  <a:pt x="10601865" y="2566999"/>
                  <a:pt x="10601865" y="2586345"/>
                </a:cubicBezTo>
                <a:cubicBezTo>
                  <a:pt x="10621210" y="2573448"/>
                  <a:pt x="10672797" y="2579897"/>
                  <a:pt x="10672797" y="2522941"/>
                </a:cubicBezTo>
                <a:cubicBezTo>
                  <a:pt x="10647003" y="2522941"/>
                  <a:pt x="10621210" y="2522941"/>
                  <a:pt x="10601865" y="2522941"/>
                </a:cubicBezTo>
                <a:close/>
                <a:moveTo>
                  <a:pt x="9789371" y="2522941"/>
                </a:moveTo>
                <a:cubicBezTo>
                  <a:pt x="9789371" y="2561628"/>
                  <a:pt x="9807641" y="2554106"/>
                  <a:pt x="9826986" y="2554106"/>
                </a:cubicBezTo>
                <a:cubicBezTo>
                  <a:pt x="9826986" y="2516495"/>
                  <a:pt x="9801193" y="2522941"/>
                  <a:pt x="9789371" y="2522941"/>
                </a:cubicBezTo>
                <a:close/>
                <a:moveTo>
                  <a:pt x="17848535" y="2521536"/>
                </a:moveTo>
                <a:cubicBezTo>
                  <a:pt x="17848535" y="2541441"/>
                  <a:pt x="17842547" y="2553605"/>
                  <a:pt x="17830571" y="2553605"/>
                </a:cubicBezTo>
                <a:cubicBezTo>
                  <a:pt x="17830571" y="2534806"/>
                  <a:pt x="17836559" y="2521536"/>
                  <a:pt x="17848535" y="2521536"/>
                </a:cubicBezTo>
                <a:close/>
                <a:moveTo>
                  <a:pt x="14695029" y="2510960"/>
                </a:moveTo>
                <a:cubicBezTo>
                  <a:pt x="14718913" y="2512710"/>
                  <a:pt x="14744408" y="2522405"/>
                  <a:pt x="14757289" y="2522405"/>
                </a:cubicBezTo>
                <a:cubicBezTo>
                  <a:pt x="14744408" y="2579497"/>
                  <a:pt x="14744408" y="2598887"/>
                  <a:pt x="14776611" y="2637665"/>
                </a:cubicBezTo>
                <a:cubicBezTo>
                  <a:pt x="14783052" y="2605350"/>
                  <a:pt x="14783052" y="2553644"/>
                  <a:pt x="14815256" y="2553644"/>
                </a:cubicBezTo>
                <a:cubicBezTo>
                  <a:pt x="14815256" y="2585960"/>
                  <a:pt x="14815256" y="2618278"/>
                  <a:pt x="14815256" y="2644129"/>
                </a:cubicBezTo>
                <a:cubicBezTo>
                  <a:pt x="14828137" y="2650591"/>
                  <a:pt x="14841019" y="2657055"/>
                  <a:pt x="14853900" y="2657055"/>
                </a:cubicBezTo>
                <a:cubicBezTo>
                  <a:pt x="14886104" y="2669982"/>
                  <a:pt x="14911866" y="2682908"/>
                  <a:pt x="14942997" y="2695834"/>
                </a:cubicBezTo>
                <a:cubicBezTo>
                  <a:pt x="14853900" y="2676445"/>
                  <a:pt x="14770171" y="2669982"/>
                  <a:pt x="14681074" y="2657055"/>
                </a:cubicBezTo>
                <a:cubicBezTo>
                  <a:pt x="14668193" y="2631203"/>
                  <a:pt x="14635989" y="2585960"/>
                  <a:pt x="14642430" y="2547181"/>
                </a:cubicBezTo>
                <a:cubicBezTo>
                  <a:pt x="14648870" y="2515403"/>
                  <a:pt x="14671145" y="2509210"/>
                  <a:pt x="14695029" y="2510960"/>
                </a:cubicBezTo>
                <a:close/>
                <a:moveTo>
                  <a:pt x="19171919" y="2497837"/>
                </a:moveTo>
                <a:cubicBezTo>
                  <a:pt x="19198027" y="2497837"/>
                  <a:pt x="19217607" y="2510134"/>
                  <a:pt x="19237187" y="2522431"/>
                </a:cubicBezTo>
                <a:cubicBezTo>
                  <a:pt x="19211079" y="2534728"/>
                  <a:pt x="19191499" y="2516283"/>
                  <a:pt x="19171919" y="2497837"/>
                </a:cubicBezTo>
                <a:close/>
                <a:moveTo>
                  <a:pt x="9860840" y="2495538"/>
                </a:moveTo>
                <a:cubicBezTo>
                  <a:pt x="9852780" y="2497149"/>
                  <a:pt x="9846331" y="2503598"/>
                  <a:pt x="9846331" y="2522941"/>
                </a:cubicBezTo>
                <a:cubicBezTo>
                  <a:pt x="9859228" y="2522941"/>
                  <a:pt x="9885021" y="2529389"/>
                  <a:pt x="9885021" y="2497149"/>
                </a:cubicBezTo>
                <a:cubicBezTo>
                  <a:pt x="9878573" y="2497149"/>
                  <a:pt x="9868901" y="2493927"/>
                  <a:pt x="9860840" y="2495538"/>
                </a:cubicBezTo>
                <a:close/>
                <a:moveTo>
                  <a:pt x="18479443" y="2483534"/>
                </a:moveTo>
                <a:lnTo>
                  <a:pt x="18477703" y="2488949"/>
                </a:lnTo>
                <a:lnTo>
                  <a:pt x="18475335" y="2496308"/>
                </a:lnTo>
                <a:close/>
                <a:moveTo>
                  <a:pt x="18425671" y="2478984"/>
                </a:moveTo>
                <a:cubicBezTo>
                  <a:pt x="18434231" y="2478984"/>
                  <a:pt x="18442787" y="2480974"/>
                  <a:pt x="18451183" y="2484158"/>
                </a:cubicBezTo>
                <a:lnTo>
                  <a:pt x="18475335" y="2496308"/>
                </a:lnTo>
                <a:lnTo>
                  <a:pt x="18475703" y="2496493"/>
                </a:lnTo>
                <a:cubicBezTo>
                  <a:pt x="18482023" y="2502860"/>
                  <a:pt x="18482023" y="2502860"/>
                  <a:pt x="18488343" y="2509226"/>
                </a:cubicBezTo>
                <a:cubicBezTo>
                  <a:pt x="18456743" y="2534692"/>
                  <a:pt x="18413559" y="2521959"/>
                  <a:pt x="18375639" y="2509226"/>
                </a:cubicBezTo>
                <a:cubicBezTo>
                  <a:pt x="18391439" y="2486943"/>
                  <a:pt x="18408555" y="2478984"/>
                  <a:pt x="18425671" y="2478984"/>
                </a:cubicBezTo>
                <a:close/>
                <a:moveTo>
                  <a:pt x="18481899" y="2475899"/>
                </a:moveTo>
                <a:lnTo>
                  <a:pt x="18479443" y="2483534"/>
                </a:lnTo>
                <a:lnTo>
                  <a:pt x="18480335" y="2480767"/>
                </a:lnTo>
                <a:close/>
                <a:moveTo>
                  <a:pt x="18482755" y="2473243"/>
                </a:moveTo>
                <a:lnTo>
                  <a:pt x="18481899" y="2475899"/>
                </a:lnTo>
                <a:lnTo>
                  <a:pt x="18481911" y="2475861"/>
                </a:lnTo>
                <a:cubicBezTo>
                  <a:pt x="18483035" y="2472371"/>
                  <a:pt x="18483595" y="2470625"/>
                  <a:pt x="18482755" y="2473243"/>
                </a:cubicBezTo>
                <a:close/>
                <a:moveTo>
                  <a:pt x="10826483" y="2464911"/>
                </a:moveTo>
                <a:cubicBezTo>
                  <a:pt x="10814661" y="2464911"/>
                  <a:pt x="10814661" y="2464911"/>
                  <a:pt x="10826483" y="2497149"/>
                </a:cubicBezTo>
                <a:cubicBezTo>
                  <a:pt x="10826483" y="2477804"/>
                  <a:pt x="10826483" y="2471358"/>
                  <a:pt x="10826483" y="2464911"/>
                </a:cubicBezTo>
                <a:close/>
                <a:moveTo>
                  <a:pt x="17001115" y="2464657"/>
                </a:moveTo>
                <a:cubicBezTo>
                  <a:pt x="17012703" y="2464657"/>
                  <a:pt x="17019023" y="2471077"/>
                  <a:pt x="17019023" y="2496762"/>
                </a:cubicBezTo>
                <a:cubicBezTo>
                  <a:pt x="17006383" y="2496762"/>
                  <a:pt x="17001115" y="2483920"/>
                  <a:pt x="17001115" y="2464657"/>
                </a:cubicBezTo>
                <a:close/>
                <a:moveTo>
                  <a:pt x="19170823" y="2464657"/>
                </a:moveTo>
                <a:cubicBezTo>
                  <a:pt x="19170823" y="2471077"/>
                  <a:pt x="19170823" y="2477499"/>
                  <a:pt x="19170823" y="2496762"/>
                </a:cubicBezTo>
                <a:cubicBezTo>
                  <a:pt x="19157699" y="2464657"/>
                  <a:pt x="19157699" y="2464657"/>
                  <a:pt x="19170823" y="2464657"/>
                </a:cubicBezTo>
                <a:close/>
                <a:moveTo>
                  <a:pt x="19625795" y="2464656"/>
                </a:moveTo>
                <a:cubicBezTo>
                  <a:pt x="19625795" y="2483920"/>
                  <a:pt x="19618967" y="2496762"/>
                  <a:pt x="19598495" y="2496762"/>
                </a:cubicBezTo>
                <a:cubicBezTo>
                  <a:pt x="19598495" y="2471077"/>
                  <a:pt x="19605319" y="2464656"/>
                  <a:pt x="19625795" y="2464656"/>
                </a:cubicBezTo>
                <a:close/>
                <a:moveTo>
                  <a:pt x="17704407" y="2460359"/>
                </a:moveTo>
                <a:cubicBezTo>
                  <a:pt x="17714491" y="2460359"/>
                  <a:pt x="17723795" y="2463666"/>
                  <a:pt x="17729999" y="2476892"/>
                </a:cubicBezTo>
                <a:cubicBezTo>
                  <a:pt x="17711387" y="2476892"/>
                  <a:pt x="17692771" y="2483507"/>
                  <a:pt x="17674159" y="2496733"/>
                </a:cubicBezTo>
                <a:cubicBezTo>
                  <a:pt x="17674159" y="2483507"/>
                  <a:pt x="17674159" y="2470279"/>
                  <a:pt x="17674159" y="2463666"/>
                </a:cubicBezTo>
                <a:cubicBezTo>
                  <a:pt x="17683467" y="2463666"/>
                  <a:pt x="17694323" y="2460359"/>
                  <a:pt x="17704407" y="2460359"/>
                </a:cubicBezTo>
                <a:close/>
                <a:moveTo>
                  <a:pt x="13332893" y="2457583"/>
                </a:moveTo>
                <a:cubicBezTo>
                  <a:pt x="13341851" y="2454704"/>
                  <a:pt x="13346970" y="2462382"/>
                  <a:pt x="13336732" y="2477737"/>
                </a:cubicBezTo>
                <a:cubicBezTo>
                  <a:pt x="13329907" y="2470913"/>
                  <a:pt x="13329907" y="2464088"/>
                  <a:pt x="13323082" y="2464088"/>
                </a:cubicBezTo>
                <a:cubicBezTo>
                  <a:pt x="13326494" y="2460675"/>
                  <a:pt x="13329907" y="2458543"/>
                  <a:pt x="13332893" y="2457583"/>
                </a:cubicBezTo>
                <a:close/>
                <a:moveTo>
                  <a:pt x="17730567" y="2450355"/>
                </a:moveTo>
                <a:lnTo>
                  <a:pt x="17728823" y="2455770"/>
                </a:lnTo>
                <a:cubicBezTo>
                  <a:pt x="17727419" y="2460132"/>
                  <a:pt x="17726299" y="2463623"/>
                  <a:pt x="17726299" y="2463623"/>
                </a:cubicBezTo>
                <a:close/>
                <a:moveTo>
                  <a:pt x="17733875" y="2440064"/>
                </a:moveTo>
                <a:lnTo>
                  <a:pt x="17732003" y="2445888"/>
                </a:lnTo>
                <a:lnTo>
                  <a:pt x="17742519" y="2447943"/>
                </a:lnTo>
                <a:cubicBezTo>
                  <a:pt x="17744163" y="2450189"/>
                  <a:pt x="17744163" y="2454680"/>
                  <a:pt x="17744163" y="2463660"/>
                </a:cubicBezTo>
                <a:lnTo>
                  <a:pt x="17731751" y="2446677"/>
                </a:lnTo>
                <a:lnTo>
                  <a:pt x="17731455" y="2447589"/>
                </a:lnTo>
                <a:lnTo>
                  <a:pt x="17730567" y="2450355"/>
                </a:lnTo>
                <a:lnTo>
                  <a:pt x="17731747" y="2446677"/>
                </a:lnTo>
                <a:lnTo>
                  <a:pt x="17731035" y="2445698"/>
                </a:lnTo>
                <a:lnTo>
                  <a:pt x="17732003" y="2445888"/>
                </a:lnTo>
                <a:lnTo>
                  <a:pt x="17733035" y="2442682"/>
                </a:lnTo>
                <a:cubicBezTo>
                  <a:pt x="17734155" y="2439191"/>
                  <a:pt x="17734719" y="2437446"/>
                  <a:pt x="17733875" y="2440064"/>
                </a:cubicBezTo>
                <a:close/>
                <a:moveTo>
                  <a:pt x="10916760" y="2432672"/>
                </a:moveTo>
                <a:cubicBezTo>
                  <a:pt x="10916760" y="2452014"/>
                  <a:pt x="10923208" y="2464911"/>
                  <a:pt x="10936105" y="2464911"/>
                </a:cubicBezTo>
                <a:cubicBezTo>
                  <a:pt x="10936105" y="2439119"/>
                  <a:pt x="10929656" y="2432672"/>
                  <a:pt x="10916760" y="2432672"/>
                </a:cubicBezTo>
                <a:close/>
                <a:moveTo>
                  <a:pt x="10429908" y="2432672"/>
                </a:moveTo>
                <a:cubicBezTo>
                  <a:pt x="10340706" y="2452014"/>
                  <a:pt x="10263325" y="2522941"/>
                  <a:pt x="10174123" y="2547657"/>
                </a:cubicBezTo>
                <a:cubicBezTo>
                  <a:pt x="10154778" y="2547657"/>
                  <a:pt x="10096743" y="2547657"/>
                  <a:pt x="10109639" y="2599243"/>
                </a:cubicBezTo>
                <a:cubicBezTo>
                  <a:pt x="10122536" y="2650824"/>
                  <a:pt x="10167675" y="2605690"/>
                  <a:pt x="10167675" y="2566999"/>
                </a:cubicBezTo>
                <a:cubicBezTo>
                  <a:pt x="10187020" y="2542284"/>
                  <a:pt x="10205290" y="2561628"/>
                  <a:pt x="10224635" y="2554106"/>
                </a:cubicBezTo>
                <a:cubicBezTo>
                  <a:pt x="10256877" y="2554106"/>
                  <a:pt x="10282671" y="2542284"/>
                  <a:pt x="10308464" y="2535836"/>
                </a:cubicBezTo>
                <a:cubicBezTo>
                  <a:pt x="10334257" y="2529389"/>
                  <a:pt x="10360051" y="2516495"/>
                  <a:pt x="10385844" y="2510046"/>
                </a:cubicBezTo>
                <a:cubicBezTo>
                  <a:pt x="10405189" y="2503598"/>
                  <a:pt x="10417011" y="2497149"/>
                  <a:pt x="10429908" y="2497149"/>
                </a:cubicBezTo>
                <a:cubicBezTo>
                  <a:pt x="10429908" y="2471358"/>
                  <a:pt x="10429908" y="2452014"/>
                  <a:pt x="10429908" y="2432672"/>
                </a:cubicBezTo>
                <a:close/>
                <a:moveTo>
                  <a:pt x="10032259" y="2432672"/>
                </a:moveTo>
                <a:cubicBezTo>
                  <a:pt x="10032259" y="2452014"/>
                  <a:pt x="10038707" y="2464911"/>
                  <a:pt x="10051604" y="2464911"/>
                </a:cubicBezTo>
                <a:cubicBezTo>
                  <a:pt x="10051604" y="2439119"/>
                  <a:pt x="10045156" y="2432672"/>
                  <a:pt x="10032259" y="2432672"/>
                </a:cubicBezTo>
                <a:close/>
                <a:moveTo>
                  <a:pt x="17843543" y="2431480"/>
                </a:moveTo>
                <a:cubicBezTo>
                  <a:pt x="17856515" y="2437997"/>
                  <a:pt x="17875975" y="2444514"/>
                  <a:pt x="17888947" y="2457549"/>
                </a:cubicBezTo>
                <a:cubicBezTo>
                  <a:pt x="17914891" y="2464066"/>
                  <a:pt x="17934347" y="2477100"/>
                  <a:pt x="17960291" y="2490135"/>
                </a:cubicBezTo>
                <a:cubicBezTo>
                  <a:pt x="17986235" y="2503170"/>
                  <a:pt x="18012179" y="2516204"/>
                  <a:pt x="18031639" y="2529239"/>
                </a:cubicBezTo>
                <a:cubicBezTo>
                  <a:pt x="18050015" y="2542273"/>
                  <a:pt x="18062987" y="2547704"/>
                  <a:pt x="18075959" y="2554221"/>
                </a:cubicBezTo>
                <a:cubicBezTo>
                  <a:pt x="18075959" y="2567255"/>
                  <a:pt x="18075959" y="2573773"/>
                  <a:pt x="18075959" y="2586807"/>
                </a:cubicBezTo>
                <a:cubicBezTo>
                  <a:pt x="18056499" y="2586807"/>
                  <a:pt x="18031639" y="2586807"/>
                  <a:pt x="18012179" y="2586807"/>
                </a:cubicBezTo>
                <a:cubicBezTo>
                  <a:pt x="17999207" y="2561824"/>
                  <a:pt x="17979751" y="2554221"/>
                  <a:pt x="17960291" y="2547704"/>
                </a:cubicBezTo>
                <a:cubicBezTo>
                  <a:pt x="17914891" y="2529239"/>
                  <a:pt x="17875975" y="2509687"/>
                  <a:pt x="17830571" y="2496652"/>
                </a:cubicBezTo>
                <a:cubicBezTo>
                  <a:pt x="17830571" y="2470584"/>
                  <a:pt x="17837059" y="2451032"/>
                  <a:pt x="17843543" y="2431480"/>
                </a:cubicBezTo>
                <a:close/>
                <a:moveTo>
                  <a:pt x="17147051" y="2431480"/>
                </a:moveTo>
                <a:cubicBezTo>
                  <a:pt x="17147051" y="2450745"/>
                  <a:pt x="17141063" y="2463588"/>
                  <a:pt x="17129091" y="2463588"/>
                </a:cubicBezTo>
                <a:cubicBezTo>
                  <a:pt x="17129091" y="2444323"/>
                  <a:pt x="17135075" y="2431480"/>
                  <a:pt x="17147051" y="2431480"/>
                </a:cubicBezTo>
                <a:close/>
                <a:moveTo>
                  <a:pt x="16322338" y="2431480"/>
                </a:moveTo>
                <a:cubicBezTo>
                  <a:pt x="16322338" y="2450745"/>
                  <a:pt x="16316350" y="2463588"/>
                  <a:pt x="16304374" y="2463588"/>
                </a:cubicBezTo>
                <a:cubicBezTo>
                  <a:pt x="16304374" y="2437902"/>
                  <a:pt x="16310362" y="2431480"/>
                  <a:pt x="16322338" y="2431480"/>
                </a:cubicBezTo>
                <a:close/>
                <a:moveTo>
                  <a:pt x="13824427" y="2431480"/>
                </a:moveTo>
                <a:cubicBezTo>
                  <a:pt x="13824427" y="2477774"/>
                  <a:pt x="13786123" y="2464547"/>
                  <a:pt x="13773355" y="2464547"/>
                </a:cubicBezTo>
                <a:cubicBezTo>
                  <a:pt x="13786123" y="2444707"/>
                  <a:pt x="13805275" y="2438093"/>
                  <a:pt x="13824427" y="2431480"/>
                </a:cubicBezTo>
                <a:close/>
                <a:moveTo>
                  <a:pt x="845494" y="2427183"/>
                </a:moveTo>
                <a:cubicBezTo>
                  <a:pt x="909640" y="2432309"/>
                  <a:pt x="974391" y="2467285"/>
                  <a:pt x="1032486" y="2491407"/>
                </a:cubicBezTo>
                <a:cubicBezTo>
                  <a:pt x="1116400" y="2523569"/>
                  <a:pt x="1199239" y="2554659"/>
                  <a:pt x="1283154" y="2586821"/>
                </a:cubicBezTo>
                <a:cubicBezTo>
                  <a:pt x="1283154" y="2676876"/>
                  <a:pt x="1142219" y="2567524"/>
                  <a:pt x="1122855" y="2554659"/>
                </a:cubicBezTo>
                <a:cubicBezTo>
                  <a:pt x="1013120" y="2478542"/>
                  <a:pt x="885099" y="2530001"/>
                  <a:pt x="781817" y="2433515"/>
                </a:cubicBezTo>
                <a:cubicBezTo>
                  <a:pt x="802796" y="2427083"/>
                  <a:pt x="824111" y="2425475"/>
                  <a:pt x="845494" y="2427183"/>
                </a:cubicBezTo>
                <a:close/>
                <a:moveTo>
                  <a:pt x="11472595" y="2422901"/>
                </a:moveTo>
                <a:cubicBezTo>
                  <a:pt x="11449623" y="2421390"/>
                  <a:pt x="11422419" y="2440731"/>
                  <a:pt x="11398238" y="2445566"/>
                </a:cubicBezTo>
                <a:cubicBezTo>
                  <a:pt x="11365996" y="2458463"/>
                  <a:pt x="11333754" y="2471358"/>
                  <a:pt x="11301512" y="2484256"/>
                </a:cubicBezTo>
                <a:cubicBezTo>
                  <a:pt x="11262822" y="2497149"/>
                  <a:pt x="11230580" y="2516495"/>
                  <a:pt x="11192965" y="2522941"/>
                </a:cubicBezTo>
                <a:cubicBezTo>
                  <a:pt x="11167171" y="2529389"/>
                  <a:pt x="11134929" y="2522941"/>
                  <a:pt x="11115584" y="2554106"/>
                </a:cubicBezTo>
                <a:cubicBezTo>
                  <a:pt x="11051101" y="2522941"/>
                  <a:pt x="10981243" y="2573448"/>
                  <a:pt x="10916760" y="2599243"/>
                </a:cubicBezTo>
                <a:cubicBezTo>
                  <a:pt x="10974795" y="2599243"/>
                  <a:pt x="11025307" y="2599243"/>
                  <a:pt x="11076894" y="2586345"/>
                </a:cubicBezTo>
                <a:cubicBezTo>
                  <a:pt x="11122033" y="2573448"/>
                  <a:pt x="11173620" y="2547657"/>
                  <a:pt x="11217683" y="2542284"/>
                </a:cubicBezTo>
                <a:cubicBezTo>
                  <a:pt x="11314409" y="2529389"/>
                  <a:pt x="11411134" y="2497149"/>
                  <a:pt x="11493888" y="2432672"/>
                </a:cubicBezTo>
                <a:cubicBezTo>
                  <a:pt x="11487440" y="2426225"/>
                  <a:pt x="11480253" y="2423404"/>
                  <a:pt x="11472595" y="2422901"/>
                </a:cubicBezTo>
                <a:close/>
                <a:moveTo>
                  <a:pt x="13900203" y="2400427"/>
                </a:moveTo>
                <a:cubicBezTo>
                  <a:pt x="13900203" y="2419778"/>
                  <a:pt x="13900203" y="2439119"/>
                  <a:pt x="13900203" y="2464911"/>
                </a:cubicBezTo>
                <a:cubicBezTo>
                  <a:pt x="13893755" y="2464911"/>
                  <a:pt x="13874409" y="2452014"/>
                  <a:pt x="13861513" y="2471358"/>
                </a:cubicBezTo>
                <a:cubicBezTo>
                  <a:pt x="13855064" y="2497149"/>
                  <a:pt x="13886231" y="2497149"/>
                  <a:pt x="13893755" y="2503598"/>
                </a:cubicBezTo>
                <a:cubicBezTo>
                  <a:pt x="13924922" y="2503598"/>
                  <a:pt x="13963612" y="2510046"/>
                  <a:pt x="13995854" y="2477804"/>
                </a:cubicBezTo>
                <a:cubicBezTo>
                  <a:pt x="13982957" y="2471358"/>
                  <a:pt x="13970060" y="2464911"/>
                  <a:pt x="13963612" y="2452014"/>
                </a:cubicBezTo>
                <a:cubicBezTo>
                  <a:pt x="13963612" y="2439119"/>
                  <a:pt x="13963612" y="2426225"/>
                  <a:pt x="13963612" y="2419778"/>
                </a:cubicBezTo>
                <a:cubicBezTo>
                  <a:pt x="13957163" y="2406870"/>
                  <a:pt x="13944267" y="2419778"/>
                  <a:pt x="13937818" y="2419778"/>
                </a:cubicBezTo>
                <a:cubicBezTo>
                  <a:pt x="13924922" y="2419778"/>
                  <a:pt x="13912025" y="2406870"/>
                  <a:pt x="13900203" y="2400427"/>
                </a:cubicBezTo>
                <a:close/>
                <a:moveTo>
                  <a:pt x="19041559" y="2393591"/>
                </a:moveTo>
                <a:cubicBezTo>
                  <a:pt x="19070143" y="2392376"/>
                  <a:pt x="19104507" y="2434899"/>
                  <a:pt x="19128207" y="2444618"/>
                </a:cubicBezTo>
                <a:cubicBezTo>
                  <a:pt x="19090287" y="2444618"/>
                  <a:pt x="19053423" y="2438139"/>
                  <a:pt x="19015507" y="2412219"/>
                </a:cubicBezTo>
                <a:cubicBezTo>
                  <a:pt x="19023143" y="2399260"/>
                  <a:pt x="19032027" y="2393995"/>
                  <a:pt x="19041559" y="2393591"/>
                </a:cubicBezTo>
                <a:close/>
                <a:moveTo>
                  <a:pt x="11128481" y="2381086"/>
                </a:moveTo>
                <a:cubicBezTo>
                  <a:pt x="11051101" y="2381086"/>
                  <a:pt x="11051101" y="2381086"/>
                  <a:pt x="10961898" y="2432672"/>
                </a:cubicBezTo>
                <a:cubicBezTo>
                  <a:pt x="11089791" y="2413338"/>
                  <a:pt x="11089791" y="2413338"/>
                  <a:pt x="11128481" y="2381086"/>
                </a:cubicBezTo>
                <a:close/>
                <a:moveTo>
                  <a:pt x="16987427" y="2369862"/>
                </a:moveTo>
                <a:cubicBezTo>
                  <a:pt x="17001119" y="2369862"/>
                  <a:pt x="17019023" y="2376283"/>
                  <a:pt x="17019023" y="2401967"/>
                </a:cubicBezTo>
                <a:cubicBezTo>
                  <a:pt x="17006383" y="2395546"/>
                  <a:pt x="16993743" y="2389125"/>
                  <a:pt x="16982159" y="2382704"/>
                </a:cubicBezTo>
                <a:cubicBezTo>
                  <a:pt x="16982159" y="2376283"/>
                  <a:pt x="16987427" y="2376283"/>
                  <a:pt x="16987427" y="2369862"/>
                </a:cubicBezTo>
                <a:close/>
                <a:moveTo>
                  <a:pt x="18534659" y="2366944"/>
                </a:moveTo>
                <a:cubicBezTo>
                  <a:pt x="18543127" y="2373742"/>
                  <a:pt x="18544339" y="2399727"/>
                  <a:pt x="18549179" y="2419067"/>
                </a:cubicBezTo>
                <a:cubicBezTo>
                  <a:pt x="18568535" y="2464188"/>
                  <a:pt x="18620155" y="2425513"/>
                  <a:pt x="18620155" y="2496418"/>
                </a:cubicBezTo>
                <a:cubicBezTo>
                  <a:pt x="18607247" y="2496418"/>
                  <a:pt x="18587891" y="2489973"/>
                  <a:pt x="18587891" y="2522203"/>
                </a:cubicBezTo>
                <a:cubicBezTo>
                  <a:pt x="18594343" y="2522203"/>
                  <a:pt x="18620155" y="2509311"/>
                  <a:pt x="18620155" y="2541541"/>
                </a:cubicBezTo>
                <a:cubicBezTo>
                  <a:pt x="18613703" y="2566250"/>
                  <a:pt x="18620155" y="2560878"/>
                  <a:pt x="18631983" y="2546914"/>
                </a:cubicBezTo>
                <a:cubicBezTo>
                  <a:pt x="18664247" y="2515755"/>
                  <a:pt x="18702959" y="2509311"/>
                  <a:pt x="18748127" y="2522203"/>
                </a:cubicBezTo>
                <a:lnTo>
                  <a:pt x="18765595" y="2529864"/>
                </a:lnTo>
                <a:lnTo>
                  <a:pt x="18759563" y="2520160"/>
                </a:lnTo>
                <a:cubicBezTo>
                  <a:pt x="18765547" y="2513738"/>
                  <a:pt x="18771535" y="2507316"/>
                  <a:pt x="18771535" y="2507316"/>
                </a:cubicBezTo>
                <a:cubicBezTo>
                  <a:pt x="18774531" y="2513738"/>
                  <a:pt x="18776027" y="2518554"/>
                  <a:pt x="18776027" y="2523370"/>
                </a:cubicBezTo>
                <a:lnTo>
                  <a:pt x="18773267" y="2533230"/>
                </a:lnTo>
                <a:lnTo>
                  <a:pt x="18781195" y="2536706"/>
                </a:lnTo>
                <a:cubicBezTo>
                  <a:pt x="18793295" y="2543152"/>
                  <a:pt x="18806199" y="2551210"/>
                  <a:pt x="18819103" y="2560878"/>
                </a:cubicBezTo>
                <a:cubicBezTo>
                  <a:pt x="18832007" y="2572696"/>
                  <a:pt x="18851367" y="2585588"/>
                  <a:pt x="18863195" y="2572696"/>
                </a:cubicBezTo>
                <a:cubicBezTo>
                  <a:pt x="18901911" y="2541541"/>
                  <a:pt x="18947075" y="2604927"/>
                  <a:pt x="18979339" y="2624266"/>
                </a:cubicBezTo>
                <a:cubicBezTo>
                  <a:pt x="18947075" y="2650048"/>
                  <a:pt x="18908363" y="2675834"/>
                  <a:pt x="18876099" y="2708063"/>
                </a:cubicBezTo>
                <a:cubicBezTo>
                  <a:pt x="18953527" y="2771448"/>
                  <a:pt x="19030959" y="2842360"/>
                  <a:pt x="19107311" y="2906818"/>
                </a:cubicBezTo>
                <a:cubicBezTo>
                  <a:pt x="19146027" y="2939048"/>
                  <a:pt x="19184739" y="2971278"/>
                  <a:pt x="19229907" y="3008879"/>
                </a:cubicBezTo>
                <a:cubicBezTo>
                  <a:pt x="19254643" y="3028218"/>
                  <a:pt x="19286903" y="3060446"/>
                  <a:pt x="19319167" y="3060446"/>
                </a:cubicBezTo>
                <a:cubicBezTo>
                  <a:pt x="19306263" y="3028218"/>
                  <a:pt x="19299807" y="2989542"/>
                  <a:pt x="19286903" y="2951942"/>
                </a:cubicBezTo>
                <a:cubicBezTo>
                  <a:pt x="19306263" y="2939048"/>
                  <a:pt x="19332071" y="2932601"/>
                  <a:pt x="19357879" y="2919712"/>
                </a:cubicBezTo>
                <a:cubicBezTo>
                  <a:pt x="19357879" y="2951942"/>
                  <a:pt x="19357879" y="2983096"/>
                  <a:pt x="19357879" y="3015325"/>
                </a:cubicBezTo>
                <a:cubicBezTo>
                  <a:pt x="19377239" y="3015325"/>
                  <a:pt x="19390143" y="2976653"/>
                  <a:pt x="19409499" y="2976653"/>
                </a:cubicBezTo>
                <a:cubicBezTo>
                  <a:pt x="19441763" y="2976653"/>
                  <a:pt x="19466495" y="3015325"/>
                  <a:pt x="19492307" y="3028218"/>
                </a:cubicBezTo>
                <a:cubicBezTo>
                  <a:pt x="19448215" y="3099124"/>
                  <a:pt x="19550379" y="3162515"/>
                  <a:pt x="19550379" y="3073341"/>
                </a:cubicBezTo>
                <a:cubicBezTo>
                  <a:pt x="19531019" y="3073341"/>
                  <a:pt x="19505211" y="3086232"/>
                  <a:pt x="19492307" y="3060446"/>
                </a:cubicBezTo>
                <a:cubicBezTo>
                  <a:pt x="19524567" y="3002434"/>
                  <a:pt x="19589091" y="3079786"/>
                  <a:pt x="19627807" y="3092678"/>
                </a:cubicBezTo>
                <a:cubicBezTo>
                  <a:pt x="19608451" y="3105569"/>
                  <a:pt x="19582639" y="3105569"/>
                  <a:pt x="19582639" y="3137801"/>
                </a:cubicBezTo>
                <a:cubicBezTo>
                  <a:pt x="19621355" y="3137801"/>
                  <a:pt x="19634259" y="3194740"/>
                  <a:pt x="19660067" y="3226970"/>
                </a:cubicBezTo>
                <a:cubicBezTo>
                  <a:pt x="19684803" y="3265647"/>
                  <a:pt x="19717067" y="3291431"/>
                  <a:pt x="19755779" y="3310769"/>
                </a:cubicBezTo>
                <a:cubicBezTo>
                  <a:pt x="19839663" y="3362334"/>
                  <a:pt x="19935371" y="3381680"/>
                  <a:pt x="20019255" y="3432170"/>
                </a:cubicBezTo>
                <a:cubicBezTo>
                  <a:pt x="20006347" y="3445062"/>
                  <a:pt x="20012803" y="3483739"/>
                  <a:pt x="19999895" y="3503076"/>
                </a:cubicBezTo>
                <a:cubicBezTo>
                  <a:pt x="19986991" y="3522414"/>
                  <a:pt x="19967635" y="3522414"/>
                  <a:pt x="19954731" y="3528860"/>
                </a:cubicBezTo>
                <a:cubicBezTo>
                  <a:pt x="19954731" y="3541751"/>
                  <a:pt x="19961183" y="3548197"/>
                  <a:pt x="19967635" y="3554644"/>
                </a:cubicBezTo>
                <a:cubicBezTo>
                  <a:pt x="19961183" y="3554644"/>
                  <a:pt x="19954731" y="3561091"/>
                  <a:pt x="19954731" y="3567536"/>
                </a:cubicBezTo>
                <a:lnTo>
                  <a:pt x="19956223" y="3592397"/>
                </a:lnTo>
                <a:lnTo>
                  <a:pt x="19956343" y="3594395"/>
                </a:lnTo>
                <a:cubicBezTo>
                  <a:pt x="19957955" y="3602182"/>
                  <a:pt x="19961183" y="3608356"/>
                  <a:pt x="19967635" y="3611589"/>
                </a:cubicBezTo>
                <a:cubicBezTo>
                  <a:pt x="19948279" y="3624478"/>
                  <a:pt x="19935371" y="3630923"/>
                  <a:pt x="19922467" y="3643813"/>
                </a:cubicBezTo>
                <a:cubicBezTo>
                  <a:pt x="19922467" y="3618033"/>
                  <a:pt x="19916015" y="3598691"/>
                  <a:pt x="19909563" y="3579354"/>
                </a:cubicBezTo>
                <a:cubicBezTo>
                  <a:pt x="19909563" y="3572907"/>
                  <a:pt x="19916015" y="3567536"/>
                  <a:pt x="19916015" y="3561091"/>
                </a:cubicBezTo>
                <a:cubicBezTo>
                  <a:pt x="19922467" y="3541751"/>
                  <a:pt x="19909563" y="3554644"/>
                  <a:pt x="19903111" y="3554644"/>
                </a:cubicBezTo>
                <a:cubicBezTo>
                  <a:pt x="19883751" y="3579354"/>
                  <a:pt x="19852567" y="3554644"/>
                  <a:pt x="19833207" y="3535307"/>
                </a:cubicBezTo>
                <a:cubicBezTo>
                  <a:pt x="19762231" y="3470848"/>
                  <a:pt x="19684803" y="3425725"/>
                  <a:pt x="19608451" y="3367695"/>
                </a:cubicBezTo>
                <a:cubicBezTo>
                  <a:pt x="19531019" y="3310769"/>
                  <a:pt x="19454667" y="3252754"/>
                  <a:pt x="19370787" y="3194740"/>
                </a:cubicBezTo>
                <a:cubicBezTo>
                  <a:pt x="19332071" y="3168956"/>
                  <a:pt x="19299807" y="3144246"/>
                  <a:pt x="19262171" y="3118462"/>
                </a:cubicBezTo>
                <a:cubicBezTo>
                  <a:pt x="19242811" y="3105569"/>
                  <a:pt x="19223455" y="3092678"/>
                  <a:pt x="19204099" y="3086232"/>
                </a:cubicBezTo>
                <a:cubicBezTo>
                  <a:pt x="19178287" y="3066896"/>
                  <a:pt x="19197647" y="3060446"/>
                  <a:pt x="19191195" y="3028218"/>
                </a:cubicBezTo>
                <a:cubicBezTo>
                  <a:pt x="19178287" y="2983096"/>
                  <a:pt x="19126667" y="2971278"/>
                  <a:pt x="19100859" y="2957311"/>
                </a:cubicBezTo>
                <a:cubicBezTo>
                  <a:pt x="19068599" y="2945494"/>
                  <a:pt x="19037411" y="2919712"/>
                  <a:pt x="18998695" y="2900372"/>
                </a:cubicBezTo>
                <a:cubicBezTo>
                  <a:pt x="18921267" y="2848806"/>
                  <a:pt x="18837387" y="2797226"/>
                  <a:pt x="18754579" y="2752111"/>
                </a:cubicBezTo>
                <a:cubicBezTo>
                  <a:pt x="18683603" y="2708063"/>
                  <a:pt x="18607247" y="2662938"/>
                  <a:pt x="18536271" y="2604927"/>
                </a:cubicBezTo>
                <a:cubicBezTo>
                  <a:pt x="18523367" y="2592034"/>
                  <a:pt x="18484655" y="2566250"/>
                  <a:pt x="18491107" y="2535095"/>
                </a:cubicBezTo>
                <a:cubicBezTo>
                  <a:pt x="18497559" y="2509311"/>
                  <a:pt x="18529819" y="2528649"/>
                  <a:pt x="18529819" y="2496418"/>
                </a:cubicBezTo>
                <a:cubicBezTo>
                  <a:pt x="18516915" y="2496418"/>
                  <a:pt x="18504011" y="2489973"/>
                  <a:pt x="18491107" y="2477081"/>
                </a:cubicBezTo>
                <a:cubicBezTo>
                  <a:pt x="18504011" y="2470634"/>
                  <a:pt x="18516915" y="2464188"/>
                  <a:pt x="18529819" y="2464188"/>
                </a:cubicBezTo>
                <a:cubicBezTo>
                  <a:pt x="18523367" y="2438405"/>
                  <a:pt x="18497559" y="2386835"/>
                  <a:pt x="18523367" y="2367497"/>
                </a:cubicBezTo>
                <a:cubicBezTo>
                  <a:pt x="18528207" y="2364544"/>
                  <a:pt x="18531835" y="2364678"/>
                  <a:pt x="18534659" y="2366944"/>
                </a:cubicBezTo>
                <a:close/>
                <a:moveTo>
                  <a:pt x="14178042" y="2365763"/>
                </a:moveTo>
                <a:cubicBezTo>
                  <a:pt x="14188125" y="2366531"/>
                  <a:pt x="14197432" y="2369606"/>
                  <a:pt x="14203637" y="2378829"/>
                </a:cubicBezTo>
                <a:cubicBezTo>
                  <a:pt x="14185022" y="2384977"/>
                  <a:pt x="14166408" y="2391126"/>
                  <a:pt x="14147793" y="2397274"/>
                </a:cubicBezTo>
                <a:cubicBezTo>
                  <a:pt x="14147793" y="2391126"/>
                  <a:pt x="14147793" y="2378829"/>
                  <a:pt x="14147793" y="2366531"/>
                </a:cubicBezTo>
                <a:cubicBezTo>
                  <a:pt x="14157101" y="2366531"/>
                  <a:pt x="14167959" y="2364994"/>
                  <a:pt x="14178042" y="2365763"/>
                </a:cubicBezTo>
                <a:close/>
                <a:moveTo>
                  <a:pt x="15749418" y="2360442"/>
                </a:moveTo>
                <a:cubicBezTo>
                  <a:pt x="15769250" y="2360578"/>
                  <a:pt x="15786672" y="2368725"/>
                  <a:pt x="15786672" y="2400767"/>
                </a:cubicBezTo>
                <a:cubicBezTo>
                  <a:pt x="15767374" y="2400767"/>
                  <a:pt x="15697690" y="2439870"/>
                  <a:pt x="15697690" y="2368181"/>
                </a:cubicBezTo>
                <a:cubicBezTo>
                  <a:pt x="15707338" y="2368181"/>
                  <a:pt x="15729584" y="2360306"/>
                  <a:pt x="15749418" y="2360442"/>
                </a:cubicBezTo>
                <a:close/>
                <a:moveTo>
                  <a:pt x="18389035" y="2358528"/>
                </a:moveTo>
                <a:cubicBezTo>
                  <a:pt x="18423703" y="2356568"/>
                  <a:pt x="18463591" y="2401794"/>
                  <a:pt x="18493047" y="2411447"/>
                </a:cubicBezTo>
                <a:cubicBezTo>
                  <a:pt x="18447227" y="2411447"/>
                  <a:pt x="18402499" y="2405010"/>
                  <a:pt x="18356683" y="2379282"/>
                </a:cubicBezTo>
                <a:cubicBezTo>
                  <a:pt x="18366499" y="2365077"/>
                  <a:pt x="18377479" y="2359181"/>
                  <a:pt x="18389035" y="2358528"/>
                </a:cubicBezTo>
                <a:close/>
                <a:moveTo>
                  <a:pt x="18495775" y="2349279"/>
                </a:moveTo>
                <a:cubicBezTo>
                  <a:pt x="18497415" y="2347907"/>
                  <a:pt x="18500695" y="2349653"/>
                  <a:pt x="18507259" y="2353146"/>
                </a:cubicBezTo>
                <a:cubicBezTo>
                  <a:pt x="18500695" y="2358135"/>
                  <a:pt x="18500695" y="2358135"/>
                  <a:pt x="18494135" y="2364123"/>
                </a:cubicBezTo>
                <a:cubicBezTo>
                  <a:pt x="18494135" y="2355142"/>
                  <a:pt x="18494135" y="2350651"/>
                  <a:pt x="18495775" y="2349279"/>
                </a:cubicBezTo>
                <a:close/>
                <a:moveTo>
                  <a:pt x="16969579" y="2349279"/>
                </a:moveTo>
                <a:cubicBezTo>
                  <a:pt x="16971223" y="2347907"/>
                  <a:pt x="16974503" y="2349653"/>
                  <a:pt x="16981067" y="2353146"/>
                </a:cubicBezTo>
                <a:cubicBezTo>
                  <a:pt x="16974503" y="2358135"/>
                  <a:pt x="16974503" y="2358135"/>
                  <a:pt x="16967939" y="2364123"/>
                </a:cubicBezTo>
                <a:cubicBezTo>
                  <a:pt x="16967939" y="2355142"/>
                  <a:pt x="16967939" y="2350651"/>
                  <a:pt x="16969579" y="2349279"/>
                </a:cubicBezTo>
                <a:close/>
                <a:moveTo>
                  <a:pt x="11692713" y="2348847"/>
                </a:moveTo>
                <a:cubicBezTo>
                  <a:pt x="11660471" y="2356369"/>
                  <a:pt x="11609959" y="2337027"/>
                  <a:pt x="11597062" y="2400427"/>
                </a:cubicBezTo>
                <a:cubicBezTo>
                  <a:pt x="11673368" y="2381086"/>
                  <a:pt x="11673368" y="2381086"/>
                  <a:pt x="11692713" y="2348847"/>
                </a:cubicBezTo>
                <a:close/>
                <a:moveTo>
                  <a:pt x="13918473" y="2337027"/>
                </a:moveTo>
                <a:cubicBezTo>
                  <a:pt x="13918473" y="2361740"/>
                  <a:pt x="13924922" y="2368190"/>
                  <a:pt x="13937818" y="2368190"/>
                </a:cubicBezTo>
                <a:cubicBezTo>
                  <a:pt x="13937818" y="2348847"/>
                  <a:pt x="13931370" y="2337027"/>
                  <a:pt x="13918473" y="2337027"/>
                </a:cubicBezTo>
                <a:close/>
                <a:moveTo>
                  <a:pt x="15583936" y="2336684"/>
                </a:moveTo>
                <a:cubicBezTo>
                  <a:pt x="15595910" y="2336684"/>
                  <a:pt x="15601898" y="2348849"/>
                  <a:pt x="15601898" y="2368757"/>
                </a:cubicBezTo>
                <a:cubicBezTo>
                  <a:pt x="15589924" y="2368757"/>
                  <a:pt x="15583936" y="2362120"/>
                  <a:pt x="15583936" y="2336684"/>
                </a:cubicBezTo>
                <a:close/>
                <a:moveTo>
                  <a:pt x="18265899" y="2322616"/>
                </a:moveTo>
                <a:cubicBezTo>
                  <a:pt x="18279499" y="2322616"/>
                  <a:pt x="18297003" y="2325826"/>
                  <a:pt x="18303467" y="2325826"/>
                </a:cubicBezTo>
                <a:cubicBezTo>
                  <a:pt x="18290543" y="2345090"/>
                  <a:pt x="18271151" y="2338669"/>
                  <a:pt x="18251763" y="2338669"/>
                </a:cubicBezTo>
                <a:cubicBezTo>
                  <a:pt x="18242607" y="2325826"/>
                  <a:pt x="18252303" y="2322616"/>
                  <a:pt x="18265899" y="2322616"/>
                </a:cubicBezTo>
                <a:close/>
                <a:moveTo>
                  <a:pt x="14337383" y="2322530"/>
                </a:moveTo>
                <a:cubicBezTo>
                  <a:pt x="14587803" y="2347248"/>
                  <a:pt x="14844672" y="2398834"/>
                  <a:pt x="15095092" y="2431077"/>
                </a:cubicBezTo>
                <a:cubicBezTo>
                  <a:pt x="15216540" y="2450421"/>
                  <a:pt x="15332614" y="2463317"/>
                  <a:pt x="15447614" y="2502007"/>
                </a:cubicBezTo>
                <a:cubicBezTo>
                  <a:pt x="15562614" y="2540695"/>
                  <a:pt x="15685138" y="2546069"/>
                  <a:pt x="15800138" y="2578310"/>
                </a:cubicBezTo>
                <a:cubicBezTo>
                  <a:pt x="15929110" y="2610551"/>
                  <a:pt x="16050558" y="2649240"/>
                  <a:pt x="16178454" y="2694378"/>
                </a:cubicBezTo>
                <a:cubicBezTo>
                  <a:pt x="16236492" y="2713722"/>
                  <a:pt x="16486912" y="2783576"/>
                  <a:pt x="16506258" y="2802908"/>
                </a:cubicBezTo>
                <a:cubicBezTo>
                  <a:pt x="16551398" y="2848065"/>
                  <a:pt x="16608360" y="2841618"/>
                  <a:pt x="16653500" y="2854514"/>
                </a:cubicBezTo>
                <a:cubicBezTo>
                  <a:pt x="16711538" y="2873857"/>
                  <a:pt x="16769574" y="2893202"/>
                  <a:pt x="16826539" y="2918995"/>
                </a:cubicBezTo>
                <a:cubicBezTo>
                  <a:pt x="16884575" y="2944787"/>
                  <a:pt x="16942611" y="2963057"/>
                  <a:pt x="17000651" y="2988849"/>
                </a:cubicBezTo>
                <a:cubicBezTo>
                  <a:pt x="17044715" y="3008194"/>
                  <a:pt x="17180135" y="3059779"/>
                  <a:pt x="17237099" y="3066234"/>
                </a:cubicBezTo>
                <a:cubicBezTo>
                  <a:pt x="17256443" y="3066234"/>
                  <a:pt x="17275791" y="3059779"/>
                  <a:pt x="17295135" y="3079125"/>
                </a:cubicBezTo>
                <a:cubicBezTo>
                  <a:pt x="17308031" y="3092026"/>
                  <a:pt x="17506863" y="3143608"/>
                  <a:pt x="17558451" y="3175848"/>
                </a:cubicBezTo>
                <a:cubicBezTo>
                  <a:pt x="17584247" y="3187669"/>
                  <a:pt x="17602519" y="3213464"/>
                  <a:pt x="17628311" y="3226360"/>
                </a:cubicBezTo>
                <a:cubicBezTo>
                  <a:pt x="17647659" y="3232807"/>
                  <a:pt x="17910975" y="3355321"/>
                  <a:pt x="17930319" y="3348874"/>
                </a:cubicBezTo>
                <a:cubicBezTo>
                  <a:pt x="17949667" y="3348874"/>
                  <a:pt x="17975463" y="3348874"/>
                  <a:pt x="17994807" y="3373613"/>
                </a:cubicBezTo>
                <a:cubicBezTo>
                  <a:pt x="18032423" y="3425183"/>
                  <a:pt x="18077563" y="3457419"/>
                  <a:pt x="18122703" y="3476768"/>
                </a:cubicBezTo>
                <a:cubicBezTo>
                  <a:pt x="18174291" y="3496111"/>
                  <a:pt x="18455879" y="3649795"/>
                  <a:pt x="18494571" y="3669140"/>
                </a:cubicBezTo>
                <a:cubicBezTo>
                  <a:pt x="18584851" y="3720724"/>
                  <a:pt x="18680507" y="3772311"/>
                  <a:pt x="18770787" y="3822821"/>
                </a:cubicBezTo>
                <a:cubicBezTo>
                  <a:pt x="18866439" y="3880855"/>
                  <a:pt x="18963171" y="3932447"/>
                  <a:pt x="19058823" y="3989399"/>
                </a:cubicBezTo>
                <a:cubicBezTo>
                  <a:pt x="19103963" y="4015196"/>
                  <a:pt x="19149103" y="4040988"/>
                  <a:pt x="19194243" y="4060333"/>
                </a:cubicBezTo>
                <a:cubicBezTo>
                  <a:pt x="19226487" y="4079678"/>
                  <a:pt x="19405971" y="4118365"/>
                  <a:pt x="19469383" y="4163505"/>
                </a:cubicBezTo>
                <a:cubicBezTo>
                  <a:pt x="19501627" y="4188223"/>
                  <a:pt x="19533871" y="4206396"/>
                  <a:pt x="19566111" y="4232189"/>
                </a:cubicBezTo>
                <a:cubicBezTo>
                  <a:pt x="19585459" y="4245085"/>
                  <a:pt x="19630599" y="4354705"/>
                  <a:pt x="19611251" y="4335361"/>
                </a:cubicBezTo>
                <a:cubicBezTo>
                  <a:pt x="19591907" y="4316016"/>
                  <a:pt x="19226487" y="4176401"/>
                  <a:pt x="19027655" y="4099024"/>
                </a:cubicBezTo>
                <a:cubicBezTo>
                  <a:pt x="18943823" y="4060333"/>
                  <a:pt x="18853543" y="4040988"/>
                  <a:pt x="18777235" y="3977580"/>
                </a:cubicBezTo>
                <a:cubicBezTo>
                  <a:pt x="18741767" y="3945339"/>
                  <a:pt x="18703347" y="3917933"/>
                  <a:pt x="18664115" y="3895366"/>
                </a:cubicBezTo>
                <a:lnTo>
                  <a:pt x="18615335" y="3873366"/>
                </a:lnTo>
                <a:lnTo>
                  <a:pt x="18546163" y="3842168"/>
                </a:lnTo>
                <a:cubicBezTo>
                  <a:pt x="18546163" y="3887300"/>
                  <a:pt x="18584851" y="3880855"/>
                  <a:pt x="18604199" y="3893754"/>
                </a:cubicBezTo>
                <a:cubicBezTo>
                  <a:pt x="18642891" y="3913099"/>
                  <a:pt x="18674059" y="3951788"/>
                  <a:pt x="18712751" y="3971132"/>
                </a:cubicBezTo>
                <a:cubicBezTo>
                  <a:pt x="18733707" y="3980536"/>
                  <a:pt x="18754195" y="3992024"/>
                  <a:pt x="18774347" y="4005068"/>
                </a:cubicBezTo>
                <a:lnTo>
                  <a:pt x="18788215" y="4015151"/>
                </a:lnTo>
                <a:lnTo>
                  <a:pt x="18783259" y="4000079"/>
                </a:lnTo>
                <a:cubicBezTo>
                  <a:pt x="18789243" y="3986165"/>
                  <a:pt x="18789243" y="3992589"/>
                  <a:pt x="18801219" y="4000079"/>
                </a:cubicBezTo>
                <a:cubicBezTo>
                  <a:pt x="18798227" y="4002756"/>
                  <a:pt x="18795231" y="4004093"/>
                  <a:pt x="18792987" y="4006367"/>
                </a:cubicBezTo>
                <a:lnTo>
                  <a:pt x="18789851" y="4016339"/>
                </a:lnTo>
                <a:lnTo>
                  <a:pt x="18833931" y="4048377"/>
                </a:lnTo>
                <a:cubicBezTo>
                  <a:pt x="18873159" y="4079678"/>
                  <a:pt x="18911583" y="4115143"/>
                  <a:pt x="18950271" y="4150608"/>
                </a:cubicBezTo>
                <a:cubicBezTo>
                  <a:pt x="18930927" y="4157057"/>
                  <a:pt x="18905131" y="4150608"/>
                  <a:pt x="18898683" y="4194574"/>
                </a:cubicBezTo>
                <a:cubicBezTo>
                  <a:pt x="18898683" y="4212844"/>
                  <a:pt x="18892235" y="4219292"/>
                  <a:pt x="18879339" y="4219292"/>
                </a:cubicBezTo>
                <a:cubicBezTo>
                  <a:pt x="18853543" y="4219292"/>
                  <a:pt x="18834199" y="4188223"/>
                  <a:pt x="18809479" y="4182849"/>
                </a:cubicBezTo>
                <a:cubicBezTo>
                  <a:pt x="18809479" y="4197800"/>
                  <a:pt x="18815659" y="4203710"/>
                  <a:pt x="18823583" y="4208277"/>
                </a:cubicBezTo>
                <a:lnTo>
                  <a:pt x="18835699" y="4214809"/>
                </a:lnTo>
                <a:lnTo>
                  <a:pt x="18847371" y="4208674"/>
                </a:lnTo>
                <a:cubicBezTo>
                  <a:pt x="18849615" y="4209291"/>
                  <a:pt x="18850863" y="4212007"/>
                  <a:pt x="18853359" y="4214969"/>
                </a:cubicBezTo>
                <a:cubicBezTo>
                  <a:pt x="18850863" y="4217932"/>
                  <a:pt x="18849615" y="4220894"/>
                  <a:pt x="18847371" y="4221635"/>
                </a:cubicBezTo>
                <a:lnTo>
                  <a:pt x="18837243" y="4215997"/>
                </a:lnTo>
                <a:lnTo>
                  <a:pt x="18848171" y="4225741"/>
                </a:lnTo>
                <a:cubicBezTo>
                  <a:pt x="18828823" y="4257982"/>
                  <a:pt x="18796583" y="4225741"/>
                  <a:pt x="18777235" y="4212844"/>
                </a:cubicBezTo>
                <a:cubicBezTo>
                  <a:pt x="18744991" y="4194574"/>
                  <a:pt x="18712751" y="4182849"/>
                  <a:pt x="18680507" y="4163505"/>
                </a:cubicBezTo>
                <a:cubicBezTo>
                  <a:pt x="18610647" y="4124816"/>
                  <a:pt x="18539711" y="4086126"/>
                  <a:pt x="18468779" y="4047437"/>
                </a:cubicBezTo>
                <a:cubicBezTo>
                  <a:pt x="18327983" y="3971132"/>
                  <a:pt x="18187191" y="3893754"/>
                  <a:pt x="18038871" y="3822821"/>
                </a:cubicBezTo>
                <a:cubicBezTo>
                  <a:pt x="17898079" y="3752968"/>
                  <a:pt x="17750835" y="3669140"/>
                  <a:pt x="17602519" y="3630451"/>
                </a:cubicBezTo>
                <a:cubicBezTo>
                  <a:pt x="17571351" y="3617555"/>
                  <a:pt x="17532659" y="3624002"/>
                  <a:pt x="17500415" y="3598206"/>
                </a:cubicBezTo>
                <a:cubicBezTo>
                  <a:pt x="17474619" y="3586387"/>
                  <a:pt x="17468171" y="3541249"/>
                  <a:pt x="17448827" y="3528353"/>
                </a:cubicBezTo>
                <a:cubicBezTo>
                  <a:pt x="17429479" y="3502559"/>
                  <a:pt x="17416583" y="3547694"/>
                  <a:pt x="17397239" y="3554146"/>
                </a:cubicBezTo>
                <a:cubicBezTo>
                  <a:pt x="17378967" y="3560593"/>
                  <a:pt x="17076959" y="3418733"/>
                  <a:pt x="17031819" y="3392942"/>
                </a:cubicBezTo>
                <a:cubicBezTo>
                  <a:pt x="17006023" y="3381122"/>
                  <a:pt x="16986679" y="3348874"/>
                  <a:pt x="16961959" y="3329530"/>
                </a:cubicBezTo>
                <a:cubicBezTo>
                  <a:pt x="16949059" y="3323082"/>
                  <a:pt x="16923267" y="3329530"/>
                  <a:pt x="16923267" y="3290841"/>
                </a:cubicBezTo>
                <a:cubicBezTo>
                  <a:pt x="16945835" y="3290841"/>
                  <a:pt x="16968139" y="3294066"/>
                  <a:pt x="16989635" y="3299710"/>
                </a:cubicBezTo>
                <a:lnTo>
                  <a:pt x="16998875" y="3303219"/>
                </a:lnTo>
                <a:lnTo>
                  <a:pt x="16995631" y="3290157"/>
                </a:lnTo>
                <a:cubicBezTo>
                  <a:pt x="16997875" y="3286745"/>
                  <a:pt x="17002363" y="3286745"/>
                  <a:pt x="17004859" y="3293569"/>
                </a:cubicBezTo>
                <a:cubicBezTo>
                  <a:pt x="17002363" y="3296981"/>
                  <a:pt x="17001119" y="3298689"/>
                  <a:pt x="17000495" y="3300395"/>
                </a:cubicBezTo>
                <a:lnTo>
                  <a:pt x="17000191" y="3303718"/>
                </a:lnTo>
                <a:lnTo>
                  <a:pt x="17051163" y="3323082"/>
                </a:lnTo>
                <a:cubicBezTo>
                  <a:pt x="17051163" y="3290841"/>
                  <a:pt x="17038267" y="3290841"/>
                  <a:pt x="17018919" y="3290841"/>
                </a:cubicBezTo>
                <a:cubicBezTo>
                  <a:pt x="17000651" y="3284394"/>
                  <a:pt x="16981303" y="3265049"/>
                  <a:pt x="16961959" y="3258601"/>
                </a:cubicBezTo>
                <a:cubicBezTo>
                  <a:pt x="16936163" y="3252153"/>
                  <a:pt x="16916819" y="3252153"/>
                  <a:pt x="16897471" y="3239254"/>
                </a:cubicBezTo>
                <a:cubicBezTo>
                  <a:pt x="16878127" y="3219911"/>
                  <a:pt x="16884575" y="3194117"/>
                  <a:pt x="16884575" y="3168325"/>
                </a:cubicBezTo>
                <a:cubicBezTo>
                  <a:pt x="16968407" y="3187669"/>
                  <a:pt x="17051163" y="3219911"/>
                  <a:pt x="17141443" y="3194117"/>
                </a:cubicBezTo>
                <a:cubicBezTo>
                  <a:pt x="17096303" y="3181222"/>
                  <a:pt x="17051163" y="3175848"/>
                  <a:pt x="17012471" y="3161879"/>
                </a:cubicBezTo>
                <a:cubicBezTo>
                  <a:pt x="16986679" y="3156504"/>
                  <a:pt x="16961959" y="3156504"/>
                  <a:pt x="16936163" y="3143608"/>
                </a:cubicBezTo>
                <a:cubicBezTo>
                  <a:pt x="16916819" y="3130709"/>
                  <a:pt x="16929715" y="3111367"/>
                  <a:pt x="16916819" y="3085574"/>
                </a:cubicBezTo>
                <a:cubicBezTo>
                  <a:pt x="16910371" y="3072677"/>
                  <a:pt x="16897471" y="3059779"/>
                  <a:pt x="16884575" y="3053332"/>
                </a:cubicBezTo>
                <a:cubicBezTo>
                  <a:pt x="16852331" y="3040434"/>
                  <a:pt x="16820091" y="3040434"/>
                  <a:pt x="16787847" y="3033986"/>
                </a:cubicBezTo>
                <a:cubicBezTo>
                  <a:pt x="16672846" y="3021090"/>
                  <a:pt x="16557846" y="2963057"/>
                  <a:pt x="16441772" y="2931889"/>
                </a:cubicBezTo>
                <a:cubicBezTo>
                  <a:pt x="16320324" y="2886754"/>
                  <a:pt x="15942006" y="2770680"/>
                  <a:pt x="15877520" y="2757784"/>
                </a:cubicBezTo>
                <a:cubicBezTo>
                  <a:pt x="15851726" y="2751337"/>
                  <a:pt x="15832380" y="2757784"/>
                  <a:pt x="15806586" y="2745966"/>
                </a:cubicBezTo>
                <a:cubicBezTo>
                  <a:pt x="15780792" y="2739515"/>
                  <a:pt x="15787240" y="2720168"/>
                  <a:pt x="15787240" y="2687931"/>
                </a:cubicBezTo>
                <a:cubicBezTo>
                  <a:pt x="15780792" y="2649240"/>
                  <a:pt x="15730278" y="2662135"/>
                  <a:pt x="15710932" y="2662135"/>
                </a:cubicBezTo>
                <a:cubicBezTo>
                  <a:pt x="15678690" y="2655689"/>
                  <a:pt x="15652894" y="2649240"/>
                  <a:pt x="15620652" y="2642793"/>
                </a:cubicBezTo>
                <a:cubicBezTo>
                  <a:pt x="15556166" y="2629896"/>
                  <a:pt x="15499204" y="2616998"/>
                  <a:pt x="15434718" y="2604104"/>
                </a:cubicBezTo>
                <a:cubicBezTo>
                  <a:pt x="15306820" y="2578310"/>
                  <a:pt x="15184298" y="2565413"/>
                  <a:pt x="15056400" y="2527799"/>
                </a:cubicBezTo>
                <a:cubicBezTo>
                  <a:pt x="15030606" y="2521352"/>
                  <a:pt x="15011260" y="2489110"/>
                  <a:pt x="14985466" y="2482665"/>
                </a:cubicBezTo>
                <a:cubicBezTo>
                  <a:pt x="14959672" y="2476213"/>
                  <a:pt x="14928504" y="2463317"/>
                  <a:pt x="14902709" y="2456869"/>
                </a:cubicBezTo>
                <a:cubicBezTo>
                  <a:pt x="14838223" y="2443973"/>
                  <a:pt x="14780186" y="2431077"/>
                  <a:pt x="14716775" y="2418183"/>
                </a:cubicBezTo>
                <a:cubicBezTo>
                  <a:pt x="14587803" y="2392385"/>
                  <a:pt x="14466355" y="2360144"/>
                  <a:pt x="14337383" y="2322530"/>
                </a:cubicBezTo>
                <a:close/>
                <a:moveTo>
                  <a:pt x="11757197" y="2317683"/>
                </a:moveTo>
                <a:cubicBezTo>
                  <a:pt x="11737851" y="2324131"/>
                  <a:pt x="11712058" y="2330579"/>
                  <a:pt x="11712058" y="2368190"/>
                </a:cubicBezTo>
                <a:cubicBezTo>
                  <a:pt x="11731403" y="2368190"/>
                  <a:pt x="11750748" y="2368190"/>
                  <a:pt x="11770093" y="2368190"/>
                </a:cubicBezTo>
                <a:cubicBezTo>
                  <a:pt x="11763645" y="2348847"/>
                  <a:pt x="11757197" y="2337027"/>
                  <a:pt x="11757197" y="2317683"/>
                </a:cubicBezTo>
                <a:close/>
                <a:moveTo>
                  <a:pt x="19052427" y="2312984"/>
                </a:moveTo>
                <a:cubicBezTo>
                  <a:pt x="19052427" y="2333459"/>
                  <a:pt x="19045443" y="2340284"/>
                  <a:pt x="19034467" y="2340284"/>
                </a:cubicBezTo>
                <a:cubicBezTo>
                  <a:pt x="19034467" y="2319809"/>
                  <a:pt x="19039455" y="2312984"/>
                  <a:pt x="19052427" y="2312984"/>
                </a:cubicBezTo>
                <a:close/>
                <a:moveTo>
                  <a:pt x="14280505" y="2309654"/>
                </a:moveTo>
                <a:cubicBezTo>
                  <a:pt x="14293144" y="2309654"/>
                  <a:pt x="14317369" y="2303505"/>
                  <a:pt x="14317369" y="2334248"/>
                </a:cubicBezTo>
                <a:cubicBezTo>
                  <a:pt x="14305783" y="2334248"/>
                  <a:pt x="14280505" y="2340396"/>
                  <a:pt x="14280505" y="2309654"/>
                </a:cubicBezTo>
                <a:close/>
                <a:moveTo>
                  <a:pt x="10449253" y="2291889"/>
                </a:moveTo>
                <a:cubicBezTo>
                  <a:pt x="10295567" y="2324131"/>
                  <a:pt x="10167675" y="2381086"/>
                  <a:pt x="10167675" y="2400427"/>
                </a:cubicBezTo>
                <a:cubicBezTo>
                  <a:pt x="10263325" y="2361740"/>
                  <a:pt x="10353603" y="2330579"/>
                  <a:pt x="10449253" y="2291889"/>
                </a:cubicBezTo>
                <a:close/>
                <a:moveTo>
                  <a:pt x="15292532" y="2288812"/>
                </a:moveTo>
                <a:cubicBezTo>
                  <a:pt x="15293352" y="2286253"/>
                  <a:pt x="15296634" y="2287959"/>
                  <a:pt x="15303196" y="2291371"/>
                </a:cubicBezTo>
                <a:cubicBezTo>
                  <a:pt x="15296634" y="2298195"/>
                  <a:pt x="15296634" y="2298195"/>
                  <a:pt x="15296634" y="2311846"/>
                </a:cubicBezTo>
                <a:cubicBezTo>
                  <a:pt x="15293352" y="2298195"/>
                  <a:pt x="15291710" y="2291371"/>
                  <a:pt x="15292532" y="2288812"/>
                </a:cubicBezTo>
                <a:close/>
                <a:moveTo>
                  <a:pt x="15242674" y="2279804"/>
                </a:moveTo>
                <a:cubicBezTo>
                  <a:pt x="15254648" y="2279804"/>
                  <a:pt x="15260636" y="2286226"/>
                  <a:pt x="15260636" y="2311914"/>
                </a:cubicBezTo>
                <a:cubicBezTo>
                  <a:pt x="15248660" y="2311914"/>
                  <a:pt x="15242674" y="2299068"/>
                  <a:pt x="15242674" y="2279804"/>
                </a:cubicBezTo>
                <a:close/>
                <a:moveTo>
                  <a:pt x="15152620" y="2279804"/>
                </a:moveTo>
                <a:cubicBezTo>
                  <a:pt x="15165748" y="2279804"/>
                  <a:pt x="15165748" y="2292648"/>
                  <a:pt x="15165748" y="2311914"/>
                </a:cubicBezTo>
                <a:cubicBezTo>
                  <a:pt x="15152620" y="2311914"/>
                  <a:pt x="15152620" y="2299069"/>
                  <a:pt x="15152620" y="2279804"/>
                </a:cubicBezTo>
                <a:close/>
                <a:moveTo>
                  <a:pt x="11828129" y="2278994"/>
                </a:moveTo>
                <a:cubicBezTo>
                  <a:pt x="11828129" y="2317683"/>
                  <a:pt x="11846399" y="2311236"/>
                  <a:pt x="11865744" y="2311236"/>
                </a:cubicBezTo>
                <a:cubicBezTo>
                  <a:pt x="11865744" y="2272546"/>
                  <a:pt x="11841025" y="2278994"/>
                  <a:pt x="11828129" y="2278994"/>
                </a:cubicBezTo>
                <a:close/>
                <a:moveTo>
                  <a:pt x="11789438" y="2278994"/>
                </a:moveTo>
                <a:cubicBezTo>
                  <a:pt x="11789438" y="2304791"/>
                  <a:pt x="11789438" y="2337027"/>
                  <a:pt x="11808783" y="2337027"/>
                </a:cubicBezTo>
                <a:cubicBezTo>
                  <a:pt x="11808783" y="2311236"/>
                  <a:pt x="11808783" y="2278994"/>
                  <a:pt x="11789438" y="2278994"/>
                </a:cubicBezTo>
                <a:close/>
                <a:moveTo>
                  <a:pt x="19014479" y="2276473"/>
                </a:moveTo>
                <a:cubicBezTo>
                  <a:pt x="19014479" y="2307217"/>
                  <a:pt x="18996035" y="2307217"/>
                  <a:pt x="18977587" y="2307217"/>
                </a:cubicBezTo>
                <a:cubicBezTo>
                  <a:pt x="18977587" y="2270324"/>
                  <a:pt x="19002183" y="2276473"/>
                  <a:pt x="19014479" y="2276473"/>
                </a:cubicBezTo>
                <a:close/>
                <a:moveTo>
                  <a:pt x="12830150" y="2246625"/>
                </a:moveTo>
                <a:cubicBezTo>
                  <a:pt x="12843422" y="2253153"/>
                  <a:pt x="12856693" y="2253153"/>
                  <a:pt x="12862223" y="2259680"/>
                </a:cubicBezTo>
                <a:cubicBezTo>
                  <a:pt x="12850057" y="2272734"/>
                  <a:pt x="12836786" y="2292315"/>
                  <a:pt x="12830150" y="2311896"/>
                </a:cubicBezTo>
                <a:cubicBezTo>
                  <a:pt x="12830150" y="2292315"/>
                  <a:pt x="12830150" y="2266207"/>
                  <a:pt x="12830150" y="2246625"/>
                </a:cubicBezTo>
                <a:close/>
                <a:moveTo>
                  <a:pt x="15057822" y="2246624"/>
                </a:moveTo>
                <a:cubicBezTo>
                  <a:pt x="15069796" y="2246624"/>
                  <a:pt x="15075784" y="2253047"/>
                  <a:pt x="15075784" y="2278730"/>
                </a:cubicBezTo>
                <a:cubicBezTo>
                  <a:pt x="15063810" y="2278730"/>
                  <a:pt x="15057822" y="2265888"/>
                  <a:pt x="15057822" y="2246624"/>
                </a:cubicBezTo>
                <a:close/>
                <a:moveTo>
                  <a:pt x="15000946" y="2246624"/>
                </a:moveTo>
                <a:cubicBezTo>
                  <a:pt x="15012920" y="2246624"/>
                  <a:pt x="15018908" y="2253047"/>
                  <a:pt x="15018908" y="2278730"/>
                </a:cubicBezTo>
                <a:cubicBezTo>
                  <a:pt x="15006932" y="2278730"/>
                  <a:pt x="15000946" y="2265888"/>
                  <a:pt x="15000946" y="2246624"/>
                </a:cubicBezTo>
                <a:close/>
                <a:moveTo>
                  <a:pt x="12939160" y="2246624"/>
                </a:moveTo>
                <a:cubicBezTo>
                  <a:pt x="12951135" y="2246624"/>
                  <a:pt x="12957122" y="2259467"/>
                  <a:pt x="12957122" y="2278730"/>
                </a:cubicBezTo>
                <a:cubicBezTo>
                  <a:pt x="12945147" y="2278730"/>
                  <a:pt x="12939160" y="2265889"/>
                  <a:pt x="12939160" y="2246624"/>
                </a:cubicBezTo>
                <a:close/>
                <a:moveTo>
                  <a:pt x="12887024" y="2246624"/>
                </a:moveTo>
                <a:cubicBezTo>
                  <a:pt x="12900152" y="2246624"/>
                  <a:pt x="12900152" y="2259467"/>
                  <a:pt x="12900152" y="2278730"/>
                </a:cubicBezTo>
                <a:cubicBezTo>
                  <a:pt x="12887024" y="2278730"/>
                  <a:pt x="12887024" y="2265889"/>
                  <a:pt x="12887024" y="2246624"/>
                </a:cubicBezTo>
                <a:close/>
                <a:moveTo>
                  <a:pt x="17244827" y="2243584"/>
                </a:moveTo>
                <a:cubicBezTo>
                  <a:pt x="17256459" y="2241992"/>
                  <a:pt x="17270423" y="2246766"/>
                  <a:pt x="17279727" y="2246766"/>
                </a:cubicBezTo>
                <a:cubicBezTo>
                  <a:pt x="17279727" y="2297699"/>
                  <a:pt x="17242499" y="2278600"/>
                  <a:pt x="17223883" y="2278600"/>
                </a:cubicBezTo>
                <a:cubicBezTo>
                  <a:pt x="17223883" y="2253134"/>
                  <a:pt x="17233191" y="2245175"/>
                  <a:pt x="17244827" y="2243584"/>
                </a:cubicBezTo>
                <a:close/>
                <a:moveTo>
                  <a:pt x="10504870" y="2243531"/>
                </a:moveTo>
                <a:cubicBezTo>
                  <a:pt x="10492779" y="2241919"/>
                  <a:pt x="10478270" y="2246753"/>
                  <a:pt x="10468598" y="2246753"/>
                </a:cubicBezTo>
                <a:cubicBezTo>
                  <a:pt x="10468598" y="2298334"/>
                  <a:pt x="10507289" y="2278994"/>
                  <a:pt x="10526634" y="2278994"/>
                </a:cubicBezTo>
                <a:cubicBezTo>
                  <a:pt x="10526634" y="2253207"/>
                  <a:pt x="10516961" y="2245142"/>
                  <a:pt x="10504870" y="2243531"/>
                </a:cubicBezTo>
                <a:close/>
                <a:moveTo>
                  <a:pt x="18934423" y="2241230"/>
                </a:moveTo>
                <a:cubicBezTo>
                  <a:pt x="18946395" y="2243624"/>
                  <a:pt x="18957567" y="2256393"/>
                  <a:pt x="18957567" y="2278736"/>
                </a:cubicBezTo>
                <a:cubicBezTo>
                  <a:pt x="18938415" y="2272352"/>
                  <a:pt x="18919259" y="2265969"/>
                  <a:pt x="18906491" y="2265969"/>
                </a:cubicBezTo>
                <a:cubicBezTo>
                  <a:pt x="18909683" y="2246816"/>
                  <a:pt x="18922451" y="2238836"/>
                  <a:pt x="18934423" y="2241230"/>
                </a:cubicBezTo>
                <a:close/>
                <a:moveTo>
                  <a:pt x="18874763" y="2221773"/>
                </a:moveTo>
                <a:cubicBezTo>
                  <a:pt x="18884899" y="2224079"/>
                  <a:pt x="18895959" y="2230227"/>
                  <a:pt x="18905439" y="2233302"/>
                </a:cubicBezTo>
                <a:cubicBezTo>
                  <a:pt x="18899119" y="2233302"/>
                  <a:pt x="18899119" y="2239451"/>
                  <a:pt x="18892799" y="2245599"/>
                </a:cubicBezTo>
                <a:cubicBezTo>
                  <a:pt x="18880159" y="2239451"/>
                  <a:pt x="18861199" y="2233302"/>
                  <a:pt x="18849615" y="2233302"/>
                </a:cubicBezTo>
                <a:cubicBezTo>
                  <a:pt x="18855407" y="2221003"/>
                  <a:pt x="18864623" y="2219466"/>
                  <a:pt x="18874763" y="2221773"/>
                </a:cubicBezTo>
                <a:close/>
                <a:moveTo>
                  <a:pt x="11641126" y="2220961"/>
                </a:moveTo>
                <a:cubicBezTo>
                  <a:pt x="11616407" y="2246753"/>
                  <a:pt x="11590614" y="2272546"/>
                  <a:pt x="11564820" y="2298334"/>
                </a:cubicBezTo>
                <a:cubicBezTo>
                  <a:pt x="11590614" y="2348847"/>
                  <a:pt x="11622856" y="2324131"/>
                  <a:pt x="11654023" y="2311236"/>
                </a:cubicBezTo>
                <a:cubicBezTo>
                  <a:pt x="11647574" y="2278994"/>
                  <a:pt x="11641126" y="2253207"/>
                  <a:pt x="11641126" y="2220961"/>
                </a:cubicBezTo>
                <a:close/>
                <a:moveTo>
                  <a:pt x="17184971" y="2213445"/>
                </a:moveTo>
                <a:cubicBezTo>
                  <a:pt x="17184971" y="2239131"/>
                  <a:pt x="17178983" y="2245554"/>
                  <a:pt x="17167007" y="2245554"/>
                </a:cubicBezTo>
                <a:cubicBezTo>
                  <a:pt x="17167007" y="2219865"/>
                  <a:pt x="17172995" y="2213445"/>
                  <a:pt x="17184971" y="2213445"/>
                </a:cubicBezTo>
                <a:close/>
                <a:moveTo>
                  <a:pt x="14957293" y="2213445"/>
                </a:moveTo>
                <a:cubicBezTo>
                  <a:pt x="14957293" y="2239133"/>
                  <a:pt x="14951306" y="2245554"/>
                  <a:pt x="14939331" y="2245554"/>
                </a:cubicBezTo>
                <a:cubicBezTo>
                  <a:pt x="14939331" y="2219865"/>
                  <a:pt x="14945318" y="2213445"/>
                  <a:pt x="14957293" y="2213445"/>
                </a:cubicBezTo>
                <a:close/>
                <a:moveTo>
                  <a:pt x="14906153" y="2213445"/>
                </a:moveTo>
                <a:cubicBezTo>
                  <a:pt x="14917130" y="2213445"/>
                  <a:pt x="14924115" y="2219865"/>
                  <a:pt x="14924115" y="2245554"/>
                </a:cubicBezTo>
                <a:cubicBezTo>
                  <a:pt x="14912140" y="2245554"/>
                  <a:pt x="14906153" y="2239133"/>
                  <a:pt x="14906153" y="2213445"/>
                </a:cubicBezTo>
                <a:close/>
                <a:moveTo>
                  <a:pt x="17242847" y="2199234"/>
                </a:moveTo>
                <a:cubicBezTo>
                  <a:pt x="17396655" y="2199234"/>
                  <a:pt x="17538635" y="2301716"/>
                  <a:pt x="17673087" y="2377508"/>
                </a:cubicBezTo>
                <a:cubicBezTo>
                  <a:pt x="17666631" y="2396722"/>
                  <a:pt x="17634363" y="2435154"/>
                  <a:pt x="17616079" y="2409533"/>
                </a:cubicBezTo>
                <a:cubicBezTo>
                  <a:pt x="17596719" y="2377508"/>
                  <a:pt x="17564451" y="2383913"/>
                  <a:pt x="17532183" y="2390317"/>
                </a:cubicBezTo>
                <a:cubicBezTo>
                  <a:pt x="17506367" y="2396722"/>
                  <a:pt x="17512819" y="2364698"/>
                  <a:pt x="17487007" y="2345482"/>
                </a:cubicBezTo>
                <a:cubicBezTo>
                  <a:pt x="17474099" y="2327334"/>
                  <a:pt x="17448283" y="2345482"/>
                  <a:pt x="17428923" y="2352955"/>
                </a:cubicBezTo>
                <a:cubicBezTo>
                  <a:pt x="17435379" y="2333740"/>
                  <a:pt x="17448283" y="2327334"/>
                  <a:pt x="17448283" y="2308120"/>
                </a:cubicBezTo>
                <a:cubicBezTo>
                  <a:pt x="17441831" y="2314525"/>
                  <a:pt x="17428923" y="2320931"/>
                  <a:pt x="17422471" y="2333740"/>
                </a:cubicBezTo>
                <a:cubicBezTo>
                  <a:pt x="17416015" y="2276095"/>
                  <a:pt x="17384823" y="2263284"/>
                  <a:pt x="17352555" y="2244070"/>
                </a:cubicBezTo>
                <a:cubicBezTo>
                  <a:pt x="17313835" y="2231259"/>
                  <a:pt x="17281567" y="2212043"/>
                  <a:pt x="17242847" y="2199234"/>
                </a:cubicBezTo>
                <a:close/>
                <a:moveTo>
                  <a:pt x="12282738" y="2188728"/>
                </a:moveTo>
                <a:cubicBezTo>
                  <a:pt x="12263393" y="2201616"/>
                  <a:pt x="12238674" y="2208069"/>
                  <a:pt x="12238674" y="2246753"/>
                </a:cubicBezTo>
                <a:cubicBezTo>
                  <a:pt x="12256945" y="2246753"/>
                  <a:pt x="12276290" y="2246753"/>
                  <a:pt x="12295635" y="2246753"/>
                </a:cubicBezTo>
                <a:cubicBezTo>
                  <a:pt x="12289187" y="2227413"/>
                  <a:pt x="12282738" y="2208069"/>
                  <a:pt x="12282738" y="2188728"/>
                </a:cubicBezTo>
                <a:close/>
                <a:moveTo>
                  <a:pt x="15280434" y="2183365"/>
                </a:moveTo>
                <a:lnTo>
                  <a:pt x="15286416" y="2187014"/>
                </a:lnTo>
                <a:lnTo>
                  <a:pt x="15280844" y="2185551"/>
                </a:lnTo>
                <a:close/>
                <a:moveTo>
                  <a:pt x="12468666" y="2182276"/>
                </a:moveTo>
                <a:cubicBezTo>
                  <a:pt x="12468666" y="2208069"/>
                  <a:pt x="12475114" y="2214516"/>
                  <a:pt x="12488011" y="2214516"/>
                </a:cubicBezTo>
                <a:cubicBezTo>
                  <a:pt x="12488011" y="2195172"/>
                  <a:pt x="12481563" y="2182276"/>
                  <a:pt x="12468666" y="2182276"/>
                </a:cubicBezTo>
                <a:close/>
                <a:moveTo>
                  <a:pt x="11846399" y="2182276"/>
                </a:moveTo>
                <a:cubicBezTo>
                  <a:pt x="11846399" y="2208069"/>
                  <a:pt x="11852847" y="2214516"/>
                  <a:pt x="11865744" y="2214516"/>
                </a:cubicBezTo>
                <a:cubicBezTo>
                  <a:pt x="11865744" y="2195172"/>
                  <a:pt x="11859296" y="2182276"/>
                  <a:pt x="11846399" y="2182276"/>
                </a:cubicBezTo>
                <a:close/>
                <a:moveTo>
                  <a:pt x="18661903" y="2180635"/>
                </a:moveTo>
                <a:cubicBezTo>
                  <a:pt x="18677731" y="2183857"/>
                  <a:pt x="18693563" y="2193518"/>
                  <a:pt x="18706439" y="2199959"/>
                </a:cubicBezTo>
                <a:cubicBezTo>
                  <a:pt x="18738635" y="2212842"/>
                  <a:pt x="18770827" y="2232165"/>
                  <a:pt x="18809463" y="2245047"/>
                </a:cubicBezTo>
                <a:cubicBezTo>
                  <a:pt x="18879215" y="2290136"/>
                  <a:pt x="18943603" y="2335224"/>
                  <a:pt x="19014431" y="2379238"/>
                </a:cubicBezTo>
                <a:cubicBezTo>
                  <a:pt x="18995115" y="2411447"/>
                  <a:pt x="18969359" y="2379238"/>
                  <a:pt x="18950043" y="2372798"/>
                </a:cubicBezTo>
                <a:cubicBezTo>
                  <a:pt x="18917847" y="2354548"/>
                  <a:pt x="18885655" y="2335224"/>
                  <a:pt x="18848095" y="2322341"/>
                </a:cubicBezTo>
                <a:cubicBezTo>
                  <a:pt x="18815899" y="2303019"/>
                  <a:pt x="18783707" y="2290136"/>
                  <a:pt x="18751511" y="2270812"/>
                </a:cubicBezTo>
                <a:cubicBezTo>
                  <a:pt x="18725755" y="2257930"/>
                  <a:pt x="18693563" y="2251491"/>
                  <a:pt x="18674243" y="2212842"/>
                </a:cubicBezTo>
                <a:cubicBezTo>
                  <a:pt x="18654927" y="2206400"/>
                  <a:pt x="18635611" y="2199959"/>
                  <a:pt x="18617367" y="2199959"/>
                </a:cubicBezTo>
                <a:cubicBezTo>
                  <a:pt x="18630247" y="2180635"/>
                  <a:pt x="18646075" y="2177414"/>
                  <a:pt x="18661903" y="2180635"/>
                </a:cubicBezTo>
                <a:close/>
                <a:moveTo>
                  <a:pt x="11247076" y="2180269"/>
                </a:moveTo>
                <a:cubicBezTo>
                  <a:pt x="11260204" y="2180269"/>
                  <a:pt x="11260204" y="2193111"/>
                  <a:pt x="11260204" y="2212375"/>
                </a:cubicBezTo>
                <a:cubicBezTo>
                  <a:pt x="11247076" y="2212375"/>
                  <a:pt x="11247076" y="2199532"/>
                  <a:pt x="11247076" y="2180269"/>
                </a:cubicBezTo>
                <a:close/>
                <a:moveTo>
                  <a:pt x="14754483" y="2180268"/>
                </a:moveTo>
                <a:cubicBezTo>
                  <a:pt x="14767326" y="2180268"/>
                  <a:pt x="14786592" y="2180268"/>
                  <a:pt x="14786592" y="2211011"/>
                </a:cubicBezTo>
                <a:cubicBezTo>
                  <a:pt x="14773748" y="2211011"/>
                  <a:pt x="14754483" y="2217160"/>
                  <a:pt x="14754483" y="2180268"/>
                </a:cubicBezTo>
                <a:close/>
                <a:moveTo>
                  <a:pt x="14697603" y="2180268"/>
                </a:moveTo>
                <a:cubicBezTo>
                  <a:pt x="14708580" y="2180268"/>
                  <a:pt x="14715565" y="2193111"/>
                  <a:pt x="14715565" y="2212374"/>
                </a:cubicBezTo>
                <a:cubicBezTo>
                  <a:pt x="14703590" y="2212374"/>
                  <a:pt x="14697603" y="2199532"/>
                  <a:pt x="14697603" y="2180268"/>
                </a:cubicBezTo>
                <a:close/>
                <a:moveTo>
                  <a:pt x="18811699" y="2180268"/>
                </a:moveTo>
                <a:cubicBezTo>
                  <a:pt x="18823995" y="2186416"/>
                  <a:pt x="18835267" y="2192565"/>
                  <a:pt x="18848591" y="2198714"/>
                </a:cubicBezTo>
                <a:cubicBezTo>
                  <a:pt x="18835267" y="2217160"/>
                  <a:pt x="18811699" y="2217160"/>
                  <a:pt x="18811699" y="2180268"/>
                </a:cubicBezTo>
                <a:close/>
                <a:moveTo>
                  <a:pt x="10695937" y="2175627"/>
                </a:moveTo>
                <a:cubicBezTo>
                  <a:pt x="10645458" y="2173813"/>
                  <a:pt x="10591655" y="2191949"/>
                  <a:pt x="10577146" y="2278994"/>
                </a:cubicBezTo>
                <a:cubicBezTo>
                  <a:pt x="10634106" y="2246753"/>
                  <a:pt x="10685693" y="2214516"/>
                  <a:pt x="10743729" y="2182276"/>
                </a:cubicBezTo>
                <a:cubicBezTo>
                  <a:pt x="10729220" y="2179054"/>
                  <a:pt x="10712763" y="2176230"/>
                  <a:pt x="10695937" y="2175627"/>
                </a:cubicBezTo>
                <a:close/>
                <a:moveTo>
                  <a:pt x="16337056" y="2173999"/>
                </a:moveTo>
                <a:cubicBezTo>
                  <a:pt x="16340048" y="2173999"/>
                  <a:pt x="16343042" y="2177208"/>
                  <a:pt x="16346036" y="2183630"/>
                </a:cubicBezTo>
                <a:lnTo>
                  <a:pt x="16339536" y="2197569"/>
                </a:lnTo>
                <a:lnTo>
                  <a:pt x="16341268" y="2198879"/>
                </a:lnTo>
                <a:cubicBezTo>
                  <a:pt x="16341268" y="2236109"/>
                  <a:pt x="16304374" y="2211289"/>
                  <a:pt x="16304374" y="2180265"/>
                </a:cubicBezTo>
                <a:cubicBezTo>
                  <a:pt x="16310522" y="2180265"/>
                  <a:pt x="16316672" y="2181817"/>
                  <a:pt x="16322820" y="2184919"/>
                </a:cubicBezTo>
                <a:lnTo>
                  <a:pt x="16338004" y="2196409"/>
                </a:lnTo>
                <a:lnTo>
                  <a:pt x="16328074" y="2183630"/>
                </a:lnTo>
                <a:cubicBezTo>
                  <a:pt x="16331068" y="2177208"/>
                  <a:pt x="16334062" y="2173999"/>
                  <a:pt x="16337056" y="2173999"/>
                </a:cubicBezTo>
                <a:close/>
                <a:moveTo>
                  <a:pt x="16457660" y="2170178"/>
                </a:moveTo>
                <a:cubicBezTo>
                  <a:pt x="16463106" y="2171096"/>
                  <a:pt x="16468350" y="2172727"/>
                  <a:pt x="16473190" y="2174357"/>
                </a:cubicBezTo>
                <a:cubicBezTo>
                  <a:pt x="16511916" y="2187403"/>
                  <a:pt x="16544186" y="2193925"/>
                  <a:pt x="16575380" y="2206970"/>
                </a:cubicBezTo>
                <a:cubicBezTo>
                  <a:pt x="16614106" y="2213492"/>
                  <a:pt x="16646376" y="2226537"/>
                  <a:pt x="16685100" y="2233059"/>
                </a:cubicBezTo>
                <a:cubicBezTo>
                  <a:pt x="16698008" y="2239582"/>
                  <a:pt x="16710916" y="2246104"/>
                  <a:pt x="16710916" y="2278716"/>
                </a:cubicBezTo>
                <a:cubicBezTo>
                  <a:pt x="16607650" y="2278716"/>
                  <a:pt x="16511916" y="2233059"/>
                  <a:pt x="16408650" y="2200446"/>
                </a:cubicBezTo>
                <a:cubicBezTo>
                  <a:pt x="16423172" y="2171096"/>
                  <a:pt x="16441324" y="2167428"/>
                  <a:pt x="16457660" y="2170178"/>
                </a:cubicBezTo>
                <a:close/>
                <a:moveTo>
                  <a:pt x="18613643" y="2164301"/>
                </a:moveTo>
                <a:cubicBezTo>
                  <a:pt x="18614659" y="2162804"/>
                  <a:pt x="18616687" y="2164301"/>
                  <a:pt x="18620751" y="2167294"/>
                </a:cubicBezTo>
                <a:cubicBezTo>
                  <a:pt x="18620751" y="2173282"/>
                  <a:pt x="18620751" y="2179269"/>
                  <a:pt x="18612627" y="2179269"/>
                </a:cubicBezTo>
                <a:cubicBezTo>
                  <a:pt x="18612627" y="2170288"/>
                  <a:pt x="18612627" y="2165797"/>
                  <a:pt x="18613643" y="2164301"/>
                </a:cubicBezTo>
                <a:close/>
                <a:moveTo>
                  <a:pt x="14522234" y="2151829"/>
                </a:moveTo>
                <a:cubicBezTo>
                  <a:pt x="14534531" y="2157358"/>
                  <a:pt x="14546829" y="2163994"/>
                  <a:pt x="14559126" y="2170631"/>
                </a:cubicBezTo>
                <a:cubicBezTo>
                  <a:pt x="14546829" y="2183902"/>
                  <a:pt x="14534531" y="2203809"/>
                  <a:pt x="14522234" y="2217080"/>
                </a:cubicBezTo>
                <a:cubicBezTo>
                  <a:pt x="14522234" y="2197173"/>
                  <a:pt x="14522234" y="2177265"/>
                  <a:pt x="14522234" y="2151829"/>
                </a:cubicBezTo>
                <a:close/>
                <a:moveTo>
                  <a:pt x="13697520" y="2151828"/>
                </a:moveTo>
                <a:cubicBezTo>
                  <a:pt x="13709107" y="2151828"/>
                  <a:pt x="13715427" y="2163992"/>
                  <a:pt x="13715427" y="2183898"/>
                </a:cubicBezTo>
                <a:cubicBezTo>
                  <a:pt x="13702787" y="2183898"/>
                  <a:pt x="13697520" y="2177262"/>
                  <a:pt x="13697520" y="2151828"/>
                </a:cubicBezTo>
                <a:close/>
                <a:moveTo>
                  <a:pt x="11318172" y="2151828"/>
                </a:moveTo>
                <a:cubicBezTo>
                  <a:pt x="11330147" y="2151828"/>
                  <a:pt x="11336134" y="2163992"/>
                  <a:pt x="11336134" y="2183898"/>
                </a:cubicBezTo>
                <a:cubicBezTo>
                  <a:pt x="11324159" y="2183898"/>
                  <a:pt x="11318172" y="2177262"/>
                  <a:pt x="11318172" y="2151828"/>
                </a:cubicBezTo>
                <a:close/>
                <a:moveTo>
                  <a:pt x="16147962" y="2151828"/>
                </a:moveTo>
                <a:cubicBezTo>
                  <a:pt x="16160602" y="2151828"/>
                  <a:pt x="16165868" y="2163992"/>
                  <a:pt x="16165868" y="2183897"/>
                </a:cubicBezTo>
                <a:cubicBezTo>
                  <a:pt x="16154282" y="2183897"/>
                  <a:pt x="16147962" y="2177261"/>
                  <a:pt x="16147962" y="2151828"/>
                </a:cubicBezTo>
                <a:close/>
                <a:moveTo>
                  <a:pt x="12500908" y="2151111"/>
                </a:moveTo>
                <a:cubicBezTo>
                  <a:pt x="12500908" y="2188728"/>
                  <a:pt x="12526701" y="2182276"/>
                  <a:pt x="12546046" y="2182276"/>
                </a:cubicBezTo>
                <a:cubicBezTo>
                  <a:pt x="12546046" y="2143586"/>
                  <a:pt x="12520253" y="2151111"/>
                  <a:pt x="12500908" y="2151111"/>
                </a:cubicBezTo>
                <a:close/>
                <a:moveTo>
                  <a:pt x="12014056" y="2151111"/>
                </a:moveTo>
                <a:cubicBezTo>
                  <a:pt x="12014056" y="2182276"/>
                  <a:pt x="12014056" y="2214516"/>
                  <a:pt x="12014056" y="2246753"/>
                </a:cubicBezTo>
                <a:cubicBezTo>
                  <a:pt x="11994711" y="2246753"/>
                  <a:pt x="11975366" y="2246753"/>
                  <a:pt x="11956021" y="2246753"/>
                </a:cubicBezTo>
                <a:cubicBezTo>
                  <a:pt x="11956021" y="2291889"/>
                  <a:pt x="11994711" y="2285443"/>
                  <a:pt x="12014056" y="2278994"/>
                </a:cubicBezTo>
                <a:cubicBezTo>
                  <a:pt x="12046298" y="2272546"/>
                  <a:pt x="12083914" y="2298334"/>
                  <a:pt x="12122604" y="2278994"/>
                </a:cubicBezTo>
                <a:cubicBezTo>
                  <a:pt x="12135501" y="2266099"/>
                  <a:pt x="12129052" y="2246753"/>
                  <a:pt x="12116155" y="2240307"/>
                </a:cubicBezTo>
                <a:cubicBezTo>
                  <a:pt x="12103259" y="2233859"/>
                  <a:pt x="12090362" y="2233859"/>
                  <a:pt x="12077465" y="2233859"/>
                </a:cubicBezTo>
                <a:cubicBezTo>
                  <a:pt x="12046298" y="2233859"/>
                  <a:pt x="12038775" y="2175828"/>
                  <a:pt x="12014056" y="2151111"/>
                </a:cubicBezTo>
                <a:close/>
                <a:moveTo>
                  <a:pt x="14635094" y="2143357"/>
                </a:moveTo>
                <a:cubicBezTo>
                  <a:pt x="14652478" y="2142687"/>
                  <a:pt x="14672346" y="2149120"/>
                  <a:pt x="14682280" y="2149120"/>
                </a:cubicBezTo>
                <a:cubicBezTo>
                  <a:pt x="14682280" y="2212371"/>
                  <a:pt x="14622676" y="2180210"/>
                  <a:pt x="14602808" y="2180210"/>
                </a:cubicBezTo>
                <a:cubicBezTo>
                  <a:pt x="14602808" y="2151800"/>
                  <a:pt x="14617709" y="2144027"/>
                  <a:pt x="14635094" y="2143357"/>
                </a:cubicBezTo>
                <a:close/>
                <a:moveTo>
                  <a:pt x="15190046" y="2132885"/>
                </a:moveTo>
                <a:cubicBezTo>
                  <a:pt x="15201344" y="2151950"/>
                  <a:pt x="15216274" y="2164637"/>
                  <a:pt x="15233206" y="2173044"/>
                </a:cubicBezTo>
                <a:lnTo>
                  <a:pt x="15280844" y="2185551"/>
                </a:lnTo>
                <a:lnTo>
                  <a:pt x="15285276" y="2209141"/>
                </a:lnTo>
                <a:cubicBezTo>
                  <a:pt x="15288504" y="2213975"/>
                  <a:pt x="15293346" y="2215586"/>
                  <a:pt x="15299802" y="2215586"/>
                </a:cubicBezTo>
                <a:cubicBezTo>
                  <a:pt x="15299802" y="2205919"/>
                  <a:pt x="15298188" y="2197864"/>
                  <a:pt x="15294960" y="2192225"/>
                </a:cubicBezTo>
                <a:lnTo>
                  <a:pt x="15286416" y="2187014"/>
                </a:lnTo>
                <a:lnTo>
                  <a:pt x="15288370" y="2187525"/>
                </a:lnTo>
                <a:cubicBezTo>
                  <a:pt x="15326972" y="2191420"/>
                  <a:pt x="15367056" y="2186586"/>
                  <a:pt x="15395570" y="2189810"/>
                </a:cubicBezTo>
                <a:cubicBezTo>
                  <a:pt x="15479500" y="2202698"/>
                  <a:pt x="15562354" y="2222032"/>
                  <a:pt x="15652742" y="2247805"/>
                </a:cubicBezTo>
                <a:cubicBezTo>
                  <a:pt x="15736134" y="2270361"/>
                  <a:pt x="15821140" y="2297748"/>
                  <a:pt x="15906954" y="2327420"/>
                </a:cubicBezTo>
                <a:lnTo>
                  <a:pt x="16083400" y="2390971"/>
                </a:lnTo>
                <a:lnTo>
                  <a:pt x="16078862" y="2383508"/>
                </a:lnTo>
                <a:cubicBezTo>
                  <a:pt x="16078114" y="2376283"/>
                  <a:pt x="16081106" y="2369862"/>
                  <a:pt x="16090088" y="2369862"/>
                </a:cubicBezTo>
                <a:cubicBezTo>
                  <a:pt x="16090088" y="2376283"/>
                  <a:pt x="16090088" y="2381100"/>
                  <a:pt x="16090088" y="2385915"/>
                </a:cubicBezTo>
                <a:lnTo>
                  <a:pt x="16090088" y="2393380"/>
                </a:lnTo>
                <a:lnTo>
                  <a:pt x="16166010" y="2420726"/>
                </a:lnTo>
                <a:cubicBezTo>
                  <a:pt x="16249940" y="2452947"/>
                  <a:pt x="16333870" y="2485168"/>
                  <a:pt x="16416724" y="2517388"/>
                </a:cubicBezTo>
                <a:cubicBezTo>
                  <a:pt x="16455462" y="2536721"/>
                  <a:pt x="16494200" y="2548535"/>
                  <a:pt x="16539392" y="2548535"/>
                </a:cubicBezTo>
                <a:cubicBezTo>
                  <a:pt x="16558762" y="2554979"/>
                  <a:pt x="16558762" y="2574312"/>
                  <a:pt x="16571674" y="2600090"/>
                </a:cubicBezTo>
                <a:cubicBezTo>
                  <a:pt x="16583510" y="2645198"/>
                  <a:pt x="16615790" y="2645198"/>
                  <a:pt x="16641616" y="2651642"/>
                </a:cubicBezTo>
                <a:cubicBezTo>
                  <a:pt x="16680354" y="2664532"/>
                  <a:pt x="16712634" y="2683863"/>
                  <a:pt x="16751372" y="2683863"/>
                </a:cubicBezTo>
                <a:cubicBezTo>
                  <a:pt x="16782575" y="2683863"/>
                  <a:pt x="16796563" y="2709639"/>
                  <a:pt x="16814859" y="2735416"/>
                </a:cubicBezTo>
                <a:cubicBezTo>
                  <a:pt x="16840683" y="2773006"/>
                  <a:pt x="16872963" y="2767637"/>
                  <a:pt x="16905243" y="2785893"/>
                </a:cubicBezTo>
                <a:cubicBezTo>
                  <a:pt x="16751372" y="2785893"/>
                  <a:pt x="16602878" y="2690308"/>
                  <a:pt x="16449006" y="2632309"/>
                </a:cubicBezTo>
                <a:cubicBezTo>
                  <a:pt x="16461918" y="2600090"/>
                  <a:pt x="16507112" y="2638754"/>
                  <a:pt x="16507112" y="2587200"/>
                </a:cubicBezTo>
                <a:cubicBezTo>
                  <a:pt x="16474830" y="2593644"/>
                  <a:pt x="16442550" y="2619421"/>
                  <a:pt x="16410268" y="2600090"/>
                </a:cubicBezTo>
                <a:cubicBezTo>
                  <a:pt x="16416724" y="2587200"/>
                  <a:pt x="16423182" y="2574312"/>
                  <a:pt x="16429638" y="2567868"/>
                </a:cubicBezTo>
                <a:cubicBezTo>
                  <a:pt x="16160628" y="2478722"/>
                  <a:pt x="15890544" y="2357358"/>
                  <a:pt x="15614004" y="2280027"/>
                </a:cubicBezTo>
                <a:cubicBezTo>
                  <a:pt x="15549442" y="2267140"/>
                  <a:pt x="15479500" y="2260695"/>
                  <a:pt x="15421394" y="2228474"/>
                </a:cubicBezTo>
                <a:cubicBezTo>
                  <a:pt x="15402026" y="2222032"/>
                  <a:pt x="15376200" y="2202698"/>
                  <a:pt x="15356832" y="2215586"/>
                </a:cubicBezTo>
                <a:cubicBezTo>
                  <a:pt x="15343920" y="2228474"/>
                  <a:pt x="15343920" y="2267140"/>
                  <a:pt x="15324550" y="2267140"/>
                </a:cubicBezTo>
                <a:cubicBezTo>
                  <a:pt x="15267522" y="2267140"/>
                  <a:pt x="15196502" y="2222032"/>
                  <a:pt x="15138398" y="2202698"/>
                </a:cubicBezTo>
                <a:cubicBezTo>
                  <a:pt x="15074912" y="2183365"/>
                  <a:pt x="15003894" y="2164033"/>
                  <a:pt x="14939331" y="2139329"/>
                </a:cubicBezTo>
                <a:cubicBezTo>
                  <a:pt x="15023262" y="2139329"/>
                  <a:pt x="15107192" y="2132885"/>
                  <a:pt x="15190046" y="2132885"/>
                </a:cubicBezTo>
                <a:close/>
                <a:moveTo>
                  <a:pt x="14919346" y="2125419"/>
                </a:moveTo>
                <a:cubicBezTo>
                  <a:pt x="14919346" y="2164916"/>
                  <a:pt x="14894751" y="2152503"/>
                  <a:pt x="14882454" y="2152503"/>
                </a:cubicBezTo>
                <a:cubicBezTo>
                  <a:pt x="14882454" y="2118648"/>
                  <a:pt x="14907049" y="2125419"/>
                  <a:pt x="14919346" y="2125419"/>
                </a:cubicBezTo>
                <a:close/>
                <a:moveTo>
                  <a:pt x="18508351" y="2125419"/>
                </a:moveTo>
                <a:cubicBezTo>
                  <a:pt x="18520651" y="2125419"/>
                  <a:pt x="18545243" y="2118648"/>
                  <a:pt x="18545243" y="2152502"/>
                </a:cubicBezTo>
                <a:cubicBezTo>
                  <a:pt x="18532947" y="2152502"/>
                  <a:pt x="18508351" y="2164916"/>
                  <a:pt x="18508351" y="2125419"/>
                </a:cubicBezTo>
                <a:close/>
                <a:moveTo>
                  <a:pt x="16261716" y="2123390"/>
                </a:moveTo>
                <a:cubicBezTo>
                  <a:pt x="16273690" y="2123390"/>
                  <a:pt x="16279678" y="2130215"/>
                  <a:pt x="16279678" y="2150689"/>
                </a:cubicBezTo>
                <a:cubicBezTo>
                  <a:pt x="16267704" y="2150689"/>
                  <a:pt x="16261716" y="2142727"/>
                  <a:pt x="16261716" y="2123390"/>
                </a:cubicBezTo>
                <a:close/>
                <a:moveTo>
                  <a:pt x="18693203" y="2123389"/>
                </a:moveTo>
                <a:cubicBezTo>
                  <a:pt x="18705179" y="2123389"/>
                  <a:pt x="18711167" y="2130215"/>
                  <a:pt x="18711167" y="2150689"/>
                </a:cubicBezTo>
                <a:cubicBezTo>
                  <a:pt x="18705179" y="2150689"/>
                  <a:pt x="18693203" y="2142727"/>
                  <a:pt x="18693203" y="2123389"/>
                </a:cubicBezTo>
                <a:close/>
                <a:moveTo>
                  <a:pt x="16123246" y="2118775"/>
                </a:moveTo>
                <a:lnTo>
                  <a:pt x="16125026" y="2121793"/>
                </a:lnTo>
                <a:cubicBezTo>
                  <a:pt x="16126304" y="2123963"/>
                  <a:pt x="16127104" y="2125319"/>
                  <a:pt x="16126884" y="2124947"/>
                </a:cubicBezTo>
                <a:close/>
                <a:moveTo>
                  <a:pt x="16122316" y="2117209"/>
                </a:moveTo>
                <a:lnTo>
                  <a:pt x="16122626" y="2117724"/>
                </a:lnTo>
                <a:lnTo>
                  <a:pt x="16123246" y="2118775"/>
                </a:lnTo>
                <a:close/>
                <a:moveTo>
                  <a:pt x="12411705" y="2105976"/>
                </a:moveTo>
                <a:cubicBezTo>
                  <a:pt x="12385912" y="2112430"/>
                  <a:pt x="12308532" y="2093081"/>
                  <a:pt x="12314980" y="2169380"/>
                </a:cubicBezTo>
                <a:cubicBezTo>
                  <a:pt x="12321428" y="2220961"/>
                  <a:pt x="12347222" y="2220961"/>
                  <a:pt x="12373015" y="2220961"/>
                </a:cubicBezTo>
                <a:cubicBezTo>
                  <a:pt x="12392360" y="2220961"/>
                  <a:pt x="12437499" y="2233859"/>
                  <a:pt x="12449321" y="2201616"/>
                </a:cubicBezTo>
                <a:cubicBezTo>
                  <a:pt x="12468666" y="2151111"/>
                  <a:pt x="12405257" y="2143586"/>
                  <a:pt x="12392360" y="2138215"/>
                </a:cubicBezTo>
                <a:cubicBezTo>
                  <a:pt x="12398809" y="2125320"/>
                  <a:pt x="12405257" y="2118874"/>
                  <a:pt x="12411705" y="2105976"/>
                </a:cubicBezTo>
                <a:close/>
                <a:moveTo>
                  <a:pt x="17981247" y="2101373"/>
                </a:moveTo>
                <a:cubicBezTo>
                  <a:pt x="17981247" y="2120637"/>
                  <a:pt x="17969271" y="2127057"/>
                  <a:pt x="17963283" y="2127057"/>
                </a:cubicBezTo>
                <a:cubicBezTo>
                  <a:pt x="17963283" y="2107794"/>
                  <a:pt x="17969271" y="2094952"/>
                  <a:pt x="17981247" y="2101373"/>
                </a:cubicBezTo>
                <a:close/>
                <a:moveTo>
                  <a:pt x="17104207" y="2099691"/>
                </a:moveTo>
                <a:cubicBezTo>
                  <a:pt x="17117239" y="2099691"/>
                  <a:pt x="17123759" y="2106090"/>
                  <a:pt x="17136791" y="2112489"/>
                </a:cubicBezTo>
                <a:cubicBezTo>
                  <a:pt x="17156343" y="2118887"/>
                  <a:pt x="17175895" y="2125286"/>
                  <a:pt x="17194359" y="2131685"/>
                </a:cubicBezTo>
                <a:cubicBezTo>
                  <a:pt x="17208479" y="2138083"/>
                  <a:pt x="17246495" y="2162611"/>
                  <a:pt x="17220427" y="2194605"/>
                </a:cubicBezTo>
                <a:cubicBezTo>
                  <a:pt x="17188927" y="2226598"/>
                  <a:pt x="17123759" y="2169010"/>
                  <a:pt x="17091171" y="2150880"/>
                </a:cubicBezTo>
                <a:cubicBezTo>
                  <a:pt x="17097691" y="2131685"/>
                  <a:pt x="17104207" y="2118887"/>
                  <a:pt x="17104207" y="2099691"/>
                </a:cubicBezTo>
                <a:close/>
                <a:moveTo>
                  <a:pt x="14260920" y="2099689"/>
                </a:moveTo>
                <a:cubicBezTo>
                  <a:pt x="14267326" y="2119242"/>
                  <a:pt x="14273732" y="2157259"/>
                  <a:pt x="14292950" y="2151828"/>
                </a:cubicBezTo>
                <a:cubicBezTo>
                  <a:pt x="14317506" y="2151828"/>
                  <a:pt x="14336723" y="2144225"/>
                  <a:pt x="14362347" y="2144225"/>
                </a:cubicBezTo>
                <a:cubicBezTo>
                  <a:pt x="14413594" y="2144225"/>
                  <a:pt x="14458436" y="2157259"/>
                  <a:pt x="14502209" y="2170292"/>
                </a:cubicBezTo>
                <a:cubicBezTo>
                  <a:pt x="14407188" y="2255018"/>
                  <a:pt x="14292950" y="2189845"/>
                  <a:pt x="14190455" y="2170292"/>
                </a:cubicBezTo>
                <a:cubicBezTo>
                  <a:pt x="14209673" y="2144225"/>
                  <a:pt x="14235296" y="2119242"/>
                  <a:pt x="14260920" y="2099689"/>
                </a:cubicBezTo>
                <a:close/>
                <a:moveTo>
                  <a:pt x="14133574" y="2094952"/>
                </a:moveTo>
                <a:cubicBezTo>
                  <a:pt x="14146699" y="2094952"/>
                  <a:pt x="14146699" y="2107794"/>
                  <a:pt x="14146699" y="2127058"/>
                </a:cubicBezTo>
                <a:cubicBezTo>
                  <a:pt x="14133574" y="2127058"/>
                  <a:pt x="14133574" y="2114216"/>
                  <a:pt x="14133574" y="2094952"/>
                </a:cubicBezTo>
                <a:close/>
                <a:moveTo>
                  <a:pt x="14190452" y="2094952"/>
                </a:moveTo>
                <a:cubicBezTo>
                  <a:pt x="14203577" y="2094952"/>
                  <a:pt x="14203577" y="2107794"/>
                  <a:pt x="14203577" y="2127058"/>
                </a:cubicBezTo>
                <a:cubicBezTo>
                  <a:pt x="14190452" y="2127058"/>
                  <a:pt x="14190452" y="2114216"/>
                  <a:pt x="14190452" y="2094952"/>
                </a:cubicBezTo>
                <a:close/>
                <a:moveTo>
                  <a:pt x="12431051" y="2093081"/>
                </a:moveTo>
                <a:cubicBezTo>
                  <a:pt x="12431051" y="2112430"/>
                  <a:pt x="12437499" y="2125320"/>
                  <a:pt x="12449321" y="2125320"/>
                </a:cubicBezTo>
                <a:cubicBezTo>
                  <a:pt x="12449321" y="2105976"/>
                  <a:pt x="12443947" y="2093081"/>
                  <a:pt x="12431051" y="2093081"/>
                </a:cubicBezTo>
                <a:close/>
                <a:moveTo>
                  <a:pt x="14837330" y="2086762"/>
                </a:moveTo>
                <a:cubicBezTo>
                  <a:pt x="14853886" y="2087572"/>
                  <a:pt x="14867131" y="2095672"/>
                  <a:pt x="14867131" y="2124830"/>
                </a:cubicBezTo>
                <a:cubicBezTo>
                  <a:pt x="14847264" y="2124830"/>
                  <a:pt x="14787662" y="2150749"/>
                  <a:pt x="14787662" y="2092433"/>
                </a:cubicBezTo>
                <a:cubicBezTo>
                  <a:pt x="14800907" y="2092433"/>
                  <a:pt x="14820774" y="2085953"/>
                  <a:pt x="14837330" y="2086762"/>
                </a:cubicBezTo>
                <a:close/>
                <a:moveTo>
                  <a:pt x="16969903" y="2068083"/>
                </a:moveTo>
                <a:cubicBezTo>
                  <a:pt x="17005227" y="2072118"/>
                  <a:pt x="17042063" y="2088261"/>
                  <a:pt x="17075879" y="2108129"/>
                </a:cubicBezTo>
                <a:cubicBezTo>
                  <a:pt x="17024351" y="2121375"/>
                  <a:pt x="16973895" y="2127997"/>
                  <a:pt x="16922363" y="2141243"/>
                </a:cubicBezTo>
                <a:cubicBezTo>
                  <a:pt x="16935247" y="2121375"/>
                  <a:pt x="16961011" y="2134620"/>
                  <a:pt x="16961011" y="2094884"/>
                </a:cubicBezTo>
                <a:cubicBezTo>
                  <a:pt x="16941687" y="2101507"/>
                  <a:pt x="16922363" y="2101507"/>
                  <a:pt x="16909483" y="2127997"/>
                </a:cubicBezTo>
                <a:cubicBezTo>
                  <a:pt x="16883719" y="2121375"/>
                  <a:pt x="16857951" y="2114752"/>
                  <a:pt x="16825747" y="2108129"/>
                </a:cubicBezTo>
                <a:cubicBezTo>
                  <a:pt x="16845071" y="2073360"/>
                  <a:pt x="16875263" y="2068393"/>
                  <a:pt x="16905459" y="2068083"/>
                </a:cubicBezTo>
                <a:cubicBezTo>
                  <a:pt x="16915523" y="2067979"/>
                  <a:pt x="16925587" y="2068393"/>
                  <a:pt x="16935247" y="2068393"/>
                </a:cubicBezTo>
                <a:cubicBezTo>
                  <a:pt x="16946519" y="2066737"/>
                  <a:pt x="16958127" y="2066737"/>
                  <a:pt x="16969903" y="2068083"/>
                </a:cubicBezTo>
                <a:close/>
                <a:moveTo>
                  <a:pt x="13882368" y="2061772"/>
                </a:moveTo>
                <a:cubicBezTo>
                  <a:pt x="13894343" y="2061772"/>
                  <a:pt x="13900330" y="2074616"/>
                  <a:pt x="13900330" y="2093881"/>
                </a:cubicBezTo>
                <a:cubicBezTo>
                  <a:pt x="13887357" y="2093881"/>
                  <a:pt x="13882368" y="2081038"/>
                  <a:pt x="13882368" y="2061772"/>
                </a:cubicBezTo>
                <a:close/>
                <a:moveTo>
                  <a:pt x="14602808" y="2061772"/>
                </a:moveTo>
                <a:cubicBezTo>
                  <a:pt x="14614783" y="2061772"/>
                  <a:pt x="14620770" y="2074615"/>
                  <a:pt x="14620770" y="2093881"/>
                </a:cubicBezTo>
                <a:cubicBezTo>
                  <a:pt x="14608795" y="2093881"/>
                  <a:pt x="14602808" y="2081037"/>
                  <a:pt x="14602808" y="2061772"/>
                </a:cubicBezTo>
                <a:close/>
                <a:moveTo>
                  <a:pt x="14640725" y="2061772"/>
                </a:moveTo>
                <a:cubicBezTo>
                  <a:pt x="14652700" y="2061772"/>
                  <a:pt x="14658687" y="2074615"/>
                  <a:pt x="14658687" y="2093880"/>
                </a:cubicBezTo>
                <a:cubicBezTo>
                  <a:pt x="14646712" y="2093880"/>
                  <a:pt x="14640725" y="2081037"/>
                  <a:pt x="14640725" y="2061772"/>
                </a:cubicBezTo>
                <a:close/>
                <a:moveTo>
                  <a:pt x="15787742" y="2061771"/>
                </a:moveTo>
                <a:cubicBezTo>
                  <a:pt x="15799716" y="2061771"/>
                  <a:pt x="15805704" y="2074615"/>
                  <a:pt x="15805704" y="2093880"/>
                </a:cubicBezTo>
                <a:cubicBezTo>
                  <a:pt x="15793728" y="2093880"/>
                  <a:pt x="15787742" y="2081037"/>
                  <a:pt x="15787742" y="2061771"/>
                </a:cubicBezTo>
                <a:close/>
                <a:moveTo>
                  <a:pt x="18584187" y="2061771"/>
                </a:moveTo>
                <a:cubicBezTo>
                  <a:pt x="18596163" y="2061771"/>
                  <a:pt x="18602151" y="2074615"/>
                  <a:pt x="18602151" y="2093880"/>
                </a:cubicBezTo>
                <a:cubicBezTo>
                  <a:pt x="18590175" y="2093880"/>
                  <a:pt x="18584187" y="2081037"/>
                  <a:pt x="18584187" y="2061771"/>
                </a:cubicBezTo>
                <a:close/>
                <a:moveTo>
                  <a:pt x="14076700" y="2061769"/>
                </a:moveTo>
                <a:cubicBezTo>
                  <a:pt x="14089339" y="2061769"/>
                  <a:pt x="14113564" y="2061769"/>
                  <a:pt x="14113564" y="2092513"/>
                </a:cubicBezTo>
                <a:cubicBezTo>
                  <a:pt x="14094605" y="2092513"/>
                  <a:pt x="14076700" y="2098661"/>
                  <a:pt x="14076700" y="2061769"/>
                </a:cubicBezTo>
                <a:close/>
                <a:moveTo>
                  <a:pt x="12597633" y="2060841"/>
                </a:moveTo>
                <a:cubicBezTo>
                  <a:pt x="12597633" y="2080184"/>
                  <a:pt x="12604082" y="2093081"/>
                  <a:pt x="12616978" y="2093081"/>
                </a:cubicBezTo>
                <a:cubicBezTo>
                  <a:pt x="12616978" y="2073737"/>
                  <a:pt x="12610530" y="2060841"/>
                  <a:pt x="12597633" y="2060841"/>
                </a:cubicBezTo>
                <a:close/>
                <a:moveTo>
                  <a:pt x="11089791" y="2060841"/>
                </a:moveTo>
                <a:cubicBezTo>
                  <a:pt x="11057549" y="2067288"/>
                  <a:pt x="11025307" y="2060841"/>
                  <a:pt x="10994140" y="2080184"/>
                </a:cubicBezTo>
                <a:cubicBezTo>
                  <a:pt x="10968347" y="2099528"/>
                  <a:pt x="10942553" y="2112430"/>
                  <a:pt x="10910311" y="2118874"/>
                </a:cubicBezTo>
                <a:cubicBezTo>
                  <a:pt x="10942553" y="2138215"/>
                  <a:pt x="10974795" y="2118874"/>
                  <a:pt x="11000588" y="2099528"/>
                </a:cubicBezTo>
                <a:cubicBezTo>
                  <a:pt x="11031756" y="2086632"/>
                  <a:pt x="11057549" y="2093081"/>
                  <a:pt x="11089791" y="2093081"/>
                </a:cubicBezTo>
                <a:cubicBezTo>
                  <a:pt x="11089791" y="2080184"/>
                  <a:pt x="11089791" y="2073737"/>
                  <a:pt x="11089791" y="2060841"/>
                </a:cubicBezTo>
                <a:close/>
                <a:moveTo>
                  <a:pt x="14582825" y="2058905"/>
                </a:moveTo>
                <a:cubicBezTo>
                  <a:pt x="14582825" y="2098587"/>
                  <a:pt x="14564379" y="2091973"/>
                  <a:pt x="14545933" y="2091973"/>
                </a:cubicBezTo>
                <a:cubicBezTo>
                  <a:pt x="14545933" y="2052292"/>
                  <a:pt x="14570528" y="2058905"/>
                  <a:pt x="14582825" y="2058905"/>
                </a:cubicBezTo>
                <a:close/>
                <a:moveTo>
                  <a:pt x="16127910" y="2047554"/>
                </a:moveTo>
                <a:lnTo>
                  <a:pt x="16122178" y="2116971"/>
                </a:lnTo>
                <a:lnTo>
                  <a:pt x="16121348" y="2127023"/>
                </a:lnTo>
                <a:lnTo>
                  <a:pt x="16120838" y="2114693"/>
                </a:lnTo>
                <a:lnTo>
                  <a:pt x="16114788" y="2104432"/>
                </a:lnTo>
                <a:cubicBezTo>
                  <a:pt x="16114788" y="2104432"/>
                  <a:pt x="16116494" y="2107326"/>
                  <a:pt x="16118628" y="2110942"/>
                </a:cubicBezTo>
                <a:lnTo>
                  <a:pt x="16120838" y="2114693"/>
                </a:lnTo>
                <a:lnTo>
                  <a:pt x="16119708" y="2087288"/>
                </a:lnTo>
                <a:cubicBezTo>
                  <a:pt x="16121348" y="2074043"/>
                  <a:pt x="16124630" y="2060799"/>
                  <a:pt x="16127910" y="2047554"/>
                </a:cubicBezTo>
                <a:close/>
                <a:moveTo>
                  <a:pt x="12841596" y="2035049"/>
                </a:moveTo>
                <a:cubicBezTo>
                  <a:pt x="12841596" y="2054393"/>
                  <a:pt x="12854493" y="2060841"/>
                  <a:pt x="12859867" y="2060841"/>
                </a:cubicBezTo>
                <a:cubicBezTo>
                  <a:pt x="12859867" y="2041497"/>
                  <a:pt x="12854493" y="2035049"/>
                  <a:pt x="12841596" y="2035049"/>
                </a:cubicBezTo>
                <a:close/>
                <a:moveTo>
                  <a:pt x="11109136" y="2035049"/>
                </a:moveTo>
                <a:cubicBezTo>
                  <a:pt x="11109136" y="2054393"/>
                  <a:pt x="11115584" y="2060841"/>
                  <a:pt x="11128481" y="2060841"/>
                </a:cubicBezTo>
                <a:cubicBezTo>
                  <a:pt x="11128481" y="2041497"/>
                  <a:pt x="11122033" y="2035049"/>
                  <a:pt x="11109136" y="2035049"/>
                </a:cubicBezTo>
                <a:close/>
                <a:moveTo>
                  <a:pt x="14394263" y="2033332"/>
                </a:moveTo>
                <a:cubicBezTo>
                  <a:pt x="14407106" y="2033332"/>
                  <a:pt x="14419950" y="2033332"/>
                  <a:pt x="14426372" y="2033332"/>
                </a:cubicBezTo>
                <a:cubicBezTo>
                  <a:pt x="14426372" y="2051947"/>
                  <a:pt x="14426372" y="2070561"/>
                  <a:pt x="14426372" y="2089176"/>
                </a:cubicBezTo>
                <a:cubicBezTo>
                  <a:pt x="14419950" y="2089176"/>
                  <a:pt x="14407106" y="2089176"/>
                  <a:pt x="14394263" y="2089176"/>
                </a:cubicBezTo>
                <a:cubicBezTo>
                  <a:pt x="14394263" y="2070561"/>
                  <a:pt x="14394263" y="2051947"/>
                  <a:pt x="14394263" y="2033332"/>
                </a:cubicBezTo>
                <a:close/>
                <a:moveTo>
                  <a:pt x="19829743" y="2033331"/>
                </a:moveTo>
                <a:cubicBezTo>
                  <a:pt x="19829743" y="2053805"/>
                  <a:pt x="19823755" y="2060630"/>
                  <a:pt x="19811783" y="2060630"/>
                </a:cubicBezTo>
                <a:cubicBezTo>
                  <a:pt x="19811783" y="2040156"/>
                  <a:pt x="19817771" y="2033331"/>
                  <a:pt x="19829743" y="2033331"/>
                </a:cubicBezTo>
                <a:close/>
                <a:moveTo>
                  <a:pt x="11178456" y="2031019"/>
                </a:moveTo>
                <a:cubicBezTo>
                  <a:pt x="11167171" y="2030213"/>
                  <a:pt x="11154275" y="2035049"/>
                  <a:pt x="11147826" y="2035049"/>
                </a:cubicBezTo>
                <a:cubicBezTo>
                  <a:pt x="11147826" y="2080184"/>
                  <a:pt x="11186516" y="2060841"/>
                  <a:pt x="11199413" y="2060841"/>
                </a:cubicBezTo>
                <a:cubicBezTo>
                  <a:pt x="11199413" y="2038273"/>
                  <a:pt x="11189741" y="2031825"/>
                  <a:pt x="11178456" y="2031019"/>
                </a:cubicBezTo>
                <a:close/>
                <a:moveTo>
                  <a:pt x="16039142" y="2016016"/>
                </a:moveTo>
                <a:cubicBezTo>
                  <a:pt x="16058294" y="2016016"/>
                  <a:pt x="16071062" y="2035168"/>
                  <a:pt x="16071062" y="2060704"/>
                </a:cubicBezTo>
                <a:cubicBezTo>
                  <a:pt x="16051910" y="2060704"/>
                  <a:pt x="16032758" y="2060704"/>
                  <a:pt x="16019990" y="2060704"/>
                </a:cubicBezTo>
                <a:cubicBezTo>
                  <a:pt x="16019990" y="2041552"/>
                  <a:pt x="16026374" y="2009632"/>
                  <a:pt x="16039142" y="2016016"/>
                </a:cubicBezTo>
                <a:close/>
                <a:moveTo>
                  <a:pt x="12188884" y="2000155"/>
                </a:moveTo>
                <a:cubicBezTo>
                  <a:pt x="12195313" y="2019505"/>
                  <a:pt x="12201743" y="2032405"/>
                  <a:pt x="12208172" y="2045305"/>
                </a:cubicBezTo>
                <a:cubicBezTo>
                  <a:pt x="12182454" y="2064655"/>
                  <a:pt x="12098871" y="2103355"/>
                  <a:pt x="12092441" y="2038855"/>
                </a:cubicBezTo>
                <a:cubicBezTo>
                  <a:pt x="12086012" y="2013055"/>
                  <a:pt x="12176025" y="2006605"/>
                  <a:pt x="12188884" y="2000155"/>
                </a:cubicBezTo>
                <a:close/>
                <a:moveTo>
                  <a:pt x="16166922" y="2000155"/>
                </a:moveTo>
                <a:cubicBezTo>
                  <a:pt x="16178896" y="2000155"/>
                  <a:pt x="16184884" y="2012997"/>
                  <a:pt x="16184884" y="2032260"/>
                </a:cubicBezTo>
                <a:cubicBezTo>
                  <a:pt x="16172908" y="2032260"/>
                  <a:pt x="16166922" y="2019418"/>
                  <a:pt x="16166922" y="2000155"/>
                </a:cubicBezTo>
                <a:close/>
                <a:moveTo>
                  <a:pt x="14299466" y="2000155"/>
                </a:moveTo>
                <a:cubicBezTo>
                  <a:pt x="14312439" y="2000155"/>
                  <a:pt x="14317428" y="2012997"/>
                  <a:pt x="14317428" y="2032260"/>
                </a:cubicBezTo>
                <a:cubicBezTo>
                  <a:pt x="14306451" y="2032260"/>
                  <a:pt x="14299466" y="2019418"/>
                  <a:pt x="14299466" y="2000155"/>
                </a:cubicBezTo>
                <a:close/>
                <a:moveTo>
                  <a:pt x="18451475" y="2000154"/>
                </a:moveTo>
                <a:cubicBezTo>
                  <a:pt x="18463447" y="2000154"/>
                  <a:pt x="18469435" y="2006575"/>
                  <a:pt x="18469435" y="2032260"/>
                </a:cubicBezTo>
                <a:cubicBezTo>
                  <a:pt x="18457463" y="2032260"/>
                  <a:pt x="18451475" y="2019417"/>
                  <a:pt x="18451475" y="2000154"/>
                </a:cubicBezTo>
                <a:close/>
                <a:moveTo>
                  <a:pt x="13031555" y="1999585"/>
                </a:moveTo>
                <a:cubicBezTo>
                  <a:pt x="13019464" y="1997973"/>
                  <a:pt x="13004955" y="2002809"/>
                  <a:pt x="12995282" y="2002809"/>
                </a:cubicBezTo>
                <a:cubicBezTo>
                  <a:pt x="12995282" y="2047945"/>
                  <a:pt x="13033973" y="2035049"/>
                  <a:pt x="13053318" y="2035049"/>
                </a:cubicBezTo>
                <a:cubicBezTo>
                  <a:pt x="13053318" y="2009257"/>
                  <a:pt x="13043646" y="2001197"/>
                  <a:pt x="13031555" y="1999585"/>
                </a:cubicBezTo>
                <a:close/>
                <a:moveTo>
                  <a:pt x="11286197" y="1997167"/>
                </a:moveTo>
                <a:cubicBezTo>
                  <a:pt x="11270882" y="1996361"/>
                  <a:pt x="11253149" y="2002809"/>
                  <a:pt x="11243477" y="2002809"/>
                </a:cubicBezTo>
                <a:cubicBezTo>
                  <a:pt x="11243477" y="2060841"/>
                  <a:pt x="11295064" y="2035049"/>
                  <a:pt x="11314409" y="2035049"/>
                </a:cubicBezTo>
                <a:cubicBezTo>
                  <a:pt x="11314409" y="2006033"/>
                  <a:pt x="11301512" y="1997973"/>
                  <a:pt x="11286197" y="1997167"/>
                </a:cubicBezTo>
                <a:close/>
                <a:moveTo>
                  <a:pt x="14236957" y="1995551"/>
                </a:moveTo>
                <a:cubicBezTo>
                  <a:pt x="14254341" y="1995551"/>
                  <a:pt x="14274209" y="2003497"/>
                  <a:pt x="14284143" y="2003497"/>
                </a:cubicBezTo>
                <a:cubicBezTo>
                  <a:pt x="14284143" y="2060707"/>
                  <a:pt x="14224539" y="2035280"/>
                  <a:pt x="14204671" y="2035280"/>
                </a:cubicBezTo>
                <a:cubicBezTo>
                  <a:pt x="14204671" y="2003497"/>
                  <a:pt x="14219572" y="1995551"/>
                  <a:pt x="14236957" y="1995551"/>
                </a:cubicBezTo>
                <a:close/>
                <a:moveTo>
                  <a:pt x="13735437" y="1971717"/>
                </a:moveTo>
                <a:cubicBezTo>
                  <a:pt x="13819236" y="1971717"/>
                  <a:pt x="13896588" y="1971717"/>
                  <a:pt x="13979312" y="1971717"/>
                </a:cubicBezTo>
                <a:cubicBezTo>
                  <a:pt x="13979312" y="2004218"/>
                  <a:pt x="13921298" y="2017219"/>
                  <a:pt x="13947082" y="2056220"/>
                </a:cubicBezTo>
                <a:cubicBezTo>
                  <a:pt x="13966420" y="2101721"/>
                  <a:pt x="14024434" y="2062720"/>
                  <a:pt x="14056665" y="2062720"/>
                </a:cubicBezTo>
                <a:cubicBezTo>
                  <a:pt x="14056665" y="2082221"/>
                  <a:pt x="14056665" y="2108222"/>
                  <a:pt x="14056665" y="2127722"/>
                </a:cubicBezTo>
                <a:cubicBezTo>
                  <a:pt x="14030880" y="2121222"/>
                  <a:pt x="14005096" y="2114722"/>
                  <a:pt x="13979312" y="2108222"/>
                </a:cubicBezTo>
                <a:cubicBezTo>
                  <a:pt x="13998650" y="2140723"/>
                  <a:pt x="14056665" y="2127722"/>
                  <a:pt x="14056665" y="2185141"/>
                </a:cubicBezTo>
                <a:cubicBezTo>
                  <a:pt x="14011542" y="2185141"/>
                  <a:pt x="13966420" y="2185141"/>
                  <a:pt x="13927744" y="2185141"/>
                </a:cubicBezTo>
                <a:cubicBezTo>
                  <a:pt x="13903034" y="2191641"/>
                  <a:pt x="13883696" y="2198141"/>
                  <a:pt x="13864358" y="2191641"/>
                </a:cubicBezTo>
                <a:cubicBezTo>
                  <a:pt x="13832128" y="2178641"/>
                  <a:pt x="13857912" y="2159139"/>
                  <a:pt x="13877250" y="2153723"/>
                </a:cubicBezTo>
                <a:cubicBezTo>
                  <a:pt x="13896588" y="2146140"/>
                  <a:pt x="13914852" y="2146140"/>
                  <a:pt x="13927744" y="2114722"/>
                </a:cubicBezTo>
                <a:cubicBezTo>
                  <a:pt x="13934190" y="2088721"/>
                  <a:pt x="13934190" y="2030219"/>
                  <a:pt x="13914852" y="2010719"/>
                </a:cubicBezTo>
                <a:cubicBezTo>
                  <a:pt x="13903034" y="1984718"/>
                  <a:pt x="13857912" y="2004218"/>
                  <a:pt x="13838574" y="2004218"/>
                </a:cubicBezTo>
                <a:cubicBezTo>
                  <a:pt x="13812789" y="2010719"/>
                  <a:pt x="13735437" y="2030219"/>
                  <a:pt x="13735437" y="1971717"/>
                </a:cubicBezTo>
                <a:close/>
                <a:moveTo>
                  <a:pt x="14019822" y="1971714"/>
                </a:moveTo>
                <a:cubicBezTo>
                  <a:pt x="14032119" y="1971714"/>
                  <a:pt x="14044417" y="1971714"/>
                  <a:pt x="14056714" y="1971714"/>
                </a:cubicBezTo>
                <a:cubicBezTo>
                  <a:pt x="14056714" y="1991295"/>
                  <a:pt x="14056714" y="2010876"/>
                  <a:pt x="14056714" y="2036984"/>
                </a:cubicBezTo>
                <a:cubicBezTo>
                  <a:pt x="14044417" y="2036984"/>
                  <a:pt x="14032119" y="2036984"/>
                  <a:pt x="14019822" y="2036984"/>
                </a:cubicBezTo>
                <a:cubicBezTo>
                  <a:pt x="14019822" y="2010876"/>
                  <a:pt x="14019822" y="1991295"/>
                  <a:pt x="14019822" y="1971714"/>
                </a:cubicBezTo>
                <a:close/>
                <a:moveTo>
                  <a:pt x="16619262" y="1970570"/>
                </a:moveTo>
                <a:cubicBezTo>
                  <a:pt x="16619262" y="2002809"/>
                  <a:pt x="16638608" y="2002809"/>
                  <a:pt x="16657954" y="2002809"/>
                </a:cubicBezTo>
                <a:cubicBezTo>
                  <a:pt x="16657954" y="1964122"/>
                  <a:pt x="16632160" y="1970570"/>
                  <a:pt x="16619262" y="1970570"/>
                </a:cubicBezTo>
                <a:close/>
                <a:moveTo>
                  <a:pt x="11333754" y="1970570"/>
                </a:moveTo>
                <a:cubicBezTo>
                  <a:pt x="11333754" y="1989913"/>
                  <a:pt x="11333754" y="2009257"/>
                  <a:pt x="11333754" y="2035049"/>
                </a:cubicBezTo>
                <a:cubicBezTo>
                  <a:pt x="11353099" y="2022153"/>
                  <a:pt x="11391789" y="2015705"/>
                  <a:pt x="11391789" y="1970570"/>
                </a:cubicBezTo>
                <a:cubicBezTo>
                  <a:pt x="11372444" y="1970570"/>
                  <a:pt x="11353099" y="1970570"/>
                  <a:pt x="11333754" y="1970570"/>
                </a:cubicBezTo>
                <a:close/>
                <a:moveTo>
                  <a:pt x="18202115" y="1969073"/>
                </a:moveTo>
                <a:cubicBezTo>
                  <a:pt x="18213699" y="1970705"/>
                  <a:pt x="18222915" y="1978864"/>
                  <a:pt x="18222915" y="2004972"/>
                </a:cubicBezTo>
                <a:cubicBezTo>
                  <a:pt x="18205011" y="2004972"/>
                  <a:pt x="18167091" y="2018026"/>
                  <a:pt x="18167091" y="1972337"/>
                </a:cubicBezTo>
                <a:cubicBezTo>
                  <a:pt x="18176571" y="1972337"/>
                  <a:pt x="18190527" y="1967441"/>
                  <a:pt x="18202115" y="1969073"/>
                </a:cubicBezTo>
                <a:close/>
                <a:moveTo>
                  <a:pt x="11696783" y="1960705"/>
                </a:moveTo>
                <a:cubicBezTo>
                  <a:pt x="11700195" y="1960705"/>
                  <a:pt x="11703608" y="1963916"/>
                  <a:pt x="11710433" y="1970338"/>
                </a:cubicBezTo>
                <a:cubicBezTo>
                  <a:pt x="11703608" y="1970338"/>
                  <a:pt x="11703608" y="1976760"/>
                  <a:pt x="11696783" y="1989603"/>
                </a:cubicBezTo>
                <a:cubicBezTo>
                  <a:pt x="11696783" y="1983182"/>
                  <a:pt x="11689958" y="1976760"/>
                  <a:pt x="11683133" y="1970338"/>
                </a:cubicBezTo>
                <a:cubicBezTo>
                  <a:pt x="11689958" y="1963916"/>
                  <a:pt x="11693370" y="1960705"/>
                  <a:pt x="11696783" y="1960705"/>
                </a:cubicBezTo>
                <a:close/>
                <a:moveTo>
                  <a:pt x="12365153" y="1943012"/>
                </a:moveTo>
                <a:cubicBezTo>
                  <a:pt x="12366650" y="1944592"/>
                  <a:pt x="12368146" y="1949069"/>
                  <a:pt x="12374134" y="1951702"/>
                </a:cubicBezTo>
                <a:cubicBezTo>
                  <a:pt x="12368147" y="1951702"/>
                  <a:pt x="12362159" y="1951702"/>
                  <a:pt x="12356172" y="1951702"/>
                </a:cubicBezTo>
                <a:cubicBezTo>
                  <a:pt x="12362159" y="1942749"/>
                  <a:pt x="12363656" y="1941432"/>
                  <a:pt x="12365153" y="1943012"/>
                </a:cubicBezTo>
                <a:close/>
                <a:moveTo>
                  <a:pt x="12421964" y="1938535"/>
                </a:moveTo>
                <a:cubicBezTo>
                  <a:pt x="12428789" y="1964643"/>
                  <a:pt x="12428789" y="1984224"/>
                  <a:pt x="12435614" y="2003805"/>
                </a:cubicBezTo>
                <a:cubicBezTo>
                  <a:pt x="12415139" y="2003805"/>
                  <a:pt x="12408314" y="1964643"/>
                  <a:pt x="12421964" y="1938535"/>
                </a:cubicBezTo>
                <a:close/>
                <a:moveTo>
                  <a:pt x="13318343" y="1938535"/>
                </a:moveTo>
                <a:cubicBezTo>
                  <a:pt x="13331570" y="1951589"/>
                  <a:pt x="13351411" y="1958116"/>
                  <a:pt x="13364638" y="1971170"/>
                </a:cubicBezTo>
                <a:cubicBezTo>
                  <a:pt x="13351411" y="1977697"/>
                  <a:pt x="13331570" y="1990751"/>
                  <a:pt x="13318343" y="2003805"/>
                </a:cubicBezTo>
                <a:cubicBezTo>
                  <a:pt x="13318343" y="1984224"/>
                  <a:pt x="13318343" y="1958116"/>
                  <a:pt x="13318343" y="1938535"/>
                </a:cubicBezTo>
                <a:close/>
                <a:moveTo>
                  <a:pt x="18110215" y="1938534"/>
                </a:moveTo>
                <a:cubicBezTo>
                  <a:pt x="18122191" y="1938534"/>
                  <a:pt x="18128179" y="1946026"/>
                  <a:pt x="18128179" y="1970643"/>
                </a:cubicBezTo>
                <a:cubicBezTo>
                  <a:pt x="18116203" y="1970643"/>
                  <a:pt x="18110215" y="1964221"/>
                  <a:pt x="18110215" y="1938534"/>
                </a:cubicBezTo>
                <a:close/>
                <a:moveTo>
                  <a:pt x="12383475" y="1938533"/>
                </a:moveTo>
                <a:cubicBezTo>
                  <a:pt x="12356175" y="1984828"/>
                  <a:pt x="12383475" y="1938533"/>
                  <a:pt x="12383475" y="1938533"/>
                </a:cubicBezTo>
                <a:close/>
                <a:moveTo>
                  <a:pt x="16540538" y="1935509"/>
                </a:moveTo>
                <a:cubicBezTo>
                  <a:pt x="16528448" y="1933763"/>
                  <a:pt x="16513940" y="1938330"/>
                  <a:pt x="16504266" y="1938330"/>
                </a:cubicBezTo>
                <a:cubicBezTo>
                  <a:pt x="16504266" y="1989913"/>
                  <a:pt x="16542958" y="1970570"/>
                  <a:pt x="16562302" y="1970570"/>
                </a:cubicBezTo>
                <a:cubicBezTo>
                  <a:pt x="16562302" y="1945315"/>
                  <a:pt x="16552630" y="1937255"/>
                  <a:pt x="16540538" y="1935509"/>
                </a:cubicBezTo>
                <a:close/>
                <a:moveTo>
                  <a:pt x="13512141" y="1934663"/>
                </a:moveTo>
                <a:cubicBezTo>
                  <a:pt x="13527677" y="1935620"/>
                  <a:pt x="13540053" y="1943823"/>
                  <a:pt x="13540053" y="1972809"/>
                </a:cubicBezTo>
                <a:cubicBezTo>
                  <a:pt x="13521094" y="1972809"/>
                  <a:pt x="13465271" y="1999059"/>
                  <a:pt x="13465271" y="1939995"/>
                </a:cubicBezTo>
                <a:cubicBezTo>
                  <a:pt x="13477910" y="1939995"/>
                  <a:pt x="13496605" y="1933706"/>
                  <a:pt x="13512141" y="1934663"/>
                </a:cubicBezTo>
                <a:close/>
                <a:moveTo>
                  <a:pt x="17463407" y="1927584"/>
                </a:moveTo>
                <a:lnTo>
                  <a:pt x="17462719" y="1930268"/>
                </a:lnTo>
                <a:cubicBezTo>
                  <a:pt x="17461691" y="1934257"/>
                  <a:pt x="17460871" y="1937447"/>
                  <a:pt x="17460871" y="1937447"/>
                </a:cubicBezTo>
                <a:close/>
                <a:moveTo>
                  <a:pt x="11635483" y="1919987"/>
                </a:moveTo>
                <a:lnTo>
                  <a:pt x="11632840" y="1930269"/>
                </a:lnTo>
                <a:cubicBezTo>
                  <a:pt x="11631814" y="1934257"/>
                  <a:pt x="11630994" y="1937447"/>
                  <a:pt x="11630994" y="1937447"/>
                </a:cubicBezTo>
                <a:cubicBezTo>
                  <a:pt x="11632635" y="1931066"/>
                  <a:pt x="11633865" y="1926280"/>
                  <a:pt x="11634762" y="1922791"/>
                </a:cubicBezTo>
                <a:close/>
                <a:moveTo>
                  <a:pt x="12375132" y="1919572"/>
                </a:moveTo>
                <a:cubicBezTo>
                  <a:pt x="12387429" y="1919572"/>
                  <a:pt x="12399727" y="1919572"/>
                  <a:pt x="12412024" y="1919572"/>
                </a:cubicBezTo>
                <a:cubicBezTo>
                  <a:pt x="12405876" y="1925892"/>
                  <a:pt x="12405876" y="1932212"/>
                  <a:pt x="12405876" y="1937479"/>
                </a:cubicBezTo>
                <a:cubicBezTo>
                  <a:pt x="12393578" y="1937479"/>
                  <a:pt x="12381281" y="1932212"/>
                  <a:pt x="12375132" y="1919572"/>
                </a:cubicBezTo>
                <a:close/>
                <a:moveTo>
                  <a:pt x="11526130" y="1913613"/>
                </a:moveTo>
                <a:cubicBezTo>
                  <a:pt x="11506785" y="1920063"/>
                  <a:pt x="11430479" y="1932957"/>
                  <a:pt x="11448750" y="1989913"/>
                </a:cubicBezTo>
                <a:cubicBezTo>
                  <a:pt x="11461646" y="1938330"/>
                  <a:pt x="11506785" y="1970570"/>
                  <a:pt x="11526130" y="1970570"/>
                </a:cubicBezTo>
                <a:cubicBezTo>
                  <a:pt x="11526130" y="1951226"/>
                  <a:pt x="11526130" y="1932957"/>
                  <a:pt x="11526130" y="1913613"/>
                </a:cubicBezTo>
                <a:close/>
                <a:moveTo>
                  <a:pt x="17427459" y="1907166"/>
                </a:moveTo>
                <a:cubicBezTo>
                  <a:pt x="17427459" y="1945853"/>
                  <a:pt x="17453251" y="1945853"/>
                  <a:pt x="17466151" y="1951226"/>
                </a:cubicBezTo>
                <a:cubicBezTo>
                  <a:pt x="17472599" y="1943435"/>
                  <a:pt x="17474211" y="1937189"/>
                  <a:pt x="17472799" y="1932101"/>
                </a:cubicBezTo>
                <a:lnTo>
                  <a:pt x="17464507" y="1923313"/>
                </a:lnTo>
                <a:lnTo>
                  <a:pt x="17461311" y="1919928"/>
                </a:lnTo>
                <a:cubicBezTo>
                  <a:pt x="17450027" y="1913614"/>
                  <a:pt x="17433907" y="1910390"/>
                  <a:pt x="17427459" y="1907166"/>
                </a:cubicBezTo>
                <a:close/>
                <a:moveTo>
                  <a:pt x="12468929" y="1905357"/>
                </a:moveTo>
                <a:cubicBezTo>
                  <a:pt x="12468929" y="1931898"/>
                  <a:pt x="12462942" y="1937427"/>
                  <a:pt x="12450967" y="1937427"/>
                </a:cubicBezTo>
                <a:cubicBezTo>
                  <a:pt x="12450967" y="1918627"/>
                  <a:pt x="12457952" y="1905357"/>
                  <a:pt x="12468929" y="1905357"/>
                </a:cubicBezTo>
                <a:close/>
                <a:moveTo>
                  <a:pt x="13639647" y="1905357"/>
                </a:moveTo>
                <a:cubicBezTo>
                  <a:pt x="13639647" y="1925263"/>
                  <a:pt x="13633660" y="1937427"/>
                  <a:pt x="13621685" y="1937427"/>
                </a:cubicBezTo>
                <a:cubicBezTo>
                  <a:pt x="13621685" y="1918627"/>
                  <a:pt x="13627672" y="1905357"/>
                  <a:pt x="13639647" y="1905357"/>
                </a:cubicBezTo>
                <a:close/>
                <a:moveTo>
                  <a:pt x="16455904" y="1901389"/>
                </a:moveTo>
                <a:cubicBezTo>
                  <a:pt x="16439782" y="1900718"/>
                  <a:pt x="16420438" y="1907166"/>
                  <a:pt x="16407542" y="1907166"/>
                </a:cubicBezTo>
                <a:cubicBezTo>
                  <a:pt x="16407542" y="1970570"/>
                  <a:pt x="16465578" y="1938330"/>
                  <a:pt x="16484922" y="1938330"/>
                </a:cubicBezTo>
                <a:cubicBezTo>
                  <a:pt x="16484922" y="1909852"/>
                  <a:pt x="16472024" y="1902061"/>
                  <a:pt x="16455904" y="1901389"/>
                </a:cubicBezTo>
                <a:close/>
                <a:moveTo>
                  <a:pt x="11958362" y="1872181"/>
                </a:moveTo>
                <a:cubicBezTo>
                  <a:pt x="11958362" y="1910960"/>
                  <a:pt x="11971187" y="1935736"/>
                  <a:pt x="11939124" y="1943277"/>
                </a:cubicBezTo>
                <a:cubicBezTo>
                  <a:pt x="11919887" y="1943277"/>
                  <a:pt x="11926299" y="1974516"/>
                  <a:pt x="11926299" y="2000369"/>
                </a:cubicBezTo>
                <a:cubicBezTo>
                  <a:pt x="11900649" y="1974516"/>
                  <a:pt x="11868586" y="1955126"/>
                  <a:pt x="11844005" y="1980979"/>
                </a:cubicBezTo>
                <a:cubicBezTo>
                  <a:pt x="11824767" y="1993906"/>
                  <a:pt x="11799117" y="2013295"/>
                  <a:pt x="11773467" y="2013295"/>
                </a:cubicBezTo>
                <a:cubicBezTo>
                  <a:pt x="11779879" y="2000369"/>
                  <a:pt x="11786292" y="1987443"/>
                  <a:pt x="11792704" y="1980979"/>
                </a:cubicBezTo>
                <a:cubicBezTo>
                  <a:pt x="11779879" y="1974516"/>
                  <a:pt x="11767054" y="1968052"/>
                  <a:pt x="11754229" y="1968052"/>
                </a:cubicBezTo>
                <a:cubicBezTo>
                  <a:pt x="11754229" y="1904497"/>
                  <a:pt x="11792704" y="1898034"/>
                  <a:pt x="11824767" y="1898034"/>
                </a:cubicBezTo>
                <a:cubicBezTo>
                  <a:pt x="11868586" y="1885107"/>
                  <a:pt x="11913474" y="1878644"/>
                  <a:pt x="11958362" y="1872181"/>
                </a:cubicBezTo>
                <a:close/>
                <a:moveTo>
                  <a:pt x="16363748" y="1869283"/>
                </a:moveTo>
                <a:cubicBezTo>
                  <a:pt x="16347090" y="1868478"/>
                  <a:pt x="16328012" y="1874926"/>
                  <a:pt x="16318338" y="1874926"/>
                </a:cubicBezTo>
                <a:cubicBezTo>
                  <a:pt x="16318338" y="1938330"/>
                  <a:pt x="16368852" y="1907166"/>
                  <a:pt x="16394646" y="1907166"/>
                </a:cubicBezTo>
                <a:cubicBezTo>
                  <a:pt x="16394646" y="1878155"/>
                  <a:pt x="16380406" y="1870090"/>
                  <a:pt x="16363748" y="1869283"/>
                </a:cubicBezTo>
                <a:close/>
                <a:moveTo>
                  <a:pt x="19033467" y="1848478"/>
                </a:moveTo>
                <a:cubicBezTo>
                  <a:pt x="19033467" y="1868953"/>
                  <a:pt x="19027479" y="1875778"/>
                  <a:pt x="19015507" y="1875778"/>
                </a:cubicBezTo>
                <a:cubicBezTo>
                  <a:pt x="19015507" y="1855303"/>
                  <a:pt x="19021491" y="1848478"/>
                  <a:pt x="19033467" y="1848478"/>
                </a:cubicBezTo>
                <a:close/>
                <a:moveTo>
                  <a:pt x="12029867" y="1846457"/>
                </a:moveTo>
                <a:cubicBezTo>
                  <a:pt x="12058053" y="1851076"/>
                  <a:pt x="12093100" y="1881955"/>
                  <a:pt x="12113368" y="1890055"/>
                </a:cubicBezTo>
                <a:cubicBezTo>
                  <a:pt x="12067967" y="1890055"/>
                  <a:pt x="12030132" y="1883575"/>
                  <a:pt x="11991217" y="1877096"/>
                </a:cubicBezTo>
                <a:cubicBezTo>
                  <a:pt x="11998514" y="1850367"/>
                  <a:pt x="12012955" y="1843685"/>
                  <a:pt x="12029867" y="1846457"/>
                </a:cubicBezTo>
                <a:close/>
                <a:moveTo>
                  <a:pt x="16267558" y="1842686"/>
                </a:moveTo>
                <a:cubicBezTo>
                  <a:pt x="16250632" y="1842686"/>
                  <a:pt x="16231286" y="1849134"/>
                  <a:pt x="16221614" y="1849134"/>
                </a:cubicBezTo>
                <a:cubicBezTo>
                  <a:pt x="16221614" y="1907166"/>
                  <a:pt x="16279650" y="1874926"/>
                  <a:pt x="16298994" y="1874926"/>
                </a:cubicBezTo>
                <a:cubicBezTo>
                  <a:pt x="16298994" y="1849134"/>
                  <a:pt x="16284484" y="1842686"/>
                  <a:pt x="16267558" y="1842686"/>
                </a:cubicBezTo>
                <a:close/>
                <a:moveTo>
                  <a:pt x="12897459" y="1819784"/>
                </a:moveTo>
                <a:cubicBezTo>
                  <a:pt x="12908296" y="1815173"/>
                  <a:pt x="12919133" y="1824396"/>
                  <a:pt x="12919133" y="1847453"/>
                </a:cubicBezTo>
                <a:cubicBezTo>
                  <a:pt x="12906289" y="1841304"/>
                  <a:pt x="12893446" y="1835156"/>
                  <a:pt x="12887024" y="1829007"/>
                </a:cubicBezTo>
                <a:cubicBezTo>
                  <a:pt x="12890235" y="1824396"/>
                  <a:pt x="12893847" y="1821321"/>
                  <a:pt x="12897459" y="1819784"/>
                </a:cubicBezTo>
                <a:close/>
                <a:moveTo>
                  <a:pt x="16163578" y="1816895"/>
                </a:moveTo>
                <a:cubicBezTo>
                  <a:pt x="16163578" y="1849134"/>
                  <a:pt x="16189372" y="1849134"/>
                  <a:pt x="16202270" y="1849134"/>
                </a:cubicBezTo>
                <a:cubicBezTo>
                  <a:pt x="16202270" y="1810447"/>
                  <a:pt x="16182924" y="1816895"/>
                  <a:pt x="16163578" y="1816895"/>
                </a:cubicBezTo>
                <a:close/>
                <a:moveTo>
                  <a:pt x="16125962" y="1816895"/>
                </a:moveTo>
                <a:cubicBezTo>
                  <a:pt x="16125962" y="1836238"/>
                  <a:pt x="16132412" y="1849134"/>
                  <a:pt x="16145308" y="1849134"/>
                </a:cubicBezTo>
                <a:cubicBezTo>
                  <a:pt x="16145308" y="1829790"/>
                  <a:pt x="16138860" y="1816895"/>
                  <a:pt x="16125962" y="1816895"/>
                </a:cubicBezTo>
                <a:close/>
                <a:moveTo>
                  <a:pt x="18976519" y="1816710"/>
                </a:moveTo>
                <a:cubicBezTo>
                  <a:pt x="18976519" y="1847453"/>
                  <a:pt x="18957251" y="1847453"/>
                  <a:pt x="18944411" y="1847453"/>
                </a:cubicBezTo>
                <a:cubicBezTo>
                  <a:pt x="18944411" y="1810561"/>
                  <a:pt x="18963675" y="1816710"/>
                  <a:pt x="18976519" y="1816710"/>
                </a:cubicBezTo>
                <a:close/>
                <a:moveTo>
                  <a:pt x="12468929" y="1815299"/>
                </a:moveTo>
                <a:cubicBezTo>
                  <a:pt x="12468929" y="1834565"/>
                  <a:pt x="12462942" y="1847408"/>
                  <a:pt x="12450967" y="1847408"/>
                </a:cubicBezTo>
                <a:cubicBezTo>
                  <a:pt x="12450967" y="1828143"/>
                  <a:pt x="12457952" y="1815299"/>
                  <a:pt x="12468929" y="1815299"/>
                </a:cubicBezTo>
                <a:close/>
                <a:moveTo>
                  <a:pt x="17792655" y="1815299"/>
                </a:moveTo>
                <a:cubicBezTo>
                  <a:pt x="17805295" y="1815299"/>
                  <a:pt x="17810559" y="1828143"/>
                  <a:pt x="17810559" y="1847408"/>
                </a:cubicBezTo>
                <a:cubicBezTo>
                  <a:pt x="17798975" y="1847408"/>
                  <a:pt x="17792655" y="1834564"/>
                  <a:pt x="17792655" y="1815299"/>
                </a:cubicBezTo>
                <a:close/>
                <a:moveTo>
                  <a:pt x="18039119" y="1815299"/>
                </a:moveTo>
                <a:cubicBezTo>
                  <a:pt x="18052243" y="1815299"/>
                  <a:pt x="18052243" y="1828142"/>
                  <a:pt x="18052243" y="1847407"/>
                </a:cubicBezTo>
                <a:cubicBezTo>
                  <a:pt x="18039119" y="1847407"/>
                  <a:pt x="18039119" y="1834564"/>
                  <a:pt x="18039119" y="1815299"/>
                </a:cubicBezTo>
                <a:close/>
                <a:moveTo>
                  <a:pt x="12866517" y="1813923"/>
                </a:moveTo>
                <a:cubicBezTo>
                  <a:pt x="12872738" y="1812643"/>
                  <a:pt x="12873331" y="1822881"/>
                  <a:pt x="12863851" y="1833118"/>
                </a:cubicBezTo>
                <a:cubicBezTo>
                  <a:pt x="12863851" y="1829705"/>
                  <a:pt x="12863851" y="1827999"/>
                  <a:pt x="12863193" y="1826293"/>
                </a:cubicBezTo>
                <a:lnTo>
                  <a:pt x="12861645" y="1824001"/>
                </a:lnTo>
                <a:lnTo>
                  <a:pt x="12862144" y="1828427"/>
                </a:lnTo>
                <a:cubicBezTo>
                  <a:pt x="12849107" y="1828427"/>
                  <a:pt x="12849107" y="1828427"/>
                  <a:pt x="12856218" y="1815299"/>
                </a:cubicBezTo>
                <a:lnTo>
                  <a:pt x="12859182" y="1819051"/>
                </a:lnTo>
                <a:close/>
                <a:moveTo>
                  <a:pt x="18908283" y="1787523"/>
                </a:moveTo>
                <a:cubicBezTo>
                  <a:pt x="18916739" y="1790829"/>
                  <a:pt x="18924423" y="1802403"/>
                  <a:pt x="18924423" y="1818937"/>
                </a:cubicBezTo>
                <a:cubicBezTo>
                  <a:pt x="18912127" y="1812323"/>
                  <a:pt x="18899831" y="1812323"/>
                  <a:pt x="18887531" y="1805710"/>
                </a:cubicBezTo>
                <a:cubicBezTo>
                  <a:pt x="18890607" y="1789176"/>
                  <a:pt x="18899827" y="1784216"/>
                  <a:pt x="18908283" y="1787523"/>
                </a:cubicBezTo>
                <a:close/>
                <a:moveTo>
                  <a:pt x="16055030" y="1784655"/>
                </a:moveTo>
                <a:cubicBezTo>
                  <a:pt x="16055030" y="1816895"/>
                  <a:pt x="16074376" y="1816895"/>
                  <a:pt x="16087274" y="1816895"/>
                </a:cubicBezTo>
                <a:cubicBezTo>
                  <a:pt x="16087274" y="1778207"/>
                  <a:pt x="16067928" y="1784655"/>
                  <a:pt x="16055030" y="1784655"/>
                </a:cubicBezTo>
                <a:close/>
                <a:moveTo>
                  <a:pt x="19450567" y="1782119"/>
                </a:moveTo>
                <a:cubicBezTo>
                  <a:pt x="19450567" y="1801382"/>
                  <a:pt x="19444579" y="1814225"/>
                  <a:pt x="19432603" y="1814225"/>
                </a:cubicBezTo>
                <a:cubicBezTo>
                  <a:pt x="19432603" y="1794961"/>
                  <a:pt x="19438591" y="1782119"/>
                  <a:pt x="19450567" y="1782119"/>
                </a:cubicBezTo>
                <a:close/>
                <a:moveTo>
                  <a:pt x="13695273" y="1778260"/>
                </a:moveTo>
                <a:cubicBezTo>
                  <a:pt x="13697518" y="1779063"/>
                  <a:pt x="13698765" y="1782274"/>
                  <a:pt x="13701260" y="1785484"/>
                </a:cubicBezTo>
                <a:cubicBezTo>
                  <a:pt x="13701260" y="1785484"/>
                  <a:pt x="13696271" y="1791905"/>
                  <a:pt x="13696271" y="1804748"/>
                </a:cubicBezTo>
                <a:cubicBezTo>
                  <a:pt x="13690283" y="1798327"/>
                  <a:pt x="13690283" y="1791905"/>
                  <a:pt x="13683298" y="1785484"/>
                </a:cubicBezTo>
                <a:cubicBezTo>
                  <a:pt x="13689784" y="1779063"/>
                  <a:pt x="13693028" y="1777458"/>
                  <a:pt x="13695273" y="1778260"/>
                </a:cubicBezTo>
                <a:close/>
                <a:moveTo>
                  <a:pt x="15920690" y="1758863"/>
                </a:moveTo>
                <a:cubicBezTo>
                  <a:pt x="15920690" y="1778207"/>
                  <a:pt x="15927138" y="1784655"/>
                  <a:pt x="15940034" y="1784655"/>
                </a:cubicBezTo>
                <a:cubicBezTo>
                  <a:pt x="15940034" y="1765311"/>
                  <a:pt x="15933586" y="1758863"/>
                  <a:pt x="15920690" y="1758863"/>
                </a:cubicBezTo>
                <a:close/>
                <a:moveTo>
                  <a:pt x="17674159" y="1758421"/>
                </a:moveTo>
                <a:cubicBezTo>
                  <a:pt x="17687811" y="1758421"/>
                  <a:pt x="17701459" y="1765245"/>
                  <a:pt x="17701459" y="1785720"/>
                </a:cubicBezTo>
                <a:cubicBezTo>
                  <a:pt x="17687811" y="1785720"/>
                  <a:pt x="17674159" y="1778895"/>
                  <a:pt x="17674159" y="1758421"/>
                </a:cubicBezTo>
                <a:close/>
                <a:moveTo>
                  <a:pt x="18855803" y="1757267"/>
                </a:moveTo>
                <a:cubicBezTo>
                  <a:pt x="18865939" y="1759573"/>
                  <a:pt x="18876999" y="1765722"/>
                  <a:pt x="18886479" y="1768796"/>
                </a:cubicBezTo>
                <a:cubicBezTo>
                  <a:pt x="18880159" y="1768796"/>
                  <a:pt x="18880159" y="1774945"/>
                  <a:pt x="18873839" y="1781094"/>
                </a:cubicBezTo>
                <a:cubicBezTo>
                  <a:pt x="18861199" y="1774945"/>
                  <a:pt x="18842239" y="1774945"/>
                  <a:pt x="18830655" y="1768796"/>
                </a:cubicBezTo>
                <a:cubicBezTo>
                  <a:pt x="18836447" y="1756499"/>
                  <a:pt x="18845663" y="1754962"/>
                  <a:pt x="18855803" y="1757267"/>
                </a:cubicBezTo>
                <a:close/>
                <a:moveTo>
                  <a:pt x="13497861" y="1747265"/>
                </a:moveTo>
                <a:cubicBezTo>
                  <a:pt x="13539186" y="1746450"/>
                  <a:pt x="13582110" y="1764101"/>
                  <a:pt x="13630100" y="1786368"/>
                </a:cubicBezTo>
                <a:cubicBezTo>
                  <a:pt x="13540519" y="1792885"/>
                  <a:pt x="13458403" y="1805920"/>
                  <a:pt x="13375221" y="1818954"/>
                </a:cubicBezTo>
                <a:cubicBezTo>
                  <a:pt x="13416812" y="1767360"/>
                  <a:pt x="13456537" y="1748080"/>
                  <a:pt x="13497861" y="1747265"/>
                </a:cubicBezTo>
                <a:close/>
                <a:moveTo>
                  <a:pt x="18801699" y="1728798"/>
                </a:moveTo>
                <a:cubicBezTo>
                  <a:pt x="18811007" y="1731036"/>
                  <a:pt x="18820311" y="1737356"/>
                  <a:pt x="18829619" y="1741042"/>
                </a:cubicBezTo>
                <a:cubicBezTo>
                  <a:pt x="18811007" y="1752628"/>
                  <a:pt x="18792391" y="1746308"/>
                  <a:pt x="18773779" y="1741042"/>
                </a:cubicBezTo>
                <a:cubicBezTo>
                  <a:pt x="18783083" y="1728403"/>
                  <a:pt x="18792391" y="1726560"/>
                  <a:pt x="18801699" y="1728798"/>
                </a:cubicBezTo>
                <a:close/>
                <a:moveTo>
                  <a:pt x="14094163" y="1728691"/>
                </a:moveTo>
                <a:cubicBezTo>
                  <a:pt x="14101699" y="1747002"/>
                  <a:pt x="14108158" y="1766391"/>
                  <a:pt x="14113540" y="1785780"/>
                </a:cubicBezTo>
                <a:cubicBezTo>
                  <a:pt x="13998351" y="1785780"/>
                  <a:pt x="13883162" y="1785780"/>
                  <a:pt x="13773355" y="1785780"/>
                </a:cubicBezTo>
                <a:cubicBezTo>
                  <a:pt x="13786273" y="1715765"/>
                  <a:pt x="13850866" y="1734076"/>
                  <a:pt x="13883162" y="1741617"/>
                </a:cubicBezTo>
                <a:cubicBezTo>
                  <a:pt x="13953137" y="1747002"/>
                  <a:pt x="14024188" y="1734076"/>
                  <a:pt x="14094163" y="1728691"/>
                </a:cubicBezTo>
                <a:close/>
                <a:moveTo>
                  <a:pt x="13095574" y="1726822"/>
                </a:moveTo>
                <a:cubicBezTo>
                  <a:pt x="13108417" y="1726822"/>
                  <a:pt x="13127683" y="1720502"/>
                  <a:pt x="13127683" y="1757366"/>
                </a:cubicBezTo>
                <a:cubicBezTo>
                  <a:pt x="13114839" y="1757366"/>
                  <a:pt x="13095574" y="1757366"/>
                  <a:pt x="13095574" y="1726822"/>
                </a:cubicBezTo>
                <a:close/>
                <a:moveTo>
                  <a:pt x="17849531" y="1725244"/>
                </a:moveTo>
                <a:cubicBezTo>
                  <a:pt x="17868143" y="1725244"/>
                  <a:pt x="17886759" y="1730510"/>
                  <a:pt x="17905371" y="1737883"/>
                </a:cubicBezTo>
                <a:cubicBezTo>
                  <a:pt x="17886759" y="1762108"/>
                  <a:pt x="17868143" y="1755788"/>
                  <a:pt x="17849531" y="1755788"/>
                </a:cubicBezTo>
                <a:cubicBezTo>
                  <a:pt x="17849531" y="1743149"/>
                  <a:pt x="17849531" y="1730510"/>
                  <a:pt x="17849531" y="1725244"/>
                </a:cubicBezTo>
                <a:close/>
                <a:moveTo>
                  <a:pt x="12799195" y="1725244"/>
                </a:moveTo>
                <a:cubicBezTo>
                  <a:pt x="12881579" y="1730567"/>
                  <a:pt x="12971453" y="1743344"/>
                  <a:pt x="13061326" y="1749732"/>
                </a:cubicBezTo>
                <a:cubicBezTo>
                  <a:pt x="13009970" y="1762509"/>
                  <a:pt x="12958614" y="1768897"/>
                  <a:pt x="12900838" y="1794450"/>
                </a:cubicBezTo>
                <a:cubicBezTo>
                  <a:pt x="12862321" y="1820003"/>
                  <a:pt x="12818454" y="1781674"/>
                  <a:pt x="12773517" y="1794450"/>
                </a:cubicBezTo>
                <a:cubicBezTo>
                  <a:pt x="12747839" y="1794450"/>
                  <a:pt x="12735000" y="1820003"/>
                  <a:pt x="12709322" y="1839168"/>
                </a:cubicBezTo>
                <a:cubicBezTo>
                  <a:pt x="12690063" y="1851945"/>
                  <a:pt x="12670805" y="1858333"/>
                  <a:pt x="12652616" y="1864722"/>
                </a:cubicBezTo>
                <a:cubicBezTo>
                  <a:pt x="12614099" y="1871110"/>
                  <a:pt x="12601260" y="1858333"/>
                  <a:pt x="12588421" y="1807227"/>
                </a:cubicBezTo>
                <a:cubicBezTo>
                  <a:pt x="12620519" y="1768897"/>
                  <a:pt x="12657966" y="1762509"/>
                  <a:pt x="12696483" y="1749732"/>
                </a:cubicBezTo>
                <a:cubicBezTo>
                  <a:pt x="12715742" y="1749732"/>
                  <a:pt x="12735000" y="1743344"/>
                  <a:pt x="12760678" y="1738020"/>
                </a:cubicBezTo>
                <a:cubicBezTo>
                  <a:pt x="12773517" y="1738020"/>
                  <a:pt x="12779937" y="1725244"/>
                  <a:pt x="12799195" y="1725244"/>
                </a:cubicBezTo>
                <a:close/>
                <a:moveTo>
                  <a:pt x="13704364" y="1725242"/>
                </a:moveTo>
                <a:cubicBezTo>
                  <a:pt x="13717003" y="1730508"/>
                  <a:pt x="13723322" y="1743148"/>
                  <a:pt x="13729642" y="1755787"/>
                </a:cubicBezTo>
                <a:cubicBezTo>
                  <a:pt x="13723322" y="1762107"/>
                  <a:pt x="13710683" y="1768427"/>
                  <a:pt x="13704364" y="1781066"/>
                </a:cubicBezTo>
                <a:cubicBezTo>
                  <a:pt x="13692778" y="1768427"/>
                  <a:pt x="13699098" y="1743148"/>
                  <a:pt x="13704364" y="1725242"/>
                </a:cubicBezTo>
                <a:close/>
                <a:moveTo>
                  <a:pt x="19272751" y="1696806"/>
                </a:moveTo>
                <a:cubicBezTo>
                  <a:pt x="19292047" y="1696806"/>
                  <a:pt x="19304911" y="1703194"/>
                  <a:pt x="19324211" y="1715970"/>
                </a:cubicBezTo>
                <a:cubicBezTo>
                  <a:pt x="19356371" y="1728747"/>
                  <a:pt x="19382103" y="1759624"/>
                  <a:pt x="19407831" y="1797954"/>
                </a:cubicBezTo>
                <a:cubicBezTo>
                  <a:pt x="19394967" y="1810730"/>
                  <a:pt x="19388535" y="1823507"/>
                  <a:pt x="19382103" y="1842672"/>
                </a:cubicBezTo>
                <a:cubicBezTo>
                  <a:pt x="19330643" y="1804342"/>
                  <a:pt x="19279183" y="1772401"/>
                  <a:pt x="19228795" y="1741524"/>
                </a:cubicBezTo>
                <a:cubicBezTo>
                  <a:pt x="19241659" y="1728747"/>
                  <a:pt x="19260955" y="1715970"/>
                  <a:pt x="19272751" y="1696806"/>
                </a:cubicBezTo>
                <a:close/>
                <a:moveTo>
                  <a:pt x="13413135" y="1696804"/>
                </a:moveTo>
                <a:cubicBezTo>
                  <a:pt x="13425110" y="1696804"/>
                  <a:pt x="13431097" y="1703225"/>
                  <a:pt x="13431097" y="1728910"/>
                </a:cubicBezTo>
                <a:cubicBezTo>
                  <a:pt x="13419122" y="1728910"/>
                  <a:pt x="13413135" y="1716067"/>
                  <a:pt x="13413135" y="1696804"/>
                </a:cubicBezTo>
                <a:close/>
                <a:moveTo>
                  <a:pt x="13541106" y="1696804"/>
                </a:moveTo>
                <a:cubicBezTo>
                  <a:pt x="13553081" y="1696804"/>
                  <a:pt x="13559068" y="1703225"/>
                  <a:pt x="13559068" y="1728909"/>
                </a:cubicBezTo>
                <a:cubicBezTo>
                  <a:pt x="13547093" y="1728909"/>
                  <a:pt x="13541106" y="1716067"/>
                  <a:pt x="13541106" y="1696804"/>
                </a:cubicBezTo>
                <a:close/>
                <a:moveTo>
                  <a:pt x="18724571" y="1696803"/>
                </a:moveTo>
                <a:cubicBezTo>
                  <a:pt x="18736983" y="1696803"/>
                  <a:pt x="18755599" y="1703225"/>
                  <a:pt x="18768007" y="1709646"/>
                </a:cubicBezTo>
                <a:cubicBezTo>
                  <a:pt x="18749391" y="1728909"/>
                  <a:pt x="18730779" y="1716067"/>
                  <a:pt x="18712163" y="1709646"/>
                </a:cubicBezTo>
                <a:cubicBezTo>
                  <a:pt x="18718367" y="1703225"/>
                  <a:pt x="18718367" y="1696803"/>
                  <a:pt x="18724571" y="1696803"/>
                </a:cubicBezTo>
                <a:close/>
                <a:moveTo>
                  <a:pt x="17799911" y="1693674"/>
                </a:moveTo>
                <a:cubicBezTo>
                  <a:pt x="17803911" y="1693674"/>
                  <a:pt x="17807663" y="1694097"/>
                  <a:pt x="17810559" y="1694097"/>
                </a:cubicBezTo>
                <a:cubicBezTo>
                  <a:pt x="17810559" y="1733595"/>
                  <a:pt x="17792651" y="1727953"/>
                  <a:pt x="17773695" y="1727953"/>
                </a:cubicBezTo>
                <a:cubicBezTo>
                  <a:pt x="17773695" y="1697483"/>
                  <a:pt x="17787911" y="1693674"/>
                  <a:pt x="17799911" y="1693674"/>
                </a:cubicBezTo>
                <a:close/>
                <a:moveTo>
                  <a:pt x="14430369" y="1677843"/>
                </a:moveTo>
                <a:cubicBezTo>
                  <a:pt x="14442778" y="1696995"/>
                  <a:pt x="14461393" y="1709763"/>
                  <a:pt x="14473803" y="1728915"/>
                </a:cubicBezTo>
                <a:cubicBezTo>
                  <a:pt x="14455188" y="1728915"/>
                  <a:pt x="14436574" y="1728915"/>
                  <a:pt x="14417959" y="1728915"/>
                </a:cubicBezTo>
                <a:cubicBezTo>
                  <a:pt x="14424164" y="1709763"/>
                  <a:pt x="14424164" y="1696995"/>
                  <a:pt x="14430369" y="1677843"/>
                </a:cubicBezTo>
                <a:close/>
                <a:moveTo>
                  <a:pt x="19265619" y="1677842"/>
                </a:moveTo>
                <a:cubicBezTo>
                  <a:pt x="19260151" y="1683829"/>
                  <a:pt x="19260151" y="1689816"/>
                  <a:pt x="19252495" y="1695804"/>
                </a:cubicBezTo>
                <a:cubicBezTo>
                  <a:pt x="19252495" y="1677842"/>
                  <a:pt x="19252495" y="1677842"/>
                  <a:pt x="19265619" y="1677842"/>
                </a:cubicBezTo>
                <a:close/>
                <a:moveTo>
                  <a:pt x="14361488" y="1671350"/>
                </a:moveTo>
                <a:cubicBezTo>
                  <a:pt x="14366821" y="1670447"/>
                  <a:pt x="14371311" y="1681284"/>
                  <a:pt x="14362330" y="1695733"/>
                </a:cubicBezTo>
                <a:cubicBezTo>
                  <a:pt x="14362330" y="1689311"/>
                  <a:pt x="14356343" y="1682889"/>
                  <a:pt x="14356343" y="1676468"/>
                </a:cubicBezTo>
                <a:cubicBezTo>
                  <a:pt x="14357840" y="1673257"/>
                  <a:pt x="14359711" y="1671651"/>
                  <a:pt x="14361488" y="1671350"/>
                </a:cubicBezTo>
                <a:close/>
                <a:moveTo>
                  <a:pt x="18664767" y="1663624"/>
                </a:moveTo>
                <a:cubicBezTo>
                  <a:pt x="18683919" y="1670008"/>
                  <a:pt x="18696687" y="1676393"/>
                  <a:pt x="18715839" y="1676393"/>
                </a:cubicBezTo>
                <a:cubicBezTo>
                  <a:pt x="18703071" y="1689161"/>
                  <a:pt x="18664767" y="1714699"/>
                  <a:pt x="18664767" y="1663624"/>
                </a:cubicBezTo>
                <a:close/>
                <a:moveTo>
                  <a:pt x="18635275" y="1630447"/>
                </a:moveTo>
                <a:cubicBezTo>
                  <a:pt x="18635275" y="1656132"/>
                  <a:pt x="18628955" y="1662553"/>
                  <a:pt x="18617367" y="1662553"/>
                </a:cubicBezTo>
                <a:cubicBezTo>
                  <a:pt x="18617367" y="1643290"/>
                  <a:pt x="18623687" y="1630447"/>
                  <a:pt x="18635275" y="1630447"/>
                </a:cubicBezTo>
                <a:close/>
                <a:moveTo>
                  <a:pt x="17361339" y="1630447"/>
                </a:moveTo>
                <a:cubicBezTo>
                  <a:pt x="17374467" y="1630447"/>
                  <a:pt x="17374467" y="1643290"/>
                  <a:pt x="17374467" y="1662553"/>
                </a:cubicBezTo>
                <a:cubicBezTo>
                  <a:pt x="17361339" y="1662553"/>
                  <a:pt x="17361339" y="1649711"/>
                  <a:pt x="17361339" y="1630447"/>
                </a:cubicBezTo>
                <a:close/>
                <a:moveTo>
                  <a:pt x="14316122" y="1598740"/>
                </a:moveTo>
                <a:cubicBezTo>
                  <a:pt x="14316122" y="1624531"/>
                  <a:pt x="14322571" y="1630979"/>
                  <a:pt x="14335467" y="1630979"/>
                </a:cubicBezTo>
                <a:cubicBezTo>
                  <a:pt x="14335467" y="1611636"/>
                  <a:pt x="14329019" y="1598740"/>
                  <a:pt x="14316122" y="1598740"/>
                </a:cubicBezTo>
                <a:close/>
                <a:moveTo>
                  <a:pt x="13299383" y="1597266"/>
                </a:moveTo>
                <a:cubicBezTo>
                  <a:pt x="13408966" y="1610391"/>
                  <a:pt x="13517474" y="1616954"/>
                  <a:pt x="13620611" y="1630080"/>
                </a:cubicBezTo>
                <a:cubicBezTo>
                  <a:pt x="13620611" y="1695708"/>
                  <a:pt x="13492764" y="1662894"/>
                  <a:pt x="13466980" y="1662894"/>
                </a:cubicBezTo>
                <a:cubicBezTo>
                  <a:pt x="13434750" y="1662894"/>
                  <a:pt x="13396074" y="1662894"/>
                  <a:pt x="13363843" y="1662894"/>
                </a:cubicBezTo>
                <a:cubicBezTo>
                  <a:pt x="13338059" y="1662894"/>
                  <a:pt x="13318721" y="1662894"/>
                  <a:pt x="13299383" y="1662894"/>
                </a:cubicBezTo>
                <a:cubicBezTo>
                  <a:pt x="13299383" y="1643205"/>
                  <a:pt x="13299383" y="1623517"/>
                  <a:pt x="13299383" y="1597266"/>
                </a:cubicBezTo>
                <a:close/>
                <a:moveTo>
                  <a:pt x="17529707" y="1596145"/>
                </a:moveTo>
                <a:cubicBezTo>
                  <a:pt x="17547479" y="1599370"/>
                  <a:pt x="17566871" y="1609045"/>
                  <a:pt x="17579795" y="1612270"/>
                </a:cubicBezTo>
                <a:cubicBezTo>
                  <a:pt x="17618575" y="1631620"/>
                  <a:pt x="17669203" y="1625170"/>
                  <a:pt x="17701519" y="1676770"/>
                </a:cubicBezTo>
                <a:cubicBezTo>
                  <a:pt x="17630427" y="1657420"/>
                  <a:pt x="17560407" y="1638070"/>
                  <a:pt x="17489311" y="1618720"/>
                </a:cubicBezTo>
                <a:cubicBezTo>
                  <a:pt x="17495775" y="1596145"/>
                  <a:pt x="17511935" y="1592920"/>
                  <a:pt x="17529707" y="1596145"/>
                </a:cubicBezTo>
                <a:close/>
                <a:moveTo>
                  <a:pt x="16853975" y="1593818"/>
                </a:moveTo>
                <a:cubicBezTo>
                  <a:pt x="16871359" y="1594628"/>
                  <a:pt x="16886259" y="1602727"/>
                  <a:pt x="16886259" y="1631886"/>
                </a:cubicBezTo>
                <a:cubicBezTo>
                  <a:pt x="16866391" y="1631886"/>
                  <a:pt x="16806791" y="1657804"/>
                  <a:pt x="16806791" y="1599488"/>
                </a:cubicBezTo>
                <a:cubicBezTo>
                  <a:pt x="16816723" y="1599488"/>
                  <a:pt x="16836591" y="1593008"/>
                  <a:pt x="16853975" y="1593818"/>
                </a:cubicBezTo>
                <a:close/>
                <a:moveTo>
                  <a:pt x="9923617" y="1577913"/>
                </a:moveTo>
                <a:cubicBezTo>
                  <a:pt x="9909732" y="1581285"/>
                  <a:pt x="9892276" y="1595113"/>
                  <a:pt x="9885021" y="1598740"/>
                </a:cubicBezTo>
                <a:cubicBezTo>
                  <a:pt x="9865676" y="1605189"/>
                  <a:pt x="9826986" y="1579396"/>
                  <a:pt x="9826986" y="1630979"/>
                </a:cubicBezTo>
                <a:cubicBezTo>
                  <a:pt x="9852780" y="1624531"/>
                  <a:pt x="9878573" y="1624531"/>
                  <a:pt x="9904367" y="1618084"/>
                </a:cubicBezTo>
                <a:cubicBezTo>
                  <a:pt x="9910815" y="1592292"/>
                  <a:pt x="9930160" y="1598740"/>
                  <a:pt x="9943057" y="1598740"/>
                </a:cubicBezTo>
                <a:cubicBezTo>
                  <a:pt x="9943057" y="1587456"/>
                  <a:pt x="9940236" y="1581411"/>
                  <a:pt x="9935803" y="1578791"/>
                </a:cubicBezTo>
                <a:cubicBezTo>
                  <a:pt x="9932478" y="1576827"/>
                  <a:pt x="9928246" y="1576789"/>
                  <a:pt x="9923617" y="1577913"/>
                </a:cubicBezTo>
                <a:close/>
                <a:moveTo>
                  <a:pt x="13185628" y="1573569"/>
                </a:moveTo>
                <a:cubicBezTo>
                  <a:pt x="13197603" y="1573569"/>
                  <a:pt x="13203590" y="1580394"/>
                  <a:pt x="13203590" y="1600868"/>
                </a:cubicBezTo>
                <a:cubicBezTo>
                  <a:pt x="13197603" y="1600868"/>
                  <a:pt x="13185628" y="1594044"/>
                  <a:pt x="13185628" y="1573569"/>
                </a:cubicBezTo>
                <a:close/>
                <a:moveTo>
                  <a:pt x="17451391" y="1573569"/>
                </a:moveTo>
                <a:cubicBezTo>
                  <a:pt x="17463691" y="1580394"/>
                  <a:pt x="17475987" y="1580394"/>
                  <a:pt x="17488283" y="1587219"/>
                </a:cubicBezTo>
                <a:cubicBezTo>
                  <a:pt x="17482135" y="1594043"/>
                  <a:pt x="17482135" y="1594043"/>
                  <a:pt x="17482135" y="1600868"/>
                </a:cubicBezTo>
                <a:cubicBezTo>
                  <a:pt x="17469839" y="1600868"/>
                  <a:pt x="17451391" y="1600868"/>
                  <a:pt x="17451391" y="1573569"/>
                </a:cubicBezTo>
                <a:close/>
                <a:moveTo>
                  <a:pt x="13113024" y="1542860"/>
                </a:moveTo>
                <a:cubicBezTo>
                  <a:pt x="13113024" y="1575445"/>
                  <a:pt x="13132247" y="1575445"/>
                  <a:pt x="13151469" y="1575445"/>
                </a:cubicBezTo>
                <a:cubicBezTo>
                  <a:pt x="13151469" y="1537429"/>
                  <a:pt x="13125839" y="1542860"/>
                  <a:pt x="13113024" y="1542860"/>
                </a:cubicBezTo>
                <a:close/>
                <a:moveTo>
                  <a:pt x="14842739" y="1540708"/>
                </a:moveTo>
                <a:cubicBezTo>
                  <a:pt x="14836290" y="1547156"/>
                  <a:pt x="14836290" y="1547156"/>
                  <a:pt x="14842739" y="1572949"/>
                </a:cubicBezTo>
                <a:cubicBezTo>
                  <a:pt x="14842739" y="1560052"/>
                  <a:pt x="14842739" y="1547156"/>
                  <a:pt x="14842739" y="1540708"/>
                </a:cubicBezTo>
                <a:close/>
                <a:moveTo>
                  <a:pt x="10012914" y="1540708"/>
                </a:moveTo>
                <a:cubicBezTo>
                  <a:pt x="10012914" y="1560052"/>
                  <a:pt x="10019362" y="1572949"/>
                  <a:pt x="10032259" y="1572949"/>
                </a:cubicBezTo>
                <a:cubicBezTo>
                  <a:pt x="10032259" y="1547156"/>
                  <a:pt x="10025811" y="1540708"/>
                  <a:pt x="10012914" y="1540708"/>
                </a:cubicBezTo>
                <a:close/>
                <a:moveTo>
                  <a:pt x="18977591" y="1540388"/>
                </a:moveTo>
                <a:cubicBezTo>
                  <a:pt x="19004079" y="1540388"/>
                  <a:pt x="19030571" y="1540388"/>
                  <a:pt x="19057059" y="1540388"/>
                </a:cubicBezTo>
                <a:cubicBezTo>
                  <a:pt x="19049335" y="1559002"/>
                  <a:pt x="19042711" y="1577617"/>
                  <a:pt x="19037191" y="1596231"/>
                </a:cubicBezTo>
                <a:cubicBezTo>
                  <a:pt x="19017327" y="1590027"/>
                  <a:pt x="18977591" y="1583822"/>
                  <a:pt x="18977591" y="1540388"/>
                </a:cubicBezTo>
                <a:close/>
                <a:moveTo>
                  <a:pt x="16678428" y="1521110"/>
                </a:moveTo>
                <a:cubicBezTo>
                  <a:pt x="16690406" y="1515455"/>
                  <a:pt x="16701586" y="1520033"/>
                  <a:pt x="16711168" y="1551811"/>
                </a:cubicBezTo>
                <a:cubicBezTo>
                  <a:pt x="16723946" y="1597054"/>
                  <a:pt x="16768664" y="1571200"/>
                  <a:pt x="16786767" y="1571200"/>
                </a:cubicBezTo>
                <a:cubicBezTo>
                  <a:pt x="16775054" y="1603517"/>
                  <a:pt x="16768664" y="1629370"/>
                  <a:pt x="16743110" y="1616443"/>
                </a:cubicBezTo>
                <a:cubicBezTo>
                  <a:pt x="16711168" y="1590590"/>
                  <a:pt x="16672838" y="1571200"/>
                  <a:pt x="16640896" y="1551811"/>
                </a:cubicBezTo>
                <a:cubicBezTo>
                  <a:pt x="16653672" y="1542654"/>
                  <a:pt x="16666450" y="1526765"/>
                  <a:pt x="16678428" y="1521110"/>
                </a:cubicBezTo>
                <a:close/>
                <a:moveTo>
                  <a:pt x="12450967" y="1507211"/>
                </a:moveTo>
                <a:cubicBezTo>
                  <a:pt x="12462942" y="1507211"/>
                  <a:pt x="12468929" y="1513847"/>
                  <a:pt x="12468929" y="1539281"/>
                </a:cubicBezTo>
                <a:cubicBezTo>
                  <a:pt x="12457952" y="1539281"/>
                  <a:pt x="12450967" y="1526011"/>
                  <a:pt x="12450967" y="1507211"/>
                </a:cubicBezTo>
                <a:close/>
                <a:moveTo>
                  <a:pt x="14462017" y="1506186"/>
                </a:moveTo>
                <a:cubicBezTo>
                  <a:pt x="14449926" y="1504708"/>
                  <a:pt x="14435418" y="1509543"/>
                  <a:pt x="14425745" y="1509543"/>
                </a:cubicBezTo>
                <a:cubicBezTo>
                  <a:pt x="14425745" y="1560052"/>
                  <a:pt x="14464435" y="1540708"/>
                  <a:pt x="14483780" y="1540708"/>
                </a:cubicBezTo>
                <a:cubicBezTo>
                  <a:pt x="14483780" y="1515454"/>
                  <a:pt x="14474107" y="1507663"/>
                  <a:pt x="14462017" y="1506186"/>
                </a:cubicBezTo>
                <a:close/>
                <a:moveTo>
                  <a:pt x="16585860" y="1504277"/>
                </a:moveTo>
                <a:cubicBezTo>
                  <a:pt x="16597446" y="1502796"/>
                  <a:pt x="16611402" y="1507643"/>
                  <a:pt x="16620882" y="1507643"/>
                </a:cubicBezTo>
                <a:cubicBezTo>
                  <a:pt x="16620882" y="1558270"/>
                  <a:pt x="16582964" y="1538881"/>
                  <a:pt x="16565058" y="1538881"/>
                </a:cubicBezTo>
                <a:cubicBezTo>
                  <a:pt x="16565058" y="1513568"/>
                  <a:pt x="16574274" y="1505758"/>
                  <a:pt x="16585860" y="1504277"/>
                </a:cubicBezTo>
                <a:close/>
                <a:moveTo>
                  <a:pt x="12443410" y="1503902"/>
                </a:moveTo>
                <a:cubicBezTo>
                  <a:pt x="12406601" y="1503096"/>
                  <a:pt x="12369791" y="1506320"/>
                  <a:pt x="12334325" y="1522439"/>
                </a:cubicBezTo>
                <a:cubicBezTo>
                  <a:pt x="12340773" y="1535335"/>
                  <a:pt x="12347222" y="1540708"/>
                  <a:pt x="12353670" y="1553604"/>
                </a:cubicBezTo>
                <a:cubicBezTo>
                  <a:pt x="12347222" y="1553604"/>
                  <a:pt x="12269841" y="1572949"/>
                  <a:pt x="12289187" y="1592292"/>
                </a:cubicBezTo>
                <a:cubicBezTo>
                  <a:pt x="12308532" y="1605189"/>
                  <a:pt x="12314980" y="1605189"/>
                  <a:pt x="12321428" y="1643876"/>
                </a:cubicBezTo>
                <a:cubicBezTo>
                  <a:pt x="12334325" y="1682563"/>
                  <a:pt x="12373015" y="1663219"/>
                  <a:pt x="12385912" y="1663219"/>
                </a:cubicBezTo>
                <a:cubicBezTo>
                  <a:pt x="12418154" y="1656771"/>
                  <a:pt x="12449321" y="1656771"/>
                  <a:pt x="12475114" y="1676115"/>
                </a:cubicBezTo>
                <a:cubicBezTo>
                  <a:pt x="12500908" y="1663219"/>
                  <a:pt x="12558943" y="1663219"/>
                  <a:pt x="12558943" y="1598740"/>
                </a:cubicBezTo>
                <a:cubicBezTo>
                  <a:pt x="12520253" y="1598740"/>
                  <a:pt x="12481563" y="1598740"/>
                  <a:pt x="12449321" y="1598740"/>
                </a:cubicBezTo>
                <a:cubicBezTo>
                  <a:pt x="12449321" y="1527813"/>
                  <a:pt x="12526701" y="1547156"/>
                  <a:pt x="12552495" y="1509543"/>
                </a:cubicBezTo>
                <a:cubicBezTo>
                  <a:pt x="12517029" y="1509543"/>
                  <a:pt x="12480219" y="1504708"/>
                  <a:pt x="12443410" y="1503902"/>
                </a:cubicBezTo>
                <a:close/>
                <a:moveTo>
                  <a:pt x="14306988" y="1503096"/>
                </a:moveTo>
                <a:cubicBezTo>
                  <a:pt x="14271790" y="1506320"/>
                  <a:pt x="14236593" y="1515992"/>
                  <a:pt x="14201127" y="1522439"/>
                </a:cubicBezTo>
                <a:cubicBezTo>
                  <a:pt x="14233368" y="1540708"/>
                  <a:pt x="14272059" y="1572949"/>
                  <a:pt x="14310749" y="1566500"/>
                </a:cubicBezTo>
                <a:cubicBezTo>
                  <a:pt x="14341916" y="1560052"/>
                  <a:pt x="14380606" y="1547156"/>
                  <a:pt x="14412848" y="1522439"/>
                </a:cubicBezTo>
                <a:cubicBezTo>
                  <a:pt x="14377382" y="1503096"/>
                  <a:pt x="14342185" y="1499872"/>
                  <a:pt x="14306988" y="1503096"/>
                </a:cubicBezTo>
                <a:close/>
                <a:moveTo>
                  <a:pt x="14147122" y="1501350"/>
                </a:moveTo>
                <a:cubicBezTo>
                  <a:pt x="14125358" y="1501484"/>
                  <a:pt x="14101177" y="1509543"/>
                  <a:pt x="14091504" y="1509543"/>
                </a:cubicBezTo>
                <a:cubicBezTo>
                  <a:pt x="14091504" y="1572949"/>
                  <a:pt x="14162436" y="1540708"/>
                  <a:pt x="14188230" y="1540708"/>
                </a:cubicBezTo>
                <a:cubicBezTo>
                  <a:pt x="14188230" y="1509006"/>
                  <a:pt x="14168885" y="1501215"/>
                  <a:pt x="14147122" y="1501350"/>
                </a:cubicBezTo>
                <a:close/>
                <a:moveTo>
                  <a:pt x="13906114" y="1492618"/>
                </a:moveTo>
                <a:cubicBezTo>
                  <a:pt x="13895098" y="1493424"/>
                  <a:pt x="13884082" y="1499872"/>
                  <a:pt x="13874409" y="1509543"/>
                </a:cubicBezTo>
                <a:cubicBezTo>
                  <a:pt x="13893755" y="1509543"/>
                  <a:pt x="13918473" y="1509543"/>
                  <a:pt x="13937818" y="1509543"/>
                </a:cubicBezTo>
                <a:cubicBezTo>
                  <a:pt x="13928145" y="1496648"/>
                  <a:pt x="13917130" y="1491812"/>
                  <a:pt x="13906114" y="1492618"/>
                </a:cubicBezTo>
                <a:close/>
                <a:moveTo>
                  <a:pt x="14521395" y="1483753"/>
                </a:moveTo>
                <a:cubicBezTo>
                  <a:pt x="14516022" y="1503096"/>
                  <a:pt x="14509573" y="1522439"/>
                  <a:pt x="14502050" y="1540708"/>
                </a:cubicBezTo>
                <a:cubicBezTo>
                  <a:pt x="14553637" y="1540708"/>
                  <a:pt x="14605224" y="1535335"/>
                  <a:pt x="14656811" y="1540708"/>
                </a:cubicBezTo>
                <a:cubicBezTo>
                  <a:pt x="14669708" y="1540708"/>
                  <a:pt x="14746013" y="1535335"/>
                  <a:pt x="14721295" y="1515992"/>
                </a:cubicBezTo>
                <a:cubicBezTo>
                  <a:pt x="14663259" y="1470856"/>
                  <a:pt x="14585879" y="1490200"/>
                  <a:pt x="14521395" y="1483753"/>
                </a:cubicBezTo>
                <a:close/>
                <a:moveTo>
                  <a:pt x="13260395" y="1478775"/>
                </a:moveTo>
                <a:cubicBezTo>
                  <a:pt x="13253988" y="1504844"/>
                  <a:pt x="13260395" y="1542860"/>
                  <a:pt x="13241173" y="1562411"/>
                </a:cubicBezTo>
                <a:cubicBezTo>
                  <a:pt x="13228358" y="1575445"/>
                  <a:pt x="13209136" y="1549377"/>
                  <a:pt x="13189913" y="1542860"/>
                </a:cubicBezTo>
                <a:cubicBezTo>
                  <a:pt x="13164284" y="1537429"/>
                  <a:pt x="13164284" y="1568928"/>
                  <a:pt x="13151469" y="1601514"/>
                </a:cubicBezTo>
                <a:cubicBezTo>
                  <a:pt x="13148265" y="1617807"/>
                  <a:pt x="13143459" y="1621065"/>
                  <a:pt x="13137853" y="1622694"/>
                </a:cubicBezTo>
                <a:lnTo>
                  <a:pt x="13131159" y="1624684"/>
                </a:lnTo>
                <a:lnTo>
                  <a:pt x="13137235" y="1629878"/>
                </a:lnTo>
                <a:cubicBezTo>
                  <a:pt x="13132745" y="1634997"/>
                  <a:pt x="13128254" y="1640115"/>
                  <a:pt x="13123763" y="1636596"/>
                </a:cubicBezTo>
                <a:lnTo>
                  <a:pt x="13121080" y="1632582"/>
                </a:lnTo>
                <a:lnTo>
                  <a:pt x="13119432" y="1634099"/>
                </a:lnTo>
                <a:cubicBezTo>
                  <a:pt x="13119432" y="1640616"/>
                  <a:pt x="13125839" y="1647133"/>
                  <a:pt x="13125839" y="1647133"/>
                </a:cubicBezTo>
                <a:cubicBezTo>
                  <a:pt x="13087395" y="1666685"/>
                  <a:pt x="13050018" y="1679719"/>
                  <a:pt x="13011573" y="1679719"/>
                </a:cubicBezTo>
                <a:cubicBezTo>
                  <a:pt x="13005166" y="1686236"/>
                  <a:pt x="12941092" y="1673202"/>
                  <a:pt x="12960314" y="1640616"/>
                </a:cubicBezTo>
                <a:cubicBezTo>
                  <a:pt x="12992351" y="1601514"/>
                  <a:pt x="13050018" y="1608031"/>
                  <a:pt x="13082055" y="1601514"/>
                </a:cubicBezTo>
                <a:cubicBezTo>
                  <a:pt x="13043611" y="1529826"/>
                  <a:pt x="12973129" y="1555894"/>
                  <a:pt x="12921869" y="1575445"/>
                </a:cubicBezTo>
                <a:cubicBezTo>
                  <a:pt x="12921869" y="1549377"/>
                  <a:pt x="12915462" y="1511361"/>
                  <a:pt x="12941092" y="1511361"/>
                </a:cubicBezTo>
                <a:cubicBezTo>
                  <a:pt x="12973129" y="1504844"/>
                  <a:pt x="13011573" y="1504844"/>
                  <a:pt x="13050018" y="1498326"/>
                </a:cubicBezTo>
                <a:cubicBezTo>
                  <a:pt x="13119432" y="1491809"/>
                  <a:pt x="13189913" y="1485292"/>
                  <a:pt x="13260395" y="1478775"/>
                </a:cubicBezTo>
                <a:close/>
                <a:moveTo>
                  <a:pt x="18304543" y="1478773"/>
                </a:moveTo>
                <a:cubicBezTo>
                  <a:pt x="18310531" y="1478773"/>
                  <a:pt x="18322507" y="1485194"/>
                  <a:pt x="18322507" y="1510879"/>
                </a:cubicBezTo>
                <a:cubicBezTo>
                  <a:pt x="18310531" y="1510879"/>
                  <a:pt x="18304543" y="1504458"/>
                  <a:pt x="18304543" y="1478773"/>
                </a:cubicBezTo>
                <a:close/>
                <a:moveTo>
                  <a:pt x="13957163" y="1477304"/>
                </a:moveTo>
                <a:cubicBezTo>
                  <a:pt x="13957163" y="1503096"/>
                  <a:pt x="13957163" y="1522439"/>
                  <a:pt x="13957163" y="1540708"/>
                </a:cubicBezTo>
                <a:cubicBezTo>
                  <a:pt x="13970060" y="1540708"/>
                  <a:pt x="13989405" y="1540708"/>
                  <a:pt x="14002302" y="1540708"/>
                </a:cubicBezTo>
                <a:cubicBezTo>
                  <a:pt x="14021647" y="1540708"/>
                  <a:pt x="14047441" y="1540708"/>
                  <a:pt x="14073234" y="1540708"/>
                </a:cubicBezTo>
                <a:cubicBezTo>
                  <a:pt x="14073234" y="1464408"/>
                  <a:pt x="13982957" y="1490200"/>
                  <a:pt x="13957163" y="1477304"/>
                </a:cubicBezTo>
                <a:close/>
                <a:moveTo>
                  <a:pt x="18830659" y="1445595"/>
                </a:moveTo>
                <a:cubicBezTo>
                  <a:pt x="18874383" y="1458309"/>
                  <a:pt x="18925571" y="1451952"/>
                  <a:pt x="18957563" y="1509164"/>
                </a:cubicBezTo>
                <a:cubicBezTo>
                  <a:pt x="18919171" y="1515521"/>
                  <a:pt x="18849855" y="1534592"/>
                  <a:pt x="18830659" y="1445595"/>
                </a:cubicBezTo>
                <a:close/>
                <a:moveTo>
                  <a:pt x="16584018" y="1445595"/>
                </a:moveTo>
                <a:cubicBezTo>
                  <a:pt x="16595994" y="1445595"/>
                  <a:pt x="16601982" y="1458438"/>
                  <a:pt x="16601982" y="1477704"/>
                </a:cubicBezTo>
                <a:cubicBezTo>
                  <a:pt x="16591004" y="1477704"/>
                  <a:pt x="16584018" y="1471282"/>
                  <a:pt x="16584018" y="1445595"/>
                </a:cubicBezTo>
                <a:close/>
                <a:moveTo>
                  <a:pt x="18247671" y="1445595"/>
                </a:moveTo>
                <a:cubicBezTo>
                  <a:pt x="18259643" y="1445595"/>
                  <a:pt x="18265631" y="1458438"/>
                  <a:pt x="18265631" y="1477703"/>
                </a:cubicBezTo>
                <a:cubicBezTo>
                  <a:pt x="18253655" y="1477703"/>
                  <a:pt x="18247671" y="1471282"/>
                  <a:pt x="18247671" y="1445595"/>
                </a:cubicBezTo>
                <a:close/>
                <a:moveTo>
                  <a:pt x="9737784" y="1406377"/>
                </a:moveTo>
                <a:cubicBezTo>
                  <a:pt x="9692645" y="1419273"/>
                  <a:pt x="9660403" y="1477304"/>
                  <a:pt x="9621713" y="1503096"/>
                </a:cubicBezTo>
                <a:cubicBezTo>
                  <a:pt x="9584098" y="1522439"/>
                  <a:pt x="9538959" y="1515992"/>
                  <a:pt x="9500269" y="1527813"/>
                </a:cubicBezTo>
                <a:cubicBezTo>
                  <a:pt x="9474476" y="1535335"/>
                  <a:pt x="9461579" y="1566500"/>
                  <a:pt x="9435785" y="1579396"/>
                </a:cubicBezTo>
                <a:cubicBezTo>
                  <a:pt x="9416440" y="1585848"/>
                  <a:pt x="9390647" y="1592292"/>
                  <a:pt x="9371302" y="1598740"/>
                </a:cubicBezTo>
                <a:cubicBezTo>
                  <a:pt x="9353031" y="1605189"/>
                  <a:pt x="9288548" y="1605189"/>
                  <a:pt x="9282099" y="1643876"/>
                </a:cubicBezTo>
                <a:cubicBezTo>
                  <a:pt x="9275651" y="1669667"/>
                  <a:pt x="9327238" y="1669667"/>
                  <a:pt x="9333686" y="1669667"/>
                </a:cubicBezTo>
                <a:cubicBezTo>
                  <a:pt x="9359480" y="1663219"/>
                  <a:pt x="9364853" y="1643876"/>
                  <a:pt x="9378825" y="1637427"/>
                </a:cubicBezTo>
                <a:cubicBezTo>
                  <a:pt x="9397095" y="1624531"/>
                  <a:pt x="9416440" y="1624531"/>
                  <a:pt x="9435785" y="1618084"/>
                </a:cubicBezTo>
                <a:cubicBezTo>
                  <a:pt x="9538959" y="1585848"/>
                  <a:pt x="9634610" y="1535335"/>
                  <a:pt x="9737784" y="1483753"/>
                </a:cubicBezTo>
                <a:cubicBezTo>
                  <a:pt x="9737784" y="1457960"/>
                  <a:pt x="9737784" y="1432169"/>
                  <a:pt x="9737784" y="1406377"/>
                </a:cubicBezTo>
                <a:close/>
                <a:moveTo>
                  <a:pt x="16351776" y="1388716"/>
                </a:moveTo>
                <a:cubicBezTo>
                  <a:pt x="16363624" y="1388716"/>
                  <a:pt x="16374484" y="1395541"/>
                  <a:pt x="16374484" y="1416016"/>
                </a:cubicBezTo>
                <a:cubicBezTo>
                  <a:pt x="16363624" y="1416016"/>
                  <a:pt x="16351776" y="1409191"/>
                  <a:pt x="16351776" y="1388716"/>
                </a:cubicBezTo>
                <a:close/>
                <a:moveTo>
                  <a:pt x="9904367" y="1387034"/>
                </a:moveTo>
                <a:cubicBezTo>
                  <a:pt x="9872125" y="1393482"/>
                  <a:pt x="9839883" y="1393482"/>
                  <a:pt x="9807641" y="1406377"/>
                </a:cubicBezTo>
                <a:cubicBezTo>
                  <a:pt x="9826986" y="1445064"/>
                  <a:pt x="9852780" y="1451512"/>
                  <a:pt x="9878573" y="1445064"/>
                </a:cubicBezTo>
                <a:cubicBezTo>
                  <a:pt x="9897918" y="1445064"/>
                  <a:pt x="9904367" y="1419273"/>
                  <a:pt x="9904367" y="1387034"/>
                </a:cubicBezTo>
                <a:close/>
                <a:moveTo>
                  <a:pt x="16242756" y="1355540"/>
                </a:moveTo>
                <a:cubicBezTo>
                  <a:pt x="16254730" y="1355540"/>
                  <a:pt x="16260718" y="1368382"/>
                  <a:pt x="16260718" y="1387645"/>
                </a:cubicBezTo>
                <a:cubicBezTo>
                  <a:pt x="16248744" y="1387645"/>
                  <a:pt x="16242756" y="1374803"/>
                  <a:pt x="16242756" y="1355540"/>
                </a:cubicBezTo>
                <a:close/>
                <a:moveTo>
                  <a:pt x="16000036" y="1355540"/>
                </a:moveTo>
                <a:cubicBezTo>
                  <a:pt x="16000036" y="1374804"/>
                  <a:pt x="15994048" y="1387646"/>
                  <a:pt x="15982074" y="1387646"/>
                </a:cubicBezTo>
                <a:cubicBezTo>
                  <a:pt x="15982074" y="1368382"/>
                  <a:pt x="15988060" y="1355540"/>
                  <a:pt x="16000036" y="1355540"/>
                </a:cubicBezTo>
                <a:close/>
                <a:moveTo>
                  <a:pt x="17261807" y="1355537"/>
                </a:moveTo>
                <a:cubicBezTo>
                  <a:pt x="17288295" y="1361742"/>
                  <a:pt x="17314783" y="1367947"/>
                  <a:pt x="17341275" y="1398971"/>
                </a:cubicBezTo>
                <a:cubicBezTo>
                  <a:pt x="17314783" y="1398971"/>
                  <a:pt x="17261807" y="1411381"/>
                  <a:pt x="17261807" y="1355537"/>
                </a:cubicBezTo>
                <a:close/>
                <a:moveTo>
                  <a:pt x="18042939" y="1347424"/>
                </a:moveTo>
                <a:cubicBezTo>
                  <a:pt x="18072903" y="1342833"/>
                  <a:pt x="18108367" y="1376603"/>
                  <a:pt x="18132827" y="1386083"/>
                </a:cubicBezTo>
                <a:cubicBezTo>
                  <a:pt x="18132827" y="1398722"/>
                  <a:pt x="18132827" y="1405042"/>
                  <a:pt x="18132827" y="1411362"/>
                </a:cubicBezTo>
                <a:cubicBezTo>
                  <a:pt x="18093691" y="1398722"/>
                  <a:pt x="18054555" y="1379763"/>
                  <a:pt x="18015419" y="1367124"/>
                </a:cubicBezTo>
                <a:cubicBezTo>
                  <a:pt x="18023575" y="1354748"/>
                  <a:pt x="18032951" y="1348955"/>
                  <a:pt x="18042939" y="1347424"/>
                </a:cubicBezTo>
                <a:close/>
                <a:moveTo>
                  <a:pt x="17167011" y="1332460"/>
                </a:moveTo>
                <a:cubicBezTo>
                  <a:pt x="17191235" y="1338893"/>
                  <a:pt x="17241791" y="1327100"/>
                  <a:pt x="17241791" y="1383919"/>
                </a:cubicBezTo>
                <a:cubicBezTo>
                  <a:pt x="17216515" y="1416081"/>
                  <a:pt x="17185967" y="1358190"/>
                  <a:pt x="17167011" y="1332460"/>
                </a:cubicBezTo>
                <a:close/>
                <a:moveTo>
                  <a:pt x="17076955" y="1322361"/>
                </a:moveTo>
                <a:cubicBezTo>
                  <a:pt x="17090083" y="1322361"/>
                  <a:pt x="17090083" y="1335204"/>
                  <a:pt x="17090083" y="1354469"/>
                </a:cubicBezTo>
                <a:cubicBezTo>
                  <a:pt x="17076955" y="1354469"/>
                  <a:pt x="17076955" y="1341626"/>
                  <a:pt x="17076955" y="1322361"/>
                </a:cubicBezTo>
                <a:close/>
                <a:moveTo>
                  <a:pt x="17508271" y="1322360"/>
                </a:moveTo>
                <a:cubicBezTo>
                  <a:pt x="17520243" y="1322360"/>
                  <a:pt x="17526231" y="1335204"/>
                  <a:pt x="17526231" y="1354469"/>
                </a:cubicBezTo>
                <a:cubicBezTo>
                  <a:pt x="17514255" y="1354469"/>
                  <a:pt x="17508271" y="1341626"/>
                  <a:pt x="17508271" y="1322360"/>
                </a:cubicBezTo>
                <a:close/>
                <a:moveTo>
                  <a:pt x="17982243" y="1322357"/>
                </a:moveTo>
                <a:cubicBezTo>
                  <a:pt x="17995515" y="1329531"/>
                  <a:pt x="18008783" y="1334655"/>
                  <a:pt x="18014315" y="1340803"/>
                </a:cubicBezTo>
                <a:cubicBezTo>
                  <a:pt x="18001043" y="1359250"/>
                  <a:pt x="17982243" y="1353101"/>
                  <a:pt x="17982243" y="1322357"/>
                </a:cubicBezTo>
                <a:close/>
                <a:moveTo>
                  <a:pt x="14316122" y="1297837"/>
                </a:moveTo>
                <a:cubicBezTo>
                  <a:pt x="14316122" y="1330077"/>
                  <a:pt x="14341916" y="1322555"/>
                  <a:pt x="14354813" y="1322555"/>
                </a:cubicBezTo>
                <a:cubicBezTo>
                  <a:pt x="14354813" y="1291390"/>
                  <a:pt x="14329019" y="1297837"/>
                  <a:pt x="14316122" y="1297837"/>
                </a:cubicBezTo>
                <a:close/>
                <a:moveTo>
                  <a:pt x="15944156" y="1265483"/>
                </a:moveTo>
                <a:cubicBezTo>
                  <a:pt x="15956796" y="1265483"/>
                  <a:pt x="15962062" y="1278326"/>
                  <a:pt x="15962062" y="1297592"/>
                </a:cubicBezTo>
                <a:cubicBezTo>
                  <a:pt x="15950476" y="1297592"/>
                  <a:pt x="15944156" y="1284748"/>
                  <a:pt x="15944156" y="1265483"/>
                </a:cubicBezTo>
                <a:close/>
                <a:moveTo>
                  <a:pt x="16000036" y="1265483"/>
                </a:moveTo>
                <a:cubicBezTo>
                  <a:pt x="16000036" y="1284748"/>
                  <a:pt x="15994048" y="1297592"/>
                  <a:pt x="15982074" y="1297592"/>
                </a:cubicBezTo>
                <a:cubicBezTo>
                  <a:pt x="15982074" y="1271905"/>
                  <a:pt x="15988060" y="1265483"/>
                  <a:pt x="16000036" y="1265483"/>
                </a:cubicBezTo>
                <a:close/>
                <a:moveTo>
                  <a:pt x="16166922" y="1265483"/>
                </a:moveTo>
                <a:cubicBezTo>
                  <a:pt x="16178896" y="1265483"/>
                  <a:pt x="16184884" y="1278326"/>
                  <a:pt x="16184884" y="1297591"/>
                </a:cubicBezTo>
                <a:cubicBezTo>
                  <a:pt x="16172908" y="1297591"/>
                  <a:pt x="16166922" y="1284748"/>
                  <a:pt x="16166922" y="1265483"/>
                </a:cubicBezTo>
                <a:close/>
                <a:moveTo>
                  <a:pt x="17148051" y="1265483"/>
                </a:moveTo>
                <a:cubicBezTo>
                  <a:pt x="17160347" y="1265483"/>
                  <a:pt x="17172643" y="1265483"/>
                  <a:pt x="17184943" y="1265483"/>
                </a:cubicBezTo>
                <a:cubicBezTo>
                  <a:pt x="17184943" y="1271904"/>
                  <a:pt x="17184943" y="1284748"/>
                  <a:pt x="17184943" y="1297591"/>
                </a:cubicBezTo>
                <a:cubicBezTo>
                  <a:pt x="17172643" y="1297591"/>
                  <a:pt x="17160347" y="1297591"/>
                  <a:pt x="17148051" y="1297591"/>
                </a:cubicBezTo>
                <a:cubicBezTo>
                  <a:pt x="17148051" y="1284748"/>
                  <a:pt x="17148051" y="1271904"/>
                  <a:pt x="17148051" y="1265483"/>
                </a:cubicBezTo>
                <a:close/>
                <a:moveTo>
                  <a:pt x="15773526" y="1246523"/>
                </a:moveTo>
                <a:cubicBezTo>
                  <a:pt x="15819356" y="1246523"/>
                  <a:pt x="15871732" y="1253003"/>
                  <a:pt x="15924108" y="1278921"/>
                </a:cubicBezTo>
                <a:cubicBezTo>
                  <a:pt x="15897920" y="1285401"/>
                  <a:pt x="15878278" y="1304840"/>
                  <a:pt x="15858638" y="1317799"/>
                </a:cubicBezTo>
                <a:cubicBezTo>
                  <a:pt x="15838996" y="1330758"/>
                  <a:pt x="15825902" y="1317799"/>
                  <a:pt x="15806262" y="1311320"/>
                </a:cubicBezTo>
                <a:cubicBezTo>
                  <a:pt x="15812808" y="1298360"/>
                  <a:pt x="15819356" y="1285401"/>
                  <a:pt x="15825902" y="1278921"/>
                </a:cubicBezTo>
                <a:cubicBezTo>
                  <a:pt x="15812808" y="1265962"/>
                  <a:pt x="15793168" y="1253003"/>
                  <a:pt x="15773526" y="1246523"/>
                </a:cubicBezTo>
                <a:close/>
                <a:moveTo>
                  <a:pt x="17810559" y="1200999"/>
                </a:moveTo>
                <a:cubicBezTo>
                  <a:pt x="17810559" y="1240681"/>
                  <a:pt x="17786335" y="1234067"/>
                  <a:pt x="17773695" y="1234067"/>
                </a:cubicBezTo>
                <a:cubicBezTo>
                  <a:pt x="17773695" y="1194386"/>
                  <a:pt x="17798971" y="1200999"/>
                  <a:pt x="17810559" y="1200999"/>
                </a:cubicBezTo>
                <a:close/>
                <a:moveTo>
                  <a:pt x="15678730" y="1199127"/>
                </a:moveTo>
                <a:cubicBezTo>
                  <a:pt x="15684718" y="1199127"/>
                  <a:pt x="15696694" y="1205549"/>
                  <a:pt x="15696694" y="1231236"/>
                </a:cubicBezTo>
                <a:cubicBezTo>
                  <a:pt x="15684718" y="1231236"/>
                  <a:pt x="15678730" y="1224814"/>
                  <a:pt x="15678730" y="1199127"/>
                </a:cubicBezTo>
                <a:close/>
                <a:moveTo>
                  <a:pt x="16824751" y="1199127"/>
                </a:moveTo>
                <a:cubicBezTo>
                  <a:pt x="16824751" y="1224814"/>
                  <a:pt x="16818763" y="1231236"/>
                  <a:pt x="16806787" y="1231236"/>
                </a:cubicBezTo>
                <a:cubicBezTo>
                  <a:pt x="16806787" y="1205549"/>
                  <a:pt x="16812775" y="1199127"/>
                  <a:pt x="16824751" y="1199127"/>
                </a:cubicBezTo>
                <a:close/>
                <a:moveTo>
                  <a:pt x="15526532" y="1161698"/>
                </a:moveTo>
                <a:cubicBezTo>
                  <a:pt x="15546808" y="1161698"/>
                  <a:pt x="15570242" y="1169761"/>
                  <a:pt x="15582882" y="1169761"/>
                </a:cubicBezTo>
                <a:cubicBezTo>
                  <a:pt x="15582882" y="1240711"/>
                  <a:pt x="15514420" y="1202011"/>
                  <a:pt x="15489142" y="1202011"/>
                </a:cubicBezTo>
                <a:cubicBezTo>
                  <a:pt x="15489142" y="1169761"/>
                  <a:pt x="15506258" y="1161698"/>
                  <a:pt x="15526532" y="1161698"/>
                </a:cubicBezTo>
                <a:close/>
                <a:moveTo>
                  <a:pt x="15342210" y="1137507"/>
                </a:moveTo>
                <a:cubicBezTo>
                  <a:pt x="15360380" y="1137507"/>
                  <a:pt x="15386030" y="1137507"/>
                  <a:pt x="15405268" y="1137507"/>
                </a:cubicBezTo>
                <a:cubicBezTo>
                  <a:pt x="15424508" y="1137507"/>
                  <a:pt x="15437332" y="1137507"/>
                  <a:pt x="15450158" y="1137507"/>
                </a:cubicBezTo>
                <a:cubicBezTo>
                  <a:pt x="15450158" y="1150350"/>
                  <a:pt x="15450158" y="1163192"/>
                  <a:pt x="15450158" y="1169613"/>
                </a:cubicBezTo>
                <a:cubicBezTo>
                  <a:pt x="15430920" y="1169613"/>
                  <a:pt x="15405268" y="1169613"/>
                  <a:pt x="15379618" y="1169613"/>
                </a:cubicBezTo>
                <a:cubicBezTo>
                  <a:pt x="15366792" y="1169613"/>
                  <a:pt x="15353966" y="1169613"/>
                  <a:pt x="15342210" y="1169613"/>
                </a:cubicBezTo>
                <a:cubicBezTo>
                  <a:pt x="15342210" y="1163192"/>
                  <a:pt x="15342210" y="1150350"/>
                  <a:pt x="15342210" y="1137507"/>
                </a:cubicBezTo>
                <a:close/>
                <a:moveTo>
                  <a:pt x="16824751" y="1137507"/>
                </a:moveTo>
                <a:cubicBezTo>
                  <a:pt x="16824751" y="1163192"/>
                  <a:pt x="16818763" y="1169613"/>
                  <a:pt x="16806787" y="1169613"/>
                </a:cubicBezTo>
                <a:cubicBezTo>
                  <a:pt x="16806787" y="1150350"/>
                  <a:pt x="16812775" y="1137507"/>
                  <a:pt x="16824751" y="1137507"/>
                </a:cubicBezTo>
                <a:close/>
                <a:moveTo>
                  <a:pt x="10314912" y="1136639"/>
                </a:moveTo>
                <a:cubicBezTo>
                  <a:pt x="10314912" y="1162431"/>
                  <a:pt x="10321361" y="1168880"/>
                  <a:pt x="10334257" y="1168880"/>
                </a:cubicBezTo>
                <a:cubicBezTo>
                  <a:pt x="10334257" y="1149535"/>
                  <a:pt x="10327809" y="1136639"/>
                  <a:pt x="10314912" y="1136639"/>
                </a:cubicBezTo>
                <a:close/>
                <a:moveTo>
                  <a:pt x="10372948" y="1111922"/>
                </a:moveTo>
                <a:cubicBezTo>
                  <a:pt x="10372948" y="1130193"/>
                  <a:pt x="10379396" y="1136639"/>
                  <a:pt x="10392293" y="1136639"/>
                </a:cubicBezTo>
                <a:cubicBezTo>
                  <a:pt x="10392293" y="1117295"/>
                  <a:pt x="10385844" y="1111922"/>
                  <a:pt x="10372948" y="1111922"/>
                </a:cubicBezTo>
                <a:close/>
                <a:moveTo>
                  <a:pt x="15848742" y="1111643"/>
                </a:moveTo>
                <a:cubicBezTo>
                  <a:pt x="15848742" y="1129922"/>
                  <a:pt x="15855192" y="1136372"/>
                  <a:pt x="15868094" y="1136372"/>
                </a:cubicBezTo>
                <a:cubicBezTo>
                  <a:pt x="15868094" y="1117019"/>
                  <a:pt x="15861644" y="1111643"/>
                  <a:pt x="15848742" y="1111643"/>
                </a:cubicBezTo>
                <a:close/>
                <a:moveTo>
                  <a:pt x="17584747" y="1108531"/>
                </a:moveTo>
                <a:cubicBezTo>
                  <a:pt x="17597739" y="1111139"/>
                  <a:pt x="17606195" y="1119593"/>
                  <a:pt x="17606195" y="1137320"/>
                </a:cubicBezTo>
                <a:cubicBezTo>
                  <a:pt x="17587791" y="1137320"/>
                  <a:pt x="17568307" y="1137320"/>
                  <a:pt x="17568307" y="1170048"/>
                </a:cubicBezTo>
                <a:cubicBezTo>
                  <a:pt x="17582919" y="1170048"/>
                  <a:pt x="17607887" y="1162684"/>
                  <a:pt x="17619455" y="1178332"/>
                </a:cubicBezTo>
                <a:lnTo>
                  <a:pt x="17624883" y="1199651"/>
                </a:lnTo>
                <a:lnTo>
                  <a:pt x="17642891" y="1202967"/>
                </a:lnTo>
                <a:cubicBezTo>
                  <a:pt x="17649315" y="1206810"/>
                  <a:pt x="17654131" y="1214496"/>
                  <a:pt x="17654131" y="1229868"/>
                </a:cubicBezTo>
                <a:cubicBezTo>
                  <a:pt x="17644499" y="1229868"/>
                  <a:pt x="17631255" y="1233326"/>
                  <a:pt x="17625235" y="1219492"/>
                </a:cubicBezTo>
                <a:lnTo>
                  <a:pt x="17622539" y="1202380"/>
                </a:lnTo>
                <a:lnTo>
                  <a:pt x="17582463" y="1197354"/>
                </a:lnTo>
                <a:cubicBezTo>
                  <a:pt x="17539079" y="1187229"/>
                  <a:pt x="17495235" y="1165138"/>
                  <a:pt x="17451395" y="1150411"/>
                </a:cubicBezTo>
                <a:cubicBezTo>
                  <a:pt x="17466007" y="1145502"/>
                  <a:pt x="17545779" y="1100707"/>
                  <a:pt x="17584747" y="1108531"/>
                </a:cubicBezTo>
                <a:close/>
                <a:moveTo>
                  <a:pt x="15265552" y="1103815"/>
                </a:moveTo>
                <a:cubicBezTo>
                  <a:pt x="15287702" y="1104753"/>
                  <a:pt x="15312312" y="1112794"/>
                  <a:pt x="15322156" y="1112794"/>
                </a:cubicBezTo>
                <a:cubicBezTo>
                  <a:pt x="15322156" y="1169613"/>
                  <a:pt x="15243404" y="1137451"/>
                  <a:pt x="15223716" y="1137451"/>
                </a:cubicBezTo>
                <a:cubicBezTo>
                  <a:pt x="15223716" y="1109042"/>
                  <a:pt x="15243404" y="1102877"/>
                  <a:pt x="15265552" y="1103815"/>
                </a:cubicBezTo>
                <a:close/>
                <a:moveTo>
                  <a:pt x="16408650" y="1080632"/>
                </a:moveTo>
                <a:cubicBezTo>
                  <a:pt x="16420624" y="1080632"/>
                  <a:pt x="16426612" y="1093474"/>
                  <a:pt x="16426612" y="1112737"/>
                </a:cubicBezTo>
                <a:cubicBezTo>
                  <a:pt x="16414638" y="1112737"/>
                  <a:pt x="16408650" y="1099895"/>
                  <a:pt x="16408650" y="1080632"/>
                </a:cubicBezTo>
                <a:close/>
                <a:moveTo>
                  <a:pt x="17304463" y="1080632"/>
                </a:moveTo>
                <a:cubicBezTo>
                  <a:pt x="17317591" y="1080632"/>
                  <a:pt x="17317591" y="1093474"/>
                  <a:pt x="17317591" y="1112737"/>
                </a:cubicBezTo>
                <a:cubicBezTo>
                  <a:pt x="17304463" y="1112737"/>
                  <a:pt x="17304463" y="1099895"/>
                  <a:pt x="17304463" y="1080632"/>
                </a:cubicBezTo>
                <a:close/>
                <a:moveTo>
                  <a:pt x="15073768" y="1077829"/>
                </a:moveTo>
                <a:cubicBezTo>
                  <a:pt x="15085400" y="1079445"/>
                  <a:pt x="15094708" y="1087524"/>
                  <a:pt x="15094708" y="1113376"/>
                </a:cubicBezTo>
                <a:cubicBezTo>
                  <a:pt x="15076094" y="1113376"/>
                  <a:pt x="15038866" y="1131688"/>
                  <a:pt x="15038866" y="1081061"/>
                </a:cubicBezTo>
                <a:cubicBezTo>
                  <a:pt x="15048174" y="1081061"/>
                  <a:pt x="15062134" y="1076214"/>
                  <a:pt x="15073768" y="1077829"/>
                </a:cubicBezTo>
                <a:close/>
                <a:moveTo>
                  <a:pt x="15472422" y="1077500"/>
                </a:moveTo>
                <a:cubicBezTo>
                  <a:pt x="15476456" y="1077500"/>
                  <a:pt x="15480300" y="1077923"/>
                  <a:pt x="15483374" y="1077923"/>
                </a:cubicBezTo>
                <a:cubicBezTo>
                  <a:pt x="15483374" y="1117420"/>
                  <a:pt x="15464928" y="1111778"/>
                  <a:pt x="15446482" y="1111778"/>
                </a:cubicBezTo>
                <a:cubicBezTo>
                  <a:pt x="15446482" y="1081308"/>
                  <a:pt x="15460316" y="1077500"/>
                  <a:pt x="15472422" y="1077500"/>
                </a:cubicBezTo>
                <a:close/>
                <a:moveTo>
                  <a:pt x="17496291" y="1077499"/>
                </a:moveTo>
                <a:cubicBezTo>
                  <a:pt x="17500327" y="1077499"/>
                  <a:pt x="17504171" y="1077922"/>
                  <a:pt x="17507243" y="1077922"/>
                </a:cubicBezTo>
                <a:cubicBezTo>
                  <a:pt x="17507243" y="1117420"/>
                  <a:pt x="17488799" y="1111778"/>
                  <a:pt x="17470351" y="1111778"/>
                </a:cubicBezTo>
                <a:cubicBezTo>
                  <a:pt x="17470351" y="1081308"/>
                  <a:pt x="17484187" y="1077499"/>
                  <a:pt x="17496291" y="1077499"/>
                </a:cubicBezTo>
                <a:close/>
                <a:moveTo>
                  <a:pt x="17033203" y="1047453"/>
                </a:moveTo>
                <a:cubicBezTo>
                  <a:pt x="17033203" y="1066718"/>
                  <a:pt x="17033203" y="1079562"/>
                  <a:pt x="17020075" y="1079562"/>
                </a:cubicBezTo>
                <a:cubicBezTo>
                  <a:pt x="17020075" y="1060296"/>
                  <a:pt x="17020075" y="1047453"/>
                  <a:pt x="17033203" y="1047453"/>
                </a:cubicBezTo>
                <a:close/>
                <a:moveTo>
                  <a:pt x="16280676" y="1047453"/>
                </a:moveTo>
                <a:cubicBezTo>
                  <a:pt x="16292650" y="1047453"/>
                  <a:pt x="16298638" y="1060296"/>
                  <a:pt x="16298638" y="1079562"/>
                </a:cubicBezTo>
                <a:cubicBezTo>
                  <a:pt x="16286664" y="1079562"/>
                  <a:pt x="16280676" y="1066718"/>
                  <a:pt x="16280676" y="1047453"/>
                </a:cubicBezTo>
                <a:close/>
                <a:moveTo>
                  <a:pt x="16223798" y="1044121"/>
                </a:moveTo>
                <a:cubicBezTo>
                  <a:pt x="16242246" y="1044121"/>
                  <a:pt x="16260692" y="1037971"/>
                  <a:pt x="16260692" y="1074864"/>
                </a:cubicBezTo>
                <a:cubicBezTo>
                  <a:pt x="16242246" y="1074864"/>
                  <a:pt x="16223798" y="1074864"/>
                  <a:pt x="16223798" y="1044121"/>
                </a:cubicBezTo>
                <a:close/>
                <a:moveTo>
                  <a:pt x="17431379" y="1044120"/>
                </a:moveTo>
                <a:cubicBezTo>
                  <a:pt x="17431379" y="1074864"/>
                  <a:pt x="17413475" y="1074864"/>
                  <a:pt x="17394519" y="1074864"/>
                </a:cubicBezTo>
                <a:cubicBezTo>
                  <a:pt x="17394519" y="1037970"/>
                  <a:pt x="17418743" y="1044120"/>
                  <a:pt x="17431379" y="1044120"/>
                </a:cubicBezTo>
                <a:close/>
                <a:moveTo>
                  <a:pt x="11093277" y="1043667"/>
                </a:moveTo>
                <a:cubicBezTo>
                  <a:pt x="11098109" y="1044472"/>
                  <a:pt x="11102941" y="1046077"/>
                  <a:pt x="11109384" y="1046077"/>
                </a:cubicBezTo>
                <a:lnTo>
                  <a:pt x="11090615" y="1044067"/>
                </a:lnTo>
                <a:close/>
                <a:moveTo>
                  <a:pt x="16165868" y="1022268"/>
                </a:moveTo>
                <a:cubicBezTo>
                  <a:pt x="16165868" y="1041368"/>
                  <a:pt x="16165868" y="1060470"/>
                  <a:pt x="16165868" y="1079570"/>
                </a:cubicBezTo>
                <a:cubicBezTo>
                  <a:pt x="16135322" y="1073203"/>
                  <a:pt x="16103724" y="1073203"/>
                  <a:pt x="16072126" y="1066836"/>
                </a:cubicBezTo>
                <a:cubicBezTo>
                  <a:pt x="16091086" y="1009534"/>
                  <a:pt x="16141642" y="1028634"/>
                  <a:pt x="16165868" y="1022268"/>
                </a:cubicBezTo>
                <a:close/>
                <a:moveTo>
                  <a:pt x="15263666" y="1016154"/>
                </a:moveTo>
                <a:cubicBezTo>
                  <a:pt x="15282962" y="1009531"/>
                  <a:pt x="15302260" y="1022776"/>
                  <a:pt x="15321558" y="1022776"/>
                </a:cubicBezTo>
                <a:cubicBezTo>
                  <a:pt x="15321558" y="1049268"/>
                  <a:pt x="15326918" y="1075759"/>
                  <a:pt x="15302260" y="1082382"/>
                </a:cubicBezTo>
                <a:cubicBezTo>
                  <a:pt x="15282962" y="1089005"/>
                  <a:pt x="15263666" y="1082382"/>
                  <a:pt x="15244368" y="1082382"/>
                </a:cubicBezTo>
                <a:cubicBezTo>
                  <a:pt x="15244368" y="1049268"/>
                  <a:pt x="15237934" y="1022776"/>
                  <a:pt x="15263666" y="1016154"/>
                </a:cubicBezTo>
                <a:close/>
                <a:moveTo>
                  <a:pt x="10865077" y="986522"/>
                </a:moveTo>
                <a:cubicBezTo>
                  <a:pt x="10871994" y="985747"/>
                  <a:pt x="10879680" y="987298"/>
                  <a:pt x="10885828" y="987298"/>
                </a:cubicBezTo>
                <a:cubicBezTo>
                  <a:pt x="10885828" y="1012118"/>
                  <a:pt x="10848936" y="1036937"/>
                  <a:pt x="10848936" y="999708"/>
                </a:cubicBezTo>
                <a:cubicBezTo>
                  <a:pt x="10852010" y="990400"/>
                  <a:pt x="10858159" y="987298"/>
                  <a:pt x="10865077" y="986522"/>
                </a:cubicBezTo>
                <a:close/>
                <a:moveTo>
                  <a:pt x="17138571" y="977964"/>
                </a:moveTo>
                <a:cubicBezTo>
                  <a:pt x="17210259" y="971614"/>
                  <a:pt x="17274343" y="1003366"/>
                  <a:pt x="17346031" y="1035119"/>
                </a:cubicBezTo>
                <a:cubicBezTo>
                  <a:pt x="17319963" y="1047821"/>
                  <a:pt x="17287375" y="1060522"/>
                  <a:pt x="17267827" y="1079573"/>
                </a:cubicBezTo>
                <a:cubicBezTo>
                  <a:pt x="17267827" y="1060522"/>
                  <a:pt x="17267827" y="1041469"/>
                  <a:pt x="17267827" y="1022418"/>
                </a:cubicBezTo>
                <a:cubicBezTo>
                  <a:pt x="17235239" y="1022418"/>
                  <a:pt x="17210259" y="1041469"/>
                  <a:pt x="17184191" y="1035119"/>
                </a:cubicBezTo>
                <a:cubicBezTo>
                  <a:pt x="17158123" y="1035119"/>
                  <a:pt x="17151603" y="1003366"/>
                  <a:pt x="17138571" y="977964"/>
                </a:cubicBezTo>
                <a:close/>
                <a:moveTo>
                  <a:pt x="15863578" y="957394"/>
                </a:moveTo>
                <a:cubicBezTo>
                  <a:pt x="15875554" y="957394"/>
                  <a:pt x="15881542" y="963815"/>
                  <a:pt x="15881542" y="989500"/>
                </a:cubicBezTo>
                <a:cubicBezTo>
                  <a:pt x="15869566" y="989500"/>
                  <a:pt x="15863578" y="976658"/>
                  <a:pt x="15863578" y="957394"/>
                </a:cubicBezTo>
                <a:close/>
                <a:moveTo>
                  <a:pt x="16129004" y="957394"/>
                </a:moveTo>
                <a:cubicBezTo>
                  <a:pt x="16140978" y="957394"/>
                  <a:pt x="16146966" y="963815"/>
                  <a:pt x="16146966" y="989500"/>
                </a:cubicBezTo>
                <a:cubicBezTo>
                  <a:pt x="16134992" y="989500"/>
                  <a:pt x="16129004" y="976657"/>
                  <a:pt x="16129004" y="957394"/>
                </a:cubicBezTo>
                <a:close/>
                <a:moveTo>
                  <a:pt x="16740434" y="957394"/>
                </a:moveTo>
                <a:cubicBezTo>
                  <a:pt x="16753558" y="957394"/>
                  <a:pt x="16753558" y="970236"/>
                  <a:pt x="16753558" y="989500"/>
                </a:cubicBezTo>
                <a:cubicBezTo>
                  <a:pt x="16740434" y="989500"/>
                  <a:pt x="16740434" y="976657"/>
                  <a:pt x="16740434" y="957394"/>
                </a:cubicBezTo>
                <a:close/>
                <a:moveTo>
                  <a:pt x="17033191" y="925119"/>
                </a:moveTo>
                <a:cubicBezTo>
                  <a:pt x="17033191" y="965745"/>
                  <a:pt x="17013283" y="958974"/>
                  <a:pt x="17001119" y="958974"/>
                </a:cubicBezTo>
                <a:cubicBezTo>
                  <a:pt x="17001119" y="919477"/>
                  <a:pt x="17019919" y="925119"/>
                  <a:pt x="17033191" y="925119"/>
                </a:cubicBezTo>
                <a:close/>
                <a:moveTo>
                  <a:pt x="11341645" y="915543"/>
                </a:moveTo>
                <a:cubicBezTo>
                  <a:pt x="11410466" y="914633"/>
                  <a:pt x="11478501" y="934366"/>
                  <a:pt x="11506688" y="1046077"/>
                </a:cubicBezTo>
                <a:cubicBezTo>
                  <a:pt x="11468032" y="1046077"/>
                  <a:pt x="11435818" y="1046077"/>
                  <a:pt x="11398235" y="1046077"/>
                </a:cubicBezTo>
                <a:cubicBezTo>
                  <a:pt x="11385349" y="1020389"/>
                  <a:pt x="11372464" y="994703"/>
                  <a:pt x="11391792" y="969016"/>
                </a:cubicBezTo>
                <a:cubicBezTo>
                  <a:pt x="11372464" y="962595"/>
                  <a:pt x="11353135" y="956173"/>
                  <a:pt x="11333807" y="956173"/>
                </a:cubicBezTo>
                <a:cubicBezTo>
                  <a:pt x="11340250" y="988281"/>
                  <a:pt x="11346692" y="1020389"/>
                  <a:pt x="11346692" y="1052499"/>
                </a:cubicBezTo>
                <a:cubicBezTo>
                  <a:pt x="11154483" y="1115644"/>
                  <a:pt x="10962273" y="1186282"/>
                  <a:pt x="10770064" y="1231233"/>
                </a:cubicBezTo>
                <a:cubicBezTo>
                  <a:pt x="10770064" y="1186282"/>
                  <a:pt x="10763621" y="1128488"/>
                  <a:pt x="10795835" y="1115644"/>
                </a:cubicBezTo>
                <a:cubicBezTo>
                  <a:pt x="10826975" y="1097450"/>
                  <a:pt x="10865632" y="1091028"/>
                  <a:pt x="10897846" y="1078185"/>
                </a:cubicBezTo>
                <a:cubicBezTo>
                  <a:pt x="10930059" y="1065342"/>
                  <a:pt x="10968716" y="1052499"/>
                  <a:pt x="11000930" y="1046077"/>
                </a:cubicBezTo>
                <a:cubicBezTo>
                  <a:pt x="11020258" y="1046077"/>
                  <a:pt x="11007373" y="1052499"/>
                  <a:pt x="11020258" y="1071764"/>
                </a:cubicBezTo>
                <a:cubicBezTo>
                  <a:pt x="11025627" y="1084607"/>
                  <a:pt x="11038513" y="1078185"/>
                  <a:pt x="11051398" y="1078185"/>
                </a:cubicBezTo>
                <a:cubicBezTo>
                  <a:pt x="11051398" y="1046077"/>
                  <a:pt x="11032070" y="1046077"/>
                  <a:pt x="11020258" y="1046077"/>
                </a:cubicBezTo>
                <a:cubicBezTo>
                  <a:pt x="11035828" y="1042865"/>
                  <a:pt x="11050056" y="1041259"/>
                  <a:pt x="11064418" y="1041259"/>
                </a:cubicBezTo>
                <a:lnTo>
                  <a:pt x="11090615" y="1044067"/>
                </a:lnTo>
                <a:lnTo>
                  <a:pt x="11077170" y="1046077"/>
                </a:lnTo>
                <a:cubicBezTo>
                  <a:pt x="11070727" y="1052499"/>
                  <a:pt x="11064284" y="1071764"/>
                  <a:pt x="11077170" y="1078185"/>
                </a:cubicBezTo>
                <a:cubicBezTo>
                  <a:pt x="11102941" y="1084607"/>
                  <a:pt x="11102941" y="1046077"/>
                  <a:pt x="11122269" y="1046077"/>
                </a:cubicBezTo>
                <a:cubicBezTo>
                  <a:pt x="11148040" y="1039654"/>
                  <a:pt x="11180254" y="1078185"/>
                  <a:pt x="11206025" y="1039654"/>
                </a:cubicBezTo>
                <a:cubicBezTo>
                  <a:pt x="11217837" y="1007546"/>
                  <a:pt x="11212468" y="962595"/>
                  <a:pt x="11225354" y="924065"/>
                </a:cubicBezTo>
                <a:cubicBezTo>
                  <a:pt x="11258776" y="924065"/>
                  <a:pt x="11300352" y="916088"/>
                  <a:pt x="11341645" y="915543"/>
                </a:cubicBezTo>
                <a:close/>
                <a:moveTo>
                  <a:pt x="11568284" y="905254"/>
                </a:moveTo>
                <a:cubicBezTo>
                  <a:pt x="11561722" y="910521"/>
                  <a:pt x="11561722" y="917894"/>
                  <a:pt x="11555159" y="923161"/>
                </a:cubicBezTo>
                <a:cubicBezTo>
                  <a:pt x="11555159" y="905254"/>
                  <a:pt x="11555159" y="905254"/>
                  <a:pt x="11568284" y="905254"/>
                </a:cubicBezTo>
                <a:close/>
                <a:moveTo>
                  <a:pt x="11506728" y="891038"/>
                </a:moveTo>
                <a:cubicBezTo>
                  <a:pt x="11506728" y="903677"/>
                  <a:pt x="11506728" y="916316"/>
                  <a:pt x="11506728" y="921583"/>
                </a:cubicBezTo>
                <a:cubicBezTo>
                  <a:pt x="11492767" y="921583"/>
                  <a:pt x="11475316" y="925137"/>
                  <a:pt x="11462227" y="916695"/>
                </a:cubicBezTo>
                <a:lnTo>
                  <a:pt x="11452907" y="905999"/>
                </a:lnTo>
                <a:lnTo>
                  <a:pt x="11457633" y="923783"/>
                </a:lnTo>
                <a:cubicBezTo>
                  <a:pt x="11457633" y="929312"/>
                  <a:pt x="11455992" y="934013"/>
                  <a:pt x="11452710" y="937331"/>
                </a:cubicBezTo>
                <a:cubicBezTo>
                  <a:pt x="11449428" y="934013"/>
                  <a:pt x="11447787" y="929312"/>
                  <a:pt x="11447787" y="923783"/>
                </a:cubicBezTo>
                <a:lnTo>
                  <a:pt x="11452605" y="905652"/>
                </a:lnTo>
                <a:lnTo>
                  <a:pt x="11450884" y="903677"/>
                </a:lnTo>
                <a:cubicBezTo>
                  <a:pt x="11469499" y="903677"/>
                  <a:pt x="11488113" y="897358"/>
                  <a:pt x="11506728" y="891038"/>
                </a:cubicBezTo>
                <a:close/>
                <a:moveTo>
                  <a:pt x="15678730" y="891038"/>
                </a:moveTo>
                <a:cubicBezTo>
                  <a:pt x="15690706" y="891038"/>
                  <a:pt x="15696694" y="904308"/>
                  <a:pt x="15696694" y="923108"/>
                </a:cubicBezTo>
                <a:cubicBezTo>
                  <a:pt x="15684718" y="923108"/>
                  <a:pt x="15678730" y="917579"/>
                  <a:pt x="15678730" y="891038"/>
                </a:cubicBezTo>
                <a:close/>
                <a:moveTo>
                  <a:pt x="15469696" y="886905"/>
                </a:moveTo>
                <a:cubicBezTo>
                  <a:pt x="15489560" y="886769"/>
                  <a:pt x="15507042" y="894644"/>
                  <a:pt x="15507042" y="926687"/>
                </a:cubicBezTo>
                <a:cubicBezTo>
                  <a:pt x="15481614" y="926687"/>
                  <a:pt x="15418046" y="965790"/>
                  <a:pt x="15418046" y="895187"/>
                </a:cubicBezTo>
                <a:cubicBezTo>
                  <a:pt x="15427580" y="895187"/>
                  <a:pt x="15449830" y="887040"/>
                  <a:pt x="15469696" y="886905"/>
                </a:cubicBezTo>
                <a:close/>
                <a:moveTo>
                  <a:pt x="16787831" y="862601"/>
                </a:moveTo>
                <a:cubicBezTo>
                  <a:pt x="16904023" y="875828"/>
                  <a:pt x="16904023" y="875828"/>
                  <a:pt x="16962123" y="908896"/>
                </a:cubicBezTo>
                <a:cubicBezTo>
                  <a:pt x="16904023" y="889055"/>
                  <a:pt x="16845927" y="875828"/>
                  <a:pt x="16787831" y="862601"/>
                </a:cubicBezTo>
                <a:close/>
                <a:moveTo>
                  <a:pt x="11623835" y="857110"/>
                </a:moveTo>
                <a:cubicBezTo>
                  <a:pt x="11634857" y="857908"/>
                  <a:pt x="11645746" y="859503"/>
                  <a:pt x="11654776" y="859503"/>
                </a:cubicBezTo>
                <a:cubicBezTo>
                  <a:pt x="11654776" y="897784"/>
                  <a:pt x="11617594" y="885024"/>
                  <a:pt x="11617594" y="922242"/>
                </a:cubicBezTo>
                <a:cubicBezTo>
                  <a:pt x="11642028" y="922242"/>
                  <a:pt x="11705770" y="922242"/>
                  <a:pt x="11661150" y="973284"/>
                </a:cubicBezTo>
                <a:cubicBezTo>
                  <a:pt x="11623968" y="1017947"/>
                  <a:pt x="11566600" y="998806"/>
                  <a:pt x="11528355" y="1017947"/>
                </a:cubicBezTo>
                <a:cubicBezTo>
                  <a:pt x="11528355" y="992426"/>
                  <a:pt x="11521981" y="960524"/>
                  <a:pt x="11534729" y="947763"/>
                </a:cubicBezTo>
                <a:cubicBezTo>
                  <a:pt x="11547478" y="935003"/>
                  <a:pt x="11566600" y="941383"/>
                  <a:pt x="11572974" y="916925"/>
                </a:cubicBezTo>
                <a:cubicBezTo>
                  <a:pt x="11579349" y="897784"/>
                  <a:pt x="11572974" y="865883"/>
                  <a:pt x="11592097" y="859503"/>
                </a:cubicBezTo>
                <a:cubicBezTo>
                  <a:pt x="11601658" y="856312"/>
                  <a:pt x="11612813" y="856312"/>
                  <a:pt x="11623835" y="857110"/>
                </a:cubicBezTo>
                <a:close/>
                <a:moveTo>
                  <a:pt x="11225206" y="835722"/>
                </a:moveTo>
                <a:cubicBezTo>
                  <a:pt x="11225206" y="867961"/>
                  <a:pt x="11243477" y="861514"/>
                  <a:pt x="11256374" y="861514"/>
                </a:cubicBezTo>
                <a:cubicBezTo>
                  <a:pt x="11256374" y="829275"/>
                  <a:pt x="11237028" y="835722"/>
                  <a:pt x="11225206" y="835722"/>
                </a:cubicBezTo>
                <a:close/>
                <a:moveTo>
                  <a:pt x="16736772" y="835129"/>
                </a:moveTo>
                <a:cubicBezTo>
                  <a:pt x="16754590" y="835945"/>
                  <a:pt x="16770790" y="839208"/>
                  <a:pt x="16770790" y="848999"/>
                </a:cubicBezTo>
                <a:cubicBezTo>
                  <a:pt x="16777271" y="868580"/>
                  <a:pt x="16693034" y="894688"/>
                  <a:pt x="16693034" y="835945"/>
                </a:cubicBezTo>
                <a:cubicBezTo>
                  <a:pt x="16699514" y="835945"/>
                  <a:pt x="16718954" y="834313"/>
                  <a:pt x="16736772" y="835129"/>
                </a:cubicBezTo>
                <a:close/>
                <a:moveTo>
                  <a:pt x="15582938" y="834163"/>
                </a:moveTo>
                <a:cubicBezTo>
                  <a:pt x="15582938" y="854638"/>
                  <a:pt x="15576950" y="861463"/>
                  <a:pt x="15564976" y="861463"/>
                </a:cubicBezTo>
                <a:cubicBezTo>
                  <a:pt x="15564976" y="840988"/>
                  <a:pt x="15570964" y="834163"/>
                  <a:pt x="15582938" y="834163"/>
                </a:cubicBezTo>
                <a:close/>
                <a:moveTo>
                  <a:pt x="17568159" y="831207"/>
                </a:moveTo>
                <a:cubicBezTo>
                  <a:pt x="17593847" y="829599"/>
                  <a:pt x="17619403" y="836032"/>
                  <a:pt x="17641459" y="852116"/>
                </a:cubicBezTo>
                <a:cubicBezTo>
                  <a:pt x="17660827" y="864983"/>
                  <a:pt x="17680191" y="890718"/>
                  <a:pt x="17706015" y="903585"/>
                </a:cubicBezTo>
                <a:cubicBezTo>
                  <a:pt x="17738295" y="916452"/>
                  <a:pt x="17764119" y="921814"/>
                  <a:pt x="17796399" y="934681"/>
                </a:cubicBezTo>
                <a:cubicBezTo>
                  <a:pt x="17911527" y="979716"/>
                  <a:pt x="18020199" y="1024751"/>
                  <a:pt x="18136403" y="1076222"/>
                </a:cubicBezTo>
                <a:cubicBezTo>
                  <a:pt x="18251531" y="1126619"/>
                  <a:pt x="18367735" y="1178088"/>
                  <a:pt x="18482863" y="1235990"/>
                </a:cubicBezTo>
                <a:cubicBezTo>
                  <a:pt x="18540963" y="1261725"/>
                  <a:pt x="18599067" y="1287459"/>
                  <a:pt x="18656091" y="1318555"/>
                </a:cubicBezTo>
                <a:cubicBezTo>
                  <a:pt x="18688371" y="1331422"/>
                  <a:pt x="18720651" y="1344290"/>
                  <a:pt x="18746475" y="1363591"/>
                </a:cubicBezTo>
                <a:cubicBezTo>
                  <a:pt x="18759387" y="1370024"/>
                  <a:pt x="18778751" y="1376458"/>
                  <a:pt x="18791663" y="1382891"/>
                </a:cubicBezTo>
                <a:cubicBezTo>
                  <a:pt x="18791663" y="1395759"/>
                  <a:pt x="18791663" y="1415060"/>
                  <a:pt x="18791663" y="1427927"/>
                </a:cubicBezTo>
                <a:cubicBezTo>
                  <a:pt x="18765839" y="1472962"/>
                  <a:pt x="18707739" y="1415060"/>
                  <a:pt x="18681915" y="1402192"/>
                </a:cubicBezTo>
                <a:cubicBezTo>
                  <a:pt x="18630271" y="1370024"/>
                  <a:pt x="18579699" y="1350723"/>
                  <a:pt x="18528051" y="1326061"/>
                </a:cubicBezTo>
                <a:cubicBezTo>
                  <a:pt x="18412923" y="1274592"/>
                  <a:pt x="18296719" y="1223123"/>
                  <a:pt x="18181591" y="1171654"/>
                </a:cubicBezTo>
                <a:cubicBezTo>
                  <a:pt x="17956715" y="1063355"/>
                  <a:pt x="17725383" y="960415"/>
                  <a:pt x="17494051" y="858550"/>
                </a:cubicBezTo>
                <a:cubicBezTo>
                  <a:pt x="17516647" y="842466"/>
                  <a:pt x="17542471" y="832815"/>
                  <a:pt x="17568159" y="831207"/>
                </a:cubicBezTo>
                <a:close/>
                <a:moveTo>
                  <a:pt x="12382469" y="827846"/>
                </a:moveTo>
                <a:cubicBezTo>
                  <a:pt x="12400402" y="828674"/>
                  <a:pt x="12416704" y="836953"/>
                  <a:pt x="12416704" y="863443"/>
                </a:cubicBezTo>
                <a:cubicBezTo>
                  <a:pt x="12371058" y="870066"/>
                  <a:pt x="12318891" y="876689"/>
                  <a:pt x="12273245" y="889934"/>
                </a:cubicBezTo>
                <a:cubicBezTo>
                  <a:pt x="12247161" y="823707"/>
                  <a:pt x="12318891" y="836953"/>
                  <a:pt x="12338453" y="836953"/>
                </a:cubicBezTo>
                <a:cubicBezTo>
                  <a:pt x="12344974" y="833641"/>
                  <a:pt x="12364537" y="827018"/>
                  <a:pt x="12382469" y="827846"/>
                </a:cubicBezTo>
                <a:close/>
                <a:moveTo>
                  <a:pt x="12084950" y="822623"/>
                </a:moveTo>
                <a:lnTo>
                  <a:pt x="12083793" y="825913"/>
                </a:lnTo>
                <a:cubicBezTo>
                  <a:pt x="12082390" y="829904"/>
                  <a:pt x="12081267" y="833096"/>
                  <a:pt x="12081267" y="833096"/>
                </a:cubicBezTo>
                <a:close/>
                <a:moveTo>
                  <a:pt x="17391355" y="815200"/>
                </a:moveTo>
                <a:cubicBezTo>
                  <a:pt x="17396619" y="821621"/>
                  <a:pt x="17396619" y="828042"/>
                  <a:pt x="17402939" y="834463"/>
                </a:cubicBezTo>
                <a:cubicBezTo>
                  <a:pt x="17396619" y="840884"/>
                  <a:pt x="17396619" y="840884"/>
                  <a:pt x="17391355" y="847305"/>
                </a:cubicBezTo>
                <a:lnTo>
                  <a:pt x="17390975" y="846016"/>
                </a:lnTo>
                <a:lnTo>
                  <a:pt x="17380087" y="851544"/>
                </a:lnTo>
                <a:cubicBezTo>
                  <a:pt x="17363927" y="859106"/>
                  <a:pt x="17342379" y="864923"/>
                  <a:pt x="17342379" y="832348"/>
                </a:cubicBezTo>
                <a:cubicBezTo>
                  <a:pt x="17348763" y="832348"/>
                  <a:pt x="17358339" y="829245"/>
                  <a:pt x="17367915" y="829245"/>
                </a:cubicBezTo>
                <a:cubicBezTo>
                  <a:pt x="17372703" y="829245"/>
                  <a:pt x="17377491" y="830021"/>
                  <a:pt x="17381883" y="832348"/>
                </a:cubicBezTo>
                <a:lnTo>
                  <a:pt x="17389279" y="840284"/>
                </a:lnTo>
                <a:lnTo>
                  <a:pt x="17386615" y="831253"/>
                </a:lnTo>
                <a:cubicBezTo>
                  <a:pt x="17386615" y="826437"/>
                  <a:pt x="17388195" y="821621"/>
                  <a:pt x="17391355" y="815200"/>
                </a:cubicBezTo>
                <a:close/>
                <a:moveTo>
                  <a:pt x="13682197" y="813388"/>
                </a:moveTo>
                <a:cubicBezTo>
                  <a:pt x="13655708" y="825798"/>
                  <a:pt x="13629218" y="838208"/>
                  <a:pt x="13602728" y="856822"/>
                </a:cubicBezTo>
                <a:cubicBezTo>
                  <a:pt x="13602728" y="800978"/>
                  <a:pt x="13662330" y="819593"/>
                  <a:pt x="13682197" y="813388"/>
                </a:cubicBezTo>
                <a:close/>
                <a:moveTo>
                  <a:pt x="11450884" y="800980"/>
                </a:moveTo>
                <a:cubicBezTo>
                  <a:pt x="11462859" y="800980"/>
                  <a:pt x="11468846" y="807402"/>
                  <a:pt x="11468846" y="833089"/>
                </a:cubicBezTo>
                <a:cubicBezTo>
                  <a:pt x="11456871" y="833089"/>
                  <a:pt x="11450884" y="820246"/>
                  <a:pt x="11450884" y="800980"/>
                </a:cubicBezTo>
                <a:close/>
                <a:moveTo>
                  <a:pt x="17431379" y="800980"/>
                </a:moveTo>
                <a:cubicBezTo>
                  <a:pt x="17431379" y="833089"/>
                  <a:pt x="17406103" y="833089"/>
                  <a:pt x="17394519" y="813824"/>
                </a:cubicBezTo>
                <a:cubicBezTo>
                  <a:pt x="17406103" y="807402"/>
                  <a:pt x="17418743" y="800980"/>
                  <a:pt x="17431379" y="800980"/>
                </a:cubicBezTo>
                <a:close/>
                <a:moveTo>
                  <a:pt x="16628722" y="793569"/>
                </a:moveTo>
                <a:cubicBezTo>
                  <a:pt x="16646934" y="794345"/>
                  <a:pt x="16663492" y="805203"/>
                  <a:pt x="16663492" y="833125"/>
                </a:cubicBezTo>
                <a:cubicBezTo>
                  <a:pt x="16637000" y="820715"/>
                  <a:pt x="16610510" y="820715"/>
                  <a:pt x="16584018" y="814510"/>
                </a:cubicBezTo>
                <a:cubicBezTo>
                  <a:pt x="16590642" y="802101"/>
                  <a:pt x="16610510" y="792793"/>
                  <a:pt x="16628722" y="793569"/>
                </a:cubicBezTo>
                <a:close/>
                <a:moveTo>
                  <a:pt x="12113375" y="772545"/>
                </a:moveTo>
                <a:cubicBezTo>
                  <a:pt x="12106930" y="791935"/>
                  <a:pt x="12106930" y="811325"/>
                  <a:pt x="12100485" y="837178"/>
                </a:cubicBezTo>
                <a:cubicBezTo>
                  <a:pt x="12097263" y="825867"/>
                  <a:pt x="12093637" y="821020"/>
                  <a:pt x="12089727" y="819808"/>
                </a:cubicBezTo>
                <a:lnTo>
                  <a:pt x="12085398" y="821350"/>
                </a:lnTo>
                <a:lnTo>
                  <a:pt x="12077256" y="824251"/>
                </a:lnTo>
                <a:cubicBezTo>
                  <a:pt x="12068529" y="830715"/>
                  <a:pt x="12059130" y="840409"/>
                  <a:pt x="12049999" y="830715"/>
                </a:cubicBezTo>
                <a:cubicBezTo>
                  <a:pt x="12030664" y="811325"/>
                  <a:pt x="12017774" y="830715"/>
                  <a:pt x="12037109" y="850104"/>
                </a:cubicBezTo>
                <a:cubicBezTo>
                  <a:pt x="11940434" y="895347"/>
                  <a:pt x="11837315" y="913660"/>
                  <a:pt x="11735269" y="901810"/>
                </a:cubicBezTo>
                <a:cubicBezTo>
                  <a:pt x="11761049" y="804862"/>
                  <a:pt x="11831944" y="804862"/>
                  <a:pt x="11888874" y="791935"/>
                </a:cubicBezTo>
                <a:cubicBezTo>
                  <a:pt x="11966214" y="779008"/>
                  <a:pt x="12037109" y="779008"/>
                  <a:pt x="12113375" y="772545"/>
                </a:cubicBezTo>
                <a:close/>
                <a:moveTo>
                  <a:pt x="15318510" y="772543"/>
                </a:moveTo>
                <a:cubicBezTo>
                  <a:pt x="15330486" y="772543"/>
                  <a:pt x="15336474" y="785386"/>
                  <a:pt x="15336474" y="804652"/>
                </a:cubicBezTo>
                <a:cubicBezTo>
                  <a:pt x="15323500" y="804652"/>
                  <a:pt x="15318510" y="791808"/>
                  <a:pt x="15318510" y="772543"/>
                </a:cubicBezTo>
                <a:close/>
                <a:moveTo>
                  <a:pt x="14811358" y="772540"/>
                </a:moveTo>
                <a:cubicBezTo>
                  <a:pt x="14817780" y="778689"/>
                  <a:pt x="14830623" y="778689"/>
                  <a:pt x="14843467" y="790986"/>
                </a:cubicBezTo>
                <a:cubicBezTo>
                  <a:pt x="14830623" y="809432"/>
                  <a:pt x="14811358" y="803284"/>
                  <a:pt x="14811358" y="772540"/>
                </a:cubicBezTo>
                <a:close/>
                <a:moveTo>
                  <a:pt x="16489224" y="772540"/>
                </a:moveTo>
                <a:cubicBezTo>
                  <a:pt x="16520822" y="772540"/>
                  <a:pt x="16552420" y="778745"/>
                  <a:pt x="16582966" y="791154"/>
                </a:cubicBezTo>
                <a:cubicBezTo>
                  <a:pt x="16565060" y="815974"/>
                  <a:pt x="16489224" y="828384"/>
                  <a:pt x="16489224" y="772540"/>
                </a:cubicBezTo>
                <a:close/>
                <a:moveTo>
                  <a:pt x="13019098" y="745785"/>
                </a:moveTo>
                <a:cubicBezTo>
                  <a:pt x="13026784" y="747390"/>
                  <a:pt x="13032933" y="755416"/>
                  <a:pt x="13032933" y="771469"/>
                </a:cubicBezTo>
                <a:cubicBezTo>
                  <a:pt x="13020636" y="765048"/>
                  <a:pt x="13008338" y="758627"/>
                  <a:pt x="12996041" y="758627"/>
                </a:cubicBezTo>
                <a:cubicBezTo>
                  <a:pt x="13002189" y="748995"/>
                  <a:pt x="13011412" y="744179"/>
                  <a:pt x="13019098" y="745785"/>
                </a:cubicBezTo>
                <a:close/>
                <a:moveTo>
                  <a:pt x="13493756" y="739366"/>
                </a:moveTo>
                <a:cubicBezTo>
                  <a:pt x="13493756" y="784127"/>
                  <a:pt x="13505598" y="809704"/>
                  <a:pt x="13524975" y="828888"/>
                </a:cubicBezTo>
                <a:cubicBezTo>
                  <a:pt x="13537894" y="841676"/>
                  <a:pt x="13563730" y="822493"/>
                  <a:pt x="13563730" y="860860"/>
                </a:cubicBezTo>
                <a:cubicBezTo>
                  <a:pt x="13524975" y="860860"/>
                  <a:pt x="13223545" y="918410"/>
                  <a:pt x="13223545" y="835282"/>
                </a:cubicBezTo>
                <a:cubicBezTo>
                  <a:pt x="13236463" y="835282"/>
                  <a:pt x="13249382" y="835282"/>
                  <a:pt x="13262300" y="835282"/>
                </a:cubicBezTo>
                <a:cubicBezTo>
                  <a:pt x="13262300" y="809704"/>
                  <a:pt x="13262300" y="790521"/>
                  <a:pt x="13262300" y="771338"/>
                </a:cubicBezTo>
                <a:cubicBezTo>
                  <a:pt x="13281678" y="777732"/>
                  <a:pt x="13299979" y="777732"/>
                  <a:pt x="13319357" y="784127"/>
                </a:cubicBezTo>
                <a:cubicBezTo>
                  <a:pt x="13312898" y="790521"/>
                  <a:pt x="13306438" y="803310"/>
                  <a:pt x="13299979" y="816099"/>
                </a:cubicBezTo>
                <a:cubicBezTo>
                  <a:pt x="13345194" y="816099"/>
                  <a:pt x="13390408" y="816099"/>
                  <a:pt x="13435623" y="816099"/>
                </a:cubicBezTo>
                <a:cubicBezTo>
                  <a:pt x="13429163" y="803310"/>
                  <a:pt x="13422704" y="796915"/>
                  <a:pt x="13416245" y="784127"/>
                </a:cubicBezTo>
                <a:cubicBezTo>
                  <a:pt x="13435623" y="764943"/>
                  <a:pt x="13461460" y="739366"/>
                  <a:pt x="13493756" y="739366"/>
                </a:cubicBezTo>
                <a:close/>
                <a:moveTo>
                  <a:pt x="15075758" y="736500"/>
                </a:moveTo>
                <a:cubicBezTo>
                  <a:pt x="15075758" y="776181"/>
                  <a:pt x="15051162" y="769567"/>
                  <a:pt x="15038866" y="769567"/>
                </a:cubicBezTo>
                <a:cubicBezTo>
                  <a:pt x="15038866" y="729886"/>
                  <a:pt x="15057312" y="736500"/>
                  <a:pt x="15075758" y="736500"/>
                </a:cubicBezTo>
                <a:close/>
                <a:moveTo>
                  <a:pt x="11568850" y="733767"/>
                </a:moveTo>
                <a:cubicBezTo>
                  <a:pt x="11553536" y="732826"/>
                  <a:pt x="11535803" y="739005"/>
                  <a:pt x="11526130" y="739005"/>
                </a:cubicBezTo>
                <a:cubicBezTo>
                  <a:pt x="11526130" y="797036"/>
                  <a:pt x="11577717" y="771244"/>
                  <a:pt x="11597062" y="771244"/>
                </a:cubicBezTo>
                <a:cubicBezTo>
                  <a:pt x="11597062" y="742766"/>
                  <a:pt x="11584165" y="734707"/>
                  <a:pt x="11568850" y="733767"/>
                </a:cubicBezTo>
                <a:close/>
                <a:moveTo>
                  <a:pt x="11744314" y="726040"/>
                </a:moveTo>
                <a:lnTo>
                  <a:pt x="11742534" y="731101"/>
                </a:lnTo>
                <a:cubicBezTo>
                  <a:pt x="11741131" y="735089"/>
                  <a:pt x="11740008" y="738280"/>
                  <a:pt x="11740008" y="738280"/>
                </a:cubicBezTo>
                <a:close/>
                <a:moveTo>
                  <a:pt x="13443216" y="723397"/>
                </a:moveTo>
                <a:cubicBezTo>
                  <a:pt x="13444856" y="721900"/>
                  <a:pt x="13448138" y="723397"/>
                  <a:pt x="13454700" y="726390"/>
                </a:cubicBezTo>
                <a:cubicBezTo>
                  <a:pt x="13448138" y="726390"/>
                  <a:pt x="13441575" y="732378"/>
                  <a:pt x="13441575" y="738365"/>
                </a:cubicBezTo>
                <a:cubicBezTo>
                  <a:pt x="13441575" y="729384"/>
                  <a:pt x="13441575" y="724893"/>
                  <a:pt x="13443216" y="723397"/>
                </a:cubicBezTo>
                <a:close/>
                <a:moveTo>
                  <a:pt x="11745513" y="722634"/>
                </a:moveTo>
                <a:lnTo>
                  <a:pt x="11744314" y="726040"/>
                </a:lnTo>
                <a:lnTo>
                  <a:pt x="11745165" y="723622"/>
                </a:lnTo>
                <a:close/>
                <a:moveTo>
                  <a:pt x="13946986" y="715666"/>
                </a:moveTo>
                <a:cubicBezTo>
                  <a:pt x="13946986" y="746544"/>
                  <a:pt x="13953438" y="772098"/>
                  <a:pt x="13959889" y="804040"/>
                </a:cubicBezTo>
                <a:cubicBezTo>
                  <a:pt x="13979244" y="804040"/>
                  <a:pt x="13992148" y="804040"/>
                  <a:pt x="14005051" y="804040"/>
                </a:cubicBezTo>
                <a:cubicBezTo>
                  <a:pt x="14024406" y="804040"/>
                  <a:pt x="14037310" y="804040"/>
                  <a:pt x="14056665" y="804040"/>
                </a:cubicBezTo>
                <a:cubicBezTo>
                  <a:pt x="14056665" y="823205"/>
                  <a:pt x="14056665" y="842370"/>
                  <a:pt x="14056665" y="861535"/>
                </a:cubicBezTo>
                <a:cubicBezTo>
                  <a:pt x="14005051" y="855147"/>
                  <a:pt x="13953438" y="842370"/>
                  <a:pt x="13902899" y="835982"/>
                </a:cubicBezTo>
                <a:cubicBezTo>
                  <a:pt x="13831930" y="835982"/>
                  <a:pt x="13767413" y="855147"/>
                  <a:pt x="13697520" y="861535"/>
                </a:cubicBezTo>
                <a:cubicBezTo>
                  <a:pt x="13697520" y="772098"/>
                  <a:pt x="13760962" y="804040"/>
                  <a:pt x="13799672" y="797651"/>
                </a:cubicBezTo>
                <a:cubicBezTo>
                  <a:pt x="13851286" y="784874"/>
                  <a:pt x="13902899" y="765709"/>
                  <a:pt x="13946986" y="715666"/>
                </a:cubicBezTo>
                <a:close/>
                <a:moveTo>
                  <a:pt x="12397752" y="706185"/>
                </a:moveTo>
                <a:cubicBezTo>
                  <a:pt x="12397752" y="771656"/>
                  <a:pt x="12345962" y="738921"/>
                  <a:pt x="12320067" y="738921"/>
                </a:cubicBezTo>
                <a:cubicBezTo>
                  <a:pt x="12320067" y="784750"/>
                  <a:pt x="12326540" y="804391"/>
                  <a:pt x="12300645" y="810938"/>
                </a:cubicBezTo>
                <a:cubicBezTo>
                  <a:pt x="12274750" y="810938"/>
                  <a:pt x="12256408" y="830579"/>
                  <a:pt x="12236986" y="837126"/>
                </a:cubicBezTo>
                <a:cubicBezTo>
                  <a:pt x="12217565" y="843673"/>
                  <a:pt x="12159301" y="856767"/>
                  <a:pt x="12152827" y="810938"/>
                </a:cubicBezTo>
                <a:cubicBezTo>
                  <a:pt x="12133406" y="725827"/>
                  <a:pt x="12191670" y="725827"/>
                  <a:pt x="12224039" y="725827"/>
                </a:cubicBezTo>
                <a:cubicBezTo>
                  <a:pt x="12281224" y="732374"/>
                  <a:pt x="12339488" y="713824"/>
                  <a:pt x="12397752" y="706185"/>
                </a:cubicBezTo>
                <a:close/>
                <a:moveTo>
                  <a:pt x="14768702" y="706184"/>
                </a:moveTo>
                <a:cubicBezTo>
                  <a:pt x="14796002" y="706184"/>
                  <a:pt x="14789177" y="745346"/>
                  <a:pt x="14789177" y="771455"/>
                </a:cubicBezTo>
                <a:cubicBezTo>
                  <a:pt x="14768702" y="771455"/>
                  <a:pt x="14768702" y="732292"/>
                  <a:pt x="14768702" y="706184"/>
                </a:cubicBezTo>
                <a:close/>
                <a:moveTo>
                  <a:pt x="13849192" y="706184"/>
                </a:moveTo>
                <a:cubicBezTo>
                  <a:pt x="13862317" y="706184"/>
                  <a:pt x="13862317" y="719027"/>
                  <a:pt x="13862317" y="738292"/>
                </a:cubicBezTo>
                <a:cubicBezTo>
                  <a:pt x="13849192" y="738292"/>
                  <a:pt x="13849192" y="725449"/>
                  <a:pt x="13849192" y="706184"/>
                </a:cubicBezTo>
                <a:close/>
                <a:moveTo>
                  <a:pt x="14056741" y="706184"/>
                </a:moveTo>
                <a:cubicBezTo>
                  <a:pt x="14056741" y="731870"/>
                  <a:pt x="14050754" y="738292"/>
                  <a:pt x="14038779" y="738292"/>
                </a:cubicBezTo>
                <a:cubicBezTo>
                  <a:pt x="14038779" y="719027"/>
                  <a:pt x="14044766" y="706184"/>
                  <a:pt x="14056741" y="706184"/>
                </a:cubicBezTo>
                <a:close/>
                <a:moveTo>
                  <a:pt x="14882454" y="706183"/>
                </a:moveTo>
                <a:cubicBezTo>
                  <a:pt x="14894429" y="706183"/>
                  <a:pt x="14900416" y="719027"/>
                  <a:pt x="14900416" y="738292"/>
                </a:cubicBezTo>
                <a:cubicBezTo>
                  <a:pt x="14888441" y="738292"/>
                  <a:pt x="14882454" y="731870"/>
                  <a:pt x="14882454" y="706183"/>
                </a:cubicBezTo>
                <a:close/>
                <a:moveTo>
                  <a:pt x="14602811" y="673007"/>
                </a:moveTo>
                <a:cubicBezTo>
                  <a:pt x="14628901" y="673007"/>
                  <a:pt x="14648469" y="673007"/>
                  <a:pt x="14674560" y="673007"/>
                </a:cubicBezTo>
                <a:cubicBezTo>
                  <a:pt x="14687605" y="673007"/>
                  <a:pt x="14700650" y="673007"/>
                  <a:pt x="14720218" y="673007"/>
                </a:cubicBezTo>
                <a:cubicBezTo>
                  <a:pt x="14720218" y="686278"/>
                  <a:pt x="14720218" y="699548"/>
                  <a:pt x="14720218" y="705077"/>
                </a:cubicBezTo>
                <a:cubicBezTo>
                  <a:pt x="14694127" y="705077"/>
                  <a:pt x="14668037" y="705077"/>
                  <a:pt x="14648469" y="705077"/>
                </a:cubicBezTo>
                <a:cubicBezTo>
                  <a:pt x="14628901" y="705077"/>
                  <a:pt x="14615856" y="705077"/>
                  <a:pt x="14602811" y="705077"/>
                </a:cubicBezTo>
                <a:cubicBezTo>
                  <a:pt x="14602811" y="699548"/>
                  <a:pt x="14602811" y="686278"/>
                  <a:pt x="14602811" y="673007"/>
                </a:cubicBezTo>
                <a:close/>
                <a:moveTo>
                  <a:pt x="13223548" y="673006"/>
                </a:moveTo>
                <a:cubicBezTo>
                  <a:pt x="13235845" y="673006"/>
                  <a:pt x="13248143" y="673006"/>
                  <a:pt x="13260440" y="673006"/>
                </a:cubicBezTo>
                <a:cubicBezTo>
                  <a:pt x="13248143" y="703551"/>
                  <a:pt x="13235845" y="735149"/>
                  <a:pt x="13223548" y="766747"/>
                </a:cubicBezTo>
                <a:cubicBezTo>
                  <a:pt x="13223548" y="735149"/>
                  <a:pt x="13223548" y="703551"/>
                  <a:pt x="13223548" y="673006"/>
                </a:cubicBezTo>
                <a:close/>
                <a:moveTo>
                  <a:pt x="14414802" y="673004"/>
                </a:moveTo>
                <a:cubicBezTo>
                  <a:pt x="14446400" y="673004"/>
                  <a:pt x="14477998" y="673004"/>
                  <a:pt x="14502224" y="673004"/>
                </a:cubicBezTo>
                <a:cubicBezTo>
                  <a:pt x="14502224" y="711599"/>
                  <a:pt x="14477998" y="711599"/>
                  <a:pt x="14465359" y="716959"/>
                </a:cubicBezTo>
                <a:cubicBezTo>
                  <a:pt x="14452720" y="723391"/>
                  <a:pt x="14433761" y="761985"/>
                  <a:pt x="14421121" y="736256"/>
                </a:cubicBezTo>
                <a:cubicBezTo>
                  <a:pt x="14408482" y="723391"/>
                  <a:pt x="14414802" y="692302"/>
                  <a:pt x="14414802" y="673004"/>
                </a:cubicBezTo>
                <a:close/>
                <a:moveTo>
                  <a:pt x="16178126" y="671295"/>
                </a:moveTo>
                <a:cubicBezTo>
                  <a:pt x="16270636" y="671844"/>
                  <a:pt x="16364350" y="692007"/>
                  <a:pt x="16450238" y="758286"/>
                </a:cubicBezTo>
                <a:cubicBezTo>
                  <a:pt x="16392444" y="809392"/>
                  <a:pt x="16316456" y="783839"/>
                  <a:pt x="16252242" y="771062"/>
                </a:cubicBezTo>
                <a:cubicBezTo>
                  <a:pt x="16194448" y="758286"/>
                  <a:pt x="16124880" y="745509"/>
                  <a:pt x="16086350" y="676302"/>
                </a:cubicBezTo>
                <a:cubicBezTo>
                  <a:pt x="16116584" y="673108"/>
                  <a:pt x="16147288" y="671112"/>
                  <a:pt x="16178126" y="671295"/>
                </a:cubicBezTo>
                <a:close/>
                <a:moveTo>
                  <a:pt x="13732922" y="660993"/>
                </a:moveTo>
                <a:cubicBezTo>
                  <a:pt x="13771622" y="661675"/>
                  <a:pt x="13805450" y="677766"/>
                  <a:pt x="13805450" y="739400"/>
                </a:cubicBezTo>
                <a:cubicBezTo>
                  <a:pt x="13772975" y="739400"/>
                  <a:pt x="13740499" y="752491"/>
                  <a:pt x="13708024" y="739400"/>
                </a:cubicBezTo>
                <a:cubicBezTo>
                  <a:pt x="13682043" y="726310"/>
                  <a:pt x="13657145" y="694674"/>
                  <a:pt x="13631165" y="675038"/>
                </a:cubicBezTo>
                <a:cubicBezTo>
                  <a:pt x="13650650" y="675038"/>
                  <a:pt x="13694222" y="660312"/>
                  <a:pt x="13732922" y="660993"/>
                </a:cubicBezTo>
                <a:close/>
                <a:moveTo>
                  <a:pt x="14270365" y="655771"/>
                </a:moveTo>
                <a:cubicBezTo>
                  <a:pt x="14278429" y="655771"/>
                  <a:pt x="14286492" y="658997"/>
                  <a:pt x="14289718" y="668673"/>
                </a:cubicBezTo>
                <a:cubicBezTo>
                  <a:pt x="14289718" y="681575"/>
                  <a:pt x="14257462" y="675124"/>
                  <a:pt x="14251011" y="681575"/>
                </a:cubicBezTo>
                <a:cubicBezTo>
                  <a:pt x="14231658" y="706304"/>
                  <a:pt x="14289718" y="713830"/>
                  <a:pt x="14289718" y="713830"/>
                </a:cubicBezTo>
                <a:cubicBezTo>
                  <a:pt x="14296169" y="706304"/>
                  <a:pt x="14340252" y="700928"/>
                  <a:pt x="14340252" y="725657"/>
                </a:cubicBezTo>
                <a:cubicBezTo>
                  <a:pt x="14340252" y="738559"/>
                  <a:pt x="14315522" y="738559"/>
                  <a:pt x="14309071" y="738559"/>
                </a:cubicBezTo>
                <a:cubicBezTo>
                  <a:pt x="14296169" y="738559"/>
                  <a:pt x="14276816" y="738559"/>
                  <a:pt x="14263913" y="738559"/>
                </a:cubicBezTo>
                <a:cubicBezTo>
                  <a:pt x="14257462" y="764363"/>
                  <a:pt x="14251011" y="783716"/>
                  <a:pt x="14251011" y="809520"/>
                </a:cubicBezTo>
                <a:cubicBezTo>
                  <a:pt x="14270364" y="815971"/>
                  <a:pt x="14296169" y="828873"/>
                  <a:pt x="14320898" y="835324"/>
                </a:cubicBezTo>
                <a:cubicBezTo>
                  <a:pt x="14320898" y="815971"/>
                  <a:pt x="14309071" y="783716"/>
                  <a:pt x="14327350" y="770814"/>
                </a:cubicBezTo>
                <a:cubicBezTo>
                  <a:pt x="14333801" y="764363"/>
                  <a:pt x="14346703" y="757912"/>
                  <a:pt x="14359605" y="770814"/>
                </a:cubicBezTo>
                <a:cubicBezTo>
                  <a:pt x="14366056" y="783716"/>
                  <a:pt x="14353154" y="809520"/>
                  <a:pt x="14359605" y="828873"/>
                </a:cubicBezTo>
                <a:cubicBezTo>
                  <a:pt x="14366056" y="841775"/>
                  <a:pt x="14385410" y="835324"/>
                  <a:pt x="14398312" y="835324"/>
                </a:cubicBezTo>
                <a:cubicBezTo>
                  <a:pt x="14437019" y="828873"/>
                  <a:pt x="14430568" y="790167"/>
                  <a:pt x="14456372" y="751461"/>
                </a:cubicBezTo>
                <a:cubicBezTo>
                  <a:pt x="14469274" y="732108"/>
                  <a:pt x="14495079" y="770814"/>
                  <a:pt x="14506906" y="783716"/>
                </a:cubicBezTo>
                <a:cubicBezTo>
                  <a:pt x="14501530" y="790167"/>
                  <a:pt x="14495079" y="803069"/>
                  <a:pt x="14488628" y="815971"/>
                </a:cubicBezTo>
                <a:cubicBezTo>
                  <a:pt x="14506906" y="822422"/>
                  <a:pt x="14526259" y="828873"/>
                  <a:pt x="14545613" y="835324"/>
                </a:cubicBezTo>
                <a:cubicBezTo>
                  <a:pt x="14545613" y="796618"/>
                  <a:pt x="14545613" y="770814"/>
                  <a:pt x="14571417" y="764363"/>
                </a:cubicBezTo>
                <a:cubicBezTo>
                  <a:pt x="14597222" y="757912"/>
                  <a:pt x="14616575" y="757912"/>
                  <a:pt x="14635929" y="757912"/>
                </a:cubicBezTo>
                <a:cubicBezTo>
                  <a:pt x="14642380" y="757912"/>
                  <a:pt x="14712267" y="751461"/>
                  <a:pt x="14712267" y="764363"/>
                </a:cubicBezTo>
                <a:cubicBezTo>
                  <a:pt x="14712267" y="770814"/>
                  <a:pt x="14687538" y="770814"/>
                  <a:pt x="14681087" y="777265"/>
                </a:cubicBezTo>
                <a:cubicBezTo>
                  <a:pt x="14668184" y="783716"/>
                  <a:pt x="14668184" y="822422"/>
                  <a:pt x="14661733" y="841775"/>
                </a:cubicBezTo>
                <a:cubicBezTo>
                  <a:pt x="14726244" y="841775"/>
                  <a:pt x="14789681" y="854677"/>
                  <a:pt x="14847741" y="861128"/>
                </a:cubicBezTo>
                <a:cubicBezTo>
                  <a:pt x="14847741" y="841775"/>
                  <a:pt x="14847741" y="809520"/>
                  <a:pt x="14860643" y="803069"/>
                </a:cubicBezTo>
                <a:cubicBezTo>
                  <a:pt x="14886448" y="796618"/>
                  <a:pt x="14905801" y="809520"/>
                  <a:pt x="14925154" y="815971"/>
                </a:cubicBezTo>
                <a:cubicBezTo>
                  <a:pt x="14917628" y="828873"/>
                  <a:pt x="14917628" y="848226"/>
                  <a:pt x="14912252" y="861128"/>
                </a:cubicBezTo>
                <a:cubicBezTo>
                  <a:pt x="14936981" y="867579"/>
                  <a:pt x="14962786" y="899834"/>
                  <a:pt x="14988590" y="893383"/>
                </a:cubicBezTo>
                <a:cubicBezTo>
                  <a:pt x="15003106" y="888545"/>
                  <a:pt x="15013992" y="865563"/>
                  <a:pt x="15026692" y="867982"/>
                </a:cubicBezTo>
                <a:lnTo>
                  <a:pt x="15031764" y="872674"/>
                </a:lnTo>
                <a:lnTo>
                  <a:pt x="15024646" y="861223"/>
                </a:lnTo>
                <a:cubicBezTo>
                  <a:pt x="15030634" y="848380"/>
                  <a:pt x="15036620" y="848380"/>
                  <a:pt x="15042608" y="861223"/>
                </a:cubicBezTo>
                <a:lnTo>
                  <a:pt x="15037422" y="877910"/>
                </a:lnTo>
                <a:lnTo>
                  <a:pt x="15040200" y="880481"/>
                </a:lnTo>
                <a:cubicBezTo>
                  <a:pt x="15046650" y="867579"/>
                  <a:pt x="15046650" y="861128"/>
                  <a:pt x="15040200" y="848226"/>
                </a:cubicBezTo>
                <a:cubicBezTo>
                  <a:pt x="15053102" y="835324"/>
                  <a:pt x="15078906" y="828873"/>
                  <a:pt x="15091808" y="848226"/>
                </a:cubicBezTo>
                <a:cubicBezTo>
                  <a:pt x="15104710" y="867579"/>
                  <a:pt x="15111162" y="886932"/>
                  <a:pt x="15122990" y="886932"/>
                </a:cubicBezTo>
                <a:cubicBezTo>
                  <a:pt x="15174598" y="893383"/>
                  <a:pt x="15226208" y="893383"/>
                  <a:pt x="15277816" y="899834"/>
                </a:cubicBezTo>
                <a:cubicBezTo>
                  <a:pt x="15277816" y="880481"/>
                  <a:pt x="15277816" y="861128"/>
                  <a:pt x="15277816" y="841775"/>
                </a:cubicBezTo>
                <a:cubicBezTo>
                  <a:pt x="15297170" y="841775"/>
                  <a:pt x="15316522" y="841775"/>
                  <a:pt x="15328350" y="854677"/>
                </a:cubicBezTo>
                <a:cubicBezTo>
                  <a:pt x="15347704" y="874030"/>
                  <a:pt x="15335876" y="906285"/>
                  <a:pt x="15335876" y="937465"/>
                </a:cubicBezTo>
                <a:cubicBezTo>
                  <a:pt x="15342328" y="995523"/>
                  <a:pt x="15450922" y="969720"/>
                  <a:pt x="15476726" y="969720"/>
                </a:cubicBezTo>
                <a:cubicBezTo>
                  <a:pt x="15508982" y="969720"/>
                  <a:pt x="15547688" y="976170"/>
                  <a:pt x="15578870" y="982622"/>
                </a:cubicBezTo>
                <a:cubicBezTo>
                  <a:pt x="15604674" y="982622"/>
                  <a:pt x="15617576" y="1001975"/>
                  <a:pt x="15636930" y="1014876"/>
                </a:cubicBezTo>
                <a:cubicBezTo>
                  <a:pt x="15682088" y="1040681"/>
                  <a:pt x="15727246" y="969720"/>
                  <a:pt x="15764876" y="989073"/>
                </a:cubicBezTo>
                <a:cubicBezTo>
                  <a:pt x="15784230" y="995523"/>
                  <a:pt x="15784230" y="1040681"/>
                  <a:pt x="15803584" y="1040681"/>
                </a:cubicBezTo>
                <a:cubicBezTo>
                  <a:pt x="15835840" y="1040681"/>
                  <a:pt x="15855192" y="1027778"/>
                  <a:pt x="15880998" y="1014876"/>
                </a:cubicBezTo>
                <a:cubicBezTo>
                  <a:pt x="15906802" y="1008426"/>
                  <a:pt x="15939058" y="995523"/>
                  <a:pt x="15958410" y="1014876"/>
                </a:cubicBezTo>
                <a:cubicBezTo>
                  <a:pt x="15983140" y="1034229"/>
                  <a:pt x="15996042" y="1066486"/>
                  <a:pt x="16015396" y="1085839"/>
                </a:cubicBezTo>
                <a:cubicBezTo>
                  <a:pt x="16118614" y="1175078"/>
                  <a:pt x="16233658" y="1149274"/>
                  <a:pt x="16343328" y="1168627"/>
                </a:cubicBezTo>
                <a:cubicBezTo>
                  <a:pt x="16343328" y="1149274"/>
                  <a:pt x="16336878" y="1111643"/>
                  <a:pt x="16356230" y="1111643"/>
                </a:cubicBezTo>
                <a:cubicBezTo>
                  <a:pt x="16356230" y="1129922"/>
                  <a:pt x="16356230" y="1149274"/>
                  <a:pt x="16356230" y="1168627"/>
                </a:cubicBezTo>
                <a:cubicBezTo>
                  <a:pt x="16374508" y="1168627"/>
                  <a:pt x="16387410" y="1168627"/>
                  <a:pt x="16400314" y="1168627"/>
                </a:cubicBezTo>
                <a:cubicBezTo>
                  <a:pt x="16413216" y="1175078"/>
                  <a:pt x="16426118" y="1194431"/>
                  <a:pt x="16432568" y="1200882"/>
                </a:cubicBezTo>
                <a:cubicBezTo>
                  <a:pt x="16451922" y="1207334"/>
                  <a:pt x="16471276" y="1187980"/>
                  <a:pt x="16484178" y="1175078"/>
                </a:cubicBezTo>
                <a:cubicBezTo>
                  <a:pt x="16490630" y="1162176"/>
                  <a:pt x="16484178" y="1142823"/>
                  <a:pt x="16490630" y="1124546"/>
                </a:cubicBezTo>
                <a:cubicBezTo>
                  <a:pt x="16497080" y="1149274"/>
                  <a:pt x="16503532" y="1175078"/>
                  <a:pt x="16509982" y="1200882"/>
                </a:cubicBezTo>
                <a:cubicBezTo>
                  <a:pt x="16522884" y="1207334"/>
                  <a:pt x="16535786" y="1213784"/>
                  <a:pt x="16555140" y="1213784"/>
                </a:cubicBezTo>
                <a:cubicBezTo>
                  <a:pt x="16568042" y="1220235"/>
                  <a:pt x="16586320" y="1226686"/>
                  <a:pt x="16605674" y="1233137"/>
                </a:cubicBezTo>
                <a:cubicBezTo>
                  <a:pt x="16605674" y="1213784"/>
                  <a:pt x="16612126" y="1187980"/>
                  <a:pt x="16612126" y="1168627"/>
                </a:cubicBezTo>
                <a:cubicBezTo>
                  <a:pt x="16618576" y="1194431"/>
                  <a:pt x="16625028" y="1252490"/>
                  <a:pt x="16644382" y="1258942"/>
                </a:cubicBezTo>
                <a:cubicBezTo>
                  <a:pt x="16676636" y="1265392"/>
                  <a:pt x="16708892" y="1220235"/>
                  <a:pt x="16741148" y="1200882"/>
                </a:cubicBezTo>
                <a:cubicBezTo>
                  <a:pt x="16741148" y="1220235"/>
                  <a:pt x="16721794" y="1265392"/>
                  <a:pt x="16734696" y="1265392"/>
                </a:cubicBezTo>
                <a:cubicBezTo>
                  <a:pt x="16760502" y="1278294"/>
                  <a:pt x="16785231" y="1278294"/>
                  <a:pt x="16811035" y="1291197"/>
                </a:cubicBezTo>
                <a:cubicBezTo>
                  <a:pt x="16843291" y="1310550"/>
                  <a:pt x="16875547" y="1317000"/>
                  <a:pt x="16907803" y="1317000"/>
                </a:cubicBezTo>
                <a:cubicBezTo>
                  <a:pt x="16933607" y="1322376"/>
                  <a:pt x="16965863" y="1310550"/>
                  <a:pt x="16990591" y="1322376"/>
                </a:cubicBezTo>
                <a:cubicBezTo>
                  <a:pt x="17016395" y="1329902"/>
                  <a:pt x="17022847" y="1386886"/>
                  <a:pt x="17048651" y="1393337"/>
                </a:cubicBezTo>
                <a:cubicBezTo>
                  <a:pt x="17087359" y="1406239"/>
                  <a:pt x="17119615" y="1419141"/>
                  <a:pt x="17158323" y="1425592"/>
                </a:cubicBezTo>
                <a:cubicBezTo>
                  <a:pt x="17221759" y="1444946"/>
                  <a:pt x="17286267" y="1464298"/>
                  <a:pt x="17350779" y="1509455"/>
                </a:cubicBezTo>
                <a:cubicBezTo>
                  <a:pt x="17344327" y="1522358"/>
                  <a:pt x="17337879" y="1535259"/>
                  <a:pt x="17331427" y="1553537"/>
                </a:cubicBezTo>
                <a:cubicBezTo>
                  <a:pt x="17312075" y="1547086"/>
                  <a:pt x="17299171" y="1547086"/>
                  <a:pt x="17286267" y="1540635"/>
                </a:cubicBezTo>
                <a:cubicBezTo>
                  <a:pt x="17254011" y="1535259"/>
                  <a:pt x="17228207" y="1522358"/>
                  <a:pt x="17195951" y="1515907"/>
                </a:cubicBezTo>
                <a:cubicBezTo>
                  <a:pt x="17138967" y="1503004"/>
                  <a:pt x="17080907" y="1483651"/>
                  <a:pt x="17022847" y="1464298"/>
                </a:cubicBezTo>
                <a:cubicBezTo>
                  <a:pt x="16907803" y="1432043"/>
                  <a:pt x="16791683" y="1399788"/>
                  <a:pt x="16676636" y="1367533"/>
                </a:cubicBezTo>
                <a:cubicBezTo>
                  <a:pt x="16555140" y="1335278"/>
                  <a:pt x="16432568" y="1304099"/>
                  <a:pt x="16317524" y="1278294"/>
                </a:cubicBezTo>
                <a:cubicBezTo>
                  <a:pt x="16259464" y="1258942"/>
                  <a:pt x="16194952" y="1246039"/>
                  <a:pt x="16137968" y="1239589"/>
                </a:cubicBezTo>
                <a:cubicBezTo>
                  <a:pt x="16118614" y="1233137"/>
                  <a:pt x="16105712" y="1207334"/>
                  <a:pt x="16079906" y="1200882"/>
                </a:cubicBezTo>
                <a:cubicBezTo>
                  <a:pt x="16060554" y="1194431"/>
                  <a:pt x="16041200" y="1187980"/>
                  <a:pt x="16021846" y="1181529"/>
                </a:cubicBezTo>
                <a:cubicBezTo>
                  <a:pt x="16021846" y="1168627"/>
                  <a:pt x="16028298" y="1162176"/>
                  <a:pt x="16041200" y="1149274"/>
                </a:cubicBezTo>
                <a:cubicBezTo>
                  <a:pt x="15963786" y="1149274"/>
                  <a:pt x="15893900" y="1142823"/>
                  <a:pt x="15822936" y="1136372"/>
                </a:cubicBezTo>
                <a:cubicBezTo>
                  <a:pt x="15822936" y="1124546"/>
                  <a:pt x="15822936" y="1105192"/>
                  <a:pt x="15829388" y="1092290"/>
                </a:cubicBezTo>
                <a:cubicBezTo>
                  <a:pt x="15777778" y="1092290"/>
                  <a:pt x="15733696" y="1092290"/>
                  <a:pt x="15682088" y="1092290"/>
                </a:cubicBezTo>
                <a:cubicBezTo>
                  <a:pt x="15688538" y="1105192"/>
                  <a:pt x="15694990" y="1111643"/>
                  <a:pt x="15701440" y="1124546"/>
                </a:cubicBezTo>
                <a:cubicBezTo>
                  <a:pt x="15669184" y="1129922"/>
                  <a:pt x="15636930" y="1136372"/>
                  <a:pt x="15604674" y="1136372"/>
                </a:cubicBezTo>
                <a:cubicBezTo>
                  <a:pt x="15604674" y="1117019"/>
                  <a:pt x="15604674" y="1098741"/>
                  <a:pt x="15604674" y="1079389"/>
                </a:cubicBezTo>
                <a:cubicBezTo>
                  <a:pt x="15617576" y="1085839"/>
                  <a:pt x="15630478" y="1092290"/>
                  <a:pt x="15643380" y="1105192"/>
                </a:cubicBezTo>
                <a:cubicBezTo>
                  <a:pt x="15649832" y="1085839"/>
                  <a:pt x="15656282" y="1066486"/>
                  <a:pt x="15662734" y="1047134"/>
                </a:cubicBezTo>
                <a:cubicBezTo>
                  <a:pt x="15624026" y="1047134"/>
                  <a:pt x="15585320" y="1047134"/>
                  <a:pt x="15547688" y="1047134"/>
                </a:cubicBezTo>
                <a:cubicBezTo>
                  <a:pt x="15547688" y="1079389"/>
                  <a:pt x="15572418" y="1079389"/>
                  <a:pt x="15585320" y="1079389"/>
                </a:cubicBezTo>
                <a:cubicBezTo>
                  <a:pt x="15572418" y="1105192"/>
                  <a:pt x="15565966" y="1124546"/>
                  <a:pt x="15547688" y="1111643"/>
                </a:cubicBezTo>
                <a:cubicBezTo>
                  <a:pt x="15528336" y="1105192"/>
                  <a:pt x="15508982" y="1085839"/>
                  <a:pt x="15515432" y="1047134"/>
                </a:cubicBezTo>
                <a:cubicBezTo>
                  <a:pt x="15290718" y="956818"/>
                  <a:pt x="15059552" y="956818"/>
                  <a:pt x="14828387" y="931014"/>
                </a:cubicBezTo>
                <a:cubicBezTo>
                  <a:pt x="14809034" y="931014"/>
                  <a:pt x="14793309" y="917104"/>
                  <a:pt x="14775770" y="910149"/>
                </a:cubicBezTo>
                <a:lnTo>
                  <a:pt x="14770946" y="909133"/>
                </a:lnTo>
                <a:lnTo>
                  <a:pt x="14781783" y="924059"/>
                </a:lnTo>
                <a:cubicBezTo>
                  <a:pt x="14778370" y="930695"/>
                  <a:pt x="14771545" y="930695"/>
                  <a:pt x="14767280" y="926686"/>
                </a:cubicBezTo>
                <a:lnTo>
                  <a:pt x="14768003" y="908513"/>
                </a:lnTo>
                <a:lnTo>
                  <a:pt x="14757425" y="906285"/>
                </a:lnTo>
                <a:cubicBezTo>
                  <a:pt x="14726244" y="906285"/>
                  <a:pt x="14693989" y="899834"/>
                  <a:pt x="14668184" y="899834"/>
                </a:cubicBezTo>
                <a:cubicBezTo>
                  <a:pt x="14610124" y="893383"/>
                  <a:pt x="14552064" y="893383"/>
                  <a:pt x="14501530" y="886932"/>
                </a:cubicBezTo>
                <a:cubicBezTo>
                  <a:pt x="14385410" y="880481"/>
                  <a:pt x="14263913" y="867579"/>
                  <a:pt x="14147793" y="861128"/>
                </a:cubicBezTo>
                <a:cubicBezTo>
                  <a:pt x="14154244" y="828873"/>
                  <a:pt x="14173598" y="796618"/>
                  <a:pt x="14192951" y="783716"/>
                </a:cubicBezTo>
                <a:cubicBezTo>
                  <a:pt x="14205853" y="777265"/>
                  <a:pt x="14225207" y="770814"/>
                  <a:pt x="14225207" y="738559"/>
                </a:cubicBezTo>
                <a:cubicBezTo>
                  <a:pt x="14205853" y="738559"/>
                  <a:pt x="14186500" y="738559"/>
                  <a:pt x="14167146" y="738559"/>
                </a:cubicBezTo>
                <a:cubicBezTo>
                  <a:pt x="14167146" y="681575"/>
                  <a:pt x="14225207" y="662222"/>
                  <a:pt x="14251011" y="662222"/>
                </a:cubicBezTo>
                <a:cubicBezTo>
                  <a:pt x="14254237" y="658997"/>
                  <a:pt x="14262301" y="655771"/>
                  <a:pt x="14270365" y="655771"/>
                </a:cubicBezTo>
                <a:close/>
                <a:moveTo>
                  <a:pt x="12014056" y="649811"/>
                </a:moveTo>
                <a:cubicBezTo>
                  <a:pt x="12014056" y="669154"/>
                  <a:pt x="12020505" y="675602"/>
                  <a:pt x="12033401" y="675602"/>
                </a:cubicBezTo>
                <a:cubicBezTo>
                  <a:pt x="12033401" y="656258"/>
                  <a:pt x="12026953" y="649811"/>
                  <a:pt x="12014056" y="649811"/>
                </a:cubicBezTo>
                <a:close/>
                <a:moveTo>
                  <a:pt x="11897986" y="649811"/>
                </a:moveTo>
                <a:cubicBezTo>
                  <a:pt x="11897986" y="669154"/>
                  <a:pt x="11910883" y="675602"/>
                  <a:pt x="11923779" y="675602"/>
                </a:cubicBezTo>
                <a:cubicBezTo>
                  <a:pt x="11923779" y="656258"/>
                  <a:pt x="11910883" y="649811"/>
                  <a:pt x="11897986" y="649811"/>
                </a:cubicBezTo>
                <a:close/>
                <a:moveTo>
                  <a:pt x="14113619" y="649309"/>
                </a:moveTo>
                <a:cubicBezTo>
                  <a:pt x="14113619" y="669783"/>
                  <a:pt x="14102642" y="676608"/>
                  <a:pt x="14095657" y="676608"/>
                </a:cubicBezTo>
                <a:cubicBezTo>
                  <a:pt x="14095657" y="656134"/>
                  <a:pt x="14102642" y="649309"/>
                  <a:pt x="14113619" y="649309"/>
                </a:cubicBezTo>
                <a:close/>
                <a:moveTo>
                  <a:pt x="13988245" y="638642"/>
                </a:moveTo>
                <a:cubicBezTo>
                  <a:pt x="14023843" y="640245"/>
                  <a:pt x="14062676" y="649865"/>
                  <a:pt x="14075621" y="649865"/>
                </a:cubicBezTo>
                <a:cubicBezTo>
                  <a:pt x="14075621" y="719336"/>
                  <a:pt x="13946175" y="675516"/>
                  <a:pt x="13920286" y="675516"/>
                </a:cubicBezTo>
                <a:cubicBezTo>
                  <a:pt x="13920286" y="643452"/>
                  <a:pt x="13952648" y="637039"/>
                  <a:pt x="13988245" y="638642"/>
                </a:cubicBezTo>
                <a:close/>
                <a:moveTo>
                  <a:pt x="14966848" y="632600"/>
                </a:moveTo>
                <a:cubicBezTo>
                  <a:pt x="14993576" y="630969"/>
                  <a:pt x="15018854" y="644023"/>
                  <a:pt x="15018854" y="676658"/>
                </a:cubicBezTo>
                <a:cubicBezTo>
                  <a:pt x="14980936" y="676658"/>
                  <a:pt x="14943018" y="676658"/>
                  <a:pt x="14906153" y="676658"/>
                </a:cubicBezTo>
                <a:cubicBezTo>
                  <a:pt x="14911946" y="650550"/>
                  <a:pt x="14940121" y="634232"/>
                  <a:pt x="14966848" y="632600"/>
                </a:cubicBezTo>
                <a:close/>
                <a:moveTo>
                  <a:pt x="13454765" y="625642"/>
                </a:moveTo>
                <a:cubicBezTo>
                  <a:pt x="13492482" y="627542"/>
                  <a:pt x="13521084" y="639703"/>
                  <a:pt x="13521084" y="673754"/>
                </a:cubicBezTo>
                <a:cubicBezTo>
                  <a:pt x="13464646" y="686726"/>
                  <a:pt x="13407143" y="693211"/>
                  <a:pt x="13349640" y="705102"/>
                </a:cubicBezTo>
                <a:cubicBezTo>
                  <a:pt x="13324083" y="705102"/>
                  <a:pt x="13280423" y="705102"/>
                  <a:pt x="13280423" y="647810"/>
                </a:cubicBezTo>
                <a:cubicBezTo>
                  <a:pt x="13303717" y="647810"/>
                  <a:pt x="13391902" y="622475"/>
                  <a:pt x="13454765" y="625642"/>
                </a:cubicBezTo>
                <a:close/>
                <a:moveTo>
                  <a:pt x="12167742" y="617572"/>
                </a:moveTo>
                <a:cubicBezTo>
                  <a:pt x="12167742" y="636915"/>
                  <a:pt x="12174191" y="649811"/>
                  <a:pt x="12187087" y="649811"/>
                </a:cubicBezTo>
                <a:cubicBezTo>
                  <a:pt x="12187087" y="630467"/>
                  <a:pt x="12180639" y="617572"/>
                  <a:pt x="12167742" y="617572"/>
                </a:cubicBezTo>
                <a:close/>
                <a:moveTo>
                  <a:pt x="15944156" y="616130"/>
                </a:moveTo>
                <a:cubicBezTo>
                  <a:pt x="15974702" y="628995"/>
                  <a:pt x="16006300" y="635427"/>
                  <a:pt x="16037898" y="648292"/>
                </a:cubicBezTo>
                <a:cubicBezTo>
                  <a:pt x="16018938" y="667589"/>
                  <a:pt x="15993660" y="686886"/>
                  <a:pt x="15981020" y="705111"/>
                </a:cubicBezTo>
                <a:cubicBezTo>
                  <a:pt x="15968382" y="699751"/>
                  <a:pt x="15956796" y="686886"/>
                  <a:pt x="15944156" y="674021"/>
                </a:cubicBezTo>
                <a:cubicBezTo>
                  <a:pt x="15944156" y="654724"/>
                  <a:pt x="15944156" y="635427"/>
                  <a:pt x="15944156" y="616130"/>
                </a:cubicBezTo>
                <a:close/>
                <a:moveTo>
                  <a:pt x="14844536" y="616129"/>
                </a:moveTo>
                <a:cubicBezTo>
                  <a:pt x="14856511" y="616129"/>
                  <a:pt x="14862498" y="628972"/>
                  <a:pt x="14862498" y="648235"/>
                </a:cubicBezTo>
                <a:cubicBezTo>
                  <a:pt x="14850523" y="648235"/>
                  <a:pt x="14844536" y="635393"/>
                  <a:pt x="14844536" y="616129"/>
                </a:cubicBezTo>
                <a:close/>
                <a:moveTo>
                  <a:pt x="14474837" y="582950"/>
                </a:moveTo>
                <a:cubicBezTo>
                  <a:pt x="14487962" y="582950"/>
                  <a:pt x="14487962" y="595793"/>
                  <a:pt x="14487962" y="615059"/>
                </a:cubicBezTo>
                <a:cubicBezTo>
                  <a:pt x="14474837" y="615059"/>
                  <a:pt x="14474837" y="602215"/>
                  <a:pt x="14474837" y="582950"/>
                </a:cubicBezTo>
                <a:close/>
                <a:moveTo>
                  <a:pt x="12242167" y="582109"/>
                </a:moveTo>
                <a:cubicBezTo>
                  <a:pt x="12230345" y="580497"/>
                  <a:pt x="12216106" y="585333"/>
                  <a:pt x="12206433" y="585333"/>
                </a:cubicBezTo>
                <a:cubicBezTo>
                  <a:pt x="12206433" y="636915"/>
                  <a:pt x="12244048" y="617572"/>
                  <a:pt x="12263393" y="617572"/>
                </a:cubicBezTo>
                <a:cubicBezTo>
                  <a:pt x="12263393" y="591780"/>
                  <a:pt x="12253989" y="583721"/>
                  <a:pt x="12242167" y="582109"/>
                </a:cubicBezTo>
                <a:close/>
                <a:moveTo>
                  <a:pt x="14199329" y="577557"/>
                </a:moveTo>
                <a:cubicBezTo>
                  <a:pt x="14211739" y="579951"/>
                  <a:pt x="14222597" y="592720"/>
                  <a:pt x="14222597" y="615065"/>
                </a:cubicBezTo>
                <a:cubicBezTo>
                  <a:pt x="14203982" y="608681"/>
                  <a:pt x="14185368" y="608681"/>
                  <a:pt x="14166753" y="602296"/>
                </a:cubicBezTo>
                <a:cubicBezTo>
                  <a:pt x="14172958" y="583143"/>
                  <a:pt x="14186919" y="575163"/>
                  <a:pt x="14199329" y="577557"/>
                </a:cubicBezTo>
                <a:close/>
                <a:moveTo>
                  <a:pt x="13668243" y="571593"/>
                </a:moveTo>
                <a:cubicBezTo>
                  <a:pt x="13674924" y="571057"/>
                  <a:pt x="13681695" y="571440"/>
                  <a:pt x="13688143" y="572052"/>
                </a:cubicBezTo>
                <a:cubicBezTo>
                  <a:pt x="13696741" y="572867"/>
                  <a:pt x="13704765" y="574091"/>
                  <a:pt x="13711239" y="574091"/>
                </a:cubicBezTo>
                <a:cubicBezTo>
                  <a:pt x="13769503" y="580618"/>
                  <a:pt x="13827767" y="574091"/>
                  <a:pt x="13886031" y="574091"/>
                </a:cubicBezTo>
                <a:cubicBezTo>
                  <a:pt x="13801872" y="587145"/>
                  <a:pt x="13711239" y="600199"/>
                  <a:pt x="13621685" y="619780"/>
                </a:cubicBezTo>
                <a:cubicBezTo>
                  <a:pt x="13628968" y="583066"/>
                  <a:pt x="13648200" y="573199"/>
                  <a:pt x="13668243" y="571593"/>
                </a:cubicBezTo>
                <a:close/>
                <a:moveTo>
                  <a:pt x="14158289" y="566983"/>
                </a:moveTo>
                <a:cubicBezTo>
                  <a:pt x="14159304" y="565486"/>
                  <a:pt x="14161336" y="566983"/>
                  <a:pt x="14165399" y="569977"/>
                </a:cubicBezTo>
                <a:cubicBezTo>
                  <a:pt x="14165399" y="575964"/>
                  <a:pt x="14165399" y="575964"/>
                  <a:pt x="14157273" y="581951"/>
                </a:cubicBezTo>
                <a:cubicBezTo>
                  <a:pt x="14157273" y="572970"/>
                  <a:pt x="14157273" y="568480"/>
                  <a:pt x="14158289" y="566983"/>
                </a:cubicBezTo>
                <a:close/>
                <a:moveTo>
                  <a:pt x="11506785" y="559541"/>
                </a:moveTo>
                <a:cubicBezTo>
                  <a:pt x="11506785" y="578885"/>
                  <a:pt x="11513233" y="585333"/>
                  <a:pt x="11526130" y="585333"/>
                </a:cubicBezTo>
                <a:cubicBezTo>
                  <a:pt x="11526130" y="565989"/>
                  <a:pt x="11519682" y="559541"/>
                  <a:pt x="11506785" y="559541"/>
                </a:cubicBezTo>
                <a:close/>
                <a:moveTo>
                  <a:pt x="13920286" y="559254"/>
                </a:moveTo>
                <a:cubicBezTo>
                  <a:pt x="13932261" y="559254"/>
                  <a:pt x="13938248" y="566078"/>
                  <a:pt x="13938248" y="586553"/>
                </a:cubicBezTo>
                <a:cubicBezTo>
                  <a:pt x="13926273" y="586553"/>
                  <a:pt x="13920286" y="579728"/>
                  <a:pt x="13920286" y="559254"/>
                </a:cubicBezTo>
                <a:close/>
                <a:moveTo>
                  <a:pt x="15604568" y="559251"/>
                </a:moveTo>
                <a:cubicBezTo>
                  <a:pt x="15713582" y="578288"/>
                  <a:pt x="15815116" y="597325"/>
                  <a:pt x="15924130" y="616362"/>
                </a:cubicBezTo>
                <a:cubicBezTo>
                  <a:pt x="15924130" y="686165"/>
                  <a:pt x="15821528" y="654436"/>
                  <a:pt x="15802290" y="648091"/>
                </a:cubicBezTo>
                <a:cubicBezTo>
                  <a:pt x="15752058" y="635399"/>
                  <a:pt x="15707170" y="629054"/>
                  <a:pt x="15662282" y="622708"/>
                </a:cubicBezTo>
                <a:cubicBezTo>
                  <a:pt x="15649456" y="622708"/>
                  <a:pt x="15630218" y="622708"/>
                  <a:pt x="15610980" y="622708"/>
                </a:cubicBezTo>
                <a:cubicBezTo>
                  <a:pt x="15598154" y="616362"/>
                  <a:pt x="15604568" y="571943"/>
                  <a:pt x="15604568" y="559251"/>
                </a:cubicBezTo>
                <a:close/>
                <a:moveTo>
                  <a:pt x="14308592" y="558611"/>
                </a:moveTo>
                <a:cubicBezTo>
                  <a:pt x="14343180" y="562581"/>
                  <a:pt x="14380912" y="578292"/>
                  <a:pt x="14402667" y="581883"/>
                </a:cubicBezTo>
                <a:cubicBezTo>
                  <a:pt x="14351099" y="581883"/>
                  <a:pt x="14299531" y="581883"/>
                  <a:pt x="14242591" y="581883"/>
                </a:cubicBezTo>
                <a:cubicBezTo>
                  <a:pt x="14250648" y="569115"/>
                  <a:pt x="14262265" y="562332"/>
                  <a:pt x="14275761" y="559439"/>
                </a:cubicBezTo>
                <a:cubicBezTo>
                  <a:pt x="14285883" y="557270"/>
                  <a:pt x="14297063" y="557288"/>
                  <a:pt x="14308592" y="558611"/>
                </a:cubicBezTo>
                <a:close/>
                <a:moveTo>
                  <a:pt x="14038648" y="548746"/>
                </a:moveTo>
                <a:cubicBezTo>
                  <a:pt x="14059056" y="550359"/>
                  <a:pt x="14082491" y="560033"/>
                  <a:pt x="14094604" y="560033"/>
                </a:cubicBezTo>
                <a:cubicBezTo>
                  <a:pt x="14094604" y="624533"/>
                  <a:pt x="14019821" y="585833"/>
                  <a:pt x="14000862" y="585833"/>
                </a:cubicBezTo>
                <a:cubicBezTo>
                  <a:pt x="14000862" y="553583"/>
                  <a:pt x="14018241" y="547133"/>
                  <a:pt x="14038648" y="548746"/>
                </a:cubicBezTo>
                <a:close/>
                <a:moveTo>
                  <a:pt x="13957208" y="497634"/>
                </a:moveTo>
                <a:cubicBezTo>
                  <a:pt x="13957208" y="516435"/>
                  <a:pt x="13951221" y="529707"/>
                  <a:pt x="13939246" y="529707"/>
                </a:cubicBezTo>
                <a:cubicBezTo>
                  <a:pt x="13939246" y="503164"/>
                  <a:pt x="13945233" y="497634"/>
                  <a:pt x="13957208" y="497634"/>
                </a:cubicBezTo>
                <a:close/>
                <a:moveTo>
                  <a:pt x="13563987" y="483352"/>
                </a:moveTo>
                <a:cubicBezTo>
                  <a:pt x="13586136" y="484303"/>
                  <a:pt x="13610747" y="494078"/>
                  <a:pt x="13620591" y="494078"/>
                </a:cubicBezTo>
                <a:cubicBezTo>
                  <a:pt x="13620591" y="558164"/>
                  <a:pt x="13548400" y="525578"/>
                  <a:pt x="13522149" y="525578"/>
                </a:cubicBezTo>
                <a:cubicBezTo>
                  <a:pt x="13522149" y="490277"/>
                  <a:pt x="13541837" y="482402"/>
                  <a:pt x="13563987" y="483352"/>
                </a:cubicBezTo>
                <a:close/>
                <a:moveTo>
                  <a:pt x="13394797" y="464807"/>
                </a:moveTo>
                <a:cubicBezTo>
                  <a:pt x="13404105" y="463504"/>
                  <a:pt x="13414915" y="464722"/>
                  <a:pt x="13427727" y="467969"/>
                </a:cubicBezTo>
                <a:cubicBezTo>
                  <a:pt x="13453351" y="474465"/>
                  <a:pt x="13485380" y="474465"/>
                  <a:pt x="13503531" y="493950"/>
                </a:cubicBezTo>
                <a:cubicBezTo>
                  <a:pt x="13516342" y="499363"/>
                  <a:pt x="13503531" y="538333"/>
                  <a:pt x="13503531" y="557819"/>
                </a:cubicBezTo>
                <a:cubicBezTo>
                  <a:pt x="13497125" y="629265"/>
                  <a:pt x="13414915" y="596789"/>
                  <a:pt x="13382886" y="603284"/>
                </a:cubicBezTo>
                <a:cubicBezTo>
                  <a:pt x="13325233" y="603284"/>
                  <a:pt x="13268647" y="609779"/>
                  <a:pt x="13204588" y="616274"/>
                </a:cubicBezTo>
                <a:cubicBezTo>
                  <a:pt x="13204588" y="551323"/>
                  <a:pt x="13312421" y="564314"/>
                  <a:pt x="13338044" y="557819"/>
                </a:cubicBezTo>
                <a:cubicBezTo>
                  <a:pt x="13352458" y="495303"/>
                  <a:pt x="13366871" y="468714"/>
                  <a:pt x="13394797" y="464807"/>
                </a:cubicBezTo>
                <a:close/>
                <a:moveTo>
                  <a:pt x="15519158" y="464455"/>
                </a:moveTo>
                <a:cubicBezTo>
                  <a:pt x="15519158" y="483693"/>
                  <a:pt x="15525636" y="509343"/>
                  <a:pt x="15525636" y="527512"/>
                </a:cubicBezTo>
                <a:cubicBezTo>
                  <a:pt x="15545068" y="527512"/>
                  <a:pt x="15563422" y="527512"/>
                  <a:pt x="15582856" y="527512"/>
                </a:cubicBezTo>
                <a:cubicBezTo>
                  <a:pt x="15576378" y="540338"/>
                  <a:pt x="15569900" y="572400"/>
                  <a:pt x="15556944" y="572400"/>
                </a:cubicBezTo>
                <a:cubicBezTo>
                  <a:pt x="15538592" y="572400"/>
                  <a:pt x="15525636" y="572400"/>
                  <a:pt x="15506202" y="565988"/>
                </a:cubicBezTo>
                <a:cubicBezTo>
                  <a:pt x="15467336" y="553163"/>
                  <a:pt x="15428470" y="527512"/>
                  <a:pt x="15389604" y="509343"/>
                </a:cubicBezTo>
                <a:cubicBezTo>
                  <a:pt x="15415514" y="509343"/>
                  <a:pt x="15441426" y="509343"/>
                  <a:pt x="15467336" y="509343"/>
                </a:cubicBezTo>
                <a:cubicBezTo>
                  <a:pt x="15486770" y="501862"/>
                  <a:pt x="15499724" y="483693"/>
                  <a:pt x="15519158" y="464455"/>
                </a:cubicBezTo>
                <a:close/>
                <a:moveTo>
                  <a:pt x="13765350" y="461326"/>
                </a:moveTo>
                <a:cubicBezTo>
                  <a:pt x="13777455" y="461326"/>
                  <a:pt x="13791290" y="465134"/>
                  <a:pt x="13791290" y="495604"/>
                </a:cubicBezTo>
                <a:cubicBezTo>
                  <a:pt x="13772844" y="495604"/>
                  <a:pt x="13754398" y="501246"/>
                  <a:pt x="13754398" y="461749"/>
                </a:cubicBezTo>
                <a:cubicBezTo>
                  <a:pt x="13757472" y="461749"/>
                  <a:pt x="13761315" y="461326"/>
                  <a:pt x="13765350" y="461326"/>
                </a:cubicBezTo>
                <a:close/>
                <a:moveTo>
                  <a:pt x="15318510" y="398101"/>
                </a:moveTo>
                <a:cubicBezTo>
                  <a:pt x="15330486" y="398101"/>
                  <a:pt x="15336474" y="410943"/>
                  <a:pt x="15336474" y="430207"/>
                </a:cubicBezTo>
                <a:cubicBezTo>
                  <a:pt x="15323500" y="430207"/>
                  <a:pt x="15318510" y="417364"/>
                  <a:pt x="15318510" y="398101"/>
                </a:cubicBezTo>
                <a:close/>
                <a:moveTo>
                  <a:pt x="12650983" y="396298"/>
                </a:moveTo>
                <a:cubicBezTo>
                  <a:pt x="12602470" y="399018"/>
                  <a:pt x="12558943" y="417152"/>
                  <a:pt x="12558943" y="431660"/>
                </a:cubicBezTo>
                <a:cubicBezTo>
                  <a:pt x="12604082" y="418764"/>
                  <a:pt x="12654594" y="412316"/>
                  <a:pt x="12699732" y="399421"/>
                </a:cubicBezTo>
                <a:cubicBezTo>
                  <a:pt x="12683880" y="396197"/>
                  <a:pt x="12667155" y="395391"/>
                  <a:pt x="12650983" y="396298"/>
                </a:cubicBezTo>
                <a:close/>
                <a:moveTo>
                  <a:pt x="12437499" y="386525"/>
                </a:moveTo>
                <a:cubicBezTo>
                  <a:pt x="12418154" y="392973"/>
                  <a:pt x="12411705" y="425212"/>
                  <a:pt x="12398809" y="438108"/>
                </a:cubicBezTo>
                <a:cubicBezTo>
                  <a:pt x="12366567" y="457451"/>
                  <a:pt x="12327877" y="431660"/>
                  <a:pt x="12295635" y="431660"/>
                </a:cubicBezTo>
                <a:cubicBezTo>
                  <a:pt x="12295635" y="444555"/>
                  <a:pt x="12295635" y="457451"/>
                  <a:pt x="12295635" y="463899"/>
                </a:cubicBezTo>
                <a:cubicBezTo>
                  <a:pt x="12366567" y="457451"/>
                  <a:pt x="12443947" y="470347"/>
                  <a:pt x="12500908" y="412316"/>
                </a:cubicBezTo>
                <a:cubicBezTo>
                  <a:pt x="12481563" y="405869"/>
                  <a:pt x="12462218" y="380077"/>
                  <a:pt x="12437499" y="386525"/>
                </a:cubicBezTo>
                <a:close/>
                <a:moveTo>
                  <a:pt x="12353670" y="373629"/>
                </a:moveTo>
                <a:cubicBezTo>
                  <a:pt x="12353670" y="405869"/>
                  <a:pt x="12379464" y="399421"/>
                  <a:pt x="12392360" y="399421"/>
                </a:cubicBezTo>
                <a:cubicBezTo>
                  <a:pt x="12392360" y="367182"/>
                  <a:pt x="12366567" y="373629"/>
                  <a:pt x="12353670" y="373629"/>
                </a:cubicBezTo>
                <a:close/>
                <a:moveTo>
                  <a:pt x="12558943" y="341390"/>
                </a:moveTo>
                <a:cubicBezTo>
                  <a:pt x="12558943" y="360734"/>
                  <a:pt x="12565391" y="373629"/>
                  <a:pt x="12578288" y="373629"/>
                </a:cubicBezTo>
                <a:cubicBezTo>
                  <a:pt x="12578288" y="354286"/>
                  <a:pt x="12571840" y="341390"/>
                  <a:pt x="12558943" y="341390"/>
                </a:cubicBezTo>
                <a:close/>
                <a:moveTo>
                  <a:pt x="14713667" y="304568"/>
                </a:moveTo>
                <a:cubicBezTo>
                  <a:pt x="14725253" y="306319"/>
                  <a:pt x="14734470" y="314398"/>
                  <a:pt x="14734470" y="339712"/>
                </a:cubicBezTo>
                <a:cubicBezTo>
                  <a:pt x="14716564" y="339712"/>
                  <a:pt x="14678645" y="359102"/>
                  <a:pt x="14678645" y="307396"/>
                </a:cubicBezTo>
                <a:cubicBezTo>
                  <a:pt x="14688124" y="307396"/>
                  <a:pt x="14702081" y="302818"/>
                  <a:pt x="14713667" y="304568"/>
                </a:cubicBezTo>
                <a:close/>
                <a:moveTo>
                  <a:pt x="13436834" y="284347"/>
                </a:moveTo>
                <a:cubicBezTo>
                  <a:pt x="13448809" y="284347"/>
                  <a:pt x="13454796" y="290271"/>
                  <a:pt x="13454796" y="307056"/>
                </a:cubicBezTo>
                <a:cubicBezTo>
                  <a:pt x="13442821" y="307056"/>
                  <a:pt x="13436834" y="302119"/>
                  <a:pt x="13436834" y="284347"/>
                </a:cubicBezTo>
                <a:close/>
                <a:moveTo>
                  <a:pt x="14337383" y="284347"/>
                </a:moveTo>
                <a:cubicBezTo>
                  <a:pt x="14356951" y="284347"/>
                  <a:pt x="14383041" y="284347"/>
                  <a:pt x="14409132" y="284347"/>
                </a:cubicBezTo>
                <a:cubicBezTo>
                  <a:pt x="14422177" y="284347"/>
                  <a:pt x="14435222" y="284347"/>
                  <a:pt x="14454790" y="284347"/>
                </a:cubicBezTo>
                <a:cubicBezTo>
                  <a:pt x="14454790" y="290271"/>
                  <a:pt x="14454790" y="295208"/>
                  <a:pt x="14454790" y="307056"/>
                </a:cubicBezTo>
                <a:cubicBezTo>
                  <a:pt x="14428699" y="307056"/>
                  <a:pt x="14402609" y="307056"/>
                  <a:pt x="14383041" y="307056"/>
                </a:cubicBezTo>
                <a:cubicBezTo>
                  <a:pt x="14363473" y="307056"/>
                  <a:pt x="14350428" y="307056"/>
                  <a:pt x="14337383" y="307056"/>
                </a:cubicBezTo>
                <a:cubicBezTo>
                  <a:pt x="14337383" y="295208"/>
                  <a:pt x="14337383" y="290271"/>
                  <a:pt x="14337383" y="284347"/>
                </a:cubicBezTo>
                <a:close/>
                <a:moveTo>
                  <a:pt x="13691975" y="240912"/>
                </a:moveTo>
                <a:cubicBezTo>
                  <a:pt x="13689288" y="240912"/>
                  <a:pt x="13687609" y="242121"/>
                  <a:pt x="13687810" y="245748"/>
                </a:cubicBezTo>
                <a:lnTo>
                  <a:pt x="13688089" y="246505"/>
                </a:lnTo>
                <a:lnTo>
                  <a:pt x="13694072" y="241390"/>
                </a:lnTo>
                <a:close/>
                <a:moveTo>
                  <a:pt x="13855064" y="1806"/>
                </a:moveTo>
                <a:cubicBezTo>
                  <a:pt x="13867961" y="8254"/>
                  <a:pt x="13874409" y="21149"/>
                  <a:pt x="13880858" y="34045"/>
                </a:cubicBezTo>
                <a:cubicBezTo>
                  <a:pt x="13900203" y="34045"/>
                  <a:pt x="13912025" y="34045"/>
                  <a:pt x="13931370" y="34045"/>
                </a:cubicBezTo>
                <a:cubicBezTo>
                  <a:pt x="13957163" y="34045"/>
                  <a:pt x="13989405" y="27597"/>
                  <a:pt x="14021647" y="34045"/>
                </a:cubicBezTo>
                <a:cubicBezTo>
                  <a:pt x="14143091" y="34045"/>
                  <a:pt x="14272059" y="53388"/>
                  <a:pt x="14393503" y="98523"/>
                </a:cubicBezTo>
                <a:cubicBezTo>
                  <a:pt x="14393503" y="72732"/>
                  <a:pt x="14393503" y="53388"/>
                  <a:pt x="14393503" y="34045"/>
                </a:cubicBezTo>
                <a:cubicBezTo>
                  <a:pt x="14412848" y="34045"/>
                  <a:pt x="14432193" y="34045"/>
                  <a:pt x="14451538" y="40493"/>
                </a:cubicBezTo>
                <a:cubicBezTo>
                  <a:pt x="14579431" y="46941"/>
                  <a:pt x="14707323" y="53388"/>
                  <a:pt x="14836290" y="72732"/>
                </a:cubicBezTo>
                <a:cubicBezTo>
                  <a:pt x="14900774" y="85627"/>
                  <a:pt x="14964183" y="98523"/>
                  <a:pt x="15022218" y="116792"/>
                </a:cubicBezTo>
                <a:cubicBezTo>
                  <a:pt x="15080254" y="136135"/>
                  <a:pt x="15131840" y="168374"/>
                  <a:pt x="15188802" y="187718"/>
                </a:cubicBezTo>
                <a:cubicBezTo>
                  <a:pt x="15317768" y="219957"/>
                  <a:pt x="15439212" y="226405"/>
                  <a:pt x="15567106" y="252196"/>
                </a:cubicBezTo>
                <a:cubicBezTo>
                  <a:pt x="15689624" y="277987"/>
                  <a:pt x="15817518" y="309151"/>
                  <a:pt x="15946484" y="334943"/>
                </a:cubicBezTo>
                <a:cubicBezTo>
                  <a:pt x="16074376" y="367182"/>
                  <a:pt x="16202270" y="399421"/>
                  <a:pt x="16331236" y="425212"/>
                </a:cubicBezTo>
                <a:cubicBezTo>
                  <a:pt x="16452680" y="451003"/>
                  <a:pt x="16580574" y="470347"/>
                  <a:pt x="16703092" y="520854"/>
                </a:cubicBezTo>
                <a:cubicBezTo>
                  <a:pt x="16830987" y="565989"/>
                  <a:pt x="16953503" y="624019"/>
                  <a:pt x="17074947" y="675602"/>
                </a:cubicBezTo>
                <a:cubicBezTo>
                  <a:pt x="17139431" y="701393"/>
                  <a:pt x="17196391" y="726110"/>
                  <a:pt x="17260875" y="751901"/>
                </a:cubicBezTo>
                <a:cubicBezTo>
                  <a:pt x="17286671" y="764797"/>
                  <a:pt x="17338255" y="777692"/>
                  <a:pt x="17338255" y="835722"/>
                </a:cubicBezTo>
                <a:cubicBezTo>
                  <a:pt x="17267323" y="816379"/>
                  <a:pt x="17203915" y="797036"/>
                  <a:pt x="17139431" y="777692"/>
                </a:cubicBezTo>
                <a:cubicBezTo>
                  <a:pt x="16632160" y="624019"/>
                  <a:pt x="16119514" y="489690"/>
                  <a:pt x="15605794" y="392973"/>
                </a:cubicBezTo>
                <a:cubicBezTo>
                  <a:pt x="15093150" y="296256"/>
                  <a:pt x="14572982" y="258644"/>
                  <a:pt x="14053889" y="219957"/>
                </a:cubicBezTo>
                <a:cubicBezTo>
                  <a:pt x="14053889" y="239300"/>
                  <a:pt x="14060337" y="284435"/>
                  <a:pt x="14040992" y="284435"/>
                </a:cubicBezTo>
                <a:cubicBezTo>
                  <a:pt x="14021647" y="284435"/>
                  <a:pt x="14028095" y="232852"/>
                  <a:pt x="14021647" y="219957"/>
                </a:cubicBezTo>
                <a:cubicBezTo>
                  <a:pt x="13957163" y="277987"/>
                  <a:pt x="13880858" y="194166"/>
                  <a:pt x="13809926" y="219957"/>
                </a:cubicBezTo>
                <a:cubicBezTo>
                  <a:pt x="13777684" y="232852"/>
                  <a:pt x="13745442" y="258644"/>
                  <a:pt x="13713200" y="245748"/>
                </a:cubicBezTo>
                <a:lnTo>
                  <a:pt x="13696151" y="241864"/>
                </a:lnTo>
                <a:lnTo>
                  <a:pt x="13701260" y="250600"/>
                </a:lnTo>
                <a:cubicBezTo>
                  <a:pt x="13698765" y="254012"/>
                  <a:pt x="13697518" y="257425"/>
                  <a:pt x="13695273" y="258278"/>
                </a:cubicBezTo>
                <a:lnTo>
                  <a:pt x="13692173" y="257601"/>
                </a:lnTo>
                <a:lnTo>
                  <a:pt x="13694930" y="265091"/>
                </a:lnTo>
                <a:cubicBezTo>
                  <a:pt x="13598205" y="258644"/>
                  <a:pt x="13501479" y="252196"/>
                  <a:pt x="13412277" y="252196"/>
                </a:cubicBezTo>
                <a:cubicBezTo>
                  <a:pt x="13412277" y="265091"/>
                  <a:pt x="13418725" y="290883"/>
                  <a:pt x="13412277" y="303778"/>
                </a:cubicBezTo>
                <a:cubicBezTo>
                  <a:pt x="13405828" y="315599"/>
                  <a:pt x="13367138" y="315599"/>
                  <a:pt x="13360690" y="315599"/>
                </a:cubicBezTo>
                <a:cubicBezTo>
                  <a:pt x="13334896" y="309151"/>
                  <a:pt x="13334896" y="277987"/>
                  <a:pt x="13322000" y="258644"/>
                </a:cubicBezTo>
                <a:cubicBezTo>
                  <a:pt x="13309103" y="239300"/>
                  <a:pt x="13277936" y="245748"/>
                  <a:pt x="13277936" y="284435"/>
                </a:cubicBezTo>
                <a:cubicBezTo>
                  <a:pt x="13289758" y="284435"/>
                  <a:pt x="13302654" y="284435"/>
                  <a:pt x="13315551" y="284435"/>
                </a:cubicBezTo>
                <a:cubicBezTo>
                  <a:pt x="13315551" y="315599"/>
                  <a:pt x="13284384" y="315599"/>
                  <a:pt x="13270413" y="309151"/>
                </a:cubicBezTo>
                <a:cubicBezTo>
                  <a:pt x="13252142" y="303778"/>
                  <a:pt x="13258591" y="271539"/>
                  <a:pt x="13258591" y="252196"/>
                </a:cubicBezTo>
                <a:cubicBezTo>
                  <a:pt x="13213452" y="277987"/>
                  <a:pt x="13161865" y="290883"/>
                  <a:pt x="13116727" y="290883"/>
                </a:cubicBezTo>
                <a:cubicBezTo>
                  <a:pt x="13103830" y="290883"/>
                  <a:pt x="13084485" y="277987"/>
                  <a:pt x="13079111" y="303778"/>
                </a:cubicBezTo>
                <a:cubicBezTo>
                  <a:pt x="13072663" y="328495"/>
                  <a:pt x="13065140" y="341390"/>
                  <a:pt x="13046869" y="347838"/>
                </a:cubicBezTo>
                <a:cubicBezTo>
                  <a:pt x="13008179" y="360734"/>
                  <a:pt x="12963041" y="354286"/>
                  <a:pt x="12924350" y="360734"/>
                </a:cubicBezTo>
                <a:cubicBezTo>
                  <a:pt x="12872764" y="367182"/>
                  <a:pt x="12822251" y="380077"/>
                  <a:pt x="12770664" y="386525"/>
                </a:cubicBezTo>
                <a:cubicBezTo>
                  <a:pt x="12898557" y="386525"/>
                  <a:pt x="13021076" y="380077"/>
                  <a:pt x="13148968" y="373629"/>
                </a:cubicBezTo>
                <a:cubicBezTo>
                  <a:pt x="13181210" y="373629"/>
                  <a:pt x="13219900" y="373629"/>
                  <a:pt x="13252142" y="380077"/>
                </a:cubicBezTo>
                <a:cubicBezTo>
                  <a:pt x="13277936" y="380077"/>
                  <a:pt x="13296206" y="360734"/>
                  <a:pt x="13322000" y="347838"/>
                </a:cubicBezTo>
                <a:cubicBezTo>
                  <a:pt x="13367138" y="322047"/>
                  <a:pt x="13425173" y="341390"/>
                  <a:pt x="13470312" y="341390"/>
                </a:cubicBezTo>
                <a:cubicBezTo>
                  <a:pt x="13598205" y="347838"/>
                  <a:pt x="13726097" y="354286"/>
                  <a:pt x="13855064" y="347838"/>
                </a:cubicBezTo>
                <a:cubicBezTo>
                  <a:pt x="13963612" y="347838"/>
                  <a:pt x="14073234" y="341390"/>
                  <a:pt x="14175333" y="373629"/>
                </a:cubicBezTo>
                <a:cubicBezTo>
                  <a:pt x="14194678" y="380077"/>
                  <a:pt x="14214023" y="386525"/>
                  <a:pt x="14226920" y="360734"/>
                </a:cubicBezTo>
                <a:cubicBezTo>
                  <a:pt x="14233368" y="341390"/>
                  <a:pt x="14233368" y="315599"/>
                  <a:pt x="14252713" y="322047"/>
                </a:cubicBezTo>
                <a:cubicBezTo>
                  <a:pt x="14284955" y="322047"/>
                  <a:pt x="14322571" y="367182"/>
                  <a:pt x="14361261" y="373629"/>
                </a:cubicBezTo>
                <a:cubicBezTo>
                  <a:pt x="14419296" y="386525"/>
                  <a:pt x="14477331" y="386525"/>
                  <a:pt x="14540740" y="392973"/>
                </a:cubicBezTo>
                <a:cubicBezTo>
                  <a:pt x="14598776" y="399421"/>
                  <a:pt x="14663259" y="405869"/>
                  <a:pt x="14726668" y="412316"/>
                </a:cubicBezTo>
                <a:cubicBezTo>
                  <a:pt x="14855636" y="431660"/>
                  <a:pt x="14983528" y="451003"/>
                  <a:pt x="15117870" y="463899"/>
                </a:cubicBezTo>
                <a:cubicBezTo>
                  <a:pt x="15163008" y="470347"/>
                  <a:pt x="15214594" y="476794"/>
                  <a:pt x="15266182" y="476794"/>
                </a:cubicBezTo>
                <a:cubicBezTo>
                  <a:pt x="15285526" y="476794"/>
                  <a:pt x="15337114" y="476794"/>
                  <a:pt x="15337114" y="527302"/>
                </a:cubicBezTo>
                <a:cubicBezTo>
                  <a:pt x="15214594" y="540198"/>
                  <a:pt x="15099598" y="476794"/>
                  <a:pt x="14977080" y="509033"/>
                </a:cubicBezTo>
                <a:cubicBezTo>
                  <a:pt x="14957735" y="514407"/>
                  <a:pt x="14938390" y="540198"/>
                  <a:pt x="14926568" y="496138"/>
                </a:cubicBezTo>
                <a:cubicBezTo>
                  <a:pt x="14920119" y="463899"/>
                  <a:pt x="14894326" y="463899"/>
                  <a:pt x="14874981" y="470347"/>
                </a:cubicBezTo>
                <a:cubicBezTo>
                  <a:pt x="14816945" y="476794"/>
                  <a:pt x="14758910" y="476794"/>
                  <a:pt x="14701950" y="476794"/>
                </a:cubicBezTo>
                <a:cubicBezTo>
                  <a:pt x="14445090" y="476794"/>
                  <a:pt x="14188230" y="451003"/>
                  <a:pt x="13931370" y="438108"/>
                </a:cubicBezTo>
                <a:cubicBezTo>
                  <a:pt x="13797029" y="438108"/>
                  <a:pt x="13669137" y="431660"/>
                  <a:pt x="13540169" y="438108"/>
                </a:cubicBezTo>
                <a:cubicBezTo>
                  <a:pt x="13489657" y="438108"/>
                  <a:pt x="13431622" y="425212"/>
                  <a:pt x="13380035" y="438108"/>
                </a:cubicBezTo>
                <a:cubicBezTo>
                  <a:pt x="13367138" y="444555"/>
                  <a:pt x="13354241" y="463899"/>
                  <a:pt x="13334896" y="463899"/>
                </a:cubicBezTo>
                <a:cubicBezTo>
                  <a:pt x="13322000" y="470347"/>
                  <a:pt x="13302654" y="463899"/>
                  <a:pt x="13289758" y="457451"/>
                </a:cubicBezTo>
                <a:cubicBezTo>
                  <a:pt x="13181210" y="431660"/>
                  <a:pt x="13065140" y="483242"/>
                  <a:pt x="12956592" y="501511"/>
                </a:cubicBezTo>
                <a:cubicBezTo>
                  <a:pt x="12828700" y="520854"/>
                  <a:pt x="12699732" y="527302"/>
                  <a:pt x="12571840" y="546646"/>
                </a:cubicBezTo>
                <a:cubicBezTo>
                  <a:pt x="12507356" y="553094"/>
                  <a:pt x="12443947" y="565989"/>
                  <a:pt x="12373015" y="572437"/>
                </a:cubicBezTo>
                <a:cubicBezTo>
                  <a:pt x="12353670" y="572437"/>
                  <a:pt x="12321428" y="565989"/>
                  <a:pt x="12302083" y="585333"/>
                </a:cubicBezTo>
                <a:cubicBezTo>
                  <a:pt x="12295635" y="598228"/>
                  <a:pt x="12302083" y="617572"/>
                  <a:pt x="12295635" y="636915"/>
                </a:cubicBezTo>
                <a:cubicBezTo>
                  <a:pt x="12289187" y="706766"/>
                  <a:pt x="12174191" y="675602"/>
                  <a:pt x="12148397" y="675602"/>
                </a:cubicBezTo>
                <a:cubicBezTo>
                  <a:pt x="12148397" y="649811"/>
                  <a:pt x="12154846" y="624019"/>
                  <a:pt x="12129052" y="617572"/>
                </a:cubicBezTo>
                <a:cubicBezTo>
                  <a:pt x="12109707" y="611124"/>
                  <a:pt x="12090362" y="617572"/>
                  <a:pt x="12071017" y="617572"/>
                </a:cubicBezTo>
                <a:cubicBezTo>
                  <a:pt x="12071017" y="656258"/>
                  <a:pt x="12109707" y="643363"/>
                  <a:pt x="12109707" y="675602"/>
                </a:cubicBezTo>
                <a:cubicBezTo>
                  <a:pt x="12071017" y="688497"/>
                  <a:pt x="12033401" y="694945"/>
                  <a:pt x="11994711" y="706766"/>
                </a:cubicBezTo>
                <a:cubicBezTo>
                  <a:pt x="11994711" y="688497"/>
                  <a:pt x="11994711" y="669154"/>
                  <a:pt x="11994711" y="649811"/>
                </a:cubicBezTo>
                <a:cubicBezTo>
                  <a:pt x="11962469" y="675602"/>
                  <a:pt x="11930228" y="706766"/>
                  <a:pt x="11897986" y="732557"/>
                </a:cubicBezTo>
                <a:cubicBezTo>
                  <a:pt x="11872192" y="669154"/>
                  <a:pt x="11828129" y="662706"/>
                  <a:pt x="11782990" y="675602"/>
                </a:cubicBezTo>
                <a:cubicBezTo>
                  <a:pt x="11770093" y="675602"/>
                  <a:pt x="11757197" y="694945"/>
                  <a:pt x="11776542" y="706766"/>
                </a:cubicBezTo>
                <a:cubicBezTo>
                  <a:pt x="11795887" y="719662"/>
                  <a:pt x="11821680" y="706766"/>
                  <a:pt x="11841025" y="706766"/>
                </a:cubicBezTo>
                <a:cubicBezTo>
                  <a:pt x="11846399" y="706766"/>
                  <a:pt x="11872192" y="719662"/>
                  <a:pt x="11865744" y="739005"/>
                </a:cubicBezTo>
                <a:cubicBezTo>
                  <a:pt x="11852847" y="758349"/>
                  <a:pt x="11808783" y="745453"/>
                  <a:pt x="11795887" y="739005"/>
                </a:cubicBezTo>
                <a:cubicBezTo>
                  <a:pt x="11782990" y="735781"/>
                  <a:pt x="11770093" y="730946"/>
                  <a:pt x="11757197" y="726244"/>
                </a:cubicBezTo>
                <a:lnTo>
                  <a:pt x="11745513" y="722634"/>
                </a:lnTo>
                <a:lnTo>
                  <a:pt x="11718506" y="714289"/>
                </a:lnTo>
                <a:cubicBezTo>
                  <a:pt x="11692713" y="706766"/>
                  <a:pt x="11666919" y="714289"/>
                  <a:pt x="11635752" y="706766"/>
                </a:cubicBezTo>
                <a:cubicBezTo>
                  <a:pt x="11635752" y="758349"/>
                  <a:pt x="11705610" y="739005"/>
                  <a:pt x="11673368" y="803483"/>
                </a:cubicBezTo>
                <a:cubicBezTo>
                  <a:pt x="11654023" y="829275"/>
                  <a:pt x="11622856" y="809931"/>
                  <a:pt x="11603510" y="809931"/>
                </a:cubicBezTo>
                <a:cubicBezTo>
                  <a:pt x="11571269" y="816379"/>
                  <a:pt x="11545475" y="829275"/>
                  <a:pt x="11519682" y="822827"/>
                </a:cubicBezTo>
                <a:cubicBezTo>
                  <a:pt x="11493888" y="822827"/>
                  <a:pt x="11493888" y="771244"/>
                  <a:pt x="11468095" y="771244"/>
                </a:cubicBezTo>
                <a:cubicBezTo>
                  <a:pt x="11448750" y="777692"/>
                  <a:pt x="11435853" y="797036"/>
                  <a:pt x="11417583" y="809931"/>
                </a:cubicBezTo>
                <a:cubicBezTo>
                  <a:pt x="11398238" y="829275"/>
                  <a:pt x="11346651" y="867961"/>
                  <a:pt x="11327306" y="848618"/>
                </a:cubicBezTo>
                <a:cubicBezTo>
                  <a:pt x="11320857" y="835722"/>
                  <a:pt x="11320857" y="816379"/>
                  <a:pt x="11314409" y="803483"/>
                </a:cubicBezTo>
                <a:cubicBezTo>
                  <a:pt x="11301512" y="803483"/>
                  <a:pt x="11288615" y="809931"/>
                  <a:pt x="11275719" y="816379"/>
                </a:cubicBezTo>
                <a:cubicBezTo>
                  <a:pt x="11282167" y="829275"/>
                  <a:pt x="11282167" y="848618"/>
                  <a:pt x="11288615" y="861514"/>
                </a:cubicBezTo>
                <a:cubicBezTo>
                  <a:pt x="11212310" y="893753"/>
                  <a:pt x="11134929" y="937813"/>
                  <a:pt x="11051101" y="937813"/>
                </a:cubicBezTo>
                <a:cubicBezTo>
                  <a:pt x="11083342" y="919544"/>
                  <a:pt x="11115584" y="893753"/>
                  <a:pt x="11147826" y="874409"/>
                </a:cubicBezTo>
                <a:cubicBezTo>
                  <a:pt x="11102688" y="880857"/>
                  <a:pt x="11057549" y="874409"/>
                  <a:pt x="11012410" y="900201"/>
                </a:cubicBezTo>
                <a:cubicBezTo>
                  <a:pt x="10974795" y="924917"/>
                  <a:pt x="10936105" y="944261"/>
                  <a:pt x="10890966" y="957156"/>
                </a:cubicBezTo>
                <a:cubicBezTo>
                  <a:pt x="10845828" y="970052"/>
                  <a:pt x="10801764" y="995843"/>
                  <a:pt x="10756625" y="1015186"/>
                </a:cubicBezTo>
                <a:cubicBezTo>
                  <a:pt x="10724383" y="1028082"/>
                  <a:pt x="10685693" y="1040978"/>
                  <a:pt x="10653451" y="1079682"/>
                </a:cubicBezTo>
                <a:cubicBezTo>
                  <a:pt x="10647003" y="1060339"/>
                  <a:pt x="10647003" y="1040978"/>
                  <a:pt x="10640555" y="1021634"/>
                </a:cubicBezTo>
                <a:cubicBezTo>
                  <a:pt x="10609388" y="1053891"/>
                  <a:pt x="10583594" y="1086131"/>
                  <a:pt x="10544904" y="1092579"/>
                </a:cubicBezTo>
                <a:cubicBezTo>
                  <a:pt x="10520185" y="1099026"/>
                  <a:pt x="10500840" y="1086131"/>
                  <a:pt x="10475047" y="1124818"/>
                </a:cubicBezTo>
                <a:cubicBezTo>
                  <a:pt x="10436357" y="1181774"/>
                  <a:pt x="10379396" y="1201118"/>
                  <a:pt x="10327809" y="1214014"/>
                </a:cubicBezTo>
                <a:cubicBezTo>
                  <a:pt x="10295567" y="1226910"/>
                  <a:pt x="10263325" y="1239806"/>
                  <a:pt x="10231084" y="1259150"/>
                </a:cubicBezTo>
                <a:cubicBezTo>
                  <a:pt x="10199917" y="1278493"/>
                  <a:pt x="10167675" y="1272046"/>
                  <a:pt x="10135433" y="1278493"/>
                </a:cubicBezTo>
                <a:cubicBezTo>
                  <a:pt x="10070949" y="1291390"/>
                  <a:pt x="10006466" y="1335450"/>
                  <a:pt x="9943057" y="1367690"/>
                </a:cubicBezTo>
                <a:cubicBezTo>
                  <a:pt x="10019362" y="1354794"/>
                  <a:pt x="10096743" y="1330077"/>
                  <a:pt x="10174123" y="1335450"/>
                </a:cubicBezTo>
                <a:cubicBezTo>
                  <a:pt x="10192393" y="1335450"/>
                  <a:pt x="10224635" y="1348346"/>
                  <a:pt x="10237532" y="1317181"/>
                </a:cubicBezTo>
                <a:cubicBezTo>
                  <a:pt x="10250429" y="1304285"/>
                  <a:pt x="10250429" y="1272046"/>
                  <a:pt x="10263325" y="1265598"/>
                </a:cubicBezTo>
                <a:cubicBezTo>
                  <a:pt x="10302016" y="1259150"/>
                  <a:pt x="10340706" y="1265598"/>
                  <a:pt x="10372948" y="1259150"/>
                </a:cubicBezTo>
                <a:cubicBezTo>
                  <a:pt x="10405189" y="1259150"/>
                  <a:pt x="10442805" y="1246254"/>
                  <a:pt x="10475047" y="1233358"/>
                </a:cubicBezTo>
                <a:cubicBezTo>
                  <a:pt x="10507289" y="1220462"/>
                  <a:pt x="10544904" y="1188223"/>
                  <a:pt x="10583594" y="1214014"/>
                </a:cubicBezTo>
                <a:cubicBezTo>
                  <a:pt x="10596491" y="1220462"/>
                  <a:pt x="10621210" y="1239806"/>
                  <a:pt x="10621210" y="1201118"/>
                </a:cubicBezTo>
                <a:cubicBezTo>
                  <a:pt x="10611538" y="1201118"/>
                  <a:pt x="10603746" y="1201118"/>
                  <a:pt x="10596760" y="1198700"/>
                </a:cubicBezTo>
                <a:lnTo>
                  <a:pt x="10582800" y="1186653"/>
                </a:lnTo>
                <a:lnTo>
                  <a:pt x="10591854" y="1199432"/>
                </a:lnTo>
                <a:cubicBezTo>
                  <a:pt x="10588442" y="1205854"/>
                  <a:pt x="10581617" y="1207459"/>
                  <a:pt x="10577351" y="1204248"/>
                </a:cubicBezTo>
                <a:lnTo>
                  <a:pt x="10578117" y="1182613"/>
                </a:lnTo>
                <a:lnTo>
                  <a:pt x="10577146" y="1181774"/>
                </a:lnTo>
                <a:lnTo>
                  <a:pt x="10578145" y="1181822"/>
                </a:lnTo>
                <a:lnTo>
                  <a:pt x="10578204" y="1180167"/>
                </a:lnTo>
                <a:lnTo>
                  <a:pt x="10579420" y="1181883"/>
                </a:lnTo>
                <a:lnTo>
                  <a:pt x="10610866" y="1183386"/>
                </a:lnTo>
                <a:cubicBezTo>
                  <a:pt x="10621210" y="1183386"/>
                  <a:pt x="10630882" y="1181775"/>
                  <a:pt x="10640555" y="1175327"/>
                </a:cubicBezTo>
                <a:cubicBezTo>
                  <a:pt x="10659900" y="1162431"/>
                  <a:pt x="10653451" y="1136639"/>
                  <a:pt x="10653451" y="1111922"/>
                </a:cubicBezTo>
                <a:cubicBezTo>
                  <a:pt x="10692142" y="1136639"/>
                  <a:pt x="10743729" y="1207566"/>
                  <a:pt x="10692142" y="1259150"/>
                </a:cubicBezTo>
                <a:cubicBezTo>
                  <a:pt x="10640555" y="1310733"/>
                  <a:pt x="10583594" y="1317181"/>
                  <a:pt x="10526634" y="1322555"/>
                </a:cubicBezTo>
                <a:cubicBezTo>
                  <a:pt x="10526634" y="1304285"/>
                  <a:pt x="10526634" y="1265598"/>
                  <a:pt x="10507289" y="1265598"/>
                </a:cubicBezTo>
                <a:cubicBezTo>
                  <a:pt x="10507289" y="1291390"/>
                  <a:pt x="10513737" y="1317181"/>
                  <a:pt x="10507289" y="1341898"/>
                </a:cubicBezTo>
                <a:cubicBezTo>
                  <a:pt x="10500840" y="1380585"/>
                  <a:pt x="10455702" y="1361242"/>
                  <a:pt x="10442805" y="1354794"/>
                </a:cubicBezTo>
                <a:cubicBezTo>
                  <a:pt x="10410563" y="1354794"/>
                  <a:pt x="10385844" y="1348346"/>
                  <a:pt x="10353603" y="1354794"/>
                </a:cubicBezTo>
                <a:cubicBezTo>
                  <a:pt x="10327809" y="1361242"/>
                  <a:pt x="10334257" y="1393482"/>
                  <a:pt x="10314912" y="1419273"/>
                </a:cubicBezTo>
                <a:cubicBezTo>
                  <a:pt x="10295567" y="1445064"/>
                  <a:pt x="10269774" y="1445064"/>
                  <a:pt x="10250429" y="1451512"/>
                </a:cubicBezTo>
                <a:cubicBezTo>
                  <a:pt x="10224635" y="1457960"/>
                  <a:pt x="10199917" y="1470856"/>
                  <a:pt x="10174123" y="1490200"/>
                </a:cubicBezTo>
                <a:cubicBezTo>
                  <a:pt x="10148330" y="1515992"/>
                  <a:pt x="10122536" y="1515992"/>
                  <a:pt x="10090294" y="1509543"/>
                </a:cubicBezTo>
                <a:cubicBezTo>
                  <a:pt x="10070949" y="1509543"/>
                  <a:pt x="10051604" y="1496648"/>
                  <a:pt x="10051604" y="1540708"/>
                </a:cubicBezTo>
                <a:cubicBezTo>
                  <a:pt x="10161226" y="1527813"/>
                  <a:pt x="10269774" y="1496648"/>
                  <a:pt x="10379396" y="1457960"/>
                </a:cubicBezTo>
                <a:cubicBezTo>
                  <a:pt x="10494392" y="1425721"/>
                  <a:pt x="10609388" y="1393482"/>
                  <a:pt x="10717935" y="1361242"/>
                </a:cubicBezTo>
                <a:cubicBezTo>
                  <a:pt x="10750177" y="1354794"/>
                  <a:pt x="10769522" y="1322555"/>
                  <a:pt x="10795316" y="1317181"/>
                </a:cubicBezTo>
                <a:cubicBezTo>
                  <a:pt x="10820034" y="1304285"/>
                  <a:pt x="10845828" y="1304285"/>
                  <a:pt x="10878070" y="1297837"/>
                </a:cubicBezTo>
                <a:cubicBezTo>
                  <a:pt x="10929656" y="1284941"/>
                  <a:pt x="10987692" y="1265598"/>
                  <a:pt x="11044652" y="1252702"/>
                </a:cubicBezTo>
                <a:cubicBezTo>
                  <a:pt x="11154274" y="1226910"/>
                  <a:pt x="11269270" y="1201118"/>
                  <a:pt x="11378892" y="1168880"/>
                </a:cubicBezTo>
                <a:cubicBezTo>
                  <a:pt x="11846399" y="1060339"/>
                  <a:pt x="12314980" y="963604"/>
                  <a:pt x="12790010" y="893753"/>
                </a:cubicBezTo>
                <a:cubicBezTo>
                  <a:pt x="12790010" y="931365"/>
                  <a:pt x="12751319" y="919544"/>
                  <a:pt x="12751319" y="957156"/>
                </a:cubicBezTo>
                <a:cubicBezTo>
                  <a:pt x="12770664" y="957156"/>
                  <a:pt x="12790010" y="957156"/>
                  <a:pt x="12809355" y="957156"/>
                </a:cubicBezTo>
                <a:cubicBezTo>
                  <a:pt x="12809355" y="931365"/>
                  <a:pt x="12809355" y="912021"/>
                  <a:pt x="12809355" y="893753"/>
                </a:cubicBezTo>
                <a:cubicBezTo>
                  <a:pt x="12835148" y="893753"/>
                  <a:pt x="12859867" y="893753"/>
                  <a:pt x="12885660" y="919544"/>
                </a:cubicBezTo>
                <a:cubicBezTo>
                  <a:pt x="12885660" y="887305"/>
                  <a:pt x="12885660" y="855066"/>
                  <a:pt x="12885660" y="822827"/>
                </a:cubicBezTo>
                <a:cubicBezTo>
                  <a:pt x="12898557" y="809931"/>
                  <a:pt x="12911454" y="797036"/>
                  <a:pt x="12917902" y="784140"/>
                </a:cubicBezTo>
                <a:cubicBezTo>
                  <a:pt x="12898557" y="764797"/>
                  <a:pt x="12879212" y="745453"/>
                  <a:pt x="12859867" y="726110"/>
                </a:cubicBezTo>
                <a:cubicBezTo>
                  <a:pt x="12879212" y="719662"/>
                  <a:pt x="12917902" y="726110"/>
                  <a:pt x="12917902" y="675602"/>
                </a:cubicBezTo>
                <a:cubicBezTo>
                  <a:pt x="12898557" y="675602"/>
                  <a:pt x="12815803" y="643363"/>
                  <a:pt x="12809355" y="701393"/>
                </a:cubicBezTo>
                <a:cubicBezTo>
                  <a:pt x="12796458" y="771244"/>
                  <a:pt x="12757768" y="771244"/>
                  <a:pt x="12719078" y="784140"/>
                </a:cubicBezTo>
                <a:cubicBezTo>
                  <a:pt x="12623427" y="816379"/>
                  <a:pt x="12526701" y="842170"/>
                  <a:pt x="12431051" y="861514"/>
                </a:cubicBezTo>
                <a:cubicBezTo>
                  <a:pt x="12431051" y="816379"/>
                  <a:pt x="12418154" y="758349"/>
                  <a:pt x="12437499" y="719662"/>
                </a:cubicBezTo>
                <a:cubicBezTo>
                  <a:pt x="12449321" y="694945"/>
                  <a:pt x="12481563" y="688497"/>
                  <a:pt x="12500908" y="682050"/>
                </a:cubicBezTo>
                <a:cubicBezTo>
                  <a:pt x="12526701" y="675602"/>
                  <a:pt x="12552495" y="669154"/>
                  <a:pt x="12578288" y="662706"/>
                </a:cubicBezTo>
                <a:cubicBezTo>
                  <a:pt x="12680387" y="624019"/>
                  <a:pt x="12796458" y="604676"/>
                  <a:pt x="12905005" y="598228"/>
                </a:cubicBezTo>
                <a:cubicBezTo>
                  <a:pt x="12956592" y="598228"/>
                  <a:pt x="13008179" y="604676"/>
                  <a:pt x="13065140" y="611124"/>
                </a:cubicBezTo>
                <a:cubicBezTo>
                  <a:pt x="13079111" y="611124"/>
                  <a:pt x="13116727" y="604676"/>
                  <a:pt x="13123175" y="630467"/>
                </a:cubicBezTo>
                <a:cubicBezTo>
                  <a:pt x="13136072" y="649811"/>
                  <a:pt x="13103830" y="656258"/>
                  <a:pt x="13097382" y="656258"/>
                </a:cubicBezTo>
                <a:cubicBezTo>
                  <a:pt x="13053318" y="656258"/>
                  <a:pt x="13021076" y="624019"/>
                  <a:pt x="12995282" y="706766"/>
                </a:cubicBezTo>
                <a:cubicBezTo>
                  <a:pt x="12988834" y="732557"/>
                  <a:pt x="12975937" y="739005"/>
                  <a:pt x="12956592" y="739005"/>
                </a:cubicBezTo>
                <a:cubicBezTo>
                  <a:pt x="12950144" y="771244"/>
                  <a:pt x="12943696" y="803483"/>
                  <a:pt x="12943696" y="842170"/>
                </a:cubicBezTo>
                <a:cubicBezTo>
                  <a:pt x="12969489" y="842170"/>
                  <a:pt x="13001731" y="848618"/>
                  <a:pt x="13027524" y="848618"/>
                </a:cubicBezTo>
                <a:cubicBezTo>
                  <a:pt x="13053318" y="855066"/>
                  <a:pt x="13084485" y="842170"/>
                  <a:pt x="13103830" y="861514"/>
                </a:cubicBezTo>
                <a:cubicBezTo>
                  <a:pt x="13129623" y="887305"/>
                  <a:pt x="13084485" y="900201"/>
                  <a:pt x="13079111" y="900201"/>
                </a:cubicBezTo>
                <a:cubicBezTo>
                  <a:pt x="13053318" y="900201"/>
                  <a:pt x="13027524" y="893753"/>
                  <a:pt x="13001731" y="893753"/>
                </a:cubicBezTo>
                <a:cubicBezTo>
                  <a:pt x="12988834" y="893753"/>
                  <a:pt x="12950144" y="880857"/>
                  <a:pt x="12937247" y="906648"/>
                </a:cubicBezTo>
                <a:cubicBezTo>
                  <a:pt x="12930799" y="937813"/>
                  <a:pt x="12969489" y="931365"/>
                  <a:pt x="12975937" y="931365"/>
                </a:cubicBezTo>
                <a:cubicBezTo>
                  <a:pt x="13033973" y="931365"/>
                  <a:pt x="13084485" y="924917"/>
                  <a:pt x="13142520" y="924917"/>
                </a:cubicBezTo>
                <a:cubicBezTo>
                  <a:pt x="13380035" y="919544"/>
                  <a:pt x="13617550" y="919544"/>
                  <a:pt x="13855064" y="912021"/>
                </a:cubicBezTo>
                <a:cubicBezTo>
                  <a:pt x="14099027" y="912021"/>
                  <a:pt x="14341916" y="924917"/>
                  <a:pt x="14585879" y="919544"/>
                </a:cubicBezTo>
                <a:cubicBezTo>
                  <a:pt x="14637466" y="919544"/>
                  <a:pt x="14689053" y="906648"/>
                  <a:pt x="14739565" y="924917"/>
                </a:cubicBezTo>
                <a:cubicBezTo>
                  <a:pt x="14765358" y="931365"/>
                  <a:pt x="14784704" y="950708"/>
                  <a:pt x="14810497" y="950708"/>
                </a:cubicBezTo>
                <a:cubicBezTo>
                  <a:pt x="14829842" y="950708"/>
                  <a:pt x="14855636" y="944261"/>
                  <a:pt x="14874981" y="944261"/>
                </a:cubicBezTo>
                <a:cubicBezTo>
                  <a:pt x="14900774" y="944261"/>
                  <a:pt x="14920119" y="963604"/>
                  <a:pt x="14944838" y="982947"/>
                </a:cubicBezTo>
                <a:cubicBezTo>
                  <a:pt x="14970631" y="1002291"/>
                  <a:pt x="14996426" y="995843"/>
                  <a:pt x="15028666" y="995843"/>
                </a:cubicBezTo>
                <a:cubicBezTo>
                  <a:pt x="15067358" y="989395"/>
                  <a:pt x="15117870" y="982947"/>
                  <a:pt x="15150110" y="1034530"/>
                </a:cubicBezTo>
                <a:cubicBezTo>
                  <a:pt x="14836290" y="1008739"/>
                  <a:pt x="14527844" y="1002291"/>
                  <a:pt x="14220472" y="1002291"/>
                </a:cubicBezTo>
                <a:cubicBezTo>
                  <a:pt x="14367709" y="1028082"/>
                  <a:pt x="14521395" y="1053891"/>
                  <a:pt x="14669708" y="1079682"/>
                </a:cubicBezTo>
                <a:cubicBezTo>
                  <a:pt x="14739565" y="1099026"/>
                  <a:pt x="14816945" y="1111922"/>
                  <a:pt x="14887877" y="1124818"/>
                </a:cubicBezTo>
                <a:cubicBezTo>
                  <a:pt x="14957735" y="1130193"/>
                  <a:pt x="15015770" y="1181774"/>
                  <a:pt x="15080254" y="1188223"/>
                </a:cubicBezTo>
                <a:cubicBezTo>
                  <a:pt x="15227490" y="1207566"/>
                  <a:pt x="15374730" y="1246254"/>
                  <a:pt x="15528414" y="1272046"/>
                </a:cubicBezTo>
                <a:cubicBezTo>
                  <a:pt x="15599346" y="1291390"/>
                  <a:pt x="15676726" y="1297837"/>
                  <a:pt x="15747658" y="1317181"/>
                </a:cubicBezTo>
                <a:cubicBezTo>
                  <a:pt x="15778826" y="1330077"/>
                  <a:pt x="15811068" y="1341898"/>
                  <a:pt x="15849758" y="1341898"/>
                </a:cubicBezTo>
                <a:cubicBezTo>
                  <a:pt x="15862654" y="1341898"/>
                  <a:pt x="15869102" y="1322555"/>
                  <a:pt x="15882000" y="1322555"/>
                </a:cubicBezTo>
                <a:cubicBezTo>
                  <a:pt x="15894898" y="1322555"/>
                  <a:pt x="15907794" y="1322555"/>
                  <a:pt x="15920690" y="1322555"/>
                </a:cubicBezTo>
                <a:cubicBezTo>
                  <a:pt x="15920690" y="1361242"/>
                  <a:pt x="15882000" y="1348346"/>
                  <a:pt x="15882000" y="1387034"/>
                </a:cubicBezTo>
                <a:cubicBezTo>
                  <a:pt x="16067928" y="1438617"/>
                  <a:pt x="16253856" y="1490200"/>
                  <a:pt x="16439784" y="1547156"/>
                </a:cubicBezTo>
                <a:cubicBezTo>
                  <a:pt x="16530062" y="1572949"/>
                  <a:pt x="16619262" y="1605189"/>
                  <a:pt x="16709540" y="1637427"/>
                </a:cubicBezTo>
                <a:cubicBezTo>
                  <a:pt x="16748230" y="1656771"/>
                  <a:pt x="16793371" y="1663219"/>
                  <a:pt x="16830987" y="1689010"/>
                </a:cubicBezTo>
                <a:cubicBezTo>
                  <a:pt x="16856779" y="1695459"/>
                  <a:pt x="16837435" y="1758863"/>
                  <a:pt x="16863227" y="1758863"/>
                </a:cubicBezTo>
                <a:cubicBezTo>
                  <a:pt x="16863227" y="1721250"/>
                  <a:pt x="16856779" y="1695459"/>
                  <a:pt x="16882571" y="1689010"/>
                </a:cubicBezTo>
                <a:cubicBezTo>
                  <a:pt x="16901919" y="1689010"/>
                  <a:pt x="16901919" y="1656771"/>
                  <a:pt x="16901919" y="1630979"/>
                </a:cubicBezTo>
                <a:cubicBezTo>
                  <a:pt x="17023363" y="1637427"/>
                  <a:pt x="17139431" y="1650323"/>
                  <a:pt x="17254427" y="1695459"/>
                </a:cubicBezTo>
                <a:cubicBezTo>
                  <a:pt x="17312463" y="1714803"/>
                  <a:pt x="17357603" y="1752415"/>
                  <a:pt x="17409187" y="1784655"/>
                </a:cubicBezTo>
                <a:cubicBezTo>
                  <a:pt x="17459699" y="1816895"/>
                  <a:pt x="17511287" y="1810447"/>
                  <a:pt x="17562875" y="1816895"/>
                </a:cubicBezTo>
                <a:cubicBezTo>
                  <a:pt x="17793943" y="1849134"/>
                  <a:pt x="18025007" y="1951226"/>
                  <a:pt x="18248551" y="2054393"/>
                </a:cubicBezTo>
                <a:cubicBezTo>
                  <a:pt x="18704235" y="2272546"/>
                  <a:pt x="19134127" y="2579897"/>
                  <a:pt x="19576915" y="2843195"/>
                </a:cubicBezTo>
                <a:cubicBezTo>
                  <a:pt x="19570467" y="2856089"/>
                  <a:pt x="19564019" y="2888327"/>
                  <a:pt x="19551119" y="2888327"/>
                </a:cubicBezTo>
                <a:lnTo>
                  <a:pt x="19550419" y="2888216"/>
                </a:lnTo>
                <a:lnTo>
                  <a:pt x="19551099" y="2893081"/>
                </a:lnTo>
                <a:cubicBezTo>
                  <a:pt x="19550351" y="2897898"/>
                  <a:pt x="19548851" y="2902714"/>
                  <a:pt x="19548851" y="2909137"/>
                </a:cubicBezTo>
                <a:cubicBezTo>
                  <a:pt x="19545859" y="2902714"/>
                  <a:pt x="19542867" y="2897898"/>
                  <a:pt x="19542119" y="2893081"/>
                </a:cubicBezTo>
                <a:lnTo>
                  <a:pt x="19544547" y="2887289"/>
                </a:lnTo>
                <a:lnTo>
                  <a:pt x="19535803" y="2885909"/>
                </a:lnTo>
                <a:cubicBezTo>
                  <a:pt x="19530163" y="2885103"/>
                  <a:pt x="19525327" y="2885103"/>
                  <a:pt x="19525327" y="2888327"/>
                </a:cubicBezTo>
                <a:cubicBezTo>
                  <a:pt x="19531775" y="2914116"/>
                  <a:pt x="19570467" y="2933464"/>
                  <a:pt x="19583363" y="2946355"/>
                </a:cubicBezTo>
                <a:cubicBezTo>
                  <a:pt x="19609155" y="2964624"/>
                  <a:pt x="19634951" y="2977523"/>
                  <a:pt x="19654295" y="3003312"/>
                </a:cubicBezTo>
                <a:cubicBezTo>
                  <a:pt x="19634951" y="3042000"/>
                  <a:pt x="19589811" y="2977523"/>
                  <a:pt x="19564019" y="2958175"/>
                </a:cubicBezTo>
                <a:cubicBezTo>
                  <a:pt x="19531775" y="2933464"/>
                  <a:pt x="19460843" y="2933464"/>
                  <a:pt x="19436123" y="2888327"/>
                </a:cubicBezTo>
                <a:cubicBezTo>
                  <a:pt x="19423227" y="2868983"/>
                  <a:pt x="19429675" y="2836748"/>
                  <a:pt x="19423227" y="2810946"/>
                </a:cubicBezTo>
                <a:cubicBezTo>
                  <a:pt x="19423227" y="2785149"/>
                  <a:pt x="19403883" y="2772256"/>
                  <a:pt x="19384539" y="2759362"/>
                </a:cubicBezTo>
                <a:cubicBezTo>
                  <a:pt x="19339399" y="2728196"/>
                  <a:pt x="19287811" y="2715302"/>
                  <a:pt x="19243747" y="2695958"/>
                </a:cubicBezTo>
                <a:cubicBezTo>
                  <a:pt x="19192163" y="2670168"/>
                  <a:pt x="19140575" y="2650824"/>
                  <a:pt x="19088987" y="2631480"/>
                </a:cubicBezTo>
                <a:cubicBezTo>
                  <a:pt x="19043851" y="2612137"/>
                  <a:pt x="19006235" y="2566999"/>
                  <a:pt x="18961095" y="2547657"/>
                </a:cubicBezTo>
                <a:cubicBezTo>
                  <a:pt x="18928855" y="2535836"/>
                  <a:pt x="18883715" y="2573448"/>
                  <a:pt x="18883715" y="2510046"/>
                </a:cubicBezTo>
                <a:cubicBezTo>
                  <a:pt x="18877267" y="2471358"/>
                  <a:pt x="18794511" y="2458463"/>
                  <a:pt x="18775167" y="2445566"/>
                </a:cubicBezTo>
                <a:cubicBezTo>
                  <a:pt x="18563447" y="2356369"/>
                  <a:pt x="18345275" y="2259652"/>
                  <a:pt x="18127107" y="2162932"/>
                </a:cubicBezTo>
                <a:lnTo>
                  <a:pt x="17978275" y="2099225"/>
                </a:lnTo>
                <a:lnTo>
                  <a:pt x="17977047" y="2101046"/>
                </a:lnTo>
                <a:cubicBezTo>
                  <a:pt x="17974587" y="2101046"/>
                  <a:pt x="17971303" y="2099015"/>
                  <a:pt x="17968023" y="2094952"/>
                </a:cubicBezTo>
                <a:lnTo>
                  <a:pt x="17968335" y="2094952"/>
                </a:lnTo>
                <a:lnTo>
                  <a:pt x="17805763" y="2022153"/>
                </a:lnTo>
                <a:cubicBezTo>
                  <a:pt x="17755251" y="1996361"/>
                  <a:pt x="17710111" y="1970570"/>
                  <a:pt x="17658527" y="1957674"/>
                </a:cubicBezTo>
                <a:cubicBezTo>
                  <a:pt x="17606939" y="1951226"/>
                  <a:pt x="17562875" y="1964122"/>
                  <a:pt x="17511287" y="1970570"/>
                </a:cubicBezTo>
                <a:cubicBezTo>
                  <a:pt x="17652079" y="2041497"/>
                  <a:pt x="17793943" y="2093081"/>
                  <a:pt x="17934731" y="2156485"/>
                </a:cubicBezTo>
                <a:cubicBezTo>
                  <a:pt x="17998139" y="2188728"/>
                  <a:pt x="18062623" y="2220961"/>
                  <a:pt x="18127107" y="2253207"/>
                </a:cubicBezTo>
                <a:cubicBezTo>
                  <a:pt x="18133555" y="2259652"/>
                  <a:pt x="18165795" y="2272546"/>
                  <a:pt x="18165795" y="2285443"/>
                </a:cubicBezTo>
                <a:cubicBezTo>
                  <a:pt x="18152899" y="2311236"/>
                  <a:pt x="18127107" y="2304791"/>
                  <a:pt x="18127107" y="2337027"/>
                </a:cubicBezTo>
                <a:cubicBezTo>
                  <a:pt x="18146451" y="2343474"/>
                  <a:pt x="18165795" y="2348847"/>
                  <a:pt x="18185143" y="2361740"/>
                </a:cubicBezTo>
                <a:cubicBezTo>
                  <a:pt x="18185143" y="2343474"/>
                  <a:pt x="18178695" y="2317683"/>
                  <a:pt x="18191591" y="2304791"/>
                </a:cubicBezTo>
                <a:cubicBezTo>
                  <a:pt x="18204487" y="2285443"/>
                  <a:pt x="18222759" y="2291889"/>
                  <a:pt x="18242103" y="2291889"/>
                </a:cubicBezTo>
                <a:cubicBezTo>
                  <a:pt x="18229207" y="2311235"/>
                  <a:pt x="18230819" y="2325474"/>
                  <a:pt x="18238071" y="2335818"/>
                </a:cubicBezTo>
                <a:lnTo>
                  <a:pt x="18239139" y="2336553"/>
                </a:lnTo>
                <a:lnTo>
                  <a:pt x="18245035" y="2322465"/>
                </a:lnTo>
                <a:cubicBezTo>
                  <a:pt x="18248195" y="2328886"/>
                  <a:pt x="18248195" y="2333701"/>
                  <a:pt x="18247403" y="2338518"/>
                </a:cubicBezTo>
                <a:lnTo>
                  <a:pt x="18246903" y="2341904"/>
                </a:lnTo>
                <a:lnTo>
                  <a:pt x="18267895" y="2356369"/>
                </a:lnTo>
                <a:cubicBezTo>
                  <a:pt x="18287243" y="2356369"/>
                  <a:pt x="18293691" y="2343474"/>
                  <a:pt x="18306587" y="2343474"/>
                </a:cubicBezTo>
                <a:cubicBezTo>
                  <a:pt x="18325931" y="2337027"/>
                  <a:pt x="18338827" y="2348847"/>
                  <a:pt x="18351723" y="2356369"/>
                </a:cubicBezTo>
                <a:cubicBezTo>
                  <a:pt x="18338827" y="2381086"/>
                  <a:pt x="18313035" y="2393980"/>
                  <a:pt x="18300139" y="2413338"/>
                </a:cubicBezTo>
                <a:cubicBezTo>
                  <a:pt x="18325931" y="2432672"/>
                  <a:pt x="18351723" y="2452014"/>
                  <a:pt x="18371071" y="2477804"/>
                </a:cubicBezTo>
                <a:cubicBezTo>
                  <a:pt x="18351723" y="2497149"/>
                  <a:pt x="18319483" y="2477804"/>
                  <a:pt x="18293691" y="2458463"/>
                </a:cubicBezTo>
                <a:cubicBezTo>
                  <a:pt x="18261447" y="2439119"/>
                  <a:pt x="18235655" y="2426225"/>
                  <a:pt x="18204487" y="2413338"/>
                </a:cubicBezTo>
                <a:cubicBezTo>
                  <a:pt x="18133555" y="2374638"/>
                  <a:pt x="18069071" y="2343474"/>
                  <a:pt x="18005663" y="2311236"/>
                </a:cubicBezTo>
                <a:cubicBezTo>
                  <a:pt x="17947627" y="2278994"/>
                  <a:pt x="17902487" y="2233859"/>
                  <a:pt x="17838007" y="2220961"/>
                </a:cubicBezTo>
                <a:cubicBezTo>
                  <a:pt x="17774595" y="2208069"/>
                  <a:pt x="17710111" y="2182276"/>
                  <a:pt x="17652079" y="2162932"/>
                </a:cubicBezTo>
                <a:cubicBezTo>
                  <a:pt x="17370499" y="2067288"/>
                  <a:pt x="17094295" y="1977018"/>
                  <a:pt x="16811639" y="1894269"/>
                </a:cubicBezTo>
                <a:cubicBezTo>
                  <a:pt x="16562302" y="1816895"/>
                  <a:pt x="16305442" y="1733071"/>
                  <a:pt x="16055030" y="1663219"/>
                </a:cubicBezTo>
                <a:cubicBezTo>
                  <a:pt x="15933586" y="1624531"/>
                  <a:pt x="15804620" y="1592292"/>
                  <a:pt x="15683176" y="1560052"/>
                </a:cubicBezTo>
                <a:cubicBezTo>
                  <a:pt x="15618692" y="1547156"/>
                  <a:pt x="15560658" y="1535335"/>
                  <a:pt x="15503696" y="1503096"/>
                </a:cubicBezTo>
                <a:cubicBezTo>
                  <a:pt x="15458558" y="1477304"/>
                  <a:pt x="15400522" y="1412826"/>
                  <a:pt x="15355384" y="1451512"/>
                </a:cubicBezTo>
                <a:cubicBezTo>
                  <a:pt x="15304872" y="1496648"/>
                  <a:pt x="15259734" y="1457960"/>
                  <a:pt x="15201698" y="1432169"/>
                </a:cubicBezTo>
                <a:cubicBezTo>
                  <a:pt x="15143662" y="1406377"/>
                  <a:pt x="15093150" y="1393482"/>
                  <a:pt x="15035114" y="1380585"/>
                </a:cubicBezTo>
                <a:cubicBezTo>
                  <a:pt x="14920119" y="1354794"/>
                  <a:pt x="14797600" y="1354794"/>
                  <a:pt x="14682604" y="1335450"/>
                </a:cubicBezTo>
                <a:cubicBezTo>
                  <a:pt x="14650363" y="1322555"/>
                  <a:pt x="14393503" y="1252702"/>
                  <a:pt x="14393503" y="1322555"/>
                </a:cubicBezTo>
                <a:cubicBezTo>
                  <a:pt x="14445090" y="1322555"/>
                  <a:pt x="14502050" y="1304285"/>
                  <a:pt x="14553637" y="1322555"/>
                </a:cubicBezTo>
                <a:lnTo>
                  <a:pt x="14578113" y="1332752"/>
                </a:lnTo>
                <a:lnTo>
                  <a:pt x="14574370" y="1320307"/>
                </a:lnTo>
                <a:cubicBezTo>
                  <a:pt x="14580357" y="1308142"/>
                  <a:pt x="14586345" y="1308142"/>
                  <a:pt x="14592332" y="1320307"/>
                </a:cubicBezTo>
                <a:lnTo>
                  <a:pt x="14583496" y="1334995"/>
                </a:lnTo>
                <a:lnTo>
                  <a:pt x="14621345" y="1350764"/>
                </a:lnTo>
                <a:cubicBezTo>
                  <a:pt x="14643914" y="1359630"/>
                  <a:pt x="14666484" y="1367690"/>
                  <a:pt x="14689053" y="1374138"/>
                </a:cubicBezTo>
                <a:cubicBezTo>
                  <a:pt x="14797600" y="1399929"/>
                  <a:pt x="14907222" y="1432169"/>
                  <a:pt x="15009322" y="1457960"/>
                </a:cubicBezTo>
                <a:cubicBezTo>
                  <a:pt x="15221042" y="1515992"/>
                  <a:pt x="15432764" y="1579396"/>
                  <a:pt x="15644486" y="1637427"/>
                </a:cubicBezTo>
                <a:cubicBezTo>
                  <a:pt x="15856206" y="1695459"/>
                  <a:pt x="16067928" y="1758863"/>
                  <a:pt x="16273202" y="1823342"/>
                </a:cubicBezTo>
                <a:cubicBezTo>
                  <a:pt x="16381748" y="1855581"/>
                  <a:pt x="16491370" y="1887821"/>
                  <a:pt x="16599918" y="1920063"/>
                </a:cubicBezTo>
                <a:cubicBezTo>
                  <a:pt x="16645058" y="1932957"/>
                  <a:pt x="16696644" y="1951226"/>
                  <a:pt x="16741782" y="1957674"/>
                </a:cubicBezTo>
                <a:cubicBezTo>
                  <a:pt x="16779399" y="1964122"/>
                  <a:pt x="16767576" y="2022153"/>
                  <a:pt x="16767576" y="2060841"/>
                </a:cubicBezTo>
                <a:cubicBezTo>
                  <a:pt x="16785847" y="2060841"/>
                  <a:pt x="16798743" y="2054393"/>
                  <a:pt x="16811639" y="2060841"/>
                </a:cubicBezTo>
                <a:cubicBezTo>
                  <a:pt x="16824539" y="2060841"/>
                  <a:pt x="16830987" y="2086632"/>
                  <a:pt x="16818087" y="2093081"/>
                </a:cubicBezTo>
                <a:cubicBezTo>
                  <a:pt x="16779399" y="2099528"/>
                  <a:pt x="16735334" y="2073737"/>
                  <a:pt x="16696644" y="2060841"/>
                </a:cubicBezTo>
                <a:cubicBezTo>
                  <a:pt x="16580574" y="2022153"/>
                  <a:pt x="16465578" y="1989913"/>
                  <a:pt x="16350582" y="1957674"/>
                </a:cubicBezTo>
                <a:cubicBezTo>
                  <a:pt x="16119514" y="1894269"/>
                  <a:pt x="15888450" y="1836238"/>
                  <a:pt x="15657382" y="1816895"/>
                </a:cubicBezTo>
                <a:cubicBezTo>
                  <a:pt x="15657382" y="1836238"/>
                  <a:pt x="15657382" y="1862030"/>
                  <a:pt x="15644486" y="1874926"/>
                </a:cubicBezTo>
                <a:cubicBezTo>
                  <a:pt x="15631590" y="1849134"/>
                  <a:pt x="15625140" y="1810447"/>
                  <a:pt x="15599346" y="1797550"/>
                </a:cubicBezTo>
                <a:cubicBezTo>
                  <a:pt x="15580002" y="1778207"/>
                  <a:pt x="15560658" y="1784655"/>
                  <a:pt x="15542386" y="1784655"/>
                </a:cubicBezTo>
                <a:cubicBezTo>
                  <a:pt x="15484350" y="1784655"/>
                  <a:pt x="15426316" y="1778207"/>
                  <a:pt x="15368280" y="1771759"/>
                </a:cubicBezTo>
                <a:cubicBezTo>
                  <a:pt x="15259734" y="1758863"/>
                  <a:pt x="15143662" y="1745967"/>
                  <a:pt x="15035114" y="1727698"/>
                </a:cubicBezTo>
                <a:cubicBezTo>
                  <a:pt x="14804049" y="1689010"/>
                  <a:pt x="14579431" y="1643876"/>
                  <a:pt x="14354813" y="1598740"/>
                </a:cubicBezTo>
                <a:cubicBezTo>
                  <a:pt x="14354813" y="1682563"/>
                  <a:pt x="14296777" y="1689010"/>
                  <a:pt x="14259162" y="1708354"/>
                </a:cubicBezTo>
                <a:cubicBezTo>
                  <a:pt x="14316122" y="1752415"/>
                  <a:pt x="14380606" y="1740594"/>
                  <a:pt x="14445090" y="1752415"/>
                </a:cubicBezTo>
                <a:cubicBezTo>
                  <a:pt x="14464435" y="1752415"/>
                  <a:pt x="14490228" y="1765311"/>
                  <a:pt x="14509573" y="1758863"/>
                </a:cubicBezTo>
                <a:cubicBezTo>
                  <a:pt x="14527844" y="1752415"/>
                  <a:pt x="14527844" y="1727698"/>
                  <a:pt x="14534292" y="1701906"/>
                </a:cubicBezTo>
                <a:cubicBezTo>
                  <a:pt x="14553637" y="1637427"/>
                  <a:pt x="14663259" y="1727698"/>
                  <a:pt x="14689053" y="1740594"/>
                </a:cubicBezTo>
                <a:cubicBezTo>
                  <a:pt x="14714846" y="1752415"/>
                  <a:pt x="14752462" y="1778207"/>
                  <a:pt x="14778255" y="1778207"/>
                </a:cubicBezTo>
                <a:cubicBezTo>
                  <a:pt x="14791152" y="1778207"/>
                  <a:pt x="14797600" y="1745967"/>
                  <a:pt x="14804049" y="1727698"/>
                </a:cubicBezTo>
                <a:cubicBezTo>
                  <a:pt x="14931941" y="1855581"/>
                  <a:pt x="15093150" y="1855581"/>
                  <a:pt x="15240388" y="1862030"/>
                </a:cubicBezTo>
                <a:cubicBezTo>
                  <a:pt x="15285526" y="1862030"/>
                  <a:pt x="15330666" y="1862030"/>
                  <a:pt x="15374730" y="1855581"/>
                </a:cubicBezTo>
                <a:cubicBezTo>
                  <a:pt x="15394074" y="1855581"/>
                  <a:pt x="15413418" y="1849134"/>
                  <a:pt x="15432764" y="1849134"/>
                </a:cubicBezTo>
                <a:cubicBezTo>
                  <a:pt x="15439212" y="1868478"/>
                  <a:pt x="15452110" y="1874926"/>
                  <a:pt x="15471454" y="1881373"/>
                </a:cubicBezTo>
                <a:cubicBezTo>
                  <a:pt x="15510146" y="1894269"/>
                  <a:pt x="15547760" y="1881373"/>
                  <a:pt x="15586450" y="1887821"/>
                </a:cubicBezTo>
                <a:cubicBezTo>
                  <a:pt x="15612244" y="1894269"/>
                  <a:pt x="15644486" y="1907166"/>
                  <a:pt x="15663830" y="1874926"/>
                </a:cubicBezTo>
                <a:cubicBezTo>
                  <a:pt x="15670278" y="1900718"/>
                  <a:pt x="15670278" y="1920063"/>
                  <a:pt x="15676726" y="1938330"/>
                </a:cubicBezTo>
                <a:cubicBezTo>
                  <a:pt x="15683176" y="1945853"/>
                  <a:pt x="15696072" y="1945853"/>
                  <a:pt x="15702522" y="1945853"/>
                </a:cubicBezTo>
                <a:cubicBezTo>
                  <a:pt x="15728314" y="1951226"/>
                  <a:pt x="15753034" y="1957674"/>
                  <a:pt x="15778826" y="1964122"/>
                </a:cubicBezTo>
                <a:cubicBezTo>
                  <a:pt x="15817518" y="1970570"/>
                  <a:pt x="15862654" y="1983465"/>
                  <a:pt x="15901346" y="2015705"/>
                </a:cubicBezTo>
                <a:cubicBezTo>
                  <a:pt x="15791722" y="2002809"/>
                  <a:pt x="15683176" y="1989913"/>
                  <a:pt x="15573554" y="1977018"/>
                </a:cubicBezTo>
                <a:cubicBezTo>
                  <a:pt x="15535938" y="1977018"/>
                  <a:pt x="15465006" y="1996361"/>
                  <a:pt x="15439212" y="1964122"/>
                </a:cubicBezTo>
                <a:lnTo>
                  <a:pt x="15435056" y="1958224"/>
                </a:lnTo>
                <a:lnTo>
                  <a:pt x="15436004" y="1965833"/>
                </a:lnTo>
                <a:lnTo>
                  <a:pt x="15432090" y="1964842"/>
                </a:lnTo>
                <a:lnTo>
                  <a:pt x="15436004" y="1970714"/>
                </a:lnTo>
                <a:cubicBezTo>
                  <a:pt x="15430016" y="1970714"/>
                  <a:pt x="15424030" y="1970714"/>
                  <a:pt x="15418042" y="1970714"/>
                </a:cubicBezTo>
                <a:lnTo>
                  <a:pt x="15423422" y="1962646"/>
                </a:lnTo>
                <a:lnTo>
                  <a:pt x="15422532" y="1962421"/>
                </a:lnTo>
                <a:cubicBezTo>
                  <a:pt x="15421036" y="1960715"/>
                  <a:pt x="15419914" y="1958156"/>
                  <a:pt x="15419164" y="1954316"/>
                </a:cubicBezTo>
                <a:lnTo>
                  <a:pt x="15418200" y="1940768"/>
                </a:lnTo>
                <a:lnTo>
                  <a:pt x="15413418" y="1945853"/>
                </a:lnTo>
                <a:cubicBezTo>
                  <a:pt x="15406970" y="1964122"/>
                  <a:pt x="15387626" y="1964122"/>
                  <a:pt x="15374730" y="1957674"/>
                </a:cubicBezTo>
                <a:cubicBezTo>
                  <a:pt x="15348934" y="1957674"/>
                  <a:pt x="15311320" y="1970570"/>
                  <a:pt x="15285526" y="1951226"/>
                </a:cubicBezTo>
                <a:cubicBezTo>
                  <a:pt x="15272630" y="1938330"/>
                  <a:pt x="15272630" y="1913613"/>
                  <a:pt x="15259734" y="1894269"/>
                </a:cubicBezTo>
                <a:cubicBezTo>
                  <a:pt x="15253286" y="1874926"/>
                  <a:pt x="15233940" y="1868478"/>
                  <a:pt x="15221042" y="1868478"/>
                </a:cubicBezTo>
                <a:cubicBezTo>
                  <a:pt x="15214594" y="1868478"/>
                  <a:pt x="15156558" y="1881373"/>
                  <a:pt x="15163008" y="1907166"/>
                </a:cubicBezTo>
                <a:cubicBezTo>
                  <a:pt x="15175904" y="1932957"/>
                  <a:pt x="15221042" y="1881373"/>
                  <a:pt x="15221042" y="1938330"/>
                </a:cubicBezTo>
                <a:cubicBezTo>
                  <a:pt x="14881429" y="1862030"/>
                  <a:pt x="14540740" y="1810447"/>
                  <a:pt x="14194678" y="1791103"/>
                </a:cubicBezTo>
                <a:cubicBezTo>
                  <a:pt x="14201127" y="1752415"/>
                  <a:pt x="14214023" y="1727698"/>
                  <a:pt x="14233368" y="1714803"/>
                </a:cubicBezTo>
                <a:cubicBezTo>
                  <a:pt x="14105476" y="1605189"/>
                  <a:pt x="13950715" y="1637427"/>
                  <a:pt x="13803477" y="1663219"/>
                </a:cubicBezTo>
                <a:cubicBezTo>
                  <a:pt x="13803477" y="1624531"/>
                  <a:pt x="13848616" y="1637427"/>
                  <a:pt x="13848616" y="1598740"/>
                </a:cubicBezTo>
                <a:cubicBezTo>
                  <a:pt x="13809926" y="1598740"/>
                  <a:pt x="13771236" y="1611636"/>
                  <a:pt x="13738994" y="1598740"/>
                </a:cubicBezTo>
                <a:cubicBezTo>
                  <a:pt x="13726097" y="1592292"/>
                  <a:pt x="13726097" y="1547156"/>
                  <a:pt x="13719649" y="1535335"/>
                </a:cubicBezTo>
                <a:cubicBezTo>
                  <a:pt x="13706752" y="1503096"/>
                  <a:pt x="13662688" y="1503096"/>
                  <a:pt x="13643343" y="1496648"/>
                </a:cubicBezTo>
                <a:cubicBezTo>
                  <a:pt x="13630447" y="1490200"/>
                  <a:pt x="13617550" y="1480528"/>
                  <a:pt x="13603847" y="1470856"/>
                </a:cubicBezTo>
                <a:lnTo>
                  <a:pt x="13600816" y="1469093"/>
                </a:lnTo>
                <a:lnTo>
                  <a:pt x="13603909" y="1483018"/>
                </a:lnTo>
                <a:cubicBezTo>
                  <a:pt x="13603089" y="1487031"/>
                  <a:pt x="13599807" y="1487031"/>
                  <a:pt x="13593245" y="1477398"/>
                </a:cubicBezTo>
                <a:cubicBezTo>
                  <a:pt x="13593245" y="1474187"/>
                  <a:pt x="13594886" y="1470977"/>
                  <a:pt x="13596527" y="1468569"/>
                </a:cubicBezTo>
                <a:lnTo>
                  <a:pt x="13597619" y="1467233"/>
                </a:lnTo>
                <a:lnTo>
                  <a:pt x="13559514" y="1445064"/>
                </a:lnTo>
                <a:cubicBezTo>
                  <a:pt x="13565963" y="1457960"/>
                  <a:pt x="13565963" y="1470856"/>
                  <a:pt x="13572411" y="1477304"/>
                </a:cubicBezTo>
                <a:cubicBezTo>
                  <a:pt x="13578859" y="1490200"/>
                  <a:pt x="13591756" y="1477304"/>
                  <a:pt x="13598205" y="1483753"/>
                </a:cubicBezTo>
                <a:cubicBezTo>
                  <a:pt x="13604653" y="1496648"/>
                  <a:pt x="13598205" y="1522439"/>
                  <a:pt x="13598205" y="1540708"/>
                </a:cubicBezTo>
                <a:cubicBezTo>
                  <a:pt x="13501479" y="1527813"/>
                  <a:pt x="13405828" y="1515992"/>
                  <a:pt x="13302654" y="1509543"/>
                </a:cubicBezTo>
                <a:cubicBezTo>
                  <a:pt x="13367138" y="1432169"/>
                  <a:pt x="13450967" y="1470856"/>
                  <a:pt x="13520824" y="1477304"/>
                </a:cubicBezTo>
                <a:cubicBezTo>
                  <a:pt x="13520824" y="1451512"/>
                  <a:pt x="13514376" y="1419273"/>
                  <a:pt x="13540169" y="1412826"/>
                </a:cubicBezTo>
                <a:cubicBezTo>
                  <a:pt x="13559514" y="1406377"/>
                  <a:pt x="13572411" y="1412826"/>
                  <a:pt x="13591756" y="1419273"/>
                </a:cubicBezTo>
                <a:cubicBezTo>
                  <a:pt x="13611101" y="1419273"/>
                  <a:pt x="13656240" y="1432169"/>
                  <a:pt x="13656240" y="1387034"/>
                </a:cubicBezTo>
                <a:cubicBezTo>
                  <a:pt x="13501479" y="1393482"/>
                  <a:pt x="13354241" y="1374138"/>
                  <a:pt x="13200555" y="1374138"/>
                </a:cubicBezTo>
                <a:cubicBezTo>
                  <a:pt x="13059766" y="1380585"/>
                  <a:pt x="12911454" y="1387034"/>
                  <a:pt x="12777113" y="1477304"/>
                </a:cubicBezTo>
                <a:cubicBezTo>
                  <a:pt x="12822251" y="1483753"/>
                  <a:pt x="12859867" y="1496648"/>
                  <a:pt x="12898557" y="1509543"/>
                </a:cubicBezTo>
                <a:cubicBezTo>
                  <a:pt x="12898557" y="1527813"/>
                  <a:pt x="12892109" y="1547156"/>
                  <a:pt x="12892109" y="1572949"/>
                </a:cubicBezTo>
                <a:cubicBezTo>
                  <a:pt x="12872764" y="1547156"/>
                  <a:pt x="12859867" y="1547156"/>
                  <a:pt x="12848045" y="1579396"/>
                </a:cubicBezTo>
                <a:cubicBezTo>
                  <a:pt x="12879212" y="1592292"/>
                  <a:pt x="12924350" y="1598740"/>
                  <a:pt x="12898557" y="1669667"/>
                </a:cubicBezTo>
                <a:cubicBezTo>
                  <a:pt x="12885660" y="1708354"/>
                  <a:pt x="12841596" y="1689010"/>
                  <a:pt x="12822251" y="1689010"/>
                </a:cubicBezTo>
                <a:cubicBezTo>
                  <a:pt x="12790010" y="1689010"/>
                  <a:pt x="12770664" y="1708354"/>
                  <a:pt x="12744871" y="1727698"/>
                </a:cubicBezTo>
                <a:cubicBezTo>
                  <a:pt x="12712629" y="1745967"/>
                  <a:pt x="12667491" y="1740594"/>
                  <a:pt x="12629875" y="1740594"/>
                </a:cubicBezTo>
                <a:cubicBezTo>
                  <a:pt x="12597633" y="1740594"/>
                  <a:pt x="12565391" y="1740594"/>
                  <a:pt x="12526701" y="1745967"/>
                </a:cubicBezTo>
                <a:cubicBezTo>
                  <a:pt x="12456844" y="1752415"/>
                  <a:pt x="12379464" y="1765311"/>
                  <a:pt x="12302083" y="1778207"/>
                </a:cubicBezTo>
                <a:cubicBezTo>
                  <a:pt x="12225778" y="1797550"/>
                  <a:pt x="12154846" y="1816895"/>
                  <a:pt x="12077465" y="1816895"/>
                </a:cubicBezTo>
                <a:cubicBezTo>
                  <a:pt x="12038775" y="1816895"/>
                  <a:pt x="12020505" y="1829790"/>
                  <a:pt x="11988263" y="1849134"/>
                </a:cubicBezTo>
                <a:cubicBezTo>
                  <a:pt x="11962469" y="1868478"/>
                  <a:pt x="11930228" y="1862030"/>
                  <a:pt x="11897986" y="1862030"/>
                </a:cubicBezTo>
                <a:cubicBezTo>
                  <a:pt x="11833502" y="1868478"/>
                  <a:pt x="11763645" y="1881373"/>
                  <a:pt x="11699161" y="1920063"/>
                </a:cubicBezTo>
                <a:cubicBezTo>
                  <a:pt x="11673368" y="1938330"/>
                  <a:pt x="11660471" y="1938330"/>
                  <a:pt x="11635752" y="1920063"/>
                </a:cubicBezTo>
                <a:lnTo>
                  <a:pt x="11635483" y="1919987"/>
                </a:lnTo>
                <a:lnTo>
                  <a:pt x="11616508" y="1914622"/>
                </a:lnTo>
                <a:cubicBezTo>
                  <a:pt x="11597465" y="1912808"/>
                  <a:pt x="11579329" y="1920063"/>
                  <a:pt x="11564820" y="1920063"/>
                </a:cubicBezTo>
                <a:cubicBezTo>
                  <a:pt x="11603510" y="1964122"/>
                  <a:pt x="11660471" y="1932957"/>
                  <a:pt x="11692713" y="1989913"/>
                </a:cubicBezTo>
                <a:cubicBezTo>
                  <a:pt x="11468095" y="2041497"/>
                  <a:pt x="11243477" y="2112430"/>
                  <a:pt x="11019934" y="2195172"/>
                </a:cubicBezTo>
                <a:cubicBezTo>
                  <a:pt x="10910311" y="2233859"/>
                  <a:pt x="10801764" y="2266099"/>
                  <a:pt x="10692142" y="2311236"/>
                </a:cubicBezTo>
                <a:cubicBezTo>
                  <a:pt x="10640555" y="2330579"/>
                  <a:pt x="10590043" y="2361740"/>
                  <a:pt x="10538456" y="2393980"/>
                </a:cubicBezTo>
                <a:cubicBezTo>
                  <a:pt x="10513737" y="2406870"/>
                  <a:pt x="10487943" y="2400427"/>
                  <a:pt x="10468598" y="2406870"/>
                </a:cubicBezTo>
                <a:cubicBezTo>
                  <a:pt x="10449253" y="2413338"/>
                  <a:pt x="10455702" y="2445566"/>
                  <a:pt x="10449253" y="2464911"/>
                </a:cubicBezTo>
                <a:cubicBezTo>
                  <a:pt x="10653451" y="2387533"/>
                  <a:pt x="10865173" y="2311236"/>
                  <a:pt x="11070446" y="2246753"/>
                </a:cubicBezTo>
                <a:cubicBezTo>
                  <a:pt x="11070446" y="2266099"/>
                  <a:pt x="11070446" y="2291889"/>
                  <a:pt x="11070446" y="2311236"/>
                </a:cubicBezTo>
                <a:cubicBezTo>
                  <a:pt x="11230580" y="2259652"/>
                  <a:pt x="11385341" y="2201616"/>
                  <a:pt x="11545475" y="2169380"/>
                </a:cubicBezTo>
                <a:cubicBezTo>
                  <a:pt x="11616407" y="2151111"/>
                  <a:pt x="11686264" y="2143586"/>
                  <a:pt x="11763645" y="2156485"/>
                </a:cubicBezTo>
                <a:cubicBezTo>
                  <a:pt x="11776542" y="2162932"/>
                  <a:pt x="11808783" y="2162932"/>
                  <a:pt x="11815232" y="2125320"/>
                </a:cubicBezTo>
                <a:cubicBezTo>
                  <a:pt x="11821680" y="2099528"/>
                  <a:pt x="11828129" y="2080184"/>
                  <a:pt x="11846399" y="2080184"/>
                </a:cubicBezTo>
                <a:cubicBezTo>
                  <a:pt x="11878641" y="2086632"/>
                  <a:pt x="11910883" y="2099528"/>
                  <a:pt x="11943124" y="2099528"/>
                </a:cubicBezTo>
                <a:cubicBezTo>
                  <a:pt x="11968918" y="2099528"/>
                  <a:pt x="11949573" y="2125320"/>
                  <a:pt x="11968918" y="2125320"/>
                </a:cubicBezTo>
                <a:cubicBezTo>
                  <a:pt x="11988263" y="2125320"/>
                  <a:pt x="12007608" y="2131768"/>
                  <a:pt x="12026953" y="2125320"/>
                </a:cubicBezTo>
                <a:cubicBezTo>
                  <a:pt x="12038775" y="2125320"/>
                  <a:pt x="12033401" y="2112430"/>
                  <a:pt x="12033401" y="2099528"/>
                </a:cubicBezTo>
                <a:cubicBezTo>
                  <a:pt x="12038775" y="2086632"/>
                  <a:pt x="12051672" y="2086632"/>
                  <a:pt x="12058120" y="2086632"/>
                </a:cubicBezTo>
                <a:cubicBezTo>
                  <a:pt x="12077465" y="2086632"/>
                  <a:pt x="12096810" y="2086632"/>
                  <a:pt x="12116155" y="2086632"/>
                </a:cubicBezTo>
                <a:cubicBezTo>
                  <a:pt x="12148397" y="2086632"/>
                  <a:pt x="12212881" y="2099528"/>
                  <a:pt x="12212881" y="2035049"/>
                </a:cubicBezTo>
                <a:cubicBezTo>
                  <a:pt x="12212881" y="1977018"/>
                  <a:pt x="12174191" y="1862030"/>
                  <a:pt x="12135501" y="1907166"/>
                </a:cubicBezTo>
                <a:cubicBezTo>
                  <a:pt x="12135501" y="1887821"/>
                  <a:pt x="12129052" y="1868478"/>
                  <a:pt x="12129052" y="1849134"/>
                </a:cubicBezTo>
                <a:cubicBezTo>
                  <a:pt x="12225778" y="1842686"/>
                  <a:pt x="12327877" y="1836238"/>
                  <a:pt x="12431051" y="1829790"/>
                </a:cubicBezTo>
                <a:cubicBezTo>
                  <a:pt x="12379464" y="1842686"/>
                  <a:pt x="12321428" y="1829790"/>
                  <a:pt x="12276290" y="1868478"/>
                </a:cubicBezTo>
                <a:cubicBezTo>
                  <a:pt x="12219329" y="1913613"/>
                  <a:pt x="12340773" y="1920063"/>
                  <a:pt x="12353670" y="1920063"/>
                </a:cubicBezTo>
                <a:cubicBezTo>
                  <a:pt x="12334325" y="1951226"/>
                  <a:pt x="12295635" y="1957674"/>
                  <a:pt x="12276290" y="1983465"/>
                </a:cubicBezTo>
                <a:cubicBezTo>
                  <a:pt x="12244048" y="2035049"/>
                  <a:pt x="12308532" y="2041497"/>
                  <a:pt x="12327877" y="2041497"/>
                </a:cubicBezTo>
                <a:cubicBezTo>
                  <a:pt x="12424602" y="2041497"/>
                  <a:pt x="12533150" y="2073737"/>
                  <a:pt x="12623427" y="2002809"/>
                </a:cubicBezTo>
                <a:cubicBezTo>
                  <a:pt x="12673939" y="1964122"/>
                  <a:pt x="12751319" y="1989913"/>
                  <a:pt x="12802906" y="1989913"/>
                </a:cubicBezTo>
                <a:cubicBezTo>
                  <a:pt x="12867390" y="1983465"/>
                  <a:pt x="12930799" y="1977018"/>
                  <a:pt x="13001731" y="1977018"/>
                </a:cubicBezTo>
                <a:cubicBezTo>
                  <a:pt x="13033973" y="1977018"/>
                  <a:pt x="13065140" y="1977018"/>
                  <a:pt x="13103830" y="1977018"/>
                </a:cubicBezTo>
                <a:cubicBezTo>
                  <a:pt x="13123175" y="1977018"/>
                  <a:pt x="13148968" y="1964122"/>
                  <a:pt x="13168314" y="1970570"/>
                </a:cubicBezTo>
                <a:cubicBezTo>
                  <a:pt x="13181210" y="1977018"/>
                  <a:pt x="13194107" y="1996361"/>
                  <a:pt x="13174762" y="2002809"/>
                </a:cubicBezTo>
                <a:cubicBezTo>
                  <a:pt x="13161865" y="2009257"/>
                  <a:pt x="13142520" y="2002809"/>
                  <a:pt x="13123175" y="2002809"/>
                </a:cubicBezTo>
                <a:cubicBezTo>
                  <a:pt x="13136072" y="2093081"/>
                  <a:pt x="13161865" y="2086632"/>
                  <a:pt x="13213452" y="2054393"/>
                </a:cubicBezTo>
                <a:cubicBezTo>
                  <a:pt x="13232797" y="2035049"/>
                  <a:pt x="13239246" y="2047945"/>
                  <a:pt x="13252142" y="2073737"/>
                </a:cubicBezTo>
                <a:cubicBezTo>
                  <a:pt x="13270413" y="2105976"/>
                  <a:pt x="13289758" y="2093081"/>
                  <a:pt x="13309103" y="2086632"/>
                </a:cubicBezTo>
                <a:cubicBezTo>
                  <a:pt x="13341345" y="2073737"/>
                  <a:pt x="13373586" y="2073737"/>
                  <a:pt x="13399380" y="2067288"/>
                </a:cubicBezTo>
                <a:cubicBezTo>
                  <a:pt x="13425173" y="2067288"/>
                  <a:pt x="13444518" y="2073737"/>
                  <a:pt x="13470312" y="2054393"/>
                </a:cubicBezTo>
                <a:cubicBezTo>
                  <a:pt x="13514376" y="2015705"/>
                  <a:pt x="13565963" y="2035049"/>
                  <a:pt x="13617550" y="2035049"/>
                </a:cubicBezTo>
                <a:cubicBezTo>
                  <a:pt x="13617550" y="1989913"/>
                  <a:pt x="13591756" y="1983465"/>
                  <a:pt x="13572411" y="1970570"/>
                </a:cubicBezTo>
                <a:cubicBezTo>
                  <a:pt x="13604653" y="1970570"/>
                  <a:pt x="13643343" y="1977018"/>
                  <a:pt x="13675585" y="1983465"/>
                </a:cubicBezTo>
                <a:cubicBezTo>
                  <a:pt x="13662688" y="1989913"/>
                  <a:pt x="13649791" y="2002809"/>
                  <a:pt x="13636895" y="2015705"/>
                </a:cubicBezTo>
                <a:cubicBezTo>
                  <a:pt x="13649791" y="2028601"/>
                  <a:pt x="13662688" y="2041497"/>
                  <a:pt x="13675585" y="2060841"/>
                </a:cubicBezTo>
                <a:cubicBezTo>
                  <a:pt x="13688482" y="2047945"/>
                  <a:pt x="13694930" y="2028601"/>
                  <a:pt x="13713200" y="2035049"/>
                </a:cubicBezTo>
                <a:cubicBezTo>
                  <a:pt x="13726097" y="2047945"/>
                  <a:pt x="13738994" y="2060841"/>
                  <a:pt x="13751891" y="2060841"/>
                </a:cubicBezTo>
                <a:cubicBezTo>
                  <a:pt x="13764787" y="2060841"/>
                  <a:pt x="13784132" y="2060841"/>
                  <a:pt x="13797029" y="2067288"/>
                </a:cubicBezTo>
                <a:cubicBezTo>
                  <a:pt x="13816374" y="2073737"/>
                  <a:pt x="13777684" y="2086632"/>
                  <a:pt x="13777684" y="2093081"/>
                </a:cubicBezTo>
                <a:cubicBezTo>
                  <a:pt x="13745442" y="2105976"/>
                  <a:pt x="13713200" y="2099528"/>
                  <a:pt x="13680959" y="2099528"/>
                </a:cubicBezTo>
                <a:cubicBezTo>
                  <a:pt x="13604653" y="2105976"/>
                  <a:pt x="13520824" y="2105976"/>
                  <a:pt x="13444518" y="2112430"/>
                </a:cubicBezTo>
                <a:cubicBezTo>
                  <a:pt x="13405828" y="2118874"/>
                  <a:pt x="13367138" y="2118874"/>
                  <a:pt x="13328448" y="2118874"/>
                </a:cubicBezTo>
                <a:cubicBezTo>
                  <a:pt x="13296206" y="2125320"/>
                  <a:pt x="13265039" y="2118874"/>
                  <a:pt x="13239246" y="2151111"/>
                </a:cubicBezTo>
                <a:cubicBezTo>
                  <a:pt x="13258591" y="2156485"/>
                  <a:pt x="13315551" y="2156485"/>
                  <a:pt x="13322000" y="2195172"/>
                </a:cubicBezTo>
                <a:cubicBezTo>
                  <a:pt x="13322000" y="2214516"/>
                  <a:pt x="13289758" y="2220961"/>
                  <a:pt x="13284384" y="2220961"/>
                </a:cubicBezTo>
                <a:cubicBezTo>
                  <a:pt x="13258591" y="2220961"/>
                  <a:pt x="13232797" y="2227413"/>
                  <a:pt x="13207004" y="2220961"/>
                </a:cubicBezTo>
                <a:cubicBezTo>
                  <a:pt x="13181210" y="2214516"/>
                  <a:pt x="13181210" y="2188728"/>
                  <a:pt x="13181210" y="2151111"/>
                </a:cubicBezTo>
                <a:cubicBezTo>
                  <a:pt x="13079111" y="2162932"/>
                  <a:pt x="12969489" y="2175828"/>
                  <a:pt x="12859867" y="2188728"/>
                </a:cubicBezTo>
                <a:cubicBezTo>
                  <a:pt x="12802906" y="2195172"/>
                  <a:pt x="12751319" y="2208069"/>
                  <a:pt x="12693284" y="2208069"/>
                </a:cubicBezTo>
                <a:cubicBezTo>
                  <a:pt x="12673939" y="2208069"/>
                  <a:pt x="12604082" y="2188728"/>
                  <a:pt x="12597633" y="2240307"/>
                </a:cubicBezTo>
                <a:cubicBezTo>
                  <a:pt x="12597633" y="2266099"/>
                  <a:pt x="12610530" y="2298334"/>
                  <a:pt x="12591185" y="2311236"/>
                </a:cubicBezTo>
                <a:cubicBezTo>
                  <a:pt x="12578288" y="2324131"/>
                  <a:pt x="12558943" y="2317683"/>
                  <a:pt x="12546046" y="2324131"/>
                </a:cubicBezTo>
                <a:cubicBezTo>
                  <a:pt x="12494459" y="2330579"/>
                  <a:pt x="12443947" y="2337027"/>
                  <a:pt x="12385912" y="2343474"/>
                </a:cubicBezTo>
                <a:cubicBezTo>
                  <a:pt x="12282738" y="2361740"/>
                  <a:pt x="12180639" y="2387533"/>
                  <a:pt x="12071017" y="2406870"/>
                </a:cubicBezTo>
                <a:cubicBezTo>
                  <a:pt x="11859296" y="2464911"/>
                  <a:pt x="11641126" y="2510046"/>
                  <a:pt x="11430479" y="2561628"/>
                </a:cubicBezTo>
                <a:cubicBezTo>
                  <a:pt x="11333754" y="2579897"/>
                  <a:pt x="11237028" y="2605690"/>
                  <a:pt x="11141378" y="2618587"/>
                </a:cubicBezTo>
                <a:cubicBezTo>
                  <a:pt x="11122033" y="2618587"/>
                  <a:pt x="11109136" y="2625034"/>
                  <a:pt x="11089791" y="2631480"/>
                </a:cubicBezTo>
                <a:cubicBezTo>
                  <a:pt x="11076894" y="2644376"/>
                  <a:pt x="11076894" y="2670168"/>
                  <a:pt x="11070446" y="2689511"/>
                </a:cubicBezTo>
                <a:cubicBezTo>
                  <a:pt x="11051101" y="2734643"/>
                  <a:pt x="10981243" y="2683064"/>
                  <a:pt x="10961898" y="2676615"/>
                </a:cubicBezTo>
                <a:cubicBezTo>
                  <a:pt x="10961898" y="2695958"/>
                  <a:pt x="10961898" y="2721752"/>
                  <a:pt x="10961898" y="2741094"/>
                </a:cubicBezTo>
                <a:cubicBezTo>
                  <a:pt x="10884518" y="2728196"/>
                  <a:pt x="10814661" y="2752914"/>
                  <a:pt x="10750177" y="2785149"/>
                </a:cubicBezTo>
                <a:cubicBezTo>
                  <a:pt x="10807138" y="2772256"/>
                  <a:pt x="10858724" y="2759362"/>
                  <a:pt x="10916760" y="2752914"/>
                </a:cubicBezTo>
                <a:cubicBezTo>
                  <a:pt x="10968347" y="2747539"/>
                  <a:pt x="11019934" y="2741094"/>
                  <a:pt x="11070446" y="2715302"/>
                </a:cubicBezTo>
                <a:cubicBezTo>
                  <a:pt x="11173620" y="2670168"/>
                  <a:pt x="11288615" y="2670168"/>
                  <a:pt x="11398238" y="2650824"/>
                </a:cubicBezTo>
                <a:cubicBezTo>
                  <a:pt x="11622856" y="2612137"/>
                  <a:pt x="11846399" y="2561628"/>
                  <a:pt x="12071017" y="2497149"/>
                </a:cubicBezTo>
                <a:cubicBezTo>
                  <a:pt x="12071017" y="2516495"/>
                  <a:pt x="12071017" y="2554106"/>
                  <a:pt x="12090362" y="2554106"/>
                </a:cubicBezTo>
                <a:cubicBezTo>
                  <a:pt x="12090362" y="2535836"/>
                  <a:pt x="12090362" y="2516495"/>
                  <a:pt x="12090362" y="2497149"/>
                </a:cubicBezTo>
                <a:cubicBezTo>
                  <a:pt x="12103259" y="2490703"/>
                  <a:pt x="12116155" y="2490703"/>
                  <a:pt x="12135501" y="2484256"/>
                </a:cubicBezTo>
                <a:cubicBezTo>
                  <a:pt x="12154846" y="2484256"/>
                  <a:pt x="12180639" y="2477804"/>
                  <a:pt x="12206433" y="2477804"/>
                </a:cubicBezTo>
                <a:cubicBezTo>
                  <a:pt x="12193536" y="2484256"/>
                  <a:pt x="12187087" y="2497149"/>
                  <a:pt x="12187087" y="2510046"/>
                </a:cubicBezTo>
                <a:cubicBezTo>
                  <a:pt x="12193536" y="2516495"/>
                  <a:pt x="12206433" y="2516495"/>
                  <a:pt x="12219329" y="2522941"/>
                </a:cubicBezTo>
                <a:cubicBezTo>
                  <a:pt x="12219329" y="2432672"/>
                  <a:pt x="12302083" y="2445566"/>
                  <a:pt x="12340773" y="2432672"/>
                </a:cubicBezTo>
                <a:cubicBezTo>
                  <a:pt x="12418154" y="2419778"/>
                  <a:pt x="12488011" y="2406870"/>
                  <a:pt x="12565391" y="2387533"/>
                </a:cubicBezTo>
                <a:cubicBezTo>
                  <a:pt x="12591185" y="2381086"/>
                  <a:pt x="12629875" y="2348847"/>
                  <a:pt x="12654594" y="2374638"/>
                </a:cubicBezTo>
                <a:cubicBezTo>
                  <a:pt x="12680387" y="2393980"/>
                  <a:pt x="12693284" y="2406870"/>
                  <a:pt x="12719078" y="2400427"/>
                </a:cubicBezTo>
                <a:cubicBezTo>
                  <a:pt x="12796458" y="2387533"/>
                  <a:pt x="12872764" y="2381086"/>
                  <a:pt x="12950144" y="2374638"/>
                </a:cubicBezTo>
                <a:cubicBezTo>
                  <a:pt x="13265039" y="2348847"/>
                  <a:pt x="13572411" y="2330579"/>
                  <a:pt x="13880858" y="2337027"/>
                </a:cubicBezTo>
                <a:cubicBezTo>
                  <a:pt x="13855064" y="2337027"/>
                  <a:pt x="13829271" y="2343474"/>
                  <a:pt x="13803477" y="2348847"/>
                </a:cubicBezTo>
                <a:cubicBezTo>
                  <a:pt x="13809926" y="2361740"/>
                  <a:pt x="13816374" y="2374638"/>
                  <a:pt x="13822823" y="2381086"/>
                </a:cubicBezTo>
                <a:cubicBezTo>
                  <a:pt x="13797029" y="2400427"/>
                  <a:pt x="13764787" y="2413338"/>
                  <a:pt x="13732545" y="2445566"/>
                </a:cubicBezTo>
                <a:cubicBezTo>
                  <a:pt x="13719649" y="2458463"/>
                  <a:pt x="13694930" y="2458463"/>
                  <a:pt x="13694930" y="2497149"/>
                </a:cubicBezTo>
                <a:cubicBezTo>
                  <a:pt x="13706752" y="2484256"/>
                  <a:pt x="13726097" y="2471358"/>
                  <a:pt x="13738994" y="2471358"/>
                </a:cubicBezTo>
                <a:cubicBezTo>
                  <a:pt x="13758339" y="2471358"/>
                  <a:pt x="13771236" y="2490703"/>
                  <a:pt x="13784132" y="2497149"/>
                </a:cubicBezTo>
                <a:cubicBezTo>
                  <a:pt x="13803477" y="2503598"/>
                  <a:pt x="13842168" y="2510046"/>
                  <a:pt x="13848616" y="2471358"/>
                </a:cubicBezTo>
                <a:cubicBezTo>
                  <a:pt x="13855064" y="2445566"/>
                  <a:pt x="13848616" y="2393980"/>
                  <a:pt x="13867961" y="2381086"/>
                </a:cubicBezTo>
                <a:cubicBezTo>
                  <a:pt x="13874409" y="2374638"/>
                  <a:pt x="13886231" y="2374638"/>
                  <a:pt x="13893755" y="2361740"/>
                </a:cubicBezTo>
                <a:cubicBezTo>
                  <a:pt x="13900203" y="2356369"/>
                  <a:pt x="13900203" y="2330579"/>
                  <a:pt x="13905577" y="2317683"/>
                </a:cubicBezTo>
                <a:cubicBezTo>
                  <a:pt x="13918473" y="2285443"/>
                  <a:pt x="13957163" y="2304791"/>
                  <a:pt x="13976509" y="2304791"/>
                </a:cubicBezTo>
                <a:cubicBezTo>
                  <a:pt x="14015199" y="2304791"/>
                  <a:pt x="14060337" y="2298334"/>
                  <a:pt x="14099027" y="2291889"/>
                </a:cubicBezTo>
                <a:cubicBezTo>
                  <a:pt x="14123746" y="2285443"/>
                  <a:pt x="14175333" y="2266099"/>
                  <a:pt x="14201127" y="2285443"/>
                </a:cubicBezTo>
                <a:cubicBezTo>
                  <a:pt x="14207575" y="2295116"/>
                  <a:pt x="14210799" y="2309625"/>
                  <a:pt x="14212411" y="2324803"/>
                </a:cubicBezTo>
                <a:lnTo>
                  <a:pt x="14213855" y="2363672"/>
                </a:lnTo>
                <a:lnTo>
                  <a:pt x="14217894" y="2366503"/>
                </a:lnTo>
                <a:cubicBezTo>
                  <a:pt x="14211907" y="2372428"/>
                  <a:pt x="14205919" y="2378352"/>
                  <a:pt x="14199932" y="2366503"/>
                </a:cubicBezTo>
                <a:lnTo>
                  <a:pt x="14204446" y="2363340"/>
                </a:lnTo>
                <a:lnTo>
                  <a:pt x="14169506" y="2345640"/>
                </a:lnTo>
                <a:cubicBezTo>
                  <a:pt x="14124216" y="2332190"/>
                  <a:pt x="14077264" y="2341862"/>
                  <a:pt x="14034544" y="2337027"/>
                </a:cubicBezTo>
                <a:cubicBezTo>
                  <a:pt x="14034544" y="2400427"/>
                  <a:pt x="14086131" y="2368190"/>
                  <a:pt x="14110849" y="2368190"/>
                </a:cubicBezTo>
                <a:cubicBezTo>
                  <a:pt x="14110849" y="2400427"/>
                  <a:pt x="14086131" y="2406870"/>
                  <a:pt x="14073234" y="2419778"/>
                </a:cubicBezTo>
                <a:cubicBezTo>
                  <a:pt x="14053889" y="2439119"/>
                  <a:pt x="14028095" y="2464911"/>
                  <a:pt x="14015199" y="2497149"/>
                </a:cubicBezTo>
                <a:cubicBezTo>
                  <a:pt x="14034544" y="2503598"/>
                  <a:pt x="14053889" y="2516495"/>
                  <a:pt x="14073234" y="2522941"/>
                </a:cubicBezTo>
                <a:cubicBezTo>
                  <a:pt x="14073234" y="2503598"/>
                  <a:pt x="14066786" y="2464911"/>
                  <a:pt x="14091504" y="2464911"/>
                </a:cubicBezTo>
                <a:cubicBezTo>
                  <a:pt x="14091504" y="2516495"/>
                  <a:pt x="14105476" y="2522941"/>
                  <a:pt x="14130195" y="2529389"/>
                </a:cubicBezTo>
                <a:cubicBezTo>
                  <a:pt x="14149540" y="2529389"/>
                  <a:pt x="14188230" y="2535836"/>
                  <a:pt x="14188230" y="2497149"/>
                </a:cubicBezTo>
                <a:cubicBezTo>
                  <a:pt x="14168885" y="2497149"/>
                  <a:pt x="14155988" y="2497149"/>
                  <a:pt x="14143091" y="2497149"/>
                </a:cubicBezTo>
                <a:cubicBezTo>
                  <a:pt x="14143091" y="2471358"/>
                  <a:pt x="14143091" y="2452014"/>
                  <a:pt x="14143091" y="2432672"/>
                </a:cubicBezTo>
                <a:cubicBezTo>
                  <a:pt x="14181781" y="2445566"/>
                  <a:pt x="14220472" y="2458463"/>
                  <a:pt x="14259162" y="2477804"/>
                </a:cubicBezTo>
                <a:cubicBezTo>
                  <a:pt x="14246265" y="2490703"/>
                  <a:pt x="14239817" y="2503598"/>
                  <a:pt x="14233368" y="2522941"/>
                </a:cubicBezTo>
                <a:cubicBezTo>
                  <a:pt x="14246265" y="2522941"/>
                  <a:pt x="14272059" y="2510046"/>
                  <a:pt x="14278507" y="2542284"/>
                </a:cubicBezTo>
                <a:cubicBezTo>
                  <a:pt x="14284955" y="2516495"/>
                  <a:pt x="14272059" y="2484256"/>
                  <a:pt x="14284955" y="2464911"/>
                </a:cubicBezTo>
                <a:cubicBezTo>
                  <a:pt x="14296777" y="2445566"/>
                  <a:pt x="14329019" y="2458463"/>
                  <a:pt x="14348364" y="2458463"/>
                </a:cubicBezTo>
                <a:cubicBezTo>
                  <a:pt x="14348364" y="2458463"/>
                  <a:pt x="14380606" y="2471358"/>
                  <a:pt x="14374158" y="2484256"/>
                </a:cubicBezTo>
                <a:cubicBezTo>
                  <a:pt x="14361261" y="2510046"/>
                  <a:pt x="14335467" y="2497149"/>
                  <a:pt x="14316122" y="2497149"/>
                </a:cubicBezTo>
                <a:cubicBezTo>
                  <a:pt x="14316122" y="2516495"/>
                  <a:pt x="14322571" y="2535836"/>
                  <a:pt x="14322571" y="2554106"/>
                </a:cubicBezTo>
                <a:cubicBezTo>
                  <a:pt x="14387054" y="2484256"/>
                  <a:pt x="14464435" y="2566999"/>
                  <a:pt x="14534292" y="2547657"/>
                </a:cubicBezTo>
                <a:cubicBezTo>
                  <a:pt x="14483780" y="2535836"/>
                  <a:pt x="14438641" y="2522941"/>
                  <a:pt x="14393503" y="2510046"/>
                </a:cubicBezTo>
                <a:cubicBezTo>
                  <a:pt x="14470883" y="2445566"/>
                  <a:pt x="14553637" y="2497149"/>
                  <a:pt x="14637466" y="2510046"/>
                </a:cubicBezTo>
                <a:cubicBezTo>
                  <a:pt x="14611672" y="2529389"/>
                  <a:pt x="14566534" y="2547657"/>
                  <a:pt x="14579431" y="2605690"/>
                </a:cubicBezTo>
                <a:cubicBezTo>
                  <a:pt x="14592327" y="2644376"/>
                  <a:pt x="14637466" y="2586345"/>
                  <a:pt x="14637466" y="2644376"/>
                </a:cubicBezTo>
                <a:cubicBezTo>
                  <a:pt x="14451538" y="2612137"/>
                  <a:pt x="14265610" y="2579897"/>
                  <a:pt x="14079682" y="2561628"/>
                </a:cubicBezTo>
                <a:cubicBezTo>
                  <a:pt x="13989405" y="2554106"/>
                  <a:pt x="13900203" y="2535836"/>
                  <a:pt x="13809926" y="2535836"/>
                </a:cubicBezTo>
                <a:cubicBezTo>
                  <a:pt x="13777684" y="2535836"/>
                  <a:pt x="13732545" y="2554106"/>
                  <a:pt x="13700304" y="2535836"/>
                </a:cubicBezTo>
                <a:cubicBezTo>
                  <a:pt x="13669137" y="2516495"/>
                  <a:pt x="13688482" y="2452014"/>
                  <a:pt x="13688482" y="2419778"/>
                </a:cubicBezTo>
                <a:cubicBezTo>
                  <a:pt x="13604653" y="2419778"/>
                  <a:pt x="13520824" y="2426225"/>
                  <a:pt x="13438070" y="2432672"/>
                </a:cubicBezTo>
                <a:lnTo>
                  <a:pt x="13499431" y="2462859"/>
                </a:lnTo>
                <a:lnTo>
                  <a:pt x="13505185" y="2450516"/>
                </a:lnTo>
                <a:cubicBezTo>
                  <a:pt x="13507431" y="2450516"/>
                  <a:pt x="13510424" y="2455331"/>
                  <a:pt x="13516412" y="2464962"/>
                </a:cubicBezTo>
                <a:lnTo>
                  <a:pt x="13512292" y="2468496"/>
                </a:lnTo>
                <a:lnTo>
                  <a:pt x="13538725" y="2478915"/>
                </a:lnTo>
                <a:cubicBezTo>
                  <a:pt x="13549909" y="2482241"/>
                  <a:pt x="13561126" y="2484256"/>
                  <a:pt x="13572411" y="2484256"/>
                </a:cubicBezTo>
                <a:cubicBezTo>
                  <a:pt x="13591756" y="2484256"/>
                  <a:pt x="13636895" y="2477804"/>
                  <a:pt x="13636895" y="2522941"/>
                </a:cubicBezTo>
                <a:cubicBezTo>
                  <a:pt x="13553066" y="2522941"/>
                  <a:pt x="13475686" y="2522941"/>
                  <a:pt x="13392932" y="2522941"/>
                </a:cubicBezTo>
                <a:cubicBezTo>
                  <a:pt x="13392932" y="2503598"/>
                  <a:pt x="13399380" y="2484256"/>
                  <a:pt x="13399380" y="2464911"/>
                </a:cubicBezTo>
                <a:lnTo>
                  <a:pt x="13403724" y="2467517"/>
                </a:lnTo>
                <a:lnTo>
                  <a:pt x="13403655" y="2467412"/>
                </a:lnTo>
                <a:cubicBezTo>
                  <a:pt x="13409642" y="2454185"/>
                  <a:pt x="13411139" y="2450878"/>
                  <a:pt x="13412636" y="2452532"/>
                </a:cubicBezTo>
                <a:lnTo>
                  <a:pt x="13413461" y="2453899"/>
                </a:lnTo>
                <a:lnTo>
                  <a:pt x="13409959" y="2446573"/>
                </a:lnTo>
                <a:cubicBezTo>
                  <a:pt x="13405425" y="2425415"/>
                  <a:pt x="13409052" y="2398815"/>
                  <a:pt x="13380035" y="2393980"/>
                </a:cubicBezTo>
                <a:cubicBezTo>
                  <a:pt x="13354241" y="2393980"/>
                  <a:pt x="13328448" y="2406870"/>
                  <a:pt x="13302654" y="2400427"/>
                </a:cubicBezTo>
                <a:cubicBezTo>
                  <a:pt x="13289758" y="2393980"/>
                  <a:pt x="13270413" y="2393980"/>
                  <a:pt x="13252142" y="2400427"/>
                </a:cubicBezTo>
                <a:cubicBezTo>
                  <a:pt x="13226349" y="2406870"/>
                  <a:pt x="13239246" y="2464911"/>
                  <a:pt x="13239246" y="2497149"/>
                </a:cubicBezTo>
                <a:cubicBezTo>
                  <a:pt x="13252142" y="2484256"/>
                  <a:pt x="13270413" y="2477804"/>
                  <a:pt x="13284384" y="2464911"/>
                </a:cubicBezTo>
                <a:cubicBezTo>
                  <a:pt x="13284384" y="2484256"/>
                  <a:pt x="13289758" y="2503598"/>
                  <a:pt x="13296206" y="2522941"/>
                </a:cubicBezTo>
                <a:cubicBezTo>
                  <a:pt x="13265039" y="2516495"/>
                  <a:pt x="13232797" y="2510046"/>
                  <a:pt x="13200555" y="2510046"/>
                </a:cubicBezTo>
                <a:cubicBezTo>
                  <a:pt x="13207004" y="2490703"/>
                  <a:pt x="13219900" y="2471358"/>
                  <a:pt x="13213452" y="2452014"/>
                </a:cubicBezTo>
                <a:cubicBezTo>
                  <a:pt x="13200555" y="2432672"/>
                  <a:pt x="13194107" y="2413338"/>
                  <a:pt x="13174762" y="2406870"/>
                </a:cubicBezTo>
                <a:cubicBezTo>
                  <a:pt x="13148968" y="2400427"/>
                  <a:pt x="13123175" y="2419778"/>
                  <a:pt x="13090933" y="2426225"/>
                </a:cubicBezTo>
                <a:cubicBezTo>
                  <a:pt x="13027524" y="2439119"/>
                  <a:pt x="12956592" y="2445566"/>
                  <a:pt x="12892109" y="2464911"/>
                </a:cubicBezTo>
                <a:cubicBezTo>
                  <a:pt x="12822251" y="2490703"/>
                  <a:pt x="12751319" y="2477804"/>
                  <a:pt x="12680387" y="2484256"/>
                </a:cubicBezTo>
                <a:cubicBezTo>
                  <a:pt x="12623427" y="2490703"/>
                  <a:pt x="12558943" y="2484256"/>
                  <a:pt x="12500908" y="2535836"/>
                </a:cubicBezTo>
                <a:cubicBezTo>
                  <a:pt x="12513805" y="2547657"/>
                  <a:pt x="12533150" y="2554106"/>
                  <a:pt x="12546046" y="2566999"/>
                </a:cubicBezTo>
                <a:cubicBezTo>
                  <a:pt x="12533150" y="2573448"/>
                  <a:pt x="12526701" y="2586345"/>
                  <a:pt x="12526701" y="2599243"/>
                </a:cubicBezTo>
                <a:cubicBezTo>
                  <a:pt x="12905005" y="2612137"/>
                  <a:pt x="13289758" y="2612137"/>
                  <a:pt x="13675585" y="2612137"/>
                </a:cubicBezTo>
                <a:cubicBezTo>
                  <a:pt x="13611101" y="2618587"/>
                  <a:pt x="13546618" y="2625034"/>
                  <a:pt x="13483209" y="2631480"/>
                </a:cubicBezTo>
                <a:cubicBezTo>
                  <a:pt x="13457415" y="2637928"/>
                  <a:pt x="13431622" y="2631480"/>
                  <a:pt x="13405828" y="2644376"/>
                </a:cubicBezTo>
                <a:cubicBezTo>
                  <a:pt x="13386483" y="2650824"/>
                  <a:pt x="13392932" y="2689511"/>
                  <a:pt x="13392932" y="2708855"/>
                </a:cubicBezTo>
                <a:cubicBezTo>
                  <a:pt x="13457415" y="2695958"/>
                  <a:pt x="13533721" y="2657271"/>
                  <a:pt x="13598205" y="2689511"/>
                </a:cubicBezTo>
                <a:cubicBezTo>
                  <a:pt x="13636895" y="2708855"/>
                  <a:pt x="13669137" y="2734643"/>
                  <a:pt x="13675585" y="2657271"/>
                </a:cubicBezTo>
                <a:cubicBezTo>
                  <a:pt x="13675585" y="2586345"/>
                  <a:pt x="13738994" y="2612137"/>
                  <a:pt x="13764787" y="2612137"/>
                </a:cubicBezTo>
                <a:cubicBezTo>
                  <a:pt x="13797029" y="2618587"/>
                  <a:pt x="13835719" y="2612137"/>
                  <a:pt x="13867961" y="2605690"/>
                </a:cubicBezTo>
                <a:cubicBezTo>
                  <a:pt x="13886231" y="2605690"/>
                  <a:pt x="13937818" y="2592790"/>
                  <a:pt x="13950715" y="2618587"/>
                </a:cubicBezTo>
                <a:cubicBezTo>
                  <a:pt x="13970060" y="2644376"/>
                  <a:pt x="13900203" y="2650824"/>
                  <a:pt x="13893755" y="2644376"/>
                </a:cubicBezTo>
                <a:cubicBezTo>
                  <a:pt x="13874409" y="2644376"/>
                  <a:pt x="13855064" y="2644376"/>
                  <a:pt x="13829271" y="2644376"/>
                </a:cubicBezTo>
                <a:cubicBezTo>
                  <a:pt x="13809926" y="2637928"/>
                  <a:pt x="13745442" y="2625034"/>
                  <a:pt x="13732545" y="2670168"/>
                </a:cubicBezTo>
                <a:cubicBezTo>
                  <a:pt x="13719649" y="2708855"/>
                  <a:pt x="13751891" y="2702408"/>
                  <a:pt x="13764787" y="2702408"/>
                </a:cubicBezTo>
                <a:cubicBezTo>
                  <a:pt x="13797029" y="2702408"/>
                  <a:pt x="13835719" y="2695958"/>
                  <a:pt x="13874409" y="2695958"/>
                </a:cubicBezTo>
                <a:cubicBezTo>
                  <a:pt x="13950715" y="2689511"/>
                  <a:pt x="14028095" y="2683064"/>
                  <a:pt x="14110849" y="2676615"/>
                </a:cubicBezTo>
                <a:cubicBezTo>
                  <a:pt x="14110849" y="2695958"/>
                  <a:pt x="14110849" y="2721752"/>
                  <a:pt x="14110849" y="2741094"/>
                </a:cubicBezTo>
                <a:cubicBezTo>
                  <a:pt x="14123746" y="2741094"/>
                  <a:pt x="14136643" y="2741094"/>
                  <a:pt x="14155988" y="2741094"/>
                </a:cubicBezTo>
                <a:cubicBezTo>
                  <a:pt x="14181781" y="2741094"/>
                  <a:pt x="14214023" y="2747539"/>
                  <a:pt x="14246265" y="2747539"/>
                </a:cubicBezTo>
                <a:cubicBezTo>
                  <a:pt x="14304300" y="2747539"/>
                  <a:pt x="14361261" y="2752914"/>
                  <a:pt x="14425745" y="2752914"/>
                </a:cubicBezTo>
                <a:cubicBezTo>
                  <a:pt x="14477331" y="2759362"/>
                  <a:pt x="14534292" y="2772256"/>
                  <a:pt x="14592327" y="2766883"/>
                </a:cubicBezTo>
                <a:cubicBezTo>
                  <a:pt x="14624569" y="2759362"/>
                  <a:pt x="14637466" y="2772256"/>
                  <a:pt x="14637466" y="2830301"/>
                </a:cubicBezTo>
                <a:cubicBezTo>
                  <a:pt x="14534830" y="2814184"/>
                  <a:pt x="14430581" y="2807707"/>
                  <a:pt x="14326333" y="2801257"/>
                </a:cubicBezTo>
                <a:lnTo>
                  <a:pt x="14262063" y="2796778"/>
                </a:lnTo>
                <a:lnTo>
                  <a:pt x="14275019" y="2805263"/>
                </a:lnTo>
                <a:cubicBezTo>
                  <a:pt x="14278013" y="2810894"/>
                  <a:pt x="14279510" y="2818930"/>
                  <a:pt x="14279510" y="2828558"/>
                </a:cubicBezTo>
                <a:cubicBezTo>
                  <a:pt x="14273522" y="2828558"/>
                  <a:pt x="14269032" y="2825351"/>
                  <a:pt x="14266038" y="2819735"/>
                </a:cubicBezTo>
                <a:lnTo>
                  <a:pt x="14261607" y="2796747"/>
                </a:lnTo>
                <a:lnTo>
                  <a:pt x="14170161" y="2790378"/>
                </a:lnTo>
                <a:cubicBezTo>
                  <a:pt x="14118238" y="2785949"/>
                  <a:pt x="14066517" y="2780312"/>
                  <a:pt x="14015199" y="2772256"/>
                </a:cubicBezTo>
                <a:cubicBezTo>
                  <a:pt x="13931370" y="2759362"/>
                  <a:pt x="13835719" y="2721752"/>
                  <a:pt x="13758339" y="2785149"/>
                </a:cubicBezTo>
                <a:cubicBezTo>
                  <a:pt x="13738994" y="2804473"/>
                  <a:pt x="13726097" y="2778702"/>
                  <a:pt x="13713200" y="2766883"/>
                </a:cubicBezTo>
                <a:cubicBezTo>
                  <a:pt x="13700304" y="2759362"/>
                  <a:pt x="13675585" y="2759362"/>
                  <a:pt x="13662688" y="2752914"/>
                </a:cubicBezTo>
                <a:cubicBezTo>
                  <a:pt x="13636895" y="2741094"/>
                  <a:pt x="13598205" y="2747539"/>
                  <a:pt x="13598205" y="2798035"/>
                </a:cubicBezTo>
                <a:cubicBezTo>
                  <a:pt x="13591756" y="2778702"/>
                  <a:pt x="13578859" y="2759362"/>
                  <a:pt x="13572411" y="2741094"/>
                </a:cubicBezTo>
                <a:cubicBezTo>
                  <a:pt x="13533721" y="2798035"/>
                  <a:pt x="13483209" y="2798035"/>
                  <a:pt x="13431622" y="2798035"/>
                </a:cubicBezTo>
                <a:cubicBezTo>
                  <a:pt x="13367138" y="2798035"/>
                  <a:pt x="13302654" y="2785149"/>
                  <a:pt x="13239246" y="2785149"/>
                </a:cubicBezTo>
                <a:cubicBezTo>
                  <a:pt x="13245694" y="2778702"/>
                  <a:pt x="13245694" y="2772256"/>
                  <a:pt x="13252142" y="2772256"/>
                </a:cubicBezTo>
                <a:cubicBezTo>
                  <a:pt x="13239246" y="2747539"/>
                  <a:pt x="13207004" y="2759362"/>
                  <a:pt x="13194107" y="2766883"/>
                </a:cubicBezTo>
                <a:cubicBezTo>
                  <a:pt x="13161865" y="2772256"/>
                  <a:pt x="13136072" y="2772256"/>
                  <a:pt x="13103830" y="2772256"/>
                </a:cubicBezTo>
                <a:cubicBezTo>
                  <a:pt x="13065140" y="2772256"/>
                  <a:pt x="13008179" y="2759362"/>
                  <a:pt x="12982386" y="2830301"/>
                </a:cubicBezTo>
                <a:cubicBezTo>
                  <a:pt x="12937247" y="2747539"/>
                  <a:pt x="12854493" y="2778702"/>
                  <a:pt x="12790010" y="2791595"/>
                </a:cubicBezTo>
                <a:cubicBezTo>
                  <a:pt x="12751319" y="2791595"/>
                  <a:pt x="12654594" y="2759362"/>
                  <a:pt x="12654594" y="2862535"/>
                </a:cubicBezTo>
                <a:cubicBezTo>
                  <a:pt x="12623427" y="2836748"/>
                  <a:pt x="12584737" y="2823864"/>
                  <a:pt x="12546046" y="2836748"/>
                </a:cubicBezTo>
                <a:cubicBezTo>
                  <a:pt x="12513805" y="2843195"/>
                  <a:pt x="12488011" y="2881878"/>
                  <a:pt x="12456844" y="2894774"/>
                </a:cubicBezTo>
                <a:cubicBezTo>
                  <a:pt x="12418154" y="2907666"/>
                  <a:pt x="12379464" y="2901221"/>
                  <a:pt x="12340773" y="2901221"/>
                </a:cubicBezTo>
                <a:cubicBezTo>
                  <a:pt x="12302083" y="2901221"/>
                  <a:pt x="12263393" y="2907666"/>
                  <a:pt x="12219329" y="2907666"/>
                </a:cubicBezTo>
                <a:cubicBezTo>
                  <a:pt x="12225778" y="2901221"/>
                  <a:pt x="12225778" y="2894774"/>
                  <a:pt x="12232226" y="2888327"/>
                </a:cubicBezTo>
                <a:cubicBezTo>
                  <a:pt x="12187087" y="2856089"/>
                  <a:pt x="12135501" y="2920566"/>
                  <a:pt x="12090362" y="2888327"/>
                </a:cubicBezTo>
                <a:cubicBezTo>
                  <a:pt x="12090362" y="2933464"/>
                  <a:pt x="12090362" y="2958175"/>
                  <a:pt x="12058120" y="2958175"/>
                </a:cubicBezTo>
                <a:cubicBezTo>
                  <a:pt x="12033401" y="2958175"/>
                  <a:pt x="12007608" y="2952806"/>
                  <a:pt x="11981815" y="2964624"/>
                </a:cubicBezTo>
                <a:cubicBezTo>
                  <a:pt x="11923779" y="2983968"/>
                  <a:pt x="11859296" y="2983968"/>
                  <a:pt x="11808783" y="3029103"/>
                </a:cubicBezTo>
                <a:cubicBezTo>
                  <a:pt x="11923779" y="3035555"/>
                  <a:pt x="12046298" y="3035555"/>
                  <a:pt x="12167742" y="3048447"/>
                </a:cubicBezTo>
                <a:cubicBezTo>
                  <a:pt x="12167742" y="3029103"/>
                  <a:pt x="12154846" y="2990416"/>
                  <a:pt x="12174191" y="2983968"/>
                </a:cubicBezTo>
                <a:cubicBezTo>
                  <a:pt x="12193536" y="2972146"/>
                  <a:pt x="12219329" y="2983968"/>
                  <a:pt x="12238674" y="2983968"/>
                </a:cubicBezTo>
                <a:cubicBezTo>
                  <a:pt x="12238674" y="3016207"/>
                  <a:pt x="12187087" y="3035555"/>
                  <a:pt x="12219329" y="3067798"/>
                </a:cubicBezTo>
                <a:cubicBezTo>
                  <a:pt x="12238674" y="3093583"/>
                  <a:pt x="12276290" y="3067798"/>
                  <a:pt x="12295635" y="3061340"/>
                </a:cubicBezTo>
                <a:cubicBezTo>
                  <a:pt x="12379464" y="3029103"/>
                  <a:pt x="12462218" y="3003312"/>
                  <a:pt x="12539598" y="2983968"/>
                </a:cubicBezTo>
                <a:cubicBezTo>
                  <a:pt x="12584737" y="2977523"/>
                  <a:pt x="12623427" y="2972146"/>
                  <a:pt x="12662117" y="2977523"/>
                </a:cubicBezTo>
                <a:cubicBezTo>
                  <a:pt x="12699732" y="2983968"/>
                  <a:pt x="12731974" y="3003312"/>
                  <a:pt x="12764216" y="3022655"/>
                </a:cubicBezTo>
                <a:lnTo>
                  <a:pt x="12769727" y="3023950"/>
                </a:lnTo>
                <a:lnTo>
                  <a:pt x="12759050" y="3014790"/>
                </a:lnTo>
                <a:cubicBezTo>
                  <a:pt x="12771025" y="2995527"/>
                  <a:pt x="12771025" y="2995527"/>
                  <a:pt x="12777012" y="3014790"/>
                </a:cubicBezTo>
                <a:lnTo>
                  <a:pt x="12770482" y="3024128"/>
                </a:lnTo>
                <a:lnTo>
                  <a:pt x="12794225" y="3029707"/>
                </a:lnTo>
                <a:cubicBezTo>
                  <a:pt x="12825005" y="3030313"/>
                  <a:pt x="12857449" y="3014596"/>
                  <a:pt x="12885660" y="3009759"/>
                </a:cubicBezTo>
                <a:cubicBezTo>
                  <a:pt x="12917902" y="3009759"/>
                  <a:pt x="12937247" y="3035555"/>
                  <a:pt x="12956592" y="2983968"/>
                </a:cubicBezTo>
                <a:cubicBezTo>
                  <a:pt x="12969489" y="2952806"/>
                  <a:pt x="12982386" y="2964624"/>
                  <a:pt x="13001731" y="2977523"/>
                </a:cubicBezTo>
                <a:cubicBezTo>
                  <a:pt x="13014628" y="2983968"/>
                  <a:pt x="13014628" y="2964624"/>
                  <a:pt x="13021076" y="2946355"/>
                </a:cubicBezTo>
                <a:cubicBezTo>
                  <a:pt x="13030749" y="2931845"/>
                  <a:pt x="13044049" y="2949377"/>
                  <a:pt x="13052814" y="2962222"/>
                </a:cubicBezTo>
                <a:lnTo>
                  <a:pt x="13056973" y="2968159"/>
                </a:lnTo>
                <a:lnTo>
                  <a:pt x="13059766" y="2972146"/>
                </a:lnTo>
                <a:cubicBezTo>
                  <a:pt x="13079111" y="2977523"/>
                  <a:pt x="13090933" y="2977523"/>
                  <a:pt x="13110278" y="2972146"/>
                </a:cubicBezTo>
                <a:cubicBezTo>
                  <a:pt x="13200555" y="2958175"/>
                  <a:pt x="13284384" y="2907666"/>
                  <a:pt x="13373586" y="2914116"/>
                </a:cubicBezTo>
                <a:cubicBezTo>
                  <a:pt x="13463864" y="2927011"/>
                  <a:pt x="13546618" y="2946355"/>
                  <a:pt x="13636895" y="2907666"/>
                </a:cubicBezTo>
                <a:lnTo>
                  <a:pt x="13676487" y="2893083"/>
                </a:lnTo>
                <a:lnTo>
                  <a:pt x="13680018" y="2911699"/>
                </a:lnTo>
                <a:cubicBezTo>
                  <a:pt x="13683108" y="2917341"/>
                  <a:pt x="13687945" y="2920566"/>
                  <a:pt x="13694930" y="2920566"/>
                </a:cubicBezTo>
                <a:cubicBezTo>
                  <a:pt x="13694930" y="2910893"/>
                  <a:pt x="13693318" y="2902833"/>
                  <a:pt x="13690094" y="2897191"/>
                </a:cubicBezTo>
                <a:lnTo>
                  <a:pt x="13680782" y="2891501"/>
                </a:lnTo>
                <a:lnTo>
                  <a:pt x="13695417" y="2886110"/>
                </a:lnTo>
                <a:cubicBezTo>
                  <a:pt x="13755114" y="2870998"/>
                  <a:pt x="13817986" y="2872207"/>
                  <a:pt x="13880858" y="2862535"/>
                </a:cubicBezTo>
                <a:cubicBezTo>
                  <a:pt x="13880858" y="2881878"/>
                  <a:pt x="13880858" y="2901221"/>
                  <a:pt x="13880858" y="2920566"/>
                </a:cubicBezTo>
                <a:cubicBezTo>
                  <a:pt x="14053889" y="2894774"/>
                  <a:pt x="14220472" y="2927011"/>
                  <a:pt x="14393503" y="2952806"/>
                </a:cubicBezTo>
                <a:cubicBezTo>
                  <a:pt x="14393503" y="2894774"/>
                  <a:pt x="14335467" y="2952806"/>
                  <a:pt x="14335467" y="2888327"/>
                </a:cubicBezTo>
                <a:cubicBezTo>
                  <a:pt x="14367709" y="2888327"/>
                  <a:pt x="14399951" y="2888327"/>
                  <a:pt x="14432193" y="2888327"/>
                </a:cubicBezTo>
                <a:cubicBezTo>
                  <a:pt x="14457986" y="2888327"/>
                  <a:pt x="14457986" y="2933464"/>
                  <a:pt x="14470883" y="2952806"/>
                </a:cubicBezTo>
                <a:cubicBezTo>
                  <a:pt x="14490228" y="2901221"/>
                  <a:pt x="14527844" y="2958175"/>
                  <a:pt x="14553637" y="2972146"/>
                </a:cubicBezTo>
                <a:cubicBezTo>
                  <a:pt x="14605224" y="2983968"/>
                  <a:pt x="14650363" y="2983968"/>
                  <a:pt x="14701950" y="2983968"/>
                </a:cubicBezTo>
                <a:cubicBezTo>
                  <a:pt x="14778255" y="2983968"/>
                  <a:pt x="14868532" y="2983968"/>
                  <a:pt x="14938390" y="3061340"/>
                </a:cubicBezTo>
                <a:cubicBezTo>
                  <a:pt x="14746013" y="3048447"/>
                  <a:pt x="14560086" y="3035555"/>
                  <a:pt x="14374158" y="3029103"/>
                </a:cubicBezTo>
                <a:cubicBezTo>
                  <a:pt x="14380606" y="3042000"/>
                  <a:pt x="14393503" y="3061340"/>
                  <a:pt x="14399951" y="3074240"/>
                </a:cubicBezTo>
                <a:cubicBezTo>
                  <a:pt x="14341916" y="3087134"/>
                  <a:pt x="14278507" y="3093583"/>
                  <a:pt x="14220472" y="3106481"/>
                </a:cubicBezTo>
                <a:cubicBezTo>
                  <a:pt x="14226920" y="3054895"/>
                  <a:pt x="14252713" y="3061340"/>
                  <a:pt x="14278507" y="3074240"/>
                </a:cubicBezTo>
                <a:cubicBezTo>
                  <a:pt x="14278507" y="3042000"/>
                  <a:pt x="14284955" y="3016207"/>
                  <a:pt x="14259162" y="3009759"/>
                </a:cubicBezTo>
                <a:cubicBezTo>
                  <a:pt x="14233368" y="3003312"/>
                  <a:pt x="14214023" y="3009759"/>
                  <a:pt x="14194678" y="3009759"/>
                </a:cubicBezTo>
                <a:cubicBezTo>
                  <a:pt x="14143091" y="3009759"/>
                  <a:pt x="14091504" y="2996864"/>
                  <a:pt x="14040992" y="3003312"/>
                </a:cubicBezTo>
                <a:lnTo>
                  <a:pt x="13993733" y="3009219"/>
                </a:lnTo>
                <a:lnTo>
                  <a:pt x="13976509" y="3011371"/>
                </a:lnTo>
                <a:cubicBezTo>
                  <a:pt x="13953939" y="3014596"/>
                  <a:pt x="13931370" y="3016207"/>
                  <a:pt x="13912025" y="3009759"/>
                </a:cubicBezTo>
                <a:cubicBezTo>
                  <a:pt x="13893755" y="3003312"/>
                  <a:pt x="13855064" y="2983968"/>
                  <a:pt x="13880858" y="3029103"/>
                </a:cubicBezTo>
                <a:cubicBezTo>
                  <a:pt x="13861513" y="3042000"/>
                  <a:pt x="13842168" y="3074240"/>
                  <a:pt x="13816374" y="3074240"/>
                </a:cubicBezTo>
                <a:cubicBezTo>
                  <a:pt x="13803477" y="3074240"/>
                  <a:pt x="13797029" y="3061340"/>
                  <a:pt x="13784132" y="3048447"/>
                </a:cubicBezTo>
                <a:cubicBezTo>
                  <a:pt x="13777684" y="3042000"/>
                  <a:pt x="13764787" y="3048447"/>
                  <a:pt x="13758339" y="3048447"/>
                </a:cubicBezTo>
                <a:cubicBezTo>
                  <a:pt x="13732545" y="3048447"/>
                  <a:pt x="13680959" y="3067798"/>
                  <a:pt x="13662688" y="3048447"/>
                </a:cubicBezTo>
                <a:cubicBezTo>
                  <a:pt x="13649791" y="3035555"/>
                  <a:pt x="13656240" y="3003312"/>
                  <a:pt x="13656240" y="2983968"/>
                </a:cubicBezTo>
                <a:cubicBezTo>
                  <a:pt x="13636895" y="3003312"/>
                  <a:pt x="13617550" y="3022655"/>
                  <a:pt x="13598205" y="3048447"/>
                </a:cubicBezTo>
                <a:cubicBezTo>
                  <a:pt x="13598205" y="3022655"/>
                  <a:pt x="13598205" y="3003312"/>
                  <a:pt x="13598205" y="2983968"/>
                </a:cubicBezTo>
                <a:cubicBezTo>
                  <a:pt x="13483209" y="3016207"/>
                  <a:pt x="13367138" y="3022655"/>
                  <a:pt x="13252142" y="3042000"/>
                </a:cubicBezTo>
                <a:cubicBezTo>
                  <a:pt x="13136072" y="3054895"/>
                  <a:pt x="13021076" y="3067798"/>
                  <a:pt x="12905005" y="3087134"/>
                </a:cubicBezTo>
                <a:cubicBezTo>
                  <a:pt x="12693284" y="3112926"/>
                  <a:pt x="12475114" y="3132271"/>
                  <a:pt x="12263393" y="3169883"/>
                </a:cubicBezTo>
                <a:cubicBezTo>
                  <a:pt x="12212881" y="3177405"/>
                  <a:pt x="11750748" y="3279496"/>
                  <a:pt x="11750748" y="3234361"/>
                </a:cubicBezTo>
                <a:cubicBezTo>
                  <a:pt x="11750748" y="3234361"/>
                  <a:pt x="11770093" y="3221465"/>
                  <a:pt x="11770093" y="3215019"/>
                </a:cubicBezTo>
                <a:cubicBezTo>
                  <a:pt x="11776542" y="3195674"/>
                  <a:pt x="11744300" y="3195674"/>
                  <a:pt x="11737851" y="3195674"/>
                </a:cubicBezTo>
                <a:cubicBezTo>
                  <a:pt x="11699161" y="3195674"/>
                  <a:pt x="11724955" y="3260153"/>
                  <a:pt x="11686264" y="3273049"/>
                </a:cubicBezTo>
                <a:cubicBezTo>
                  <a:pt x="11660471" y="3273049"/>
                  <a:pt x="11609959" y="3234361"/>
                  <a:pt x="11597062" y="3279496"/>
                </a:cubicBezTo>
                <a:cubicBezTo>
                  <a:pt x="11590614" y="3305285"/>
                  <a:pt x="11584165" y="3350421"/>
                  <a:pt x="11564820" y="3350421"/>
                </a:cubicBezTo>
                <a:cubicBezTo>
                  <a:pt x="11564820" y="3318183"/>
                  <a:pt x="11564820" y="3292393"/>
                  <a:pt x="11564820" y="3260153"/>
                </a:cubicBezTo>
                <a:cubicBezTo>
                  <a:pt x="11474543" y="3311735"/>
                  <a:pt x="11391789" y="3368664"/>
                  <a:pt x="11295064" y="3382670"/>
                </a:cubicBezTo>
                <a:cubicBezTo>
                  <a:pt x="11295064" y="3305285"/>
                  <a:pt x="11199413" y="3356866"/>
                  <a:pt x="11199413" y="3413830"/>
                </a:cubicBezTo>
                <a:cubicBezTo>
                  <a:pt x="11186516" y="3407382"/>
                  <a:pt x="11173620" y="3400935"/>
                  <a:pt x="11160723" y="3388041"/>
                </a:cubicBezTo>
                <a:cubicBezTo>
                  <a:pt x="11154274" y="3407382"/>
                  <a:pt x="11147826" y="3426726"/>
                  <a:pt x="11147826" y="3446069"/>
                </a:cubicBezTo>
                <a:cubicBezTo>
                  <a:pt x="11122033" y="3446069"/>
                  <a:pt x="11102688" y="3452516"/>
                  <a:pt x="11083342" y="3458965"/>
                </a:cubicBezTo>
                <a:cubicBezTo>
                  <a:pt x="11038204" y="3478308"/>
                  <a:pt x="10994140" y="3497652"/>
                  <a:pt x="10942553" y="3510547"/>
                </a:cubicBezTo>
                <a:cubicBezTo>
                  <a:pt x="10845828" y="3536339"/>
                  <a:pt x="10750177" y="3580399"/>
                  <a:pt x="10659900" y="3625537"/>
                </a:cubicBezTo>
                <a:cubicBezTo>
                  <a:pt x="10455702" y="3722252"/>
                  <a:pt x="10256877" y="3817897"/>
                  <a:pt x="10058053" y="3908169"/>
                </a:cubicBezTo>
                <a:cubicBezTo>
                  <a:pt x="9852780" y="4003812"/>
                  <a:pt x="9653955" y="4100532"/>
                  <a:pt x="9448682" y="4196035"/>
                </a:cubicBezTo>
                <a:cubicBezTo>
                  <a:pt x="9346583" y="4246544"/>
                  <a:pt x="9249858" y="4291679"/>
                  <a:pt x="9147758" y="4336814"/>
                </a:cubicBezTo>
                <a:cubicBezTo>
                  <a:pt x="9109068" y="4362606"/>
                  <a:pt x="9063930" y="4369054"/>
                  <a:pt x="9025240" y="4393771"/>
                </a:cubicBezTo>
                <a:cubicBezTo>
                  <a:pt x="9005894" y="4406667"/>
                  <a:pt x="8986549" y="4426011"/>
                  <a:pt x="8968279" y="4426011"/>
                </a:cubicBezTo>
                <a:cubicBezTo>
                  <a:pt x="8954308" y="4426011"/>
                  <a:pt x="8941411" y="4432458"/>
                  <a:pt x="8941411" y="4458250"/>
                </a:cubicBezTo>
                <a:cubicBezTo>
                  <a:pt x="9044585" y="4432458"/>
                  <a:pt x="9141310" y="4381950"/>
                  <a:pt x="9243409" y="4426011"/>
                </a:cubicBezTo>
                <a:cubicBezTo>
                  <a:pt x="9243409" y="4375502"/>
                  <a:pt x="9204719" y="4406667"/>
                  <a:pt x="9185374" y="4381950"/>
                </a:cubicBezTo>
                <a:cubicBezTo>
                  <a:pt x="9217616" y="4330366"/>
                  <a:pt x="9269203" y="4356158"/>
                  <a:pt x="9307893" y="4317471"/>
                </a:cubicBezTo>
                <a:cubicBezTo>
                  <a:pt x="9340135" y="4272335"/>
                  <a:pt x="9390647" y="4291679"/>
                  <a:pt x="9435785" y="4291679"/>
                </a:cubicBezTo>
                <a:cubicBezTo>
                  <a:pt x="9429337" y="4291679"/>
                  <a:pt x="9422889" y="4298127"/>
                  <a:pt x="9422889" y="4304575"/>
                </a:cubicBezTo>
                <a:cubicBezTo>
                  <a:pt x="9442234" y="4330366"/>
                  <a:pt x="9468027" y="4298127"/>
                  <a:pt x="9487372" y="4291679"/>
                </a:cubicBezTo>
                <a:cubicBezTo>
                  <a:pt x="9519614" y="4285231"/>
                  <a:pt x="9551856" y="4278783"/>
                  <a:pt x="9584098" y="4272335"/>
                </a:cubicBezTo>
                <a:cubicBezTo>
                  <a:pt x="9576575" y="4252991"/>
                  <a:pt x="9571201" y="4233648"/>
                  <a:pt x="9564753" y="4214304"/>
                </a:cubicBezTo>
                <a:cubicBezTo>
                  <a:pt x="9551856" y="4227200"/>
                  <a:pt x="9538959" y="4233648"/>
                  <a:pt x="9526062" y="4246544"/>
                </a:cubicBezTo>
                <a:cubicBezTo>
                  <a:pt x="9526062" y="4214304"/>
                  <a:pt x="9526062" y="4184354"/>
                  <a:pt x="9551856" y="4184354"/>
                </a:cubicBezTo>
                <a:cubicBezTo>
                  <a:pt x="9576575" y="4177906"/>
                  <a:pt x="9602368" y="4196035"/>
                  <a:pt x="9628162" y="4177906"/>
                </a:cubicBezTo>
                <a:cubicBezTo>
                  <a:pt x="9647507" y="4171458"/>
                  <a:pt x="9666852" y="4145668"/>
                  <a:pt x="9686197" y="4152114"/>
                </a:cubicBezTo>
                <a:cubicBezTo>
                  <a:pt x="9699094" y="4158563"/>
                  <a:pt x="9711990" y="4165011"/>
                  <a:pt x="9705542" y="4189587"/>
                </a:cubicBezTo>
                <a:cubicBezTo>
                  <a:pt x="9705542" y="4184354"/>
                  <a:pt x="9763577" y="4184354"/>
                  <a:pt x="9776474" y="4177906"/>
                </a:cubicBezTo>
                <a:cubicBezTo>
                  <a:pt x="9794744" y="4171458"/>
                  <a:pt x="9859228" y="4177906"/>
                  <a:pt x="9865676" y="4132769"/>
                </a:cubicBezTo>
                <a:cubicBezTo>
                  <a:pt x="9872125" y="4087636"/>
                  <a:pt x="9859228" y="4036052"/>
                  <a:pt x="9904367" y="4036052"/>
                </a:cubicBezTo>
                <a:lnTo>
                  <a:pt x="9930340" y="4033882"/>
                </a:lnTo>
                <a:lnTo>
                  <a:pt x="9952595" y="4032023"/>
                </a:lnTo>
                <a:cubicBezTo>
                  <a:pt x="9966970" y="4026380"/>
                  <a:pt x="9981210" y="4016708"/>
                  <a:pt x="10000017" y="4003812"/>
                </a:cubicBezTo>
                <a:cubicBezTo>
                  <a:pt x="10012914" y="3984469"/>
                  <a:pt x="10096743" y="3914616"/>
                  <a:pt x="10103191" y="3990915"/>
                </a:cubicBezTo>
                <a:cubicBezTo>
                  <a:pt x="10109639" y="4048948"/>
                  <a:pt x="10148330" y="4016708"/>
                  <a:pt x="10174123" y="4003812"/>
                </a:cubicBezTo>
                <a:cubicBezTo>
                  <a:pt x="10269774" y="3959751"/>
                  <a:pt x="10366499" y="3914616"/>
                  <a:pt x="10462150" y="3895275"/>
                </a:cubicBezTo>
                <a:cubicBezTo>
                  <a:pt x="10417011" y="3990915"/>
                  <a:pt x="10347154" y="3953304"/>
                  <a:pt x="10289119" y="3998439"/>
                </a:cubicBezTo>
                <a:cubicBezTo>
                  <a:pt x="10263325" y="4016708"/>
                  <a:pt x="10263325" y="4068293"/>
                  <a:pt x="10224635" y="4068293"/>
                </a:cubicBezTo>
                <a:cubicBezTo>
                  <a:pt x="10199917" y="4068293"/>
                  <a:pt x="10167675" y="4042499"/>
                  <a:pt x="10148330" y="4074739"/>
                </a:cubicBezTo>
                <a:cubicBezTo>
                  <a:pt x="10122536" y="4113427"/>
                  <a:pt x="10109639" y="4132769"/>
                  <a:pt x="10077398" y="4145668"/>
                </a:cubicBezTo>
                <a:cubicBezTo>
                  <a:pt x="10045156" y="4152114"/>
                  <a:pt x="10006466" y="4152114"/>
                  <a:pt x="9975299" y="4165011"/>
                </a:cubicBezTo>
                <a:cubicBezTo>
                  <a:pt x="9949505" y="4177906"/>
                  <a:pt x="9930160" y="4207856"/>
                  <a:pt x="9904367" y="4207856"/>
                </a:cubicBezTo>
                <a:cubicBezTo>
                  <a:pt x="9901143" y="4211080"/>
                  <a:pt x="9888246" y="4212692"/>
                  <a:pt x="9876156" y="4212020"/>
                </a:cubicBezTo>
                <a:lnTo>
                  <a:pt x="9865805" y="4207797"/>
                </a:lnTo>
                <a:lnTo>
                  <a:pt x="9866316" y="4208037"/>
                </a:lnTo>
                <a:cubicBezTo>
                  <a:pt x="9868561" y="4212046"/>
                  <a:pt x="9868561" y="4220065"/>
                  <a:pt x="9865567" y="4226700"/>
                </a:cubicBezTo>
                <a:lnTo>
                  <a:pt x="9864944" y="4225750"/>
                </a:lnTo>
                <a:lnTo>
                  <a:pt x="9865676" y="4227200"/>
                </a:lnTo>
                <a:cubicBezTo>
                  <a:pt x="9839883" y="4233648"/>
                  <a:pt x="9820538" y="4246544"/>
                  <a:pt x="9794744" y="4246544"/>
                </a:cubicBezTo>
                <a:cubicBezTo>
                  <a:pt x="9781848" y="4246544"/>
                  <a:pt x="9794744" y="4278783"/>
                  <a:pt x="9781848" y="4278783"/>
                </a:cubicBezTo>
                <a:cubicBezTo>
                  <a:pt x="9737784" y="4291679"/>
                  <a:pt x="9699094" y="4317471"/>
                  <a:pt x="9653955" y="4330366"/>
                </a:cubicBezTo>
                <a:cubicBezTo>
                  <a:pt x="9571201" y="4369054"/>
                  <a:pt x="9480924" y="4393771"/>
                  <a:pt x="9397095" y="4413115"/>
                </a:cubicBezTo>
                <a:cubicBezTo>
                  <a:pt x="9403544" y="4419563"/>
                  <a:pt x="9409992" y="4432458"/>
                  <a:pt x="9416440" y="4445354"/>
                </a:cubicBezTo>
                <a:cubicBezTo>
                  <a:pt x="9390647" y="4451802"/>
                  <a:pt x="9371302" y="4432458"/>
                  <a:pt x="9353031" y="4445354"/>
                </a:cubicBezTo>
                <a:cubicBezTo>
                  <a:pt x="9333686" y="4464698"/>
                  <a:pt x="9314341" y="4484042"/>
                  <a:pt x="9294996" y="4496938"/>
                </a:cubicBezTo>
                <a:cubicBezTo>
                  <a:pt x="9256306" y="4522729"/>
                  <a:pt x="9211167" y="4542073"/>
                  <a:pt x="9173552" y="4561417"/>
                </a:cubicBezTo>
                <a:cubicBezTo>
                  <a:pt x="9089723" y="4611925"/>
                  <a:pt x="8999446" y="4663509"/>
                  <a:pt x="8916692" y="4708644"/>
                </a:cubicBezTo>
                <a:cubicBezTo>
                  <a:pt x="8736138" y="4804288"/>
                  <a:pt x="8563107" y="4894559"/>
                  <a:pt x="8390076" y="4990203"/>
                </a:cubicBezTo>
                <a:cubicBezTo>
                  <a:pt x="8307322" y="5035338"/>
                  <a:pt x="8217044" y="5086922"/>
                  <a:pt x="8133216" y="5132057"/>
                </a:cubicBezTo>
                <a:cubicBezTo>
                  <a:pt x="8095600" y="5157849"/>
                  <a:pt x="8050462" y="5177193"/>
                  <a:pt x="8011772" y="5195462"/>
                </a:cubicBezTo>
                <a:cubicBezTo>
                  <a:pt x="7992426" y="5202984"/>
                  <a:pt x="7916121" y="5227701"/>
                  <a:pt x="7909672" y="5259941"/>
                </a:cubicBezTo>
                <a:cubicBezTo>
                  <a:pt x="7903224" y="5285733"/>
                  <a:pt x="7960184" y="5292180"/>
                  <a:pt x="7966633" y="5292180"/>
                </a:cubicBezTo>
                <a:cubicBezTo>
                  <a:pt x="7979530" y="5298628"/>
                  <a:pt x="7979530" y="5317972"/>
                  <a:pt x="7979530" y="5337316"/>
                </a:cubicBezTo>
                <a:cubicBezTo>
                  <a:pt x="7979530" y="5356660"/>
                  <a:pt x="7985978" y="5369555"/>
                  <a:pt x="7992426" y="5388899"/>
                </a:cubicBezTo>
                <a:cubicBezTo>
                  <a:pt x="8011772" y="5439408"/>
                  <a:pt x="7960184" y="5471647"/>
                  <a:pt x="7934391" y="5478095"/>
                </a:cubicBezTo>
                <a:cubicBezTo>
                  <a:pt x="7927943" y="5484543"/>
                  <a:pt x="7851637" y="5523231"/>
                  <a:pt x="7864534" y="5542574"/>
                </a:cubicBezTo>
                <a:cubicBezTo>
                  <a:pt x="7870982" y="5555470"/>
                  <a:pt x="7903224" y="5523231"/>
                  <a:pt x="7909672" y="5516783"/>
                </a:cubicBezTo>
                <a:cubicBezTo>
                  <a:pt x="7927943" y="5503887"/>
                  <a:pt x="7953736" y="5503887"/>
                  <a:pt x="7973082" y="5490991"/>
                </a:cubicBezTo>
                <a:cubicBezTo>
                  <a:pt x="7992426" y="5478095"/>
                  <a:pt x="8011772" y="5465199"/>
                  <a:pt x="8031116" y="5452304"/>
                </a:cubicBezTo>
                <a:cubicBezTo>
                  <a:pt x="8044014" y="5445856"/>
                  <a:pt x="8056910" y="5414691"/>
                  <a:pt x="8069807" y="5414691"/>
                </a:cubicBezTo>
                <a:cubicBezTo>
                  <a:pt x="8076255" y="5414691"/>
                  <a:pt x="8082704" y="5426512"/>
                  <a:pt x="8089152" y="5420064"/>
                </a:cubicBezTo>
                <a:cubicBezTo>
                  <a:pt x="8102048" y="5420064"/>
                  <a:pt x="8108497" y="5400720"/>
                  <a:pt x="8121394" y="5388899"/>
                </a:cubicBezTo>
                <a:cubicBezTo>
                  <a:pt x="8139664" y="5376003"/>
                  <a:pt x="8159009" y="5382451"/>
                  <a:pt x="8184802" y="5382451"/>
                </a:cubicBezTo>
                <a:cubicBezTo>
                  <a:pt x="8223493" y="5376003"/>
                  <a:pt x="8262183" y="5350212"/>
                  <a:pt x="8281528" y="5285733"/>
                </a:cubicBezTo>
                <a:cubicBezTo>
                  <a:pt x="8253317" y="5291374"/>
                  <a:pt x="8210295" y="5341447"/>
                  <a:pt x="8182700" y="5319320"/>
                </a:cubicBezTo>
                <a:lnTo>
                  <a:pt x="8173922" y="5307736"/>
                </a:lnTo>
                <a:lnTo>
                  <a:pt x="8174231" y="5310551"/>
                </a:lnTo>
                <a:cubicBezTo>
                  <a:pt x="8174979" y="5312257"/>
                  <a:pt x="8176476" y="5313964"/>
                  <a:pt x="8179469" y="5317376"/>
                </a:cubicBezTo>
                <a:cubicBezTo>
                  <a:pt x="8173482" y="5324201"/>
                  <a:pt x="8168991" y="5324201"/>
                  <a:pt x="8167495" y="5320789"/>
                </a:cubicBezTo>
                <a:lnTo>
                  <a:pt x="8172660" y="5306070"/>
                </a:lnTo>
                <a:lnTo>
                  <a:pt x="8171906" y="5305076"/>
                </a:lnTo>
                <a:cubicBezTo>
                  <a:pt x="8223493" y="5259941"/>
                  <a:pt x="8268632" y="5209432"/>
                  <a:pt x="8320218" y="5157849"/>
                </a:cubicBezTo>
                <a:cubicBezTo>
                  <a:pt x="8333115" y="5138505"/>
                  <a:pt x="8377179" y="5074026"/>
                  <a:pt x="8396524" y="5119161"/>
                </a:cubicBezTo>
                <a:lnTo>
                  <a:pt x="8398315" y="5105641"/>
                </a:lnTo>
                <a:lnTo>
                  <a:pt x="8397856" y="5102556"/>
                </a:lnTo>
                <a:cubicBezTo>
                  <a:pt x="8397446" y="5098944"/>
                  <a:pt x="8397240" y="5095532"/>
                  <a:pt x="8397548" y="5093425"/>
                </a:cubicBezTo>
                <a:lnTo>
                  <a:pt x="8398918" y="5092780"/>
                </a:lnTo>
                <a:lnTo>
                  <a:pt x="8409421" y="5074026"/>
                </a:lnTo>
                <a:cubicBezTo>
                  <a:pt x="8415869" y="5061130"/>
                  <a:pt x="8428766" y="5048234"/>
                  <a:pt x="8441663" y="5041786"/>
                </a:cubicBezTo>
                <a:cubicBezTo>
                  <a:pt x="8467456" y="5015995"/>
                  <a:pt x="8499698" y="4997726"/>
                  <a:pt x="8530865" y="4984830"/>
                </a:cubicBezTo>
                <a:cubicBezTo>
                  <a:pt x="8530865" y="5004174"/>
                  <a:pt x="8530865" y="5022443"/>
                  <a:pt x="8530865" y="5041786"/>
                </a:cubicBezTo>
                <a:cubicBezTo>
                  <a:pt x="8512595" y="5041786"/>
                  <a:pt x="8486801" y="5041786"/>
                  <a:pt x="8486801" y="5074026"/>
                </a:cubicBezTo>
                <a:cubicBezTo>
                  <a:pt x="8506146" y="5074026"/>
                  <a:pt x="8525491" y="5074026"/>
                  <a:pt x="8543762" y="5074026"/>
                </a:cubicBezTo>
                <a:cubicBezTo>
                  <a:pt x="8550210" y="5048234"/>
                  <a:pt x="8557733" y="5022443"/>
                  <a:pt x="8563107" y="4997726"/>
                </a:cubicBezTo>
                <a:cubicBezTo>
                  <a:pt x="8569555" y="5009547"/>
                  <a:pt x="8582452" y="5028891"/>
                  <a:pt x="8595349" y="5041786"/>
                </a:cubicBezTo>
                <a:cubicBezTo>
                  <a:pt x="8614694" y="4997726"/>
                  <a:pt x="8646935" y="4971934"/>
                  <a:pt x="8679177" y="4952590"/>
                </a:cubicBezTo>
                <a:cubicBezTo>
                  <a:pt x="8679177" y="4978382"/>
                  <a:pt x="8672729" y="5015995"/>
                  <a:pt x="8685626" y="5041786"/>
                </a:cubicBezTo>
                <a:cubicBezTo>
                  <a:pt x="8685626" y="5054682"/>
                  <a:pt x="8698522" y="5041786"/>
                  <a:pt x="8698522" y="5028891"/>
                </a:cubicBezTo>
                <a:cubicBezTo>
                  <a:pt x="8704971" y="5009547"/>
                  <a:pt x="8698522" y="4984830"/>
                  <a:pt x="8698522" y="4965486"/>
                </a:cubicBezTo>
                <a:cubicBezTo>
                  <a:pt x="8692074" y="4901007"/>
                  <a:pt x="8711419" y="4875215"/>
                  <a:pt x="8749035" y="4868767"/>
                </a:cubicBezTo>
                <a:cubicBezTo>
                  <a:pt x="8787725" y="4855872"/>
                  <a:pt x="8832863" y="4830080"/>
                  <a:pt x="8871553" y="4868767"/>
                </a:cubicBezTo>
                <a:cubicBezTo>
                  <a:pt x="8852208" y="4881663"/>
                  <a:pt x="8826415" y="4888111"/>
                  <a:pt x="8813518" y="4907455"/>
                </a:cubicBezTo>
                <a:cubicBezTo>
                  <a:pt x="8865105" y="4907455"/>
                  <a:pt x="8910244" y="4868767"/>
                  <a:pt x="8960756" y="4888111"/>
                </a:cubicBezTo>
                <a:cubicBezTo>
                  <a:pt x="8960756" y="4868767"/>
                  <a:pt x="8973653" y="4817184"/>
                  <a:pt x="8960756" y="4798915"/>
                </a:cubicBezTo>
                <a:cubicBezTo>
                  <a:pt x="8948934" y="4792467"/>
                  <a:pt x="8936037" y="4804288"/>
                  <a:pt x="8929589" y="4792467"/>
                </a:cubicBezTo>
                <a:cubicBezTo>
                  <a:pt x="8916692" y="4773123"/>
                  <a:pt x="8941411" y="4753780"/>
                  <a:pt x="8948934" y="4747332"/>
                </a:cubicBezTo>
                <a:cubicBezTo>
                  <a:pt x="8980101" y="4727988"/>
                  <a:pt x="9031688" y="4715092"/>
                  <a:pt x="9063930" y="4734436"/>
                </a:cubicBezTo>
                <a:cubicBezTo>
                  <a:pt x="9044585" y="4786019"/>
                  <a:pt x="9057481" y="4842976"/>
                  <a:pt x="9076826" y="4888111"/>
                </a:cubicBezTo>
                <a:cubicBezTo>
                  <a:pt x="9018791" y="4907455"/>
                  <a:pt x="8960756" y="4926799"/>
                  <a:pt x="8903795" y="4959038"/>
                </a:cubicBezTo>
                <a:cubicBezTo>
                  <a:pt x="8878002" y="4971934"/>
                  <a:pt x="8858657" y="4984830"/>
                  <a:pt x="8832863" y="5004174"/>
                </a:cubicBezTo>
                <a:cubicBezTo>
                  <a:pt x="8819967" y="5015995"/>
                  <a:pt x="8800621" y="5035338"/>
                  <a:pt x="8781276" y="5035338"/>
                </a:cubicBezTo>
                <a:lnTo>
                  <a:pt x="8773438" y="5035965"/>
                </a:lnTo>
                <a:lnTo>
                  <a:pt x="8781360" y="5042472"/>
                </a:lnTo>
                <a:cubicBezTo>
                  <a:pt x="8778200" y="5045884"/>
                  <a:pt x="8775040" y="5049297"/>
                  <a:pt x="8772012" y="5050150"/>
                </a:cubicBezTo>
                <a:lnTo>
                  <a:pt x="8767963" y="5049272"/>
                </a:lnTo>
                <a:lnTo>
                  <a:pt x="8770472" y="5059093"/>
                </a:lnTo>
                <a:cubicBezTo>
                  <a:pt x="8770472" y="5063909"/>
                  <a:pt x="8769105" y="5068725"/>
                  <a:pt x="8766370" y="5075146"/>
                </a:cubicBezTo>
                <a:cubicBezTo>
                  <a:pt x="8766370" y="5068725"/>
                  <a:pt x="8758714" y="5062304"/>
                  <a:pt x="8758714" y="5055883"/>
                </a:cubicBezTo>
                <a:cubicBezTo>
                  <a:pt x="8758714" y="5055883"/>
                  <a:pt x="8760628" y="5054277"/>
                  <a:pt x="8762542" y="5051869"/>
                </a:cubicBezTo>
                <a:lnTo>
                  <a:pt x="8765308" y="5045489"/>
                </a:lnTo>
                <a:lnTo>
                  <a:pt x="8763453" y="5042472"/>
                </a:lnTo>
                <a:lnTo>
                  <a:pt x="8767145" y="5036469"/>
                </a:lnTo>
                <a:lnTo>
                  <a:pt x="8761126" y="5036950"/>
                </a:lnTo>
                <a:cubicBezTo>
                  <a:pt x="8753871" y="5036950"/>
                  <a:pt x="8745811" y="5038562"/>
                  <a:pt x="8736138" y="5048234"/>
                </a:cubicBezTo>
                <a:cubicBezTo>
                  <a:pt x="8730764" y="5061130"/>
                  <a:pt x="8724316" y="5086922"/>
                  <a:pt x="8736138" y="5093370"/>
                </a:cubicBezTo>
                <a:cubicBezTo>
                  <a:pt x="8755483" y="5106266"/>
                  <a:pt x="8781276" y="5080474"/>
                  <a:pt x="8794173" y="5074026"/>
                </a:cubicBezTo>
                <a:cubicBezTo>
                  <a:pt x="8813518" y="5054682"/>
                  <a:pt x="8832863" y="5054682"/>
                  <a:pt x="8852208" y="5054682"/>
                </a:cubicBezTo>
                <a:cubicBezTo>
                  <a:pt x="8878002" y="5054682"/>
                  <a:pt x="8903795" y="5054682"/>
                  <a:pt x="8923140" y="5028891"/>
                </a:cubicBezTo>
                <a:cubicBezTo>
                  <a:pt x="8941411" y="5009547"/>
                  <a:pt x="8954308" y="4990203"/>
                  <a:pt x="8980101" y="4990203"/>
                </a:cubicBezTo>
                <a:cubicBezTo>
                  <a:pt x="9018791" y="4990203"/>
                  <a:pt x="9044585" y="4939694"/>
                  <a:pt x="9089723" y="4933247"/>
                </a:cubicBezTo>
                <a:cubicBezTo>
                  <a:pt x="9102620" y="4926799"/>
                  <a:pt x="9128413" y="4926799"/>
                  <a:pt x="9134862" y="4894559"/>
                </a:cubicBezTo>
                <a:cubicBezTo>
                  <a:pt x="9134862" y="4868767"/>
                  <a:pt x="9128413" y="4849424"/>
                  <a:pt x="9128413" y="4823632"/>
                </a:cubicBezTo>
                <a:cubicBezTo>
                  <a:pt x="9134862" y="4798915"/>
                  <a:pt x="9154207" y="4804288"/>
                  <a:pt x="9166029" y="4792467"/>
                </a:cubicBezTo>
                <a:cubicBezTo>
                  <a:pt x="9178926" y="4779571"/>
                  <a:pt x="9173552" y="4753780"/>
                  <a:pt x="9178926" y="4734436"/>
                </a:cubicBezTo>
                <a:cubicBezTo>
                  <a:pt x="9191822" y="4766675"/>
                  <a:pt x="9224064" y="4817184"/>
                  <a:pt x="9198271" y="4855872"/>
                </a:cubicBezTo>
                <a:cubicBezTo>
                  <a:pt x="9217616" y="4894559"/>
                  <a:pt x="9269203" y="4836528"/>
                  <a:pt x="9288548" y="4823632"/>
                </a:cubicBezTo>
                <a:cubicBezTo>
                  <a:pt x="9340135" y="4786019"/>
                  <a:pt x="9390647" y="4773123"/>
                  <a:pt x="9448682" y="4753780"/>
                </a:cubicBezTo>
                <a:cubicBezTo>
                  <a:pt x="9500269" y="4727988"/>
                  <a:pt x="9545408" y="4695748"/>
                  <a:pt x="9589471" y="4650613"/>
                </a:cubicBezTo>
                <a:cubicBezTo>
                  <a:pt x="9628162" y="4611925"/>
                  <a:pt x="9679748" y="4611925"/>
                  <a:pt x="9718439" y="4605477"/>
                </a:cubicBezTo>
                <a:cubicBezTo>
                  <a:pt x="9750680" y="4605477"/>
                  <a:pt x="9846331" y="4611925"/>
                  <a:pt x="9852780" y="4548521"/>
                </a:cubicBezTo>
                <a:cubicBezTo>
                  <a:pt x="9859228" y="4516281"/>
                  <a:pt x="9839883" y="4509833"/>
                  <a:pt x="9833435" y="4484042"/>
                </a:cubicBezTo>
                <a:cubicBezTo>
                  <a:pt x="9820538" y="4464698"/>
                  <a:pt x="9826986" y="4426011"/>
                  <a:pt x="9826986" y="4400219"/>
                </a:cubicBezTo>
                <a:cubicBezTo>
                  <a:pt x="9826986" y="4369054"/>
                  <a:pt x="9820538" y="4336814"/>
                  <a:pt x="9846331" y="4330366"/>
                </a:cubicBezTo>
                <a:cubicBezTo>
                  <a:pt x="9865676" y="4330366"/>
                  <a:pt x="9885021" y="4336814"/>
                  <a:pt x="9910815" y="4330366"/>
                </a:cubicBezTo>
                <a:cubicBezTo>
                  <a:pt x="9955953" y="4317471"/>
                  <a:pt x="9994644" y="4278783"/>
                  <a:pt x="10038707" y="4246544"/>
                </a:cubicBezTo>
                <a:cubicBezTo>
                  <a:pt x="10038707" y="4291679"/>
                  <a:pt x="10058053" y="4356158"/>
                  <a:pt x="10025811" y="4381950"/>
                </a:cubicBezTo>
                <a:cubicBezTo>
                  <a:pt x="10006466" y="4393771"/>
                  <a:pt x="9981747" y="4388398"/>
                  <a:pt x="9962402" y="4393771"/>
                </a:cubicBezTo>
                <a:cubicBezTo>
                  <a:pt x="9949505" y="4400219"/>
                  <a:pt x="9949505" y="4419563"/>
                  <a:pt x="9943057" y="4438906"/>
                </a:cubicBezTo>
                <a:cubicBezTo>
                  <a:pt x="9936608" y="4464698"/>
                  <a:pt x="9930160" y="4451802"/>
                  <a:pt x="9917263" y="4451802"/>
                </a:cubicBezTo>
                <a:cubicBezTo>
                  <a:pt x="9885021" y="4458250"/>
                  <a:pt x="9904367" y="4522729"/>
                  <a:pt x="9904367" y="4548521"/>
                </a:cubicBezTo>
                <a:cubicBezTo>
                  <a:pt x="10096743" y="4464698"/>
                  <a:pt x="10295567" y="4381950"/>
                  <a:pt x="10487943" y="4298127"/>
                </a:cubicBezTo>
                <a:cubicBezTo>
                  <a:pt x="10583594" y="4259439"/>
                  <a:pt x="10679245" y="4214304"/>
                  <a:pt x="10775970" y="4189587"/>
                </a:cubicBezTo>
                <a:cubicBezTo>
                  <a:pt x="10820034" y="4184354"/>
                  <a:pt x="10858724" y="4152114"/>
                  <a:pt x="10903863" y="4139219"/>
                </a:cubicBezTo>
                <a:cubicBezTo>
                  <a:pt x="10949002" y="4126322"/>
                  <a:pt x="10987692" y="4113427"/>
                  <a:pt x="11031756" y="4100532"/>
                </a:cubicBezTo>
                <a:cubicBezTo>
                  <a:pt x="10929656" y="4152114"/>
                  <a:pt x="10832931" y="4214304"/>
                  <a:pt x="10730832" y="4265887"/>
                </a:cubicBezTo>
                <a:cubicBezTo>
                  <a:pt x="10634106" y="4317471"/>
                  <a:pt x="10532007" y="4343262"/>
                  <a:pt x="10436357" y="4381950"/>
                </a:cubicBezTo>
                <a:cubicBezTo>
                  <a:pt x="10385844" y="4400219"/>
                  <a:pt x="10334257" y="4432458"/>
                  <a:pt x="10282671" y="4458250"/>
                </a:cubicBezTo>
                <a:cubicBezTo>
                  <a:pt x="10237532" y="4477594"/>
                  <a:pt x="10192393" y="4484042"/>
                  <a:pt x="10148330" y="4490490"/>
                </a:cubicBezTo>
                <a:cubicBezTo>
                  <a:pt x="10045156" y="4496938"/>
                  <a:pt x="9949505" y="4554969"/>
                  <a:pt x="9852780" y="4618373"/>
                </a:cubicBezTo>
                <a:cubicBezTo>
                  <a:pt x="9801193" y="4650613"/>
                  <a:pt x="9757129" y="4682852"/>
                  <a:pt x="9705542" y="4715092"/>
                </a:cubicBezTo>
                <a:cubicBezTo>
                  <a:pt x="9660403" y="4740884"/>
                  <a:pt x="9615265" y="4766675"/>
                  <a:pt x="9571201" y="4798915"/>
                </a:cubicBezTo>
                <a:cubicBezTo>
                  <a:pt x="9526062" y="4836528"/>
                  <a:pt x="9474476" y="4823632"/>
                  <a:pt x="9429337" y="4830080"/>
                </a:cubicBezTo>
                <a:cubicBezTo>
                  <a:pt x="9378825" y="4842976"/>
                  <a:pt x="9333686" y="4868767"/>
                  <a:pt x="9288548" y="4888111"/>
                </a:cubicBezTo>
                <a:cubicBezTo>
                  <a:pt x="9185374" y="4939694"/>
                  <a:pt x="9089723" y="5009547"/>
                  <a:pt x="8992998" y="5061130"/>
                </a:cubicBezTo>
                <a:cubicBezTo>
                  <a:pt x="8936037" y="5086922"/>
                  <a:pt x="8884450" y="5112713"/>
                  <a:pt x="8832863" y="5144953"/>
                </a:cubicBezTo>
                <a:cubicBezTo>
                  <a:pt x="8787725" y="5164297"/>
                  <a:pt x="8743661" y="5195462"/>
                  <a:pt x="8698522" y="5195462"/>
                </a:cubicBezTo>
                <a:cubicBezTo>
                  <a:pt x="8704971" y="5227701"/>
                  <a:pt x="8730764" y="5285733"/>
                  <a:pt x="8711419" y="5324420"/>
                </a:cubicBezTo>
                <a:cubicBezTo>
                  <a:pt x="8698522" y="5343764"/>
                  <a:pt x="8672729" y="5337316"/>
                  <a:pt x="8653384" y="5343764"/>
                </a:cubicBezTo>
                <a:cubicBezTo>
                  <a:pt x="8627590" y="5356660"/>
                  <a:pt x="8595349" y="5369555"/>
                  <a:pt x="8569555" y="5388899"/>
                </a:cubicBezTo>
                <a:cubicBezTo>
                  <a:pt x="8550210" y="5408243"/>
                  <a:pt x="8530865" y="5432960"/>
                  <a:pt x="8506146" y="5445856"/>
                </a:cubicBezTo>
                <a:cubicBezTo>
                  <a:pt x="8441663" y="5478095"/>
                  <a:pt x="8377179" y="5503887"/>
                  <a:pt x="8313770" y="5549022"/>
                </a:cubicBezTo>
                <a:cubicBezTo>
                  <a:pt x="8255734" y="5587710"/>
                  <a:pt x="8197700" y="5638219"/>
                  <a:pt x="8139664" y="5683354"/>
                </a:cubicBezTo>
                <a:cubicBezTo>
                  <a:pt x="8229942" y="5709146"/>
                  <a:pt x="8313770" y="5651114"/>
                  <a:pt x="8396524" y="5605979"/>
                </a:cubicBezTo>
                <a:cubicBezTo>
                  <a:pt x="8415869" y="5594158"/>
                  <a:pt x="8461008" y="5594158"/>
                  <a:pt x="8467456" y="5549022"/>
                </a:cubicBezTo>
                <a:cubicBezTo>
                  <a:pt x="8473904" y="5503887"/>
                  <a:pt x="8473904" y="5471647"/>
                  <a:pt x="8506146" y="5484543"/>
                </a:cubicBezTo>
                <a:cubicBezTo>
                  <a:pt x="8499698" y="5490991"/>
                  <a:pt x="8493249" y="5503887"/>
                  <a:pt x="8486801" y="5516783"/>
                </a:cubicBezTo>
                <a:cubicBezTo>
                  <a:pt x="8506146" y="5510335"/>
                  <a:pt x="8525491" y="5510335"/>
                  <a:pt x="8538388" y="5510335"/>
                </a:cubicBezTo>
                <a:cubicBezTo>
                  <a:pt x="8525491" y="5452304"/>
                  <a:pt x="8557733" y="5432960"/>
                  <a:pt x="8582452" y="5458752"/>
                </a:cubicBezTo>
                <a:cubicBezTo>
                  <a:pt x="8582452" y="5458752"/>
                  <a:pt x="8576003" y="5465199"/>
                  <a:pt x="8576003" y="5471647"/>
                </a:cubicBezTo>
                <a:cubicBezTo>
                  <a:pt x="8576003" y="5478095"/>
                  <a:pt x="8582452" y="5484543"/>
                  <a:pt x="8582452" y="5490991"/>
                </a:cubicBezTo>
                <a:cubicBezTo>
                  <a:pt x="8601797" y="5426512"/>
                  <a:pt x="8659832" y="5432960"/>
                  <a:pt x="8692074" y="5426512"/>
                </a:cubicBezTo>
                <a:cubicBezTo>
                  <a:pt x="8749035" y="5400720"/>
                  <a:pt x="8807070" y="5369555"/>
                  <a:pt x="8865105" y="5343764"/>
                </a:cubicBezTo>
                <a:cubicBezTo>
                  <a:pt x="8973653" y="5292180"/>
                  <a:pt x="9083275" y="5221253"/>
                  <a:pt x="9191822" y="5170745"/>
                </a:cubicBezTo>
                <a:cubicBezTo>
                  <a:pt x="9307893" y="5119161"/>
                  <a:pt x="9422889" y="5061130"/>
                  <a:pt x="9538959" y="4990203"/>
                </a:cubicBezTo>
                <a:cubicBezTo>
                  <a:pt x="9589471" y="4965486"/>
                  <a:pt x="9634610" y="4907455"/>
                  <a:pt x="9686197" y="4894559"/>
                </a:cubicBezTo>
                <a:cubicBezTo>
                  <a:pt x="9705542" y="4888111"/>
                  <a:pt x="9724887" y="4894559"/>
                  <a:pt x="9744232" y="4894559"/>
                </a:cubicBezTo>
                <a:cubicBezTo>
                  <a:pt x="9757129" y="4888111"/>
                  <a:pt x="9750680" y="4836528"/>
                  <a:pt x="9750680" y="4823632"/>
                </a:cubicBezTo>
                <a:cubicBezTo>
                  <a:pt x="9666852" y="4862319"/>
                  <a:pt x="9584098" y="4913903"/>
                  <a:pt x="9500269" y="4946142"/>
                </a:cubicBezTo>
                <a:cubicBezTo>
                  <a:pt x="9461579" y="4965486"/>
                  <a:pt x="9429337" y="4978382"/>
                  <a:pt x="9390647" y="4997726"/>
                </a:cubicBezTo>
                <a:cubicBezTo>
                  <a:pt x="9359480" y="5009547"/>
                  <a:pt x="9364853" y="5048234"/>
                  <a:pt x="9346583" y="5067578"/>
                </a:cubicBezTo>
                <a:cubicBezTo>
                  <a:pt x="9327238" y="5086922"/>
                  <a:pt x="9301444" y="5080474"/>
                  <a:pt x="9275651" y="5080474"/>
                </a:cubicBezTo>
                <a:cubicBezTo>
                  <a:pt x="9230512" y="5080474"/>
                  <a:pt x="9191822" y="5106266"/>
                  <a:pt x="9147758" y="5125609"/>
                </a:cubicBezTo>
                <a:cubicBezTo>
                  <a:pt x="9070378" y="5164297"/>
                  <a:pt x="8992998" y="5209432"/>
                  <a:pt x="8916692" y="5195462"/>
                </a:cubicBezTo>
                <a:cubicBezTo>
                  <a:pt x="8929589" y="5144953"/>
                  <a:pt x="8980101" y="5132057"/>
                  <a:pt x="9005894" y="5119161"/>
                </a:cubicBezTo>
                <a:cubicBezTo>
                  <a:pt x="9051033" y="5099818"/>
                  <a:pt x="9096172" y="5067578"/>
                  <a:pt x="9134862" y="5041786"/>
                </a:cubicBezTo>
                <a:cubicBezTo>
                  <a:pt x="9243409" y="4978382"/>
                  <a:pt x="9359480" y="4926799"/>
                  <a:pt x="9468027" y="4875215"/>
                </a:cubicBezTo>
                <a:cubicBezTo>
                  <a:pt x="9584098" y="4823632"/>
                  <a:pt x="9692645" y="4773123"/>
                  <a:pt x="9807641" y="4721540"/>
                </a:cubicBezTo>
                <a:cubicBezTo>
                  <a:pt x="9910815" y="4676405"/>
                  <a:pt x="10019362" y="4599030"/>
                  <a:pt x="10128985" y="4580760"/>
                </a:cubicBezTo>
                <a:cubicBezTo>
                  <a:pt x="10128985" y="4663509"/>
                  <a:pt x="10090294" y="4624821"/>
                  <a:pt x="10058053" y="4663509"/>
                </a:cubicBezTo>
                <a:cubicBezTo>
                  <a:pt x="10025811" y="4695748"/>
                  <a:pt x="9987121" y="4702196"/>
                  <a:pt x="9955953" y="4715092"/>
                </a:cubicBezTo>
                <a:cubicBezTo>
                  <a:pt x="9917263" y="4727988"/>
                  <a:pt x="9885021" y="4740884"/>
                  <a:pt x="9852780" y="4760227"/>
                </a:cubicBezTo>
                <a:cubicBezTo>
                  <a:pt x="9833435" y="4766675"/>
                  <a:pt x="9776474" y="4779571"/>
                  <a:pt x="9770026" y="4823632"/>
                </a:cubicBezTo>
                <a:cubicBezTo>
                  <a:pt x="9770026" y="4849424"/>
                  <a:pt x="9763577" y="4888111"/>
                  <a:pt x="9789371" y="4894559"/>
                </a:cubicBezTo>
                <a:cubicBezTo>
                  <a:pt x="9814089" y="4894559"/>
                  <a:pt x="9820538" y="4888111"/>
                  <a:pt x="9826986" y="4849424"/>
                </a:cubicBezTo>
                <a:cubicBezTo>
                  <a:pt x="9826986" y="4817184"/>
                  <a:pt x="9852780" y="4817184"/>
                  <a:pt x="9865676" y="4842976"/>
                </a:cubicBezTo>
                <a:lnTo>
                  <a:pt x="9867618" y="4830031"/>
                </a:lnTo>
                <a:lnTo>
                  <a:pt x="9867175" y="4826849"/>
                </a:lnTo>
                <a:lnTo>
                  <a:pt x="9866965" y="4819327"/>
                </a:lnTo>
                <a:lnTo>
                  <a:pt x="9865676" y="4810736"/>
                </a:lnTo>
                <a:cubicBezTo>
                  <a:pt x="9891470" y="4804288"/>
                  <a:pt x="9930160" y="4823632"/>
                  <a:pt x="9949505" y="4786019"/>
                </a:cubicBezTo>
                <a:cubicBezTo>
                  <a:pt x="9962402" y="4753780"/>
                  <a:pt x="9968850" y="4740884"/>
                  <a:pt x="9994644" y="4760227"/>
                </a:cubicBezTo>
                <a:cubicBezTo>
                  <a:pt x="10045156" y="4798915"/>
                  <a:pt x="9981747" y="4849424"/>
                  <a:pt x="9955953" y="4868767"/>
                </a:cubicBezTo>
                <a:cubicBezTo>
                  <a:pt x="9981747" y="4888111"/>
                  <a:pt x="10000017" y="4901007"/>
                  <a:pt x="10025811" y="4920351"/>
                </a:cubicBezTo>
                <a:cubicBezTo>
                  <a:pt x="9981747" y="4984830"/>
                  <a:pt x="9923712" y="4990203"/>
                  <a:pt x="9865676" y="5015995"/>
                </a:cubicBezTo>
                <a:cubicBezTo>
                  <a:pt x="9801193" y="5054682"/>
                  <a:pt x="9737784" y="5080474"/>
                  <a:pt x="9666852" y="5106266"/>
                </a:cubicBezTo>
                <a:cubicBezTo>
                  <a:pt x="9628162" y="5125609"/>
                  <a:pt x="9589471" y="5138505"/>
                  <a:pt x="9558304" y="5151401"/>
                </a:cubicBezTo>
                <a:cubicBezTo>
                  <a:pt x="9526062" y="5164297"/>
                  <a:pt x="9500269" y="5177193"/>
                  <a:pt x="9474476" y="5157849"/>
                </a:cubicBezTo>
                <a:lnTo>
                  <a:pt x="9472484" y="5156878"/>
                </a:lnTo>
                <a:lnTo>
                  <a:pt x="9476907" y="5170517"/>
                </a:lnTo>
                <a:cubicBezTo>
                  <a:pt x="9475410" y="5174530"/>
                  <a:pt x="9470920" y="5174530"/>
                  <a:pt x="9464932" y="5164898"/>
                </a:cubicBezTo>
                <a:cubicBezTo>
                  <a:pt x="9464932" y="5161687"/>
                  <a:pt x="9466429" y="5158476"/>
                  <a:pt x="9467926" y="5156068"/>
                </a:cubicBezTo>
                <a:lnTo>
                  <a:pt x="9468697" y="5155034"/>
                </a:lnTo>
                <a:lnTo>
                  <a:pt x="9443040" y="5142535"/>
                </a:lnTo>
                <a:cubicBezTo>
                  <a:pt x="9432561" y="5140117"/>
                  <a:pt x="9422889" y="5141729"/>
                  <a:pt x="9416440" y="5151401"/>
                </a:cubicBezTo>
                <a:cubicBezTo>
                  <a:pt x="9403544" y="5157849"/>
                  <a:pt x="9378825" y="5170745"/>
                  <a:pt x="9378825" y="5195462"/>
                </a:cubicBezTo>
                <a:cubicBezTo>
                  <a:pt x="9403544" y="5183641"/>
                  <a:pt x="9442234" y="5138505"/>
                  <a:pt x="9468027" y="5183641"/>
                </a:cubicBezTo>
                <a:cubicBezTo>
                  <a:pt x="9384198" y="5240597"/>
                  <a:pt x="9301444" y="5292180"/>
                  <a:pt x="9211167" y="5343764"/>
                </a:cubicBezTo>
                <a:cubicBezTo>
                  <a:pt x="9173552" y="5363108"/>
                  <a:pt x="9141310" y="5376003"/>
                  <a:pt x="9102620" y="5400720"/>
                </a:cubicBezTo>
                <a:cubicBezTo>
                  <a:pt x="9089723" y="5408243"/>
                  <a:pt x="9070378" y="5420064"/>
                  <a:pt x="9057481" y="5414691"/>
                </a:cubicBezTo>
                <a:cubicBezTo>
                  <a:pt x="9051033" y="5414691"/>
                  <a:pt x="9038136" y="5388899"/>
                  <a:pt x="9025240" y="5395347"/>
                </a:cubicBezTo>
                <a:cubicBezTo>
                  <a:pt x="9025240" y="5396690"/>
                  <a:pt x="9026449" y="5400519"/>
                  <a:pt x="9027860" y="5405607"/>
                </a:cubicBezTo>
                <a:lnTo>
                  <a:pt x="9029904" y="5415120"/>
                </a:lnTo>
                <a:lnTo>
                  <a:pt x="9037858" y="5406503"/>
                </a:lnTo>
                <a:cubicBezTo>
                  <a:pt x="9040852" y="5406503"/>
                  <a:pt x="9043846" y="5409746"/>
                  <a:pt x="9046839" y="5416233"/>
                </a:cubicBezTo>
                <a:lnTo>
                  <a:pt x="9030144" y="5416233"/>
                </a:lnTo>
                <a:lnTo>
                  <a:pt x="9031689" y="5423422"/>
                </a:lnTo>
                <a:cubicBezTo>
                  <a:pt x="9033301" y="5436184"/>
                  <a:pt x="9031688" y="5449080"/>
                  <a:pt x="9018791" y="5452304"/>
                </a:cubicBezTo>
                <a:cubicBezTo>
                  <a:pt x="9005894" y="5452304"/>
                  <a:pt x="8986549" y="5452304"/>
                  <a:pt x="8968279" y="5439408"/>
                </a:cubicBezTo>
                <a:cubicBezTo>
                  <a:pt x="8954308" y="5432960"/>
                  <a:pt x="8941411" y="5426512"/>
                  <a:pt x="8929589" y="5426512"/>
                </a:cubicBezTo>
                <a:cubicBezTo>
                  <a:pt x="8916692" y="5432960"/>
                  <a:pt x="8916692" y="5452304"/>
                  <a:pt x="8903795" y="5458752"/>
                </a:cubicBezTo>
                <a:cubicBezTo>
                  <a:pt x="8890899" y="5471647"/>
                  <a:pt x="8871553" y="5445856"/>
                  <a:pt x="8884450" y="5490991"/>
                </a:cubicBezTo>
                <a:cubicBezTo>
                  <a:pt x="8730764" y="5594158"/>
                  <a:pt x="8582452" y="5715594"/>
                  <a:pt x="8415869" y="5741385"/>
                </a:cubicBezTo>
                <a:cubicBezTo>
                  <a:pt x="8325592" y="5754281"/>
                  <a:pt x="8249286" y="5805864"/>
                  <a:pt x="8171906" y="5856373"/>
                </a:cubicBezTo>
                <a:cubicBezTo>
                  <a:pt x="8089152" y="5907956"/>
                  <a:pt x="8005323" y="5959540"/>
                  <a:pt x="7922569" y="6011123"/>
                </a:cubicBezTo>
                <a:cubicBezTo>
                  <a:pt x="7947288" y="6024019"/>
                  <a:pt x="7979530" y="6042288"/>
                  <a:pt x="8005323" y="6030467"/>
                </a:cubicBezTo>
                <a:cubicBezTo>
                  <a:pt x="8024668" y="6030467"/>
                  <a:pt x="8044014" y="6011123"/>
                  <a:pt x="8056910" y="6042288"/>
                </a:cubicBezTo>
                <a:lnTo>
                  <a:pt x="8058033" y="6038764"/>
                </a:lnTo>
                <a:lnTo>
                  <a:pt x="8054135" y="6026397"/>
                </a:lnTo>
                <a:lnTo>
                  <a:pt x="8057813" y="6014107"/>
                </a:lnTo>
                <a:lnTo>
                  <a:pt x="8056910" y="6011123"/>
                </a:lnTo>
                <a:cubicBezTo>
                  <a:pt x="8108497" y="5959540"/>
                  <a:pt x="8165458" y="5946644"/>
                  <a:pt x="8223493" y="5914404"/>
                </a:cubicBezTo>
                <a:cubicBezTo>
                  <a:pt x="8281528" y="5888613"/>
                  <a:pt x="8333115" y="5849925"/>
                  <a:pt x="8390076" y="5830581"/>
                </a:cubicBezTo>
                <a:cubicBezTo>
                  <a:pt x="8506146" y="5792969"/>
                  <a:pt x="8601797" y="5689802"/>
                  <a:pt x="8711419" y="5638219"/>
                </a:cubicBezTo>
                <a:cubicBezTo>
                  <a:pt x="8743661" y="5625323"/>
                  <a:pt x="8774828" y="5605979"/>
                  <a:pt x="8807070" y="5600606"/>
                </a:cubicBezTo>
                <a:lnTo>
                  <a:pt x="8824041" y="5601471"/>
                </a:lnTo>
                <a:lnTo>
                  <a:pt x="8820327" y="5593734"/>
                </a:lnTo>
                <a:cubicBezTo>
                  <a:pt x="8832302" y="5573893"/>
                  <a:pt x="8826314" y="5587120"/>
                  <a:pt x="8838289" y="5593734"/>
                </a:cubicBezTo>
                <a:lnTo>
                  <a:pt x="8833196" y="5601939"/>
                </a:lnTo>
                <a:lnTo>
                  <a:pt x="8846567" y="5602621"/>
                </a:lnTo>
                <a:cubicBezTo>
                  <a:pt x="8860269" y="5603292"/>
                  <a:pt x="8874778" y="5603292"/>
                  <a:pt x="8890899" y="5600606"/>
                </a:cubicBezTo>
                <a:cubicBezTo>
                  <a:pt x="8948934" y="5581262"/>
                  <a:pt x="9012343" y="5542574"/>
                  <a:pt x="9070378" y="5510335"/>
                </a:cubicBezTo>
                <a:cubicBezTo>
                  <a:pt x="9128413" y="5471647"/>
                  <a:pt x="9185374" y="5432960"/>
                  <a:pt x="9249858" y="5395347"/>
                </a:cubicBezTo>
                <a:cubicBezTo>
                  <a:pt x="9275651" y="5376003"/>
                  <a:pt x="9301444" y="5356660"/>
                  <a:pt x="9327238" y="5343764"/>
                </a:cubicBezTo>
                <a:cubicBezTo>
                  <a:pt x="9353031" y="5330868"/>
                  <a:pt x="9371302" y="5356660"/>
                  <a:pt x="9384198" y="5382451"/>
                </a:cubicBezTo>
                <a:cubicBezTo>
                  <a:pt x="9371302" y="5400720"/>
                  <a:pt x="9359480" y="5426512"/>
                  <a:pt x="9340135" y="5432960"/>
                </a:cubicBezTo>
                <a:cubicBezTo>
                  <a:pt x="9314341" y="5445856"/>
                  <a:pt x="9294996" y="5458752"/>
                  <a:pt x="9269203" y="5471647"/>
                </a:cubicBezTo>
                <a:cubicBezTo>
                  <a:pt x="9217616" y="5497439"/>
                  <a:pt x="9159580" y="5523231"/>
                  <a:pt x="9109068" y="5549022"/>
                </a:cubicBezTo>
                <a:cubicBezTo>
                  <a:pt x="8999446" y="5605979"/>
                  <a:pt x="8897347" y="5657562"/>
                  <a:pt x="8794173" y="5709146"/>
                </a:cubicBezTo>
                <a:cubicBezTo>
                  <a:pt x="8685626" y="5760729"/>
                  <a:pt x="8582452" y="5818760"/>
                  <a:pt x="8473904" y="5869269"/>
                </a:cubicBezTo>
                <a:cubicBezTo>
                  <a:pt x="8422317" y="5901508"/>
                  <a:pt x="8364282" y="5927300"/>
                  <a:pt x="8313770" y="5959540"/>
                </a:cubicBezTo>
                <a:cubicBezTo>
                  <a:pt x="8268632" y="5985331"/>
                  <a:pt x="8217044" y="6024019"/>
                  <a:pt x="8171906" y="6042288"/>
                </a:cubicBezTo>
                <a:cubicBezTo>
                  <a:pt x="8147187" y="6048736"/>
                  <a:pt x="8114946" y="6035840"/>
                  <a:pt x="8102048" y="6061632"/>
                </a:cubicBezTo>
                <a:cubicBezTo>
                  <a:pt x="8082704" y="6087423"/>
                  <a:pt x="8076255" y="6087423"/>
                  <a:pt x="8056910" y="6087423"/>
                </a:cubicBezTo>
                <a:cubicBezTo>
                  <a:pt x="8011772" y="6080975"/>
                  <a:pt x="7973082" y="6132559"/>
                  <a:pt x="7934391" y="6158350"/>
                </a:cubicBezTo>
                <a:cubicBezTo>
                  <a:pt x="7838740" y="6216382"/>
                  <a:pt x="7742015" y="6253994"/>
                  <a:pt x="7646364" y="6305578"/>
                </a:cubicBezTo>
                <a:cubicBezTo>
                  <a:pt x="7549639" y="6357161"/>
                  <a:pt x="7453988" y="6408744"/>
                  <a:pt x="7350814" y="6446357"/>
                </a:cubicBezTo>
                <a:cubicBezTo>
                  <a:pt x="7325021" y="6459253"/>
                  <a:pt x="7300302" y="6465701"/>
                  <a:pt x="7280957" y="6478597"/>
                </a:cubicBezTo>
                <a:cubicBezTo>
                  <a:pt x="7261612" y="6491493"/>
                  <a:pt x="7248715" y="6517284"/>
                  <a:pt x="7229370" y="6523732"/>
                </a:cubicBezTo>
                <a:cubicBezTo>
                  <a:pt x="7210025" y="6530180"/>
                  <a:pt x="7190680" y="6549524"/>
                  <a:pt x="7171335" y="6555972"/>
                </a:cubicBezTo>
                <a:cubicBezTo>
                  <a:pt x="7145542" y="6562420"/>
                  <a:pt x="7126196" y="6568868"/>
                  <a:pt x="7101478" y="6575316"/>
                </a:cubicBezTo>
                <a:cubicBezTo>
                  <a:pt x="7151990" y="6601107"/>
                  <a:pt x="7203576" y="6562420"/>
                  <a:pt x="7248715" y="6530180"/>
                </a:cubicBezTo>
                <a:cubicBezTo>
                  <a:pt x="7300302" y="6491493"/>
                  <a:pt x="7357262" y="6478597"/>
                  <a:pt x="7408850" y="6452805"/>
                </a:cubicBezTo>
                <a:cubicBezTo>
                  <a:pt x="7460436" y="6427013"/>
                  <a:pt x="7517397" y="6402296"/>
                  <a:pt x="7568984" y="6370057"/>
                </a:cubicBezTo>
                <a:cubicBezTo>
                  <a:pt x="7594778" y="6357161"/>
                  <a:pt x="7620571" y="6344265"/>
                  <a:pt x="7646364" y="6331369"/>
                </a:cubicBezTo>
                <a:cubicBezTo>
                  <a:pt x="7672158" y="6318474"/>
                  <a:pt x="7691503" y="6292682"/>
                  <a:pt x="7717296" y="6279786"/>
                </a:cubicBezTo>
                <a:cubicBezTo>
                  <a:pt x="7767808" y="6247547"/>
                  <a:pt x="7819396" y="6235725"/>
                  <a:pt x="7870982" y="6209934"/>
                </a:cubicBezTo>
                <a:cubicBezTo>
                  <a:pt x="7927943" y="6177694"/>
                  <a:pt x="7979530" y="6145455"/>
                  <a:pt x="8037565" y="6119663"/>
                </a:cubicBezTo>
                <a:cubicBezTo>
                  <a:pt x="8089152" y="6106767"/>
                  <a:pt x="8133216" y="6087423"/>
                  <a:pt x="8184802" y="6048736"/>
                </a:cubicBezTo>
                <a:cubicBezTo>
                  <a:pt x="8223493" y="6016496"/>
                  <a:pt x="8275080" y="6030467"/>
                  <a:pt x="8325592" y="5998227"/>
                </a:cubicBezTo>
                <a:cubicBezTo>
                  <a:pt x="8344937" y="5985331"/>
                  <a:pt x="8364282" y="5959540"/>
                  <a:pt x="8390076" y="5946644"/>
                </a:cubicBezTo>
                <a:cubicBezTo>
                  <a:pt x="8415869" y="5933748"/>
                  <a:pt x="8441663" y="5920852"/>
                  <a:pt x="8467456" y="5907956"/>
                </a:cubicBezTo>
                <a:cubicBezTo>
                  <a:pt x="8525491" y="5882165"/>
                  <a:pt x="8582452" y="5849925"/>
                  <a:pt x="8640487" y="5825208"/>
                </a:cubicBezTo>
                <a:cubicBezTo>
                  <a:pt x="8755483" y="5767177"/>
                  <a:pt x="8878002" y="5715594"/>
                  <a:pt x="8992998" y="5664010"/>
                </a:cubicBezTo>
                <a:cubicBezTo>
                  <a:pt x="9109068" y="5605979"/>
                  <a:pt x="9230512" y="5549022"/>
                  <a:pt x="9346583" y="5490991"/>
                </a:cubicBezTo>
                <a:cubicBezTo>
                  <a:pt x="9397095" y="5465199"/>
                  <a:pt x="9448682" y="5445856"/>
                  <a:pt x="9506717" y="5414691"/>
                </a:cubicBezTo>
                <a:cubicBezTo>
                  <a:pt x="9519614" y="5400720"/>
                  <a:pt x="9571201" y="5356660"/>
                  <a:pt x="9584098" y="5395347"/>
                </a:cubicBezTo>
                <a:cubicBezTo>
                  <a:pt x="9384198" y="5523231"/>
                  <a:pt x="9173552" y="5619949"/>
                  <a:pt x="8968279" y="5728489"/>
                </a:cubicBezTo>
                <a:cubicBezTo>
                  <a:pt x="8755483" y="5837029"/>
                  <a:pt x="8538388" y="5953092"/>
                  <a:pt x="8325592" y="6061632"/>
                </a:cubicBezTo>
                <a:cubicBezTo>
                  <a:pt x="8114946" y="6171246"/>
                  <a:pt x="7896776" y="6279786"/>
                  <a:pt x="7685054" y="6395849"/>
                </a:cubicBezTo>
                <a:cubicBezTo>
                  <a:pt x="7575432" y="6446357"/>
                  <a:pt x="7466885" y="6504388"/>
                  <a:pt x="7363711" y="6555972"/>
                </a:cubicBezTo>
                <a:cubicBezTo>
                  <a:pt x="7312124" y="6588211"/>
                  <a:pt x="7261612" y="6614003"/>
                  <a:pt x="7203576" y="6638720"/>
                </a:cubicBezTo>
                <a:cubicBezTo>
                  <a:pt x="7171335" y="6658064"/>
                  <a:pt x="7119748" y="6670960"/>
                  <a:pt x="7095029" y="6716095"/>
                </a:cubicBezTo>
                <a:cubicBezTo>
                  <a:pt x="7101478" y="6728991"/>
                  <a:pt x="7106851" y="6735439"/>
                  <a:pt x="7113300" y="6748335"/>
                </a:cubicBezTo>
                <a:cubicBezTo>
                  <a:pt x="7104165" y="6751558"/>
                  <a:pt x="7096373" y="6753170"/>
                  <a:pt x="7088447" y="6754782"/>
                </a:cubicBezTo>
                <a:lnTo>
                  <a:pt x="7064365" y="6760834"/>
                </a:lnTo>
                <a:lnTo>
                  <a:pt x="7065628" y="6762189"/>
                </a:lnTo>
                <a:cubicBezTo>
                  <a:pt x="7065628" y="6768610"/>
                  <a:pt x="7059641" y="6775031"/>
                  <a:pt x="7059641" y="6781452"/>
                </a:cubicBezTo>
                <a:cubicBezTo>
                  <a:pt x="7059641" y="6775031"/>
                  <a:pt x="7053653" y="6768610"/>
                  <a:pt x="7047666" y="6762189"/>
                </a:cubicBezTo>
                <a:cubicBezTo>
                  <a:pt x="7050660" y="6755767"/>
                  <a:pt x="7053654" y="6752557"/>
                  <a:pt x="7056647" y="6752557"/>
                </a:cubicBezTo>
                <a:lnTo>
                  <a:pt x="7062228" y="6758542"/>
                </a:lnTo>
                <a:lnTo>
                  <a:pt x="7058758" y="6741887"/>
                </a:lnTo>
                <a:cubicBezTo>
                  <a:pt x="7059564" y="6735439"/>
                  <a:pt x="7062788" y="6728991"/>
                  <a:pt x="7069236" y="6722543"/>
                </a:cubicBezTo>
                <a:cubicBezTo>
                  <a:pt x="6966062" y="6696751"/>
                  <a:pt x="6863963" y="6774126"/>
                  <a:pt x="6793031" y="6889114"/>
                </a:cubicBezTo>
                <a:cubicBezTo>
                  <a:pt x="6773686" y="6843979"/>
                  <a:pt x="6741444" y="6863322"/>
                  <a:pt x="6722098" y="6882666"/>
                </a:cubicBezTo>
                <a:cubicBezTo>
                  <a:pt x="6690932" y="6902010"/>
                  <a:pt x="6652242" y="6914906"/>
                  <a:pt x="6620000" y="6934249"/>
                </a:cubicBezTo>
                <a:cubicBezTo>
                  <a:pt x="6549573" y="6966489"/>
                  <a:pt x="6473263" y="7005177"/>
                  <a:pt x="6402328" y="7042789"/>
                </a:cubicBezTo>
                <a:cubicBezTo>
                  <a:pt x="6363637" y="7062133"/>
                  <a:pt x="6324943" y="7081477"/>
                  <a:pt x="6286252" y="7094373"/>
                </a:cubicBezTo>
                <a:cubicBezTo>
                  <a:pt x="6248635" y="7113716"/>
                  <a:pt x="6209943" y="7107269"/>
                  <a:pt x="6177698" y="7126612"/>
                </a:cubicBezTo>
                <a:cubicBezTo>
                  <a:pt x="6151904" y="7145956"/>
                  <a:pt x="6126108" y="7178196"/>
                  <a:pt x="6093865" y="7191091"/>
                </a:cubicBezTo>
                <a:cubicBezTo>
                  <a:pt x="6062696" y="7203987"/>
                  <a:pt x="6030452" y="7210435"/>
                  <a:pt x="6004658" y="7216883"/>
                </a:cubicBezTo>
                <a:cubicBezTo>
                  <a:pt x="5850962" y="7254496"/>
                  <a:pt x="5696190" y="7318975"/>
                  <a:pt x="5548951" y="7377006"/>
                </a:cubicBezTo>
                <a:cubicBezTo>
                  <a:pt x="5465116" y="7409246"/>
                  <a:pt x="5388806" y="7435038"/>
                  <a:pt x="5304973" y="7466202"/>
                </a:cubicBezTo>
                <a:cubicBezTo>
                  <a:pt x="5266283" y="7479098"/>
                  <a:pt x="5228667" y="7498442"/>
                  <a:pt x="5189970" y="7498442"/>
                </a:cubicBezTo>
                <a:cubicBezTo>
                  <a:pt x="5170627" y="7498442"/>
                  <a:pt x="5151276" y="7491994"/>
                  <a:pt x="5151276" y="7530682"/>
                </a:cubicBezTo>
                <a:cubicBezTo>
                  <a:pt x="5177073" y="7530682"/>
                  <a:pt x="5209320" y="7537130"/>
                  <a:pt x="5235114" y="7517786"/>
                </a:cubicBezTo>
                <a:cubicBezTo>
                  <a:pt x="5259833" y="7504890"/>
                  <a:pt x="5279178" y="7491994"/>
                  <a:pt x="5304973" y="7485546"/>
                </a:cubicBezTo>
                <a:cubicBezTo>
                  <a:pt x="5369460" y="7459755"/>
                  <a:pt x="5427499" y="7447933"/>
                  <a:pt x="5490908" y="7428590"/>
                </a:cubicBezTo>
                <a:cubicBezTo>
                  <a:pt x="5619886" y="7383454"/>
                  <a:pt x="5754231" y="7344767"/>
                  <a:pt x="5882127" y="7299631"/>
                </a:cubicBezTo>
                <a:cubicBezTo>
                  <a:pt x="6011105" y="7254496"/>
                  <a:pt x="6145454" y="7210435"/>
                  <a:pt x="6274430" y="7165300"/>
                </a:cubicBezTo>
                <a:cubicBezTo>
                  <a:pt x="6337842" y="7139508"/>
                  <a:pt x="6402328" y="7120164"/>
                  <a:pt x="6466813" y="7094373"/>
                </a:cubicBezTo>
                <a:cubicBezTo>
                  <a:pt x="6523777" y="7075029"/>
                  <a:pt x="6581816" y="7042789"/>
                  <a:pt x="6639344" y="7055685"/>
                </a:cubicBezTo>
                <a:cubicBezTo>
                  <a:pt x="6613552" y="7100821"/>
                  <a:pt x="6581816" y="7107269"/>
                  <a:pt x="6543125" y="7120164"/>
                </a:cubicBezTo>
                <a:cubicBezTo>
                  <a:pt x="6510880" y="7133060"/>
                  <a:pt x="6473263" y="7152404"/>
                  <a:pt x="6434572" y="7171748"/>
                </a:cubicBezTo>
                <a:cubicBezTo>
                  <a:pt x="6357188" y="7203987"/>
                  <a:pt x="6286252" y="7242675"/>
                  <a:pt x="6209943" y="7267392"/>
                </a:cubicBezTo>
                <a:cubicBezTo>
                  <a:pt x="5959516" y="7364110"/>
                  <a:pt x="5709088" y="7441485"/>
                  <a:pt x="5453293" y="7517786"/>
                </a:cubicBezTo>
                <a:cubicBezTo>
                  <a:pt x="5202869" y="7595161"/>
                  <a:pt x="4945995" y="7671461"/>
                  <a:pt x="4695573" y="7729492"/>
                </a:cubicBezTo>
                <a:cubicBezTo>
                  <a:pt x="4182899" y="7845555"/>
                  <a:pt x="3669147" y="7915407"/>
                  <a:pt x="3150021" y="7915407"/>
                </a:cubicBezTo>
                <a:cubicBezTo>
                  <a:pt x="3187638" y="7941199"/>
                  <a:pt x="3265023" y="7941199"/>
                  <a:pt x="3265023" y="8025022"/>
                </a:cubicBezTo>
                <a:cubicBezTo>
                  <a:pt x="3239229" y="8025022"/>
                  <a:pt x="3111328" y="7979886"/>
                  <a:pt x="3111328" y="8050813"/>
                </a:cubicBezTo>
                <a:cubicBezTo>
                  <a:pt x="3368204" y="8076605"/>
                  <a:pt x="3624006" y="8088426"/>
                  <a:pt x="3874433" y="8094874"/>
                </a:cubicBezTo>
                <a:cubicBezTo>
                  <a:pt x="4118411" y="8094874"/>
                  <a:pt x="4368838" y="8081978"/>
                  <a:pt x="4612814" y="8069083"/>
                </a:cubicBezTo>
                <a:cubicBezTo>
                  <a:pt x="4663330" y="8063709"/>
                  <a:pt x="4702021" y="8044366"/>
                  <a:pt x="4753610" y="8018574"/>
                </a:cubicBezTo>
                <a:cubicBezTo>
                  <a:pt x="4798751" y="7992782"/>
                  <a:pt x="4849266" y="8025022"/>
                  <a:pt x="4887959" y="7986334"/>
                </a:cubicBezTo>
                <a:cubicBezTo>
                  <a:pt x="4933101" y="7941199"/>
                  <a:pt x="4984689" y="7960543"/>
                  <a:pt x="5029830" y="7960543"/>
                </a:cubicBezTo>
                <a:cubicBezTo>
                  <a:pt x="5086793" y="7960543"/>
                  <a:pt x="5144827" y="7941199"/>
                  <a:pt x="5202869" y="7928303"/>
                </a:cubicBezTo>
                <a:cubicBezTo>
                  <a:pt x="5453293" y="7863824"/>
                  <a:pt x="5696190" y="7787524"/>
                  <a:pt x="5940167" y="7716596"/>
                </a:cubicBezTo>
                <a:cubicBezTo>
                  <a:pt x="5940167" y="7813315"/>
                  <a:pt x="5844514" y="7806867"/>
                  <a:pt x="5805820" y="7819763"/>
                </a:cubicBezTo>
                <a:cubicBezTo>
                  <a:pt x="5728433" y="7839107"/>
                  <a:pt x="5651055" y="7858451"/>
                  <a:pt x="5581194" y="7883168"/>
                </a:cubicBezTo>
                <a:cubicBezTo>
                  <a:pt x="5427499" y="7921855"/>
                  <a:pt x="5272731" y="7966991"/>
                  <a:pt x="5125486" y="8005678"/>
                </a:cubicBezTo>
                <a:cubicBezTo>
                  <a:pt x="4818096" y="8081978"/>
                  <a:pt x="4516084" y="8146457"/>
                  <a:pt x="4208695" y="8191593"/>
                </a:cubicBezTo>
                <a:cubicBezTo>
                  <a:pt x="4239863" y="8204489"/>
                  <a:pt x="4285004" y="8198041"/>
                  <a:pt x="4297902" y="8256072"/>
                </a:cubicBezTo>
                <a:cubicBezTo>
                  <a:pt x="3765879" y="8492495"/>
                  <a:pt x="3187638" y="8396851"/>
                  <a:pt x="2642716" y="8281864"/>
                </a:cubicBezTo>
                <a:cubicBezTo>
                  <a:pt x="2392326" y="8230280"/>
                  <a:pt x="2155892" y="8120666"/>
                  <a:pt x="1918385" y="7992782"/>
                </a:cubicBezTo>
                <a:cubicBezTo>
                  <a:pt x="1795863" y="7928303"/>
                  <a:pt x="1674418" y="7863824"/>
                  <a:pt x="1552977" y="7793971"/>
                </a:cubicBezTo>
                <a:cubicBezTo>
                  <a:pt x="1527182" y="7774628"/>
                  <a:pt x="1488492" y="7735940"/>
                  <a:pt x="1456250" y="7735940"/>
                </a:cubicBezTo>
                <a:cubicBezTo>
                  <a:pt x="1436911" y="7735940"/>
                  <a:pt x="1353076" y="7697253"/>
                  <a:pt x="1321914" y="7684357"/>
                </a:cubicBezTo>
                <a:cubicBezTo>
                  <a:pt x="1296116" y="7677909"/>
                  <a:pt x="1270323" y="7666088"/>
                  <a:pt x="1238084" y="7653192"/>
                </a:cubicBezTo>
                <a:cubicBezTo>
                  <a:pt x="1180048" y="7627400"/>
                  <a:pt x="1123086" y="7582265"/>
                  <a:pt x="1065052" y="7562921"/>
                </a:cubicBezTo>
                <a:cubicBezTo>
                  <a:pt x="1007013" y="7537130"/>
                  <a:pt x="942526" y="7550025"/>
                  <a:pt x="885576" y="7562921"/>
                </a:cubicBezTo>
                <a:cubicBezTo>
                  <a:pt x="846884" y="7562921"/>
                  <a:pt x="724364" y="7614505"/>
                  <a:pt x="699644" y="7550025"/>
                </a:cubicBezTo>
                <a:cubicBezTo>
                  <a:pt x="673850" y="7498442"/>
                  <a:pt x="737259" y="7485546"/>
                  <a:pt x="756601" y="7485546"/>
                </a:cubicBezTo>
                <a:cubicBezTo>
                  <a:pt x="808190" y="7479098"/>
                  <a:pt x="859780" y="7472650"/>
                  <a:pt x="911364" y="7459755"/>
                </a:cubicBezTo>
                <a:cubicBezTo>
                  <a:pt x="937152" y="7453307"/>
                  <a:pt x="942526" y="7441485"/>
                  <a:pt x="955422" y="7409246"/>
                </a:cubicBezTo>
                <a:cubicBezTo>
                  <a:pt x="961871" y="7389902"/>
                  <a:pt x="974769" y="7377006"/>
                  <a:pt x="994116" y="7383454"/>
                </a:cubicBezTo>
                <a:cubicBezTo>
                  <a:pt x="1007013" y="7389902"/>
                  <a:pt x="1058602" y="7428590"/>
                  <a:pt x="1058602" y="7383454"/>
                </a:cubicBezTo>
                <a:cubicBezTo>
                  <a:pt x="1048929" y="7383454"/>
                  <a:pt x="1040064" y="7380633"/>
                  <a:pt x="1031593" y="7376301"/>
                </a:cubicBezTo>
                <a:lnTo>
                  <a:pt x="1023024" y="7370645"/>
                </a:lnTo>
                <a:lnTo>
                  <a:pt x="1027510" y="7385989"/>
                </a:lnTo>
                <a:cubicBezTo>
                  <a:pt x="1024515" y="7389401"/>
                  <a:pt x="1020025" y="7389401"/>
                  <a:pt x="1017780" y="7385989"/>
                </a:cubicBezTo>
                <a:lnTo>
                  <a:pt x="1020847" y="7369209"/>
                </a:lnTo>
                <a:lnTo>
                  <a:pt x="1007013" y="7360080"/>
                </a:lnTo>
                <a:cubicBezTo>
                  <a:pt x="990891" y="7347991"/>
                  <a:pt x="974769" y="7335095"/>
                  <a:pt x="955422" y="7331871"/>
                </a:cubicBezTo>
                <a:cubicBezTo>
                  <a:pt x="917812" y="7325423"/>
                  <a:pt x="879127" y="7325423"/>
                  <a:pt x="840431" y="7318975"/>
                </a:cubicBezTo>
                <a:cubicBezTo>
                  <a:pt x="808190" y="7318975"/>
                  <a:pt x="756601" y="7344767"/>
                  <a:pt x="737259" y="7299631"/>
                </a:cubicBezTo>
                <a:cubicBezTo>
                  <a:pt x="724364" y="7267392"/>
                  <a:pt x="737259" y="7223331"/>
                  <a:pt x="756601" y="7210435"/>
                </a:cubicBezTo>
                <a:cubicBezTo>
                  <a:pt x="775945" y="7191091"/>
                  <a:pt x="801740" y="7191091"/>
                  <a:pt x="827532" y="7191091"/>
                </a:cubicBezTo>
                <a:cubicBezTo>
                  <a:pt x="904916" y="7184644"/>
                  <a:pt x="981220" y="7178196"/>
                  <a:pt x="1058602" y="7178196"/>
                </a:cubicBezTo>
                <a:cubicBezTo>
                  <a:pt x="1000565" y="7133060"/>
                  <a:pt x="750154" y="6863322"/>
                  <a:pt x="731887" y="6843979"/>
                </a:cubicBezTo>
                <a:cubicBezTo>
                  <a:pt x="680297" y="6787022"/>
                  <a:pt x="628715" y="6728991"/>
                  <a:pt x="570676" y="6670960"/>
                </a:cubicBezTo>
                <a:cubicBezTo>
                  <a:pt x="468577" y="6555972"/>
                  <a:pt x="358957" y="6440984"/>
                  <a:pt x="243959" y="6376505"/>
                </a:cubicBezTo>
                <a:cubicBezTo>
                  <a:pt x="224614" y="6370057"/>
                  <a:pt x="198821" y="6350713"/>
                  <a:pt x="192373" y="6318474"/>
                </a:cubicBezTo>
                <a:cubicBezTo>
                  <a:pt x="185924" y="6286234"/>
                  <a:pt x="179477" y="6266890"/>
                  <a:pt x="160132" y="6247547"/>
                </a:cubicBezTo>
                <a:cubicBezTo>
                  <a:pt x="127890" y="6221755"/>
                  <a:pt x="90276" y="6235725"/>
                  <a:pt x="58034" y="6221755"/>
                </a:cubicBezTo>
                <a:cubicBezTo>
                  <a:pt x="83827" y="6209934"/>
                  <a:pt x="108546" y="6216382"/>
                  <a:pt x="134339" y="6197038"/>
                </a:cubicBezTo>
                <a:cubicBezTo>
                  <a:pt x="160132" y="6177694"/>
                  <a:pt x="147235" y="6139007"/>
                  <a:pt x="160132" y="6106767"/>
                </a:cubicBezTo>
                <a:cubicBezTo>
                  <a:pt x="173028" y="6074527"/>
                  <a:pt x="211718" y="6093871"/>
                  <a:pt x="224614" y="6061632"/>
                </a:cubicBezTo>
                <a:cubicBezTo>
                  <a:pt x="250408" y="6024019"/>
                  <a:pt x="205270" y="5991779"/>
                  <a:pt x="185924" y="5978883"/>
                </a:cubicBezTo>
                <a:cubicBezTo>
                  <a:pt x="243959" y="5985331"/>
                  <a:pt x="301994" y="5991779"/>
                  <a:pt x="358957" y="5998227"/>
                </a:cubicBezTo>
                <a:cubicBezTo>
                  <a:pt x="404095" y="6004675"/>
                  <a:pt x="455681" y="6030467"/>
                  <a:pt x="500824" y="5991779"/>
                </a:cubicBezTo>
                <a:cubicBezTo>
                  <a:pt x="416998" y="5895060"/>
                  <a:pt x="333164" y="5805864"/>
                  <a:pt x="243959" y="5728489"/>
                </a:cubicBezTo>
                <a:cubicBezTo>
                  <a:pt x="224614" y="5709146"/>
                  <a:pt x="205270" y="5696250"/>
                  <a:pt x="185924" y="5683354"/>
                </a:cubicBezTo>
                <a:cubicBezTo>
                  <a:pt x="173028" y="5676906"/>
                  <a:pt x="153683" y="5670458"/>
                  <a:pt x="153683" y="5651114"/>
                </a:cubicBezTo>
                <a:cubicBezTo>
                  <a:pt x="147235" y="5631771"/>
                  <a:pt x="153683" y="5613502"/>
                  <a:pt x="153683" y="5594158"/>
                </a:cubicBezTo>
                <a:cubicBezTo>
                  <a:pt x="140787" y="5594158"/>
                  <a:pt x="134339" y="5587710"/>
                  <a:pt x="121442" y="5581262"/>
                </a:cubicBezTo>
                <a:cubicBezTo>
                  <a:pt x="103172" y="5574814"/>
                  <a:pt x="83827" y="5568366"/>
                  <a:pt x="64482" y="5561918"/>
                </a:cubicBezTo>
                <a:cubicBezTo>
                  <a:pt x="38690" y="5555470"/>
                  <a:pt x="0" y="5555470"/>
                  <a:pt x="0" y="5503887"/>
                </a:cubicBezTo>
                <a:cubicBezTo>
                  <a:pt x="0" y="5452304"/>
                  <a:pt x="38690" y="5465199"/>
                  <a:pt x="58034" y="5452304"/>
                </a:cubicBezTo>
                <a:cubicBezTo>
                  <a:pt x="140787" y="5414691"/>
                  <a:pt x="269753" y="5388899"/>
                  <a:pt x="295546" y="5408243"/>
                </a:cubicBezTo>
                <a:cubicBezTo>
                  <a:pt x="326717" y="5426512"/>
                  <a:pt x="346059" y="5439408"/>
                  <a:pt x="358957" y="5458752"/>
                </a:cubicBezTo>
                <a:cubicBezTo>
                  <a:pt x="371854" y="5432960"/>
                  <a:pt x="365403" y="5376003"/>
                  <a:pt x="384753" y="5363108"/>
                </a:cubicBezTo>
                <a:cubicBezTo>
                  <a:pt x="423439" y="5350212"/>
                  <a:pt x="436338" y="5484543"/>
                  <a:pt x="397647" y="5484543"/>
                </a:cubicBezTo>
                <a:cubicBezTo>
                  <a:pt x="531990" y="5631771"/>
                  <a:pt x="706092" y="5696250"/>
                  <a:pt x="866231" y="5722041"/>
                </a:cubicBezTo>
                <a:cubicBezTo>
                  <a:pt x="866231" y="5702698"/>
                  <a:pt x="859780" y="5670458"/>
                  <a:pt x="872681" y="5657562"/>
                </a:cubicBezTo>
                <a:cubicBezTo>
                  <a:pt x="885576" y="5638219"/>
                  <a:pt x="904916" y="5644666"/>
                  <a:pt x="924259" y="5644666"/>
                </a:cubicBezTo>
                <a:cubicBezTo>
                  <a:pt x="898470" y="5613502"/>
                  <a:pt x="879127" y="5574814"/>
                  <a:pt x="846884" y="5561918"/>
                </a:cubicBezTo>
                <a:cubicBezTo>
                  <a:pt x="821085" y="5536127"/>
                  <a:pt x="795292" y="5516783"/>
                  <a:pt x="775945" y="5478095"/>
                </a:cubicBezTo>
                <a:cubicBezTo>
                  <a:pt x="756601" y="5439408"/>
                  <a:pt x="731887" y="5414691"/>
                  <a:pt x="699644" y="5400720"/>
                </a:cubicBezTo>
                <a:cubicBezTo>
                  <a:pt x="680297" y="5388899"/>
                  <a:pt x="635162" y="5382451"/>
                  <a:pt x="622265" y="5343764"/>
                </a:cubicBezTo>
                <a:cubicBezTo>
                  <a:pt x="615815" y="5305076"/>
                  <a:pt x="622265" y="5285733"/>
                  <a:pt x="590021" y="5272837"/>
                </a:cubicBezTo>
                <a:cubicBezTo>
                  <a:pt x="551334" y="5259941"/>
                  <a:pt x="519093" y="5247045"/>
                  <a:pt x="481474" y="5227701"/>
                </a:cubicBezTo>
                <a:cubicBezTo>
                  <a:pt x="410555" y="5190088"/>
                  <a:pt x="339610" y="5144953"/>
                  <a:pt x="276200" y="5099818"/>
                </a:cubicBezTo>
                <a:cubicBezTo>
                  <a:pt x="289097" y="5080474"/>
                  <a:pt x="308442" y="5067578"/>
                  <a:pt x="321342" y="5054682"/>
                </a:cubicBezTo>
                <a:cubicBezTo>
                  <a:pt x="295546" y="5041786"/>
                  <a:pt x="269753" y="5041786"/>
                  <a:pt x="250408" y="5022443"/>
                </a:cubicBezTo>
                <a:cubicBezTo>
                  <a:pt x="231062" y="5004174"/>
                  <a:pt x="237511" y="4959038"/>
                  <a:pt x="218166" y="4952590"/>
                </a:cubicBezTo>
                <a:cubicBezTo>
                  <a:pt x="166580" y="4913903"/>
                  <a:pt x="116069" y="4933247"/>
                  <a:pt x="77379" y="4849424"/>
                </a:cubicBezTo>
                <a:cubicBezTo>
                  <a:pt x="121442" y="4842976"/>
                  <a:pt x="166580" y="4823632"/>
                  <a:pt x="218166" y="4830080"/>
                </a:cubicBezTo>
                <a:cubicBezTo>
                  <a:pt x="263304" y="4842976"/>
                  <a:pt x="269753" y="4901007"/>
                  <a:pt x="308442" y="4939694"/>
                </a:cubicBezTo>
                <a:cubicBezTo>
                  <a:pt x="352508" y="4990203"/>
                  <a:pt x="429889" y="4959038"/>
                  <a:pt x="481474" y="4933247"/>
                </a:cubicBezTo>
                <a:cubicBezTo>
                  <a:pt x="526613" y="4913903"/>
                  <a:pt x="583570" y="4868767"/>
                  <a:pt x="628715" y="4901007"/>
                </a:cubicBezTo>
                <a:cubicBezTo>
                  <a:pt x="660959" y="4913903"/>
                  <a:pt x="641609" y="4868767"/>
                  <a:pt x="622265" y="4855872"/>
                </a:cubicBezTo>
                <a:cubicBezTo>
                  <a:pt x="602922" y="4849424"/>
                  <a:pt x="583570" y="4842976"/>
                  <a:pt x="557782" y="4836528"/>
                </a:cubicBezTo>
                <a:cubicBezTo>
                  <a:pt x="538440" y="4830080"/>
                  <a:pt x="513723" y="4823632"/>
                  <a:pt x="494372" y="4792467"/>
                </a:cubicBezTo>
                <a:cubicBezTo>
                  <a:pt x="481474" y="4766675"/>
                  <a:pt x="500824" y="4734436"/>
                  <a:pt x="519093" y="4727988"/>
                </a:cubicBezTo>
                <a:cubicBezTo>
                  <a:pt x="609368" y="4682852"/>
                  <a:pt x="731887" y="4817184"/>
                  <a:pt x="795292" y="4907455"/>
                </a:cubicBezTo>
                <a:cubicBezTo>
                  <a:pt x="801740" y="4888111"/>
                  <a:pt x="808190" y="4875215"/>
                  <a:pt x="821085" y="4855872"/>
                </a:cubicBezTo>
                <a:cubicBezTo>
                  <a:pt x="827532" y="4868767"/>
                  <a:pt x="833981" y="4875215"/>
                  <a:pt x="840431" y="4881663"/>
                </a:cubicBezTo>
                <a:cubicBezTo>
                  <a:pt x="859780" y="4894559"/>
                  <a:pt x="879127" y="4888111"/>
                  <a:pt x="898470" y="4907455"/>
                </a:cubicBezTo>
                <a:cubicBezTo>
                  <a:pt x="917812" y="4933247"/>
                  <a:pt x="911364" y="4978382"/>
                  <a:pt x="942526" y="4984830"/>
                </a:cubicBezTo>
                <a:cubicBezTo>
                  <a:pt x="1000565" y="4990203"/>
                  <a:pt x="1071500" y="4946142"/>
                  <a:pt x="1097291" y="4855872"/>
                </a:cubicBezTo>
                <a:cubicBezTo>
                  <a:pt x="1052150" y="4842976"/>
                  <a:pt x="1007013" y="4830080"/>
                  <a:pt x="961871" y="4830080"/>
                </a:cubicBezTo>
                <a:cubicBezTo>
                  <a:pt x="924259" y="4830080"/>
                  <a:pt x="879127" y="4836528"/>
                  <a:pt x="846884" y="4810736"/>
                </a:cubicBezTo>
                <a:cubicBezTo>
                  <a:pt x="821085" y="4792467"/>
                  <a:pt x="840431" y="4740884"/>
                  <a:pt x="808190" y="4721540"/>
                </a:cubicBezTo>
                <a:cubicBezTo>
                  <a:pt x="788844" y="4708644"/>
                  <a:pt x="769495" y="4708644"/>
                  <a:pt x="750154" y="4702196"/>
                </a:cubicBezTo>
                <a:cubicBezTo>
                  <a:pt x="712539" y="4689300"/>
                  <a:pt x="680297" y="4663509"/>
                  <a:pt x="641609" y="4644165"/>
                </a:cubicBezTo>
                <a:cubicBezTo>
                  <a:pt x="622265" y="4631269"/>
                  <a:pt x="596471" y="4618373"/>
                  <a:pt x="577123" y="4593656"/>
                </a:cubicBezTo>
                <a:cubicBezTo>
                  <a:pt x="557782" y="4554969"/>
                  <a:pt x="557782" y="4516281"/>
                  <a:pt x="526613" y="4496938"/>
                </a:cubicBezTo>
                <a:cubicBezTo>
                  <a:pt x="500824" y="4484042"/>
                  <a:pt x="475027" y="4477594"/>
                  <a:pt x="449232" y="4471146"/>
                </a:cubicBezTo>
                <a:cubicBezTo>
                  <a:pt x="507270" y="4419563"/>
                  <a:pt x="577123" y="4375502"/>
                  <a:pt x="602922" y="4272335"/>
                </a:cubicBezTo>
                <a:cubicBezTo>
                  <a:pt x="551334" y="4259439"/>
                  <a:pt x="500824" y="4240096"/>
                  <a:pt x="449232" y="4227200"/>
                </a:cubicBezTo>
                <a:cubicBezTo>
                  <a:pt x="442785" y="4227200"/>
                  <a:pt x="352508" y="4220752"/>
                  <a:pt x="358957" y="4196035"/>
                </a:cubicBezTo>
                <a:cubicBezTo>
                  <a:pt x="371854" y="4165011"/>
                  <a:pt x="442785" y="4184354"/>
                  <a:pt x="462128" y="4184354"/>
                </a:cubicBezTo>
                <a:cubicBezTo>
                  <a:pt x="468577" y="4184354"/>
                  <a:pt x="513723" y="4177906"/>
                  <a:pt x="507270" y="4158563"/>
                </a:cubicBezTo>
                <a:cubicBezTo>
                  <a:pt x="487921" y="4126322"/>
                  <a:pt x="436338" y="4126322"/>
                  <a:pt x="410555" y="4119876"/>
                </a:cubicBezTo>
                <a:cubicBezTo>
                  <a:pt x="308442" y="4106979"/>
                  <a:pt x="211718" y="4094084"/>
                  <a:pt x="108546" y="4087636"/>
                </a:cubicBezTo>
                <a:cubicBezTo>
                  <a:pt x="127890" y="3966206"/>
                  <a:pt x="231062" y="3990915"/>
                  <a:pt x="282648" y="4010258"/>
                </a:cubicBezTo>
                <a:cubicBezTo>
                  <a:pt x="346059" y="4029605"/>
                  <a:pt x="410555" y="4042499"/>
                  <a:pt x="468577" y="4023156"/>
                </a:cubicBezTo>
                <a:cubicBezTo>
                  <a:pt x="500824" y="4016708"/>
                  <a:pt x="531990" y="4010258"/>
                  <a:pt x="564229" y="3998439"/>
                </a:cubicBezTo>
                <a:cubicBezTo>
                  <a:pt x="577123" y="3998439"/>
                  <a:pt x="590021" y="3990915"/>
                  <a:pt x="609368" y="3984469"/>
                </a:cubicBezTo>
                <a:cubicBezTo>
                  <a:pt x="609368" y="3972648"/>
                  <a:pt x="615815" y="3953304"/>
                  <a:pt x="622265" y="3940409"/>
                </a:cubicBezTo>
                <a:cubicBezTo>
                  <a:pt x="538440" y="3921065"/>
                  <a:pt x="462128" y="3908169"/>
                  <a:pt x="378306" y="3888822"/>
                </a:cubicBezTo>
                <a:cubicBezTo>
                  <a:pt x="481474" y="3837243"/>
                  <a:pt x="590021" y="3863039"/>
                  <a:pt x="699644" y="3908169"/>
                </a:cubicBezTo>
                <a:cubicBezTo>
                  <a:pt x="743708" y="3927511"/>
                  <a:pt x="795292" y="3946857"/>
                  <a:pt x="846884" y="3979098"/>
                </a:cubicBezTo>
                <a:cubicBezTo>
                  <a:pt x="872681" y="3998439"/>
                  <a:pt x="898470" y="3990915"/>
                  <a:pt x="929631" y="3998439"/>
                </a:cubicBezTo>
                <a:cubicBezTo>
                  <a:pt x="948971" y="4003812"/>
                  <a:pt x="961871" y="4023156"/>
                  <a:pt x="981220" y="4029605"/>
                </a:cubicBezTo>
                <a:cubicBezTo>
                  <a:pt x="981220" y="3953706"/>
                  <a:pt x="913630" y="3977719"/>
                  <a:pt x="862945" y="3973605"/>
                </a:cubicBezTo>
                <a:lnTo>
                  <a:pt x="861166" y="3973165"/>
                </a:lnTo>
                <a:lnTo>
                  <a:pt x="861361" y="3973462"/>
                </a:lnTo>
                <a:cubicBezTo>
                  <a:pt x="854540" y="3976875"/>
                  <a:pt x="847713" y="3976875"/>
                  <a:pt x="844300" y="3973462"/>
                </a:cubicBezTo>
                <a:lnTo>
                  <a:pt x="845016" y="3969164"/>
                </a:lnTo>
                <a:lnTo>
                  <a:pt x="835225" y="3966739"/>
                </a:lnTo>
                <a:cubicBezTo>
                  <a:pt x="819004" y="3958542"/>
                  <a:pt x="808190" y="3941752"/>
                  <a:pt x="808190" y="3908169"/>
                </a:cubicBezTo>
                <a:cubicBezTo>
                  <a:pt x="833981" y="3908169"/>
                  <a:pt x="853333" y="3914616"/>
                  <a:pt x="872681" y="3901721"/>
                </a:cubicBezTo>
                <a:cubicBezTo>
                  <a:pt x="885576" y="3895275"/>
                  <a:pt x="892023" y="3882376"/>
                  <a:pt x="872681" y="3869481"/>
                </a:cubicBezTo>
                <a:cubicBezTo>
                  <a:pt x="853333" y="3856586"/>
                  <a:pt x="833981" y="3856586"/>
                  <a:pt x="814638" y="3843691"/>
                </a:cubicBezTo>
                <a:cubicBezTo>
                  <a:pt x="801740" y="3830801"/>
                  <a:pt x="788844" y="3811449"/>
                  <a:pt x="775945" y="3798554"/>
                </a:cubicBezTo>
                <a:cubicBezTo>
                  <a:pt x="846884" y="3817897"/>
                  <a:pt x="929631" y="3908169"/>
                  <a:pt x="1000565" y="3824343"/>
                </a:cubicBezTo>
                <a:cubicBezTo>
                  <a:pt x="911364" y="3767389"/>
                  <a:pt x="821085" y="3709359"/>
                  <a:pt x="737259" y="3644881"/>
                </a:cubicBezTo>
                <a:cubicBezTo>
                  <a:pt x="750154" y="3587921"/>
                  <a:pt x="814638" y="3631983"/>
                  <a:pt x="840431" y="3631983"/>
                </a:cubicBezTo>
                <a:cubicBezTo>
                  <a:pt x="840431" y="3593294"/>
                  <a:pt x="846884" y="3555685"/>
                  <a:pt x="833981" y="3516994"/>
                </a:cubicBezTo>
                <a:cubicBezTo>
                  <a:pt x="827532" y="3484756"/>
                  <a:pt x="801740" y="3465411"/>
                  <a:pt x="782393" y="3452516"/>
                </a:cubicBezTo>
                <a:cubicBezTo>
                  <a:pt x="731887" y="3407382"/>
                  <a:pt x="743708" y="3337527"/>
                  <a:pt x="731887" y="3260153"/>
                </a:cubicBezTo>
                <a:cubicBezTo>
                  <a:pt x="724364" y="3195674"/>
                  <a:pt x="680297" y="3169883"/>
                  <a:pt x="641609" y="3151613"/>
                </a:cubicBezTo>
                <a:cubicBezTo>
                  <a:pt x="583570" y="3119374"/>
                  <a:pt x="526613" y="3074240"/>
                  <a:pt x="475027" y="3029103"/>
                </a:cubicBezTo>
                <a:cubicBezTo>
                  <a:pt x="494372" y="2990416"/>
                  <a:pt x="538440" y="3022655"/>
                  <a:pt x="564229" y="3035555"/>
                </a:cubicBezTo>
                <a:cubicBezTo>
                  <a:pt x="602922" y="3048447"/>
                  <a:pt x="641609" y="3054895"/>
                  <a:pt x="680297" y="3054895"/>
                </a:cubicBezTo>
                <a:cubicBezTo>
                  <a:pt x="737259" y="3061340"/>
                  <a:pt x="814638" y="3061340"/>
                  <a:pt x="859780" y="2983968"/>
                </a:cubicBezTo>
                <a:cubicBezTo>
                  <a:pt x="718991" y="2894774"/>
                  <a:pt x="577123" y="2817421"/>
                  <a:pt x="436338" y="2752914"/>
                </a:cubicBezTo>
                <a:cubicBezTo>
                  <a:pt x="590021" y="2689511"/>
                  <a:pt x="743708" y="2644376"/>
                  <a:pt x="904916" y="2637928"/>
                </a:cubicBezTo>
                <a:cubicBezTo>
                  <a:pt x="981220" y="2637928"/>
                  <a:pt x="1065052" y="2644376"/>
                  <a:pt x="1147800" y="2657271"/>
                </a:cubicBezTo>
                <a:cubicBezTo>
                  <a:pt x="1186493" y="2663721"/>
                  <a:pt x="1225190" y="2676615"/>
                  <a:pt x="1263872" y="2683064"/>
                </a:cubicBezTo>
                <a:cubicBezTo>
                  <a:pt x="1302562" y="2695958"/>
                  <a:pt x="1340180" y="2670168"/>
                  <a:pt x="1378873" y="2657271"/>
                </a:cubicBezTo>
                <a:cubicBezTo>
                  <a:pt x="1372423" y="2650824"/>
                  <a:pt x="1365974" y="2637928"/>
                  <a:pt x="1359525" y="2625034"/>
                </a:cubicBezTo>
                <a:cubicBezTo>
                  <a:pt x="1436911" y="2618587"/>
                  <a:pt x="1520743" y="2612137"/>
                  <a:pt x="1597039" y="2579897"/>
                </a:cubicBezTo>
                <a:cubicBezTo>
                  <a:pt x="1674418" y="2547657"/>
                  <a:pt x="1750721" y="2516495"/>
                  <a:pt x="1828106" y="2503598"/>
                </a:cubicBezTo>
                <a:cubicBezTo>
                  <a:pt x="1988239" y="2471358"/>
                  <a:pt x="2155892" y="2471358"/>
                  <a:pt x="2316022" y="2490703"/>
                </a:cubicBezTo>
                <a:cubicBezTo>
                  <a:pt x="2571781" y="2510046"/>
                  <a:pt x="2828656" y="2573448"/>
                  <a:pt x="3079083" y="2605690"/>
                </a:cubicBezTo>
                <a:cubicBezTo>
                  <a:pt x="3342408" y="2644376"/>
                  <a:pt x="3598209" y="2625034"/>
                  <a:pt x="3855086" y="2618587"/>
                </a:cubicBezTo>
                <a:cubicBezTo>
                  <a:pt x="4118411" y="2612137"/>
                  <a:pt x="4375286" y="2605690"/>
                  <a:pt x="4638608" y="2605690"/>
                </a:cubicBezTo>
                <a:cubicBezTo>
                  <a:pt x="4894407" y="2599243"/>
                  <a:pt x="5138381" y="2522941"/>
                  <a:pt x="5388806" y="2445566"/>
                </a:cubicBezTo>
                <a:cubicBezTo>
                  <a:pt x="5895025" y="2298334"/>
                  <a:pt x="6395880" y="2131768"/>
                  <a:pt x="6896204" y="1926509"/>
                </a:cubicBezTo>
                <a:cubicBezTo>
                  <a:pt x="7145542" y="1823342"/>
                  <a:pt x="7395953" y="1765311"/>
                  <a:pt x="7652812" y="1689010"/>
                </a:cubicBezTo>
                <a:cubicBezTo>
                  <a:pt x="7774257" y="1650323"/>
                  <a:pt x="7903224" y="1611636"/>
                  <a:pt x="8024668" y="1566500"/>
                </a:cubicBezTo>
                <a:cubicBezTo>
                  <a:pt x="8139664" y="1522439"/>
                  <a:pt x="8480353" y="1367690"/>
                  <a:pt x="8530865" y="1348346"/>
                </a:cubicBezTo>
                <a:cubicBezTo>
                  <a:pt x="8588900" y="1330077"/>
                  <a:pt x="8653384" y="1304285"/>
                  <a:pt x="8711419" y="1284941"/>
                </a:cubicBezTo>
                <a:cubicBezTo>
                  <a:pt x="8839312" y="1233358"/>
                  <a:pt x="8960756" y="1188223"/>
                  <a:pt x="9089723" y="1136639"/>
                </a:cubicBezTo>
                <a:cubicBezTo>
                  <a:pt x="9340135" y="1040978"/>
                  <a:pt x="9595920" y="937813"/>
                  <a:pt x="9846331" y="848618"/>
                </a:cubicBezTo>
                <a:cubicBezTo>
                  <a:pt x="10347154" y="662706"/>
                  <a:pt x="10852276" y="489690"/>
                  <a:pt x="11359547" y="347838"/>
                </a:cubicBezTo>
                <a:cubicBezTo>
                  <a:pt x="11609959" y="277987"/>
                  <a:pt x="11865744" y="213509"/>
                  <a:pt x="12122604" y="174822"/>
                </a:cubicBezTo>
                <a:cubicBezTo>
                  <a:pt x="12379464" y="136135"/>
                  <a:pt x="12642772" y="110344"/>
                  <a:pt x="12898557" y="79180"/>
                </a:cubicBezTo>
                <a:cubicBezTo>
                  <a:pt x="13155417" y="53388"/>
                  <a:pt x="13418725" y="27597"/>
                  <a:pt x="13675585" y="14702"/>
                </a:cubicBezTo>
                <a:cubicBezTo>
                  <a:pt x="13706752" y="14702"/>
                  <a:pt x="13745442" y="14702"/>
                  <a:pt x="13777684" y="8254"/>
                </a:cubicBezTo>
                <a:cubicBezTo>
                  <a:pt x="13803477" y="8254"/>
                  <a:pt x="13829271" y="-4642"/>
                  <a:pt x="13855064" y="1806"/>
                </a:cubicBezTo>
                <a:close/>
              </a:path>
            </a:pathLst>
          </a:custGeom>
          <a:solidFill>
            <a:schemeClr val="bg1">
              <a:lumMod val="95000"/>
            </a:schemeClr>
          </a:solidFill>
          <a:ln>
            <a:noFill/>
          </a:ln>
          <a:effectLst/>
        </p:spPr>
        <p:txBody>
          <a:bodyPr wrap="square" anchor="ctr">
            <a:noAutofit/>
          </a:bodyPr>
          <a:lstStyle/>
          <a:p>
            <a:pPr defTabSz="914400"/>
            <a:endParaRPr lang="en-US" dirty="0">
              <a:solidFill>
                <a:srgbClr val="7F7F7F"/>
              </a:solidFill>
              <a:latin typeface="思源宋体 CN Heavy" pitchFamily="18" charset="-122"/>
              <a:sym typeface="Arial" panose="020B0604020202020204" pitchFamily="34" charset="0"/>
            </a:endParaRPr>
          </a:p>
        </p:txBody>
      </p:sp>
      <p:sp>
        <p:nvSpPr>
          <p:cNvPr id="2255" name="Freeform 2254"/>
          <p:cNvSpPr>
            <a:spLocks noChangeArrowheads="1"/>
          </p:cNvSpPr>
          <p:nvPr/>
        </p:nvSpPr>
        <p:spPr bwMode="auto">
          <a:xfrm rot="21420000">
            <a:off x="-165100" y="31115"/>
            <a:ext cx="12150090" cy="5074920"/>
          </a:xfrm>
          <a:custGeom>
            <a:avLst/>
            <a:gdLst>
              <a:gd name="connsiteX0" fmla="*/ 4359535 w 21052571"/>
              <a:gd name="connsiteY0" fmla="*/ 8270801 h 8402012"/>
              <a:gd name="connsiteX1" fmla="*/ 4346406 w 21052571"/>
              <a:gd name="connsiteY1" fmla="*/ 8302874 h 8402012"/>
              <a:gd name="connsiteX2" fmla="*/ 4359535 w 21052571"/>
              <a:gd name="connsiteY2" fmla="*/ 8270801 h 8402012"/>
              <a:gd name="connsiteX3" fmla="*/ 4550214 w 21052571"/>
              <a:gd name="connsiteY3" fmla="*/ 8202009 h 8402012"/>
              <a:gd name="connsiteX4" fmla="*/ 4672394 w 21052571"/>
              <a:gd name="connsiteY4" fmla="*/ 8237067 h 8402012"/>
              <a:gd name="connsiteX5" fmla="*/ 4493316 w 21052571"/>
              <a:gd name="connsiteY5" fmla="*/ 8256305 h 8402012"/>
              <a:gd name="connsiteX6" fmla="*/ 4417181 w 21052571"/>
              <a:gd name="connsiteY6" fmla="*/ 8269130 h 8402012"/>
              <a:gd name="connsiteX7" fmla="*/ 4346406 w 21052571"/>
              <a:gd name="connsiteY7" fmla="*/ 8224241 h 8402012"/>
              <a:gd name="connsiteX8" fmla="*/ 4550214 w 21052571"/>
              <a:gd name="connsiteY8" fmla="*/ 8202009 h 8402012"/>
              <a:gd name="connsiteX9" fmla="*/ 5056320 w 21052571"/>
              <a:gd name="connsiteY9" fmla="*/ 8161791 h 8402012"/>
              <a:gd name="connsiteX10" fmla="*/ 4791963 w 21052571"/>
              <a:gd name="connsiteY10" fmla="*/ 8241261 h 8402012"/>
              <a:gd name="connsiteX11" fmla="*/ 5056320 w 21052571"/>
              <a:gd name="connsiteY11" fmla="*/ 8161791 h 8402012"/>
              <a:gd name="connsiteX12" fmla="*/ 3625921 w 21052571"/>
              <a:gd name="connsiteY12" fmla="*/ 8024337 h 8402012"/>
              <a:gd name="connsiteX13" fmla="*/ 3643884 w 21052571"/>
              <a:gd name="connsiteY13" fmla="*/ 8051637 h 8402012"/>
              <a:gd name="connsiteX14" fmla="*/ 3625921 w 21052571"/>
              <a:gd name="connsiteY14" fmla="*/ 8024337 h 8402012"/>
              <a:gd name="connsiteX15" fmla="*/ 2886695 w 21052571"/>
              <a:gd name="connsiteY15" fmla="*/ 7992782 h 8402012"/>
              <a:gd name="connsiteX16" fmla="*/ 2906042 w 21052571"/>
              <a:gd name="connsiteY16" fmla="*/ 8025022 h 8402012"/>
              <a:gd name="connsiteX17" fmla="*/ 2886695 w 21052571"/>
              <a:gd name="connsiteY17" fmla="*/ 7992782 h 8402012"/>
              <a:gd name="connsiteX18" fmla="*/ 5678744 w 21052571"/>
              <a:gd name="connsiteY18" fmla="*/ 7989786 h 8402012"/>
              <a:gd name="connsiteX19" fmla="*/ 5679589 w 21052571"/>
              <a:gd name="connsiteY19" fmla="*/ 8008981 h 8402012"/>
              <a:gd name="connsiteX20" fmla="*/ 5673597 w 21052571"/>
              <a:gd name="connsiteY20" fmla="*/ 7995331 h 8402012"/>
              <a:gd name="connsiteX21" fmla="*/ 5678744 w 21052571"/>
              <a:gd name="connsiteY21" fmla="*/ 7989786 h 8402012"/>
              <a:gd name="connsiteX22" fmla="*/ 3008685 w 21052571"/>
              <a:gd name="connsiteY22" fmla="*/ 7984722 h 8402012"/>
              <a:gd name="connsiteX23" fmla="*/ 2925388 w 21052571"/>
              <a:gd name="connsiteY23" fmla="*/ 7992782 h 8402012"/>
              <a:gd name="connsiteX24" fmla="*/ 3072634 w 21052571"/>
              <a:gd name="connsiteY24" fmla="*/ 8025022 h 8402012"/>
              <a:gd name="connsiteX25" fmla="*/ 3008685 w 21052571"/>
              <a:gd name="connsiteY25" fmla="*/ 7984722 h 8402012"/>
              <a:gd name="connsiteX26" fmla="*/ 5645056 w 21052571"/>
              <a:gd name="connsiteY26" fmla="*/ 7982520 h 8402012"/>
              <a:gd name="connsiteX27" fmla="*/ 5677278 w 21052571"/>
              <a:gd name="connsiteY27" fmla="*/ 8008698 h 8402012"/>
              <a:gd name="connsiteX28" fmla="*/ 5582515 w 21052571"/>
              <a:gd name="connsiteY28" fmla="*/ 8060648 h 8402012"/>
              <a:gd name="connsiteX29" fmla="*/ 5544182 w 21052571"/>
              <a:gd name="connsiteY29" fmla="*/ 8080129 h 8402012"/>
              <a:gd name="connsiteX30" fmla="*/ 5531403 w 21052571"/>
              <a:gd name="connsiteY30" fmla="*/ 8028179 h 8402012"/>
              <a:gd name="connsiteX31" fmla="*/ 5645056 w 21052571"/>
              <a:gd name="connsiteY31" fmla="*/ 7982520 h 8402012"/>
              <a:gd name="connsiteX32" fmla="*/ 5813583 w 21052571"/>
              <a:gd name="connsiteY32" fmla="*/ 7956299 h 8402012"/>
              <a:gd name="connsiteX33" fmla="*/ 5857390 w 21052571"/>
              <a:gd name="connsiteY33" fmla="*/ 7963331 h 8402012"/>
              <a:gd name="connsiteX34" fmla="*/ 5678342 w 21052571"/>
              <a:gd name="connsiteY34" fmla="*/ 7982898 h 8402012"/>
              <a:gd name="connsiteX35" fmla="*/ 5813583 w 21052571"/>
              <a:gd name="connsiteY35" fmla="*/ 7956299 h 8402012"/>
              <a:gd name="connsiteX36" fmla="*/ 2780828 w 21052571"/>
              <a:gd name="connsiteY36" fmla="*/ 7954901 h 8402012"/>
              <a:gd name="connsiteX37" fmla="*/ 2733001 w 21052571"/>
              <a:gd name="connsiteY37" fmla="*/ 7960543 h 8402012"/>
              <a:gd name="connsiteX38" fmla="*/ 2809310 w 21052571"/>
              <a:gd name="connsiteY38" fmla="*/ 7992782 h 8402012"/>
              <a:gd name="connsiteX39" fmla="*/ 2780828 w 21052571"/>
              <a:gd name="connsiteY39" fmla="*/ 7954901 h 8402012"/>
              <a:gd name="connsiteX40" fmla="*/ 2659645 w 21052571"/>
              <a:gd name="connsiteY40" fmla="*/ 7930721 h 8402012"/>
              <a:gd name="connsiteX41" fmla="*/ 2623371 w 21052571"/>
              <a:gd name="connsiteY41" fmla="*/ 7934751 h 8402012"/>
              <a:gd name="connsiteX42" fmla="*/ 2681409 w 21052571"/>
              <a:gd name="connsiteY42" fmla="*/ 7960543 h 8402012"/>
              <a:gd name="connsiteX43" fmla="*/ 2659645 w 21052571"/>
              <a:gd name="connsiteY43" fmla="*/ 7930721 h 8402012"/>
              <a:gd name="connsiteX44" fmla="*/ 2508366 w 21052571"/>
              <a:gd name="connsiteY44" fmla="*/ 7902511 h 8402012"/>
              <a:gd name="connsiteX45" fmla="*/ 2547060 w 21052571"/>
              <a:gd name="connsiteY45" fmla="*/ 7934751 h 8402012"/>
              <a:gd name="connsiteX46" fmla="*/ 2508366 w 21052571"/>
              <a:gd name="connsiteY46" fmla="*/ 7902511 h 8402012"/>
              <a:gd name="connsiteX47" fmla="*/ 2421442 w 21052571"/>
              <a:gd name="connsiteY47" fmla="*/ 7863152 h 8402012"/>
              <a:gd name="connsiteX48" fmla="*/ 2374056 w 21052571"/>
              <a:gd name="connsiteY48" fmla="*/ 7871346 h 8402012"/>
              <a:gd name="connsiteX49" fmla="*/ 2450329 w 21052571"/>
              <a:gd name="connsiteY49" fmla="*/ 7902511 h 8402012"/>
              <a:gd name="connsiteX50" fmla="*/ 2421442 w 21052571"/>
              <a:gd name="connsiteY50" fmla="*/ 7863152 h 8402012"/>
              <a:gd name="connsiteX51" fmla="*/ 2320053 w 21052571"/>
              <a:gd name="connsiteY51" fmla="*/ 7835883 h 8402012"/>
              <a:gd name="connsiteX52" fmla="*/ 2283781 w 21052571"/>
              <a:gd name="connsiteY52" fmla="*/ 7839107 h 8402012"/>
              <a:gd name="connsiteX53" fmla="*/ 2341814 w 21052571"/>
              <a:gd name="connsiteY53" fmla="*/ 7871346 h 8402012"/>
              <a:gd name="connsiteX54" fmla="*/ 2320053 w 21052571"/>
              <a:gd name="connsiteY54" fmla="*/ 7835883 h 8402012"/>
              <a:gd name="connsiteX55" fmla="*/ 6285584 w 21052571"/>
              <a:gd name="connsiteY55" fmla="*/ 7782608 h 8402012"/>
              <a:gd name="connsiteX56" fmla="*/ 6298222 w 21052571"/>
              <a:gd name="connsiteY56" fmla="*/ 7839818 h 8402012"/>
              <a:gd name="connsiteX57" fmla="*/ 6223439 w 21052571"/>
              <a:gd name="connsiteY57" fmla="*/ 7871602 h 8402012"/>
              <a:gd name="connsiteX58" fmla="*/ 6285584 w 21052571"/>
              <a:gd name="connsiteY58" fmla="*/ 7782608 h 8402012"/>
              <a:gd name="connsiteX59" fmla="*/ 6359901 w 21052571"/>
              <a:gd name="connsiteY59" fmla="*/ 7773131 h 8402012"/>
              <a:gd name="connsiteX60" fmla="*/ 6341937 w 21052571"/>
              <a:gd name="connsiteY60" fmla="*/ 7805237 h 8402012"/>
              <a:gd name="connsiteX61" fmla="*/ 6359901 w 21052571"/>
              <a:gd name="connsiteY61" fmla="*/ 7773131 h 8402012"/>
              <a:gd name="connsiteX62" fmla="*/ 6492563 w 21052571"/>
              <a:gd name="connsiteY62" fmla="*/ 7716253 h 8402012"/>
              <a:gd name="connsiteX63" fmla="*/ 6474654 w 21052571"/>
              <a:gd name="connsiteY63" fmla="*/ 7748359 h 8402012"/>
              <a:gd name="connsiteX64" fmla="*/ 6492563 w 21052571"/>
              <a:gd name="connsiteY64" fmla="*/ 7716253 h 8402012"/>
              <a:gd name="connsiteX65" fmla="*/ 6023013 w 21052571"/>
              <a:gd name="connsiteY65" fmla="*/ 7713609 h 8402012"/>
              <a:gd name="connsiteX66" fmla="*/ 6060265 w 21052571"/>
              <a:gd name="connsiteY66" fmla="*/ 7728489 h 8402012"/>
              <a:gd name="connsiteX67" fmla="*/ 6000662 w 21052571"/>
              <a:gd name="connsiteY67" fmla="*/ 7748330 h 8402012"/>
              <a:gd name="connsiteX68" fmla="*/ 6023013 w 21052571"/>
              <a:gd name="connsiteY68" fmla="*/ 7713609 h 8402012"/>
              <a:gd name="connsiteX69" fmla="*/ 6132352 w 21052571"/>
              <a:gd name="connsiteY69" fmla="*/ 7684485 h 8402012"/>
              <a:gd name="connsiteX70" fmla="*/ 6095460 w 21052571"/>
              <a:gd name="connsiteY70" fmla="*/ 7715228 h 8402012"/>
              <a:gd name="connsiteX71" fmla="*/ 6132352 w 21052571"/>
              <a:gd name="connsiteY71" fmla="*/ 7684485 h 8402012"/>
              <a:gd name="connsiteX72" fmla="*/ 6611612 w 21052571"/>
              <a:gd name="connsiteY72" fmla="*/ 7659376 h 8402012"/>
              <a:gd name="connsiteX73" fmla="*/ 6662687 w 21052571"/>
              <a:gd name="connsiteY73" fmla="*/ 7671786 h 8402012"/>
              <a:gd name="connsiteX74" fmla="*/ 6611612 w 21052571"/>
              <a:gd name="connsiteY74" fmla="*/ 7715220 h 8402012"/>
              <a:gd name="connsiteX75" fmla="*/ 6611612 w 21052571"/>
              <a:gd name="connsiteY75" fmla="*/ 7659376 h 8402012"/>
              <a:gd name="connsiteX76" fmla="*/ 6656227 w 21052571"/>
              <a:gd name="connsiteY76" fmla="*/ 7650005 h 8402012"/>
              <a:gd name="connsiteX77" fmla="*/ 6654271 w 21052571"/>
              <a:gd name="connsiteY77" fmla="*/ 7658323 h 8402012"/>
              <a:gd name="connsiteX78" fmla="*/ 6655396 w 21052571"/>
              <a:gd name="connsiteY78" fmla="*/ 7653539 h 8402012"/>
              <a:gd name="connsiteX79" fmla="*/ 6659809 w 21052571"/>
              <a:gd name="connsiteY79" fmla="*/ 7634772 h 8402012"/>
              <a:gd name="connsiteX80" fmla="*/ 6658040 w 21052571"/>
              <a:gd name="connsiteY80" fmla="*/ 7642295 h 8402012"/>
              <a:gd name="connsiteX81" fmla="*/ 6656227 w 21052571"/>
              <a:gd name="connsiteY81" fmla="*/ 7650005 h 8402012"/>
              <a:gd name="connsiteX82" fmla="*/ 6657732 w 21052571"/>
              <a:gd name="connsiteY82" fmla="*/ 7643603 h 8402012"/>
              <a:gd name="connsiteX83" fmla="*/ 6659809 w 21052571"/>
              <a:gd name="connsiteY83" fmla="*/ 7634772 h 8402012"/>
              <a:gd name="connsiteX84" fmla="*/ 6695874 w 21052571"/>
              <a:gd name="connsiteY84" fmla="*/ 7626197 h 8402012"/>
              <a:gd name="connsiteX85" fmla="*/ 6671649 w 21052571"/>
              <a:gd name="connsiteY85" fmla="*/ 7658270 h 8402012"/>
              <a:gd name="connsiteX86" fmla="*/ 6659010 w 21052571"/>
              <a:gd name="connsiteY86" fmla="*/ 7639469 h 8402012"/>
              <a:gd name="connsiteX87" fmla="*/ 6695874 w 21052571"/>
              <a:gd name="connsiteY87" fmla="*/ 7626197 h 8402012"/>
              <a:gd name="connsiteX88" fmla="*/ 4731845 w 21052571"/>
              <a:gd name="connsiteY88" fmla="*/ 7624042 h 8402012"/>
              <a:gd name="connsiteX89" fmla="*/ 4695573 w 21052571"/>
              <a:gd name="connsiteY89" fmla="*/ 7627400 h 8402012"/>
              <a:gd name="connsiteX90" fmla="*/ 4753610 w 21052571"/>
              <a:gd name="connsiteY90" fmla="*/ 7658565 h 8402012"/>
              <a:gd name="connsiteX91" fmla="*/ 4731845 w 21052571"/>
              <a:gd name="connsiteY91" fmla="*/ 7624042 h 8402012"/>
              <a:gd name="connsiteX92" fmla="*/ 6736842 w 21052571"/>
              <a:gd name="connsiteY92" fmla="*/ 7622692 h 8402012"/>
              <a:gd name="connsiteX93" fmla="*/ 6748068 w 21052571"/>
              <a:gd name="connsiteY93" fmla="*/ 7630370 h 8402012"/>
              <a:gd name="connsiteX94" fmla="*/ 6730106 w 21052571"/>
              <a:gd name="connsiteY94" fmla="*/ 7630370 h 8402012"/>
              <a:gd name="connsiteX95" fmla="*/ 6736842 w 21052571"/>
              <a:gd name="connsiteY95" fmla="*/ 7622692 h 8402012"/>
              <a:gd name="connsiteX96" fmla="*/ 4772956 w 21052571"/>
              <a:gd name="connsiteY96" fmla="*/ 7595161 h 8402012"/>
              <a:gd name="connsiteX97" fmla="*/ 4811647 w 21052571"/>
              <a:gd name="connsiteY97" fmla="*/ 7627400 h 8402012"/>
              <a:gd name="connsiteX98" fmla="*/ 4772956 w 21052571"/>
              <a:gd name="connsiteY98" fmla="*/ 7595161 h 8402012"/>
              <a:gd name="connsiteX99" fmla="*/ 6362875 w 21052571"/>
              <a:gd name="connsiteY99" fmla="*/ 7580021 h 8402012"/>
              <a:gd name="connsiteX100" fmla="*/ 6416689 w 21052571"/>
              <a:gd name="connsiteY100" fmla="*/ 7608077 h 8402012"/>
              <a:gd name="connsiteX101" fmla="*/ 6299276 w 21052571"/>
              <a:gd name="connsiteY101" fmla="*/ 7658310 h 8402012"/>
              <a:gd name="connsiteX102" fmla="*/ 6299276 w 21052571"/>
              <a:gd name="connsiteY102" fmla="*/ 7595252 h 8402012"/>
              <a:gd name="connsiteX103" fmla="*/ 6362875 w 21052571"/>
              <a:gd name="connsiteY103" fmla="*/ 7580021 h 8402012"/>
              <a:gd name="connsiteX104" fmla="*/ 6923436 w 21052571"/>
              <a:gd name="connsiteY104" fmla="*/ 7564581 h 8402012"/>
              <a:gd name="connsiteX105" fmla="*/ 6905474 w 21052571"/>
              <a:gd name="connsiteY105" fmla="*/ 7596687 h 8402012"/>
              <a:gd name="connsiteX106" fmla="*/ 6923436 w 21052571"/>
              <a:gd name="connsiteY106" fmla="*/ 7564581 h 8402012"/>
              <a:gd name="connsiteX107" fmla="*/ 6961258 w 21052571"/>
              <a:gd name="connsiteY107" fmla="*/ 7531402 h 8402012"/>
              <a:gd name="connsiteX108" fmla="*/ 6948133 w 21052571"/>
              <a:gd name="connsiteY108" fmla="*/ 7563511 h 8402012"/>
              <a:gd name="connsiteX109" fmla="*/ 6961258 w 21052571"/>
              <a:gd name="connsiteY109" fmla="*/ 7531402 h 8402012"/>
              <a:gd name="connsiteX110" fmla="*/ 6519027 w 21052571"/>
              <a:gd name="connsiteY110" fmla="*/ 7531284 h 8402012"/>
              <a:gd name="connsiteX111" fmla="*/ 6554142 w 21052571"/>
              <a:gd name="connsiteY111" fmla="*/ 7544174 h 8402012"/>
              <a:gd name="connsiteX112" fmla="*/ 6433300 w 21052571"/>
              <a:gd name="connsiteY112" fmla="*/ 7594061 h 8402012"/>
              <a:gd name="connsiteX113" fmla="*/ 6421498 w 21052571"/>
              <a:gd name="connsiteY113" fmla="*/ 7580258 h 8402012"/>
              <a:gd name="connsiteX114" fmla="*/ 6424521 w 21052571"/>
              <a:gd name="connsiteY114" fmla="*/ 7590114 h 8402012"/>
              <a:gd name="connsiteX115" fmla="*/ 6419597 w 21052571"/>
              <a:gd name="connsiteY115" fmla="*/ 7606167 h 8402012"/>
              <a:gd name="connsiteX116" fmla="*/ 6413034 w 21052571"/>
              <a:gd name="connsiteY116" fmla="*/ 7593325 h 8402012"/>
              <a:gd name="connsiteX117" fmla="*/ 6418629 w 21052571"/>
              <a:gd name="connsiteY117" fmla="*/ 7576903 h 8402012"/>
              <a:gd name="connsiteX118" fmla="*/ 6417775 w 21052571"/>
              <a:gd name="connsiteY118" fmla="*/ 7575903 h 8402012"/>
              <a:gd name="connsiteX119" fmla="*/ 6419363 w 21052571"/>
              <a:gd name="connsiteY119" fmla="*/ 7574751 h 8402012"/>
              <a:gd name="connsiteX120" fmla="*/ 6419597 w 21052571"/>
              <a:gd name="connsiteY120" fmla="*/ 7574061 h 8402012"/>
              <a:gd name="connsiteX121" fmla="*/ 6419729 w 21052571"/>
              <a:gd name="connsiteY121" fmla="*/ 7574486 h 8402012"/>
              <a:gd name="connsiteX122" fmla="*/ 6449207 w 21052571"/>
              <a:gd name="connsiteY122" fmla="*/ 7553098 h 8402012"/>
              <a:gd name="connsiteX123" fmla="*/ 6519027 w 21052571"/>
              <a:gd name="connsiteY123" fmla="*/ 7531284 h 8402012"/>
              <a:gd name="connsiteX124" fmla="*/ 5068791 w 21052571"/>
              <a:gd name="connsiteY124" fmla="*/ 7529070 h 8402012"/>
              <a:gd name="connsiteX125" fmla="*/ 5010483 w 21052571"/>
              <a:gd name="connsiteY125" fmla="*/ 7556473 h 8402012"/>
              <a:gd name="connsiteX126" fmla="*/ 4939550 w 21052571"/>
              <a:gd name="connsiteY126" fmla="*/ 7582265 h 8402012"/>
              <a:gd name="connsiteX127" fmla="*/ 4868614 w 21052571"/>
              <a:gd name="connsiteY127" fmla="*/ 7595161 h 8402012"/>
              <a:gd name="connsiteX128" fmla="*/ 4900855 w 21052571"/>
              <a:gd name="connsiteY128" fmla="*/ 7620952 h 8402012"/>
              <a:gd name="connsiteX129" fmla="*/ 4965343 w 21052571"/>
              <a:gd name="connsiteY129" fmla="*/ 7588713 h 8402012"/>
              <a:gd name="connsiteX130" fmla="*/ 5023382 w 21052571"/>
              <a:gd name="connsiteY130" fmla="*/ 7575817 h 8402012"/>
              <a:gd name="connsiteX131" fmla="*/ 5042726 w 21052571"/>
              <a:gd name="connsiteY131" fmla="*/ 7562921 h 8402012"/>
              <a:gd name="connsiteX132" fmla="*/ 5131933 w 21052571"/>
              <a:gd name="connsiteY132" fmla="*/ 7562921 h 8402012"/>
              <a:gd name="connsiteX133" fmla="*/ 5131933 w 21052571"/>
              <a:gd name="connsiteY133" fmla="*/ 7530682 h 8402012"/>
              <a:gd name="connsiteX134" fmla="*/ 5068791 w 21052571"/>
              <a:gd name="connsiteY134" fmla="*/ 7529070 h 8402012"/>
              <a:gd name="connsiteX135" fmla="*/ 6549994 w 21052571"/>
              <a:gd name="connsiteY135" fmla="*/ 7520599 h 8402012"/>
              <a:gd name="connsiteX136" fmla="*/ 6558974 w 21052571"/>
              <a:gd name="connsiteY136" fmla="*/ 7530836 h 8402012"/>
              <a:gd name="connsiteX137" fmla="*/ 6541012 w 21052571"/>
              <a:gd name="connsiteY137" fmla="*/ 7530836 h 8402012"/>
              <a:gd name="connsiteX138" fmla="*/ 6549994 w 21052571"/>
              <a:gd name="connsiteY138" fmla="*/ 7520599 h 8402012"/>
              <a:gd name="connsiteX139" fmla="*/ 7037161 w 21052571"/>
              <a:gd name="connsiteY139" fmla="*/ 7498226 h 8402012"/>
              <a:gd name="connsiteX140" fmla="*/ 7000269 w 21052571"/>
              <a:gd name="connsiteY140" fmla="*/ 7528970 h 8402012"/>
              <a:gd name="connsiteX141" fmla="*/ 7037161 w 21052571"/>
              <a:gd name="connsiteY141" fmla="*/ 7498226 h 8402012"/>
              <a:gd name="connsiteX142" fmla="*/ 6675160 w 21052571"/>
              <a:gd name="connsiteY142" fmla="*/ 7469436 h 8402012"/>
              <a:gd name="connsiteX143" fmla="*/ 6714821 w 21052571"/>
              <a:gd name="connsiteY143" fmla="*/ 7485882 h 8402012"/>
              <a:gd name="connsiteX144" fmla="*/ 6550492 w 21052571"/>
              <a:gd name="connsiteY144" fmla="*/ 7518468 h 8402012"/>
              <a:gd name="connsiteX145" fmla="*/ 6675160 w 21052571"/>
              <a:gd name="connsiteY145" fmla="*/ 7469436 h 8402012"/>
              <a:gd name="connsiteX146" fmla="*/ 6708736 w 21052571"/>
              <a:gd name="connsiteY146" fmla="*/ 7466812 h 8402012"/>
              <a:gd name="connsiteX147" fmla="*/ 6707944 w 21052571"/>
              <a:gd name="connsiteY147" fmla="*/ 7469064 h 8402012"/>
              <a:gd name="connsiteX148" fmla="*/ 6706404 w 21052571"/>
              <a:gd name="connsiteY148" fmla="*/ 7473438 h 8402012"/>
              <a:gd name="connsiteX149" fmla="*/ 6713340 w 21052571"/>
              <a:gd name="connsiteY149" fmla="*/ 7453728 h 8402012"/>
              <a:gd name="connsiteX150" fmla="*/ 6711562 w 21052571"/>
              <a:gd name="connsiteY150" fmla="*/ 7458781 h 8402012"/>
              <a:gd name="connsiteX151" fmla="*/ 6708736 w 21052571"/>
              <a:gd name="connsiteY151" fmla="*/ 7466812 h 8402012"/>
              <a:gd name="connsiteX152" fmla="*/ 6711140 w 21052571"/>
              <a:gd name="connsiteY152" fmla="*/ 7459978 h 8402012"/>
              <a:gd name="connsiteX153" fmla="*/ 6713982 w 21052571"/>
              <a:gd name="connsiteY153" fmla="*/ 7451902 h 8402012"/>
              <a:gd name="connsiteX154" fmla="*/ 6713864 w 21052571"/>
              <a:gd name="connsiteY154" fmla="*/ 7452238 h 8402012"/>
              <a:gd name="connsiteX155" fmla="*/ 6713340 w 21052571"/>
              <a:gd name="connsiteY155" fmla="*/ 7453728 h 8402012"/>
              <a:gd name="connsiteX156" fmla="*/ 7157576 w 21052571"/>
              <a:gd name="connsiteY156" fmla="*/ 7408170 h 8402012"/>
              <a:gd name="connsiteX157" fmla="*/ 7169873 w 21052571"/>
              <a:gd name="connsiteY157" fmla="*/ 7473422 h 8402012"/>
              <a:gd name="connsiteX158" fmla="*/ 7132981 w 21052571"/>
              <a:gd name="connsiteY158" fmla="*/ 7473422 h 8402012"/>
              <a:gd name="connsiteX159" fmla="*/ 7157576 w 21052571"/>
              <a:gd name="connsiteY159" fmla="*/ 7408170 h 8402012"/>
              <a:gd name="connsiteX160" fmla="*/ 6859755 w 21052571"/>
              <a:gd name="connsiteY160" fmla="*/ 7367654 h 8402012"/>
              <a:gd name="connsiteX161" fmla="*/ 6899676 w 21052571"/>
              <a:gd name="connsiteY161" fmla="*/ 7397813 h 8402012"/>
              <a:gd name="connsiteX162" fmla="*/ 6792377 w 21052571"/>
              <a:gd name="connsiteY162" fmla="*/ 7443280 h 8402012"/>
              <a:gd name="connsiteX163" fmla="*/ 6715887 w 21052571"/>
              <a:gd name="connsiteY163" fmla="*/ 7455188 h 8402012"/>
              <a:gd name="connsiteX164" fmla="*/ 6859755 w 21052571"/>
              <a:gd name="connsiteY164" fmla="*/ 7367654 h 8402012"/>
              <a:gd name="connsiteX165" fmla="*/ 6906002 w 21052571"/>
              <a:gd name="connsiteY165" fmla="*/ 7365514 h 8402012"/>
              <a:gd name="connsiteX166" fmla="*/ 6918642 w 21052571"/>
              <a:gd name="connsiteY166" fmla="*/ 7384778 h 8402012"/>
              <a:gd name="connsiteX167" fmla="*/ 6900735 w 21052571"/>
              <a:gd name="connsiteY167" fmla="*/ 7384778 h 8402012"/>
              <a:gd name="connsiteX168" fmla="*/ 6906002 w 21052571"/>
              <a:gd name="connsiteY168" fmla="*/ 7365514 h 8402012"/>
              <a:gd name="connsiteX169" fmla="*/ 6951772 w 21052571"/>
              <a:gd name="connsiteY169" fmla="*/ 7346553 h 8402012"/>
              <a:gd name="connsiteX170" fmla="*/ 6905477 w 21052571"/>
              <a:gd name="connsiteY170" fmla="*/ 7364999 h 8402012"/>
              <a:gd name="connsiteX171" fmla="*/ 6951772 w 21052571"/>
              <a:gd name="connsiteY171" fmla="*/ 7346553 h 8402012"/>
              <a:gd name="connsiteX172" fmla="*/ 7174557 w 21052571"/>
              <a:gd name="connsiteY172" fmla="*/ 7199619 h 8402012"/>
              <a:gd name="connsiteX173" fmla="*/ 7128936 w 21052571"/>
              <a:gd name="connsiteY173" fmla="*/ 7287993 h 8402012"/>
              <a:gd name="connsiteX174" fmla="*/ 7019229 w 21052571"/>
              <a:gd name="connsiteY174" fmla="*/ 7345489 h 8402012"/>
              <a:gd name="connsiteX175" fmla="*/ 7174557 w 21052571"/>
              <a:gd name="connsiteY175" fmla="*/ 7199619 h 8402012"/>
              <a:gd name="connsiteX176" fmla="*/ 7300454 w 21052571"/>
              <a:gd name="connsiteY176" fmla="*/ 7180662 h 8402012"/>
              <a:gd name="connsiteX177" fmla="*/ 7312041 w 21052571"/>
              <a:gd name="connsiteY177" fmla="*/ 7199927 h 8402012"/>
              <a:gd name="connsiteX178" fmla="*/ 7294134 w 21052571"/>
              <a:gd name="connsiteY178" fmla="*/ 7199927 h 8402012"/>
              <a:gd name="connsiteX179" fmla="*/ 7300454 w 21052571"/>
              <a:gd name="connsiteY179" fmla="*/ 7180662 h 8402012"/>
              <a:gd name="connsiteX180" fmla="*/ 7393171 w 21052571"/>
              <a:gd name="connsiteY180" fmla="*/ 7122257 h 8402012"/>
              <a:gd name="connsiteX181" fmla="*/ 7402152 w 21052571"/>
              <a:gd name="connsiteY181" fmla="*/ 7131889 h 8402012"/>
              <a:gd name="connsiteX182" fmla="*/ 7399159 w 21052571"/>
              <a:gd name="connsiteY182" fmla="*/ 7139112 h 8402012"/>
              <a:gd name="connsiteX183" fmla="*/ 7396276 w 21052571"/>
              <a:gd name="connsiteY183" fmla="*/ 7150706 h 8402012"/>
              <a:gd name="connsiteX184" fmla="*/ 7397356 w 21052571"/>
              <a:gd name="connsiteY184" fmla="*/ 7152336 h 8402012"/>
              <a:gd name="connsiteX185" fmla="*/ 7303614 w 21052571"/>
              <a:gd name="connsiteY185" fmla="*/ 7177764 h 8402012"/>
              <a:gd name="connsiteX186" fmla="*/ 7384716 w 21052571"/>
              <a:gd name="connsiteY186" fmla="*/ 7133265 h 8402012"/>
              <a:gd name="connsiteX187" fmla="*/ 7390024 w 21052571"/>
              <a:gd name="connsiteY187" fmla="*/ 7141273 h 8402012"/>
              <a:gd name="connsiteX188" fmla="*/ 7384190 w 21052571"/>
              <a:gd name="connsiteY188" fmla="*/ 7131889 h 8402012"/>
              <a:gd name="connsiteX189" fmla="*/ 7393171 w 21052571"/>
              <a:gd name="connsiteY189" fmla="*/ 7122257 h 8402012"/>
              <a:gd name="connsiteX190" fmla="*/ 5888581 w 21052571"/>
              <a:gd name="connsiteY190" fmla="*/ 7100821 h 8402012"/>
              <a:gd name="connsiteX191" fmla="*/ 5907924 w 21052571"/>
              <a:gd name="connsiteY191" fmla="*/ 7133060 h 8402012"/>
              <a:gd name="connsiteX192" fmla="*/ 5888581 w 21052571"/>
              <a:gd name="connsiteY192" fmla="*/ 7100821 h 8402012"/>
              <a:gd name="connsiteX193" fmla="*/ 7447974 w 21052571"/>
              <a:gd name="connsiteY193" fmla="*/ 7098071 h 8402012"/>
              <a:gd name="connsiteX194" fmla="*/ 7463679 w 21052571"/>
              <a:gd name="connsiteY194" fmla="*/ 7103016 h 8402012"/>
              <a:gd name="connsiteX195" fmla="*/ 7398409 w 21052571"/>
              <a:gd name="connsiteY195" fmla="*/ 7121631 h 8402012"/>
              <a:gd name="connsiteX196" fmla="*/ 7447974 w 21052571"/>
              <a:gd name="connsiteY196" fmla="*/ 7098071 h 8402012"/>
              <a:gd name="connsiteX197" fmla="*/ 6649030 w 21052571"/>
              <a:gd name="connsiteY197" fmla="*/ 7074116 h 8402012"/>
              <a:gd name="connsiteX198" fmla="*/ 6658011 w 21052571"/>
              <a:gd name="connsiteY198" fmla="*/ 7089472 h 8402012"/>
              <a:gd name="connsiteX199" fmla="*/ 6640049 w 21052571"/>
              <a:gd name="connsiteY199" fmla="*/ 7089472 h 8402012"/>
              <a:gd name="connsiteX200" fmla="*/ 6649030 w 21052571"/>
              <a:gd name="connsiteY200" fmla="*/ 7074116 h 8402012"/>
              <a:gd name="connsiteX201" fmla="*/ 6017553 w 21052571"/>
              <a:gd name="connsiteY201" fmla="*/ 7068581 h 8402012"/>
              <a:gd name="connsiteX202" fmla="*/ 6036900 w 21052571"/>
              <a:gd name="connsiteY202" fmla="*/ 7100821 h 8402012"/>
              <a:gd name="connsiteX203" fmla="*/ 6017553 w 21052571"/>
              <a:gd name="connsiteY203" fmla="*/ 7068581 h 8402012"/>
              <a:gd name="connsiteX204" fmla="*/ 7572643 w 21052571"/>
              <a:gd name="connsiteY204" fmla="*/ 7066910 h 8402012"/>
              <a:gd name="connsiteX205" fmla="*/ 7545343 w 21052571"/>
              <a:gd name="connsiteY205" fmla="*/ 7099019 h 8402012"/>
              <a:gd name="connsiteX206" fmla="*/ 7572643 w 21052571"/>
              <a:gd name="connsiteY206" fmla="*/ 7066910 h 8402012"/>
              <a:gd name="connsiteX207" fmla="*/ 7601219 w 21052571"/>
              <a:gd name="connsiteY207" fmla="*/ 7038470 h 8402012"/>
              <a:gd name="connsiteX208" fmla="*/ 7583257 w 21052571"/>
              <a:gd name="connsiteY208" fmla="*/ 7070543 h 8402012"/>
              <a:gd name="connsiteX209" fmla="*/ 7601219 w 21052571"/>
              <a:gd name="connsiteY209" fmla="*/ 7038470 h 8402012"/>
              <a:gd name="connsiteX210" fmla="*/ 5831615 w 21052571"/>
              <a:gd name="connsiteY210" fmla="*/ 6979385 h 8402012"/>
              <a:gd name="connsiteX211" fmla="*/ 5870308 w 21052571"/>
              <a:gd name="connsiteY211" fmla="*/ 7011624 h 8402012"/>
              <a:gd name="connsiteX212" fmla="*/ 5831615 w 21052571"/>
              <a:gd name="connsiteY212" fmla="*/ 6979385 h 8402012"/>
              <a:gd name="connsiteX213" fmla="*/ 7684776 w 21052571"/>
              <a:gd name="connsiteY213" fmla="*/ 6978552 h 8402012"/>
              <a:gd name="connsiteX214" fmla="*/ 7719678 w 21052571"/>
              <a:gd name="connsiteY214" fmla="*/ 6981736 h 8402012"/>
              <a:gd name="connsiteX215" fmla="*/ 7663834 w 21052571"/>
              <a:gd name="connsiteY215" fmla="*/ 7013570 h 8402012"/>
              <a:gd name="connsiteX216" fmla="*/ 7684776 w 21052571"/>
              <a:gd name="connsiteY216" fmla="*/ 6978552 h 8402012"/>
              <a:gd name="connsiteX217" fmla="*/ 5959516 w 21052571"/>
              <a:gd name="connsiteY217" fmla="*/ 6947145 h 8402012"/>
              <a:gd name="connsiteX218" fmla="*/ 5907924 w 21052571"/>
              <a:gd name="connsiteY218" fmla="*/ 6979385 h 8402012"/>
              <a:gd name="connsiteX219" fmla="*/ 5888581 w 21052571"/>
              <a:gd name="connsiteY219" fmla="*/ 7011624 h 8402012"/>
              <a:gd name="connsiteX220" fmla="*/ 5933720 w 21052571"/>
              <a:gd name="connsiteY220" fmla="*/ 6979385 h 8402012"/>
              <a:gd name="connsiteX221" fmla="*/ 5959516 w 21052571"/>
              <a:gd name="connsiteY221" fmla="*/ 6947145 h 8402012"/>
              <a:gd name="connsiteX222" fmla="*/ 6863995 w 21052571"/>
              <a:gd name="connsiteY222" fmla="*/ 6945961 h 8402012"/>
              <a:gd name="connsiteX223" fmla="*/ 6894929 w 21052571"/>
              <a:gd name="connsiteY223" fmla="*/ 6948945 h 8402012"/>
              <a:gd name="connsiteX224" fmla="*/ 6766828 w 21052571"/>
              <a:gd name="connsiteY224" fmla="*/ 7033381 h 8402012"/>
              <a:gd name="connsiteX225" fmla="*/ 6684864 w 21052571"/>
              <a:gd name="connsiteY225" fmla="*/ 7075244 h 8402012"/>
              <a:gd name="connsiteX226" fmla="*/ 6671792 w 21052571"/>
              <a:gd name="connsiteY226" fmla="*/ 7070841 h 8402012"/>
              <a:gd name="connsiteX227" fmla="*/ 6661007 w 21052571"/>
              <a:gd name="connsiteY227" fmla="*/ 7084722 h 8402012"/>
              <a:gd name="connsiteX228" fmla="*/ 6654271 w 21052571"/>
              <a:gd name="connsiteY228" fmla="*/ 7070274 h 8402012"/>
              <a:gd name="connsiteX229" fmla="*/ 6661007 w 21052571"/>
              <a:gd name="connsiteY229" fmla="*/ 7060641 h 8402012"/>
              <a:gd name="connsiteX230" fmla="*/ 6663692 w 21052571"/>
              <a:gd name="connsiteY230" fmla="*/ 7062945 h 8402012"/>
              <a:gd name="connsiteX231" fmla="*/ 6659010 w 21052571"/>
              <a:gd name="connsiteY231" fmla="*/ 7058279 h 8402012"/>
              <a:gd name="connsiteX232" fmla="*/ 6863995 w 21052571"/>
              <a:gd name="connsiteY232" fmla="*/ 6945961 h 8402012"/>
              <a:gd name="connsiteX233" fmla="*/ 6951737 w 21052571"/>
              <a:gd name="connsiteY233" fmla="*/ 6919979 h 8402012"/>
              <a:gd name="connsiteX234" fmla="*/ 6924437 w 21052571"/>
              <a:gd name="connsiteY234" fmla="*/ 6947279 h 8402012"/>
              <a:gd name="connsiteX235" fmla="*/ 6951737 w 21052571"/>
              <a:gd name="connsiteY235" fmla="*/ 6919979 h 8402012"/>
              <a:gd name="connsiteX236" fmla="*/ 6999271 w 21052571"/>
              <a:gd name="connsiteY236" fmla="*/ 6891539 h 8402012"/>
              <a:gd name="connsiteX237" fmla="*/ 6981309 w 21052571"/>
              <a:gd name="connsiteY237" fmla="*/ 6923645 h 8402012"/>
              <a:gd name="connsiteX238" fmla="*/ 6999271 w 21052571"/>
              <a:gd name="connsiteY238" fmla="*/ 6891539 h 8402012"/>
              <a:gd name="connsiteX239" fmla="*/ 6056249 w 21052571"/>
              <a:gd name="connsiteY239" fmla="*/ 6889114 h 8402012"/>
              <a:gd name="connsiteX240" fmla="*/ 6093865 w 21052571"/>
              <a:gd name="connsiteY240" fmla="*/ 6921354 h 8402012"/>
              <a:gd name="connsiteX241" fmla="*/ 6056249 w 21052571"/>
              <a:gd name="connsiteY241" fmla="*/ 6889114 h 8402012"/>
              <a:gd name="connsiteX242" fmla="*/ 7913961 w 21052571"/>
              <a:gd name="connsiteY242" fmla="*/ 6858360 h 8402012"/>
              <a:gd name="connsiteX243" fmla="*/ 7868655 w 21052571"/>
              <a:gd name="connsiteY243" fmla="*/ 6935760 h 8402012"/>
              <a:gd name="connsiteX244" fmla="*/ 7758626 w 21052571"/>
              <a:gd name="connsiteY244" fmla="*/ 6948660 h 8402012"/>
              <a:gd name="connsiteX245" fmla="*/ 7913961 w 21052571"/>
              <a:gd name="connsiteY245" fmla="*/ 6858360 h 8402012"/>
              <a:gd name="connsiteX246" fmla="*/ 7040171 w 21052571"/>
              <a:gd name="connsiteY246" fmla="*/ 6855718 h 8402012"/>
              <a:gd name="connsiteX247" fmla="*/ 7075073 w 21052571"/>
              <a:gd name="connsiteY247" fmla="*/ 6858981 h 8402012"/>
              <a:gd name="connsiteX248" fmla="*/ 7019229 w 21052571"/>
              <a:gd name="connsiteY248" fmla="*/ 6891616 h 8402012"/>
              <a:gd name="connsiteX249" fmla="*/ 7040171 w 21052571"/>
              <a:gd name="connsiteY249" fmla="*/ 6855718 h 8402012"/>
              <a:gd name="connsiteX250" fmla="*/ 8302674 w 21052571"/>
              <a:gd name="connsiteY250" fmla="*/ 6855494 h 8402012"/>
              <a:gd name="connsiteX251" fmla="*/ 8265782 w 21052571"/>
              <a:gd name="connsiteY251" fmla="*/ 6888561 h 8402012"/>
              <a:gd name="connsiteX252" fmla="*/ 8302674 w 21052571"/>
              <a:gd name="connsiteY252" fmla="*/ 6855494 h 8402012"/>
              <a:gd name="connsiteX253" fmla="*/ 7151945 w 21052571"/>
              <a:gd name="connsiteY253" fmla="*/ 6792002 h 8402012"/>
              <a:gd name="connsiteX254" fmla="*/ 7179245 w 21052571"/>
              <a:gd name="connsiteY254" fmla="*/ 6825181 h 8402012"/>
              <a:gd name="connsiteX255" fmla="*/ 7151945 w 21052571"/>
              <a:gd name="connsiteY255" fmla="*/ 6857254 h 8402012"/>
              <a:gd name="connsiteX256" fmla="*/ 7151945 w 21052571"/>
              <a:gd name="connsiteY256" fmla="*/ 6792002 h 8402012"/>
              <a:gd name="connsiteX257" fmla="*/ 7321499 w 21052571"/>
              <a:gd name="connsiteY257" fmla="*/ 6749346 h 8402012"/>
              <a:gd name="connsiteX258" fmla="*/ 7232518 w 21052571"/>
              <a:gd name="connsiteY258" fmla="*/ 6828816 h 8402012"/>
              <a:gd name="connsiteX259" fmla="*/ 7232518 w 21052571"/>
              <a:gd name="connsiteY259" fmla="*/ 6762591 h 8402012"/>
              <a:gd name="connsiteX260" fmla="*/ 7321499 w 21052571"/>
              <a:gd name="connsiteY260" fmla="*/ 6749346 h 8402012"/>
              <a:gd name="connsiteX261" fmla="*/ 6793031 w 21052571"/>
              <a:gd name="connsiteY261" fmla="*/ 6735439 h 8402012"/>
              <a:gd name="connsiteX262" fmla="*/ 6812376 w 21052571"/>
              <a:gd name="connsiteY262" fmla="*/ 6761230 h 8402012"/>
              <a:gd name="connsiteX263" fmla="*/ 6793031 w 21052571"/>
              <a:gd name="connsiteY263" fmla="*/ 6735439 h 8402012"/>
              <a:gd name="connsiteX264" fmla="*/ 8137805 w 21052571"/>
              <a:gd name="connsiteY264" fmla="*/ 6735125 h 8402012"/>
              <a:gd name="connsiteX265" fmla="*/ 8174697 w 21052571"/>
              <a:gd name="connsiteY265" fmla="*/ 6735125 h 8402012"/>
              <a:gd name="connsiteX266" fmla="*/ 8174697 w 21052571"/>
              <a:gd name="connsiteY266" fmla="*/ 6790969 h 8402012"/>
              <a:gd name="connsiteX267" fmla="*/ 8137805 w 21052571"/>
              <a:gd name="connsiteY267" fmla="*/ 6790969 h 8402012"/>
              <a:gd name="connsiteX268" fmla="*/ 8137805 w 21052571"/>
              <a:gd name="connsiteY268" fmla="*/ 6735125 h 8402012"/>
              <a:gd name="connsiteX269" fmla="*/ 7184054 w 21052571"/>
              <a:gd name="connsiteY269" fmla="*/ 6703356 h 8402012"/>
              <a:gd name="connsiteX270" fmla="*/ 7151945 w 21052571"/>
              <a:gd name="connsiteY270" fmla="*/ 6734099 h 8402012"/>
              <a:gd name="connsiteX271" fmla="*/ 7184054 w 21052571"/>
              <a:gd name="connsiteY271" fmla="*/ 6703356 h 8402012"/>
              <a:gd name="connsiteX272" fmla="*/ 6831721 w 21052571"/>
              <a:gd name="connsiteY272" fmla="*/ 6703199 h 8402012"/>
              <a:gd name="connsiteX273" fmla="*/ 6870411 w 21052571"/>
              <a:gd name="connsiteY273" fmla="*/ 6735439 h 8402012"/>
              <a:gd name="connsiteX274" fmla="*/ 6831721 w 21052571"/>
              <a:gd name="connsiteY274" fmla="*/ 6703199 h 8402012"/>
              <a:gd name="connsiteX275" fmla="*/ 6434572 w 21052571"/>
              <a:gd name="connsiteY275" fmla="*/ 6703199 h 8402012"/>
              <a:gd name="connsiteX276" fmla="*/ 6473263 w 21052571"/>
              <a:gd name="connsiteY276" fmla="*/ 6735439 h 8402012"/>
              <a:gd name="connsiteX277" fmla="*/ 6434572 w 21052571"/>
              <a:gd name="connsiteY277" fmla="*/ 6703199 h 8402012"/>
              <a:gd name="connsiteX278" fmla="*/ 8265779 w 21052571"/>
              <a:gd name="connsiteY278" fmla="*/ 6701949 h 8402012"/>
              <a:gd name="connsiteX279" fmla="*/ 8283741 w 21052571"/>
              <a:gd name="connsiteY279" fmla="*/ 6734055 h 8402012"/>
              <a:gd name="connsiteX280" fmla="*/ 8265779 w 21052571"/>
              <a:gd name="connsiteY280" fmla="*/ 6701949 h 8402012"/>
              <a:gd name="connsiteX281" fmla="*/ 7378379 w 21052571"/>
              <a:gd name="connsiteY281" fmla="*/ 6701949 h 8402012"/>
              <a:gd name="connsiteX282" fmla="*/ 7359115 w 21052571"/>
              <a:gd name="connsiteY282" fmla="*/ 6757793 h 8402012"/>
              <a:gd name="connsiteX283" fmla="*/ 7346273 w 21052571"/>
              <a:gd name="connsiteY283" fmla="*/ 6720564 h 8402012"/>
              <a:gd name="connsiteX284" fmla="*/ 7378379 w 21052571"/>
              <a:gd name="connsiteY284" fmla="*/ 6701949 h 8402012"/>
              <a:gd name="connsiteX285" fmla="*/ 8227862 w 21052571"/>
              <a:gd name="connsiteY285" fmla="*/ 6673512 h 8402012"/>
              <a:gd name="connsiteX286" fmla="*/ 8245824 w 21052571"/>
              <a:gd name="connsiteY286" fmla="*/ 6673512 h 8402012"/>
              <a:gd name="connsiteX287" fmla="*/ 8245824 w 21052571"/>
              <a:gd name="connsiteY287" fmla="*/ 6738782 h 8402012"/>
              <a:gd name="connsiteX288" fmla="*/ 8227862 w 21052571"/>
              <a:gd name="connsiteY288" fmla="*/ 6738782 h 8402012"/>
              <a:gd name="connsiteX289" fmla="*/ 8227862 w 21052571"/>
              <a:gd name="connsiteY289" fmla="*/ 6673512 h 8402012"/>
              <a:gd name="connsiteX290" fmla="*/ 7417366 w 21052571"/>
              <a:gd name="connsiteY290" fmla="*/ 6673512 h 8402012"/>
              <a:gd name="connsiteX291" fmla="*/ 7435328 w 21052571"/>
              <a:gd name="connsiteY291" fmla="*/ 6705618 h 8402012"/>
              <a:gd name="connsiteX292" fmla="*/ 7417366 w 21052571"/>
              <a:gd name="connsiteY292" fmla="*/ 6673512 h 8402012"/>
              <a:gd name="connsiteX293" fmla="*/ 6901578 w 21052571"/>
              <a:gd name="connsiteY293" fmla="*/ 6670960 h 8402012"/>
              <a:gd name="connsiteX294" fmla="*/ 6920924 w 21052571"/>
              <a:gd name="connsiteY294" fmla="*/ 6703199 h 8402012"/>
              <a:gd name="connsiteX295" fmla="*/ 6901578 w 21052571"/>
              <a:gd name="connsiteY295" fmla="*/ 6670960 h 8402012"/>
              <a:gd name="connsiteX296" fmla="*/ 6530226 w 21052571"/>
              <a:gd name="connsiteY296" fmla="*/ 6670960 h 8402012"/>
              <a:gd name="connsiteX297" fmla="*/ 6562470 w 21052571"/>
              <a:gd name="connsiteY297" fmla="*/ 6703199 h 8402012"/>
              <a:gd name="connsiteX298" fmla="*/ 6530226 w 21052571"/>
              <a:gd name="connsiteY298" fmla="*/ 6670960 h 8402012"/>
              <a:gd name="connsiteX299" fmla="*/ 7473745 w 21052571"/>
              <a:gd name="connsiteY299" fmla="*/ 6664909 h 8402012"/>
              <a:gd name="connsiteX300" fmla="*/ 7482726 w 21052571"/>
              <a:gd name="connsiteY300" fmla="*/ 6672134 h 8402012"/>
              <a:gd name="connsiteX301" fmla="*/ 7476739 w 21052571"/>
              <a:gd name="connsiteY301" fmla="*/ 6691399 h 8402012"/>
              <a:gd name="connsiteX302" fmla="*/ 7464764 w 21052571"/>
              <a:gd name="connsiteY302" fmla="*/ 6672134 h 8402012"/>
              <a:gd name="connsiteX303" fmla="*/ 7473745 w 21052571"/>
              <a:gd name="connsiteY303" fmla="*/ 6664909 h 8402012"/>
              <a:gd name="connsiteX304" fmla="*/ 7492690 w 21052571"/>
              <a:gd name="connsiteY304" fmla="*/ 6650186 h 8402012"/>
              <a:gd name="connsiteX305" fmla="*/ 7511136 w 21052571"/>
              <a:gd name="connsiteY305" fmla="*/ 6657236 h 8402012"/>
              <a:gd name="connsiteX306" fmla="*/ 7474244 w 21052571"/>
              <a:gd name="connsiteY306" fmla="*/ 6657236 h 8402012"/>
              <a:gd name="connsiteX307" fmla="*/ 7492690 w 21052571"/>
              <a:gd name="connsiteY307" fmla="*/ 6650186 h 8402012"/>
              <a:gd name="connsiteX308" fmla="*/ 6959614 w 21052571"/>
              <a:gd name="connsiteY308" fmla="*/ 6638720 h 8402012"/>
              <a:gd name="connsiteX309" fmla="*/ 6998304 w 21052571"/>
              <a:gd name="connsiteY309" fmla="*/ 6670960 h 8402012"/>
              <a:gd name="connsiteX310" fmla="*/ 6959614 w 21052571"/>
              <a:gd name="connsiteY310" fmla="*/ 6638720 h 8402012"/>
              <a:gd name="connsiteX311" fmla="*/ 7507300 w 21052571"/>
              <a:gd name="connsiteY311" fmla="*/ 6626078 h 8402012"/>
              <a:gd name="connsiteX312" fmla="*/ 7504216 w 21052571"/>
              <a:gd name="connsiteY312" fmla="*/ 6634870 h 8402012"/>
              <a:gd name="connsiteX313" fmla="*/ 7502681 w 21052571"/>
              <a:gd name="connsiteY313" fmla="*/ 6639244 h 8402012"/>
              <a:gd name="connsiteX314" fmla="*/ 7507470 w 21052571"/>
              <a:gd name="connsiteY314" fmla="*/ 6625594 h 8402012"/>
              <a:gd name="connsiteX315" fmla="*/ 7507300 w 21052571"/>
              <a:gd name="connsiteY315" fmla="*/ 6626078 h 8402012"/>
              <a:gd name="connsiteX316" fmla="*/ 7507403 w 21052571"/>
              <a:gd name="connsiteY316" fmla="*/ 6625784 h 8402012"/>
              <a:gd name="connsiteX317" fmla="*/ 7509878 w 21052571"/>
              <a:gd name="connsiteY317" fmla="*/ 6618728 h 8402012"/>
              <a:gd name="connsiteX318" fmla="*/ 7507470 w 21052571"/>
              <a:gd name="connsiteY318" fmla="*/ 6625594 h 8402012"/>
              <a:gd name="connsiteX319" fmla="*/ 7507823 w 21052571"/>
              <a:gd name="connsiteY319" fmla="*/ 6624587 h 8402012"/>
              <a:gd name="connsiteX320" fmla="*/ 7510236 w 21052571"/>
              <a:gd name="connsiteY320" fmla="*/ 6617708 h 8402012"/>
              <a:gd name="connsiteX321" fmla="*/ 7510118 w 21052571"/>
              <a:gd name="connsiteY321" fmla="*/ 6618044 h 8402012"/>
              <a:gd name="connsiteX322" fmla="*/ 7509878 w 21052571"/>
              <a:gd name="connsiteY322" fmla="*/ 6618728 h 8402012"/>
              <a:gd name="connsiteX323" fmla="*/ 7601148 w 21052571"/>
              <a:gd name="connsiteY323" fmla="*/ 6592935 h 8402012"/>
              <a:gd name="connsiteX324" fmla="*/ 7517524 w 21052571"/>
              <a:gd name="connsiteY324" fmla="*/ 6639204 h 8402012"/>
              <a:gd name="connsiteX325" fmla="*/ 7512164 w 21052571"/>
              <a:gd name="connsiteY325" fmla="*/ 6626790 h 8402012"/>
              <a:gd name="connsiteX326" fmla="*/ 7601148 w 21052571"/>
              <a:gd name="connsiteY326" fmla="*/ 6592935 h 8402012"/>
              <a:gd name="connsiteX327" fmla="*/ 6171250 w 21052571"/>
              <a:gd name="connsiteY327" fmla="*/ 6517284 h 8402012"/>
              <a:gd name="connsiteX328" fmla="*/ 6209943 w 21052571"/>
              <a:gd name="connsiteY328" fmla="*/ 6549524 h 8402012"/>
              <a:gd name="connsiteX329" fmla="*/ 6171250 w 21052571"/>
              <a:gd name="connsiteY329" fmla="*/ 6517284 h 8402012"/>
              <a:gd name="connsiteX330" fmla="*/ 7718890 w 21052571"/>
              <a:gd name="connsiteY330" fmla="*/ 6517098 h 8402012"/>
              <a:gd name="connsiteX331" fmla="*/ 7705765 w 21052571"/>
              <a:gd name="connsiteY331" fmla="*/ 6618706 h 8402012"/>
              <a:gd name="connsiteX332" fmla="*/ 7640138 w 21052571"/>
              <a:gd name="connsiteY332" fmla="*/ 6606005 h 8402012"/>
              <a:gd name="connsiteX333" fmla="*/ 7718890 w 21052571"/>
              <a:gd name="connsiteY333" fmla="*/ 6517098 h 8402012"/>
              <a:gd name="connsiteX334" fmla="*/ 7804924 w 21052571"/>
              <a:gd name="connsiteY334" fmla="*/ 6512359 h 8402012"/>
              <a:gd name="connsiteX335" fmla="*/ 7758629 w 21052571"/>
              <a:gd name="connsiteY335" fmla="*/ 6549251 h 8402012"/>
              <a:gd name="connsiteX336" fmla="*/ 7804924 w 21052571"/>
              <a:gd name="connsiteY336" fmla="*/ 6512359 h 8402012"/>
              <a:gd name="connsiteX337" fmla="*/ 8643876 w 21052571"/>
              <a:gd name="connsiteY337" fmla="*/ 6498140 h 8402012"/>
              <a:gd name="connsiteX338" fmla="*/ 8417452 w 21052571"/>
              <a:gd name="connsiteY338" fmla="*/ 6639255 h 8402012"/>
              <a:gd name="connsiteX339" fmla="*/ 8643876 w 21052571"/>
              <a:gd name="connsiteY339" fmla="*/ 6498140 h 8402012"/>
              <a:gd name="connsiteX340" fmla="*/ 6998304 w 21052571"/>
              <a:gd name="connsiteY340" fmla="*/ 6497941 h 8402012"/>
              <a:gd name="connsiteX341" fmla="*/ 6678035 w 21052571"/>
              <a:gd name="connsiteY341" fmla="*/ 6638720 h 8402012"/>
              <a:gd name="connsiteX342" fmla="*/ 6998304 w 21052571"/>
              <a:gd name="connsiteY342" fmla="*/ 6497941 h 8402012"/>
              <a:gd name="connsiteX343" fmla="*/ 6434572 w 21052571"/>
              <a:gd name="connsiteY343" fmla="*/ 6485045 h 8402012"/>
              <a:gd name="connsiteX344" fmla="*/ 6473263 w 21052571"/>
              <a:gd name="connsiteY344" fmla="*/ 6517284 h 8402012"/>
              <a:gd name="connsiteX345" fmla="*/ 6434572 w 21052571"/>
              <a:gd name="connsiteY345" fmla="*/ 6485045 h 8402012"/>
              <a:gd name="connsiteX346" fmla="*/ 7834466 w 21052571"/>
              <a:gd name="connsiteY346" fmla="*/ 6461630 h 8402012"/>
              <a:gd name="connsiteX347" fmla="*/ 7866575 w 21052571"/>
              <a:gd name="connsiteY347" fmla="*/ 6486225 h 8402012"/>
              <a:gd name="connsiteX348" fmla="*/ 7834466 w 21052571"/>
              <a:gd name="connsiteY348" fmla="*/ 6461630 h 8402012"/>
              <a:gd name="connsiteX349" fmla="*/ 6527809 w 21052571"/>
              <a:gd name="connsiteY349" fmla="*/ 6455626 h 8402012"/>
              <a:gd name="connsiteX350" fmla="*/ 6491535 w 21052571"/>
              <a:gd name="connsiteY350" fmla="*/ 6459253 h 8402012"/>
              <a:gd name="connsiteX351" fmla="*/ 6549573 w 21052571"/>
              <a:gd name="connsiteY351" fmla="*/ 6485045 h 8402012"/>
              <a:gd name="connsiteX352" fmla="*/ 6527809 w 21052571"/>
              <a:gd name="connsiteY352" fmla="*/ 6455626 h 8402012"/>
              <a:gd name="connsiteX353" fmla="*/ 8689650 w 21052571"/>
              <a:gd name="connsiteY353" fmla="*/ 6452844 h 8402012"/>
              <a:gd name="connsiteX354" fmla="*/ 8689155 w 21052571"/>
              <a:gd name="connsiteY354" fmla="*/ 6454383 h 8402012"/>
              <a:gd name="connsiteX355" fmla="*/ 8687615 w 21052571"/>
              <a:gd name="connsiteY355" fmla="*/ 6459167 h 8402012"/>
              <a:gd name="connsiteX356" fmla="*/ 8694544 w 21052571"/>
              <a:gd name="connsiteY356" fmla="*/ 6437633 h 8402012"/>
              <a:gd name="connsiteX357" fmla="*/ 8692773 w 21052571"/>
              <a:gd name="connsiteY357" fmla="*/ 6443139 h 8402012"/>
              <a:gd name="connsiteX358" fmla="*/ 8689650 w 21052571"/>
              <a:gd name="connsiteY358" fmla="*/ 6452844 h 8402012"/>
              <a:gd name="connsiteX359" fmla="*/ 8692351 w 21052571"/>
              <a:gd name="connsiteY359" fmla="*/ 6444447 h 8402012"/>
              <a:gd name="connsiteX360" fmla="*/ 8695193 w 21052571"/>
              <a:gd name="connsiteY360" fmla="*/ 6435616 h 8402012"/>
              <a:gd name="connsiteX361" fmla="*/ 8695075 w 21052571"/>
              <a:gd name="connsiteY361" fmla="*/ 6435984 h 8402012"/>
              <a:gd name="connsiteX362" fmla="*/ 8694544 w 21052571"/>
              <a:gd name="connsiteY362" fmla="*/ 6437633 h 8402012"/>
              <a:gd name="connsiteX363" fmla="*/ 8738701 w 21052571"/>
              <a:gd name="connsiteY363" fmla="*/ 6427044 h 8402012"/>
              <a:gd name="connsiteX364" fmla="*/ 8708156 w 21052571"/>
              <a:gd name="connsiteY364" fmla="*/ 6459150 h 8402012"/>
              <a:gd name="connsiteX365" fmla="*/ 8701837 w 21052571"/>
              <a:gd name="connsiteY365" fmla="*/ 6440957 h 8402012"/>
              <a:gd name="connsiteX366" fmla="*/ 8738701 w 21052571"/>
              <a:gd name="connsiteY366" fmla="*/ 6427044 h 8402012"/>
              <a:gd name="connsiteX367" fmla="*/ 6562470 w 21052571"/>
              <a:gd name="connsiteY367" fmla="*/ 6427013 h 8402012"/>
              <a:gd name="connsiteX368" fmla="*/ 6581816 w 21052571"/>
              <a:gd name="connsiteY368" fmla="*/ 6459253 h 8402012"/>
              <a:gd name="connsiteX369" fmla="*/ 6562470 w 21052571"/>
              <a:gd name="connsiteY369" fmla="*/ 6427013 h 8402012"/>
              <a:gd name="connsiteX370" fmla="*/ 8829238 w 21052571"/>
              <a:gd name="connsiteY370" fmla="*/ 6396940 h 8402012"/>
              <a:gd name="connsiteX371" fmla="*/ 8847698 w 21052571"/>
              <a:gd name="connsiteY371" fmla="*/ 6418240 h 8402012"/>
              <a:gd name="connsiteX372" fmla="*/ 8815592 w 21052571"/>
              <a:gd name="connsiteY372" fmla="*/ 6430654 h 8402012"/>
              <a:gd name="connsiteX373" fmla="*/ 8829238 w 21052571"/>
              <a:gd name="connsiteY373" fmla="*/ 6396940 h 8402012"/>
              <a:gd name="connsiteX374" fmla="*/ 6620000 w 21052571"/>
              <a:gd name="connsiteY374" fmla="*/ 6395849 h 8402012"/>
              <a:gd name="connsiteX375" fmla="*/ 6639344 w 21052571"/>
              <a:gd name="connsiteY375" fmla="*/ 6427013 h 8402012"/>
              <a:gd name="connsiteX376" fmla="*/ 6620000 w 21052571"/>
              <a:gd name="connsiteY376" fmla="*/ 6395849 h 8402012"/>
              <a:gd name="connsiteX377" fmla="*/ 7943480 w 21052571"/>
              <a:gd name="connsiteY377" fmla="*/ 6393865 h 8402012"/>
              <a:gd name="connsiteX378" fmla="*/ 7975550 w 21052571"/>
              <a:gd name="connsiteY378" fmla="*/ 6420408 h 8402012"/>
              <a:gd name="connsiteX379" fmla="*/ 7943480 w 21052571"/>
              <a:gd name="connsiteY379" fmla="*/ 6459117 h 8402012"/>
              <a:gd name="connsiteX380" fmla="*/ 7943480 w 21052571"/>
              <a:gd name="connsiteY380" fmla="*/ 6393865 h 8402012"/>
              <a:gd name="connsiteX381" fmla="*/ 8879017 w 21052571"/>
              <a:gd name="connsiteY381" fmla="*/ 6369515 h 8402012"/>
              <a:gd name="connsiteX382" fmla="*/ 8904612 w 21052571"/>
              <a:gd name="connsiteY382" fmla="*/ 6381486 h 8402012"/>
              <a:gd name="connsiteX383" fmla="*/ 8862729 w 21052571"/>
              <a:gd name="connsiteY383" fmla="*/ 6392259 h 8402012"/>
              <a:gd name="connsiteX384" fmla="*/ 8853277 w 21052571"/>
              <a:gd name="connsiteY384" fmla="*/ 6384965 h 8402012"/>
              <a:gd name="connsiteX385" fmla="*/ 8853053 w 21052571"/>
              <a:gd name="connsiteY385" fmla="*/ 6391814 h 8402012"/>
              <a:gd name="connsiteX386" fmla="*/ 8850592 w 21052571"/>
              <a:gd name="connsiteY386" fmla="*/ 6411797 h 8402012"/>
              <a:gd name="connsiteX387" fmla="*/ 8844029 w 21052571"/>
              <a:gd name="connsiteY387" fmla="*/ 6393351 h 8402012"/>
              <a:gd name="connsiteX388" fmla="*/ 8847311 w 21052571"/>
              <a:gd name="connsiteY388" fmla="*/ 6384897 h 8402012"/>
              <a:gd name="connsiteX389" fmla="*/ 8849645 w 21052571"/>
              <a:gd name="connsiteY389" fmla="*/ 6382163 h 8402012"/>
              <a:gd name="connsiteX390" fmla="*/ 8848768 w 21052571"/>
              <a:gd name="connsiteY390" fmla="*/ 6381486 h 8402012"/>
              <a:gd name="connsiteX391" fmla="*/ 8879017 w 21052571"/>
              <a:gd name="connsiteY391" fmla="*/ 6369515 h 8402012"/>
              <a:gd name="connsiteX392" fmla="*/ 8056234 w 21052571"/>
              <a:gd name="connsiteY392" fmla="*/ 6365428 h 8402012"/>
              <a:gd name="connsiteX393" fmla="*/ 8038272 w 21052571"/>
              <a:gd name="connsiteY393" fmla="*/ 6397537 h 8402012"/>
              <a:gd name="connsiteX394" fmla="*/ 8056234 w 21052571"/>
              <a:gd name="connsiteY394" fmla="*/ 6365428 h 8402012"/>
              <a:gd name="connsiteX395" fmla="*/ 622265 w 21052571"/>
              <a:gd name="connsiteY395" fmla="*/ 6344265 h 8402012"/>
              <a:gd name="connsiteX396" fmla="*/ 686749 w 21052571"/>
              <a:gd name="connsiteY396" fmla="*/ 6472149 h 8402012"/>
              <a:gd name="connsiteX397" fmla="*/ 737259 w 21052571"/>
              <a:gd name="connsiteY397" fmla="*/ 6440984 h 8402012"/>
              <a:gd name="connsiteX398" fmla="*/ 622265 w 21052571"/>
              <a:gd name="connsiteY398" fmla="*/ 6344265 h 8402012"/>
              <a:gd name="connsiteX399" fmla="*/ 8999387 w 21052571"/>
              <a:gd name="connsiteY399" fmla="*/ 6313289 h 8402012"/>
              <a:gd name="connsiteX400" fmla="*/ 8918284 w 21052571"/>
              <a:gd name="connsiteY400" fmla="*/ 6364361 h 8402012"/>
              <a:gd name="connsiteX401" fmla="*/ 8907470 w 21052571"/>
              <a:gd name="connsiteY401" fmla="*/ 6347975 h 8402012"/>
              <a:gd name="connsiteX402" fmla="*/ 8907470 w 21052571"/>
              <a:gd name="connsiteY402" fmla="*/ 6383360 h 8402012"/>
              <a:gd name="connsiteX403" fmla="*/ 8900907 w 21052571"/>
              <a:gd name="connsiteY403" fmla="*/ 6364914 h 8402012"/>
              <a:gd name="connsiteX404" fmla="*/ 8907122 w 21052571"/>
              <a:gd name="connsiteY404" fmla="*/ 6347447 h 8402012"/>
              <a:gd name="connsiteX405" fmla="*/ 8905645 w 21052571"/>
              <a:gd name="connsiteY405" fmla="*/ 6345209 h 8402012"/>
              <a:gd name="connsiteX406" fmla="*/ 8999387 w 21052571"/>
              <a:gd name="connsiteY406" fmla="*/ 6313289 h 8402012"/>
              <a:gd name="connsiteX407" fmla="*/ 7415298 w 21052571"/>
              <a:gd name="connsiteY407" fmla="*/ 6299130 h 8402012"/>
              <a:gd name="connsiteX408" fmla="*/ 7357262 w 21052571"/>
              <a:gd name="connsiteY408" fmla="*/ 6344265 h 8402012"/>
              <a:gd name="connsiteX409" fmla="*/ 7415298 w 21052571"/>
              <a:gd name="connsiteY409" fmla="*/ 6331369 h 8402012"/>
              <a:gd name="connsiteX410" fmla="*/ 7415298 w 21052571"/>
              <a:gd name="connsiteY410" fmla="*/ 6299130 h 8402012"/>
              <a:gd name="connsiteX411" fmla="*/ 564229 w 21052571"/>
              <a:gd name="connsiteY411" fmla="*/ 6299130 h 8402012"/>
              <a:gd name="connsiteX412" fmla="*/ 583570 w 21052571"/>
              <a:gd name="connsiteY412" fmla="*/ 6331369 h 8402012"/>
              <a:gd name="connsiteX413" fmla="*/ 564229 w 21052571"/>
              <a:gd name="connsiteY413" fmla="*/ 6299130 h 8402012"/>
              <a:gd name="connsiteX414" fmla="*/ 6879379 w 21052571"/>
              <a:gd name="connsiteY414" fmla="*/ 6282003 h 8402012"/>
              <a:gd name="connsiteX415" fmla="*/ 6747892 w 21052571"/>
              <a:gd name="connsiteY415" fmla="*/ 6363609 h 8402012"/>
              <a:gd name="connsiteX416" fmla="*/ 6696306 w 21052571"/>
              <a:gd name="connsiteY416" fmla="*/ 6363609 h 8402012"/>
              <a:gd name="connsiteX417" fmla="*/ 6767238 w 21052571"/>
              <a:gd name="connsiteY417" fmla="*/ 6363609 h 8402012"/>
              <a:gd name="connsiteX418" fmla="*/ 6901578 w 21052571"/>
              <a:gd name="connsiteY418" fmla="*/ 6299130 h 8402012"/>
              <a:gd name="connsiteX419" fmla="*/ 6879379 w 21052571"/>
              <a:gd name="connsiteY419" fmla="*/ 6282003 h 8402012"/>
              <a:gd name="connsiteX420" fmla="*/ 8154840 w 21052571"/>
              <a:gd name="connsiteY420" fmla="*/ 6281133 h 8402012"/>
              <a:gd name="connsiteX421" fmla="*/ 8168351 w 21052571"/>
              <a:gd name="connsiteY421" fmla="*/ 6281729 h 8402012"/>
              <a:gd name="connsiteX422" fmla="*/ 8193630 w 21052571"/>
              <a:gd name="connsiteY422" fmla="*/ 6332582 h 8402012"/>
              <a:gd name="connsiteX423" fmla="*/ 8136753 w 21052571"/>
              <a:gd name="connsiteY423" fmla="*/ 6364366 h 8402012"/>
              <a:gd name="connsiteX424" fmla="*/ 8118848 w 21052571"/>
              <a:gd name="connsiteY424" fmla="*/ 6300799 h 8402012"/>
              <a:gd name="connsiteX425" fmla="*/ 8154840 w 21052571"/>
              <a:gd name="connsiteY425" fmla="*/ 6281133 h 8402012"/>
              <a:gd name="connsiteX426" fmla="*/ 7504366 w 21052571"/>
              <a:gd name="connsiteY426" fmla="*/ 6265278 h 8402012"/>
              <a:gd name="connsiteX427" fmla="*/ 7473333 w 21052571"/>
              <a:gd name="connsiteY427" fmla="*/ 6273338 h 8402012"/>
              <a:gd name="connsiteX428" fmla="*/ 7512024 w 21052571"/>
              <a:gd name="connsiteY428" fmla="*/ 6286234 h 8402012"/>
              <a:gd name="connsiteX429" fmla="*/ 7504366 w 21052571"/>
              <a:gd name="connsiteY429" fmla="*/ 6265278 h 8402012"/>
              <a:gd name="connsiteX430" fmla="*/ 9126779 w 21052571"/>
              <a:gd name="connsiteY430" fmla="*/ 6248991 h 8402012"/>
              <a:gd name="connsiteX431" fmla="*/ 9136866 w 21052571"/>
              <a:gd name="connsiteY431" fmla="*/ 6255359 h 8402012"/>
              <a:gd name="connsiteX432" fmla="*/ 9099974 w 21052571"/>
              <a:gd name="connsiteY432" fmla="*/ 6274318 h 8402012"/>
              <a:gd name="connsiteX433" fmla="*/ 9126779 w 21052571"/>
              <a:gd name="connsiteY433" fmla="*/ 6248991 h 8402012"/>
              <a:gd name="connsiteX434" fmla="*/ 6715650 w 21052571"/>
              <a:gd name="connsiteY434" fmla="*/ 6241099 h 8402012"/>
              <a:gd name="connsiteX435" fmla="*/ 6734996 w 21052571"/>
              <a:gd name="connsiteY435" fmla="*/ 6273338 h 8402012"/>
              <a:gd name="connsiteX436" fmla="*/ 6715650 w 21052571"/>
              <a:gd name="connsiteY436" fmla="*/ 6241099 h 8402012"/>
              <a:gd name="connsiteX437" fmla="*/ 9126317 w 21052571"/>
              <a:gd name="connsiteY437" fmla="*/ 6233591 h 8402012"/>
              <a:gd name="connsiteX438" fmla="*/ 9125212 w 21052571"/>
              <a:gd name="connsiteY438" fmla="*/ 6236733 h 8402012"/>
              <a:gd name="connsiteX439" fmla="*/ 9123672 w 21052571"/>
              <a:gd name="connsiteY439" fmla="*/ 6241107 h 8402012"/>
              <a:gd name="connsiteX440" fmla="*/ 9130440 w 21052571"/>
              <a:gd name="connsiteY440" fmla="*/ 6221873 h 8402012"/>
              <a:gd name="connsiteX441" fmla="*/ 9128830 w 21052571"/>
              <a:gd name="connsiteY441" fmla="*/ 6226450 h 8402012"/>
              <a:gd name="connsiteX442" fmla="*/ 9126317 w 21052571"/>
              <a:gd name="connsiteY442" fmla="*/ 6233591 h 8402012"/>
              <a:gd name="connsiteX443" fmla="*/ 9128408 w 21052571"/>
              <a:gd name="connsiteY443" fmla="*/ 6227647 h 8402012"/>
              <a:gd name="connsiteX444" fmla="*/ 9131250 w 21052571"/>
              <a:gd name="connsiteY444" fmla="*/ 6219571 h 8402012"/>
              <a:gd name="connsiteX445" fmla="*/ 9131132 w 21052571"/>
              <a:gd name="connsiteY445" fmla="*/ 6219907 h 8402012"/>
              <a:gd name="connsiteX446" fmla="*/ 9130440 w 21052571"/>
              <a:gd name="connsiteY446" fmla="*/ 6221873 h 8402012"/>
              <a:gd name="connsiteX447" fmla="*/ 7581880 w 21052571"/>
              <a:gd name="connsiteY447" fmla="*/ 6209934 h 8402012"/>
              <a:gd name="connsiteX448" fmla="*/ 7601226 w 21052571"/>
              <a:gd name="connsiteY448" fmla="*/ 6241099 h 8402012"/>
              <a:gd name="connsiteX449" fmla="*/ 7581880 w 21052571"/>
              <a:gd name="connsiteY449" fmla="*/ 6209934 h 8402012"/>
              <a:gd name="connsiteX450" fmla="*/ 9226875 w 21052571"/>
              <a:gd name="connsiteY450" fmla="*/ 6209017 h 8402012"/>
              <a:gd name="connsiteX451" fmla="*/ 9226875 w 21052571"/>
              <a:gd name="connsiteY451" fmla="*/ 6274269 h 8402012"/>
              <a:gd name="connsiteX452" fmla="*/ 9144326 w 21052571"/>
              <a:gd name="connsiteY452" fmla="*/ 6241090 h 8402012"/>
              <a:gd name="connsiteX453" fmla="*/ 9137894 w 21052571"/>
              <a:gd name="connsiteY453" fmla="*/ 6228925 h 8402012"/>
              <a:gd name="connsiteX454" fmla="*/ 9226875 w 21052571"/>
              <a:gd name="connsiteY454" fmla="*/ 6209017 h 8402012"/>
              <a:gd name="connsiteX455" fmla="*/ 8340564 w 21052571"/>
              <a:gd name="connsiteY455" fmla="*/ 6209017 h 8402012"/>
              <a:gd name="connsiteX456" fmla="*/ 8322657 w 21052571"/>
              <a:gd name="connsiteY456" fmla="*/ 6241087 h 8402012"/>
              <a:gd name="connsiteX457" fmla="*/ 8340564 w 21052571"/>
              <a:gd name="connsiteY457" fmla="*/ 6209017 h 8402012"/>
              <a:gd name="connsiteX458" fmla="*/ 6920924 w 21052571"/>
              <a:gd name="connsiteY458" fmla="*/ 6164798 h 8402012"/>
              <a:gd name="connsiteX459" fmla="*/ 6793031 w 21052571"/>
              <a:gd name="connsiteY459" fmla="*/ 6241099 h 8402012"/>
              <a:gd name="connsiteX460" fmla="*/ 6920924 w 21052571"/>
              <a:gd name="connsiteY460" fmla="*/ 6164798 h 8402012"/>
              <a:gd name="connsiteX461" fmla="*/ 7774257 w 21052571"/>
              <a:gd name="connsiteY461" fmla="*/ 6119663 h 8402012"/>
              <a:gd name="connsiteX462" fmla="*/ 7678606 w 21052571"/>
              <a:gd name="connsiteY462" fmla="*/ 6184142 h 8402012"/>
              <a:gd name="connsiteX463" fmla="*/ 7774257 w 21052571"/>
              <a:gd name="connsiteY463" fmla="*/ 6151902 h 8402012"/>
              <a:gd name="connsiteX464" fmla="*/ 7774257 w 21052571"/>
              <a:gd name="connsiteY464" fmla="*/ 6119663 h 8402012"/>
              <a:gd name="connsiteX465" fmla="*/ 8455372 w 21052571"/>
              <a:gd name="connsiteY465" fmla="*/ 6118961 h 8402012"/>
              <a:gd name="connsiteX466" fmla="*/ 8482672 w 21052571"/>
              <a:gd name="connsiteY466" fmla="*/ 6145069 h 8402012"/>
              <a:gd name="connsiteX467" fmla="*/ 8455372 w 21052571"/>
              <a:gd name="connsiteY467" fmla="*/ 6184231 h 8402012"/>
              <a:gd name="connsiteX468" fmla="*/ 8455372 w 21052571"/>
              <a:gd name="connsiteY468" fmla="*/ 6118961 h 8402012"/>
              <a:gd name="connsiteX469" fmla="*/ 8545423 w 21052571"/>
              <a:gd name="connsiteY469" fmla="*/ 6085782 h 8402012"/>
              <a:gd name="connsiteX470" fmla="*/ 8563385 w 21052571"/>
              <a:gd name="connsiteY470" fmla="*/ 6117888 h 8402012"/>
              <a:gd name="connsiteX471" fmla="*/ 8545423 w 21052571"/>
              <a:gd name="connsiteY471" fmla="*/ 6085782 h 8402012"/>
              <a:gd name="connsiteX472" fmla="*/ 7033386 w 21052571"/>
              <a:gd name="connsiteY472" fmla="*/ 6084385 h 8402012"/>
              <a:gd name="connsiteX473" fmla="*/ 7023695 w 21052571"/>
              <a:gd name="connsiteY473" fmla="*/ 6085207 h 8402012"/>
              <a:gd name="connsiteX474" fmla="*/ 7017649 w 21052571"/>
              <a:gd name="connsiteY474" fmla="*/ 6100319 h 8402012"/>
              <a:gd name="connsiteX475" fmla="*/ 6966062 w 21052571"/>
              <a:gd name="connsiteY475" fmla="*/ 6119663 h 8402012"/>
              <a:gd name="connsiteX476" fmla="*/ 6972510 w 21052571"/>
              <a:gd name="connsiteY476" fmla="*/ 6151902 h 8402012"/>
              <a:gd name="connsiteX477" fmla="*/ 7011200 w 21052571"/>
              <a:gd name="connsiteY477" fmla="*/ 6126111 h 8402012"/>
              <a:gd name="connsiteX478" fmla="*/ 7056339 w 21052571"/>
              <a:gd name="connsiteY478" fmla="*/ 6119663 h 8402012"/>
              <a:gd name="connsiteX479" fmla="*/ 7033386 w 21052571"/>
              <a:gd name="connsiteY479" fmla="*/ 6084385 h 8402012"/>
              <a:gd name="connsiteX480" fmla="*/ 9496976 w 21052571"/>
              <a:gd name="connsiteY480" fmla="*/ 6057344 h 8402012"/>
              <a:gd name="connsiteX481" fmla="*/ 9469676 w 21052571"/>
              <a:gd name="connsiteY481" fmla="*/ 6089450 h 8402012"/>
              <a:gd name="connsiteX482" fmla="*/ 9496976 w 21052571"/>
              <a:gd name="connsiteY482" fmla="*/ 6057344 h 8402012"/>
              <a:gd name="connsiteX483" fmla="*/ 8602300 w 21052571"/>
              <a:gd name="connsiteY483" fmla="*/ 6057344 h 8402012"/>
              <a:gd name="connsiteX484" fmla="*/ 8620262 w 21052571"/>
              <a:gd name="connsiteY484" fmla="*/ 6089450 h 8402012"/>
              <a:gd name="connsiteX485" fmla="*/ 8602300 w 21052571"/>
              <a:gd name="connsiteY485" fmla="*/ 6057344 h 8402012"/>
              <a:gd name="connsiteX486" fmla="*/ 7909672 w 21052571"/>
              <a:gd name="connsiteY486" fmla="*/ 6035840 h 8402012"/>
              <a:gd name="connsiteX487" fmla="*/ 7800050 w 21052571"/>
              <a:gd name="connsiteY487" fmla="*/ 6087423 h 8402012"/>
              <a:gd name="connsiteX488" fmla="*/ 7870982 w 21052571"/>
              <a:gd name="connsiteY488" fmla="*/ 6087423 h 8402012"/>
              <a:gd name="connsiteX489" fmla="*/ 7909672 w 21052571"/>
              <a:gd name="connsiteY489" fmla="*/ 6055184 h 8402012"/>
              <a:gd name="connsiteX490" fmla="*/ 7909672 w 21052571"/>
              <a:gd name="connsiteY490" fmla="*/ 6035840 h 8402012"/>
              <a:gd name="connsiteX491" fmla="*/ 564229 w 21052571"/>
              <a:gd name="connsiteY491" fmla="*/ 6024019 h 8402012"/>
              <a:gd name="connsiteX492" fmla="*/ 557782 w 21052571"/>
              <a:gd name="connsiteY492" fmla="*/ 6087423 h 8402012"/>
              <a:gd name="connsiteX493" fmla="*/ 544887 w 21052571"/>
              <a:gd name="connsiteY493" fmla="*/ 6184142 h 8402012"/>
              <a:gd name="connsiteX494" fmla="*/ 775945 w 21052571"/>
              <a:gd name="connsiteY494" fmla="*/ 6382953 h 8402012"/>
              <a:gd name="connsiteX495" fmla="*/ 743708 w 21052571"/>
              <a:gd name="connsiteY495" fmla="*/ 6331369 h 8402012"/>
              <a:gd name="connsiteX496" fmla="*/ 667405 w 21052571"/>
              <a:gd name="connsiteY496" fmla="*/ 6235725 h 8402012"/>
              <a:gd name="connsiteX497" fmla="*/ 564229 w 21052571"/>
              <a:gd name="connsiteY497" fmla="*/ 6024019 h 8402012"/>
              <a:gd name="connsiteX498" fmla="*/ 8696596 w 21052571"/>
              <a:gd name="connsiteY498" fmla="*/ 6013265 h 8402012"/>
              <a:gd name="connsiteX499" fmla="*/ 8705577 w 21052571"/>
              <a:gd name="connsiteY499" fmla="*/ 6023218 h 8402012"/>
              <a:gd name="connsiteX500" fmla="*/ 8699590 w 21052571"/>
              <a:gd name="connsiteY500" fmla="*/ 6042017 h 8402012"/>
              <a:gd name="connsiteX501" fmla="*/ 8687615 w 21052571"/>
              <a:gd name="connsiteY501" fmla="*/ 6023218 h 8402012"/>
              <a:gd name="connsiteX502" fmla="*/ 8696596 w 21052571"/>
              <a:gd name="connsiteY502" fmla="*/ 6013265 h 8402012"/>
              <a:gd name="connsiteX503" fmla="*/ 7232998 w 21052571"/>
              <a:gd name="connsiteY503" fmla="*/ 6003264 h 8402012"/>
              <a:gd name="connsiteX504" fmla="*/ 7171335 w 21052571"/>
              <a:gd name="connsiteY504" fmla="*/ 6030467 h 8402012"/>
              <a:gd name="connsiteX505" fmla="*/ 7095029 w 21052571"/>
              <a:gd name="connsiteY505" fmla="*/ 6087423 h 8402012"/>
              <a:gd name="connsiteX506" fmla="*/ 7164886 w 21052571"/>
              <a:gd name="connsiteY506" fmla="*/ 6048736 h 8402012"/>
              <a:gd name="connsiteX507" fmla="*/ 7216474 w 21052571"/>
              <a:gd name="connsiteY507" fmla="*/ 6024019 h 8402012"/>
              <a:gd name="connsiteX508" fmla="*/ 7242267 w 21052571"/>
              <a:gd name="connsiteY508" fmla="*/ 6024019 h 8402012"/>
              <a:gd name="connsiteX509" fmla="*/ 7232998 w 21052571"/>
              <a:gd name="connsiteY509" fmla="*/ 6003264 h 8402012"/>
              <a:gd name="connsiteX510" fmla="*/ 8725009 w 21052571"/>
              <a:gd name="connsiteY510" fmla="*/ 6001748 h 8402012"/>
              <a:gd name="connsiteX511" fmla="*/ 8738701 w 21052571"/>
              <a:gd name="connsiteY511" fmla="*/ 6021731 h 8402012"/>
              <a:gd name="connsiteX512" fmla="*/ 8701837 w 21052571"/>
              <a:gd name="connsiteY512" fmla="*/ 6009433 h 8402012"/>
              <a:gd name="connsiteX513" fmla="*/ 8725009 w 21052571"/>
              <a:gd name="connsiteY513" fmla="*/ 6001748 h 8402012"/>
              <a:gd name="connsiteX514" fmla="*/ 9696114 w 21052571"/>
              <a:gd name="connsiteY514" fmla="*/ 5963957 h 8402012"/>
              <a:gd name="connsiteX515" fmla="*/ 9664005 w 21052571"/>
              <a:gd name="connsiteY515" fmla="*/ 5994700 h 8402012"/>
              <a:gd name="connsiteX516" fmla="*/ 9696114 w 21052571"/>
              <a:gd name="connsiteY516" fmla="*/ 5963957 h 8402012"/>
              <a:gd name="connsiteX517" fmla="*/ 19597495 w 21052571"/>
              <a:gd name="connsiteY517" fmla="*/ 5934112 h 8402012"/>
              <a:gd name="connsiteX518" fmla="*/ 19579535 w 21052571"/>
              <a:gd name="connsiteY518" fmla="*/ 5966218 h 8402012"/>
              <a:gd name="connsiteX519" fmla="*/ 19597495 w 21052571"/>
              <a:gd name="connsiteY519" fmla="*/ 5934112 h 8402012"/>
              <a:gd name="connsiteX520" fmla="*/ 19488483 w 21052571"/>
              <a:gd name="connsiteY520" fmla="*/ 5934112 h 8402012"/>
              <a:gd name="connsiteX521" fmla="*/ 19470519 w 21052571"/>
              <a:gd name="connsiteY521" fmla="*/ 5966218 h 8402012"/>
              <a:gd name="connsiteX522" fmla="*/ 19488483 w 21052571"/>
              <a:gd name="connsiteY522" fmla="*/ 5934112 h 8402012"/>
              <a:gd name="connsiteX523" fmla="*/ 9753060 w 21052571"/>
              <a:gd name="connsiteY523" fmla="*/ 5934112 h 8402012"/>
              <a:gd name="connsiteX524" fmla="*/ 9735098 w 21052571"/>
              <a:gd name="connsiteY524" fmla="*/ 5966218 h 8402012"/>
              <a:gd name="connsiteX525" fmla="*/ 9753060 w 21052571"/>
              <a:gd name="connsiteY525" fmla="*/ 5934112 h 8402012"/>
              <a:gd name="connsiteX526" fmla="*/ 19450567 w 21052571"/>
              <a:gd name="connsiteY526" fmla="*/ 5900933 h 8402012"/>
              <a:gd name="connsiteX527" fmla="*/ 19432603 w 21052571"/>
              <a:gd name="connsiteY527" fmla="*/ 5933042 h 8402012"/>
              <a:gd name="connsiteX528" fmla="*/ 19450567 w 21052571"/>
              <a:gd name="connsiteY528" fmla="*/ 5900933 h 8402012"/>
              <a:gd name="connsiteX529" fmla="*/ 7661679 w 21052571"/>
              <a:gd name="connsiteY529" fmla="*/ 5898284 h 8402012"/>
              <a:gd name="connsiteX530" fmla="*/ 7639916 w 21052571"/>
              <a:gd name="connsiteY530" fmla="*/ 5933748 h 8402012"/>
              <a:gd name="connsiteX531" fmla="*/ 7697951 w 21052571"/>
              <a:gd name="connsiteY531" fmla="*/ 5901508 h 8402012"/>
              <a:gd name="connsiteX532" fmla="*/ 7661679 w 21052571"/>
              <a:gd name="connsiteY532" fmla="*/ 5898284 h 8402012"/>
              <a:gd name="connsiteX533" fmla="*/ 7492678 w 21052571"/>
              <a:gd name="connsiteY533" fmla="*/ 5869269 h 8402012"/>
              <a:gd name="connsiteX534" fmla="*/ 7473333 w 21052571"/>
              <a:gd name="connsiteY534" fmla="*/ 5901508 h 8402012"/>
              <a:gd name="connsiteX535" fmla="*/ 7492678 w 21052571"/>
              <a:gd name="connsiteY535" fmla="*/ 5869269 h 8402012"/>
              <a:gd name="connsiteX536" fmla="*/ 7434643 w 21052571"/>
              <a:gd name="connsiteY536" fmla="*/ 5869269 h 8402012"/>
              <a:gd name="connsiteX537" fmla="*/ 7331469 w 21052571"/>
              <a:gd name="connsiteY537" fmla="*/ 5927300 h 8402012"/>
              <a:gd name="connsiteX538" fmla="*/ 7280957 w 21052571"/>
              <a:gd name="connsiteY538" fmla="*/ 5959540 h 8402012"/>
              <a:gd name="connsiteX539" fmla="*/ 7268060 w 21052571"/>
              <a:gd name="connsiteY539" fmla="*/ 5991779 h 8402012"/>
              <a:gd name="connsiteX540" fmla="*/ 7325021 w 21052571"/>
              <a:gd name="connsiteY540" fmla="*/ 5959540 h 8402012"/>
              <a:gd name="connsiteX541" fmla="*/ 7434643 w 21052571"/>
              <a:gd name="connsiteY541" fmla="*/ 5933748 h 8402012"/>
              <a:gd name="connsiteX542" fmla="*/ 7434643 w 21052571"/>
              <a:gd name="connsiteY542" fmla="*/ 5869269 h 8402012"/>
              <a:gd name="connsiteX543" fmla="*/ 19526399 w 21052571"/>
              <a:gd name="connsiteY543" fmla="*/ 5867755 h 8402012"/>
              <a:gd name="connsiteX544" fmla="*/ 19508439 w 21052571"/>
              <a:gd name="connsiteY544" fmla="*/ 5899861 h 8402012"/>
              <a:gd name="connsiteX545" fmla="*/ 19526399 w 21052571"/>
              <a:gd name="connsiteY545" fmla="*/ 5867755 h 8402012"/>
              <a:gd name="connsiteX546" fmla="*/ 19412647 w 21052571"/>
              <a:gd name="connsiteY546" fmla="*/ 5867755 h 8402012"/>
              <a:gd name="connsiteX547" fmla="*/ 19394687 w 21052571"/>
              <a:gd name="connsiteY547" fmla="*/ 5899861 h 8402012"/>
              <a:gd name="connsiteX548" fmla="*/ 19412647 w 21052571"/>
              <a:gd name="connsiteY548" fmla="*/ 5867755 h 8402012"/>
              <a:gd name="connsiteX549" fmla="*/ 9847855 w 21052571"/>
              <a:gd name="connsiteY549" fmla="*/ 5867755 h 8402012"/>
              <a:gd name="connsiteX550" fmla="*/ 9829893 w 21052571"/>
              <a:gd name="connsiteY550" fmla="*/ 5899861 h 8402012"/>
              <a:gd name="connsiteX551" fmla="*/ 9847855 w 21052571"/>
              <a:gd name="connsiteY551" fmla="*/ 5867755 h 8402012"/>
              <a:gd name="connsiteX552" fmla="*/ 7753417 w 21052571"/>
              <a:gd name="connsiteY552" fmla="*/ 5863425 h 8402012"/>
              <a:gd name="connsiteX553" fmla="*/ 7717296 w 21052571"/>
              <a:gd name="connsiteY553" fmla="*/ 5901508 h 8402012"/>
              <a:gd name="connsiteX554" fmla="*/ 7767808 w 21052571"/>
              <a:gd name="connsiteY554" fmla="*/ 5875717 h 8402012"/>
              <a:gd name="connsiteX555" fmla="*/ 7753417 w 21052571"/>
              <a:gd name="connsiteY555" fmla="*/ 5863425 h 8402012"/>
              <a:gd name="connsiteX556" fmla="*/ 9904733 w 21052571"/>
              <a:gd name="connsiteY556" fmla="*/ 5839317 h 8402012"/>
              <a:gd name="connsiteX557" fmla="*/ 9886771 w 21052571"/>
              <a:gd name="connsiteY557" fmla="*/ 5871423 h 8402012"/>
              <a:gd name="connsiteX558" fmla="*/ 9904733 w 21052571"/>
              <a:gd name="connsiteY558" fmla="*/ 5839317 h 8402012"/>
              <a:gd name="connsiteX559" fmla="*/ 7512024 w 21052571"/>
              <a:gd name="connsiteY559" fmla="*/ 5837029 h 8402012"/>
              <a:gd name="connsiteX560" fmla="*/ 7543190 w 21052571"/>
              <a:gd name="connsiteY560" fmla="*/ 5869269 h 8402012"/>
              <a:gd name="connsiteX561" fmla="*/ 7512024 w 21052571"/>
              <a:gd name="connsiteY561" fmla="*/ 5837029 h 8402012"/>
              <a:gd name="connsiteX562" fmla="*/ 7568984 w 21052571"/>
              <a:gd name="connsiteY562" fmla="*/ 5811238 h 8402012"/>
              <a:gd name="connsiteX563" fmla="*/ 7601226 w 21052571"/>
              <a:gd name="connsiteY563" fmla="*/ 5837029 h 8402012"/>
              <a:gd name="connsiteX564" fmla="*/ 7568984 w 21052571"/>
              <a:gd name="connsiteY564" fmla="*/ 5811238 h 8402012"/>
              <a:gd name="connsiteX565" fmla="*/ 7318572 w 21052571"/>
              <a:gd name="connsiteY565" fmla="*/ 5811238 h 8402012"/>
              <a:gd name="connsiteX566" fmla="*/ 7337918 w 21052571"/>
              <a:gd name="connsiteY566" fmla="*/ 5837029 h 8402012"/>
              <a:gd name="connsiteX567" fmla="*/ 7318572 w 21052571"/>
              <a:gd name="connsiteY567" fmla="*/ 5811238 h 8402012"/>
              <a:gd name="connsiteX568" fmla="*/ 507270 w 21052571"/>
              <a:gd name="connsiteY568" fmla="*/ 5811238 h 8402012"/>
              <a:gd name="connsiteX569" fmla="*/ 526613 w 21052571"/>
              <a:gd name="connsiteY569" fmla="*/ 5837029 h 8402012"/>
              <a:gd name="connsiteX570" fmla="*/ 507270 w 21052571"/>
              <a:gd name="connsiteY570" fmla="*/ 5811238 h 8402012"/>
              <a:gd name="connsiteX571" fmla="*/ 9975826 w 21052571"/>
              <a:gd name="connsiteY571" fmla="*/ 5810880 h 8402012"/>
              <a:gd name="connsiteX572" fmla="*/ 9957864 w 21052571"/>
              <a:gd name="connsiteY572" fmla="*/ 5838180 h 8402012"/>
              <a:gd name="connsiteX573" fmla="*/ 9975826 w 21052571"/>
              <a:gd name="connsiteY573" fmla="*/ 5810880 h 8402012"/>
              <a:gd name="connsiteX574" fmla="*/ 19331147 w 21052571"/>
              <a:gd name="connsiteY574" fmla="*/ 5810877 h 8402012"/>
              <a:gd name="connsiteX575" fmla="*/ 19355743 w 21052571"/>
              <a:gd name="connsiteY575" fmla="*/ 5824790 h 8402012"/>
              <a:gd name="connsiteX576" fmla="*/ 19318851 w 21052571"/>
              <a:gd name="connsiteY576" fmla="*/ 5824790 h 8402012"/>
              <a:gd name="connsiteX577" fmla="*/ 19331147 w 21052571"/>
              <a:gd name="connsiteY577" fmla="*/ 5810877 h 8402012"/>
              <a:gd name="connsiteX578" fmla="*/ 19412647 w 21052571"/>
              <a:gd name="connsiteY578" fmla="*/ 5782440 h 8402012"/>
              <a:gd name="connsiteX579" fmla="*/ 19394687 w 21052571"/>
              <a:gd name="connsiteY579" fmla="*/ 5814510 h 8402012"/>
              <a:gd name="connsiteX580" fmla="*/ 19412647 w 21052571"/>
              <a:gd name="connsiteY580" fmla="*/ 5782440 h 8402012"/>
              <a:gd name="connsiteX581" fmla="*/ 19285671 w 21052571"/>
              <a:gd name="connsiteY581" fmla="*/ 5782440 h 8402012"/>
              <a:gd name="connsiteX582" fmla="*/ 19317779 w 21052571"/>
              <a:gd name="connsiteY582" fmla="*/ 5794738 h 8402012"/>
              <a:gd name="connsiteX583" fmla="*/ 19285671 w 21052571"/>
              <a:gd name="connsiteY583" fmla="*/ 5782440 h 8402012"/>
              <a:gd name="connsiteX584" fmla="*/ 7922569 w 21052571"/>
              <a:gd name="connsiteY584" fmla="*/ 5780073 h 8402012"/>
              <a:gd name="connsiteX585" fmla="*/ 7941914 w 21052571"/>
              <a:gd name="connsiteY585" fmla="*/ 5811238 h 8402012"/>
              <a:gd name="connsiteX586" fmla="*/ 7922569 w 21052571"/>
              <a:gd name="connsiteY586" fmla="*/ 5780073 h 8402012"/>
              <a:gd name="connsiteX587" fmla="*/ 7639916 w 21052571"/>
              <a:gd name="connsiteY587" fmla="*/ 5780073 h 8402012"/>
              <a:gd name="connsiteX588" fmla="*/ 7639916 w 21052571"/>
              <a:gd name="connsiteY588" fmla="*/ 5811238 h 8402012"/>
              <a:gd name="connsiteX589" fmla="*/ 7678606 w 21052571"/>
              <a:gd name="connsiteY589" fmla="*/ 5811238 h 8402012"/>
              <a:gd name="connsiteX590" fmla="*/ 7678606 w 21052571"/>
              <a:gd name="connsiteY590" fmla="*/ 5780073 h 8402012"/>
              <a:gd name="connsiteX591" fmla="*/ 7639916 w 21052571"/>
              <a:gd name="connsiteY591" fmla="*/ 5780073 h 8402012"/>
              <a:gd name="connsiteX592" fmla="*/ 7376608 w 21052571"/>
              <a:gd name="connsiteY592" fmla="*/ 5780073 h 8402012"/>
              <a:gd name="connsiteX593" fmla="*/ 7357262 w 21052571"/>
              <a:gd name="connsiteY593" fmla="*/ 5811238 h 8402012"/>
              <a:gd name="connsiteX594" fmla="*/ 7376608 w 21052571"/>
              <a:gd name="connsiteY594" fmla="*/ 5780073 h 8402012"/>
              <a:gd name="connsiteX595" fmla="*/ 833981 w 21052571"/>
              <a:gd name="connsiteY595" fmla="*/ 5780073 h 8402012"/>
              <a:gd name="connsiteX596" fmla="*/ 846884 w 21052571"/>
              <a:gd name="connsiteY596" fmla="*/ 5811238 h 8402012"/>
              <a:gd name="connsiteX597" fmla="*/ 833981 w 21052571"/>
              <a:gd name="connsiteY597" fmla="*/ 5780073 h 8402012"/>
              <a:gd name="connsiteX598" fmla="*/ 9258384 w 21052571"/>
              <a:gd name="connsiteY598" fmla="*/ 5749261 h 8402012"/>
              <a:gd name="connsiteX599" fmla="*/ 9264796 w 21052571"/>
              <a:gd name="connsiteY599" fmla="*/ 5768559 h 8402012"/>
              <a:gd name="connsiteX600" fmla="*/ 9156851 w 21052571"/>
              <a:gd name="connsiteY600" fmla="*/ 5838245 h 8402012"/>
              <a:gd name="connsiteX601" fmla="*/ 9156851 w 21052571"/>
              <a:gd name="connsiteY601" fmla="*/ 5781424 h 8402012"/>
              <a:gd name="connsiteX602" fmla="*/ 9181433 w 21052571"/>
              <a:gd name="connsiteY602" fmla="*/ 5768559 h 8402012"/>
              <a:gd name="connsiteX603" fmla="*/ 9258384 w 21052571"/>
              <a:gd name="connsiteY603" fmla="*/ 5749261 h 8402012"/>
              <a:gd name="connsiteX604" fmla="*/ 19215983 w 21052571"/>
              <a:gd name="connsiteY604" fmla="*/ 5722699 h 8402012"/>
              <a:gd name="connsiteX605" fmla="*/ 19240579 w 21052571"/>
              <a:gd name="connsiteY605" fmla="*/ 5742539 h 8402012"/>
              <a:gd name="connsiteX606" fmla="*/ 19209835 w 21052571"/>
              <a:gd name="connsiteY606" fmla="*/ 5735926 h 8402012"/>
              <a:gd name="connsiteX607" fmla="*/ 19215983 w 21052571"/>
              <a:gd name="connsiteY607" fmla="*/ 5722699 h 8402012"/>
              <a:gd name="connsiteX608" fmla="*/ 7979530 w 21052571"/>
              <a:gd name="connsiteY608" fmla="*/ 5722041 h 8402012"/>
              <a:gd name="connsiteX609" fmla="*/ 7979530 w 21052571"/>
              <a:gd name="connsiteY609" fmla="*/ 5780073 h 8402012"/>
              <a:gd name="connsiteX610" fmla="*/ 8024668 w 21052571"/>
              <a:gd name="connsiteY610" fmla="*/ 5747833 h 8402012"/>
              <a:gd name="connsiteX611" fmla="*/ 7979530 w 21052571"/>
              <a:gd name="connsiteY611" fmla="*/ 5722041 h 8402012"/>
              <a:gd name="connsiteX612" fmla="*/ 19322947 w 21052571"/>
              <a:gd name="connsiteY612" fmla="*/ 5721336 h 8402012"/>
              <a:gd name="connsiteX613" fmla="*/ 19336783 w 21052571"/>
              <a:gd name="connsiteY613" fmla="*/ 5748236 h 8402012"/>
              <a:gd name="connsiteX614" fmla="*/ 19299891 w 21052571"/>
              <a:gd name="connsiteY614" fmla="*/ 5735939 h 8402012"/>
              <a:gd name="connsiteX615" fmla="*/ 19322947 w 21052571"/>
              <a:gd name="connsiteY615" fmla="*/ 5721336 h 8402012"/>
              <a:gd name="connsiteX616" fmla="*/ 20507471 w 21052571"/>
              <a:gd name="connsiteY616" fmla="*/ 5720824 h 8402012"/>
              <a:gd name="connsiteX617" fmla="*/ 20489563 w 21052571"/>
              <a:gd name="connsiteY617" fmla="*/ 5748124 h 8402012"/>
              <a:gd name="connsiteX618" fmla="*/ 20507471 w 21052571"/>
              <a:gd name="connsiteY618" fmla="*/ 5720824 h 8402012"/>
              <a:gd name="connsiteX619" fmla="*/ 18929051 w 21052571"/>
              <a:gd name="connsiteY619" fmla="*/ 5720821 h 8402012"/>
              <a:gd name="connsiteX620" fmla="*/ 18908579 w 21052571"/>
              <a:gd name="connsiteY620" fmla="*/ 5776665 h 8402012"/>
              <a:gd name="connsiteX621" fmla="*/ 18929051 w 21052571"/>
              <a:gd name="connsiteY621" fmla="*/ 5720821 h 8402012"/>
              <a:gd name="connsiteX622" fmla="*/ 9383272 w 21052571"/>
              <a:gd name="connsiteY622" fmla="*/ 5701863 h 8402012"/>
              <a:gd name="connsiteX623" fmla="*/ 9328645 w 21052571"/>
              <a:gd name="connsiteY623" fmla="*/ 5722530 h 8402012"/>
              <a:gd name="connsiteX624" fmla="*/ 9278922 w 21052571"/>
              <a:gd name="connsiteY624" fmla="*/ 5748152 h 8402012"/>
              <a:gd name="connsiteX625" fmla="*/ 9267113 w 21052571"/>
              <a:gd name="connsiteY625" fmla="*/ 5767148 h 8402012"/>
              <a:gd name="connsiteX626" fmla="*/ 9261126 w 21052571"/>
              <a:gd name="connsiteY626" fmla="*/ 5747885 h 8402012"/>
              <a:gd name="connsiteX627" fmla="*/ 9269638 w 21052571"/>
              <a:gd name="connsiteY627" fmla="*/ 5738756 h 8402012"/>
              <a:gd name="connsiteX628" fmla="*/ 9265865 w 21052571"/>
              <a:gd name="connsiteY628" fmla="*/ 5734931 h 8402012"/>
              <a:gd name="connsiteX629" fmla="*/ 9383272 w 21052571"/>
              <a:gd name="connsiteY629" fmla="*/ 5701863 h 8402012"/>
              <a:gd name="connsiteX630" fmla="*/ 19197255 w 21052571"/>
              <a:gd name="connsiteY630" fmla="*/ 5701391 h 8402012"/>
              <a:gd name="connsiteX631" fmla="*/ 19208739 w 21052571"/>
              <a:gd name="connsiteY631" fmla="*/ 5703950 h 8402012"/>
              <a:gd name="connsiteX632" fmla="*/ 19195615 w 21052571"/>
              <a:gd name="connsiteY632" fmla="*/ 5724425 h 8402012"/>
              <a:gd name="connsiteX633" fmla="*/ 19197255 w 21052571"/>
              <a:gd name="connsiteY633" fmla="*/ 5701391 h 8402012"/>
              <a:gd name="connsiteX634" fmla="*/ 19886619 w 21052571"/>
              <a:gd name="connsiteY634" fmla="*/ 5692386 h 8402012"/>
              <a:gd name="connsiteX635" fmla="*/ 19868659 w 21052571"/>
              <a:gd name="connsiteY635" fmla="*/ 5724495 h 8402012"/>
              <a:gd name="connsiteX636" fmla="*/ 19886619 w 21052571"/>
              <a:gd name="connsiteY636" fmla="*/ 5692386 h 8402012"/>
              <a:gd name="connsiteX637" fmla="*/ 8056910 w 21052571"/>
              <a:gd name="connsiteY637" fmla="*/ 5689802 h 8402012"/>
              <a:gd name="connsiteX638" fmla="*/ 8056910 w 21052571"/>
              <a:gd name="connsiteY638" fmla="*/ 5747833 h 8402012"/>
              <a:gd name="connsiteX639" fmla="*/ 8114946 w 21052571"/>
              <a:gd name="connsiteY639" fmla="*/ 5734937 h 8402012"/>
              <a:gd name="connsiteX640" fmla="*/ 8056910 w 21052571"/>
              <a:gd name="connsiteY640" fmla="*/ 5689802 h 8402012"/>
              <a:gd name="connsiteX641" fmla="*/ 321342 w 21052571"/>
              <a:gd name="connsiteY641" fmla="*/ 5689802 h 8402012"/>
              <a:gd name="connsiteX642" fmla="*/ 358957 w 21052571"/>
              <a:gd name="connsiteY642" fmla="*/ 5734937 h 8402012"/>
              <a:gd name="connsiteX643" fmla="*/ 397647 w 21052571"/>
              <a:gd name="connsiteY643" fmla="*/ 5747833 h 8402012"/>
              <a:gd name="connsiteX644" fmla="*/ 321342 w 21052571"/>
              <a:gd name="connsiteY644" fmla="*/ 5689802 h 8402012"/>
              <a:gd name="connsiteX645" fmla="*/ 10273257 w 21052571"/>
              <a:gd name="connsiteY645" fmla="*/ 5681344 h 8402012"/>
              <a:gd name="connsiteX646" fmla="*/ 10270689 w 21052571"/>
              <a:gd name="connsiteY646" fmla="*/ 5686619 h 8402012"/>
              <a:gd name="connsiteX647" fmla="*/ 10272228 w 21052571"/>
              <a:gd name="connsiteY647" fmla="*/ 5683458 h 8402012"/>
              <a:gd name="connsiteX648" fmla="*/ 19249731 w 21052571"/>
              <a:gd name="connsiteY648" fmla="*/ 5676443 h 8402012"/>
              <a:gd name="connsiteX649" fmla="*/ 19298811 w 21052571"/>
              <a:gd name="connsiteY649" fmla="*/ 5704896 h 8402012"/>
              <a:gd name="connsiteX650" fmla="*/ 19292351 w 21052571"/>
              <a:gd name="connsiteY650" fmla="*/ 5724477 h 8402012"/>
              <a:gd name="connsiteX651" fmla="*/ 19256531 w 21052571"/>
              <a:gd name="connsiteY651" fmla="*/ 5717134 h 8402012"/>
              <a:gd name="connsiteX652" fmla="*/ 19244083 w 21052571"/>
              <a:gd name="connsiteY652" fmla="*/ 5708343 h 8402012"/>
              <a:gd name="connsiteX653" fmla="*/ 19251507 w 21052571"/>
              <a:gd name="connsiteY653" fmla="*/ 5722338 h 8402012"/>
              <a:gd name="connsiteX654" fmla="*/ 19239779 w 21052571"/>
              <a:gd name="connsiteY654" fmla="*/ 5722338 h 8402012"/>
              <a:gd name="connsiteX655" fmla="*/ 19240479 w 21052571"/>
              <a:gd name="connsiteY655" fmla="*/ 5705798 h 8402012"/>
              <a:gd name="connsiteX656" fmla="*/ 19239635 w 21052571"/>
              <a:gd name="connsiteY656" fmla="*/ 5705202 h 8402012"/>
              <a:gd name="connsiteX657" fmla="*/ 19235259 w 21052571"/>
              <a:gd name="connsiteY657" fmla="*/ 5685315 h 8402012"/>
              <a:gd name="connsiteX658" fmla="*/ 19249731 w 21052571"/>
              <a:gd name="connsiteY658" fmla="*/ 5676443 h 8402012"/>
              <a:gd name="connsiteX659" fmla="*/ 10275971 w 21052571"/>
              <a:gd name="connsiteY659" fmla="*/ 5675771 h 8402012"/>
              <a:gd name="connsiteX660" fmla="*/ 10275425 w 21052571"/>
              <a:gd name="connsiteY660" fmla="*/ 5676892 h 8402012"/>
              <a:gd name="connsiteX661" fmla="*/ 10273257 w 21052571"/>
              <a:gd name="connsiteY661" fmla="*/ 5681344 h 8402012"/>
              <a:gd name="connsiteX662" fmla="*/ 10278267 w 21052571"/>
              <a:gd name="connsiteY662" fmla="*/ 5671055 h 8402012"/>
              <a:gd name="connsiteX663" fmla="*/ 10275971 w 21052571"/>
              <a:gd name="connsiteY663" fmla="*/ 5675771 h 8402012"/>
              <a:gd name="connsiteX664" fmla="*/ 10278148 w 21052571"/>
              <a:gd name="connsiteY664" fmla="*/ 5671298 h 8402012"/>
              <a:gd name="connsiteX665" fmla="*/ 10278267 w 21052571"/>
              <a:gd name="connsiteY665" fmla="*/ 5671055 h 8402012"/>
              <a:gd name="connsiteX666" fmla="*/ 8415869 w 21052571"/>
              <a:gd name="connsiteY666" fmla="*/ 5657562 h 8402012"/>
              <a:gd name="connsiteX667" fmla="*/ 8435214 w 21052571"/>
              <a:gd name="connsiteY667" fmla="*/ 5689802 h 8402012"/>
              <a:gd name="connsiteX668" fmla="*/ 8415869 w 21052571"/>
              <a:gd name="connsiteY668" fmla="*/ 5657562 h 8402012"/>
              <a:gd name="connsiteX669" fmla="*/ 7581880 w 21052571"/>
              <a:gd name="connsiteY669" fmla="*/ 5657562 h 8402012"/>
              <a:gd name="connsiteX670" fmla="*/ 7601226 w 21052571"/>
              <a:gd name="connsiteY670" fmla="*/ 5689802 h 8402012"/>
              <a:gd name="connsiteX671" fmla="*/ 7581880 w 21052571"/>
              <a:gd name="connsiteY671" fmla="*/ 5657562 h 8402012"/>
              <a:gd name="connsiteX672" fmla="*/ 9454956 w 21052571"/>
              <a:gd name="connsiteY672" fmla="*/ 5650608 h 8402012"/>
              <a:gd name="connsiteX673" fmla="*/ 9463937 w 21052571"/>
              <a:gd name="connsiteY673" fmla="*/ 5657833 h 8402012"/>
              <a:gd name="connsiteX674" fmla="*/ 9451962 w 21052571"/>
              <a:gd name="connsiteY674" fmla="*/ 5677098 h 8402012"/>
              <a:gd name="connsiteX675" fmla="*/ 9445975 w 21052571"/>
              <a:gd name="connsiteY675" fmla="*/ 5657833 h 8402012"/>
              <a:gd name="connsiteX676" fmla="*/ 9454956 w 21052571"/>
              <a:gd name="connsiteY676" fmla="*/ 5650608 h 8402012"/>
              <a:gd name="connsiteX677" fmla="*/ 10297753 w 21052571"/>
              <a:gd name="connsiteY677" fmla="*/ 5644986 h 8402012"/>
              <a:gd name="connsiteX678" fmla="*/ 10317017 w 21052571"/>
              <a:gd name="connsiteY678" fmla="*/ 5691281 h 8402012"/>
              <a:gd name="connsiteX679" fmla="*/ 10284911 w 21052571"/>
              <a:gd name="connsiteY679" fmla="*/ 5678054 h 8402012"/>
              <a:gd name="connsiteX680" fmla="*/ 10297753 w 21052571"/>
              <a:gd name="connsiteY680" fmla="*/ 5644986 h 8402012"/>
              <a:gd name="connsiteX681" fmla="*/ 9473864 w 21052571"/>
              <a:gd name="connsiteY681" fmla="*/ 5634183 h 8402012"/>
              <a:gd name="connsiteX682" fmla="*/ 9497011 w 21052571"/>
              <a:gd name="connsiteY682" fmla="*/ 5644420 h 8402012"/>
              <a:gd name="connsiteX683" fmla="*/ 9450716 w 21052571"/>
              <a:gd name="connsiteY683" fmla="*/ 5644420 h 8402012"/>
              <a:gd name="connsiteX684" fmla="*/ 9473864 w 21052571"/>
              <a:gd name="connsiteY684" fmla="*/ 5634183 h 8402012"/>
              <a:gd name="connsiteX685" fmla="*/ 7261612 w 21052571"/>
              <a:gd name="connsiteY685" fmla="*/ 5625323 h 8402012"/>
              <a:gd name="connsiteX686" fmla="*/ 7242267 w 21052571"/>
              <a:gd name="connsiteY686" fmla="*/ 5657562 h 8402012"/>
              <a:gd name="connsiteX687" fmla="*/ 7261612 w 21052571"/>
              <a:gd name="connsiteY687" fmla="*/ 5625323 h 8402012"/>
              <a:gd name="connsiteX688" fmla="*/ 9486616 w 21052571"/>
              <a:gd name="connsiteY688" fmla="*/ 5614347 h 8402012"/>
              <a:gd name="connsiteX689" fmla="*/ 9483892 w 21052571"/>
              <a:gd name="connsiteY689" fmla="*/ 5624940 h 8402012"/>
              <a:gd name="connsiteX690" fmla="*/ 9485738 w 21052571"/>
              <a:gd name="connsiteY690" fmla="*/ 5617761 h 8402012"/>
              <a:gd name="connsiteX691" fmla="*/ 9488543 w 21052571"/>
              <a:gd name="connsiteY691" fmla="*/ 5606855 h 8402012"/>
              <a:gd name="connsiteX692" fmla="*/ 9486616 w 21052571"/>
              <a:gd name="connsiteY692" fmla="*/ 5614347 h 8402012"/>
              <a:gd name="connsiteX693" fmla="*/ 9487661 w 21052571"/>
              <a:gd name="connsiteY693" fmla="*/ 5610283 h 8402012"/>
              <a:gd name="connsiteX694" fmla="*/ 9489431 w 21052571"/>
              <a:gd name="connsiteY694" fmla="*/ 5603404 h 8402012"/>
              <a:gd name="connsiteX695" fmla="*/ 9488543 w 21052571"/>
              <a:gd name="connsiteY695" fmla="*/ 5606855 h 8402012"/>
              <a:gd name="connsiteX696" fmla="*/ 9488815 w 21052571"/>
              <a:gd name="connsiteY696" fmla="*/ 5605797 h 8402012"/>
              <a:gd name="connsiteX697" fmla="*/ 9489431 w 21052571"/>
              <a:gd name="connsiteY697" fmla="*/ 5603404 h 8402012"/>
              <a:gd name="connsiteX698" fmla="*/ 7678606 w 21052571"/>
              <a:gd name="connsiteY698" fmla="*/ 5594158 h 8402012"/>
              <a:gd name="connsiteX699" fmla="*/ 7659261 w 21052571"/>
              <a:gd name="connsiteY699" fmla="*/ 5625323 h 8402012"/>
              <a:gd name="connsiteX700" fmla="*/ 7678606 w 21052571"/>
              <a:gd name="connsiteY700" fmla="*/ 5594158 h 8402012"/>
              <a:gd name="connsiteX701" fmla="*/ 19090347 w 21052571"/>
              <a:gd name="connsiteY701" fmla="*/ 5592850 h 8402012"/>
              <a:gd name="connsiteX702" fmla="*/ 19072383 w 21052571"/>
              <a:gd name="connsiteY702" fmla="*/ 5624920 h 8402012"/>
              <a:gd name="connsiteX703" fmla="*/ 19090347 w 21052571"/>
              <a:gd name="connsiteY703" fmla="*/ 5592850 h 8402012"/>
              <a:gd name="connsiteX704" fmla="*/ 20374811 w 21052571"/>
              <a:gd name="connsiteY704" fmla="*/ 5564413 h 8402012"/>
              <a:gd name="connsiteX705" fmla="*/ 20356851 w 21052571"/>
              <a:gd name="connsiteY705" fmla="*/ 5596519 h 8402012"/>
              <a:gd name="connsiteX706" fmla="*/ 20374811 w 21052571"/>
              <a:gd name="connsiteY706" fmla="*/ 5564413 h 8402012"/>
              <a:gd name="connsiteX707" fmla="*/ 19810783 w 21052571"/>
              <a:gd name="connsiteY707" fmla="*/ 5564413 h 8402012"/>
              <a:gd name="connsiteX708" fmla="*/ 19792823 w 21052571"/>
              <a:gd name="connsiteY708" fmla="*/ 5596519 h 8402012"/>
              <a:gd name="connsiteX709" fmla="*/ 19810783 w 21052571"/>
              <a:gd name="connsiteY709" fmla="*/ 5564413 h 8402012"/>
              <a:gd name="connsiteX710" fmla="*/ 10828980 w 21052571"/>
              <a:gd name="connsiteY710" fmla="*/ 5564413 h 8402012"/>
              <a:gd name="connsiteX711" fmla="*/ 10811018 w 21052571"/>
              <a:gd name="connsiteY711" fmla="*/ 5596519 h 8402012"/>
              <a:gd name="connsiteX712" fmla="*/ 10828980 w 21052571"/>
              <a:gd name="connsiteY712" fmla="*/ 5564413 h 8402012"/>
              <a:gd name="connsiteX713" fmla="*/ 7774257 w 21052571"/>
              <a:gd name="connsiteY713" fmla="*/ 5561918 h 8402012"/>
              <a:gd name="connsiteX714" fmla="*/ 7754912 w 21052571"/>
              <a:gd name="connsiteY714" fmla="*/ 5594158 h 8402012"/>
              <a:gd name="connsiteX715" fmla="*/ 7774257 w 21052571"/>
              <a:gd name="connsiteY715" fmla="*/ 5561918 h 8402012"/>
              <a:gd name="connsiteX716" fmla="*/ 9600691 w 21052571"/>
              <a:gd name="connsiteY716" fmla="*/ 5555468 h 8402012"/>
              <a:gd name="connsiteX717" fmla="*/ 9615105 w 21052571"/>
              <a:gd name="connsiteY717" fmla="*/ 5563402 h 8402012"/>
              <a:gd name="connsiteX718" fmla="*/ 9619348 w 21052571"/>
              <a:gd name="connsiteY718" fmla="*/ 5571868 h 8402012"/>
              <a:gd name="connsiteX719" fmla="*/ 9616604 w 21052571"/>
              <a:gd name="connsiteY719" fmla="*/ 5563038 h 8402012"/>
              <a:gd name="connsiteX720" fmla="*/ 9634566 w 21052571"/>
              <a:gd name="connsiteY720" fmla="*/ 5563038 h 8402012"/>
              <a:gd name="connsiteX721" fmla="*/ 9623691 w 21052571"/>
              <a:gd name="connsiteY721" fmla="*/ 5580533 h 8402012"/>
              <a:gd name="connsiteX722" fmla="*/ 9625019 w 21052571"/>
              <a:gd name="connsiteY722" fmla="*/ 5583182 h 8402012"/>
              <a:gd name="connsiteX723" fmla="*/ 9498114 w 21052571"/>
              <a:gd name="connsiteY723" fmla="*/ 5607892 h 8402012"/>
              <a:gd name="connsiteX724" fmla="*/ 9600691 w 21052571"/>
              <a:gd name="connsiteY724" fmla="*/ 5555468 h 8402012"/>
              <a:gd name="connsiteX725" fmla="*/ 9649142 w 21052571"/>
              <a:gd name="connsiteY725" fmla="*/ 5541994 h 8402012"/>
              <a:gd name="connsiteX726" fmla="*/ 9662976 w 21052571"/>
              <a:gd name="connsiteY726" fmla="*/ 5561978 h 8402012"/>
              <a:gd name="connsiteX727" fmla="*/ 9626084 w 21052571"/>
              <a:gd name="connsiteY727" fmla="*/ 5549680 h 8402012"/>
              <a:gd name="connsiteX728" fmla="*/ 9649142 w 21052571"/>
              <a:gd name="connsiteY728" fmla="*/ 5541994 h 8402012"/>
              <a:gd name="connsiteX729" fmla="*/ 904916 w 21052571"/>
              <a:gd name="connsiteY729" fmla="*/ 5536127 h 8402012"/>
              <a:gd name="connsiteX730" fmla="*/ 924259 w 21052571"/>
              <a:gd name="connsiteY730" fmla="*/ 5561918 h 8402012"/>
              <a:gd name="connsiteX731" fmla="*/ 904916 w 21052571"/>
              <a:gd name="connsiteY731" fmla="*/ 5536127 h 8402012"/>
              <a:gd name="connsiteX732" fmla="*/ 20336891 w 21052571"/>
              <a:gd name="connsiteY732" fmla="*/ 5535975 h 8402012"/>
              <a:gd name="connsiteX733" fmla="*/ 20318931 w 21052571"/>
              <a:gd name="connsiteY733" fmla="*/ 5563275 h 8402012"/>
              <a:gd name="connsiteX734" fmla="*/ 20336891 w 21052571"/>
              <a:gd name="connsiteY734" fmla="*/ 5535975 h 8402012"/>
              <a:gd name="connsiteX735" fmla="*/ 20298975 w 21052571"/>
              <a:gd name="connsiteY735" fmla="*/ 5502796 h 8402012"/>
              <a:gd name="connsiteX736" fmla="*/ 20281015 w 21052571"/>
              <a:gd name="connsiteY736" fmla="*/ 5534905 h 8402012"/>
              <a:gd name="connsiteX737" fmla="*/ 20298975 w 21052571"/>
              <a:gd name="connsiteY737" fmla="*/ 5502796 h 8402012"/>
              <a:gd name="connsiteX738" fmla="*/ 18451479 w 21052571"/>
              <a:gd name="connsiteY738" fmla="*/ 5502793 h 8402012"/>
              <a:gd name="connsiteX739" fmla="*/ 18471347 w 21052571"/>
              <a:gd name="connsiteY739" fmla="*/ 5502793 h 8402012"/>
              <a:gd name="connsiteX740" fmla="*/ 18530951 w 21052571"/>
              <a:gd name="connsiteY740" fmla="*/ 5515562 h 8402012"/>
              <a:gd name="connsiteX741" fmla="*/ 18451479 w 21052571"/>
              <a:gd name="connsiteY741" fmla="*/ 5502793 h 8402012"/>
              <a:gd name="connsiteX742" fmla="*/ 8200538 w 21052571"/>
              <a:gd name="connsiteY742" fmla="*/ 5493610 h 8402012"/>
              <a:gd name="connsiteX743" fmla="*/ 8147187 w 21052571"/>
              <a:gd name="connsiteY743" fmla="*/ 5542574 h 8402012"/>
              <a:gd name="connsiteX744" fmla="*/ 8056910 w 21052571"/>
              <a:gd name="connsiteY744" fmla="*/ 5587710 h 8402012"/>
              <a:gd name="connsiteX745" fmla="*/ 7960184 w 21052571"/>
              <a:gd name="connsiteY745" fmla="*/ 5631771 h 8402012"/>
              <a:gd name="connsiteX746" fmla="*/ 7864534 w 21052571"/>
              <a:gd name="connsiteY746" fmla="*/ 5676906 h 8402012"/>
              <a:gd name="connsiteX747" fmla="*/ 7832292 w 21052571"/>
              <a:gd name="connsiteY747" fmla="*/ 5689802 h 8402012"/>
              <a:gd name="connsiteX748" fmla="*/ 7793602 w 21052571"/>
              <a:gd name="connsiteY748" fmla="*/ 5728489 h 8402012"/>
              <a:gd name="connsiteX749" fmla="*/ 7697951 w 21052571"/>
              <a:gd name="connsiteY749" fmla="*/ 5760729 h 8402012"/>
              <a:gd name="connsiteX750" fmla="*/ 7966633 w 21052571"/>
              <a:gd name="connsiteY750" fmla="*/ 5644666 h 8402012"/>
              <a:gd name="connsiteX751" fmla="*/ 8217044 w 21052571"/>
              <a:gd name="connsiteY751" fmla="*/ 5510335 h 8402012"/>
              <a:gd name="connsiteX752" fmla="*/ 8200538 w 21052571"/>
              <a:gd name="connsiteY752" fmla="*/ 5493610 h 8402012"/>
              <a:gd name="connsiteX753" fmla="*/ 7531368 w 21052571"/>
              <a:gd name="connsiteY753" fmla="*/ 5478095 h 8402012"/>
              <a:gd name="connsiteX754" fmla="*/ 7486230 w 21052571"/>
              <a:gd name="connsiteY754" fmla="*/ 5503887 h 8402012"/>
              <a:gd name="connsiteX755" fmla="*/ 7428194 w 21052571"/>
              <a:gd name="connsiteY755" fmla="*/ 5555470 h 8402012"/>
              <a:gd name="connsiteX756" fmla="*/ 7318572 w 21052571"/>
              <a:gd name="connsiteY756" fmla="*/ 5625323 h 8402012"/>
              <a:gd name="connsiteX757" fmla="*/ 7370160 w 21052571"/>
              <a:gd name="connsiteY757" fmla="*/ 5625323 h 8402012"/>
              <a:gd name="connsiteX758" fmla="*/ 7543190 w 21052571"/>
              <a:gd name="connsiteY758" fmla="*/ 5536127 h 8402012"/>
              <a:gd name="connsiteX759" fmla="*/ 7531368 w 21052571"/>
              <a:gd name="connsiteY759" fmla="*/ 5478095 h 8402012"/>
              <a:gd name="connsiteX760" fmla="*/ 10653612 w 21052571"/>
              <a:gd name="connsiteY760" fmla="*/ 5469618 h 8402012"/>
              <a:gd name="connsiteX761" fmla="*/ 10635650 w 21052571"/>
              <a:gd name="connsiteY761" fmla="*/ 5501724 h 8402012"/>
              <a:gd name="connsiteX762" fmla="*/ 10653612 w 21052571"/>
              <a:gd name="connsiteY762" fmla="*/ 5469618 h 8402012"/>
              <a:gd name="connsiteX763" fmla="*/ 8890927 w 21052571"/>
              <a:gd name="connsiteY763" fmla="*/ 5465756 h 8402012"/>
              <a:gd name="connsiteX764" fmla="*/ 8899908 w 21052571"/>
              <a:gd name="connsiteY764" fmla="*/ 5472980 h 8402012"/>
              <a:gd name="connsiteX765" fmla="*/ 8887933 w 21052571"/>
              <a:gd name="connsiteY765" fmla="*/ 5492243 h 8402012"/>
              <a:gd name="connsiteX766" fmla="*/ 8881946 w 21052571"/>
              <a:gd name="connsiteY766" fmla="*/ 5472980 h 8402012"/>
              <a:gd name="connsiteX767" fmla="*/ 8890927 w 21052571"/>
              <a:gd name="connsiteY767" fmla="*/ 5465756 h 8402012"/>
              <a:gd name="connsiteX768" fmla="*/ 8594024 w 21052571"/>
              <a:gd name="connsiteY768" fmla="*/ 5442358 h 8402012"/>
              <a:gd name="connsiteX769" fmla="*/ 8596889 w 21052571"/>
              <a:gd name="connsiteY769" fmla="*/ 5446490 h 8402012"/>
              <a:gd name="connsiteX770" fmla="*/ 8595384 w 21052571"/>
              <a:gd name="connsiteY770" fmla="*/ 5444320 h 8402012"/>
              <a:gd name="connsiteX771" fmla="*/ 8583343 w 21052571"/>
              <a:gd name="connsiteY771" fmla="*/ 5426959 h 8402012"/>
              <a:gd name="connsiteX772" fmla="*/ 8587859 w 21052571"/>
              <a:gd name="connsiteY772" fmla="*/ 5433469 h 8402012"/>
              <a:gd name="connsiteX773" fmla="*/ 8594024 w 21052571"/>
              <a:gd name="connsiteY773" fmla="*/ 5442358 h 8402012"/>
              <a:gd name="connsiteX774" fmla="*/ 8592562 w 21052571"/>
              <a:gd name="connsiteY774" fmla="*/ 5440251 h 8402012"/>
              <a:gd name="connsiteX775" fmla="*/ 8583343 w 21052571"/>
              <a:gd name="connsiteY775" fmla="*/ 5426959 h 8402012"/>
              <a:gd name="connsiteX776" fmla="*/ 18830935 w 21052571"/>
              <a:gd name="connsiteY776" fmla="*/ 5411343 h 8402012"/>
              <a:gd name="connsiteX777" fmla="*/ 18886479 w 21052571"/>
              <a:gd name="connsiteY777" fmla="*/ 5459060 h 8402012"/>
              <a:gd name="connsiteX778" fmla="*/ 18811699 w 21052571"/>
              <a:gd name="connsiteY778" fmla="*/ 5426744 h 8402012"/>
              <a:gd name="connsiteX779" fmla="*/ 18830935 w 21052571"/>
              <a:gd name="connsiteY779" fmla="*/ 5411343 h 8402012"/>
              <a:gd name="connsiteX780" fmla="*/ 18799939 w 21052571"/>
              <a:gd name="connsiteY780" fmla="*/ 5393307 h 8402012"/>
              <a:gd name="connsiteX781" fmla="*/ 18810603 w 21052571"/>
              <a:gd name="connsiteY781" fmla="*/ 5395866 h 8402012"/>
              <a:gd name="connsiteX782" fmla="*/ 18804039 w 21052571"/>
              <a:gd name="connsiteY782" fmla="*/ 5416341 h 8402012"/>
              <a:gd name="connsiteX783" fmla="*/ 18799939 w 21052571"/>
              <a:gd name="connsiteY783" fmla="*/ 5393307 h 8402012"/>
              <a:gd name="connsiteX784" fmla="*/ 8700838 w 21052571"/>
              <a:gd name="connsiteY784" fmla="*/ 5384303 h 8402012"/>
              <a:gd name="connsiteX785" fmla="*/ 8682876 w 21052571"/>
              <a:gd name="connsiteY785" fmla="*/ 5416409 h 8402012"/>
              <a:gd name="connsiteX786" fmla="*/ 8700838 w 21052571"/>
              <a:gd name="connsiteY786" fmla="*/ 5384303 h 8402012"/>
              <a:gd name="connsiteX787" fmla="*/ 18245035 w 21052571"/>
              <a:gd name="connsiteY787" fmla="*/ 5365343 h 8402012"/>
              <a:gd name="connsiteX788" fmla="*/ 18247403 w 21052571"/>
              <a:gd name="connsiteY788" fmla="*/ 5381396 h 8402012"/>
              <a:gd name="connsiteX789" fmla="*/ 18245399 w 21052571"/>
              <a:gd name="connsiteY789" fmla="*/ 5394978 h 8402012"/>
              <a:gd name="connsiteX790" fmla="*/ 18246615 w 21052571"/>
              <a:gd name="connsiteY790" fmla="*/ 5396535 h 8402012"/>
              <a:gd name="connsiteX791" fmla="*/ 18245043 w 21052571"/>
              <a:gd name="connsiteY791" fmla="*/ 5397380 h 8402012"/>
              <a:gd name="connsiteX792" fmla="*/ 18245035 w 21052571"/>
              <a:gd name="connsiteY792" fmla="*/ 5397449 h 8402012"/>
              <a:gd name="connsiteX793" fmla="*/ 18245003 w 21052571"/>
              <a:gd name="connsiteY793" fmla="*/ 5397403 h 8402012"/>
              <a:gd name="connsiteX794" fmla="*/ 18209751 w 21052571"/>
              <a:gd name="connsiteY794" fmla="*/ 5416376 h 8402012"/>
              <a:gd name="connsiteX795" fmla="*/ 18223839 w 21052571"/>
              <a:gd name="connsiteY795" fmla="*/ 5381655 h 8402012"/>
              <a:gd name="connsiteX796" fmla="*/ 18234563 w 21052571"/>
              <a:gd name="connsiteY796" fmla="*/ 5382751 h 8402012"/>
              <a:gd name="connsiteX797" fmla="*/ 9586345 w 21052571"/>
              <a:gd name="connsiteY797" fmla="*/ 5365343 h 8402012"/>
              <a:gd name="connsiteX798" fmla="*/ 9591815 w 21052571"/>
              <a:gd name="connsiteY798" fmla="*/ 5384607 h 8402012"/>
              <a:gd name="connsiteX799" fmla="*/ 9586345 w 21052571"/>
              <a:gd name="connsiteY799" fmla="*/ 5397449 h 8402012"/>
              <a:gd name="connsiteX800" fmla="*/ 9586345 w 21052571"/>
              <a:gd name="connsiteY800" fmla="*/ 5365343 h 8402012"/>
              <a:gd name="connsiteX801" fmla="*/ 8002180 w 21052571"/>
              <a:gd name="connsiteY801" fmla="*/ 5365343 h 8402012"/>
              <a:gd name="connsiteX802" fmla="*/ 8008744 w 21052571"/>
              <a:gd name="connsiteY802" fmla="*/ 5384607 h 8402012"/>
              <a:gd name="connsiteX803" fmla="*/ 8002180 w 21052571"/>
              <a:gd name="connsiteY803" fmla="*/ 5397449 h 8402012"/>
              <a:gd name="connsiteX804" fmla="*/ 8002180 w 21052571"/>
              <a:gd name="connsiteY804" fmla="*/ 5365343 h 8402012"/>
              <a:gd name="connsiteX805" fmla="*/ 9618055 w 21052571"/>
              <a:gd name="connsiteY805" fmla="*/ 5351565 h 8402012"/>
              <a:gd name="connsiteX806" fmla="*/ 9643992 w 21052571"/>
              <a:gd name="connsiteY806" fmla="*/ 5361485 h 8402012"/>
              <a:gd name="connsiteX807" fmla="*/ 9588167 w 21052571"/>
              <a:gd name="connsiteY807" fmla="*/ 5361485 h 8402012"/>
              <a:gd name="connsiteX808" fmla="*/ 9618055 w 21052571"/>
              <a:gd name="connsiteY808" fmla="*/ 5351565 h 8402012"/>
              <a:gd name="connsiteX809" fmla="*/ 20116531 w 21052571"/>
              <a:gd name="connsiteY809" fmla="*/ 5351124 h 8402012"/>
              <a:gd name="connsiteX810" fmla="*/ 20147275 w 21052571"/>
              <a:gd name="connsiteY810" fmla="*/ 5363968 h 8402012"/>
              <a:gd name="connsiteX811" fmla="*/ 20110383 w 21052571"/>
              <a:gd name="connsiteY811" fmla="*/ 5363968 h 8402012"/>
              <a:gd name="connsiteX812" fmla="*/ 20116531 w 21052571"/>
              <a:gd name="connsiteY812" fmla="*/ 5351124 h 8402012"/>
              <a:gd name="connsiteX813" fmla="*/ 18772783 w 21052571"/>
              <a:gd name="connsiteY813" fmla="*/ 5351124 h 8402012"/>
              <a:gd name="connsiteX814" fmla="*/ 18754819 w 21052571"/>
              <a:gd name="connsiteY814" fmla="*/ 5383233 h 8402012"/>
              <a:gd name="connsiteX815" fmla="*/ 18772783 w 21052571"/>
              <a:gd name="connsiteY815" fmla="*/ 5351124 h 8402012"/>
              <a:gd name="connsiteX816" fmla="*/ 9642129 w 21052571"/>
              <a:gd name="connsiteY816" fmla="*/ 5332164 h 8402012"/>
              <a:gd name="connsiteX817" fmla="*/ 9648693 w 21052571"/>
              <a:gd name="connsiteY817" fmla="*/ 5350610 h 8402012"/>
              <a:gd name="connsiteX818" fmla="*/ 9642129 w 21052571"/>
              <a:gd name="connsiteY818" fmla="*/ 5332164 h 8402012"/>
              <a:gd name="connsiteX819" fmla="*/ 7806498 w 21052571"/>
              <a:gd name="connsiteY819" fmla="*/ 5330868 h 8402012"/>
              <a:gd name="connsiteX820" fmla="*/ 7742015 w 21052571"/>
              <a:gd name="connsiteY820" fmla="*/ 5382451 h 8402012"/>
              <a:gd name="connsiteX821" fmla="*/ 7581880 w 21052571"/>
              <a:gd name="connsiteY821" fmla="*/ 5445856 h 8402012"/>
              <a:gd name="connsiteX822" fmla="*/ 7601226 w 21052571"/>
              <a:gd name="connsiteY822" fmla="*/ 5536127 h 8402012"/>
              <a:gd name="connsiteX823" fmla="*/ 7845189 w 21052571"/>
              <a:gd name="connsiteY823" fmla="*/ 5382451 h 8402012"/>
              <a:gd name="connsiteX824" fmla="*/ 7806498 w 21052571"/>
              <a:gd name="connsiteY824" fmla="*/ 5330868 h 8402012"/>
              <a:gd name="connsiteX825" fmla="*/ 7922569 w 21052571"/>
              <a:gd name="connsiteY825" fmla="*/ 5317972 h 8402012"/>
              <a:gd name="connsiteX826" fmla="*/ 7941914 w 21052571"/>
              <a:gd name="connsiteY826" fmla="*/ 5350212 h 8402012"/>
              <a:gd name="connsiteX827" fmla="*/ 7922569 w 21052571"/>
              <a:gd name="connsiteY827" fmla="*/ 5317972 h 8402012"/>
              <a:gd name="connsiteX828" fmla="*/ 7864534 w 21052571"/>
              <a:gd name="connsiteY828" fmla="*/ 5317972 h 8402012"/>
              <a:gd name="connsiteX829" fmla="*/ 7883879 w 21052571"/>
              <a:gd name="connsiteY829" fmla="*/ 5350212 h 8402012"/>
              <a:gd name="connsiteX830" fmla="*/ 7864534 w 21052571"/>
              <a:gd name="connsiteY830" fmla="*/ 5317972 h 8402012"/>
              <a:gd name="connsiteX831" fmla="*/ 20848783 w 21052571"/>
              <a:gd name="connsiteY831" fmla="*/ 5317945 h 8402012"/>
              <a:gd name="connsiteX832" fmla="*/ 20830823 w 21052571"/>
              <a:gd name="connsiteY832" fmla="*/ 5350051 h 8402012"/>
              <a:gd name="connsiteX833" fmla="*/ 20848783 w 21052571"/>
              <a:gd name="connsiteY833" fmla="*/ 5317945 h 8402012"/>
              <a:gd name="connsiteX834" fmla="*/ 20079639 w 21052571"/>
              <a:gd name="connsiteY834" fmla="*/ 5317945 h 8402012"/>
              <a:gd name="connsiteX835" fmla="*/ 20109359 w 21052571"/>
              <a:gd name="connsiteY835" fmla="*/ 5330788 h 8402012"/>
              <a:gd name="connsiteX836" fmla="*/ 20072467 w 21052571"/>
              <a:gd name="connsiteY836" fmla="*/ 5330788 h 8402012"/>
              <a:gd name="connsiteX837" fmla="*/ 20079639 w 21052571"/>
              <a:gd name="connsiteY837" fmla="*/ 5317945 h 8402012"/>
              <a:gd name="connsiteX838" fmla="*/ 18692207 w 21052571"/>
              <a:gd name="connsiteY838" fmla="*/ 5317945 h 8402012"/>
              <a:gd name="connsiteX839" fmla="*/ 18674243 w 21052571"/>
              <a:gd name="connsiteY839" fmla="*/ 5350051 h 8402012"/>
              <a:gd name="connsiteX840" fmla="*/ 18692207 w 21052571"/>
              <a:gd name="connsiteY840" fmla="*/ 5317945 h 8402012"/>
              <a:gd name="connsiteX841" fmla="*/ 9706095 w 21052571"/>
              <a:gd name="connsiteY841" fmla="*/ 5307543 h 8402012"/>
              <a:gd name="connsiteX842" fmla="*/ 9729280 w 21052571"/>
              <a:gd name="connsiteY842" fmla="*/ 5311721 h 8402012"/>
              <a:gd name="connsiteX843" fmla="*/ 9645045 w 21052571"/>
              <a:gd name="connsiteY843" fmla="*/ 5330821 h 8402012"/>
              <a:gd name="connsiteX844" fmla="*/ 9706095 w 21052571"/>
              <a:gd name="connsiteY844" fmla="*/ 5307543 h 8402012"/>
              <a:gd name="connsiteX845" fmla="*/ 20810867 w 21052571"/>
              <a:gd name="connsiteY845" fmla="*/ 5284766 h 8402012"/>
              <a:gd name="connsiteX846" fmla="*/ 20792907 w 21052571"/>
              <a:gd name="connsiteY846" fmla="*/ 5316875 h 8402012"/>
              <a:gd name="connsiteX847" fmla="*/ 20810867 w 21052571"/>
              <a:gd name="connsiteY847" fmla="*/ 5284766 h 8402012"/>
              <a:gd name="connsiteX848" fmla="*/ 8102340 w 21052571"/>
              <a:gd name="connsiteY848" fmla="*/ 5284766 h 8402012"/>
              <a:gd name="connsiteX849" fmla="*/ 8165018 w 21052571"/>
              <a:gd name="connsiteY849" fmla="*/ 5348224 h 8402012"/>
              <a:gd name="connsiteX850" fmla="*/ 8051348 w 21052571"/>
              <a:gd name="connsiteY850" fmla="*/ 5411683 h 8402012"/>
              <a:gd name="connsiteX851" fmla="*/ 8000355 w 21052571"/>
              <a:gd name="connsiteY851" fmla="*/ 5360916 h 8402012"/>
              <a:gd name="connsiteX852" fmla="*/ 8076844 w 21052571"/>
              <a:gd name="connsiteY852" fmla="*/ 5354570 h 8402012"/>
              <a:gd name="connsiteX853" fmla="*/ 8102340 w 21052571"/>
              <a:gd name="connsiteY853" fmla="*/ 5284766 h 8402012"/>
              <a:gd name="connsiteX854" fmla="*/ 8584081 w 21052571"/>
              <a:gd name="connsiteY854" fmla="*/ 5279889 h 8402012"/>
              <a:gd name="connsiteX855" fmla="*/ 8512595 w 21052571"/>
              <a:gd name="connsiteY855" fmla="*/ 5317972 h 8402012"/>
              <a:gd name="connsiteX856" fmla="*/ 8428766 w 21052571"/>
              <a:gd name="connsiteY856" fmla="*/ 5369555 h 8402012"/>
              <a:gd name="connsiteX857" fmla="*/ 8390076 w 21052571"/>
              <a:gd name="connsiteY857" fmla="*/ 5414691 h 8402012"/>
              <a:gd name="connsiteX858" fmla="*/ 8333115 w 21052571"/>
              <a:gd name="connsiteY858" fmla="*/ 5408243 h 8402012"/>
              <a:gd name="connsiteX859" fmla="*/ 8242838 w 21052571"/>
              <a:gd name="connsiteY859" fmla="*/ 5445856 h 8402012"/>
              <a:gd name="connsiteX860" fmla="*/ 8242838 w 21052571"/>
              <a:gd name="connsiteY860" fmla="*/ 5503887 h 8402012"/>
              <a:gd name="connsiteX861" fmla="*/ 8435214 w 21052571"/>
              <a:gd name="connsiteY861" fmla="*/ 5388899 h 8402012"/>
              <a:gd name="connsiteX862" fmla="*/ 8608245 w 21052571"/>
              <a:gd name="connsiteY862" fmla="*/ 5285733 h 8402012"/>
              <a:gd name="connsiteX863" fmla="*/ 8584081 w 21052571"/>
              <a:gd name="connsiteY863" fmla="*/ 5279889 h 8402012"/>
              <a:gd name="connsiteX864" fmla="*/ 9449896 w 21052571"/>
              <a:gd name="connsiteY864" fmla="*/ 5275286 h 8402012"/>
              <a:gd name="connsiteX865" fmla="*/ 9521091 w 21052571"/>
              <a:gd name="connsiteY865" fmla="*/ 5287987 h 8402012"/>
              <a:gd name="connsiteX866" fmla="*/ 9566397 w 21052571"/>
              <a:gd name="connsiteY866" fmla="*/ 5294338 h 8402012"/>
              <a:gd name="connsiteX867" fmla="*/ 9546980 w 21052571"/>
              <a:gd name="connsiteY867" fmla="*/ 5332441 h 8402012"/>
              <a:gd name="connsiteX868" fmla="*/ 9417534 w 21052571"/>
              <a:gd name="connsiteY868" fmla="*/ 5383245 h 8402012"/>
              <a:gd name="connsiteX869" fmla="*/ 9449896 w 21052571"/>
              <a:gd name="connsiteY869" fmla="*/ 5275286 h 8402012"/>
              <a:gd name="connsiteX870" fmla="*/ 9629789 w 21052571"/>
              <a:gd name="connsiteY870" fmla="*/ 5262125 h 8402012"/>
              <a:gd name="connsiteX871" fmla="*/ 9643992 w 21052571"/>
              <a:gd name="connsiteY871" fmla="*/ 5271444 h 8402012"/>
              <a:gd name="connsiteX872" fmla="*/ 9588167 w 21052571"/>
              <a:gd name="connsiteY872" fmla="*/ 5283741 h 8402012"/>
              <a:gd name="connsiteX873" fmla="*/ 9629789 w 21052571"/>
              <a:gd name="connsiteY873" fmla="*/ 5262125 h 8402012"/>
              <a:gd name="connsiteX874" fmla="*/ 18583191 w 21052571"/>
              <a:gd name="connsiteY874" fmla="*/ 5261070 h 8402012"/>
              <a:gd name="connsiteX875" fmla="*/ 18565231 w 21052571"/>
              <a:gd name="connsiteY875" fmla="*/ 5288370 h 8402012"/>
              <a:gd name="connsiteX876" fmla="*/ 18583191 w 21052571"/>
              <a:gd name="connsiteY876" fmla="*/ 5261070 h 8402012"/>
              <a:gd name="connsiteX877" fmla="*/ 8365316 w 21052571"/>
              <a:gd name="connsiteY877" fmla="*/ 5261070 h 8402012"/>
              <a:gd name="connsiteX878" fmla="*/ 8365316 w 21052571"/>
              <a:gd name="connsiteY878" fmla="*/ 5288370 h 8402012"/>
              <a:gd name="connsiteX879" fmla="*/ 8365316 w 21052571"/>
              <a:gd name="connsiteY879" fmla="*/ 5261070 h 8402012"/>
              <a:gd name="connsiteX880" fmla="*/ 19977671 w 21052571"/>
              <a:gd name="connsiteY880" fmla="*/ 5242110 h 8402012"/>
              <a:gd name="connsiteX881" fmla="*/ 20071411 w 21052571"/>
              <a:gd name="connsiteY881" fmla="*/ 5305677 h 8402012"/>
              <a:gd name="connsiteX882" fmla="*/ 19977671 w 21052571"/>
              <a:gd name="connsiteY882" fmla="*/ 5242110 h 8402012"/>
              <a:gd name="connsiteX883" fmla="*/ 9642129 w 21052571"/>
              <a:gd name="connsiteY883" fmla="*/ 5242110 h 8402012"/>
              <a:gd name="connsiteX884" fmla="*/ 9635565 w 21052571"/>
              <a:gd name="connsiteY884" fmla="*/ 5260556 h 8402012"/>
              <a:gd name="connsiteX885" fmla="*/ 9642129 w 21052571"/>
              <a:gd name="connsiteY885" fmla="*/ 5242110 h 8402012"/>
              <a:gd name="connsiteX886" fmla="*/ 8718550 w 21052571"/>
              <a:gd name="connsiteY886" fmla="*/ 5242110 h 8402012"/>
              <a:gd name="connsiteX887" fmla="*/ 8724537 w 21052571"/>
              <a:gd name="connsiteY887" fmla="*/ 5262585 h 8402012"/>
              <a:gd name="connsiteX888" fmla="*/ 8718550 w 21052571"/>
              <a:gd name="connsiteY888" fmla="*/ 5242110 h 8402012"/>
              <a:gd name="connsiteX889" fmla="*/ 18905495 w 21052571"/>
              <a:gd name="connsiteY889" fmla="*/ 5227892 h 8402012"/>
              <a:gd name="connsiteX890" fmla="*/ 18887531 w 21052571"/>
              <a:gd name="connsiteY890" fmla="*/ 5260001 h 8402012"/>
              <a:gd name="connsiteX891" fmla="*/ 18905495 w 21052571"/>
              <a:gd name="connsiteY891" fmla="*/ 5227892 h 8402012"/>
              <a:gd name="connsiteX892" fmla="*/ 18507355 w 21052571"/>
              <a:gd name="connsiteY892" fmla="*/ 5227892 h 8402012"/>
              <a:gd name="connsiteX893" fmla="*/ 18489391 w 21052571"/>
              <a:gd name="connsiteY893" fmla="*/ 5260001 h 8402012"/>
              <a:gd name="connsiteX894" fmla="*/ 18507355 w 21052571"/>
              <a:gd name="connsiteY894" fmla="*/ 5227892 h 8402012"/>
              <a:gd name="connsiteX895" fmla="*/ 9262754 w 21052571"/>
              <a:gd name="connsiteY895" fmla="*/ 5227701 h 8402012"/>
              <a:gd name="connsiteX896" fmla="*/ 9301444 w 21052571"/>
              <a:gd name="connsiteY896" fmla="*/ 5259941 h 8402012"/>
              <a:gd name="connsiteX897" fmla="*/ 9262754 w 21052571"/>
              <a:gd name="connsiteY897" fmla="*/ 5227701 h 8402012"/>
              <a:gd name="connsiteX898" fmla="*/ 8640487 w 21052571"/>
              <a:gd name="connsiteY898" fmla="*/ 5227701 h 8402012"/>
              <a:gd name="connsiteX899" fmla="*/ 8679177 w 21052571"/>
              <a:gd name="connsiteY899" fmla="*/ 5259941 h 8402012"/>
              <a:gd name="connsiteX900" fmla="*/ 8640487 w 21052571"/>
              <a:gd name="connsiteY900" fmla="*/ 5227701 h 8402012"/>
              <a:gd name="connsiteX901" fmla="*/ 8444887 w 21052571"/>
              <a:gd name="connsiteY901" fmla="*/ 5213596 h 8402012"/>
              <a:gd name="connsiteX902" fmla="*/ 8422317 w 21052571"/>
              <a:gd name="connsiteY902" fmla="*/ 5221253 h 8402012"/>
              <a:gd name="connsiteX903" fmla="*/ 8390076 w 21052571"/>
              <a:gd name="connsiteY903" fmla="*/ 5253493 h 8402012"/>
              <a:gd name="connsiteX904" fmla="*/ 8387050 w 21052571"/>
              <a:gd name="connsiteY904" fmla="*/ 5252196 h 8402012"/>
              <a:gd name="connsiteX905" fmla="*/ 8392755 w 21052571"/>
              <a:gd name="connsiteY905" fmla="*/ 5261374 h 8402012"/>
              <a:gd name="connsiteX906" fmla="*/ 8380780 w 21052571"/>
              <a:gd name="connsiteY906" fmla="*/ 5274216 h 8402012"/>
              <a:gd name="connsiteX907" fmla="*/ 8376290 w 21052571"/>
              <a:gd name="connsiteY907" fmla="*/ 5258163 h 8402012"/>
              <a:gd name="connsiteX908" fmla="*/ 8378932 w 21052571"/>
              <a:gd name="connsiteY908" fmla="*/ 5248717 h 8402012"/>
              <a:gd name="connsiteX909" fmla="*/ 8367506 w 21052571"/>
              <a:gd name="connsiteY909" fmla="*/ 5243821 h 8402012"/>
              <a:gd name="connsiteX910" fmla="*/ 8344937 w 21052571"/>
              <a:gd name="connsiteY910" fmla="*/ 5234149 h 8402012"/>
              <a:gd name="connsiteX911" fmla="*/ 8300874 w 21052571"/>
              <a:gd name="connsiteY911" fmla="*/ 5227701 h 8402012"/>
              <a:gd name="connsiteX912" fmla="*/ 8300874 w 21052571"/>
              <a:gd name="connsiteY912" fmla="*/ 5285733 h 8402012"/>
              <a:gd name="connsiteX913" fmla="*/ 8333115 w 21052571"/>
              <a:gd name="connsiteY913" fmla="*/ 5292180 h 8402012"/>
              <a:gd name="connsiteX914" fmla="*/ 8370730 w 21052571"/>
              <a:gd name="connsiteY914" fmla="*/ 5298628 h 8402012"/>
              <a:gd name="connsiteX915" fmla="*/ 8467456 w 21052571"/>
              <a:gd name="connsiteY915" fmla="*/ 5214805 h 8402012"/>
              <a:gd name="connsiteX916" fmla="*/ 8444887 w 21052571"/>
              <a:gd name="connsiteY916" fmla="*/ 5213596 h 8402012"/>
              <a:gd name="connsiteX917" fmla="*/ 9340135 w 21052571"/>
              <a:gd name="connsiteY917" fmla="*/ 5195462 h 8402012"/>
              <a:gd name="connsiteX918" fmla="*/ 9359480 w 21052571"/>
              <a:gd name="connsiteY918" fmla="*/ 5227701 h 8402012"/>
              <a:gd name="connsiteX919" fmla="*/ 9340135 w 21052571"/>
              <a:gd name="connsiteY919" fmla="*/ 5195462 h 8402012"/>
              <a:gd name="connsiteX920" fmla="*/ 8768815 w 21052571"/>
              <a:gd name="connsiteY920" fmla="*/ 5195360 h 8402012"/>
              <a:gd name="connsiteX921" fmla="*/ 8814504 w 21052571"/>
              <a:gd name="connsiteY921" fmla="*/ 5259993 h 8402012"/>
              <a:gd name="connsiteX922" fmla="*/ 8755761 w 21052571"/>
              <a:gd name="connsiteY922" fmla="*/ 5259993 h 8402012"/>
              <a:gd name="connsiteX923" fmla="*/ 8768815 w 21052571"/>
              <a:gd name="connsiteY923" fmla="*/ 5195360 h 8402012"/>
              <a:gd name="connsiteX924" fmla="*/ 19166179 w 21052571"/>
              <a:gd name="connsiteY924" fmla="*/ 5194713 h 8402012"/>
              <a:gd name="connsiteX925" fmla="*/ 19148219 w 21052571"/>
              <a:gd name="connsiteY925" fmla="*/ 5226819 h 8402012"/>
              <a:gd name="connsiteX926" fmla="*/ 19166179 w 21052571"/>
              <a:gd name="connsiteY926" fmla="*/ 5194713 h 8402012"/>
              <a:gd name="connsiteX927" fmla="*/ 8876071 w 21052571"/>
              <a:gd name="connsiteY927" fmla="*/ 5194713 h 8402012"/>
              <a:gd name="connsiteX928" fmla="*/ 8848771 w 21052571"/>
              <a:gd name="connsiteY928" fmla="*/ 5226819 h 8402012"/>
              <a:gd name="connsiteX929" fmla="*/ 8876071 w 21052571"/>
              <a:gd name="connsiteY929" fmla="*/ 5194713 h 8402012"/>
              <a:gd name="connsiteX930" fmla="*/ 8175723 w 21052571"/>
              <a:gd name="connsiteY930" fmla="*/ 5194713 h 8402012"/>
              <a:gd name="connsiteX931" fmla="*/ 8193685 w 21052571"/>
              <a:gd name="connsiteY931" fmla="*/ 5226819 h 8402012"/>
              <a:gd name="connsiteX932" fmla="*/ 8175723 w 21052571"/>
              <a:gd name="connsiteY932" fmla="*/ 5194713 h 8402012"/>
              <a:gd name="connsiteX933" fmla="*/ 20714899 w 21052571"/>
              <a:gd name="connsiteY933" fmla="*/ 5166276 h 8402012"/>
              <a:gd name="connsiteX934" fmla="*/ 20698115 w 21052571"/>
              <a:gd name="connsiteY934" fmla="*/ 5231528 h 8402012"/>
              <a:gd name="connsiteX935" fmla="*/ 20714899 w 21052571"/>
              <a:gd name="connsiteY935" fmla="*/ 5166276 h 8402012"/>
              <a:gd name="connsiteX936" fmla="*/ 9875939 w 21052571"/>
              <a:gd name="connsiteY936" fmla="*/ 5166276 h 8402012"/>
              <a:gd name="connsiteX937" fmla="*/ 9875939 w 21052571"/>
              <a:gd name="connsiteY937" fmla="*/ 5198346 h 8402012"/>
              <a:gd name="connsiteX938" fmla="*/ 9875939 w 21052571"/>
              <a:gd name="connsiteY938" fmla="*/ 5166276 h 8402012"/>
              <a:gd name="connsiteX939" fmla="*/ 8486801 w 21052571"/>
              <a:gd name="connsiteY939" fmla="*/ 5164297 h 8402012"/>
              <a:gd name="connsiteX940" fmla="*/ 8506146 w 21052571"/>
              <a:gd name="connsiteY940" fmla="*/ 5195462 h 8402012"/>
              <a:gd name="connsiteX941" fmla="*/ 8486801 w 21052571"/>
              <a:gd name="connsiteY941" fmla="*/ 5164297 h 8402012"/>
              <a:gd name="connsiteX942" fmla="*/ 9707680 w 21052571"/>
              <a:gd name="connsiteY942" fmla="*/ 5150309 h 8402012"/>
              <a:gd name="connsiteX943" fmla="*/ 9714790 w 21052571"/>
              <a:gd name="connsiteY943" fmla="*/ 5153303 h 8402012"/>
              <a:gd name="connsiteX944" fmla="*/ 9706664 w 21052571"/>
              <a:gd name="connsiteY944" fmla="*/ 5165277 h 8402012"/>
              <a:gd name="connsiteX945" fmla="*/ 9707680 w 21052571"/>
              <a:gd name="connsiteY945" fmla="*/ 5150309 h 8402012"/>
              <a:gd name="connsiteX946" fmla="*/ 19071331 w 21052571"/>
              <a:gd name="connsiteY946" fmla="*/ 5133097 h 8402012"/>
              <a:gd name="connsiteX947" fmla="*/ 19053423 w 21052571"/>
              <a:gd name="connsiteY947" fmla="*/ 5165206 h 8402012"/>
              <a:gd name="connsiteX948" fmla="*/ 19071331 w 21052571"/>
              <a:gd name="connsiteY948" fmla="*/ 5133097 h 8402012"/>
              <a:gd name="connsiteX949" fmla="*/ 18355683 w 21052571"/>
              <a:gd name="connsiteY949" fmla="*/ 5133097 h 8402012"/>
              <a:gd name="connsiteX950" fmla="*/ 18337723 w 21052571"/>
              <a:gd name="connsiteY950" fmla="*/ 5165206 h 8402012"/>
              <a:gd name="connsiteX951" fmla="*/ 18355683 w 21052571"/>
              <a:gd name="connsiteY951" fmla="*/ 5133097 h 8402012"/>
              <a:gd name="connsiteX952" fmla="*/ 17848535 w 21052571"/>
              <a:gd name="connsiteY952" fmla="*/ 5133094 h 8402012"/>
              <a:gd name="connsiteX953" fmla="*/ 17830571 w 21052571"/>
              <a:gd name="connsiteY953" fmla="*/ 5198346 h 8402012"/>
              <a:gd name="connsiteX954" fmla="*/ 17848535 w 21052571"/>
              <a:gd name="connsiteY954" fmla="*/ 5133094 h 8402012"/>
              <a:gd name="connsiteX955" fmla="*/ 8530865 w 21052571"/>
              <a:gd name="connsiteY955" fmla="*/ 5132057 h 8402012"/>
              <a:gd name="connsiteX956" fmla="*/ 8563107 w 21052571"/>
              <a:gd name="connsiteY956" fmla="*/ 5164297 h 8402012"/>
              <a:gd name="connsiteX957" fmla="*/ 8530865 w 21052571"/>
              <a:gd name="connsiteY957" fmla="*/ 5132057 h 8402012"/>
              <a:gd name="connsiteX958" fmla="*/ 10132162 w 21052571"/>
              <a:gd name="connsiteY958" fmla="*/ 5118878 h 8402012"/>
              <a:gd name="connsiteX959" fmla="*/ 9803189 w 21052571"/>
              <a:gd name="connsiteY959" fmla="*/ 5312127 h 8402012"/>
              <a:gd name="connsiteX960" fmla="*/ 9832311 w 21052571"/>
              <a:gd name="connsiteY960" fmla="*/ 5205550 h 8402012"/>
              <a:gd name="connsiteX961" fmla="*/ 9854815 w 21052571"/>
              <a:gd name="connsiteY961" fmla="*/ 5195595 h 8402012"/>
              <a:gd name="connsiteX962" fmla="*/ 9853592 w 21052571"/>
              <a:gd name="connsiteY962" fmla="*/ 5193658 h 8402012"/>
              <a:gd name="connsiteX963" fmla="*/ 9859579 w 21052571"/>
              <a:gd name="connsiteY963" fmla="*/ 5182073 h 8402012"/>
              <a:gd name="connsiteX964" fmla="*/ 9867064 w 21052571"/>
              <a:gd name="connsiteY964" fmla="*/ 5194975 h 8402012"/>
              <a:gd name="connsiteX965" fmla="*/ 9866331 w 21052571"/>
              <a:gd name="connsiteY965" fmla="*/ 5206713 h 8402012"/>
              <a:gd name="connsiteX966" fmla="*/ 9867640 w 21052571"/>
              <a:gd name="connsiteY966" fmla="*/ 5208000 h 8402012"/>
              <a:gd name="connsiteX967" fmla="*/ 9958507 w 21052571"/>
              <a:gd name="connsiteY967" fmla="*/ 5164221 h 8402012"/>
              <a:gd name="connsiteX968" fmla="*/ 10132162 w 21052571"/>
              <a:gd name="connsiteY968" fmla="*/ 5118878 h 8402012"/>
              <a:gd name="connsiteX969" fmla="*/ 19597495 w 21052571"/>
              <a:gd name="connsiteY969" fmla="*/ 5099918 h 8402012"/>
              <a:gd name="connsiteX970" fmla="*/ 19579535 w 21052571"/>
              <a:gd name="connsiteY970" fmla="*/ 5132024 h 8402012"/>
              <a:gd name="connsiteX971" fmla="*/ 19597495 w 21052571"/>
              <a:gd name="connsiteY971" fmla="*/ 5099918 h 8402012"/>
              <a:gd name="connsiteX972" fmla="*/ 17810559 w 21052571"/>
              <a:gd name="connsiteY972" fmla="*/ 5099918 h 8402012"/>
              <a:gd name="connsiteX973" fmla="*/ 17792655 w 21052571"/>
              <a:gd name="connsiteY973" fmla="*/ 5132024 h 8402012"/>
              <a:gd name="connsiteX974" fmla="*/ 17810559 w 21052571"/>
              <a:gd name="connsiteY974" fmla="*/ 5099918 h 8402012"/>
              <a:gd name="connsiteX975" fmla="*/ 9894469 w 21052571"/>
              <a:gd name="connsiteY975" fmla="*/ 5094662 h 8402012"/>
              <a:gd name="connsiteX976" fmla="*/ 9933092 w 21052571"/>
              <a:gd name="connsiteY976" fmla="*/ 5100447 h 8402012"/>
              <a:gd name="connsiteX977" fmla="*/ 9855643 w 21052571"/>
              <a:gd name="connsiteY977" fmla="*/ 5165398 h 8402012"/>
              <a:gd name="connsiteX978" fmla="*/ 9682459 w 21052571"/>
              <a:gd name="connsiteY978" fmla="*/ 5248752 h 8402012"/>
              <a:gd name="connsiteX979" fmla="*/ 9643734 w 21052571"/>
              <a:gd name="connsiteY979" fmla="*/ 5242257 h 8402012"/>
              <a:gd name="connsiteX980" fmla="*/ 9656642 w 21052571"/>
              <a:gd name="connsiteY980" fmla="*/ 5184883 h 8402012"/>
              <a:gd name="connsiteX981" fmla="*/ 9714729 w 21052571"/>
              <a:gd name="connsiteY981" fmla="*/ 5178388 h 8402012"/>
              <a:gd name="connsiteX982" fmla="*/ 9784648 w 21052571"/>
              <a:gd name="connsiteY982" fmla="*/ 5139417 h 8402012"/>
              <a:gd name="connsiteX983" fmla="*/ 9894469 w 21052571"/>
              <a:gd name="connsiteY983" fmla="*/ 5094662 h 8402012"/>
              <a:gd name="connsiteX984" fmla="*/ 10170157 w 21052571"/>
              <a:gd name="connsiteY984" fmla="*/ 5076219 h 8402012"/>
              <a:gd name="connsiteX985" fmla="*/ 10152195 w 21052571"/>
              <a:gd name="connsiteY985" fmla="*/ 5103519 h 8402012"/>
              <a:gd name="connsiteX986" fmla="*/ 10170157 w 21052571"/>
              <a:gd name="connsiteY986" fmla="*/ 5076219 h 8402012"/>
              <a:gd name="connsiteX987" fmla="*/ 8640487 w 21052571"/>
              <a:gd name="connsiteY987" fmla="*/ 5074026 h 8402012"/>
              <a:gd name="connsiteX988" fmla="*/ 8621142 w 21052571"/>
              <a:gd name="connsiteY988" fmla="*/ 5164297 h 8402012"/>
              <a:gd name="connsiteX989" fmla="*/ 8717867 w 21052571"/>
              <a:gd name="connsiteY989" fmla="*/ 5119161 h 8402012"/>
              <a:gd name="connsiteX990" fmla="*/ 8640487 w 21052571"/>
              <a:gd name="connsiteY990" fmla="*/ 5074026 h 8402012"/>
              <a:gd name="connsiteX991" fmla="*/ 8454559 w 21052571"/>
              <a:gd name="connsiteY991" fmla="*/ 5074026 h 8402012"/>
              <a:gd name="connsiteX992" fmla="*/ 8473904 w 21052571"/>
              <a:gd name="connsiteY992" fmla="*/ 5099818 h 8402012"/>
              <a:gd name="connsiteX993" fmla="*/ 8454559 w 21052571"/>
              <a:gd name="connsiteY993" fmla="*/ 5074026 h 8402012"/>
              <a:gd name="connsiteX994" fmla="*/ 19004927 w 21052571"/>
              <a:gd name="connsiteY994" fmla="*/ 5073353 h 8402012"/>
              <a:gd name="connsiteX995" fmla="*/ 18958631 w 21052571"/>
              <a:gd name="connsiteY995" fmla="*/ 5099807 h 8402012"/>
              <a:gd name="connsiteX996" fmla="*/ 19004927 w 21052571"/>
              <a:gd name="connsiteY996" fmla="*/ 5073353 h 8402012"/>
              <a:gd name="connsiteX997" fmla="*/ 564229 w 21052571"/>
              <a:gd name="connsiteY997" fmla="*/ 5054682 h 8402012"/>
              <a:gd name="connsiteX998" fmla="*/ 564229 w 21052571"/>
              <a:gd name="connsiteY998" fmla="*/ 5086922 h 8402012"/>
              <a:gd name="connsiteX999" fmla="*/ 660959 w 21052571"/>
              <a:gd name="connsiteY999" fmla="*/ 5119161 h 8402012"/>
              <a:gd name="connsiteX1000" fmla="*/ 585687 w 21052571"/>
              <a:gd name="connsiteY1000" fmla="*/ 5081078 h 8402012"/>
              <a:gd name="connsiteX1001" fmla="*/ 579117 w 21052571"/>
              <a:gd name="connsiteY1001" fmla="*/ 5072998 h 8402012"/>
              <a:gd name="connsiteX1002" fmla="*/ 564732 w 21052571"/>
              <a:gd name="connsiteY1002" fmla="*/ 5072998 h 8402012"/>
              <a:gd name="connsiteX1003" fmla="*/ 567180 w 21052571"/>
              <a:gd name="connsiteY1003" fmla="*/ 5058312 h 8402012"/>
              <a:gd name="connsiteX1004" fmla="*/ 10246302 w 21052571"/>
              <a:gd name="connsiteY1004" fmla="*/ 5014603 h 8402012"/>
              <a:gd name="connsiteX1005" fmla="*/ 10264917 w 21052571"/>
              <a:gd name="connsiteY1005" fmla="*/ 5070447 h 8402012"/>
              <a:gd name="connsiteX1006" fmla="*/ 10209073 w 21052571"/>
              <a:gd name="connsiteY1006" fmla="*/ 5070447 h 8402012"/>
              <a:gd name="connsiteX1007" fmla="*/ 10246302 w 21052571"/>
              <a:gd name="connsiteY1007" fmla="*/ 5014603 h 8402012"/>
              <a:gd name="connsiteX1008" fmla="*/ 19470519 w 21052571"/>
              <a:gd name="connsiteY1008" fmla="*/ 5009861 h 8402012"/>
              <a:gd name="connsiteX1009" fmla="*/ 19507411 w 21052571"/>
              <a:gd name="connsiteY1009" fmla="*/ 5028307 h 8402012"/>
              <a:gd name="connsiteX1010" fmla="*/ 19470519 w 21052571"/>
              <a:gd name="connsiteY1010" fmla="*/ 5009861 h 8402012"/>
              <a:gd name="connsiteX1011" fmla="*/ 756601 w 21052571"/>
              <a:gd name="connsiteY1011" fmla="*/ 5009547 h 8402012"/>
              <a:gd name="connsiteX1012" fmla="*/ 775945 w 21052571"/>
              <a:gd name="connsiteY1012" fmla="*/ 5041786 h 8402012"/>
              <a:gd name="connsiteX1013" fmla="*/ 756601 w 21052571"/>
              <a:gd name="connsiteY1013" fmla="*/ 5009547 h 8402012"/>
              <a:gd name="connsiteX1014" fmla="*/ 20526483 w 21052571"/>
              <a:gd name="connsiteY1014" fmla="*/ 4986166 h 8402012"/>
              <a:gd name="connsiteX1015" fmla="*/ 20508519 w 21052571"/>
              <a:gd name="connsiteY1015" fmla="*/ 5008875 h 8402012"/>
              <a:gd name="connsiteX1016" fmla="*/ 20526483 w 21052571"/>
              <a:gd name="connsiteY1016" fmla="*/ 4986166 h 8402012"/>
              <a:gd name="connsiteX1017" fmla="*/ 10620430 w 21052571"/>
              <a:gd name="connsiteY1017" fmla="*/ 4986166 h 8402012"/>
              <a:gd name="connsiteX1018" fmla="*/ 10602468 w 21052571"/>
              <a:gd name="connsiteY1018" fmla="*/ 5008875 h 8402012"/>
              <a:gd name="connsiteX1019" fmla="*/ 10620430 w 21052571"/>
              <a:gd name="connsiteY1019" fmla="*/ 4986166 h 8402012"/>
              <a:gd name="connsiteX1020" fmla="*/ 18511955 w 21052571"/>
              <a:gd name="connsiteY1020" fmla="*/ 4986163 h 8402012"/>
              <a:gd name="connsiteX1021" fmla="*/ 18491479 w 21052571"/>
              <a:gd name="connsiteY1021" fmla="*/ 5041988 h 8402012"/>
              <a:gd name="connsiteX1022" fmla="*/ 18511955 w 21052571"/>
              <a:gd name="connsiteY1022" fmla="*/ 4986163 h 8402012"/>
              <a:gd name="connsiteX1023" fmla="*/ 10471575 w 21052571"/>
              <a:gd name="connsiteY1023" fmla="*/ 4953900 h 8402012"/>
              <a:gd name="connsiteX1024" fmla="*/ 10511311 w 21052571"/>
              <a:gd name="connsiteY1024" fmla="*/ 4967634 h 8402012"/>
              <a:gd name="connsiteX1025" fmla="*/ 10431839 w 21052571"/>
              <a:gd name="connsiteY1025" fmla="*/ 4954708 h 8402012"/>
              <a:gd name="connsiteX1026" fmla="*/ 10471575 w 21052571"/>
              <a:gd name="connsiteY1026" fmla="*/ 4953900 h 8402012"/>
              <a:gd name="connsiteX1027" fmla="*/ 20071411 w 21052571"/>
              <a:gd name="connsiteY1027" fmla="*/ 4952987 h 8402012"/>
              <a:gd name="connsiteX1028" fmla="*/ 20053507 w 21052571"/>
              <a:gd name="connsiteY1028" fmla="*/ 4985096 h 8402012"/>
              <a:gd name="connsiteX1029" fmla="*/ 20071411 w 21052571"/>
              <a:gd name="connsiteY1029" fmla="*/ 4952987 h 8402012"/>
              <a:gd name="connsiteX1030" fmla="*/ 10507348 w 21052571"/>
              <a:gd name="connsiteY1030" fmla="*/ 4939596 h 8402012"/>
              <a:gd name="connsiteX1031" fmla="*/ 10498199 w 21052571"/>
              <a:gd name="connsiteY1031" fmla="*/ 4951959 h 8402012"/>
              <a:gd name="connsiteX1032" fmla="*/ 10505397 w 21052571"/>
              <a:gd name="connsiteY1032" fmla="*/ 4942232 h 8402012"/>
              <a:gd name="connsiteX1033" fmla="*/ 9030624 w 21052571"/>
              <a:gd name="connsiteY1033" fmla="*/ 4938515 h 8402012"/>
              <a:gd name="connsiteX1034" fmla="*/ 9037359 w 21052571"/>
              <a:gd name="connsiteY1034" fmla="*/ 4951986 h 8402012"/>
              <a:gd name="connsiteX1035" fmla="*/ 9019397 w 21052571"/>
              <a:gd name="connsiteY1035" fmla="*/ 4951986 h 8402012"/>
              <a:gd name="connsiteX1036" fmla="*/ 9030624 w 21052571"/>
              <a:gd name="connsiteY1036" fmla="*/ 4938515 h 8402012"/>
              <a:gd name="connsiteX1037" fmla="*/ 10509716 w 21052571"/>
              <a:gd name="connsiteY1037" fmla="*/ 4936395 h 8402012"/>
              <a:gd name="connsiteX1038" fmla="*/ 10509536 w 21052571"/>
              <a:gd name="connsiteY1038" fmla="*/ 4936639 h 8402012"/>
              <a:gd name="connsiteX1039" fmla="*/ 10507348 w 21052571"/>
              <a:gd name="connsiteY1039" fmla="*/ 4939596 h 8402012"/>
              <a:gd name="connsiteX1040" fmla="*/ 20469607 w 21052571"/>
              <a:gd name="connsiteY1040" fmla="*/ 4919808 h 8402012"/>
              <a:gd name="connsiteX1041" fmla="*/ 20451647 w 21052571"/>
              <a:gd name="connsiteY1041" fmla="*/ 4951914 h 8402012"/>
              <a:gd name="connsiteX1042" fmla="*/ 20469607 w 21052571"/>
              <a:gd name="connsiteY1042" fmla="*/ 4919808 h 8402012"/>
              <a:gd name="connsiteX1043" fmla="*/ 20033551 w 21052571"/>
              <a:gd name="connsiteY1043" fmla="*/ 4919808 h 8402012"/>
              <a:gd name="connsiteX1044" fmla="*/ 20015587 w 21052571"/>
              <a:gd name="connsiteY1044" fmla="*/ 4951914 h 8402012"/>
              <a:gd name="connsiteX1045" fmla="*/ 20033551 w 21052571"/>
              <a:gd name="connsiteY1045" fmla="*/ 4919808 h 8402012"/>
              <a:gd name="connsiteX1046" fmla="*/ 19318851 w 21052571"/>
              <a:gd name="connsiteY1046" fmla="*/ 4919808 h 8402012"/>
              <a:gd name="connsiteX1047" fmla="*/ 19355743 w 21052571"/>
              <a:gd name="connsiteY1047" fmla="*/ 4938254 h 8402012"/>
              <a:gd name="connsiteX1048" fmla="*/ 19318851 w 21052571"/>
              <a:gd name="connsiteY1048" fmla="*/ 4919808 h 8402012"/>
              <a:gd name="connsiteX1049" fmla="*/ 18811699 w 21052571"/>
              <a:gd name="connsiteY1049" fmla="*/ 4919808 h 8402012"/>
              <a:gd name="connsiteX1050" fmla="*/ 18834407 w 21052571"/>
              <a:gd name="connsiteY1050" fmla="*/ 4945916 h 8402012"/>
              <a:gd name="connsiteX1051" fmla="*/ 18811699 w 21052571"/>
              <a:gd name="connsiteY1051" fmla="*/ 4985078 h 8402012"/>
              <a:gd name="connsiteX1052" fmla="*/ 18811699 w 21052571"/>
              <a:gd name="connsiteY1052" fmla="*/ 4919808 h 8402012"/>
              <a:gd name="connsiteX1053" fmla="*/ 10360246 w 21052571"/>
              <a:gd name="connsiteY1053" fmla="*/ 4911208 h 8402012"/>
              <a:gd name="connsiteX1054" fmla="*/ 10369227 w 21052571"/>
              <a:gd name="connsiteY1054" fmla="*/ 4918433 h 8402012"/>
              <a:gd name="connsiteX1055" fmla="*/ 10357252 w 21052571"/>
              <a:gd name="connsiteY1055" fmla="*/ 4937698 h 8402012"/>
              <a:gd name="connsiteX1056" fmla="*/ 10351265 w 21052571"/>
              <a:gd name="connsiteY1056" fmla="*/ 4918433 h 8402012"/>
              <a:gd name="connsiteX1057" fmla="*/ 10360246 w 21052571"/>
              <a:gd name="connsiteY1057" fmla="*/ 4911208 h 8402012"/>
              <a:gd name="connsiteX1058" fmla="*/ 8774828 w 21052571"/>
              <a:gd name="connsiteY1058" fmla="*/ 4907455 h 8402012"/>
              <a:gd name="connsiteX1059" fmla="*/ 8755483 w 21052571"/>
              <a:gd name="connsiteY1059" fmla="*/ 4952590 h 8402012"/>
              <a:gd name="connsiteX1060" fmla="*/ 8794173 w 21052571"/>
              <a:gd name="connsiteY1060" fmla="*/ 4952590 h 8402012"/>
              <a:gd name="connsiteX1061" fmla="*/ 8774828 w 21052571"/>
              <a:gd name="connsiteY1061" fmla="*/ 4907455 h 8402012"/>
              <a:gd name="connsiteX1062" fmla="*/ 10303105 w 21052571"/>
              <a:gd name="connsiteY1062" fmla="*/ 4893974 h 8402012"/>
              <a:gd name="connsiteX1063" fmla="*/ 10318280 w 21052571"/>
              <a:gd name="connsiteY1063" fmla="*/ 4916251 h 8402012"/>
              <a:gd name="connsiteX1064" fmla="*/ 10170446 w 21052571"/>
              <a:gd name="connsiteY1064" fmla="*/ 5011947 h 8402012"/>
              <a:gd name="connsiteX1065" fmla="*/ 9957867 w 21052571"/>
              <a:gd name="connsiteY1065" fmla="*/ 5089363 h 8402012"/>
              <a:gd name="connsiteX1066" fmla="*/ 10015058 w 21052571"/>
              <a:gd name="connsiteY1066" fmla="*/ 5044203 h 8402012"/>
              <a:gd name="connsiteX1067" fmla="*/ 10221163 w 21052571"/>
              <a:gd name="connsiteY1067" fmla="*/ 4942057 h 8402012"/>
              <a:gd name="connsiteX1068" fmla="*/ 10303105 w 21052571"/>
              <a:gd name="connsiteY1068" fmla="*/ 4893974 h 8402012"/>
              <a:gd name="connsiteX1069" fmla="*/ 18749055 w 21052571"/>
              <a:gd name="connsiteY1069" fmla="*/ 4888505 h 8402012"/>
              <a:gd name="connsiteX1070" fmla="*/ 18712163 w 21052571"/>
              <a:gd name="connsiteY1070" fmla="*/ 4921572 h 8402012"/>
              <a:gd name="connsiteX1071" fmla="*/ 18749055 w 21052571"/>
              <a:gd name="connsiteY1071" fmla="*/ 4888505 h 8402012"/>
              <a:gd name="connsiteX1072" fmla="*/ 18673219 w 21052571"/>
              <a:gd name="connsiteY1072" fmla="*/ 4888505 h 8402012"/>
              <a:gd name="connsiteX1073" fmla="*/ 18636327 w 21052571"/>
              <a:gd name="connsiteY1073" fmla="*/ 4921572 h 8402012"/>
              <a:gd name="connsiteX1074" fmla="*/ 18673219 w 21052571"/>
              <a:gd name="connsiteY1074" fmla="*/ 4888505 h 8402012"/>
              <a:gd name="connsiteX1075" fmla="*/ 10319911 w 21052571"/>
              <a:gd name="connsiteY1075" fmla="*/ 4867669 h 8402012"/>
              <a:gd name="connsiteX1076" fmla="*/ 10319911 w 21052571"/>
              <a:gd name="connsiteY1076" fmla="*/ 4904561 h 8402012"/>
              <a:gd name="connsiteX1077" fmla="*/ 10313348 w 21052571"/>
              <a:gd name="connsiteY1077" fmla="*/ 4886115 h 8402012"/>
              <a:gd name="connsiteX1078" fmla="*/ 10319911 w 21052571"/>
              <a:gd name="connsiteY1078" fmla="*/ 4867669 h 8402012"/>
              <a:gd name="connsiteX1079" fmla="*/ 17791655 w 21052571"/>
              <a:gd name="connsiteY1079" fmla="*/ 4858192 h 8402012"/>
              <a:gd name="connsiteX1080" fmla="*/ 17773695 w 21052571"/>
              <a:gd name="connsiteY1080" fmla="*/ 4890301 h 8402012"/>
              <a:gd name="connsiteX1081" fmla="*/ 17791655 w 21052571"/>
              <a:gd name="connsiteY1081" fmla="*/ 4858192 h 8402012"/>
              <a:gd name="connsiteX1082" fmla="*/ 10473929 w 21052571"/>
              <a:gd name="connsiteY1082" fmla="*/ 4849945 h 8402012"/>
              <a:gd name="connsiteX1083" fmla="*/ 10487579 w 21052571"/>
              <a:gd name="connsiteY1083" fmla="*/ 4857623 h 8402012"/>
              <a:gd name="connsiteX1084" fmla="*/ 10460279 w 21052571"/>
              <a:gd name="connsiteY1084" fmla="*/ 4857623 h 8402012"/>
              <a:gd name="connsiteX1085" fmla="*/ 10473929 w 21052571"/>
              <a:gd name="connsiteY1085" fmla="*/ 4849945 h 8402012"/>
              <a:gd name="connsiteX1086" fmla="*/ 10433287 w 21052571"/>
              <a:gd name="connsiteY1086" fmla="*/ 4848262 h 8402012"/>
              <a:gd name="connsiteX1087" fmla="*/ 10468703 w 21052571"/>
              <a:gd name="connsiteY1087" fmla="*/ 4866891 h 8402012"/>
              <a:gd name="connsiteX1088" fmla="*/ 10393921 w 21052571"/>
              <a:gd name="connsiteY1088" fmla="*/ 4918728 h 8402012"/>
              <a:gd name="connsiteX1089" fmla="*/ 10393921 w 21052571"/>
              <a:gd name="connsiteY1089" fmla="*/ 4853932 h 8402012"/>
              <a:gd name="connsiteX1090" fmla="*/ 10433287 w 21052571"/>
              <a:gd name="connsiteY1090" fmla="*/ 4848262 h 8402012"/>
              <a:gd name="connsiteX1091" fmla="*/ 18692207 w 21052571"/>
              <a:gd name="connsiteY1091" fmla="*/ 4825013 h 8402012"/>
              <a:gd name="connsiteX1092" fmla="*/ 18674243 w 21052571"/>
              <a:gd name="connsiteY1092" fmla="*/ 4857119 h 8402012"/>
              <a:gd name="connsiteX1093" fmla="*/ 18692207 w 21052571"/>
              <a:gd name="connsiteY1093" fmla="*/ 4825013 h 8402012"/>
              <a:gd name="connsiteX1094" fmla="*/ 17034299 w 21052571"/>
              <a:gd name="connsiteY1094" fmla="*/ 4825013 h 8402012"/>
              <a:gd name="connsiteX1095" fmla="*/ 17113767 w 21052571"/>
              <a:gd name="connsiteY1095" fmla="*/ 4825013 h 8402012"/>
              <a:gd name="connsiteX1096" fmla="*/ 17093899 w 21052571"/>
              <a:gd name="connsiteY1096" fmla="*/ 4890283 h 8402012"/>
              <a:gd name="connsiteX1097" fmla="*/ 17034299 w 21052571"/>
              <a:gd name="connsiteY1097" fmla="*/ 4825013 h 8402012"/>
              <a:gd name="connsiteX1098" fmla="*/ 18128179 w 21052571"/>
              <a:gd name="connsiteY1098" fmla="*/ 4801314 h 8402012"/>
              <a:gd name="connsiteX1099" fmla="*/ 18110215 w 21052571"/>
              <a:gd name="connsiteY1099" fmla="*/ 4824026 h 8402012"/>
              <a:gd name="connsiteX1100" fmla="*/ 18128179 w 21052571"/>
              <a:gd name="connsiteY1100" fmla="*/ 4801314 h 8402012"/>
              <a:gd name="connsiteX1101" fmla="*/ 10792058 w 21052571"/>
              <a:gd name="connsiteY1101" fmla="*/ 4801314 h 8402012"/>
              <a:gd name="connsiteX1102" fmla="*/ 10847883 w 21052571"/>
              <a:gd name="connsiteY1102" fmla="*/ 4813728 h 8402012"/>
              <a:gd name="connsiteX1103" fmla="*/ 10792058 w 21052571"/>
              <a:gd name="connsiteY1103" fmla="*/ 4801314 h 8402012"/>
              <a:gd name="connsiteX1104" fmla="*/ 16981131 w 21052571"/>
              <a:gd name="connsiteY1104" fmla="*/ 4798154 h 8402012"/>
              <a:gd name="connsiteX1105" fmla="*/ 16944239 w 21052571"/>
              <a:gd name="connsiteY1105" fmla="*/ 4822378 h 8402012"/>
              <a:gd name="connsiteX1106" fmla="*/ 16981131 w 21052571"/>
              <a:gd name="connsiteY1106" fmla="*/ 4798154 h 8402012"/>
              <a:gd name="connsiteX1107" fmla="*/ 10836717 w 21052571"/>
              <a:gd name="connsiteY1107" fmla="*/ 4794560 h 8402012"/>
              <a:gd name="connsiteX1108" fmla="*/ 10836256 w 21052571"/>
              <a:gd name="connsiteY1108" fmla="*/ 4795871 h 8402012"/>
              <a:gd name="connsiteX1109" fmla="*/ 10834717 w 21052571"/>
              <a:gd name="connsiteY1109" fmla="*/ 4800247 h 8402012"/>
              <a:gd name="connsiteX1110" fmla="*/ 10839455 w 21052571"/>
              <a:gd name="connsiteY1110" fmla="*/ 4786775 h 8402012"/>
              <a:gd name="connsiteX1111" fmla="*/ 10839453 w 21052571"/>
              <a:gd name="connsiteY1111" fmla="*/ 4786781 h 8402012"/>
              <a:gd name="connsiteX1112" fmla="*/ 10836717 w 21052571"/>
              <a:gd name="connsiteY1112" fmla="*/ 4794560 h 8402012"/>
              <a:gd name="connsiteX1113" fmla="*/ 10841932 w 21052571"/>
              <a:gd name="connsiteY1113" fmla="*/ 4779733 h 8402012"/>
              <a:gd name="connsiteX1114" fmla="*/ 10839874 w 21052571"/>
              <a:gd name="connsiteY1114" fmla="*/ 4785584 h 8402012"/>
              <a:gd name="connsiteX1115" fmla="*/ 10839455 w 21052571"/>
              <a:gd name="connsiteY1115" fmla="*/ 4786775 h 8402012"/>
              <a:gd name="connsiteX1116" fmla="*/ 18546271 w 21052571"/>
              <a:gd name="connsiteY1116" fmla="*/ 4779392 h 8402012"/>
              <a:gd name="connsiteX1117" fmla="*/ 18635255 w 21052571"/>
              <a:gd name="connsiteY1117" fmla="*/ 4810892 h 8402012"/>
              <a:gd name="connsiteX1118" fmla="*/ 18584867 w 21052571"/>
              <a:gd name="connsiteY1118" fmla="*/ 4823927 h 8402012"/>
              <a:gd name="connsiteX1119" fmla="*/ 18546271 w 21052571"/>
              <a:gd name="connsiteY1119" fmla="*/ 4779392 h 8402012"/>
              <a:gd name="connsiteX1120" fmla="*/ 10842295 w 21052571"/>
              <a:gd name="connsiteY1120" fmla="*/ 4778701 h 8402012"/>
              <a:gd name="connsiteX1121" fmla="*/ 10842177 w 21052571"/>
              <a:gd name="connsiteY1121" fmla="*/ 4779038 h 8402012"/>
              <a:gd name="connsiteX1122" fmla="*/ 10841932 w 21052571"/>
              <a:gd name="connsiteY1122" fmla="*/ 4779733 h 8402012"/>
              <a:gd name="connsiteX1123" fmla="*/ 10137816 w 21052571"/>
              <a:gd name="connsiteY1123" fmla="*/ 4777406 h 8402012"/>
              <a:gd name="connsiteX1124" fmla="*/ 10151170 w 21052571"/>
              <a:gd name="connsiteY1124" fmla="*/ 4779645 h 8402012"/>
              <a:gd name="connsiteX1125" fmla="*/ 10126575 w 21052571"/>
              <a:gd name="connsiteY1125" fmla="*/ 4819143 h 8402012"/>
              <a:gd name="connsiteX1126" fmla="*/ 10137816 w 21052571"/>
              <a:gd name="connsiteY1126" fmla="*/ 4777406 h 8402012"/>
              <a:gd name="connsiteX1127" fmla="*/ 9125313 w 21052571"/>
              <a:gd name="connsiteY1127" fmla="*/ 4777143 h 8402012"/>
              <a:gd name="connsiteX1128" fmla="*/ 9136800 w 21052571"/>
              <a:gd name="connsiteY1128" fmla="*/ 4779702 h 8402012"/>
              <a:gd name="connsiteX1129" fmla="*/ 9123672 w 21052571"/>
              <a:gd name="connsiteY1129" fmla="*/ 4800177 h 8402012"/>
              <a:gd name="connsiteX1130" fmla="*/ 9125313 w 21052571"/>
              <a:gd name="connsiteY1130" fmla="*/ 4777143 h 8402012"/>
              <a:gd name="connsiteX1131" fmla="*/ 10876858 w 21052571"/>
              <a:gd name="connsiteY1131" fmla="*/ 4773666 h 8402012"/>
              <a:gd name="connsiteX1132" fmla="*/ 10904780 w 21052571"/>
              <a:gd name="connsiteY1132" fmla="*/ 4780775 h 8402012"/>
              <a:gd name="connsiteX1133" fmla="*/ 10848936 w 21052571"/>
              <a:gd name="connsiteY1133" fmla="*/ 4780775 h 8402012"/>
              <a:gd name="connsiteX1134" fmla="*/ 10876858 w 21052571"/>
              <a:gd name="connsiteY1134" fmla="*/ 4773666 h 8402012"/>
              <a:gd name="connsiteX1135" fmla="*/ 10603896 w 21052571"/>
              <a:gd name="connsiteY1135" fmla="*/ 4772874 h 8402012"/>
              <a:gd name="connsiteX1136" fmla="*/ 10623303 w 21052571"/>
              <a:gd name="connsiteY1136" fmla="*/ 4823262 h 8402012"/>
              <a:gd name="connsiteX1137" fmla="*/ 10566161 w 21052571"/>
              <a:gd name="connsiteY1137" fmla="*/ 4823262 h 8402012"/>
              <a:gd name="connsiteX1138" fmla="*/ 10629772 w 21052571"/>
              <a:gd name="connsiteY1138" fmla="*/ 4861857 h 8402012"/>
              <a:gd name="connsiteX1139" fmla="*/ 10687992 w 21052571"/>
              <a:gd name="connsiteY1139" fmla="*/ 4855425 h 8402012"/>
              <a:gd name="connsiteX1140" fmla="*/ 10681523 w 21052571"/>
              <a:gd name="connsiteY1140" fmla="*/ 4894020 h 8402012"/>
              <a:gd name="connsiteX1141" fmla="*/ 10528426 w 21052571"/>
              <a:gd name="connsiteY1141" fmla="*/ 4945480 h 8402012"/>
              <a:gd name="connsiteX1142" fmla="*/ 10540285 w 21052571"/>
              <a:gd name="connsiteY1142" fmla="*/ 4881155 h 8402012"/>
              <a:gd name="connsiteX1143" fmla="*/ 10483144 w 21052571"/>
              <a:gd name="connsiteY1143" fmla="*/ 4816830 h 8402012"/>
              <a:gd name="connsiteX1144" fmla="*/ 10553223 w 21052571"/>
              <a:gd name="connsiteY1144" fmla="*/ 4785739 h 8402012"/>
              <a:gd name="connsiteX1145" fmla="*/ 10603896 w 21052571"/>
              <a:gd name="connsiteY1145" fmla="*/ 4772874 h 8402012"/>
              <a:gd name="connsiteX1146" fmla="*/ 18469435 w 21052571"/>
              <a:gd name="connsiteY1146" fmla="*/ 4768136 h 8402012"/>
              <a:gd name="connsiteX1147" fmla="*/ 18451475 w 21052571"/>
              <a:gd name="connsiteY1147" fmla="*/ 4800242 h 8402012"/>
              <a:gd name="connsiteX1148" fmla="*/ 18469435 w 21052571"/>
              <a:gd name="connsiteY1148" fmla="*/ 4768136 h 8402012"/>
              <a:gd name="connsiteX1149" fmla="*/ 18052243 w 21052571"/>
              <a:gd name="connsiteY1149" fmla="*/ 4768136 h 8402012"/>
              <a:gd name="connsiteX1150" fmla="*/ 18039119 w 21052571"/>
              <a:gd name="connsiteY1150" fmla="*/ 4800242 h 8402012"/>
              <a:gd name="connsiteX1151" fmla="*/ 18052243 w 21052571"/>
              <a:gd name="connsiteY1151" fmla="*/ 4768136 h 8402012"/>
              <a:gd name="connsiteX1152" fmla="*/ 17791655 w 21052571"/>
              <a:gd name="connsiteY1152" fmla="*/ 4768136 h 8402012"/>
              <a:gd name="connsiteX1153" fmla="*/ 17773695 w 21052571"/>
              <a:gd name="connsiteY1153" fmla="*/ 4800242 h 8402012"/>
              <a:gd name="connsiteX1154" fmla="*/ 17791655 w 21052571"/>
              <a:gd name="connsiteY1154" fmla="*/ 4768136 h 8402012"/>
              <a:gd name="connsiteX1155" fmla="*/ 10635650 w 21052571"/>
              <a:gd name="connsiteY1155" fmla="*/ 4768136 h 8402012"/>
              <a:gd name="connsiteX1156" fmla="*/ 10672542 w 21052571"/>
              <a:gd name="connsiteY1156" fmla="*/ 4768136 h 8402012"/>
              <a:gd name="connsiteX1157" fmla="*/ 10672542 w 21052571"/>
              <a:gd name="connsiteY1157" fmla="*/ 4800242 h 8402012"/>
              <a:gd name="connsiteX1158" fmla="*/ 10635650 w 21052571"/>
              <a:gd name="connsiteY1158" fmla="*/ 4800242 h 8402012"/>
              <a:gd name="connsiteX1159" fmla="*/ 10635650 w 21052571"/>
              <a:gd name="connsiteY1159" fmla="*/ 4768136 h 8402012"/>
              <a:gd name="connsiteX1160" fmla="*/ 10949944 w 21052571"/>
              <a:gd name="connsiteY1160" fmla="*/ 4767878 h 8402012"/>
              <a:gd name="connsiteX1161" fmla="*/ 10975884 w 21052571"/>
              <a:gd name="connsiteY1161" fmla="*/ 4795547 h 8402012"/>
              <a:gd name="connsiteX1162" fmla="*/ 10938992 w 21052571"/>
              <a:gd name="connsiteY1162" fmla="*/ 4777101 h 8402012"/>
              <a:gd name="connsiteX1163" fmla="*/ 10949944 w 21052571"/>
              <a:gd name="connsiteY1163" fmla="*/ 4767878 h 8402012"/>
              <a:gd name="connsiteX1164" fmla="*/ 10185638 w 21052571"/>
              <a:gd name="connsiteY1164" fmla="*/ 4763302 h 8402012"/>
              <a:gd name="connsiteX1165" fmla="*/ 10193801 w 21052571"/>
              <a:gd name="connsiteY1165" fmla="*/ 4767567 h 8402012"/>
              <a:gd name="connsiteX1166" fmla="*/ 10188534 w 21052571"/>
              <a:gd name="connsiteY1166" fmla="*/ 4781217 h 8402012"/>
              <a:gd name="connsiteX1167" fmla="*/ 10182214 w 21052571"/>
              <a:gd name="connsiteY1167" fmla="*/ 4774392 h 8402012"/>
              <a:gd name="connsiteX1168" fmla="*/ 10185638 w 21052571"/>
              <a:gd name="connsiteY1168" fmla="*/ 4763302 h 8402012"/>
              <a:gd name="connsiteX1169" fmla="*/ 10895156 w 21052571"/>
              <a:gd name="connsiteY1169" fmla="*/ 4759796 h 8402012"/>
              <a:gd name="connsiteX1170" fmla="*/ 10894121 w 21052571"/>
              <a:gd name="connsiteY1170" fmla="*/ 4761922 h 8402012"/>
              <a:gd name="connsiteX1171" fmla="*/ 10891595 w 21052571"/>
              <a:gd name="connsiteY1171" fmla="*/ 4767110 h 8402012"/>
              <a:gd name="connsiteX1172" fmla="*/ 10899173 w 21052571"/>
              <a:gd name="connsiteY1172" fmla="*/ 4751546 h 8402012"/>
              <a:gd name="connsiteX1173" fmla="*/ 10898331 w 21052571"/>
              <a:gd name="connsiteY1173" fmla="*/ 4753276 h 8402012"/>
              <a:gd name="connsiteX1174" fmla="*/ 10895156 w 21052571"/>
              <a:gd name="connsiteY1174" fmla="*/ 4759796 h 8402012"/>
              <a:gd name="connsiteX1175" fmla="*/ 16830587 w 21052571"/>
              <a:gd name="connsiteY1175" fmla="*/ 4734957 h 8402012"/>
              <a:gd name="connsiteX1176" fmla="*/ 16824071 w 21052571"/>
              <a:gd name="connsiteY1176" fmla="*/ 4798153 h 8402012"/>
              <a:gd name="connsiteX1177" fmla="*/ 16753468 w 21052571"/>
              <a:gd name="connsiteY1177" fmla="*/ 4798153 h 8402012"/>
              <a:gd name="connsiteX1178" fmla="*/ 16740434 w 21052571"/>
              <a:gd name="connsiteY1178" fmla="*/ 4760236 h 8402012"/>
              <a:gd name="connsiteX1179" fmla="*/ 16830587 w 21052571"/>
              <a:gd name="connsiteY1179" fmla="*/ 4734957 h 8402012"/>
              <a:gd name="connsiteX1180" fmla="*/ 10772103 w 21052571"/>
              <a:gd name="connsiteY1180" fmla="*/ 4734957 h 8402012"/>
              <a:gd name="connsiteX1181" fmla="*/ 10754141 w 21052571"/>
              <a:gd name="connsiteY1181" fmla="*/ 4767066 h 8402012"/>
              <a:gd name="connsiteX1182" fmla="*/ 10772103 w 21052571"/>
              <a:gd name="connsiteY1182" fmla="*/ 4734957 h 8402012"/>
              <a:gd name="connsiteX1183" fmla="*/ 17720955 w 21052571"/>
              <a:gd name="connsiteY1183" fmla="*/ 4731916 h 8402012"/>
              <a:gd name="connsiteX1184" fmla="*/ 17753671 w 21052571"/>
              <a:gd name="connsiteY1184" fmla="*/ 4735100 h 8402012"/>
              <a:gd name="connsiteX1185" fmla="*/ 17702599 w 21052571"/>
              <a:gd name="connsiteY1185" fmla="*/ 4766934 h 8402012"/>
              <a:gd name="connsiteX1186" fmla="*/ 17720955 w 21052571"/>
              <a:gd name="connsiteY1186" fmla="*/ 4731916 h 8402012"/>
              <a:gd name="connsiteX1187" fmla="*/ 10073497 w 21052571"/>
              <a:gd name="connsiteY1187" fmla="*/ 4706519 h 8402012"/>
              <a:gd name="connsiteX1188" fmla="*/ 10113178 w 21052571"/>
              <a:gd name="connsiteY1188" fmla="*/ 4706519 h 8402012"/>
              <a:gd name="connsiteX1189" fmla="*/ 10113178 w 21052571"/>
              <a:gd name="connsiteY1189" fmla="*/ 4751409 h 8402012"/>
              <a:gd name="connsiteX1190" fmla="*/ 10066883 w 21052571"/>
              <a:gd name="connsiteY1190" fmla="*/ 4814467 h 8402012"/>
              <a:gd name="connsiteX1191" fmla="*/ 10073497 w 21052571"/>
              <a:gd name="connsiteY1191" fmla="*/ 4706519 h 8402012"/>
              <a:gd name="connsiteX1192" fmla="*/ 11170162 w 21052571"/>
              <a:gd name="connsiteY1192" fmla="*/ 4687559 h 8402012"/>
              <a:gd name="connsiteX1193" fmla="*/ 11014830 w 21052571"/>
              <a:gd name="connsiteY1193" fmla="*/ 4767031 h 8402012"/>
              <a:gd name="connsiteX1194" fmla="*/ 11170162 w 21052571"/>
              <a:gd name="connsiteY1194" fmla="*/ 4687559 h 8402012"/>
              <a:gd name="connsiteX1195" fmla="*/ 18254091 w 21052571"/>
              <a:gd name="connsiteY1195" fmla="*/ 4678082 h 8402012"/>
              <a:gd name="connsiteX1196" fmla="*/ 18279775 w 21052571"/>
              <a:gd name="connsiteY1196" fmla="*/ 4710191 h 8402012"/>
              <a:gd name="connsiteX1197" fmla="*/ 18247671 w 21052571"/>
              <a:gd name="connsiteY1197" fmla="*/ 4690926 h 8402012"/>
              <a:gd name="connsiteX1198" fmla="*/ 18254091 w 21052571"/>
              <a:gd name="connsiteY1198" fmla="*/ 4678082 h 8402012"/>
              <a:gd name="connsiteX1199" fmla="*/ 15943158 w 21052571"/>
              <a:gd name="connsiteY1199" fmla="*/ 4678082 h 8402012"/>
              <a:gd name="connsiteX1200" fmla="*/ 15925194 w 21052571"/>
              <a:gd name="connsiteY1200" fmla="*/ 4710191 h 8402012"/>
              <a:gd name="connsiteX1201" fmla="*/ 15943158 w 21052571"/>
              <a:gd name="connsiteY1201" fmla="*/ 4678082 h 8402012"/>
              <a:gd name="connsiteX1202" fmla="*/ 9137891 w 21052571"/>
              <a:gd name="connsiteY1202" fmla="*/ 4678082 h 8402012"/>
              <a:gd name="connsiteX1203" fmla="*/ 9155853 w 21052571"/>
              <a:gd name="connsiteY1203" fmla="*/ 4710191 h 8402012"/>
              <a:gd name="connsiteX1204" fmla="*/ 9137891 w 21052571"/>
              <a:gd name="connsiteY1204" fmla="*/ 4678082 h 8402012"/>
              <a:gd name="connsiteX1205" fmla="*/ 10144541 w 21052571"/>
              <a:gd name="connsiteY1205" fmla="*/ 4678079 h 8402012"/>
              <a:gd name="connsiteX1206" fmla="*/ 10151105 w 21052571"/>
              <a:gd name="connsiteY1206" fmla="*/ 4691207 h 8402012"/>
              <a:gd name="connsiteX1207" fmla="*/ 10144541 w 21052571"/>
              <a:gd name="connsiteY1207" fmla="*/ 4678079 h 8402012"/>
              <a:gd name="connsiteX1208" fmla="*/ 18415403 w 21052571"/>
              <a:gd name="connsiteY1208" fmla="*/ 4675440 h 8402012"/>
              <a:gd name="connsiteX1209" fmla="*/ 18450423 w 21052571"/>
              <a:gd name="connsiteY1209" fmla="*/ 4678703 h 8402012"/>
              <a:gd name="connsiteX1210" fmla="*/ 18394599 w 21052571"/>
              <a:gd name="connsiteY1210" fmla="*/ 4711338 h 8402012"/>
              <a:gd name="connsiteX1211" fmla="*/ 18415403 w 21052571"/>
              <a:gd name="connsiteY1211" fmla="*/ 4675440 h 8402012"/>
              <a:gd name="connsiteX1212" fmla="*/ 17583079 w 21052571"/>
              <a:gd name="connsiteY1212" fmla="*/ 4675216 h 8402012"/>
              <a:gd name="connsiteX1213" fmla="*/ 17546187 w 21052571"/>
              <a:gd name="connsiteY1213" fmla="*/ 4708283 h 8402012"/>
              <a:gd name="connsiteX1214" fmla="*/ 17583079 w 21052571"/>
              <a:gd name="connsiteY1214" fmla="*/ 4675216 h 8402012"/>
              <a:gd name="connsiteX1215" fmla="*/ 10144937 w 21052571"/>
              <a:gd name="connsiteY1215" fmla="*/ 4662858 h 8402012"/>
              <a:gd name="connsiteX1216" fmla="*/ 10142715 w 21052571"/>
              <a:gd name="connsiteY1216" fmla="*/ 4672307 h 8402012"/>
              <a:gd name="connsiteX1217" fmla="*/ 10144561 w 21052571"/>
              <a:gd name="connsiteY1217" fmla="*/ 4664454 h 8402012"/>
              <a:gd name="connsiteX1218" fmla="*/ 11203470 w 21052571"/>
              <a:gd name="connsiteY1218" fmla="*/ 4659122 h 8402012"/>
              <a:gd name="connsiteX1219" fmla="*/ 11222271 w 21052571"/>
              <a:gd name="connsiteY1219" fmla="*/ 4678275 h 8402012"/>
              <a:gd name="connsiteX1220" fmla="*/ 11190198 w 21052571"/>
              <a:gd name="connsiteY1220" fmla="*/ 4710197 h 8402012"/>
              <a:gd name="connsiteX1221" fmla="*/ 11203470 w 21052571"/>
              <a:gd name="connsiteY1221" fmla="*/ 4659122 h 8402012"/>
              <a:gd name="connsiteX1222" fmla="*/ 10152195 w 21052571"/>
              <a:gd name="connsiteY1222" fmla="*/ 4659122 h 8402012"/>
              <a:gd name="connsiteX1223" fmla="*/ 10208020 w 21052571"/>
              <a:gd name="connsiteY1223" fmla="*/ 4659122 h 8402012"/>
              <a:gd name="connsiteX1224" fmla="*/ 10152195 w 21052571"/>
              <a:gd name="connsiteY1224" fmla="*/ 4659122 h 8402012"/>
              <a:gd name="connsiteX1225" fmla="*/ 10146747 w 21052571"/>
              <a:gd name="connsiteY1225" fmla="*/ 4655152 h 8402012"/>
              <a:gd name="connsiteX1226" fmla="*/ 10146484 w 21052571"/>
              <a:gd name="connsiteY1226" fmla="*/ 4656274 h 8402012"/>
              <a:gd name="connsiteX1227" fmla="*/ 10144937 w 21052571"/>
              <a:gd name="connsiteY1227" fmla="*/ 4662858 h 8402012"/>
              <a:gd name="connsiteX1228" fmla="*/ 10148253 w 21052571"/>
              <a:gd name="connsiteY1228" fmla="*/ 4648748 h 8402012"/>
              <a:gd name="connsiteX1229" fmla="*/ 10146747 w 21052571"/>
              <a:gd name="connsiteY1229" fmla="*/ 4655152 h 8402012"/>
              <a:gd name="connsiteX1230" fmla="*/ 10147637 w 21052571"/>
              <a:gd name="connsiteY1230" fmla="*/ 4651366 h 8402012"/>
              <a:gd name="connsiteX1231" fmla="*/ 10148253 w 21052571"/>
              <a:gd name="connsiteY1231" fmla="*/ 4648748 h 8402012"/>
              <a:gd name="connsiteX1232" fmla="*/ 11273693 w 21052571"/>
              <a:gd name="connsiteY1232" fmla="*/ 4647442 h 8402012"/>
              <a:gd name="connsiteX1233" fmla="*/ 11276244 w 21052571"/>
              <a:gd name="connsiteY1233" fmla="*/ 4651947 h 8402012"/>
              <a:gd name="connsiteX1234" fmla="*/ 11276013 w 21052571"/>
              <a:gd name="connsiteY1234" fmla="*/ 4649220 h 8402012"/>
              <a:gd name="connsiteX1235" fmla="*/ 18209751 w 21052571"/>
              <a:gd name="connsiteY1235" fmla="*/ 4644903 h 8402012"/>
              <a:gd name="connsiteX1236" fmla="*/ 18246615 w 21052571"/>
              <a:gd name="connsiteY1236" fmla="*/ 4657201 h 8402012"/>
              <a:gd name="connsiteX1237" fmla="*/ 18209751 w 21052571"/>
              <a:gd name="connsiteY1237" fmla="*/ 4644903 h 8402012"/>
              <a:gd name="connsiteX1238" fmla="*/ 17488315 w 21052571"/>
              <a:gd name="connsiteY1238" fmla="*/ 4644903 h 8402012"/>
              <a:gd name="connsiteX1239" fmla="*/ 17470351 w 21052571"/>
              <a:gd name="connsiteY1239" fmla="*/ 4677009 h 8402012"/>
              <a:gd name="connsiteX1240" fmla="*/ 17488315 w 21052571"/>
              <a:gd name="connsiteY1240" fmla="*/ 4644903 h 8402012"/>
              <a:gd name="connsiteX1241" fmla="*/ 9178628 w 21052571"/>
              <a:gd name="connsiteY1241" fmla="*/ 4644903 h 8402012"/>
              <a:gd name="connsiteX1242" fmla="*/ 9203223 w 21052571"/>
              <a:gd name="connsiteY1242" fmla="*/ 4677538 h 8402012"/>
              <a:gd name="connsiteX1243" fmla="*/ 9166331 w 21052571"/>
              <a:gd name="connsiteY1243" fmla="*/ 4710173 h 8402012"/>
              <a:gd name="connsiteX1244" fmla="*/ 9178628 w 21052571"/>
              <a:gd name="connsiteY1244" fmla="*/ 4644903 h 8402012"/>
              <a:gd name="connsiteX1245" fmla="*/ 8530865 w 21052571"/>
              <a:gd name="connsiteY1245" fmla="*/ 4644165 h 8402012"/>
              <a:gd name="connsiteX1246" fmla="*/ 8543762 w 21052571"/>
              <a:gd name="connsiteY1246" fmla="*/ 4676405 h 8402012"/>
              <a:gd name="connsiteX1247" fmla="*/ 8530865 w 21052571"/>
              <a:gd name="connsiteY1247" fmla="*/ 4644165 h 8402012"/>
              <a:gd name="connsiteX1248" fmla="*/ 10433502 w 21052571"/>
              <a:gd name="connsiteY1248" fmla="*/ 4642838 h 8402012"/>
              <a:gd name="connsiteX1249" fmla="*/ 10472107 w 21052571"/>
              <a:gd name="connsiteY1249" fmla="*/ 4674957 h 8402012"/>
              <a:gd name="connsiteX1250" fmla="*/ 10433502 w 21052571"/>
              <a:gd name="connsiteY1250" fmla="*/ 4642838 h 8402012"/>
              <a:gd name="connsiteX1251" fmla="*/ 10395969 w 21052571"/>
              <a:gd name="connsiteY1251" fmla="*/ 4642838 h 8402012"/>
              <a:gd name="connsiteX1252" fmla="*/ 10414199 w 21052571"/>
              <a:gd name="connsiteY1252" fmla="*/ 4674957 h 8402012"/>
              <a:gd name="connsiteX1253" fmla="*/ 10395969 w 21052571"/>
              <a:gd name="connsiteY1253" fmla="*/ 4642838 h 8402012"/>
              <a:gd name="connsiteX1254" fmla="*/ 18906391 w 21052571"/>
              <a:gd name="connsiteY1254" fmla="*/ 4640853 h 8402012"/>
              <a:gd name="connsiteX1255" fmla="*/ 18990799 w 21052571"/>
              <a:gd name="connsiteY1255" fmla="*/ 4696762 h 8402012"/>
              <a:gd name="connsiteX1256" fmla="*/ 19189799 w 21052571"/>
              <a:gd name="connsiteY1256" fmla="*/ 4823944 h 8402012"/>
              <a:gd name="connsiteX1257" fmla="*/ 18887531 w 21052571"/>
              <a:gd name="connsiteY1257" fmla="*/ 4658287 h 8402012"/>
              <a:gd name="connsiteX1258" fmla="*/ 18906391 w 21052571"/>
              <a:gd name="connsiteY1258" fmla="*/ 4640853 h 8402012"/>
              <a:gd name="connsiteX1259" fmla="*/ 17702599 w 21052571"/>
              <a:gd name="connsiteY1259" fmla="*/ 4625946 h 8402012"/>
              <a:gd name="connsiteX1260" fmla="*/ 17868579 w 21052571"/>
              <a:gd name="connsiteY1260" fmla="*/ 4645427 h 8402012"/>
              <a:gd name="connsiteX1261" fmla="*/ 17990655 w 21052571"/>
              <a:gd name="connsiteY1261" fmla="*/ 4736340 h 8402012"/>
              <a:gd name="connsiteX1262" fmla="*/ 17702599 w 21052571"/>
              <a:gd name="connsiteY1262" fmla="*/ 4625946 h 8402012"/>
              <a:gd name="connsiteX1263" fmla="*/ 11276761 w 21052571"/>
              <a:gd name="connsiteY1263" fmla="*/ 4625943 h 8402012"/>
              <a:gd name="connsiteX1264" fmla="*/ 11283497 w 21052571"/>
              <a:gd name="connsiteY1264" fmla="*/ 4641996 h 8402012"/>
              <a:gd name="connsiteX1265" fmla="*/ 11278012 w 21052571"/>
              <a:gd name="connsiteY1265" fmla="*/ 4655068 h 8402012"/>
              <a:gd name="connsiteX1266" fmla="*/ 11279185 w 21052571"/>
              <a:gd name="connsiteY1266" fmla="*/ 4657139 h 8402012"/>
              <a:gd name="connsiteX1267" fmla="*/ 11247076 w 21052571"/>
              <a:gd name="connsiteY1267" fmla="*/ 4676980 h 8402012"/>
              <a:gd name="connsiteX1268" fmla="*/ 11260722 w 21052571"/>
              <a:gd name="connsiteY1268" fmla="*/ 4642259 h 8402012"/>
              <a:gd name="connsiteX1269" fmla="*/ 11271310 w 21052571"/>
              <a:gd name="connsiteY1269" fmla="*/ 4643482 h 8402012"/>
              <a:gd name="connsiteX1270" fmla="*/ 9296740 w 21052571"/>
              <a:gd name="connsiteY1270" fmla="*/ 4618208 h 8402012"/>
              <a:gd name="connsiteX1271" fmla="*/ 9360790 w 21052571"/>
              <a:gd name="connsiteY1271" fmla="*/ 4639049 h 8402012"/>
              <a:gd name="connsiteX1272" fmla="*/ 9468608 w 21052571"/>
              <a:gd name="connsiteY1272" fmla="*/ 4645462 h 8402012"/>
              <a:gd name="connsiteX1273" fmla="*/ 9264714 w 21052571"/>
              <a:gd name="connsiteY1273" fmla="*/ 4767300 h 8402012"/>
              <a:gd name="connsiteX1274" fmla="*/ 9258309 w 21052571"/>
              <a:gd name="connsiteY1274" fmla="*/ 4823944 h 8402012"/>
              <a:gd name="connsiteX1275" fmla="*/ 9258309 w 21052571"/>
              <a:gd name="connsiteY1275" fmla="*/ 4709587 h 8402012"/>
              <a:gd name="connsiteX1276" fmla="*/ 9303145 w 21052571"/>
              <a:gd name="connsiteY1276" fmla="*/ 4735237 h 8402012"/>
              <a:gd name="connsiteX1277" fmla="*/ 9303145 w 21052571"/>
              <a:gd name="connsiteY1277" fmla="*/ 4658287 h 8402012"/>
              <a:gd name="connsiteX1278" fmla="*/ 9277524 w 21052571"/>
              <a:gd name="connsiteY1278" fmla="*/ 4671112 h 8402012"/>
              <a:gd name="connsiteX1279" fmla="*/ 9232689 w 21052571"/>
              <a:gd name="connsiteY1279" fmla="*/ 4645462 h 8402012"/>
              <a:gd name="connsiteX1280" fmla="*/ 9296740 w 21052571"/>
              <a:gd name="connsiteY1280" fmla="*/ 4618208 h 8402012"/>
              <a:gd name="connsiteX1281" fmla="*/ 17431379 w 21052571"/>
              <a:gd name="connsiteY1281" fmla="*/ 4613600 h 8402012"/>
              <a:gd name="connsiteX1282" fmla="*/ 17394519 w 21052571"/>
              <a:gd name="connsiteY1282" fmla="*/ 4646667 h 8402012"/>
              <a:gd name="connsiteX1283" fmla="*/ 17431379 w 21052571"/>
              <a:gd name="connsiteY1283" fmla="*/ 4613600 h 8402012"/>
              <a:gd name="connsiteX1284" fmla="*/ 11298217 w 21052571"/>
              <a:gd name="connsiteY1284" fmla="*/ 4611724 h 8402012"/>
              <a:gd name="connsiteX1285" fmla="*/ 11280255 w 21052571"/>
              <a:gd name="connsiteY1285" fmla="*/ 4624568 h 8402012"/>
              <a:gd name="connsiteX1286" fmla="*/ 11298217 w 21052571"/>
              <a:gd name="connsiteY1286" fmla="*/ 4611724 h 8402012"/>
              <a:gd name="connsiteX1287" fmla="*/ 8777674 w 21052571"/>
              <a:gd name="connsiteY1287" fmla="*/ 4578549 h 8402012"/>
              <a:gd name="connsiteX1288" fmla="*/ 8814566 w 21052571"/>
              <a:gd name="connsiteY1288" fmla="*/ 4592091 h 8402012"/>
              <a:gd name="connsiteX1289" fmla="*/ 8777674 w 21052571"/>
              <a:gd name="connsiteY1289" fmla="*/ 4578549 h 8402012"/>
              <a:gd name="connsiteX1290" fmla="*/ 17673163 w 21052571"/>
              <a:gd name="connsiteY1290" fmla="*/ 4578546 h 8402012"/>
              <a:gd name="connsiteX1291" fmla="*/ 17655199 w 21052571"/>
              <a:gd name="connsiteY1291" fmla="*/ 4610616 h 8402012"/>
              <a:gd name="connsiteX1292" fmla="*/ 17673163 w 21052571"/>
              <a:gd name="connsiteY1292" fmla="*/ 4578546 h 8402012"/>
              <a:gd name="connsiteX1293" fmla="*/ 8738767 w 21052571"/>
              <a:gd name="connsiteY1293" fmla="*/ 4578546 h 8402012"/>
              <a:gd name="connsiteX1294" fmla="*/ 8733706 w 21052571"/>
              <a:gd name="connsiteY1294" fmla="*/ 4608269 h 8402012"/>
              <a:gd name="connsiteX1295" fmla="*/ 8728037 w 21052571"/>
              <a:gd name="connsiteY1295" fmla="*/ 4642987 h 8402012"/>
              <a:gd name="connsiteX1296" fmla="*/ 8729183 w 21052571"/>
              <a:gd name="connsiteY1296" fmla="*/ 4644335 h 8402012"/>
              <a:gd name="connsiteX1297" fmla="*/ 8722619 w 21052571"/>
              <a:gd name="connsiteY1297" fmla="*/ 4657985 h 8402012"/>
              <a:gd name="connsiteX1298" fmla="*/ 8724465 w 21052571"/>
              <a:gd name="connsiteY1298" fmla="*/ 4638790 h 8402012"/>
              <a:gd name="connsiteX1299" fmla="*/ 8727446 w 21052571"/>
              <a:gd name="connsiteY1299" fmla="*/ 4642293 h 8402012"/>
              <a:gd name="connsiteX1300" fmla="*/ 8722242 w 21052571"/>
              <a:gd name="connsiteY1300" fmla="*/ 4625204 h 8402012"/>
              <a:gd name="connsiteX1301" fmla="*/ 8738767 w 21052571"/>
              <a:gd name="connsiteY1301" fmla="*/ 4578546 h 8402012"/>
              <a:gd name="connsiteX1302" fmla="*/ 18831843 w 21052571"/>
              <a:gd name="connsiteY1302" fmla="*/ 4554847 h 8402012"/>
              <a:gd name="connsiteX1303" fmla="*/ 18837271 w 21052571"/>
              <a:gd name="connsiteY1303" fmla="*/ 4610672 h 8402012"/>
              <a:gd name="connsiteX1304" fmla="*/ 18792739 w 21052571"/>
              <a:gd name="connsiteY1304" fmla="*/ 4610672 h 8402012"/>
              <a:gd name="connsiteX1305" fmla="*/ 18831843 w 21052571"/>
              <a:gd name="connsiteY1305" fmla="*/ 4554847 h 8402012"/>
              <a:gd name="connsiteX1306" fmla="*/ 18886479 w 21052571"/>
              <a:gd name="connsiteY1306" fmla="*/ 4550108 h 8402012"/>
              <a:gd name="connsiteX1307" fmla="*/ 18849615 w 21052571"/>
              <a:gd name="connsiteY1307" fmla="*/ 4624891 h 8402012"/>
              <a:gd name="connsiteX1308" fmla="*/ 18886479 w 21052571"/>
              <a:gd name="connsiteY1308" fmla="*/ 4550108 h 8402012"/>
              <a:gd name="connsiteX1309" fmla="*/ 17242847 w 21052571"/>
              <a:gd name="connsiteY1309" fmla="*/ 4550108 h 8402012"/>
              <a:gd name="connsiteX1310" fmla="*/ 17298687 w 21052571"/>
              <a:gd name="connsiteY1310" fmla="*/ 4569659 h 8402012"/>
              <a:gd name="connsiteX1311" fmla="*/ 17242847 w 21052571"/>
              <a:gd name="connsiteY1311" fmla="*/ 4550108 h 8402012"/>
              <a:gd name="connsiteX1312" fmla="*/ 9398577 w 21052571"/>
              <a:gd name="connsiteY1312" fmla="*/ 4550108 h 8402012"/>
              <a:gd name="connsiteX1313" fmla="*/ 9416539 w 21052571"/>
              <a:gd name="connsiteY1313" fmla="*/ 4582214 h 8402012"/>
              <a:gd name="connsiteX1314" fmla="*/ 9398577 w 21052571"/>
              <a:gd name="connsiteY1314" fmla="*/ 4550108 h 8402012"/>
              <a:gd name="connsiteX1315" fmla="*/ 18211595 w 21052571"/>
              <a:gd name="connsiteY1315" fmla="*/ 4547306 h 8402012"/>
              <a:gd name="connsiteX1316" fmla="*/ 18246615 w 21052571"/>
              <a:gd name="connsiteY1316" fmla="*/ 4550537 h 8402012"/>
              <a:gd name="connsiteX1317" fmla="*/ 18190791 w 21052571"/>
              <a:gd name="connsiteY1317" fmla="*/ 4582852 h 8402012"/>
              <a:gd name="connsiteX1318" fmla="*/ 18211595 w 21052571"/>
              <a:gd name="connsiteY1318" fmla="*/ 4547306 h 8402012"/>
              <a:gd name="connsiteX1319" fmla="*/ 17521595 w 21052571"/>
              <a:gd name="connsiteY1319" fmla="*/ 4541769 h 8402012"/>
              <a:gd name="connsiteX1320" fmla="*/ 17568783 w 21052571"/>
              <a:gd name="connsiteY1320" fmla="*/ 4547398 h 8402012"/>
              <a:gd name="connsiteX1321" fmla="*/ 17489311 w 21052571"/>
              <a:gd name="connsiteY1321" fmla="*/ 4579559 h 8402012"/>
              <a:gd name="connsiteX1322" fmla="*/ 17521595 w 21052571"/>
              <a:gd name="connsiteY1322" fmla="*/ 4541769 h 8402012"/>
              <a:gd name="connsiteX1323" fmla="*/ 10380437 w 21052571"/>
              <a:gd name="connsiteY1323" fmla="*/ 4534505 h 8402012"/>
              <a:gd name="connsiteX1324" fmla="*/ 10299456 w 21052571"/>
              <a:gd name="connsiteY1324" fmla="*/ 4579672 h 8402012"/>
              <a:gd name="connsiteX1325" fmla="*/ 10414199 w 21052571"/>
              <a:gd name="connsiteY1325" fmla="*/ 4534705 h 8402012"/>
              <a:gd name="connsiteX1326" fmla="*/ 10380437 w 21052571"/>
              <a:gd name="connsiteY1326" fmla="*/ 4534505 h 8402012"/>
              <a:gd name="connsiteX1327" fmla="*/ 10828389 w 21052571"/>
              <a:gd name="connsiteY1327" fmla="*/ 4522962 h 8402012"/>
              <a:gd name="connsiteX1328" fmla="*/ 10867104 w 21052571"/>
              <a:gd name="connsiteY1328" fmla="*/ 4548816 h 8402012"/>
              <a:gd name="connsiteX1329" fmla="*/ 10828389 w 21052571"/>
              <a:gd name="connsiteY1329" fmla="*/ 4522962 h 8402012"/>
              <a:gd name="connsiteX1330" fmla="*/ 10433502 w 21052571"/>
              <a:gd name="connsiteY1330" fmla="*/ 4521858 h 8402012"/>
              <a:gd name="connsiteX1331" fmla="*/ 10452805 w 21052571"/>
              <a:gd name="connsiteY1331" fmla="*/ 4547553 h 8402012"/>
              <a:gd name="connsiteX1332" fmla="*/ 10433502 w 21052571"/>
              <a:gd name="connsiteY1332" fmla="*/ 4521858 h 8402012"/>
              <a:gd name="connsiteX1333" fmla="*/ 17469355 w 21052571"/>
              <a:gd name="connsiteY1333" fmla="*/ 4521671 h 8402012"/>
              <a:gd name="connsiteX1334" fmla="*/ 17451391 w 21052571"/>
              <a:gd name="connsiteY1334" fmla="*/ 4548971 h 8402012"/>
              <a:gd name="connsiteX1335" fmla="*/ 17469355 w 21052571"/>
              <a:gd name="connsiteY1335" fmla="*/ 4521671 h 8402012"/>
              <a:gd name="connsiteX1336" fmla="*/ 12132408 w 21052571"/>
              <a:gd name="connsiteY1336" fmla="*/ 4521671 h 8402012"/>
              <a:gd name="connsiteX1337" fmla="*/ 12114446 w 21052571"/>
              <a:gd name="connsiteY1337" fmla="*/ 4548971 h 8402012"/>
              <a:gd name="connsiteX1338" fmla="*/ 12132408 w 21052571"/>
              <a:gd name="connsiteY1338" fmla="*/ 4521671 h 8402012"/>
              <a:gd name="connsiteX1339" fmla="*/ 15988222 w 21052571"/>
              <a:gd name="connsiteY1339" fmla="*/ 4521668 h 8402012"/>
              <a:gd name="connsiteX1340" fmla="*/ 16018966 w 21052571"/>
              <a:gd name="connsiteY1340" fmla="*/ 4521668 h 8402012"/>
              <a:gd name="connsiteX1341" fmla="*/ 16006668 w 21052571"/>
              <a:gd name="connsiteY1341" fmla="*/ 4577512 h 8402012"/>
              <a:gd name="connsiteX1342" fmla="*/ 15982074 w 21052571"/>
              <a:gd name="connsiteY1342" fmla="*/ 4534078 h 8402012"/>
              <a:gd name="connsiteX1343" fmla="*/ 15988222 w 21052571"/>
              <a:gd name="connsiteY1343" fmla="*/ 4521668 h 8402012"/>
              <a:gd name="connsiteX1344" fmla="*/ 11593073 w 21052571"/>
              <a:gd name="connsiteY1344" fmla="*/ 4513221 h 8402012"/>
              <a:gd name="connsiteX1345" fmla="*/ 11620436 w 21052571"/>
              <a:gd name="connsiteY1345" fmla="*/ 4534554 h 8402012"/>
              <a:gd name="connsiteX1346" fmla="*/ 11375050 w 21052571"/>
              <a:gd name="connsiteY1346" fmla="*/ 4591707 h 8402012"/>
              <a:gd name="connsiteX1347" fmla="*/ 11503688 w 21052571"/>
              <a:gd name="connsiteY1347" fmla="*/ 4540904 h 8402012"/>
              <a:gd name="connsiteX1348" fmla="*/ 11593073 w 21052571"/>
              <a:gd name="connsiteY1348" fmla="*/ 4513221 h 8402012"/>
              <a:gd name="connsiteX1349" fmla="*/ 15504608 w 21052571"/>
              <a:gd name="connsiteY1349" fmla="*/ 4502711 h 8402012"/>
              <a:gd name="connsiteX1350" fmla="*/ 15516584 w 21052571"/>
              <a:gd name="connsiteY1350" fmla="*/ 4521975 h 8402012"/>
              <a:gd name="connsiteX1351" fmla="*/ 15498622 w 21052571"/>
              <a:gd name="connsiteY1351" fmla="*/ 4521975 h 8402012"/>
              <a:gd name="connsiteX1352" fmla="*/ 15504608 w 21052571"/>
              <a:gd name="connsiteY1352" fmla="*/ 4502711 h 8402012"/>
              <a:gd name="connsiteX1353" fmla="*/ 15969496 w 21052571"/>
              <a:gd name="connsiteY1353" fmla="*/ 4502238 h 8402012"/>
              <a:gd name="connsiteX1354" fmla="*/ 15980982 w 21052571"/>
              <a:gd name="connsiteY1354" fmla="*/ 4504797 h 8402012"/>
              <a:gd name="connsiteX1355" fmla="*/ 15967854 w 21052571"/>
              <a:gd name="connsiteY1355" fmla="*/ 4525272 h 8402012"/>
              <a:gd name="connsiteX1356" fmla="*/ 15969496 w 21052571"/>
              <a:gd name="connsiteY1356" fmla="*/ 4502238 h 8402012"/>
              <a:gd name="connsiteX1357" fmla="*/ 18128483 w 21052571"/>
              <a:gd name="connsiteY1357" fmla="*/ 4497969 h 8402012"/>
              <a:gd name="connsiteX1358" fmla="*/ 18147099 w 21052571"/>
              <a:gd name="connsiteY1358" fmla="*/ 4549044 h 8402012"/>
              <a:gd name="connsiteX1359" fmla="*/ 18091255 w 21052571"/>
              <a:gd name="connsiteY1359" fmla="*/ 4549044 h 8402012"/>
              <a:gd name="connsiteX1360" fmla="*/ 18128483 w 21052571"/>
              <a:gd name="connsiteY1360" fmla="*/ 4497969 h 8402012"/>
              <a:gd name="connsiteX1361" fmla="*/ 10605081 w 21052571"/>
              <a:gd name="connsiteY1361" fmla="*/ 4496163 h 8402012"/>
              <a:gd name="connsiteX1362" fmla="*/ 10580417 w 21052571"/>
              <a:gd name="connsiteY1362" fmla="*/ 4509010 h 8402012"/>
              <a:gd name="connsiteX1363" fmla="*/ 10510713 w 21052571"/>
              <a:gd name="connsiteY1363" fmla="*/ 4547553 h 8402012"/>
              <a:gd name="connsiteX1364" fmla="*/ 10510713 w 21052571"/>
              <a:gd name="connsiteY1364" fmla="*/ 4610720 h 8402012"/>
              <a:gd name="connsiteX1365" fmla="*/ 10573983 w 21052571"/>
              <a:gd name="connsiteY1365" fmla="*/ 4586095 h 8402012"/>
              <a:gd name="connsiteX1366" fmla="*/ 10624384 w 21052571"/>
              <a:gd name="connsiteY1366" fmla="*/ 4547553 h 8402012"/>
              <a:gd name="connsiteX1367" fmla="*/ 10605081 w 21052571"/>
              <a:gd name="connsiteY1367" fmla="*/ 4496163 h 8402012"/>
              <a:gd name="connsiteX1368" fmla="*/ 11329787 w 21052571"/>
              <a:gd name="connsiteY1368" fmla="*/ 4494038 h 8402012"/>
              <a:gd name="connsiteX1369" fmla="*/ 11355020 w 21052571"/>
              <a:gd name="connsiteY1369" fmla="*/ 4504829 h 8402012"/>
              <a:gd name="connsiteX1370" fmla="*/ 11027968 w 21052571"/>
              <a:gd name="connsiteY1370" fmla="*/ 4639289 h 8402012"/>
              <a:gd name="connsiteX1371" fmla="*/ 10945400 w 21052571"/>
              <a:gd name="connsiteY1371" fmla="*/ 4729646 h 8402012"/>
              <a:gd name="connsiteX1372" fmla="*/ 10913231 w 21052571"/>
              <a:gd name="connsiteY1372" fmla="*/ 4723192 h 8402012"/>
              <a:gd name="connsiteX1373" fmla="*/ 10792061 w 21052571"/>
              <a:gd name="connsiteY1373" fmla="*/ 4723192 h 8402012"/>
              <a:gd name="connsiteX1374" fmla="*/ 10848893 w 21052571"/>
              <a:gd name="connsiteY1374" fmla="*/ 4678013 h 8402012"/>
              <a:gd name="connsiteX1375" fmla="*/ 10861761 w 21052571"/>
              <a:gd name="connsiteY1375" fmla="*/ 4632835 h 8402012"/>
              <a:gd name="connsiteX1376" fmla="*/ 10913231 w 21052571"/>
              <a:gd name="connsiteY1376" fmla="*/ 4613472 h 8402012"/>
              <a:gd name="connsiteX1377" fmla="*/ 11027968 w 21052571"/>
              <a:gd name="connsiteY1377" fmla="*/ 4582278 h 8402012"/>
              <a:gd name="connsiteX1378" fmla="*/ 11079438 w 21052571"/>
              <a:gd name="connsiteY1378" fmla="*/ 4569369 h 8402012"/>
              <a:gd name="connsiteX1379" fmla="*/ 11105173 w 21052571"/>
              <a:gd name="connsiteY1379" fmla="*/ 4550007 h 8402012"/>
              <a:gd name="connsiteX1380" fmla="*/ 11245645 w 21052571"/>
              <a:gd name="connsiteY1380" fmla="*/ 4511283 h 8402012"/>
              <a:gd name="connsiteX1381" fmla="*/ 11329787 w 21052571"/>
              <a:gd name="connsiteY1381" fmla="*/ 4494038 h 8402012"/>
              <a:gd name="connsiteX1382" fmla="*/ 10886462 w 21052571"/>
              <a:gd name="connsiteY1382" fmla="*/ 4490646 h 8402012"/>
              <a:gd name="connsiteX1383" fmla="*/ 10905820 w 21052571"/>
              <a:gd name="connsiteY1383" fmla="*/ 4522962 h 8402012"/>
              <a:gd name="connsiteX1384" fmla="*/ 10886462 w 21052571"/>
              <a:gd name="connsiteY1384" fmla="*/ 4490646 h 8402012"/>
              <a:gd name="connsiteX1385" fmla="*/ 19298799 w 21052571"/>
              <a:gd name="connsiteY1385" fmla="*/ 4488492 h 8402012"/>
              <a:gd name="connsiteX1386" fmla="*/ 19285671 w 21052571"/>
              <a:gd name="connsiteY1386" fmla="*/ 4520601 h 8402012"/>
              <a:gd name="connsiteX1387" fmla="*/ 19298799 w 21052571"/>
              <a:gd name="connsiteY1387" fmla="*/ 4488492 h 8402012"/>
              <a:gd name="connsiteX1388" fmla="*/ 18045543 w 21052571"/>
              <a:gd name="connsiteY1388" fmla="*/ 4488492 h 8402012"/>
              <a:gd name="connsiteX1389" fmla="*/ 18071227 w 21052571"/>
              <a:gd name="connsiteY1389" fmla="*/ 4520601 h 8402012"/>
              <a:gd name="connsiteX1390" fmla="*/ 18039123 w 21052571"/>
              <a:gd name="connsiteY1390" fmla="*/ 4501336 h 8402012"/>
              <a:gd name="connsiteX1391" fmla="*/ 18045543 w 21052571"/>
              <a:gd name="connsiteY1391" fmla="*/ 4488492 h 8402012"/>
              <a:gd name="connsiteX1392" fmla="*/ 16786775 w 21052571"/>
              <a:gd name="connsiteY1392" fmla="*/ 4488492 h 8402012"/>
              <a:gd name="connsiteX1393" fmla="*/ 16768870 w 21052571"/>
              <a:gd name="connsiteY1393" fmla="*/ 4520601 h 8402012"/>
              <a:gd name="connsiteX1394" fmla="*/ 16786775 w 21052571"/>
              <a:gd name="connsiteY1394" fmla="*/ 4488492 h 8402012"/>
              <a:gd name="connsiteX1395" fmla="*/ 15824664 w 21052571"/>
              <a:gd name="connsiteY1395" fmla="*/ 4488492 h 8402012"/>
              <a:gd name="connsiteX1396" fmla="*/ 15806702 w 21052571"/>
              <a:gd name="connsiteY1396" fmla="*/ 4520601 h 8402012"/>
              <a:gd name="connsiteX1397" fmla="*/ 15824664 w 21052571"/>
              <a:gd name="connsiteY1397" fmla="*/ 4488492 h 8402012"/>
              <a:gd name="connsiteX1398" fmla="*/ 15203758 w 21052571"/>
              <a:gd name="connsiteY1398" fmla="*/ 4488492 h 8402012"/>
              <a:gd name="connsiteX1399" fmla="*/ 15185796 w 21052571"/>
              <a:gd name="connsiteY1399" fmla="*/ 4520601 h 8402012"/>
              <a:gd name="connsiteX1400" fmla="*/ 15203758 w 21052571"/>
              <a:gd name="connsiteY1400" fmla="*/ 4488492 h 8402012"/>
              <a:gd name="connsiteX1401" fmla="*/ 21021827 w 21052571"/>
              <a:gd name="connsiteY1401" fmla="*/ 4488489 h 8402012"/>
              <a:gd name="connsiteX1402" fmla="*/ 21052571 w 21052571"/>
              <a:gd name="connsiteY1402" fmla="*/ 4531923 h 8402012"/>
              <a:gd name="connsiteX1403" fmla="*/ 21015679 w 21052571"/>
              <a:gd name="connsiteY1403" fmla="*/ 4544333 h 8402012"/>
              <a:gd name="connsiteX1404" fmla="*/ 21021827 w 21052571"/>
              <a:gd name="connsiteY1404" fmla="*/ 4488489 h 8402012"/>
              <a:gd name="connsiteX1405" fmla="*/ 11356548 w 21052571"/>
              <a:gd name="connsiteY1405" fmla="*/ 4476785 h 8402012"/>
              <a:gd name="connsiteX1406" fmla="*/ 11351348 w 21052571"/>
              <a:gd name="connsiteY1406" fmla="*/ 4487464 h 8402012"/>
              <a:gd name="connsiteX1407" fmla="*/ 11353874 w 21052571"/>
              <a:gd name="connsiteY1407" fmla="*/ 4482276 h 8402012"/>
              <a:gd name="connsiteX1408" fmla="*/ 11358926 w 21052571"/>
              <a:gd name="connsiteY1408" fmla="*/ 4471900 h 8402012"/>
              <a:gd name="connsiteX1409" fmla="*/ 11356548 w 21052571"/>
              <a:gd name="connsiteY1409" fmla="*/ 4476785 h 8402012"/>
              <a:gd name="connsiteX1410" fmla="*/ 11358084 w 21052571"/>
              <a:gd name="connsiteY1410" fmla="*/ 4473630 h 8402012"/>
              <a:gd name="connsiteX1411" fmla="*/ 11358926 w 21052571"/>
              <a:gd name="connsiteY1411" fmla="*/ 4471900 h 8402012"/>
              <a:gd name="connsiteX1412" fmla="*/ 8903997 w 21052571"/>
              <a:gd name="connsiteY1412" fmla="*/ 4461474 h 8402012"/>
              <a:gd name="connsiteX1413" fmla="*/ 8858657 w 21052571"/>
              <a:gd name="connsiteY1413" fmla="*/ 4490490 h 8402012"/>
              <a:gd name="connsiteX1414" fmla="*/ 8755483 w 21052571"/>
              <a:gd name="connsiteY1414" fmla="*/ 4542073 h 8402012"/>
              <a:gd name="connsiteX1415" fmla="*/ 8640487 w 21052571"/>
              <a:gd name="connsiteY1415" fmla="*/ 4593656 h 8402012"/>
              <a:gd name="connsiteX1416" fmla="*/ 8711419 w 21052571"/>
              <a:gd name="connsiteY1416" fmla="*/ 4657061 h 8402012"/>
              <a:gd name="connsiteX1417" fmla="*/ 8679177 w 21052571"/>
              <a:gd name="connsiteY1417" fmla="*/ 4708644 h 8402012"/>
              <a:gd name="connsiteX1418" fmla="*/ 8903795 w 21052571"/>
              <a:gd name="connsiteY1418" fmla="*/ 4580760 h 8402012"/>
              <a:gd name="connsiteX1419" fmla="*/ 8916692 w 21052571"/>
              <a:gd name="connsiteY1419" fmla="*/ 4477594 h 8402012"/>
              <a:gd name="connsiteX1420" fmla="*/ 8903997 w 21052571"/>
              <a:gd name="connsiteY1420" fmla="*/ 4461474 h 8402012"/>
              <a:gd name="connsiteX1421" fmla="*/ 9096172 w 21052571"/>
              <a:gd name="connsiteY1421" fmla="*/ 4458250 h 8402012"/>
              <a:gd name="connsiteX1422" fmla="*/ 9109068 w 21052571"/>
              <a:gd name="connsiteY1422" fmla="*/ 4490490 h 8402012"/>
              <a:gd name="connsiteX1423" fmla="*/ 9096172 w 21052571"/>
              <a:gd name="connsiteY1423" fmla="*/ 4458250 h 8402012"/>
              <a:gd name="connsiteX1424" fmla="*/ 9018791 w 21052571"/>
              <a:gd name="connsiteY1424" fmla="*/ 4458250 h 8402012"/>
              <a:gd name="connsiteX1425" fmla="*/ 9038136 w 21052571"/>
              <a:gd name="connsiteY1425" fmla="*/ 4490490 h 8402012"/>
              <a:gd name="connsiteX1426" fmla="*/ 9018791 w 21052571"/>
              <a:gd name="connsiteY1426" fmla="*/ 4458250 h 8402012"/>
              <a:gd name="connsiteX1427" fmla="*/ 15336444 w 21052571"/>
              <a:gd name="connsiteY1427" fmla="*/ 4456721 h 8402012"/>
              <a:gd name="connsiteX1428" fmla="*/ 15299550 w 21052571"/>
              <a:gd name="connsiteY1428" fmla="*/ 4487464 h 8402012"/>
              <a:gd name="connsiteX1429" fmla="*/ 15336444 w 21052571"/>
              <a:gd name="connsiteY1429" fmla="*/ 4456721 h 8402012"/>
              <a:gd name="connsiteX1430" fmla="*/ 10955021 w 21052571"/>
              <a:gd name="connsiteY1430" fmla="*/ 4455098 h 8402012"/>
              <a:gd name="connsiteX1431" fmla="*/ 10918725 w 21052571"/>
              <a:gd name="connsiteY1431" fmla="*/ 4458330 h 8402012"/>
              <a:gd name="connsiteX1432" fmla="*/ 10976799 w 21052571"/>
              <a:gd name="connsiteY1432" fmla="*/ 4490646 h 8402012"/>
              <a:gd name="connsiteX1433" fmla="*/ 10955021 w 21052571"/>
              <a:gd name="connsiteY1433" fmla="*/ 4455098 h 8402012"/>
              <a:gd name="connsiteX1434" fmla="*/ 17957795 w 21052571"/>
              <a:gd name="connsiteY1434" fmla="*/ 4453298 h 8402012"/>
              <a:gd name="connsiteX1435" fmla="*/ 18038055 w 21052571"/>
              <a:gd name="connsiteY1435" fmla="*/ 4476858 h 8402012"/>
              <a:gd name="connsiteX1436" fmla="*/ 17930107 w 21052571"/>
              <a:gd name="connsiteY1436" fmla="*/ 4458243 h 8402012"/>
              <a:gd name="connsiteX1437" fmla="*/ 17957795 w 21052571"/>
              <a:gd name="connsiteY1437" fmla="*/ 4453298 h 8402012"/>
              <a:gd name="connsiteX1438" fmla="*/ 11464578 w 21052571"/>
              <a:gd name="connsiteY1438" fmla="*/ 4452268 h 8402012"/>
              <a:gd name="connsiteX1439" fmla="*/ 11506709 w 21052571"/>
              <a:gd name="connsiteY1439" fmla="*/ 4479401 h 8402012"/>
              <a:gd name="connsiteX1440" fmla="*/ 11431927 w 21052571"/>
              <a:gd name="connsiteY1440" fmla="*/ 4492170 h 8402012"/>
              <a:gd name="connsiteX1441" fmla="*/ 11464578 w 21052571"/>
              <a:gd name="connsiteY1441" fmla="*/ 4452268 h 8402012"/>
              <a:gd name="connsiteX1442" fmla="*/ 9374754 w 21052571"/>
              <a:gd name="connsiteY1442" fmla="*/ 4449044 h 8402012"/>
              <a:gd name="connsiteX1443" fmla="*/ 9383360 w 21052571"/>
              <a:gd name="connsiteY1443" fmla="*/ 4458676 h 8402012"/>
              <a:gd name="connsiteX1444" fmla="*/ 9378423 w 21052571"/>
              <a:gd name="connsiteY1444" fmla="*/ 4477742 h 8402012"/>
              <a:gd name="connsiteX1445" fmla="*/ 9378619 w 21052571"/>
              <a:gd name="connsiteY1445" fmla="*/ 4478014 h 8402012"/>
              <a:gd name="connsiteX1446" fmla="*/ 9360657 w 21052571"/>
              <a:gd name="connsiteY1446" fmla="*/ 4478014 h 8402012"/>
              <a:gd name="connsiteX1447" fmla="*/ 9365646 w 21052571"/>
              <a:gd name="connsiteY1447" fmla="*/ 4460052 h 8402012"/>
              <a:gd name="connsiteX1448" fmla="*/ 9375695 w 21052571"/>
              <a:gd name="connsiteY1448" fmla="*/ 4473966 h 8402012"/>
              <a:gd name="connsiteX1449" fmla="*/ 9365398 w 21052571"/>
              <a:gd name="connsiteY1449" fmla="*/ 4458676 h 8402012"/>
              <a:gd name="connsiteX1450" fmla="*/ 9374754 w 21052571"/>
              <a:gd name="connsiteY1450" fmla="*/ 4449044 h 8402012"/>
              <a:gd name="connsiteX1451" fmla="*/ 17366079 w 21052571"/>
              <a:gd name="connsiteY1451" fmla="*/ 4445836 h 8402012"/>
              <a:gd name="connsiteX1452" fmla="*/ 17431331 w 21052571"/>
              <a:gd name="connsiteY1452" fmla="*/ 4525306 h 8402012"/>
              <a:gd name="connsiteX1453" fmla="*/ 17372711 w 21052571"/>
              <a:gd name="connsiteY1453" fmla="*/ 4525306 h 8402012"/>
              <a:gd name="connsiteX1454" fmla="*/ 17366079 w 21052571"/>
              <a:gd name="connsiteY1454" fmla="*/ 4445836 h 8402012"/>
              <a:gd name="connsiteX1455" fmla="*/ 18455575 w 21052571"/>
              <a:gd name="connsiteY1455" fmla="*/ 4433297 h 8402012"/>
              <a:gd name="connsiteX1456" fmla="*/ 18469411 w 21052571"/>
              <a:gd name="connsiteY1456" fmla="*/ 4458982 h 8402012"/>
              <a:gd name="connsiteX1457" fmla="*/ 18432519 w 21052571"/>
              <a:gd name="connsiteY1457" fmla="*/ 4446140 h 8402012"/>
              <a:gd name="connsiteX1458" fmla="*/ 18455575 w 21052571"/>
              <a:gd name="connsiteY1458" fmla="*/ 4433297 h 8402012"/>
              <a:gd name="connsiteX1459" fmla="*/ 11540338 w 21052571"/>
              <a:gd name="connsiteY1459" fmla="*/ 4431807 h 8402012"/>
              <a:gd name="connsiteX1460" fmla="*/ 11563606 w 21052571"/>
              <a:gd name="connsiteY1460" fmla="*/ 4457345 h 8402012"/>
              <a:gd name="connsiteX1461" fmla="*/ 11519105 w 21052571"/>
              <a:gd name="connsiteY1461" fmla="*/ 4454652 h 8402012"/>
              <a:gd name="connsiteX1462" fmla="*/ 11512377 w 21052571"/>
              <a:gd name="connsiteY1462" fmla="*/ 4448676 h 8402012"/>
              <a:gd name="connsiteX1463" fmla="*/ 11513251 w 21052571"/>
              <a:gd name="connsiteY1463" fmla="*/ 4449846 h 8402012"/>
              <a:gd name="connsiteX1464" fmla="*/ 11516244 w 21052571"/>
              <a:gd name="connsiteY1464" fmla="*/ 4458676 h 8402012"/>
              <a:gd name="connsiteX1465" fmla="*/ 11510257 w 21052571"/>
              <a:gd name="connsiteY1465" fmla="*/ 4477939 h 8402012"/>
              <a:gd name="connsiteX1466" fmla="*/ 11503521 w 21052571"/>
              <a:gd name="connsiteY1466" fmla="*/ 4459478 h 8402012"/>
              <a:gd name="connsiteX1467" fmla="*/ 11509928 w 21052571"/>
              <a:gd name="connsiteY1467" fmla="*/ 4446500 h 8402012"/>
              <a:gd name="connsiteX1468" fmla="*/ 11507762 w 21052571"/>
              <a:gd name="connsiteY1468" fmla="*/ 4444576 h 8402012"/>
              <a:gd name="connsiteX1469" fmla="*/ 11540338 w 21052571"/>
              <a:gd name="connsiteY1469" fmla="*/ 4431807 h 8402012"/>
              <a:gd name="connsiteX1470" fmla="*/ 10716226 w 21052571"/>
              <a:gd name="connsiteY1470" fmla="*/ 4426876 h 8402012"/>
              <a:gd name="connsiteX1471" fmla="*/ 10748335 w 21052571"/>
              <a:gd name="connsiteY1471" fmla="*/ 4459511 h 8402012"/>
              <a:gd name="connsiteX1472" fmla="*/ 10716226 w 21052571"/>
              <a:gd name="connsiteY1472" fmla="*/ 4492146 h 8402012"/>
              <a:gd name="connsiteX1473" fmla="*/ 10716226 w 21052571"/>
              <a:gd name="connsiteY1473" fmla="*/ 4426876 h 8402012"/>
              <a:gd name="connsiteX1474" fmla="*/ 10014741 w 21052571"/>
              <a:gd name="connsiteY1474" fmla="*/ 4426876 h 8402012"/>
              <a:gd name="connsiteX1475" fmla="*/ 10032703 w 21052571"/>
              <a:gd name="connsiteY1475" fmla="*/ 4458982 h 8402012"/>
              <a:gd name="connsiteX1476" fmla="*/ 10014741 w 21052571"/>
              <a:gd name="connsiteY1476" fmla="*/ 4426876 h 8402012"/>
              <a:gd name="connsiteX1477" fmla="*/ 15539128 w 21052571"/>
              <a:gd name="connsiteY1477" fmla="*/ 4421748 h 8402012"/>
              <a:gd name="connsiteX1478" fmla="*/ 15559156 w 21052571"/>
              <a:gd name="connsiteY1478" fmla="*/ 4425881 h 8402012"/>
              <a:gd name="connsiteX1479" fmla="*/ 15489142 w 21052571"/>
              <a:gd name="connsiteY1479" fmla="*/ 4458949 h 8402012"/>
              <a:gd name="connsiteX1480" fmla="*/ 15539128 w 21052571"/>
              <a:gd name="connsiteY1480" fmla="*/ 4421748 h 8402012"/>
              <a:gd name="connsiteX1481" fmla="*/ 9661633 w 21052571"/>
              <a:gd name="connsiteY1481" fmla="*/ 4419118 h 8402012"/>
              <a:gd name="connsiteX1482" fmla="*/ 9706876 w 21052571"/>
              <a:gd name="connsiteY1482" fmla="*/ 4444971 h 8402012"/>
              <a:gd name="connsiteX1483" fmla="*/ 9732729 w 21052571"/>
              <a:gd name="connsiteY1483" fmla="*/ 4483750 h 8402012"/>
              <a:gd name="connsiteX1484" fmla="*/ 9790899 w 21052571"/>
              <a:gd name="connsiteY1484" fmla="*/ 4522530 h 8402012"/>
              <a:gd name="connsiteX1485" fmla="*/ 9609927 w 21052571"/>
              <a:gd name="connsiteY1485" fmla="*/ 4611939 h 8402012"/>
              <a:gd name="connsiteX1486" fmla="*/ 9507591 w 21052571"/>
              <a:gd name="connsiteY1486" fmla="*/ 4611939 h 8402012"/>
              <a:gd name="connsiteX1487" fmla="*/ 9546371 w 21052571"/>
              <a:gd name="connsiteY1487" fmla="*/ 4611939 h 8402012"/>
              <a:gd name="connsiteX1488" fmla="*/ 9577610 w 21052571"/>
              <a:gd name="connsiteY1488" fmla="*/ 4464361 h 8402012"/>
              <a:gd name="connsiteX1489" fmla="*/ 9674559 w 21052571"/>
              <a:gd name="connsiteY1489" fmla="*/ 4477287 h 8402012"/>
              <a:gd name="connsiteX1490" fmla="*/ 9674697 w 21052571"/>
              <a:gd name="connsiteY1490" fmla="*/ 4476977 h 8402012"/>
              <a:gd name="connsiteX1491" fmla="*/ 9673982 w 21052571"/>
              <a:gd name="connsiteY1491" fmla="*/ 4456268 h 8402012"/>
              <a:gd name="connsiteX1492" fmla="*/ 9678940 w 21052571"/>
              <a:gd name="connsiteY1492" fmla="*/ 4453559 h 8402012"/>
              <a:gd name="connsiteX1493" fmla="*/ 9686569 w 21052571"/>
              <a:gd name="connsiteY1493" fmla="*/ 4458586 h 8402012"/>
              <a:gd name="connsiteX1494" fmla="*/ 9687486 w 21052571"/>
              <a:gd name="connsiteY1494" fmla="*/ 4457897 h 8402012"/>
              <a:gd name="connsiteX1495" fmla="*/ 9661633 w 21052571"/>
              <a:gd name="connsiteY1495" fmla="*/ 4419118 h 8402012"/>
              <a:gd name="connsiteX1496" fmla="*/ 383018 w 21052571"/>
              <a:gd name="connsiteY1496" fmla="*/ 4418305 h 8402012"/>
              <a:gd name="connsiteX1497" fmla="*/ 439616 w 21052571"/>
              <a:gd name="connsiteY1497" fmla="*/ 4426508 h 8402012"/>
              <a:gd name="connsiteX1498" fmla="*/ 341175 w 21052571"/>
              <a:gd name="connsiteY1498" fmla="*/ 4459322 h 8402012"/>
              <a:gd name="connsiteX1499" fmla="*/ 383018 w 21052571"/>
              <a:gd name="connsiteY1499" fmla="*/ 4418305 h 8402012"/>
              <a:gd name="connsiteX1500" fmla="*/ 17280143 w 21052571"/>
              <a:gd name="connsiteY1500" fmla="*/ 4416376 h 8402012"/>
              <a:gd name="connsiteX1501" fmla="*/ 17341291 w 21052571"/>
              <a:gd name="connsiteY1501" fmla="*/ 4426095 h 8402012"/>
              <a:gd name="connsiteX1502" fmla="*/ 17321723 w 21052571"/>
              <a:gd name="connsiteY1502" fmla="*/ 4477932 h 8402012"/>
              <a:gd name="connsiteX1503" fmla="*/ 17289111 w 21052571"/>
              <a:gd name="connsiteY1503" fmla="*/ 4471453 h 8402012"/>
              <a:gd name="connsiteX1504" fmla="*/ 17223887 w 21052571"/>
              <a:gd name="connsiteY1504" fmla="*/ 4445534 h 8402012"/>
              <a:gd name="connsiteX1505" fmla="*/ 17280143 w 21052571"/>
              <a:gd name="connsiteY1505" fmla="*/ 4416376 h 8402012"/>
              <a:gd name="connsiteX1506" fmla="*/ 11931121 w 21052571"/>
              <a:gd name="connsiteY1506" fmla="*/ 4412654 h 8402012"/>
              <a:gd name="connsiteX1507" fmla="*/ 11956957 w 21052571"/>
              <a:gd name="connsiteY1507" fmla="*/ 4445267 h 8402012"/>
              <a:gd name="connsiteX1508" fmla="*/ 11764257 w 21052571"/>
              <a:gd name="connsiteY1508" fmla="*/ 4490926 h 8402012"/>
              <a:gd name="connsiteX1509" fmla="*/ 11680288 w 21052571"/>
              <a:gd name="connsiteY1509" fmla="*/ 4510493 h 8402012"/>
              <a:gd name="connsiteX1510" fmla="*/ 11632146 w 21052571"/>
              <a:gd name="connsiteY1510" fmla="*/ 4516914 h 8402012"/>
              <a:gd name="connsiteX1511" fmla="*/ 11619328 w 21052571"/>
              <a:gd name="connsiteY1511" fmla="*/ 4506123 h 8402012"/>
              <a:gd name="connsiteX1512" fmla="*/ 11624279 w 21052571"/>
              <a:gd name="connsiteY1512" fmla="*/ 4523463 h 8402012"/>
              <a:gd name="connsiteX1513" fmla="*/ 11612034 w 21052571"/>
              <a:gd name="connsiteY1513" fmla="*/ 4521157 h 8402012"/>
              <a:gd name="connsiteX1514" fmla="*/ 11617665 w 21052571"/>
              <a:gd name="connsiteY1514" fmla="*/ 4504723 h 8402012"/>
              <a:gd name="connsiteX1515" fmla="*/ 11616772 w 21052571"/>
              <a:gd name="connsiteY1515" fmla="*/ 4503971 h 8402012"/>
              <a:gd name="connsiteX1516" fmla="*/ 11618067 w 21052571"/>
              <a:gd name="connsiteY1516" fmla="*/ 4503548 h 8402012"/>
              <a:gd name="connsiteX1517" fmla="*/ 11618354 w 21052571"/>
              <a:gd name="connsiteY1517" fmla="*/ 4502711 h 8402012"/>
              <a:gd name="connsiteX1518" fmla="*/ 11618548 w 21052571"/>
              <a:gd name="connsiteY1518" fmla="*/ 4503391 h 8402012"/>
              <a:gd name="connsiteX1519" fmla="*/ 11796554 w 21052571"/>
              <a:gd name="connsiteY1519" fmla="*/ 4445267 h 8402012"/>
              <a:gd name="connsiteX1520" fmla="*/ 11885906 w 21052571"/>
              <a:gd name="connsiteY1520" fmla="*/ 4425699 h 8402012"/>
              <a:gd name="connsiteX1521" fmla="*/ 11931121 w 21052571"/>
              <a:gd name="connsiteY1521" fmla="*/ 4412654 h 8402012"/>
              <a:gd name="connsiteX1522" fmla="*/ 10624384 w 21052571"/>
              <a:gd name="connsiteY1522" fmla="*/ 4412654 h 8402012"/>
              <a:gd name="connsiteX1523" fmla="*/ 10605081 w 21052571"/>
              <a:gd name="connsiteY1523" fmla="*/ 4444773 h 8402012"/>
              <a:gd name="connsiteX1524" fmla="*/ 10660275 w 21052571"/>
              <a:gd name="connsiteY1524" fmla="*/ 4459226 h 8402012"/>
              <a:gd name="connsiteX1525" fmla="*/ 10673742 w 21052571"/>
              <a:gd name="connsiteY1525" fmla="*/ 4474493 h 8402012"/>
              <a:gd name="connsiteX1526" fmla="*/ 10668826 w 21052571"/>
              <a:gd name="connsiteY1526" fmla="*/ 4458676 h 8402012"/>
              <a:gd name="connsiteX1527" fmla="*/ 10686788 w 21052571"/>
              <a:gd name="connsiteY1527" fmla="*/ 4458676 h 8402012"/>
              <a:gd name="connsiteX1528" fmla="*/ 10675627 w 21052571"/>
              <a:gd name="connsiteY1528" fmla="*/ 4476630 h 8402012"/>
              <a:gd name="connsiteX1529" fmla="*/ 10675858 w 21052571"/>
              <a:gd name="connsiteY1529" fmla="*/ 4476892 h 8402012"/>
              <a:gd name="connsiteX1530" fmla="*/ 10675464 w 21052571"/>
              <a:gd name="connsiteY1530" fmla="*/ 4476892 h 8402012"/>
              <a:gd name="connsiteX1531" fmla="*/ 10674813 w 21052571"/>
              <a:gd name="connsiteY1531" fmla="*/ 4477939 h 8402012"/>
              <a:gd name="connsiteX1532" fmla="*/ 10674487 w 21052571"/>
              <a:gd name="connsiteY1532" fmla="*/ 4476892 h 8402012"/>
              <a:gd name="connsiteX1533" fmla="*/ 10659772 w 21052571"/>
              <a:gd name="connsiteY1533" fmla="*/ 4476892 h 8402012"/>
              <a:gd name="connsiteX1534" fmla="*/ 10643687 w 21052571"/>
              <a:gd name="connsiteY1534" fmla="*/ 4496163 h 8402012"/>
              <a:gd name="connsiteX1535" fmla="*/ 10637253 w 21052571"/>
              <a:gd name="connsiteY1535" fmla="*/ 4579672 h 8402012"/>
              <a:gd name="connsiteX1536" fmla="*/ 10753069 w 21052571"/>
              <a:gd name="connsiteY1536" fmla="*/ 4592519 h 8402012"/>
              <a:gd name="connsiteX1537" fmla="*/ 10439936 w 21052571"/>
              <a:gd name="connsiteY1537" fmla="*/ 4758466 h 8402012"/>
              <a:gd name="connsiteX1538" fmla="*/ 10363798 w 21052571"/>
              <a:gd name="connsiteY1538" fmla="*/ 4784161 h 8402012"/>
              <a:gd name="connsiteX1539" fmla="*/ 10293021 w 21052571"/>
              <a:gd name="connsiteY1539" fmla="*/ 4834480 h 8402012"/>
              <a:gd name="connsiteX1540" fmla="*/ 10133238 w 21052571"/>
              <a:gd name="connsiteY1540" fmla="*/ 4866599 h 8402012"/>
              <a:gd name="connsiteX1541" fmla="*/ 10241548 w 21052571"/>
              <a:gd name="connsiteY1541" fmla="*/ 4784161 h 8402012"/>
              <a:gd name="connsiteX1542" fmla="*/ 10254416 w 21052571"/>
              <a:gd name="connsiteY1542" fmla="*/ 4674957 h 8402012"/>
              <a:gd name="connsiteX1543" fmla="*/ 10273719 w 21052571"/>
              <a:gd name="connsiteY1543" fmla="*/ 4707076 h 8402012"/>
              <a:gd name="connsiteX1544" fmla="*/ 10267284 w 21052571"/>
              <a:gd name="connsiteY1544" fmla="*/ 4597872 h 8402012"/>
              <a:gd name="connsiteX1545" fmla="*/ 10191146 w 21052571"/>
              <a:gd name="connsiteY1545" fmla="*/ 4560400 h 8402012"/>
              <a:gd name="connsiteX1546" fmla="*/ 10472107 w 21052571"/>
              <a:gd name="connsiteY1546" fmla="*/ 4457620 h 8402012"/>
              <a:gd name="connsiteX1547" fmla="*/ 10472107 w 21052571"/>
              <a:gd name="connsiteY1547" fmla="*/ 4521858 h 8402012"/>
              <a:gd name="connsiteX1548" fmla="*/ 10624384 w 21052571"/>
              <a:gd name="connsiteY1548" fmla="*/ 4412654 h 8402012"/>
              <a:gd name="connsiteX1549" fmla="*/ 20902203 w 21052571"/>
              <a:gd name="connsiteY1549" fmla="*/ 4396919 h 8402012"/>
              <a:gd name="connsiteX1550" fmla="*/ 20957747 w 21052571"/>
              <a:gd name="connsiteY1550" fmla="*/ 4425789 h 8402012"/>
              <a:gd name="connsiteX1551" fmla="*/ 20945107 w 21052571"/>
              <a:gd name="connsiteY1551" fmla="*/ 4477926 h 8402012"/>
              <a:gd name="connsiteX1552" fmla="*/ 20882963 w 21052571"/>
              <a:gd name="connsiteY1552" fmla="*/ 4412754 h 8402012"/>
              <a:gd name="connsiteX1553" fmla="*/ 20902203 w 21052571"/>
              <a:gd name="connsiteY1553" fmla="*/ 4396919 h 8402012"/>
              <a:gd name="connsiteX1554" fmla="*/ 17149399 w 21052571"/>
              <a:gd name="connsiteY1554" fmla="*/ 4395190 h 8402012"/>
              <a:gd name="connsiteX1555" fmla="*/ 17165975 w 21052571"/>
              <a:gd name="connsiteY1555" fmla="*/ 4396383 h 8402012"/>
              <a:gd name="connsiteX1556" fmla="*/ 17110131 w 21052571"/>
              <a:gd name="connsiteY1556" fmla="*/ 4429562 h 8402012"/>
              <a:gd name="connsiteX1557" fmla="*/ 17149399 w 21052571"/>
              <a:gd name="connsiteY1557" fmla="*/ 4395190 h 8402012"/>
              <a:gd name="connsiteX1558" fmla="*/ 11655876 w 21052571"/>
              <a:gd name="connsiteY1558" fmla="*/ 4395190 h 8402012"/>
              <a:gd name="connsiteX1559" fmla="*/ 11672597 w 21052571"/>
              <a:gd name="connsiteY1559" fmla="*/ 4396383 h 8402012"/>
              <a:gd name="connsiteX1560" fmla="*/ 11616772 w 21052571"/>
              <a:gd name="connsiteY1560" fmla="*/ 4429562 h 8402012"/>
              <a:gd name="connsiteX1561" fmla="*/ 11655876 w 21052571"/>
              <a:gd name="connsiteY1561" fmla="*/ 4395190 h 8402012"/>
              <a:gd name="connsiteX1562" fmla="*/ 19189879 w 21052571"/>
              <a:gd name="connsiteY1562" fmla="*/ 4393697 h 8402012"/>
              <a:gd name="connsiteX1563" fmla="*/ 19171919 w 21052571"/>
              <a:gd name="connsiteY1563" fmla="*/ 4425806 h 8402012"/>
              <a:gd name="connsiteX1564" fmla="*/ 19189879 w 21052571"/>
              <a:gd name="connsiteY1564" fmla="*/ 4393697 h 8402012"/>
              <a:gd name="connsiteX1565" fmla="*/ 17848535 w 21052571"/>
              <a:gd name="connsiteY1565" fmla="*/ 4393697 h 8402012"/>
              <a:gd name="connsiteX1566" fmla="*/ 17830571 w 21052571"/>
              <a:gd name="connsiteY1566" fmla="*/ 4425806 h 8402012"/>
              <a:gd name="connsiteX1567" fmla="*/ 17848535 w 21052571"/>
              <a:gd name="connsiteY1567" fmla="*/ 4393697 h 8402012"/>
              <a:gd name="connsiteX1568" fmla="*/ 17185967 w 21052571"/>
              <a:gd name="connsiteY1568" fmla="*/ 4393697 h 8402012"/>
              <a:gd name="connsiteX1569" fmla="*/ 17222831 w 21052571"/>
              <a:gd name="connsiteY1569" fmla="*/ 4412850 h 8402012"/>
              <a:gd name="connsiteX1570" fmla="*/ 17197551 w 21052571"/>
              <a:gd name="connsiteY1570" fmla="*/ 4444772 h 8402012"/>
              <a:gd name="connsiteX1571" fmla="*/ 17185967 w 21052571"/>
              <a:gd name="connsiteY1571" fmla="*/ 4393697 h 8402012"/>
              <a:gd name="connsiteX1572" fmla="*/ 10828980 w 21052571"/>
              <a:gd name="connsiteY1572" fmla="*/ 4393697 h 8402012"/>
              <a:gd name="connsiteX1573" fmla="*/ 10811018 w 21052571"/>
              <a:gd name="connsiteY1573" fmla="*/ 4425806 h 8402012"/>
              <a:gd name="connsiteX1574" fmla="*/ 10828980 w 21052571"/>
              <a:gd name="connsiteY1574" fmla="*/ 4393697 h 8402012"/>
              <a:gd name="connsiteX1575" fmla="*/ 10450799 w 21052571"/>
              <a:gd name="connsiteY1575" fmla="*/ 4393697 h 8402012"/>
              <a:gd name="connsiteX1576" fmla="*/ 10468761 w 21052571"/>
              <a:gd name="connsiteY1576" fmla="*/ 4425806 h 8402012"/>
              <a:gd name="connsiteX1577" fmla="*/ 10450799 w 21052571"/>
              <a:gd name="connsiteY1577" fmla="*/ 4393697 h 8402012"/>
              <a:gd name="connsiteX1578" fmla="*/ 16602978 w 21052571"/>
              <a:gd name="connsiteY1578" fmla="*/ 4393694 h 8402012"/>
              <a:gd name="connsiteX1579" fmla="*/ 16658822 w 21052571"/>
              <a:gd name="connsiteY1579" fmla="*/ 4492136 h 8402012"/>
              <a:gd name="connsiteX1580" fmla="*/ 16602978 w 21052571"/>
              <a:gd name="connsiteY1580" fmla="*/ 4393694 h 8402012"/>
              <a:gd name="connsiteX1581" fmla="*/ 9189528 w 21052571"/>
              <a:gd name="connsiteY1581" fmla="*/ 4387259 h 8402012"/>
              <a:gd name="connsiteX1582" fmla="*/ 9198509 w 21052571"/>
              <a:gd name="connsiteY1582" fmla="*/ 4396383 h 8402012"/>
              <a:gd name="connsiteX1583" fmla="*/ 9180547 w 21052571"/>
              <a:gd name="connsiteY1583" fmla="*/ 4396383 h 8402012"/>
              <a:gd name="connsiteX1584" fmla="*/ 9189528 w 21052571"/>
              <a:gd name="connsiteY1584" fmla="*/ 4387259 h 8402012"/>
              <a:gd name="connsiteX1585" fmla="*/ 17062407 w 21052571"/>
              <a:gd name="connsiteY1585" fmla="*/ 4365915 h 8402012"/>
              <a:gd name="connsiteX1586" fmla="*/ 17080591 w 21052571"/>
              <a:gd name="connsiteY1586" fmla="*/ 4392641 h 8402012"/>
              <a:gd name="connsiteX1587" fmla="*/ 17034299 w 21052571"/>
              <a:gd name="connsiteY1587" fmla="*/ 4381055 h 8402012"/>
              <a:gd name="connsiteX1588" fmla="*/ 17062407 w 21052571"/>
              <a:gd name="connsiteY1588" fmla="*/ 4365915 h 8402012"/>
              <a:gd name="connsiteX1589" fmla="*/ 17638075 w 21052571"/>
              <a:gd name="connsiteY1589" fmla="*/ 4362945 h 8402012"/>
              <a:gd name="connsiteX1590" fmla="*/ 17654135 w 21052571"/>
              <a:gd name="connsiteY1590" fmla="*/ 4364310 h 8402012"/>
              <a:gd name="connsiteX1591" fmla="*/ 17603063 w 21052571"/>
              <a:gd name="connsiteY1591" fmla="*/ 4396383 h 8402012"/>
              <a:gd name="connsiteX1592" fmla="*/ 17638075 w 21052571"/>
              <a:gd name="connsiteY1592" fmla="*/ 4362945 h 8402012"/>
              <a:gd name="connsiteX1593" fmla="*/ 17754895 w 21052571"/>
              <a:gd name="connsiteY1593" fmla="*/ 4361613 h 8402012"/>
              <a:gd name="connsiteX1594" fmla="*/ 17786879 w 21052571"/>
              <a:gd name="connsiteY1594" fmla="*/ 4392642 h 8402012"/>
              <a:gd name="connsiteX1595" fmla="*/ 17731035 w 21052571"/>
              <a:gd name="connsiteY1595" fmla="*/ 4381056 h 8402012"/>
              <a:gd name="connsiteX1596" fmla="*/ 17743251 w 21052571"/>
              <a:gd name="connsiteY1596" fmla="*/ 4361685 h 8402012"/>
              <a:gd name="connsiteX1597" fmla="*/ 17754895 w 21052571"/>
              <a:gd name="connsiteY1597" fmla="*/ 4361613 h 8402012"/>
              <a:gd name="connsiteX1598" fmla="*/ 20033551 w 21052571"/>
              <a:gd name="connsiteY1598" fmla="*/ 4360518 h 8402012"/>
              <a:gd name="connsiteX1599" fmla="*/ 20015587 w 21052571"/>
              <a:gd name="connsiteY1599" fmla="*/ 4392588 h 8402012"/>
              <a:gd name="connsiteX1600" fmla="*/ 20033551 w 21052571"/>
              <a:gd name="connsiteY1600" fmla="*/ 4360518 h 8402012"/>
              <a:gd name="connsiteX1601" fmla="*/ 12070792 w 21052571"/>
              <a:gd name="connsiteY1601" fmla="*/ 4360518 h 8402012"/>
              <a:gd name="connsiteX1602" fmla="*/ 12052830 w 21052571"/>
              <a:gd name="connsiteY1602" fmla="*/ 4392588 h 8402012"/>
              <a:gd name="connsiteX1603" fmla="*/ 12070792 w 21052571"/>
              <a:gd name="connsiteY1603" fmla="*/ 4360518 h 8402012"/>
              <a:gd name="connsiteX1604" fmla="*/ 11506764 w 21052571"/>
              <a:gd name="connsiteY1604" fmla="*/ 4360518 h 8402012"/>
              <a:gd name="connsiteX1605" fmla="*/ 11488802 w 21052571"/>
              <a:gd name="connsiteY1605" fmla="*/ 4392588 h 8402012"/>
              <a:gd name="connsiteX1606" fmla="*/ 11506764 w 21052571"/>
              <a:gd name="connsiteY1606" fmla="*/ 4360518 h 8402012"/>
              <a:gd name="connsiteX1607" fmla="*/ 10710459 w 21052571"/>
              <a:gd name="connsiteY1607" fmla="*/ 4360518 h 8402012"/>
              <a:gd name="connsiteX1608" fmla="*/ 10673567 w 21052571"/>
              <a:gd name="connsiteY1608" fmla="*/ 4391062 h 8402012"/>
              <a:gd name="connsiteX1609" fmla="*/ 10710459 w 21052571"/>
              <a:gd name="connsiteY1609" fmla="*/ 4360518 h 8402012"/>
              <a:gd name="connsiteX1610" fmla="*/ 16412890 w 21052571"/>
              <a:gd name="connsiteY1610" fmla="*/ 4356657 h 8402012"/>
              <a:gd name="connsiteX1611" fmla="*/ 16421872 w 21052571"/>
              <a:gd name="connsiteY1611" fmla="*/ 4363881 h 8402012"/>
              <a:gd name="connsiteX1612" fmla="*/ 16409896 w 21052571"/>
              <a:gd name="connsiteY1612" fmla="*/ 4383144 h 8402012"/>
              <a:gd name="connsiteX1613" fmla="*/ 16408446 w 21052571"/>
              <a:gd name="connsiteY1613" fmla="*/ 4378480 h 8402012"/>
              <a:gd name="connsiteX1614" fmla="*/ 16399170 w 21052571"/>
              <a:gd name="connsiteY1614" fmla="*/ 4378480 h 8402012"/>
              <a:gd name="connsiteX1615" fmla="*/ 16404182 w 21052571"/>
              <a:gd name="connsiteY1615" fmla="*/ 4364759 h 8402012"/>
              <a:gd name="connsiteX1616" fmla="*/ 16403910 w 21052571"/>
              <a:gd name="connsiteY1616" fmla="*/ 4363881 h 8402012"/>
              <a:gd name="connsiteX1617" fmla="*/ 16404750 w 21052571"/>
              <a:gd name="connsiteY1617" fmla="*/ 4363205 h 8402012"/>
              <a:gd name="connsiteX1618" fmla="*/ 16405732 w 21052571"/>
              <a:gd name="connsiteY1618" fmla="*/ 4360518 h 8402012"/>
              <a:gd name="connsiteX1619" fmla="*/ 16406268 w 21052571"/>
              <a:gd name="connsiteY1619" fmla="*/ 4361984 h 8402012"/>
              <a:gd name="connsiteX1620" fmla="*/ 11772498 w 21052571"/>
              <a:gd name="connsiteY1620" fmla="*/ 4341558 h 8402012"/>
              <a:gd name="connsiteX1621" fmla="*/ 11791113 w 21052571"/>
              <a:gd name="connsiteY1621" fmla="*/ 4392608 h 8402012"/>
              <a:gd name="connsiteX1622" fmla="*/ 11735269 w 21052571"/>
              <a:gd name="connsiteY1622" fmla="*/ 4392608 h 8402012"/>
              <a:gd name="connsiteX1623" fmla="*/ 11772498 w 21052571"/>
              <a:gd name="connsiteY1623" fmla="*/ 4341558 h 8402012"/>
              <a:gd name="connsiteX1624" fmla="*/ 17531327 w 21052571"/>
              <a:gd name="connsiteY1624" fmla="*/ 4338502 h 8402012"/>
              <a:gd name="connsiteX1625" fmla="*/ 17545163 w 21052571"/>
              <a:gd name="connsiteY1625" fmla="*/ 4364187 h 8402012"/>
              <a:gd name="connsiteX1626" fmla="*/ 17508271 w 21052571"/>
              <a:gd name="connsiteY1626" fmla="*/ 4351345 h 8402012"/>
              <a:gd name="connsiteX1627" fmla="*/ 17531327 w 21052571"/>
              <a:gd name="connsiteY1627" fmla="*/ 4338502 h 8402012"/>
              <a:gd name="connsiteX1628" fmla="*/ 12468874 w 21052571"/>
              <a:gd name="connsiteY1628" fmla="*/ 4338230 h 8402012"/>
              <a:gd name="connsiteX1629" fmla="*/ 12432010 w 21052571"/>
              <a:gd name="connsiteY1629" fmla="*/ 4362825 h 8402012"/>
              <a:gd name="connsiteX1630" fmla="*/ 12468874 w 21052571"/>
              <a:gd name="connsiteY1630" fmla="*/ 4338230 h 8402012"/>
              <a:gd name="connsiteX1631" fmla="*/ 20837211 w 21052571"/>
              <a:gd name="connsiteY1631" fmla="*/ 4336820 h 8402012"/>
              <a:gd name="connsiteX1632" fmla="*/ 20881899 w 21052571"/>
              <a:gd name="connsiteY1632" fmla="*/ 4381057 h 8402012"/>
              <a:gd name="connsiteX1633" fmla="*/ 20830827 w 21052571"/>
              <a:gd name="connsiteY1633" fmla="*/ 4349459 h 8402012"/>
              <a:gd name="connsiteX1634" fmla="*/ 20837211 w 21052571"/>
              <a:gd name="connsiteY1634" fmla="*/ 4336820 h 8402012"/>
              <a:gd name="connsiteX1635" fmla="*/ 19686627 w 21052571"/>
              <a:gd name="connsiteY1635" fmla="*/ 4336820 h 8402012"/>
              <a:gd name="connsiteX1636" fmla="*/ 19711223 w 21052571"/>
              <a:gd name="connsiteY1636" fmla="*/ 4364120 h 8402012"/>
              <a:gd name="connsiteX1637" fmla="*/ 19674331 w 21052571"/>
              <a:gd name="connsiteY1637" fmla="*/ 4350470 h 8402012"/>
              <a:gd name="connsiteX1638" fmla="*/ 19686627 w 21052571"/>
              <a:gd name="connsiteY1638" fmla="*/ 4336820 h 8402012"/>
              <a:gd name="connsiteX1639" fmla="*/ 9975299 w 21052571"/>
              <a:gd name="connsiteY1639" fmla="*/ 4336814 h 8402012"/>
              <a:gd name="connsiteX1640" fmla="*/ 10000017 w 21052571"/>
              <a:gd name="connsiteY1640" fmla="*/ 4362606 h 8402012"/>
              <a:gd name="connsiteX1641" fmla="*/ 9975299 w 21052571"/>
              <a:gd name="connsiteY1641" fmla="*/ 4336814 h 8402012"/>
              <a:gd name="connsiteX1642" fmla="*/ 12145384 w 21052571"/>
              <a:gd name="connsiteY1642" fmla="*/ 4332868 h 8402012"/>
              <a:gd name="connsiteX1643" fmla="*/ 12170219 w 21052571"/>
              <a:gd name="connsiteY1643" fmla="*/ 4362097 h 8402012"/>
              <a:gd name="connsiteX1644" fmla="*/ 12130483 w 21052571"/>
              <a:gd name="connsiteY1644" fmla="*/ 4398962 h 8402012"/>
              <a:gd name="connsiteX1645" fmla="*/ 12090747 w 21052571"/>
              <a:gd name="connsiteY1645" fmla="*/ 4424241 h 8402012"/>
              <a:gd name="connsiteX1646" fmla="*/ 12110615 w 21052571"/>
              <a:gd name="connsiteY1646" fmla="*/ 4336818 h 8402012"/>
              <a:gd name="connsiteX1647" fmla="*/ 12145384 w 21052571"/>
              <a:gd name="connsiteY1647" fmla="*/ 4332868 h 8402012"/>
              <a:gd name="connsiteX1648" fmla="*/ 11874848 w 21052571"/>
              <a:gd name="connsiteY1648" fmla="*/ 4313538 h 8402012"/>
              <a:gd name="connsiteX1649" fmla="*/ 11895870 w 21052571"/>
              <a:gd name="connsiteY1649" fmla="*/ 4315004 h 8402012"/>
              <a:gd name="connsiteX1650" fmla="*/ 11919049 w 21052571"/>
              <a:gd name="connsiteY1650" fmla="*/ 4343511 h 8402012"/>
              <a:gd name="connsiteX1651" fmla="*/ 11811104 w 21052571"/>
              <a:gd name="connsiteY1651" fmla="*/ 4349868 h 8402012"/>
              <a:gd name="connsiteX1652" fmla="*/ 11874848 w 21052571"/>
              <a:gd name="connsiteY1652" fmla="*/ 4313538 h 8402012"/>
              <a:gd name="connsiteX1653" fmla="*/ 16957107 w 21052571"/>
              <a:gd name="connsiteY1653" fmla="*/ 4313124 h 8402012"/>
              <a:gd name="connsiteX1654" fmla="*/ 17033223 w 21052571"/>
              <a:gd name="connsiteY1654" fmla="*/ 4352500 h 8402012"/>
              <a:gd name="connsiteX1655" fmla="*/ 16944243 w 21052571"/>
              <a:gd name="connsiteY1655" fmla="*/ 4365626 h 8402012"/>
              <a:gd name="connsiteX1656" fmla="*/ 16957107 w 21052571"/>
              <a:gd name="connsiteY1656" fmla="*/ 4313124 h 8402012"/>
              <a:gd name="connsiteX1657" fmla="*/ 19636411 w 21052571"/>
              <a:gd name="connsiteY1657" fmla="*/ 4303641 h 8402012"/>
              <a:gd name="connsiteX1658" fmla="*/ 19673275 w 21052571"/>
              <a:gd name="connsiteY1658" fmla="*/ 4316484 h 8402012"/>
              <a:gd name="connsiteX1659" fmla="*/ 19636411 w 21052571"/>
              <a:gd name="connsiteY1659" fmla="*/ 4303641 h 8402012"/>
              <a:gd name="connsiteX1660" fmla="*/ 16298638 w 21052571"/>
              <a:gd name="connsiteY1660" fmla="*/ 4303641 h 8402012"/>
              <a:gd name="connsiteX1661" fmla="*/ 16280676 w 21052571"/>
              <a:gd name="connsiteY1661" fmla="*/ 4335747 h 8402012"/>
              <a:gd name="connsiteX1662" fmla="*/ 16298638 w 21052571"/>
              <a:gd name="connsiteY1662" fmla="*/ 4303641 h 8402012"/>
              <a:gd name="connsiteX1663" fmla="*/ 11958035 w 21052571"/>
              <a:gd name="connsiteY1663" fmla="*/ 4303641 h 8402012"/>
              <a:gd name="connsiteX1664" fmla="*/ 11994927 w 21052571"/>
              <a:gd name="connsiteY1664" fmla="*/ 4335747 h 8402012"/>
              <a:gd name="connsiteX1665" fmla="*/ 11958035 w 21052571"/>
              <a:gd name="connsiteY1665" fmla="*/ 4303641 h 8402012"/>
              <a:gd name="connsiteX1666" fmla="*/ 10835613 w 21052571"/>
              <a:gd name="connsiteY1666" fmla="*/ 4303641 h 8402012"/>
              <a:gd name="connsiteX1667" fmla="*/ 10847910 w 21052571"/>
              <a:gd name="connsiteY1667" fmla="*/ 4359485 h 8402012"/>
              <a:gd name="connsiteX1668" fmla="*/ 10811018 w 21052571"/>
              <a:gd name="connsiteY1668" fmla="*/ 4359485 h 8402012"/>
              <a:gd name="connsiteX1669" fmla="*/ 10835613 w 21052571"/>
              <a:gd name="connsiteY1669" fmla="*/ 4303641 h 8402012"/>
              <a:gd name="connsiteX1670" fmla="*/ 16846687 w 21052571"/>
              <a:gd name="connsiteY1670" fmla="*/ 4300601 h 8402012"/>
              <a:gd name="connsiteX1671" fmla="*/ 16881591 w 21052571"/>
              <a:gd name="connsiteY1671" fmla="*/ 4303784 h 8402012"/>
              <a:gd name="connsiteX1672" fmla="*/ 16825747 w 21052571"/>
              <a:gd name="connsiteY1672" fmla="*/ 4335617 h 8402012"/>
              <a:gd name="connsiteX1673" fmla="*/ 16846687 w 21052571"/>
              <a:gd name="connsiteY1673" fmla="*/ 4300601 h 8402012"/>
              <a:gd name="connsiteX1674" fmla="*/ 15149724 w 21052571"/>
              <a:gd name="connsiteY1674" fmla="*/ 4300601 h 8402012"/>
              <a:gd name="connsiteX1675" fmla="*/ 15184746 w 21052571"/>
              <a:gd name="connsiteY1675" fmla="*/ 4303784 h 8402012"/>
              <a:gd name="connsiteX1676" fmla="*/ 15128922 w 21052571"/>
              <a:gd name="connsiteY1676" fmla="*/ 4335617 h 8402012"/>
              <a:gd name="connsiteX1677" fmla="*/ 15149724 w 21052571"/>
              <a:gd name="connsiteY1677" fmla="*/ 4300601 h 8402012"/>
              <a:gd name="connsiteX1678" fmla="*/ 11661276 w 21052571"/>
              <a:gd name="connsiteY1678" fmla="*/ 4300601 h 8402012"/>
              <a:gd name="connsiteX1679" fmla="*/ 11696299 w 21052571"/>
              <a:gd name="connsiteY1679" fmla="*/ 4303784 h 8402012"/>
              <a:gd name="connsiteX1680" fmla="*/ 11640474 w 21052571"/>
              <a:gd name="connsiteY1680" fmla="*/ 4335617 h 8402012"/>
              <a:gd name="connsiteX1681" fmla="*/ 11661276 w 21052571"/>
              <a:gd name="connsiteY1681" fmla="*/ 4300601 h 8402012"/>
              <a:gd name="connsiteX1682" fmla="*/ 19015507 w 21052571"/>
              <a:gd name="connsiteY1682" fmla="*/ 4284684 h 8402012"/>
              <a:gd name="connsiteX1683" fmla="*/ 19071327 w 21052571"/>
              <a:gd name="connsiteY1683" fmla="*/ 4284684 h 8402012"/>
              <a:gd name="connsiteX1684" fmla="*/ 19090287 w 21052571"/>
              <a:gd name="connsiteY1684" fmla="*/ 4364154 h 8402012"/>
              <a:gd name="connsiteX1685" fmla="*/ 19015507 w 21052571"/>
              <a:gd name="connsiteY1685" fmla="*/ 4284684 h 8402012"/>
              <a:gd name="connsiteX1686" fmla="*/ 17375559 w 21052571"/>
              <a:gd name="connsiteY1686" fmla="*/ 4284681 h 8402012"/>
              <a:gd name="connsiteX1687" fmla="*/ 17511919 w 21052571"/>
              <a:gd name="connsiteY1687" fmla="*/ 4315706 h 8402012"/>
              <a:gd name="connsiteX1688" fmla="*/ 17453011 w 21052571"/>
              <a:gd name="connsiteY1688" fmla="*/ 4315706 h 8402012"/>
              <a:gd name="connsiteX1689" fmla="*/ 17375559 w 21052571"/>
              <a:gd name="connsiteY1689" fmla="*/ 4284681 h 8402012"/>
              <a:gd name="connsiteX1690" fmla="*/ 10128997 w 21052571"/>
              <a:gd name="connsiteY1690" fmla="*/ 4272551 h 8402012"/>
              <a:gd name="connsiteX1691" fmla="*/ 10141720 w 21052571"/>
              <a:gd name="connsiteY1691" fmla="*/ 4272551 h 8402012"/>
              <a:gd name="connsiteX1692" fmla="*/ 10129745 w 21052571"/>
              <a:gd name="connsiteY1692" fmla="*/ 4293026 h 8402012"/>
              <a:gd name="connsiteX1693" fmla="*/ 10128997 w 21052571"/>
              <a:gd name="connsiteY1693" fmla="*/ 4272551 h 8402012"/>
              <a:gd name="connsiteX1694" fmla="*/ 16582964 w 21052571"/>
              <a:gd name="connsiteY1694" fmla="*/ 4270465 h 8402012"/>
              <a:gd name="connsiteX1695" fmla="*/ 16565058 w 21052571"/>
              <a:gd name="connsiteY1695" fmla="*/ 4302574 h 8402012"/>
              <a:gd name="connsiteX1696" fmla="*/ 16582964 w 21052571"/>
              <a:gd name="connsiteY1696" fmla="*/ 4270465 h 8402012"/>
              <a:gd name="connsiteX1697" fmla="*/ 16222802 w 21052571"/>
              <a:gd name="connsiteY1697" fmla="*/ 4270465 h 8402012"/>
              <a:gd name="connsiteX1698" fmla="*/ 16204838 w 21052571"/>
              <a:gd name="connsiteY1698" fmla="*/ 4302574 h 8402012"/>
              <a:gd name="connsiteX1699" fmla="*/ 16222802 w 21052571"/>
              <a:gd name="connsiteY1699" fmla="*/ 4270465 h 8402012"/>
              <a:gd name="connsiteX1700" fmla="*/ 12114446 w 21052571"/>
              <a:gd name="connsiteY1700" fmla="*/ 4270465 h 8402012"/>
              <a:gd name="connsiteX1701" fmla="*/ 12132408 w 21052571"/>
              <a:gd name="connsiteY1701" fmla="*/ 4302574 h 8402012"/>
              <a:gd name="connsiteX1702" fmla="*/ 12114446 w 21052571"/>
              <a:gd name="connsiteY1702" fmla="*/ 4270465 h 8402012"/>
              <a:gd name="connsiteX1703" fmla="*/ 19875043 w 21052571"/>
              <a:gd name="connsiteY1703" fmla="*/ 4270462 h 8402012"/>
              <a:gd name="connsiteX1704" fmla="*/ 19919731 w 21052571"/>
              <a:gd name="connsiteY1704" fmla="*/ 4290303 h 8402012"/>
              <a:gd name="connsiteX1705" fmla="*/ 19868659 w 21052571"/>
              <a:gd name="connsiteY1705" fmla="*/ 4290303 h 8402012"/>
              <a:gd name="connsiteX1706" fmla="*/ 19875043 w 21052571"/>
              <a:gd name="connsiteY1706" fmla="*/ 4270462 h 8402012"/>
              <a:gd name="connsiteX1707" fmla="*/ 17622023 w 21052571"/>
              <a:gd name="connsiteY1707" fmla="*/ 4270462 h 8402012"/>
              <a:gd name="connsiteX1708" fmla="*/ 17726775 w 21052571"/>
              <a:gd name="connsiteY1708" fmla="*/ 4359459 h 8402012"/>
              <a:gd name="connsiteX1709" fmla="*/ 17661303 w 21052571"/>
              <a:gd name="connsiteY1709" fmla="*/ 4334031 h 8402012"/>
              <a:gd name="connsiteX1710" fmla="*/ 17622023 w 21052571"/>
              <a:gd name="connsiteY1710" fmla="*/ 4334031 h 8402012"/>
              <a:gd name="connsiteX1711" fmla="*/ 17622023 w 21052571"/>
              <a:gd name="connsiteY1711" fmla="*/ 4270462 h 8402012"/>
              <a:gd name="connsiteX1712" fmla="*/ 10190116 w 21052571"/>
              <a:gd name="connsiteY1712" fmla="*/ 4270462 h 8402012"/>
              <a:gd name="connsiteX1713" fmla="*/ 10226980 w 21052571"/>
              <a:gd name="connsiteY1713" fmla="*/ 4270462 h 8402012"/>
              <a:gd name="connsiteX1714" fmla="*/ 10202755 w 21052571"/>
              <a:gd name="connsiteY1714" fmla="*/ 4349934 h 8402012"/>
              <a:gd name="connsiteX1715" fmla="*/ 10190116 w 21052571"/>
              <a:gd name="connsiteY1715" fmla="*/ 4270462 h 8402012"/>
              <a:gd name="connsiteX1716" fmla="*/ 10124654 w 21052571"/>
              <a:gd name="connsiteY1716" fmla="*/ 4270462 h 8402012"/>
              <a:gd name="connsiteX1717" fmla="*/ 10130803 w 21052571"/>
              <a:gd name="connsiteY1717" fmla="*/ 4359459 h 8402012"/>
              <a:gd name="connsiteX1718" fmla="*/ 10100059 w 21052571"/>
              <a:gd name="connsiteY1718" fmla="*/ 4340388 h 8402012"/>
              <a:gd name="connsiteX1719" fmla="*/ 10124654 w 21052571"/>
              <a:gd name="connsiteY1719" fmla="*/ 4270462 h 8402012"/>
              <a:gd name="connsiteX1720" fmla="*/ 10092404 w 21052571"/>
              <a:gd name="connsiteY1720" fmla="*/ 4257651 h 8402012"/>
              <a:gd name="connsiteX1721" fmla="*/ 10095172 w 21052571"/>
              <a:gd name="connsiteY1721" fmla="*/ 4259861 h 8402012"/>
              <a:gd name="connsiteX1722" fmla="*/ 10095141 w 21052571"/>
              <a:gd name="connsiteY1722" fmla="*/ 4260982 h 8402012"/>
              <a:gd name="connsiteX1723" fmla="*/ 10108541 w 21052571"/>
              <a:gd name="connsiteY1723" fmla="*/ 4260982 h 8402012"/>
              <a:gd name="connsiteX1724" fmla="*/ 10099560 w 21052571"/>
              <a:gd name="connsiteY1724" fmla="*/ 4268367 h 8402012"/>
              <a:gd name="connsiteX1725" fmla="*/ 10095037 w 21052571"/>
              <a:gd name="connsiteY1725" fmla="*/ 4264647 h 8402012"/>
              <a:gd name="connsiteX1726" fmla="*/ 10094865 w 21052571"/>
              <a:gd name="connsiteY1726" fmla="*/ 4270717 h 8402012"/>
              <a:gd name="connsiteX1727" fmla="*/ 10092404 w 21052571"/>
              <a:gd name="connsiteY1727" fmla="*/ 4288394 h 8402012"/>
              <a:gd name="connsiteX1728" fmla="*/ 10085841 w 21052571"/>
              <a:gd name="connsiteY1728" fmla="*/ 4269948 h 8402012"/>
              <a:gd name="connsiteX1729" fmla="*/ 10092404 w 21052571"/>
              <a:gd name="connsiteY1729" fmla="*/ 4257651 h 8402012"/>
              <a:gd name="connsiteX1730" fmla="*/ 19830739 w 21052571"/>
              <a:gd name="connsiteY1730" fmla="*/ 4246766 h 8402012"/>
              <a:gd name="connsiteX1731" fmla="*/ 19867603 w 21052571"/>
              <a:gd name="connsiteY1731" fmla="*/ 4259609 h 8402012"/>
              <a:gd name="connsiteX1732" fmla="*/ 19830739 w 21052571"/>
              <a:gd name="connsiteY1732" fmla="*/ 4246766 h 8402012"/>
              <a:gd name="connsiteX1733" fmla="*/ 16767872 w 21052571"/>
              <a:gd name="connsiteY1733" fmla="*/ 4246766 h 8402012"/>
              <a:gd name="connsiteX1734" fmla="*/ 16749910 w 21052571"/>
              <a:gd name="connsiteY1734" fmla="*/ 4274066 h 8402012"/>
              <a:gd name="connsiteX1735" fmla="*/ 16767872 w 21052571"/>
              <a:gd name="connsiteY1735" fmla="*/ 4246766 h 8402012"/>
              <a:gd name="connsiteX1736" fmla="*/ 15981076 w 21052571"/>
              <a:gd name="connsiteY1736" fmla="*/ 4246766 h 8402012"/>
              <a:gd name="connsiteX1737" fmla="*/ 15963114 w 21052571"/>
              <a:gd name="connsiteY1737" fmla="*/ 4274066 h 8402012"/>
              <a:gd name="connsiteX1738" fmla="*/ 15981076 w 21052571"/>
              <a:gd name="connsiteY1738" fmla="*/ 4246766 h 8402012"/>
              <a:gd name="connsiteX1739" fmla="*/ 14786664 w 21052571"/>
              <a:gd name="connsiteY1739" fmla="*/ 4246766 h 8402012"/>
              <a:gd name="connsiteX1740" fmla="*/ 14768702 w 21052571"/>
              <a:gd name="connsiteY1740" fmla="*/ 4274066 h 8402012"/>
              <a:gd name="connsiteX1741" fmla="*/ 14786664 w 21052571"/>
              <a:gd name="connsiteY1741" fmla="*/ 4246766 h 8402012"/>
              <a:gd name="connsiteX1742" fmla="*/ 13279425 w 21052571"/>
              <a:gd name="connsiteY1742" fmla="*/ 4246766 h 8402012"/>
              <a:gd name="connsiteX1743" fmla="*/ 13261463 w 21052571"/>
              <a:gd name="connsiteY1743" fmla="*/ 4274066 h 8402012"/>
              <a:gd name="connsiteX1744" fmla="*/ 13279425 w 21052571"/>
              <a:gd name="connsiteY1744" fmla="*/ 4246766 h 8402012"/>
              <a:gd name="connsiteX1745" fmla="*/ 9469676 w 21052571"/>
              <a:gd name="connsiteY1745" fmla="*/ 4246766 h 8402012"/>
              <a:gd name="connsiteX1746" fmla="*/ 9496976 w 21052571"/>
              <a:gd name="connsiteY1746" fmla="*/ 4274066 h 8402012"/>
              <a:gd name="connsiteX1747" fmla="*/ 9469676 w 21052571"/>
              <a:gd name="connsiteY1747" fmla="*/ 4246766 h 8402012"/>
              <a:gd name="connsiteX1748" fmla="*/ 18870019 w 21052571"/>
              <a:gd name="connsiteY1748" fmla="*/ 4242537 h 8402012"/>
              <a:gd name="connsiteX1749" fmla="*/ 18886479 w 21052571"/>
              <a:gd name="connsiteY1749" fmla="*/ 4269437 h 8402012"/>
              <a:gd name="connsiteX1750" fmla="*/ 18849615 w 21052571"/>
              <a:gd name="connsiteY1750" fmla="*/ 4257140 h 8402012"/>
              <a:gd name="connsiteX1751" fmla="*/ 18870019 w 21052571"/>
              <a:gd name="connsiteY1751" fmla="*/ 4242537 h 8402012"/>
              <a:gd name="connsiteX1752" fmla="*/ 17335999 w 21052571"/>
              <a:gd name="connsiteY1752" fmla="*/ 4242218 h 8402012"/>
              <a:gd name="connsiteX1753" fmla="*/ 17364975 w 21052571"/>
              <a:gd name="connsiteY1753" fmla="*/ 4274140 h 8402012"/>
              <a:gd name="connsiteX1754" fmla="*/ 17285503 w 21052571"/>
              <a:gd name="connsiteY1754" fmla="*/ 4261371 h 8402012"/>
              <a:gd name="connsiteX1755" fmla="*/ 17292123 w 21052571"/>
              <a:gd name="connsiteY1755" fmla="*/ 4248603 h 8402012"/>
              <a:gd name="connsiteX1756" fmla="*/ 17335999 w 21052571"/>
              <a:gd name="connsiteY1756" fmla="*/ 4242218 h 8402012"/>
              <a:gd name="connsiteX1757" fmla="*/ 14599314 w 21052571"/>
              <a:gd name="connsiteY1757" fmla="*/ 4227806 h 8402012"/>
              <a:gd name="connsiteX1758" fmla="*/ 14611289 w 21052571"/>
              <a:gd name="connsiteY1758" fmla="*/ 4247070 h 8402012"/>
              <a:gd name="connsiteX1759" fmla="*/ 14593327 w 21052571"/>
              <a:gd name="connsiteY1759" fmla="*/ 4247070 h 8402012"/>
              <a:gd name="connsiteX1760" fmla="*/ 14599314 w 21052571"/>
              <a:gd name="connsiteY1760" fmla="*/ 4227806 h 8402012"/>
              <a:gd name="connsiteX1761" fmla="*/ 12754312 w 21052571"/>
              <a:gd name="connsiteY1761" fmla="*/ 4214995 h 8402012"/>
              <a:gd name="connsiteX1762" fmla="*/ 12791204 w 21052571"/>
              <a:gd name="connsiteY1762" fmla="*/ 4245738 h 8402012"/>
              <a:gd name="connsiteX1763" fmla="*/ 12754312 w 21052571"/>
              <a:gd name="connsiteY1763" fmla="*/ 4214995 h 8402012"/>
              <a:gd name="connsiteX1764" fmla="*/ 9621713 w 21052571"/>
              <a:gd name="connsiteY1764" fmla="*/ 4214304 h 8402012"/>
              <a:gd name="connsiteX1765" fmla="*/ 9641058 w 21052571"/>
              <a:gd name="connsiteY1765" fmla="*/ 4246544 h 8402012"/>
              <a:gd name="connsiteX1766" fmla="*/ 9621713 w 21052571"/>
              <a:gd name="connsiteY1766" fmla="*/ 4214304 h 8402012"/>
              <a:gd name="connsiteX1767" fmla="*/ 20260963 w 21052571"/>
              <a:gd name="connsiteY1767" fmla="*/ 4213587 h 8402012"/>
              <a:gd name="connsiteX1768" fmla="*/ 20247839 w 21052571"/>
              <a:gd name="connsiteY1768" fmla="*/ 4245696 h 8402012"/>
              <a:gd name="connsiteX1769" fmla="*/ 20260963 w 21052571"/>
              <a:gd name="connsiteY1769" fmla="*/ 4213587 h 8402012"/>
              <a:gd name="connsiteX1770" fmla="*/ 17242847 w 21052571"/>
              <a:gd name="connsiteY1770" fmla="*/ 4213587 h 8402012"/>
              <a:gd name="connsiteX1771" fmla="*/ 17279739 w 21052571"/>
              <a:gd name="connsiteY1771" fmla="*/ 4226431 h 8402012"/>
              <a:gd name="connsiteX1772" fmla="*/ 17242847 w 21052571"/>
              <a:gd name="connsiteY1772" fmla="*/ 4213587 h 8402012"/>
              <a:gd name="connsiteX1773" fmla="*/ 16090088 w 21052571"/>
              <a:gd name="connsiteY1773" fmla="*/ 4213587 h 8402012"/>
              <a:gd name="connsiteX1774" fmla="*/ 16072126 w 21052571"/>
              <a:gd name="connsiteY1774" fmla="*/ 4245696 h 8402012"/>
              <a:gd name="connsiteX1775" fmla="*/ 16090088 w 21052571"/>
              <a:gd name="connsiteY1775" fmla="*/ 4213587 h 8402012"/>
              <a:gd name="connsiteX1776" fmla="*/ 14639700 w 21052571"/>
              <a:gd name="connsiteY1776" fmla="*/ 4213587 h 8402012"/>
              <a:gd name="connsiteX1777" fmla="*/ 14615105 w 21052571"/>
              <a:gd name="connsiteY1777" fmla="*/ 4245696 h 8402012"/>
              <a:gd name="connsiteX1778" fmla="*/ 14602808 w 21052571"/>
              <a:gd name="connsiteY1778" fmla="*/ 4226431 h 8402012"/>
              <a:gd name="connsiteX1779" fmla="*/ 14639700 w 21052571"/>
              <a:gd name="connsiteY1779" fmla="*/ 4213587 h 8402012"/>
              <a:gd name="connsiteX1780" fmla="*/ 10920032 w 21052571"/>
              <a:gd name="connsiteY1780" fmla="*/ 4213587 h 8402012"/>
              <a:gd name="connsiteX1781" fmla="*/ 10937994 w 21052571"/>
              <a:gd name="connsiteY1781" fmla="*/ 4245696 h 8402012"/>
              <a:gd name="connsiteX1782" fmla="*/ 10920032 w 21052571"/>
              <a:gd name="connsiteY1782" fmla="*/ 4213587 h 8402012"/>
              <a:gd name="connsiteX1783" fmla="*/ 13204588 w 21052571"/>
              <a:gd name="connsiteY1783" fmla="*/ 4213584 h 8402012"/>
              <a:gd name="connsiteX1784" fmla="*/ 13236694 w 21052571"/>
              <a:gd name="connsiteY1784" fmla="*/ 4238404 h 8402012"/>
              <a:gd name="connsiteX1785" fmla="*/ 13204588 w 21052571"/>
              <a:gd name="connsiteY1785" fmla="*/ 4269428 h 8402012"/>
              <a:gd name="connsiteX1786" fmla="*/ 13204588 w 21052571"/>
              <a:gd name="connsiteY1786" fmla="*/ 4213584 h 8402012"/>
              <a:gd name="connsiteX1787" fmla="*/ 18923703 w 21052571"/>
              <a:gd name="connsiteY1787" fmla="*/ 4212190 h 8402012"/>
              <a:gd name="connsiteX1788" fmla="*/ 18976527 w 21052571"/>
              <a:gd name="connsiteY1788" fmla="*/ 4259905 h 8402012"/>
              <a:gd name="connsiteX1789" fmla="*/ 18906491 w 21052571"/>
              <a:gd name="connsiteY1789" fmla="*/ 4227590 h 8402012"/>
              <a:gd name="connsiteX1790" fmla="*/ 18923703 w 21052571"/>
              <a:gd name="connsiteY1790" fmla="*/ 4212190 h 8402012"/>
              <a:gd name="connsiteX1791" fmla="*/ 9852780 w 21052571"/>
              <a:gd name="connsiteY1791" fmla="*/ 4202483 h 8402012"/>
              <a:gd name="connsiteX1792" fmla="*/ 9856906 w 21052571"/>
              <a:gd name="connsiteY1792" fmla="*/ 4210132 h 8402012"/>
              <a:gd name="connsiteX1793" fmla="*/ 9861159 w 21052571"/>
              <a:gd name="connsiteY1793" fmla="*/ 4205901 h 8402012"/>
              <a:gd name="connsiteX1794" fmla="*/ 10206818 w 21052571"/>
              <a:gd name="connsiteY1794" fmla="*/ 4198726 h 8402012"/>
              <a:gd name="connsiteX1795" fmla="*/ 10241183 w 21052571"/>
              <a:gd name="connsiteY1795" fmla="*/ 4248399 h 8402012"/>
              <a:gd name="connsiteX1796" fmla="*/ 10171714 w 21052571"/>
              <a:gd name="connsiteY1796" fmla="*/ 4307289 h 8402012"/>
              <a:gd name="connsiteX1797" fmla="*/ 10133238 w 21052571"/>
              <a:gd name="connsiteY1797" fmla="*/ 4235312 h 8402012"/>
              <a:gd name="connsiteX1798" fmla="*/ 10165301 w 21052571"/>
              <a:gd name="connsiteY1798" fmla="*/ 4203687 h 8402012"/>
              <a:gd name="connsiteX1799" fmla="*/ 10187979 w 21052571"/>
              <a:gd name="connsiteY1799" fmla="*/ 4199018 h 8402012"/>
              <a:gd name="connsiteX1800" fmla="*/ 10206818 w 21052571"/>
              <a:gd name="connsiteY1800" fmla="*/ 4198726 h 8402012"/>
              <a:gd name="connsiteX1801" fmla="*/ 10395818 w 21052571"/>
              <a:gd name="connsiteY1801" fmla="*/ 4185241 h 8402012"/>
              <a:gd name="connsiteX1802" fmla="*/ 10414618 w 21052571"/>
              <a:gd name="connsiteY1802" fmla="*/ 4245722 h 8402012"/>
              <a:gd name="connsiteX1803" fmla="*/ 10395818 w 21052571"/>
              <a:gd name="connsiteY1803" fmla="*/ 4185241 h 8402012"/>
              <a:gd name="connsiteX1804" fmla="*/ 13616354 w 21052571"/>
              <a:gd name="connsiteY1804" fmla="*/ 4185241 h 8402012"/>
              <a:gd name="connsiteX1805" fmla="*/ 13739093 w 21052571"/>
              <a:gd name="connsiteY1805" fmla="*/ 4185241 h 8402012"/>
              <a:gd name="connsiteX1806" fmla="*/ 13706507 w 21052571"/>
              <a:gd name="connsiteY1806" fmla="*/ 4245722 h 8402012"/>
              <a:gd name="connsiteX1807" fmla="*/ 13583768 w 21052571"/>
              <a:gd name="connsiteY1807" fmla="*/ 4245722 h 8402012"/>
              <a:gd name="connsiteX1808" fmla="*/ 13616354 w 21052571"/>
              <a:gd name="connsiteY1808" fmla="*/ 4185241 h 8402012"/>
              <a:gd name="connsiteX1809" fmla="*/ 14146699 w 21052571"/>
              <a:gd name="connsiteY1809" fmla="*/ 4185240 h 8402012"/>
              <a:gd name="connsiteX1810" fmla="*/ 14133574 w 21052571"/>
              <a:gd name="connsiteY1810" fmla="*/ 4217182 h 8402012"/>
              <a:gd name="connsiteX1811" fmla="*/ 14146699 w 21052571"/>
              <a:gd name="connsiteY1811" fmla="*/ 4185240 h 8402012"/>
              <a:gd name="connsiteX1812" fmla="*/ 12862275 w 21052571"/>
              <a:gd name="connsiteY1812" fmla="*/ 4185240 h 8402012"/>
              <a:gd name="connsiteX1813" fmla="*/ 12844368 w 21052571"/>
              <a:gd name="connsiteY1813" fmla="*/ 4217182 h 8402012"/>
              <a:gd name="connsiteX1814" fmla="*/ 12862275 w 21052571"/>
              <a:gd name="connsiteY1814" fmla="*/ 4185240 h 8402012"/>
              <a:gd name="connsiteX1815" fmla="*/ 10320813 w 21052571"/>
              <a:gd name="connsiteY1815" fmla="*/ 4184981 h 8402012"/>
              <a:gd name="connsiteX1816" fmla="*/ 10360096 w 21052571"/>
              <a:gd name="connsiteY1816" fmla="*/ 4215141 h 8402012"/>
              <a:gd name="connsiteX1817" fmla="*/ 10320813 w 21052571"/>
              <a:gd name="connsiteY1817" fmla="*/ 4184981 h 8402012"/>
              <a:gd name="connsiteX1818" fmla="*/ 14358325 w 21052571"/>
              <a:gd name="connsiteY1818" fmla="*/ 4182416 h 8402012"/>
              <a:gd name="connsiteX1819" fmla="*/ 14393227 w 21052571"/>
              <a:gd name="connsiteY1819" fmla="*/ 4185971 h 8402012"/>
              <a:gd name="connsiteX1820" fmla="*/ 14337383 w 21052571"/>
              <a:gd name="connsiteY1820" fmla="*/ 4216504 h 8402012"/>
              <a:gd name="connsiteX1821" fmla="*/ 14358325 w 21052571"/>
              <a:gd name="connsiteY1821" fmla="*/ 4182416 h 8402012"/>
              <a:gd name="connsiteX1822" fmla="*/ 10962691 w 21052571"/>
              <a:gd name="connsiteY1822" fmla="*/ 4182260 h 8402012"/>
              <a:gd name="connsiteX1823" fmla="*/ 10994800 w 21052571"/>
              <a:gd name="connsiteY1823" fmla="*/ 4212501 h 8402012"/>
              <a:gd name="connsiteX1824" fmla="*/ 10962691 w 21052571"/>
              <a:gd name="connsiteY1824" fmla="*/ 4182260 h 8402012"/>
              <a:gd name="connsiteX1825" fmla="*/ 19772839 w 21052571"/>
              <a:gd name="connsiteY1825" fmla="*/ 4182259 h 8402012"/>
              <a:gd name="connsiteX1826" fmla="*/ 19735947 w 21052571"/>
              <a:gd name="connsiteY1826" fmla="*/ 4212501 h 8402012"/>
              <a:gd name="connsiteX1827" fmla="*/ 19772839 w 21052571"/>
              <a:gd name="connsiteY1827" fmla="*/ 4182259 h 8402012"/>
              <a:gd name="connsiteX1828" fmla="*/ 15924684 w 21052571"/>
              <a:gd name="connsiteY1828" fmla="*/ 4171024 h 8402012"/>
              <a:gd name="connsiteX1829" fmla="*/ 15943130 w 21052571"/>
              <a:gd name="connsiteY1829" fmla="*/ 4212547 h 8402012"/>
              <a:gd name="connsiteX1830" fmla="*/ 15906238 w 21052571"/>
              <a:gd name="connsiteY1830" fmla="*/ 4212547 h 8402012"/>
              <a:gd name="connsiteX1831" fmla="*/ 15924684 w 21052571"/>
              <a:gd name="connsiteY1831" fmla="*/ 4171024 h 8402012"/>
              <a:gd name="connsiteX1832" fmla="*/ 16609386 w 21052571"/>
              <a:gd name="connsiteY1832" fmla="*/ 4161827 h 8402012"/>
              <a:gd name="connsiteX1833" fmla="*/ 16687922 w 21052571"/>
              <a:gd name="connsiteY1833" fmla="*/ 4211054 h 8402012"/>
              <a:gd name="connsiteX1834" fmla="*/ 16720390 w 21052571"/>
              <a:gd name="connsiteY1834" fmla="*/ 4302552 h 8402012"/>
              <a:gd name="connsiteX1835" fmla="*/ 16622982 w 21052571"/>
              <a:gd name="connsiteY1835" fmla="*/ 4243732 h 8402012"/>
              <a:gd name="connsiteX1836" fmla="*/ 16584018 w 21052571"/>
              <a:gd name="connsiteY1836" fmla="*/ 4187187 h 8402012"/>
              <a:gd name="connsiteX1837" fmla="*/ 16609386 w 21052571"/>
              <a:gd name="connsiteY1837" fmla="*/ 4161827 h 8402012"/>
              <a:gd name="connsiteX1838" fmla="*/ 15824664 w 21052571"/>
              <a:gd name="connsiteY1838" fmla="*/ 4152063 h 8402012"/>
              <a:gd name="connsiteX1839" fmla="*/ 15806702 w 21052571"/>
              <a:gd name="connsiteY1839" fmla="*/ 4184169 h 8402012"/>
              <a:gd name="connsiteX1840" fmla="*/ 15824664 w 21052571"/>
              <a:gd name="connsiteY1840" fmla="*/ 4152063 h 8402012"/>
              <a:gd name="connsiteX1841" fmla="*/ 10457627 w 21052571"/>
              <a:gd name="connsiteY1841" fmla="*/ 4152062 h 8402012"/>
              <a:gd name="connsiteX1842" fmla="*/ 10450802 w 21052571"/>
              <a:gd name="connsiteY1842" fmla="*/ 4245698 h 8402012"/>
              <a:gd name="connsiteX1843" fmla="*/ 10457627 w 21052571"/>
              <a:gd name="connsiteY1843" fmla="*/ 4152062 h 8402012"/>
              <a:gd name="connsiteX1844" fmla="*/ 10392831 w 21052571"/>
              <a:gd name="connsiteY1844" fmla="*/ 4146077 h 8402012"/>
              <a:gd name="connsiteX1845" fmla="*/ 10242249 w 21052571"/>
              <a:gd name="connsiteY1845" fmla="*/ 4247560 h 8402012"/>
              <a:gd name="connsiteX1846" fmla="*/ 10268437 w 21052571"/>
              <a:gd name="connsiteY1846" fmla="*/ 4247560 h 8402012"/>
              <a:gd name="connsiteX1847" fmla="*/ 10242249 w 21052571"/>
              <a:gd name="connsiteY1847" fmla="*/ 4215141 h 8402012"/>
              <a:gd name="connsiteX1848" fmla="*/ 10392831 w 21052571"/>
              <a:gd name="connsiteY1848" fmla="*/ 4146077 h 8402012"/>
              <a:gd name="connsiteX1849" fmla="*/ 17223883 w 21052571"/>
              <a:gd name="connsiteY1849" fmla="*/ 4133111 h 8402012"/>
              <a:gd name="connsiteX1850" fmla="*/ 17500407 w 21052571"/>
              <a:gd name="connsiteY1850" fmla="*/ 4209261 h 8402012"/>
              <a:gd name="connsiteX1851" fmla="*/ 17584335 w 21052571"/>
              <a:gd name="connsiteY1851" fmla="*/ 4255009 h 8402012"/>
              <a:gd name="connsiteX1852" fmla="*/ 17545599 w 21052571"/>
              <a:gd name="connsiteY1852" fmla="*/ 4307293 h 8402012"/>
              <a:gd name="connsiteX1853" fmla="*/ 17223883 w 21052571"/>
              <a:gd name="connsiteY1853" fmla="*/ 4133111 h 8402012"/>
              <a:gd name="connsiteX1854" fmla="*/ 10507545 w 21052571"/>
              <a:gd name="connsiteY1854" fmla="*/ 4123451 h 8402012"/>
              <a:gd name="connsiteX1855" fmla="*/ 10544541 w 21052571"/>
              <a:gd name="connsiteY1855" fmla="*/ 4132757 h 8402012"/>
              <a:gd name="connsiteX1856" fmla="*/ 10486036 w 21052571"/>
              <a:gd name="connsiteY1856" fmla="*/ 4153699 h 8402012"/>
              <a:gd name="connsiteX1857" fmla="*/ 10485752 w 21052571"/>
              <a:gd name="connsiteY1857" fmla="*/ 4153333 h 8402012"/>
              <a:gd name="connsiteX1858" fmla="*/ 10473929 w 21052571"/>
              <a:gd name="connsiteY1858" fmla="*/ 4159591 h 8402012"/>
              <a:gd name="connsiteX1859" fmla="*/ 10460279 w 21052571"/>
              <a:gd name="connsiteY1859" fmla="*/ 4152366 h 8402012"/>
              <a:gd name="connsiteX1860" fmla="*/ 10472069 w 21052571"/>
              <a:gd name="connsiteY1860" fmla="*/ 4135729 h 8402012"/>
              <a:gd name="connsiteX1861" fmla="*/ 10469759 w 21052571"/>
              <a:gd name="connsiteY1861" fmla="*/ 4132757 h 8402012"/>
              <a:gd name="connsiteX1862" fmla="*/ 10507545 w 21052571"/>
              <a:gd name="connsiteY1862" fmla="*/ 4123451 h 8402012"/>
              <a:gd name="connsiteX1863" fmla="*/ 16355418 w 21052571"/>
              <a:gd name="connsiteY1863" fmla="*/ 4118885 h 8402012"/>
              <a:gd name="connsiteX1864" fmla="*/ 16342294 w 21052571"/>
              <a:gd name="connsiteY1864" fmla="*/ 4150990 h 8402012"/>
              <a:gd name="connsiteX1865" fmla="*/ 16355418 w 21052571"/>
              <a:gd name="connsiteY1865" fmla="*/ 4118885 h 8402012"/>
              <a:gd name="connsiteX1866" fmla="*/ 16317568 w 21052571"/>
              <a:gd name="connsiteY1866" fmla="*/ 4118881 h 8402012"/>
              <a:gd name="connsiteX1867" fmla="*/ 16280676 w 21052571"/>
              <a:gd name="connsiteY1867" fmla="*/ 4149624 h 8402012"/>
              <a:gd name="connsiteX1868" fmla="*/ 16317568 w 21052571"/>
              <a:gd name="connsiteY1868" fmla="*/ 4118881 h 8402012"/>
              <a:gd name="connsiteX1869" fmla="*/ 17915123 w 21052571"/>
              <a:gd name="connsiteY1869" fmla="*/ 4113134 h 8402012"/>
              <a:gd name="connsiteX1870" fmla="*/ 17911147 w 21052571"/>
              <a:gd name="connsiteY1870" fmla="*/ 4117810 h 8402012"/>
              <a:gd name="connsiteX1871" fmla="*/ 17914987 w 21052571"/>
              <a:gd name="connsiteY1871" fmla="*/ 4113295 h 8402012"/>
              <a:gd name="connsiteX1872" fmla="*/ 9809865 w 21052571"/>
              <a:gd name="connsiteY1872" fmla="*/ 4112770 h 8402012"/>
              <a:gd name="connsiteX1873" fmla="*/ 9814581 w 21052571"/>
              <a:gd name="connsiteY1873" fmla="*/ 4118314 h 8402012"/>
              <a:gd name="connsiteX1874" fmla="*/ 9808019 w 21052571"/>
              <a:gd name="connsiteY1874" fmla="*/ 4131964 h 8402012"/>
              <a:gd name="connsiteX1875" fmla="*/ 9809865 w 21052571"/>
              <a:gd name="connsiteY1875" fmla="*/ 4112770 h 8402012"/>
              <a:gd name="connsiteX1876" fmla="*/ 9760697 w 21052571"/>
              <a:gd name="connsiteY1876" fmla="*/ 4109923 h 8402012"/>
              <a:gd name="connsiteX1877" fmla="*/ 9804785 w 21052571"/>
              <a:gd name="connsiteY1877" fmla="*/ 4120006 h 8402012"/>
              <a:gd name="connsiteX1878" fmla="*/ 9735101 w 21052571"/>
              <a:gd name="connsiteY1878" fmla="*/ 4151029 h 8402012"/>
              <a:gd name="connsiteX1879" fmla="*/ 9760697 w 21052571"/>
              <a:gd name="connsiteY1879" fmla="*/ 4109923 h 8402012"/>
              <a:gd name="connsiteX1880" fmla="*/ 17922023 w 21052571"/>
              <a:gd name="connsiteY1880" fmla="*/ 4105021 h 8402012"/>
              <a:gd name="connsiteX1881" fmla="*/ 17921387 w 21052571"/>
              <a:gd name="connsiteY1881" fmla="*/ 4105771 h 8402012"/>
              <a:gd name="connsiteX1882" fmla="*/ 17915123 w 21052571"/>
              <a:gd name="connsiteY1882" fmla="*/ 4113134 h 8402012"/>
              <a:gd name="connsiteX1883" fmla="*/ 9821601 w 21052571"/>
              <a:gd name="connsiteY1883" fmla="*/ 4102913 h 8402012"/>
              <a:gd name="connsiteX1884" fmla="*/ 9817499 w 21052571"/>
              <a:gd name="connsiteY1884" fmla="*/ 4117882 h 8402012"/>
              <a:gd name="connsiteX1885" fmla="*/ 9810936 w 21052571"/>
              <a:gd name="connsiteY1885" fmla="*/ 4105908 h 8402012"/>
              <a:gd name="connsiteX1886" fmla="*/ 9821601 w 21052571"/>
              <a:gd name="connsiteY1886" fmla="*/ 4102913 h 8402012"/>
              <a:gd name="connsiteX1887" fmla="*/ 9885021 w 21052571"/>
              <a:gd name="connsiteY1887" fmla="*/ 4087636 h 8402012"/>
              <a:gd name="connsiteX1888" fmla="*/ 9923712 w 21052571"/>
              <a:gd name="connsiteY1888" fmla="*/ 4119876 h 8402012"/>
              <a:gd name="connsiteX1889" fmla="*/ 9885021 w 21052571"/>
              <a:gd name="connsiteY1889" fmla="*/ 4087636 h 8402012"/>
              <a:gd name="connsiteX1890" fmla="*/ 10623518 w 21052571"/>
              <a:gd name="connsiteY1890" fmla="*/ 4085706 h 8402012"/>
              <a:gd name="connsiteX1891" fmla="*/ 10637168 w 21052571"/>
              <a:gd name="connsiteY1891" fmla="*/ 4150975 h 8402012"/>
              <a:gd name="connsiteX1892" fmla="*/ 10623518 w 21052571"/>
              <a:gd name="connsiteY1892" fmla="*/ 4085706 h 8402012"/>
              <a:gd name="connsiteX1893" fmla="*/ 10412881 w 21052571"/>
              <a:gd name="connsiteY1893" fmla="*/ 4085706 h 8402012"/>
              <a:gd name="connsiteX1894" fmla="*/ 10430843 w 21052571"/>
              <a:gd name="connsiteY1894" fmla="*/ 4117810 h 8402012"/>
              <a:gd name="connsiteX1895" fmla="*/ 10412881 w 21052571"/>
              <a:gd name="connsiteY1895" fmla="*/ 4085706 h 8402012"/>
              <a:gd name="connsiteX1896" fmla="*/ 10673567 w 21052571"/>
              <a:gd name="connsiteY1896" fmla="*/ 4085706 h 8402012"/>
              <a:gd name="connsiteX1897" fmla="*/ 10691529 w 21052571"/>
              <a:gd name="connsiteY1897" fmla="*/ 4117810 h 8402012"/>
              <a:gd name="connsiteX1898" fmla="*/ 10673567 w 21052571"/>
              <a:gd name="connsiteY1898" fmla="*/ 4085706 h 8402012"/>
              <a:gd name="connsiteX1899" fmla="*/ 15981076 w 21052571"/>
              <a:gd name="connsiteY1899" fmla="*/ 4085705 h 8402012"/>
              <a:gd name="connsiteX1900" fmla="*/ 15963114 w 21052571"/>
              <a:gd name="connsiteY1900" fmla="*/ 4117809 h 8402012"/>
              <a:gd name="connsiteX1901" fmla="*/ 15981076 w 21052571"/>
              <a:gd name="connsiteY1901" fmla="*/ 4085705 h 8402012"/>
              <a:gd name="connsiteX1902" fmla="*/ 13204588 w 21052571"/>
              <a:gd name="connsiteY1902" fmla="*/ 4085705 h 8402012"/>
              <a:gd name="connsiteX1903" fmla="*/ 13222550 w 21052571"/>
              <a:gd name="connsiteY1903" fmla="*/ 4117810 h 8402012"/>
              <a:gd name="connsiteX1904" fmla="*/ 13204588 w 21052571"/>
              <a:gd name="connsiteY1904" fmla="*/ 4085705 h 8402012"/>
              <a:gd name="connsiteX1905" fmla="*/ 11070709 w 21052571"/>
              <a:gd name="connsiteY1905" fmla="*/ 4085705 h 8402012"/>
              <a:gd name="connsiteX1906" fmla="*/ 11052747 w 21052571"/>
              <a:gd name="connsiteY1906" fmla="*/ 4117810 h 8402012"/>
              <a:gd name="connsiteX1907" fmla="*/ 11070709 w 21052571"/>
              <a:gd name="connsiteY1907" fmla="*/ 4085705 h 8402012"/>
              <a:gd name="connsiteX1908" fmla="*/ 17791655 w 21052571"/>
              <a:gd name="connsiteY1908" fmla="*/ 4085705 h 8402012"/>
              <a:gd name="connsiteX1909" fmla="*/ 17773695 w 21052571"/>
              <a:gd name="connsiteY1909" fmla="*/ 4117809 h 8402012"/>
              <a:gd name="connsiteX1910" fmla="*/ 17791655 w 21052571"/>
              <a:gd name="connsiteY1910" fmla="*/ 4085705 h 8402012"/>
              <a:gd name="connsiteX1911" fmla="*/ 17165983 w 21052571"/>
              <a:gd name="connsiteY1911" fmla="*/ 4085705 h 8402012"/>
              <a:gd name="connsiteX1912" fmla="*/ 17129091 w 21052571"/>
              <a:gd name="connsiteY1912" fmla="*/ 4116447 h 8402012"/>
              <a:gd name="connsiteX1913" fmla="*/ 17165983 w 21052571"/>
              <a:gd name="connsiteY1913" fmla="*/ 4085705 h 8402012"/>
              <a:gd name="connsiteX1914" fmla="*/ 17887451 w 21052571"/>
              <a:gd name="connsiteY1914" fmla="*/ 4076241 h 8402012"/>
              <a:gd name="connsiteX1915" fmla="*/ 18381859 w 21052571"/>
              <a:gd name="connsiteY1915" fmla="*/ 4255454 h 8402012"/>
              <a:gd name="connsiteX1916" fmla="*/ 18606495 w 21052571"/>
              <a:gd name="connsiteY1916" fmla="*/ 4372118 h 8402012"/>
              <a:gd name="connsiteX1917" fmla="*/ 18663459 w 21052571"/>
              <a:gd name="connsiteY1917" fmla="*/ 4461776 h 8402012"/>
              <a:gd name="connsiteX1918" fmla="*/ 18753743 w 21052571"/>
              <a:gd name="connsiteY1918" fmla="*/ 4539552 h 8402012"/>
              <a:gd name="connsiteX1919" fmla="*/ 18561355 w 21052571"/>
              <a:gd name="connsiteY1919" fmla="*/ 4455295 h 8402012"/>
              <a:gd name="connsiteX1920" fmla="*/ 18464619 w 21052571"/>
              <a:gd name="connsiteY1920" fmla="*/ 4416407 h 8402012"/>
              <a:gd name="connsiteX1921" fmla="*/ 18420555 w 21052571"/>
              <a:gd name="connsiteY1921" fmla="*/ 4429369 h 8402012"/>
              <a:gd name="connsiteX1922" fmla="*/ 18394759 w 21052571"/>
              <a:gd name="connsiteY1922" fmla="*/ 4416407 h 8402012"/>
              <a:gd name="connsiteX1923" fmla="*/ 18414103 w 21052571"/>
              <a:gd name="connsiteY1923" fmla="*/ 4385080 h 8402012"/>
              <a:gd name="connsiteX1924" fmla="*/ 18073391 w 21052571"/>
              <a:gd name="connsiteY1924" fmla="*/ 4248973 h 8402012"/>
              <a:gd name="connsiteX1925" fmla="*/ 18073391 w 21052571"/>
              <a:gd name="connsiteY1925" fmla="*/ 4186426 h 8402012"/>
              <a:gd name="connsiteX1926" fmla="*/ 18047595 w 21052571"/>
              <a:gd name="connsiteY1926" fmla="*/ 4173463 h 8402012"/>
              <a:gd name="connsiteX1927" fmla="*/ 17990631 w 21052571"/>
              <a:gd name="connsiteY1927" fmla="*/ 4147538 h 8402012"/>
              <a:gd name="connsiteX1928" fmla="*/ 17939039 w 21052571"/>
              <a:gd name="connsiteY1928" fmla="*/ 4119183 h 8402012"/>
              <a:gd name="connsiteX1929" fmla="*/ 17922023 w 21052571"/>
              <a:gd name="connsiteY1929" fmla="*/ 4105021 h 8402012"/>
              <a:gd name="connsiteX1930" fmla="*/ 10450799 w 21052571"/>
              <a:gd name="connsiteY1930" fmla="*/ 4062004 h 8402012"/>
              <a:gd name="connsiteX1931" fmla="*/ 10487691 w 21052571"/>
              <a:gd name="connsiteY1931" fmla="*/ 4089304 h 8402012"/>
              <a:gd name="connsiteX1932" fmla="*/ 10450799 w 21052571"/>
              <a:gd name="connsiteY1932" fmla="*/ 4062004 h 8402012"/>
              <a:gd name="connsiteX1933" fmla="*/ 10570538 w 21052571"/>
              <a:gd name="connsiteY1933" fmla="*/ 4062002 h 8402012"/>
              <a:gd name="connsiteX1934" fmla="*/ 10564551 w 21052571"/>
              <a:gd name="connsiteY1934" fmla="*/ 4117846 h 8402012"/>
              <a:gd name="connsiteX1935" fmla="*/ 10570538 w 21052571"/>
              <a:gd name="connsiteY1935" fmla="*/ 4062002 h 8402012"/>
              <a:gd name="connsiteX1936" fmla="*/ 16121250 w 21052571"/>
              <a:gd name="connsiteY1936" fmla="*/ 4062002 h 8402012"/>
              <a:gd name="connsiteX1937" fmla="*/ 16127714 w 21052571"/>
              <a:gd name="connsiteY1937" fmla="*/ 4074411 h 8402012"/>
              <a:gd name="connsiteX1938" fmla="*/ 16184804 w 21052571"/>
              <a:gd name="connsiteY1938" fmla="*/ 4117846 h 8402012"/>
              <a:gd name="connsiteX1939" fmla="*/ 16114788 w 21052571"/>
              <a:gd name="connsiteY1939" fmla="*/ 4117846 h 8402012"/>
              <a:gd name="connsiteX1940" fmla="*/ 16121250 w 21052571"/>
              <a:gd name="connsiteY1940" fmla="*/ 4062002 h 8402012"/>
              <a:gd name="connsiteX1941" fmla="*/ 10716226 w 21052571"/>
              <a:gd name="connsiteY1941" fmla="*/ 4062002 h 8402012"/>
              <a:gd name="connsiteX1942" fmla="*/ 10748335 w 21052571"/>
              <a:gd name="connsiteY1942" fmla="*/ 4086822 h 8402012"/>
              <a:gd name="connsiteX1943" fmla="*/ 10716226 w 21052571"/>
              <a:gd name="connsiteY1943" fmla="*/ 4117846 h 8402012"/>
              <a:gd name="connsiteX1944" fmla="*/ 10716226 w 21052571"/>
              <a:gd name="connsiteY1944" fmla="*/ 4062002 h 8402012"/>
              <a:gd name="connsiteX1945" fmla="*/ 17053255 w 21052571"/>
              <a:gd name="connsiteY1945" fmla="*/ 4062001 h 8402012"/>
              <a:gd name="connsiteX1946" fmla="*/ 17109099 w 21052571"/>
              <a:gd name="connsiteY1946" fmla="*/ 4062001 h 8402012"/>
              <a:gd name="connsiteX1947" fmla="*/ 17090483 w 21052571"/>
              <a:gd name="connsiteY1947" fmla="*/ 4117846 h 8402012"/>
              <a:gd name="connsiteX1948" fmla="*/ 17053255 w 21052571"/>
              <a:gd name="connsiteY1948" fmla="*/ 4062001 h 8402012"/>
              <a:gd name="connsiteX1949" fmla="*/ 11111606 w 21052571"/>
              <a:gd name="connsiteY1949" fmla="*/ 4058546 h 8402012"/>
              <a:gd name="connsiteX1950" fmla="*/ 11146509 w 21052571"/>
              <a:gd name="connsiteY1950" fmla="*/ 4062625 h 8402012"/>
              <a:gd name="connsiteX1951" fmla="*/ 11090665 w 21052571"/>
              <a:gd name="connsiteY1951" fmla="*/ 4088734 h 8402012"/>
              <a:gd name="connsiteX1952" fmla="*/ 11111606 w 21052571"/>
              <a:gd name="connsiteY1952" fmla="*/ 4058546 h 8402012"/>
              <a:gd name="connsiteX1953" fmla="*/ 16128438 w 21052571"/>
              <a:gd name="connsiteY1953" fmla="*/ 4043045 h 8402012"/>
              <a:gd name="connsiteX1954" fmla="*/ 16142088 w 21052571"/>
              <a:gd name="connsiteY1954" fmla="*/ 4063520 h 8402012"/>
              <a:gd name="connsiteX1955" fmla="*/ 16128438 w 21052571"/>
              <a:gd name="connsiteY1955" fmla="*/ 4043045 h 8402012"/>
              <a:gd name="connsiteX1956" fmla="*/ 11317603 w 21052571"/>
              <a:gd name="connsiteY1956" fmla="*/ 4043045 h 8402012"/>
              <a:gd name="connsiteX1957" fmla="*/ 11331253 w 21052571"/>
              <a:gd name="connsiteY1957" fmla="*/ 4063520 h 8402012"/>
              <a:gd name="connsiteX1958" fmla="*/ 11317603 w 21052571"/>
              <a:gd name="connsiteY1958" fmla="*/ 4043045 h 8402012"/>
              <a:gd name="connsiteX1959" fmla="*/ 19837123 w 21052571"/>
              <a:gd name="connsiteY1959" fmla="*/ 4042570 h 8402012"/>
              <a:gd name="connsiteX1960" fmla="*/ 19848611 w 21052571"/>
              <a:gd name="connsiteY1960" fmla="*/ 4045133 h 8402012"/>
              <a:gd name="connsiteX1961" fmla="*/ 19835483 w 21052571"/>
              <a:gd name="connsiteY1961" fmla="*/ 4065605 h 8402012"/>
              <a:gd name="connsiteX1962" fmla="*/ 19837123 w 21052571"/>
              <a:gd name="connsiteY1962" fmla="*/ 4042570 h 8402012"/>
              <a:gd name="connsiteX1963" fmla="*/ 20064619 w 21052571"/>
              <a:gd name="connsiteY1963" fmla="*/ 4042570 h 8402012"/>
              <a:gd name="connsiteX1964" fmla="*/ 20076027 w 21052571"/>
              <a:gd name="connsiteY1964" fmla="*/ 4045132 h 8402012"/>
              <a:gd name="connsiteX1965" fmla="*/ 20062991 w 21052571"/>
              <a:gd name="connsiteY1965" fmla="*/ 4065605 h 8402012"/>
              <a:gd name="connsiteX1966" fmla="*/ 20064619 w 21052571"/>
              <a:gd name="connsiteY1966" fmla="*/ 4042570 h 8402012"/>
              <a:gd name="connsiteX1967" fmla="*/ 10051604 w 21052571"/>
              <a:gd name="connsiteY1967" fmla="*/ 4029605 h 8402012"/>
              <a:gd name="connsiteX1968" fmla="*/ 9955953 w 21052571"/>
              <a:gd name="connsiteY1968" fmla="*/ 4074739 h 8402012"/>
              <a:gd name="connsiteX1969" fmla="*/ 10051604 w 21052571"/>
              <a:gd name="connsiteY1969" fmla="*/ 4029605 h 8402012"/>
              <a:gd name="connsiteX1970" fmla="*/ 15490658 w 21052571"/>
              <a:gd name="connsiteY1970" fmla="*/ 4028822 h 8402012"/>
              <a:gd name="connsiteX1971" fmla="*/ 15470184 w 21052571"/>
              <a:gd name="connsiteY1971" fmla="*/ 4084667 h 8402012"/>
              <a:gd name="connsiteX1972" fmla="*/ 15490658 w 21052571"/>
              <a:gd name="connsiteY1972" fmla="*/ 4028822 h 8402012"/>
              <a:gd name="connsiteX1973" fmla="*/ 10975819 w 21052571"/>
              <a:gd name="connsiteY1973" fmla="*/ 4028822 h 8402012"/>
              <a:gd name="connsiteX1974" fmla="*/ 10962691 w 21052571"/>
              <a:gd name="connsiteY1974" fmla="*/ 4060930 h 8402012"/>
              <a:gd name="connsiteX1975" fmla="*/ 10975819 w 21052571"/>
              <a:gd name="connsiteY1975" fmla="*/ 4028822 h 8402012"/>
              <a:gd name="connsiteX1976" fmla="*/ 15374392 w 21052571"/>
              <a:gd name="connsiteY1976" fmla="*/ 4028819 h 8402012"/>
              <a:gd name="connsiteX1977" fmla="*/ 15356430 w 21052571"/>
              <a:gd name="connsiteY1977" fmla="*/ 4060930 h 8402012"/>
              <a:gd name="connsiteX1978" fmla="*/ 15374392 w 21052571"/>
              <a:gd name="connsiteY1978" fmla="*/ 4028819 h 8402012"/>
              <a:gd name="connsiteX1979" fmla="*/ 19228795 w 21052571"/>
              <a:gd name="connsiteY1979" fmla="*/ 4028819 h 8402012"/>
              <a:gd name="connsiteX1980" fmla="*/ 19241923 w 21052571"/>
              <a:gd name="connsiteY1980" fmla="*/ 4060929 h 8402012"/>
              <a:gd name="connsiteX1981" fmla="*/ 19228795 w 21052571"/>
              <a:gd name="connsiteY1981" fmla="*/ 4028819 h 8402012"/>
              <a:gd name="connsiteX1982" fmla="*/ 9933170 w 21052571"/>
              <a:gd name="connsiteY1982" fmla="*/ 4028819 h 8402012"/>
              <a:gd name="connsiteX1983" fmla="*/ 9930340 w 21052571"/>
              <a:gd name="connsiteY1983" fmla="*/ 4033882 h 8402012"/>
              <a:gd name="connsiteX1984" fmla="*/ 9930644 w 21052571"/>
              <a:gd name="connsiteY1984" fmla="*/ 4033338 h 8402012"/>
              <a:gd name="connsiteX1985" fmla="*/ 9933170 w 21052571"/>
              <a:gd name="connsiteY1985" fmla="*/ 4028819 h 8402012"/>
              <a:gd name="connsiteX1986" fmla="*/ 11260567 w 21052571"/>
              <a:gd name="connsiteY1986" fmla="*/ 4025783 h 8402012"/>
              <a:gd name="connsiteX1987" fmla="*/ 11279169 w 21052571"/>
              <a:gd name="connsiteY1987" fmla="*/ 4060799 h 8402012"/>
              <a:gd name="connsiteX1988" fmla="*/ 11228116 w 21052571"/>
              <a:gd name="connsiteY1988" fmla="*/ 4028965 h 8402012"/>
              <a:gd name="connsiteX1989" fmla="*/ 11260567 w 21052571"/>
              <a:gd name="connsiteY1989" fmla="*/ 4025783 h 8402012"/>
              <a:gd name="connsiteX1990" fmla="*/ 17012167 w 21052571"/>
              <a:gd name="connsiteY1990" fmla="*/ 4025782 h 8402012"/>
              <a:gd name="connsiteX1991" fmla="*/ 17033211 w 21052571"/>
              <a:gd name="connsiteY1991" fmla="*/ 4060799 h 8402012"/>
              <a:gd name="connsiteX1992" fmla="*/ 16982159 w 21052571"/>
              <a:gd name="connsiteY1992" fmla="*/ 4028962 h 8402012"/>
              <a:gd name="connsiteX1993" fmla="*/ 17012167 w 21052571"/>
              <a:gd name="connsiteY1993" fmla="*/ 4025782 h 8402012"/>
              <a:gd name="connsiteX1994" fmla="*/ 9924688 w 21052571"/>
              <a:gd name="connsiteY1994" fmla="*/ 4014601 h 8402012"/>
              <a:gd name="connsiteX1995" fmla="*/ 9942650 w 21052571"/>
              <a:gd name="connsiteY1995" fmla="*/ 4014601 h 8402012"/>
              <a:gd name="connsiteX1996" fmla="*/ 9924688 w 21052571"/>
              <a:gd name="connsiteY1996" fmla="*/ 4014601 h 8402012"/>
              <a:gd name="connsiteX1997" fmla="*/ 10691475 w 21052571"/>
              <a:gd name="connsiteY1997" fmla="*/ 4009865 h 8402012"/>
              <a:gd name="connsiteX1998" fmla="*/ 10591392 w 21052571"/>
              <a:gd name="connsiteY1998" fmla="*/ 4056286 h 8402012"/>
              <a:gd name="connsiteX1999" fmla="*/ 10581228 w 21052571"/>
              <a:gd name="connsiteY1999" fmla="*/ 4044994 h 8402012"/>
              <a:gd name="connsiteX2000" fmla="*/ 10591993 w 21052571"/>
              <a:gd name="connsiteY2000" fmla="*/ 4062312 h 8402012"/>
              <a:gd name="connsiteX2001" fmla="*/ 10574031 w 21052571"/>
              <a:gd name="connsiteY2001" fmla="*/ 4062312 h 8402012"/>
              <a:gd name="connsiteX2002" fmla="*/ 10579879 w 21052571"/>
              <a:gd name="connsiteY2002" fmla="*/ 4043490 h 8402012"/>
              <a:gd name="connsiteX2003" fmla="*/ 10578773 w 21052571"/>
              <a:gd name="connsiteY2003" fmla="*/ 4042265 h 8402012"/>
              <a:gd name="connsiteX2004" fmla="*/ 10691475 w 21052571"/>
              <a:gd name="connsiteY2004" fmla="*/ 4009865 h 8402012"/>
              <a:gd name="connsiteX2005" fmla="*/ 19192671 w 21052571"/>
              <a:gd name="connsiteY2005" fmla="*/ 4001460 h 8402012"/>
              <a:gd name="connsiteX2006" fmla="*/ 19208811 w 21052571"/>
              <a:gd name="connsiteY2006" fmla="*/ 4032461 h 8402012"/>
              <a:gd name="connsiteX2007" fmla="*/ 19171919 w 21052571"/>
              <a:gd name="connsiteY2007" fmla="*/ 4019234 h 8402012"/>
              <a:gd name="connsiteX2008" fmla="*/ 19192671 w 21052571"/>
              <a:gd name="connsiteY2008" fmla="*/ 4001460 h 8402012"/>
              <a:gd name="connsiteX2009" fmla="*/ 15773526 w 21052571"/>
              <a:gd name="connsiteY2009" fmla="*/ 4000387 h 8402012"/>
              <a:gd name="connsiteX2010" fmla="*/ 15805632 w 21052571"/>
              <a:gd name="connsiteY2010" fmla="*/ 4011972 h 8402012"/>
              <a:gd name="connsiteX2011" fmla="*/ 15779948 w 21052571"/>
              <a:gd name="connsiteY2011" fmla="*/ 4056211 h 8402012"/>
              <a:gd name="connsiteX2012" fmla="*/ 15773526 w 21052571"/>
              <a:gd name="connsiteY2012" fmla="*/ 4000387 h 8402012"/>
              <a:gd name="connsiteX2013" fmla="*/ 13336302 w 21052571"/>
              <a:gd name="connsiteY2013" fmla="*/ 4000386 h 8402012"/>
              <a:gd name="connsiteX2014" fmla="*/ 13318340 w 21052571"/>
              <a:gd name="connsiteY2014" fmla="*/ 4032456 h 8402012"/>
              <a:gd name="connsiteX2015" fmla="*/ 13336302 w 21052571"/>
              <a:gd name="connsiteY2015" fmla="*/ 4000386 h 8402012"/>
              <a:gd name="connsiteX2016" fmla="*/ 13241507 w 21052571"/>
              <a:gd name="connsiteY2016" fmla="*/ 4000386 h 8402012"/>
              <a:gd name="connsiteX2017" fmla="*/ 13223545 w 21052571"/>
              <a:gd name="connsiteY2017" fmla="*/ 4032456 h 8402012"/>
              <a:gd name="connsiteX2018" fmla="*/ 13241507 w 21052571"/>
              <a:gd name="connsiteY2018" fmla="*/ 4000386 h 8402012"/>
              <a:gd name="connsiteX2019" fmla="*/ 16962199 w 21052571"/>
              <a:gd name="connsiteY2019" fmla="*/ 4000386 h 8402012"/>
              <a:gd name="connsiteX2020" fmla="*/ 16944239 w 21052571"/>
              <a:gd name="connsiteY2020" fmla="*/ 4032456 h 8402012"/>
              <a:gd name="connsiteX2021" fmla="*/ 16962199 w 21052571"/>
              <a:gd name="connsiteY2021" fmla="*/ 4000386 h 8402012"/>
              <a:gd name="connsiteX2022" fmla="*/ 15303196 w 21052571"/>
              <a:gd name="connsiteY2022" fmla="*/ 4000386 h 8402012"/>
              <a:gd name="connsiteX2023" fmla="*/ 15303196 w 21052571"/>
              <a:gd name="connsiteY2023" fmla="*/ 4032456 h 8402012"/>
              <a:gd name="connsiteX2024" fmla="*/ 15303196 w 21052571"/>
              <a:gd name="connsiteY2024" fmla="*/ 4000386 h 8402012"/>
              <a:gd name="connsiteX2025" fmla="*/ 17702599 w 21052571"/>
              <a:gd name="connsiteY2025" fmla="*/ 4000385 h 8402012"/>
              <a:gd name="connsiteX2026" fmla="*/ 17715727 w 21052571"/>
              <a:gd name="connsiteY2026" fmla="*/ 4032456 h 8402012"/>
              <a:gd name="connsiteX2027" fmla="*/ 17702599 w 21052571"/>
              <a:gd name="connsiteY2027" fmla="*/ 4000385 h 8402012"/>
              <a:gd name="connsiteX2028" fmla="*/ 20033551 w 21052571"/>
              <a:gd name="connsiteY2028" fmla="*/ 4000385 h 8402012"/>
              <a:gd name="connsiteX2029" fmla="*/ 20015587 w 21052571"/>
              <a:gd name="connsiteY2029" fmla="*/ 4032455 h 8402012"/>
              <a:gd name="connsiteX2030" fmla="*/ 20033551 w 21052571"/>
              <a:gd name="connsiteY2030" fmla="*/ 4000385 h 8402012"/>
              <a:gd name="connsiteX2031" fmla="*/ 19578439 w 21052571"/>
              <a:gd name="connsiteY2031" fmla="*/ 4000385 h 8402012"/>
              <a:gd name="connsiteX2032" fmla="*/ 19565315 w 21052571"/>
              <a:gd name="connsiteY2032" fmla="*/ 4032455 h 8402012"/>
              <a:gd name="connsiteX2033" fmla="*/ 19578439 w 21052571"/>
              <a:gd name="connsiteY2033" fmla="*/ 4000385 h 8402012"/>
              <a:gd name="connsiteX2034" fmla="*/ 20602223 w 21052571"/>
              <a:gd name="connsiteY2034" fmla="*/ 4000385 h 8402012"/>
              <a:gd name="connsiteX2035" fmla="*/ 20589099 w 21052571"/>
              <a:gd name="connsiteY2035" fmla="*/ 4032455 h 8402012"/>
              <a:gd name="connsiteX2036" fmla="*/ 20602223 w 21052571"/>
              <a:gd name="connsiteY2036" fmla="*/ 4000385 h 8402012"/>
              <a:gd name="connsiteX2037" fmla="*/ 18617095 w 21052571"/>
              <a:gd name="connsiteY2037" fmla="*/ 3982954 h 8402012"/>
              <a:gd name="connsiteX2038" fmla="*/ 18614007 w 21052571"/>
              <a:gd name="connsiteY2038" fmla="*/ 4005724 h 8402012"/>
              <a:gd name="connsiteX2039" fmla="*/ 18617895 w 21052571"/>
              <a:gd name="connsiteY2039" fmla="*/ 4011435 h 8402012"/>
              <a:gd name="connsiteX2040" fmla="*/ 18618999 w 21052571"/>
              <a:gd name="connsiteY2040" fmla="*/ 3997137 h 8402012"/>
              <a:gd name="connsiteX2041" fmla="*/ 18630403 w 21052571"/>
              <a:gd name="connsiteY2041" fmla="*/ 4000079 h 8402012"/>
              <a:gd name="connsiteX2042" fmla="*/ 18624331 w 21052571"/>
              <a:gd name="connsiteY2042" fmla="*/ 4006367 h 8402012"/>
              <a:gd name="connsiteX2043" fmla="*/ 18619763 w 21052571"/>
              <a:gd name="connsiteY2043" fmla="*/ 4014180 h 8402012"/>
              <a:gd name="connsiteX2044" fmla="*/ 18627039 w 21052571"/>
              <a:gd name="connsiteY2044" fmla="*/ 4024867 h 8402012"/>
              <a:gd name="connsiteX2045" fmla="*/ 18661159 w 21052571"/>
              <a:gd name="connsiteY2045" fmla="*/ 4047437 h 8402012"/>
              <a:gd name="connsiteX2046" fmla="*/ 18783683 w 21052571"/>
              <a:gd name="connsiteY2046" fmla="*/ 4086126 h 8402012"/>
              <a:gd name="connsiteX2047" fmla="*/ 18680507 w 21052571"/>
              <a:gd name="connsiteY2047" fmla="*/ 4028090 h 8402012"/>
              <a:gd name="connsiteX2048" fmla="*/ 18617095 w 21052571"/>
              <a:gd name="connsiteY2048" fmla="*/ 3982954 h 8402012"/>
              <a:gd name="connsiteX2049" fmla="*/ 15127852 w 21052571"/>
              <a:gd name="connsiteY2049" fmla="*/ 3973524 h 8402012"/>
              <a:gd name="connsiteX2050" fmla="*/ 15095742 w 21052571"/>
              <a:gd name="connsiteY2050" fmla="*/ 3998802 h 8402012"/>
              <a:gd name="connsiteX2051" fmla="*/ 15127852 w 21052571"/>
              <a:gd name="connsiteY2051" fmla="*/ 3973524 h 8402012"/>
              <a:gd name="connsiteX2052" fmla="*/ 16825747 w 21052571"/>
              <a:gd name="connsiteY2052" fmla="*/ 3973523 h 8402012"/>
              <a:gd name="connsiteX2053" fmla="*/ 16862639 w 21052571"/>
              <a:gd name="connsiteY2053" fmla="*/ 3998802 h 8402012"/>
              <a:gd name="connsiteX2054" fmla="*/ 16825747 w 21052571"/>
              <a:gd name="connsiteY2054" fmla="*/ 3973523 h 8402012"/>
              <a:gd name="connsiteX2055" fmla="*/ 17828947 w 21052571"/>
              <a:gd name="connsiteY2055" fmla="*/ 3971948 h 8402012"/>
              <a:gd name="connsiteX2056" fmla="*/ 17867423 w 21052571"/>
              <a:gd name="connsiteY2056" fmla="*/ 4117814 h 8402012"/>
              <a:gd name="connsiteX2057" fmla="*/ 17772299 w 21052571"/>
              <a:gd name="connsiteY2057" fmla="*/ 4047544 h 8402012"/>
              <a:gd name="connsiteX2058" fmla="*/ 17828947 w 21052571"/>
              <a:gd name="connsiteY2058" fmla="*/ 3971948 h 8402012"/>
              <a:gd name="connsiteX2059" fmla="*/ 10976910 w 21052571"/>
              <a:gd name="connsiteY2059" fmla="*/ 3971945 h 8402012"/>
              <a:gd name="connsiteX2060" fmla="*/ 10994872 w 21052571"/>
              <a:gd name="connsiteY2060" fmla="*/ 3999245 h 8402012"/>
              <a:gd name="connsiteX2061" fmla="*/ 10976910 w 21052571"/>
              <a:gd name="connsiteY2061" fmla="*/ 3971945 h 8402012"/>
              <a:gd name="connsiteX2062" fmla="*/ 15925198 w 21052571"/>
              <a:gd name="connsiteY2062" fmla="*/ 3971945 h 8402012"/>
              <a:gd name="connsiteX2063" fmla="*/ 15962062 w 21052571"/>
              <a:gd name="connsiteY2063" fmla="*/ 3984110 h 8402012"/>
              <a:gd name="connsiteX2064" fmla="*/ 15925198 w 21052571"/>
              <a:gd name="connsiteY2064" fmla="*/ 3971945 h 8402012"/>
              <a:gd name="connsiteX2065" fmla="*/ 13601727 w 21052571"/>
              <a:gd name="connsiteY2065" fmla="*/ 3971945 h 8402012"/>
              <a:gd name="connsiteX2066" fmla="*/ 13583765 w 21052571"/>
              <a:gd name="connsiteY2066" fmla="*/ 3999245 h 8402012"/>
              <a:gd name="connsiteX2067" fmla="*/ 13601727 w 21052571"/>
              <a:gd name="connsiteY2067" fmla="*/ 3971945 h 8402012"/>
              <a:gd name="connsiteX2068" fmla="*/ 20541703 w 21052571"/>
              <a:gd name="connsiteY2068" fmla="*/ 3971944 h 8402012"/>
              <a:gd name="connsiteX2069" fmla="*/ 20554827 w 21052571"/>
              <a:gd name="connsiteY2069" fmla="*/ 3999245 h 8402012"/>
              <a:gd name="connsiteX2070" fmla="*/ 20541703 w 21052571"/>
              <a:gd name="connsiteY2070" fmla="*/ 3971944 h 8402012"/>
              <a:gd name="connsiteX2071" fmla="*/ 18565507 w 21052571"/>
              <a:gd name="connsiteY2071" fmla="*/ 3971132 h 8402012"/>
              <a:gd name="connsiteX2072" fmla="*/ 18584851 w 21052571"/>
              <a:gd name="connsiteY2072" fmla="*/ 3996927 h 8402012"/>
              <a:gd name="connsiteX2073" fmla="*/ 18565507 w 21052571"/>
              <a:gd name="connsiteY2073" fmla="*/ 3971132 h 8402012"/>
              <a:gd name="connsiteX2074" fmla="*/ 16566904 w 21052571"/>
              <a:gd name="connsiteY2074" fmla="*/ 3967637 h 8402012"/>
              <a:gd name="connsiteX2075" fmla="*/ 16601926 w 21052571"/>
              <a:gd name="connsiteY2075" fmla="*/ 3974099 h 8402012"/>
              <a:gd name="connsiteX2076" fmla="*/ 16546102 w 21052571"/>
              <a:gd name="connsiteY2076" fmla="*/ 3999954 h 8402012"/>
              <a:gd name="connsiteX2077" fmla="*/ 16566904 w 21052571"/>
              <a:gd name="connsiteY2077" fmla="*/ 3967637 h 8402012"/>
              <a:gd name="connsiteX2078" fmla="*/ 12227107 w 21052571"/>
              <a:gd name="connsiteY2078" fmla="*/ 3941563 h 8402012"/>
              <a:gd name="connsiteX2079" fmla="*/ 12213982 w 21052571"/>
              <a:gd name="connsiteY2079" fmla="*/ 3947178 h 8402012"/>
              <a:gd name="connsiteX2080" fmla="*/ 12226912 w 21052571"/>
              <a:gd name="connsiteY2080" fmla="*/ 3941576 h 8402012"/>
              <a:gd name="connsiteX2081" fmla="*/ 16526116 w 21052571"/>
              <a:gd name="connsiteY2081" fmla="*/ 3940173 h 8402012"/>
              <a:gd name="connsiteX2082" fmla="*/ 16489224 w 21052571"/>
              <a:gd name="connsiteY2082" fmla="*/ 3970916 h 8402012"/>
              <a:gd name="connsiteX2083" fmla="*/ 16526116 w 21052571"/>
              <a:gd name="connsiteY2083" fmla="*/ 3940173 h 8402012"/>
              <a:gd name="connsiteX2084" fmla="*/ 19526371 w 21052571"/>
              <a:gd name="connsiteY2084" fmla="*/ 3940172 h 8402012"/>
              <a:gd name="connsiteX2085" fmla="*/ 19489479 w 21052571"/>
              <a:gd name="connsiteY2085" fmla="*/ 3970916 h 8402012"/>
              <a:gd name="connsiteX2086" fmla="*/ 19526371 w 21052571"/>
              <a:gd name="connsiteY2086" fmla="*/ 3940172 h 8402012"/>
              <a:gd name="connsiteX2087" fmla="*/ 13460727 w 21052571"/>
              <a:gd name="connsiteY2087" fmla="*/ 3938769 h 8402012"/>
              <a:gd name="connsiteX2088" fmla="*/ 13492647 w 21052571"/>
              <a:gd name="connsiteY2088" fmla="*/ 3985036 h 8402012"/>
              <a:gd name="connsiteX2089" fmla="*/ 13460727 w 21052571"/>
              <a:gd name="connsiteY2089" fmla="*/ 3938769 h 8402012"/>
              <a:gd name="connsiteX2090" fmla="*/ 10133238 w 21052571"/>
              <a:gd name="connsiteY2090" fmla="*/ 3938767 h 8402012"/>
              <a:gd name="connsiteX2091" fmla="*/ 10151200 w 21052571"/>
              <a:gd name="connsiteY2091" fmla="*/ 3970875 h 8402012"/>
              <a:gd name="connsiteX2092" fmla="*/ 10133238 w 21052571"/>
              <a:gd name="connsiteY2092" fmla="*/ 3938767 h 8402012"/>
              <a:gd name="connsiteX2093" fmla="*/ 19735947 w 21052571"/>
              <a:gd name="connsiteY2093" fmla="*/ 3938767 h 8402012"/>
              <a:gd name="connsiteX2094" fmla="*/ 19753907 w 21052571"/>
              <a:gd name="connsiteY2094" fmla="*/ 3970875 h 8402012"/>
              <a:gd name="connsiteX2095" fmla="*/ 19735947 w 21052571"/>
              <a:gd name="connsiteY2095" fmla="*/ 3938767 h 8402012"/>
              <a:gd name="connsiteX2096" fmla="*/ 14881456 w 21052571"/>
              <a:gd name="connsiteY2096" fmla="*/ 3938767 h 8402012"/>
              <a:gd name="connsiteX2097" fmla="*/ 14863494 w 21052571"/>
              <a:gd name="connsiteY2097" fmla="*/ 3970875 h 8402012"/>
              <a:gd name="connsiteX2098" fmla="*/ 14881456 w 21052571"/>
              <a:gd name="connsiteY2098" fmla="*/ 3938767 h 8402012"/>
              <a:gd name="connsiteX2099" fmla="*/ 14925110 w 21052571"/>
              <a:gd name="connsiteY2099" fmla="*/ 3938765 h 8402012"/>
              <a:gd name="connsiteX2100" fmla="*/ 14961974 w 21052571"/>
              <a:gd name="connsiteY2100" fmla="*/ 3951175 h 8402012"/>
              <a:gd name="connsiteX2101" fmla="*/ 14925110 w 21052571"/>
              <a:gd name="connsiteY2101" fmla="*/ 3994609 h 8402012"/>
              <a:gd name="connsiteX2102" fmla="*/ 14925110 w 21052571"/>
              <a:gd name="connsiteY2102" fmla="*/ 3938765 h 8402012"/>
              <a:gd name="connsiteX2103" fmla="*/ 15625454 w 21052571"/>
              <a:gd name="connsiteY2103" fmla="*/ 3938765 h 8402012"/>
              <a:gd name="connsiteX2104" fmla="*/ 15604980 w 21052571"/>
              <a:gd name="connsiteY2104" fmla="*/ 3994609 h 8402012"/>
              <a:gd name="connsiteX2105" fmla="*/ 15625454 w 21052571"/>
              <a:gd name="connsiteY2105" fmla="*/ 3938765 h 8402012"/>
              <a:gd name="connsiteX2106" fmla="*/ 13941227 w 21052571"/>
              <a:gd name="connsiteY2106" fmla="*/ 3936396 h 8402012"/>
              <a:gd name="connsiteX2107" fmla="*/ 13976130 w 21052571"/>
              <a:gd name="connsiteY2107" fmla="*/ 3939713 h 8402012"/>
              <a:gd name="connsiteX2108" fmla="*/ 13920286 w 21052571"/>
              <a:gd name="connsiteY2108" fmla="*/ 3972892 h 8402012"/>
              <a:gd name="connsiteX2109" fmla="*/ 13941227 w 21052571"/>
              <a:gd name="connsiteY2109" fmla="*/ 3936396 h 8402012"/>
              <a:gd name="connsiteX2110" fmla="*/ 12242336 w 21052571"/>
              <a:gd name="connsiteY2110" fmla="*/ 3936380 h 8402012"/>
              <a:gd name="connsiteX2111" fmla="*/ 12239842 w 21052571"/>
              <a:gd name="connsiteY2111" fmla="*/ 3940774 h 8402012"/>
              <a:gd name="connsiteX2112" fmla="*/ 12227107 w 21052571"/>
              <a:gd name="connsiteY2112" fmla="*/ 3941563 h 8402012"/>
              <a:gd name="connsiteX2113" fmla="*/ 12237603 w 21052571"/>
              <a:gd name="connsiteY2113" fmla="*/ 3937073 h 8402012"/>
              <a:gd name="connsiteX2114" fmla="*/ 10939187 w 21052571"/>
              <a:gd name="connsiteY2114" fmla="*/ 3929286 h 8402012"/>
              <a:gd name="connsiteX2115" fmla="*/ 10971107 w 21052571"/>
              <a:gd name="connsiteY2115" fmla="*/ 3929286 h 8402012"/>
              <a:gd name="connsiteX2116" fmla="*/ 10964723 w 21052571"/>
              <a:gd name="connsiteY2116" fmla="*/ 3999323 h 8402012"/>
              <a:gd name="connsiteX2117" fmla="*/ 10920035 w 21052571"/>
              <a:gd name="connsiteY2117" fmla="*/ 3999323 h 8402012"/>
              <a:gd name="connsiteX2118" fmla="*/ 10939187 w 21052571"/>
              <a:gd name="connsiteY2118" fmla="*/ 3929286 h 8402012"/>
              <a:gd name="connsiteX2119" fmla="*/ 13184670 w 21052571"/>
              <a:gd name="connsiteY2119" fmla="*/ 3919831 h 8402012"/>
              <a:gd name="connsiteX2120" fmla="*/ 13229838 w 21052571"/>
              <a:gd name="connsiteY2120" fmla="*/ 3952146 h 8402012"/>
              <a:gd name="connsiteX2121" fmla="*/ 13107238 w 21052571"/>
              <a:gd name="connsiteY2121" fmla="*/ 4009238 h 8402012"/>
              <a:gd name="connsiteX2122" fmla="*/ 12741590 w 21052571"/>
              <a:gd name="connsiteY2122" fmla="*/ 4060945 h 8402012"/>
              <a:gd name="connsiteX2123" fmla="*/ 12542634 w 21052571"/>
              <a:gd name="connsiteY2123" fmla="*/ 4060945 h 8402012"/>
              <a:gd name="connsiteX2124" fmla="*/ 12510371 w 21052571"/>
              <a:gd name="connsiteY2124" fmla="*/ 4106189 h 8402012"/>
              <a:gd name="connsiteX2125" fmla="*/ 12452298 w 21052571"/>
              <a:gd name="connsiteY2125" fmla="*/ 4112651 h 8402012"/>
              <a:gd name="connsiteX2126" fmla="*/ 12073744 w 21052571"/>
              <a:gd name="connsiteY2126" fmla="*/ 4164358 h 8402012"/>
              <a:gd name="connsiteX2127" fmla="*/ 11323089 w 21052571"/>
              <a:gd name="connsiteY2127" fmla="*/ 4393697 h 8402012"/>
              <a:gd name="connsiteX2128" fmla="*/ 10957441 w 21052571"/>
              <a:gd name="connsiteY2128" fmla="*/ 4535889 h 8402012"/>
              <a:gd name="connsiteX2129" fmla="*/ 10867104 w 21052571"/>
              <a:gd name="connsiteY2129" fmla="*/ 4581132 h 8402012"/>
              <a:gd name="connsiteX2130" fmla="*/ 10809031 w 21052571"/>
              <a:gd name="connsiteY2130" fmla="*/ 4587595 h 8402012"/>
              <a:gd name="connsiteX2131" fmla="*/ 10816559 w 21052571"/>
              <a:gd name="connsiteY2131" fmla="*/ 4458330 h 8402012"/>
              <a:gd name="connsiteX2132" fmla="*/ 10883555 w 21052571"/>
              <a:gd name="connsiteY2132" fmla="*/ 4435607 h 8402012"/>
              <a:gd name="connsiteX2133" fmla="*/ 10892077 w 21052571"/>
              <a:gd name="connsiteY2133" fmla="*/ 4397451 h 8402012"/>
              <a:gd name="connsiteX2134" fmla="*/ 10891595 w 21052571"/>
              <a:gd name="connsiteY2134" fmla="*/ 4396383 h 8402012"/>
              <a:gd name="connsiteX2135" fmla="*/ 10892628 w 21052571"/>
              <a:gd name="connsiteY2135" fmla="*/ 4394984 h 8402012"/>
              <a:gd name="connsiteX2136" fmla="*/ 10892915 w 21052571"/>
              <a:gd name="connsiteY2136" fmla="*/ 4393697 h 8402012"/>
              <a:gd name="connsiteX2137" fmla="*/ 10893270 w 21052571"/>
              <a:gd name="connsiteY2137" fmla="*/ 4394113 h 8402012"/>
              <a:gd name="connsiteX2138" fmla="*/ 10898330 w 21052571"/>
              <a:gd name="connsiteY2138" fmla="*/ 4387259 h 8402012"/>
              <a:gd name="connsiteX2139" fmla="*/ 10909557 w 21052571"/>
              <a:gd name="connsiteY2139" fmla="*/ 4396383 h 8402012"/>
              <a:gd name="connsiteX2140" fmla="*/ 10902831 w 21052571"/>
              <a:gd name="connsiteY2140" fmla="*/ 4405328 h 8402012"/>
              <a:gd name="connsiteX2141" fmla="*/ 10904711 w 21052571"/>
              <a:gd name="connsiteY2141" fmla="*/ 4407532 h 8402012"/>
              <a:gd name="connsiteX2142" fmla="*/ 10950988 w 21052571"/>
              <a:gd name="connsiteY2142" fmla="*/ 4406623 h 8402012"/>
              <a:gd name="connsiteX2143" fmla="*/ 11033797 w 21052571"/>
              <a:gd name="connsiteY2143" fmla="*/ 4393697 h 8402012"/>
              <a:gd name="connsiteX2144" fmla="*/ 11014439 w 21052571"/>
              <a:gd name="connsiteY2144" fmla="*/ 4349531 h 8402012"/>
              <a:gd name="connsiteX2145" fmla="*/ 10950988 w 21052571"/>
              <a:gd name="connsiteY2145" fmla="*/ 4375384 h 8402012"/>
              <a:gd name="connsiteX2146" fmla="*/ 10867104 w 21052571"/>
              <a:gd name="connsiteY2146" fmla="*/ 4330141 h 8402012"/>
              <a:gd name="connsiteX2147" fmla="*/ 12036104 w 21052571"/>
              <a:gd name="connsiteY2147" fmla="*/ 4009238 h 8402012"/>
              <a:gd name="connsiteX2148" fmla="*/ 11547856 w 21052571"/>
              <a:gd name="connsiteY2148" fmla="*/ 4195489 h 8402012"/>
              <a:gd name="connsiteX2149" fmla="*/ 11310184 w 21052571"/>
              <a:gd name="connsiteY2149" fmla="*/ 4265508 h 8402012"/>
              <a:gd name="connsiteX2150" fmla="*/ 11188660 w 21052571"/>
              <a:gd name="connsiteY2150" fmla="*/ 4284898 h 8402012"/>
              <a:gd name="connsiteX2151" fmla="*/ 11130586 w 21052571"/>
              <a:gd name="connsiteY2151" fmla="*/ 4284898 h 8402012"/>
              <a:gd name="connsiteX2152" fmla="*/ 11091870 w 21052571"/>
              <a:gd name="connsiteY2152" fmla="*/ 4349531 h 8402012"/>
              <a:gd name="connsiteX2153" fmla="*/ 11476877 w 21052571"/>
              <a:gd name="connsiteY2153" fmla="*/ 4265508 h 8402012"/>
              <a:gd name="connsiteX2154" fmla="*/ 11650022 w 21052571"/>
              <a:gd name="connsiteY2154" fmla="*/ 4195489 h 8402012"/>
              <a:gd name="connsiteX2155" fmla="*/ 11824243 w 21052571"/>
              <a:gd name="connsiteY2155" fmla="*/ 4138506 h 8402012"/>
              <a:gd name="connsiteX2156" fmla="*/ 12196344 w 21052571"/>
              <a:gd name="connsiteY2156" fmla="*/ 4048019 h 8402012"/>
              <a:gd name="connsiteX2157" fmla="*/ 12382394 w 21052571"/>
              <a:gd name="connsiteY2157" fmla="*/ 4015703 h 8402012"/>
              <a:gd name="connsiteX2158" fmla="*/ 12529729 w 21052571"/>
              <a:gd name="connsiteY2158" fmla="*/ 3971537 h 8402012"/>
              <a:gd name="connsiteX2159" fmla="*/ 13184670 w 21052571"/>
              <a:gd name="connsiteY2159" fmla="*/ 3919831 h 8402012"/>
              <a:gd name="connsiteX2160" fmla="*/ 14203682 w 21052571"/>
              <a:gd name="connsiteY2160" fmla="*/ 3919806 h 8402012"/>
              <a:gd name="connsiteX2161" fmla="*/ 14236750 w 21052571"/>
              <a:gd name="connsiteY2161" fmla="*/ 3938958 h 8402012"/>
              <a:gd name="connsiteX2162" fmla="*/ 14190455 w 21052571"/>
              <a:gd name="connsiteY2162" fmla="*/ 3970880 h 8402012"/>
              <a:gd name="connsiteX2163" fmla="*/ 14203682 w 21052571"/>
              <a:gd name="connsiteY2163" fmla="*/ 3919806 h 8402012"/>
              <a:gd name="connsiteX2164" fmla="*/ 13443216 w 21052571"/>
              <a:gd name="connsiteY2164" fmla="*/ 3919332 h 8402012"/>
              <a:gd name="connsiteX2165" fmla="*/ 13454700 w 21052571"/>
              <a:gd name="connsiteY2165" fmla="*/ 3921891 h 8402012"/>
              <a:gd name="connsiteX2166" fmla="*/ 13441575 w 21052571"/>
              <a:gd name="connsiteY2166" fmla="*/ 3942365 h 8402012"/>
              <a:gd name="connsiteX2167" fmla="*/ 13443216 w 21052571"/>
              <a:gd name="connsiteY2167" fmla="*/ 3919332 h 8402012"/>
              <a:gd name="connsiteX2168" fmla="*/ 13860136 w 21052571"/>
              <a:gd name="connsiteY2168" fmla="*/ 3910327 h 8402012"/>
              <a:gd name="connsiteX2169" fmla="*/ 13886031 w 21052571"/>
              <a:gd name="connsiteY2169" fmla="*/ 3954824 h 8402012"/>
              <a:gd name="connsiteX2170" fmla="*/ 13782451 w 21052571"/>
              <a:gd name="connsiteY2170" fmla="*/ 3991909 h 8402012"/>
              <a:gd name="connsiteX2171" fmla="*/ 13621685 w 21052571"/>
              <a:gd name="connsiteY2171" fmla="*/ 3999323 h 8402012"/>
              <a:gd name="connsiteX2172" fmla="*/ 13621685 w 21052571"/>
              <a:gd name="connsiteY2172" fmla="*/ 3942111 h 8402012"/>
              <a:gd name="connsiteX2173" fmla="*/ 13654054 w 21052571"/>
              <a:gd name="connsiteY2173" fmla="*/ 3935754 h 8402012"/>
              <a:gd name="connsiteX2174" fmla="*/ 13711239 w 21052571"/>
              <a:gd name="connsiteY2174" fmla="*/ 3935754 h 8402012"/>
              <a:gd name="connsiteX2175" fmla="*/ 13853662 w 21052571"/>
              <a:gd name="connsiteY2175" fmla="*/ 3923040 h 8402012"/>
              <a:gd name="connsiteX2176" fmla="*/ 13860136 w 21052571"/>
              <a:gd name="connsiteY2176" fmla="*/ 3910327 h 8402012"/>
              <a:gd name="connsiteX2177" fmla="*/ 10171155 w 21052571"/>
              <a:gd name="connsiteY2177" fmla="*/ 3910325 h 8402012"/>
              <a:gd name="connsiteX2178" fmla="*/ 10189117 w 21052571"/>
              <a:gd name="connsiteY2178" fmla="*/ 3942433 h 8402012"/>
              <a:gd name="connsiteX2179" fmla="*/ 10171155 w 21052571"/>
              <a:gd name="connsiteY2179" fmla="*/ 3910325 h 8402012"/>
              <a:gd name="connsiteX2180" fmla="*/ 13298330 w 21052571"/>
              <a:gd name="connsiteY2180" fmla="*/ 3910324 h 8402012"/>
              <a:gd name="connsiteX2181" fmla="*/ 13280423 w 21052571"/>
              <a:gd name="connsiteY2181" fmla="*/ 3942433 h 8402012"/>
              <a:gd name="connsiteX2182" fmla="*/ 13298330 w 21052571"/>
              <a:gd name="connsiteY2182" fmla="*/ 3910324 h 8402012"/>
              <a:gd name="connsiteX2183" fmla="*/ 11734271 w 21052571"/>
              <a:gd name="connsiteY2183" fmla="*/ 3910324 h 8402012"/>
              <a:gd name="connsiteX2184" fmla="*/ 11716309 w 21052571"/>
              <a:gd name="connsiteY2184" fmla="*/ 3942433 h 8402012"/>
              <a:gd name="connsiteX2185" fmla="*/ 11734271 w 21052571"/>
              <a:gd name="connsiteY2185" fmla="*/ 3910324 h 8402012"/>
              <a:gd name="connsiteX2186" fmla="*/ 16710998 w 21052571"/>
              <a:gd name="connsiteY2186" fmla="*/ 3910324 h 8402012"/>
              <a:gd name="connsiteX2187" fmla="*/ 16693034 w 21052571"/>
              <a:gd name="connsiteY2187" fmla="*/ 3942432 h 8402012"/>
              <a:gd name="connsiteX2188" fmla="*/ 16710998 w 21052571"/>
              <a:gd name="connsiteY2188" fmla="*/ 3910324 h 8402012"/>
              <a:gd name="connsiteX2189" fmla="*/ 16659854 w 21052571"/>
              <a:gd name="connsiteY2189" fmla="*/ 3910324 h 8402012"/>
              <a:gd name="connsiteX2190" fmla="*/ 16677816 w 21052571"/>
              <a:gd name="connsiteY2190" fmla="*/ 3942432 h 8402012"/>
              <a:gd name="connsiteX2191" fmla="*/ 16659854 w 21052571"/>
              <a:gd name="connsiteY2191" fmla="*/ 3910324 h 8402012"/>
              <a:gd name="connsiteX2192" fmla="*/ 17375559 w 21052571"/>
              <a:gd name="connsiteY2192" fmla="*/ 3910323 h 8402012"/>
              <a:gd name="connsiteX2193" fmla="*/ 17412451 w 21052571"/>
              <a:gd name="connsiteY2193" fmla="*/ 3910323 h 8402012"/>
              <a:gd name="connsiteX2194" fmla="*/ 17412451 w 21052571"/>
              <a:gd name="connsiteY2194" fmla="*/ 3942432 h 8402012"/>
              <a:gd name="connsiteX2195" fmla="*/ 17375559 w 21052571"/>
              <a:gd name="connsiteY2195" fmla="*/ 3942432 h 8402012"/>
              <a:gd name="connsiteX2196" fmla="*/ 17375559 w 21052571"/>
              <a:gd name="connsiteY2196" fmla="*/ 3910323 h 8402012"/>
              <a:gd name="connsiteX2197" fmla="*/ 19579535 w 21052571"/>
              <a:gd name="connsiteY2197" fmla="*/ 3910323 h 8402012"/>
              <a:gd name="connsiteX2198" fmla="*/ 19597495 w 21052571"/>
              <a:gd name="connsiteY2198" fmla="*/ 3942431 h 8402012"/>
              <a:gd name="connsiteX2199" fmla="*/ 19579535 w 21052571"/>
              <a:gd name="connsiteY2199" fmla="*/ 3910323 h 8402012"/>
              <a:gd name="connsiteX2200" fmla="*/ 19451559 w 21052571"/>
              <a:gd name="connsiteY2200" fmla="*/ 3910323 h 8402012"/>
              <a:gd name="connsiteX2201" fmla="*/ 19469467 w 21052571"/>
              <a:gd name="connsiteY2201" fmla="*/ 3942431 h 8402012"/>
              <a:gd name="connsiteX2202" fmla="*/ 19451559 w 21052571"/>
              <a:gd name="connsiteY2202" fmla="*/ 3910323 h 8402012"/>
              <a:gd name="connsiteX2203" fmla="*/ 9711990 w 21052571"/>
              <a:gd name="connsiteY2203" fmla="*/ 3908169 h 8402012"/>
              <a:gd name="connsiteX2204" fmla="*/ 9731335 w 21052571"/>
              <a:gd name="connsiteY2204" fmla="*/ 3940409 h 8402012"/>
              <a:gd name="connsiteX2205" fmla="*/ 9711990 w 21052571"/>
              <a:gd name="connsiteY2205" fmla="*/ 3908169 h 8402012"/>
              <a:gd name="connsiteX2206" fmla="*/ 14696577 w 21052571"/>
              <a:gd name="connsiteY2206" fmla="*/ 3907457 h 8402012"/>
              <a:gd name="connsiteX2207" fmla="*/ 14659685 w 21052571"/>
              <a:gd name="connsiteY2207" fmla="*/ 3940525 h 8402012"/>
              <a:gd name="connsiteX2208" fmla="*/ 14696577 w 21052571"/>
              <a:gd name="connsiteY2208" fmla="*/ 3907457 h 8402012"/>
              <a:gd name="connsiteX2209" fmla="*/ 19034467 w 21052571"/>
              <a:gd name="connsiteY2209" fmla="*/ 3906992 h 8402012"/>
              <a:gd name="connsiteX2210" fmla="*/ 19071331 w 21052571"/>
              <a:gd name="connsiteY2210" fmla="*/ 3937736 h 8402012"/>
              <a:gd name="connsiteX2211" fmla="*/ 19034467 w 21052571"/>
              <a:gd name="connsiteY2211" fmla="*/ 3906992 h 8402012"/>
              <a:gd name="connsiteX2212" fmla="*/ 15364180 w 21052571"/>
              <a:gd name="connsiteY2212" fmla="*/ 3890681 h 8402012"/>
              <a:gd name="connsiteX2213" fmla="*/ 15428808 w 21052571"/>
              <a:gd name="connsiteY2213" fmla="*/ 3908982 h 8402012"/>
              <a:gd name="connsiteX2214" fmla="*/ 15396222 w 21052571"/>
              <a:gd name="connsiteY2214" fmla="*/ 3947181 h 8402012"/>
              <a:gd name="connsiteX2215" fmla="*/ 15319102 w 21052571"/>
              <a:gd name="connsiteY2215" fmla="*/ 3940814 h 8402012"/>
              <a:gd name="connsiteX2216" fmla="*/ 15299550 w 21052571"/>
              <a:gd name="connsiteY2216" fmla="*/ 3896249 h 8402012"/>
              <a:gd name="connsiteX2217" fmla="*/ 15364180 w 21052571"/>
              <a:gd name="connsiteY2217" fmla="*/ 3890681 h 8402012"/>
              <a:gd name="connsiteX2218" fmla="*/ 10209271 w 21052571"/>
              <a:gd name="connsiteY2218" fmla="*/ 3877149 h 8402012"/>
              <a:gd name="connsiteX2219" fmla="*/ 10227046 w 21052571"/>
              <a:gd name="connsiteY2219" fmla="*/ 3942420 h 8402012"/>
              <a:gd name="connsiteX2220" fmla="*/ 10209271 w 21052571"/>
              <a:gd name="connsiteY2220" fmla="*/ 3877149 h 8402012"/>
              <a:gd name="connsiteX2221" fmla="*/ 13393180 w 21052571"/>
              <a:gd name="connsiteY2221" fmla="*/ 3877148 h 8402012"/>
              <a:gd name="connsiteX2222" fmla="*/ 13375218 w 21052571"/>
              <a:gd name="connsiteY2222" fmla="*/ 3942419 h 8402012"/>
              <a:gd name="connsiteX2223" fmla="*/ 13393180 w 21052571"/>
              <a:gd name="connsiteY2223" fmla="*/ 3877148 h 8402012"/>
              <a:gd name="connsiteX2224" fmla="*/ 13806534 w 21052571"/>
              <a:gd name="connsiteY2224" fmla="*/ 3877147 h 8402012"/>
              <a:gd name="connsiteX2225" fmla="*/ 13852829 w 21052571"/>
              <a:gd name="connsiteY2225" fmla="*/ 3889449 h 8402012"/>
              <a:gd name="connsiteX2226" fmla="*/ 13806534 w 21052571"/>
              <a:gd name="connsiteY2226" fmla="*/ 3877147 h 8402012"/>
              <a:gd name="connsiteX2227" fmla="*/ 13659603 w 21052571"/>
              <a:gd name="connsiteY2227" fmla="*/ 3877147 h 8402012"/>
              <a:gd name="connsiteX2228" fmla="*/ 13677565 w 21052571"/>
              <a:gd name="connsiteY2228" fmla="*/ 3909253 h 8402012"/>
              <a:gd name="connsiteX2229" fmla="*/ 13659603 w 21052571"/>
              <a:gd name="connsiteY2229" fmla="*/ 3877147 h 8402012"/>
              <a:gd name="connsiteX2230" fmla="*/ 11792144 w 21052571"/>
              <a:gd name="connsiteY2230" fmla="*/ 3877147 h 8402012"/>
              <a:gd name="connsiteX2231" fmla="*/ 11810106 w 21052571"/>
              <a:gd name="connsiteY2231" fmla="*/ 3909253 h 8402012"/>
              <a:gd name="connsiteX2232" fmla="*/ 11792144 w 21052571"/>
              <a:gd name="connsiteY2232" fmla="*/ 3877147 h 8402012"/>
              <a:gd name="connsiteX2233" fmla="*/ 20014595 w 21052571"/>
              <a:gd name="connsiteY2233" fmla="*/ 3877146 h 8402012"/>
              <a:gd name="connsiteX2234" fmla="*/ 19996631 w 21052571"/>
              <a:gd name="connsiteY2234" fmla="*/ 3909252 h 8402012"/>
              <a:gd name="connsiteX2235" fmla="*/ 20014595 w 21052571"/>
              <a:gd name="connsiteY2235" fmla="*/ 3877146 h 8402012"/>
              <a:gd name="connsiteX2236" fmla="*/ 19564319 w 21052571"/>
              <a:gd name="connsiteY2236" fmla="*/ 3877146 h 8402012"/>
              <a:gd name="connsiteX2237" fmla="*/ 19546355 w 21052571"/>
              <a:gd name="connsiteY2237" fmla="*/ 3909253 h 8402012"/>
              <a:gd name="connsiteX2238" fmla="*/ 19564319 w 21052571"/>
              <a:gd name="connsiteY2238" fmla="*/ 3877146 h 8402012"/>
              <a:gd name="connsiteX2239" fmla="*/ 11051722 w 21052571"/>
              <a:gd name="connsiteY2239" fmla="*/ 3874280 h 8402012"/>
              <a:gd name="connsiteX2240" fmla="*/ 11014830 w 21052571"/>
              <a:gd name="connsiteY2240" fmla="*/ 3907348 h 8402012"/>
              <a:gd name="connsiteX2241" fmla="*/ 11051722 w 21052571"/>
              <a:gd name="connsiteY2241" fmla="*/ 3874280 h 8402012"/>
              <a:gd name="connsiteX2242" fmla="*/ 18615335 w 21052571"/>
              <a:gd name="connsiteY2242" fmla="*/ 3873366 h 8402012"/>
              <a:gd name="connsiteX2243" fmla="*/ 18616407 w 21052571"/>
              <a:gd name="connsiteY2243" fmla="*/ 3875546 h 8402012"/>
              <a:gd name="connsiteX2244" fmla="*/ 18617471 w 21052571"/>
              <a:gd name="connsiteY2244" fmla="*/ 3877715 h 8402012"/>
              <a:gd name="connsiteX2245" fmla="*/ 20396187 w 21052571"/>
              <a:gd name="connsiteY2245" fmla="*/ 3864633 h 8402012"/>
              <a:gd name="connsiteX2246" fmla="*/ 20480391 w 21052571"/>
              <a:gd name="connsiteY2246" fmla="*/ 3916069 h 8402012"/>
              <a:gd name="connsiteX2247" fmla="*/ 20514263 w 21052571"/>
              <a:gd name="connsiteY2247" fmla="*/ 3962547 h 8402012"/>
              <a:gd name="connsiteX2248" fmla="*/ 20542031 w 21052571"/>
              <a:gd name="connsiteY2248" fmla="*/ 4014060 h 8402012"/>
              <a:gd name="connsiteX2249" fmla="*/ 20543343 w 21052571"/>
              <a:gd name="connsiteY2249" fmla="*/ 3997137 h 8402012"/>
              <a:gd name="connsiteX2250" fmla="*/ 20554827 w 21052571"/>
              <a:gd name="connsiteY2250" fmla="*/ 4000079 h 8402012"/>
              <a:gd name="connsiteX2251" fmla="*/ 20548263 w 21052571"/>
              <a:gd name="connsiteY2251" fmla="*/ 4006367 h 8402012"/>
              <a:gd name="connsiteX2252" fmla="*/ 20543015 w 21052571"/>
              <a:gd name="connsiteY2252" fmla="*/ 4015889 h 8402012"/>
              <a:gd name="connsiteX2253" fmla="*/ 20544083 w 21052571"/>
              <a:gd name="connsiteY2253" fmla="*/ 4017869 h 8402012"/>
              <a:gd name="connsiteX2254" fmla="*/ 20834483 w 21052571"/>
              <a:gd name="connsiteY2254" fmla="*/ 4317819 h 8402012"/>
              <a:gd name="connsiteX2255" fmla="*/ 20763235 w 21052571"/>
              <a:gd name="connsiteY2255" fmla="*/ 4285671 h 8402012"/>
              <a:gd name="connsiteX2256" fmla="*/ 20667155 w 21052571"/>
              <a:gd name="connsiteY2256" fmla="*/ 4190300 h 8402012"/>
              <a:gd name="connsiteX2257" fmla="*/ 20448003 w 21052571"/>
              <a:gd name="connsiteY2257" fmla="*/ 3980365 h 8402012"/>
              <a:gd name="connsiteX2258" fmla="*/ 20396187 w 21052571"/>
              <a:gd name="connsiteY2258" fmla="*/ 3864633 h 8402012"/>
              <a:gd name="connsiteX2259" fmla="*/ 17478731 w 21052571"/>
              <a:gd name="connsiteY2259" fmla="*/ 3848707 h 8402012"/>
              <a:gd name="connsiteX2260" fmla="*/ 17472115 w 21052571"/>
              <a:gd name="connsiteY2260" fmla="*/ 3937701 h 8402012"/>
              <a:gd name="connsiteX2261" fmla="*/ 17432435 w 21052571"/>
              <a:gd name="connsiteY2261" fmla="*/ 3886845 h 8402012"/>
              <a:gd name="connsiteX2262" fmla="*/ 17478731 w 21052571"/>
              <a:gd name="connsiteY2262" fmla="*/ 3848707 h 8402012"/>
              <a:gd name="connsiteX2263" fmla="*/ 10507676 w 21052571"/>
              <a:gd name="connsiteY2263" fmla="*/ 3843969 h 8402012"/>
              <a:gd name="connsiteX2264" fmla="*/ 10538564 w 21052571"/>
              <a:gd name="connsiteY2264" fmla="*/ 3843969 h 8402012"/>
              <a:gd name="connsiteX2265" fmla="*/ 10601406 w 21052571"/>
              <a:gd name="connsiteY2265" fmla="*/ 3843969 h 8402012"/>
              <a:gd name="connsiteX2266" fmla="*/ 10507676 w 21052571"/>
              <a:gd name="connsiteY2266" fmla="*/ 3909239 h 8402012"/>
              <a:gd name="connsiteX2267" fmla="*/ 10507676 w 21052571"/>
              <a:gd name="connsiteY2267" fmla="*/ 3843969 h 8402012"/>
              <a:gd name="connsiteX2268" fmla="*/ 16710998 w 21052571"/>
              <a:gd name="connsiteY2268" fmla="*/ 3843968 h 8402012"/>
              <a:gd name="connsiteX2269" fmla="*/ 16693034 w 21052571"/>
              <a:gd name="connsiteY2269" fmla="*/ 3876075 h 8402012"/>
              <a:gd name="connsiteX2270" fmla="*/ 16710998 w 21052571"/>
              <a:gd name="connsiteY2270" fmla="*/ 3843968 h 8402012"/>
              <a:gd name="connsiteX2271" fmla="*/ 11090665 w 21052571"/>
              <a:gd name="connsiteY2271" fmla="*/ 3843968 h 8402012"/>
              <a:gd name="connsiteX2272" fmla="*/ 11127557 w 21052571"/>
              <a:gd name="connsiteY2272" fmla="*/ 3843968 h 8402012"/>
              <a:gd name="connsiteX2273" fmla="*/ 11127557 w 21052571"/>
              <a:gd name="connsiteY2273" fmla="*/ 3876075 h 8402012"/>
              <a:gd name="connsiteX2274" fmla="*/ 11090665 w 21052571"/>
              <a:gd name="connsiteY2274" fmla="*/ 3876075 h 8402012"/>
              <a:gd name="connsiteX2275" fmla="*/ 11090665 w 21052571"/>
              <a:gd name="connsiteY2275" fmla="*/ 3843968 h 8402012"/>
              <a:gd name="connsiteX2276" fmla="*/ 18924451 w 21052571"/>
              <a:gd name="connsiteY2276" fmla="*/ 3843967 h 8402012"/>
              <a:gd name="connsiteX2277" fmla="*/ 18906491 w 21052571"/>
              <a:gd name="connsiteY2277" fmla="*/ 3876075 h 8402012"/>
              <a:gd name="connsiteX2278" fmla="*/ 18924451 w 21052571"/>
              <a:gd name="connsiteY2278" fmla="*/ 3843967 h 8402012"/>
              <a:gd name="connsiteX2279" fmla="*/ 19110299 w 21052571"/>
              <a:gd name="connsiteY2279" fmla="*/ 3843967 h 8402012"/>
              <a:gd name="connsiteX2280" fmla="*/ 19166143 w 21052571"/>
              <a:gd name="connsiteY2280" fmla="*/ 3856810 h 8402012"/>
              <a:gd name="connsiteX2281" fmla="*/ 19110299 w 21052571"/>
              <a:gd name="connsiteY2281" fmla="*/ 3876075 h 8402012"/>
              <a:gd name="connsiteX2282" fmla="*/ 19110299 w 21052571"/>
              <a:gd name="connsiteY2282" fmla="*/ 3843967 h 8402012"/>
              <a:gd name="connsiteX2283" fmla="*/ 19477719 w 21052571"/>
              <a:gd name="connsiteY2283" fmla="*/ 3827991 h 8402012"/>
              <a:gd name="connsiteX2284" fmla="*/ 19488387 w 21052571"/>
              <a:gd name="connsiteY2284" fmla="*/ 3830993 h 8402012"/>
              <a:gd name="connsiteX2285" fmla="*/ 19481823 w 21052571"/>
              <a:gd name="connsiteY2285" fmla="*/ 3842965 h 8402012"/>
              <a:gd name="connsiteX2286" fmla="*/ 19477719 w 21052571"/>
              <a:gd name="connsiteY2286" fmla="*/ 3827991 h 8402012"/>
              <a:gd name="connsiteX2287" fmla="*/ 19294871 w 21052571"/>
              <a:gd name="connsiteY2287" fmla="*/ 3820927 h 8402012"/>
              <a:gd name="connsiteX2288" fmla="*/ 19355707 w 21052571"/>
              <a:gd name="connsiteY2288" fmla="*/ 3904526 h 8402012"/>
              <a:gd name="connsiteX2289" fmla="*/ 19266711 w 21052571"/>
              <a:gd name="connsiteY2289" fmla="*/ 3872797 h 8402012"/>
              <a:gd name="connsiteX2290" fmla="*/ 19294871 w 21052571"/>
              <a:gd name="connsiteY2290" fmla="*/ 3820927 h 8402012"/>
              <a:gd name="connsiteX2291" fmla="*/ 20298919 w 21052571"/>
              <a:gd name="connsiteY2291" fmla="*/ 3812660 h 8402012"/>
              <a:gd name="connsiteX2292" fmla="*/ 20262055 w 21052571"/>
              <a:gd name="connsiteY2292" fmla="*/ 3845728 h 8402012"/>
              <a:gd name="connsiteX2293" fmla="*/ 20298919 w 21052571"/>
              <a:gd name="connsiteY2293" fmla="*/ 3812660 h 8402012"/>
              <a:gd name="connsiteX2294" fmla="*/ 19906079 w 21052571"/>
              <a:gd name="connsiteY2294" fmla="*/ 3811447 h 8402012"/>
              <a:gd name="connsiteX2295" fmla="*/ 19919723 w 21052571"/>
              <a:gd name="connsiteY2295" fmla="*/ 3842863 h 8402012"/>
              <a:gd name="connsiteX2296" fmla="*/ 19887619 w 21052571"/>
              <a:gd name="connsiteY2296" fmla="*/ 3829633 h 8402012"/>
              <a:gd name="connsiteX2297" fmla="*/ 19906079 w 21052571"/>
              <a:gd name="connsiteY2297" fmla="*/ 3811447 h 8402012"/>
              <a:gd name="connsiteX2298" fmla="*/ 17342379 w 21052571"/>
              <a:gd name="connsiteY2298" fmla="*/ 3810788 h 8402012"/>
              <a:gd name="connsiteX2299" fmla="*/ 17393451 w 21052571"/>
              <a:gd name="connsiteY2299" fmla="*/ 3856477 h 8402012"/>
              <a:gd name="connsiteX2300" fmla="*/ 17342379 w 21052571"/>
              <a:gd name="connsiteY2300" fmla="*/ 3810788 h 8402012"/>
              <a:gd name="connsiteX2301" fmla="*/ 19020247 w 21052571"/>
              <a:gd name="connsiteY2301" fmla="*/ 3810787 h 8402012"/>
              <a:gd name="connsiteX2302" fmla="*/ 19090267 w 21052571"/>
              <a:gd name="connsiteY2302" fmla="*/ 3810787 h 8402012"/>
              <a:gd name="connsiteX2303" fmla="*/ 19070875 w 21052571"/>
              <a:gd name="connsiteY2303" fmla="*/ 3876057 h 8402012"/>
              <a:gd name="connsiteX2304" fmla="*/ 19020247 w 21052571"/>
              <a:gd name="connsiteY2304" fmla="*/ 3810787 h 8402012"/>
              <a:gd name="connsiteX2305" fmla="*/ 11189200 w 21052571"/>
              <a:gd name="connsiteY2305" fmla="*/ 3810787 h 8402012"/>
              <a:gd name="connsiteX2306" fmla="*/ 11171238 w 21052571"/>
              <a:gd name="connsiteY2306" fmla="*/ 3842894 h 8402012"/>
              <a:gd name="connsiteX2307" fmla="*/ 11189200 w 21052571"/>
              <a:gd name="connsiteY2307" fmla="*/ 3810787 h 8402012"/>
              <a:gd name="connsiteX2308" fmla="*/ 14204671 w 21052571"/>
              <a:gd name="connsiteY2308" fmla="*/ 3810787 h 8402012"/>
              <a:gd name="connsiteX2309" fmla="*/ 14222633 w 21052571"/>
              <a:gd name="connsiteY2309" fmla="*/ 3842894 h 8402012"/>
              <a:gd name="connsiteX2310" fmla="*/ 14204671 w 21052571"/>
              <a:gd name="connsiteY2310" fmla="*/ 3810787 h 8402012"/>
              <a:gd name="connsiteX2311" fmla="*/ 13862317 w 21052571"/>
              <a:gd name="connsiteY2311" fmla="*/ 3810787 h 8402012"/>
              <a:gd name="connsiteX2312" fmla="*/ 13849192 w 21052571"/>
              <a:gd name="connsiteY2312" fmla="*/ 3842894 h 8402012"/>
              <a:gd name="connsiteX2313" fmla="*/ 13862317 w 21052571"/>
              <a:gd name="connsiteY2313" fmla="*/ 3810787 h 8402012"/>
              <a:gd name="connsiteX2314" fmla="*/ 15108870 w 21052571"/>
              <a:gd name="connsiteY2314" fmla="*/ 3810786 h 8402012"/>
              <a:gd name="connsiteX2315" fmla="*/ 15095742 w 21052571"/>
              <a:gd name="connsiteY2315" fmla="*/ 3842893 h 8402012"/>
              <a:gd name="connsiteX2316" fmla="*/ 15108870 w 21052571"/>
              <a:gd name="connsiteY2316" fmla="*/ 3810786 h 8402012"/>
              <a:gd name="connsiteX2317" fmla="*/ 14811358 w 21052571"/>
              <a:gd name="connsiteY2317" fmla="*/ 3806045 h 8402012"/>
              <a:gd name="connsiteX2318" fmla="*/ 14966686 w 21052571"/>
              <a:gd name="connsiteY2318" fmla="*/ 3812193 h 8402012"/>
              <a:gd name="connsiteX2319" fmla="*/ 14824392 w 21052571"/>
              <a:gd name="connsiteY2319" fmla="*/ 3842937 h 8402012"/>
              <a:gd name="connsiteX2320" fmla="*/ 14811358 w 21052571"/>
              <a:gd name="connsiteY2320" fmla="*/ 3806045 h 8402012"/>
              <a:gd name="connsiteX2321" fmla="*/ 13142458 w 21052571"/>
              <a:gd name="connsiteY2321" fmla="*/ 3804832 h 8402012"/>
              <a:gd name="connsiteX2322" fmla="*/ 13160904 w 21052571"/>
              <a:gd name="connsiteY2322" fmla="*/ 3816408 h 8402012"/>
              <a:gd name="connsiteX2323" fmla="*/ 13124012 w 21052571"/>
              <a:gd name="connsiteY2323" fmla="*/ 3842863 h 8402012"/>
              <a:gd name="connsiteX2324" fmla="*/ 13142458 w 21052571"/>
              <a:gd name="connsiteY2324" fmla="*/ 3804832 h 8402012"/>
              <a:gd name="connsiteX2325" fmla="*/ 15147386 w 21052571"/>
              <a:gd name="connsiteY2325" fmla="*/ 3796570 h 8402012"/>
              <a:gd name="connsiteX2326" fmla="*/ 15193006 w 21052571"/>
              <a:gd name="connsiteY2326" fmla="*/ 3841474 h 8402012"/>
              <a:gd name="connsiteX2327" fmla="*/ 15219076 w 21052571"/>
              <a:gd name="connsiteY2327" fmla="*/ 3886373 h 8402012"/>
              <a:gd name="connsiteX2328" fmla="*/ 15128922 w 21052571"/>
              <a:gd name="connsiteY2328" fmla="*/ 3905620 h 8402012"/>
              <a:gd name="connsiteX2329" fmla="*/ 15147386 w 21052571"/>
              <a:gd name="connsiteY2329" fmla="*/ 3796570 h 8402012"/>
              <a:gd name="connsiteX2330" fmla="*/ 11317119 w 21052571"/>
              <a:gd name="connsiteY2330" fmla="*/ 3796569 h 8402012"/>
              <a:gd name="connsiteX2331" fmla="*/ 11204417 w 21052571"/>
              <a:gd name="connsiteY2331" fmla="*/ 3842863 h 8402012"/>
              <a:gd name="connsiteX2332" fmla="*/ 11222323 w 21052571"/>
              <a:gd name="connsiteY2332" fmla="*/ 3803181 h 8402012"/>
              <a:gd name="connsiteX2333" fmla="*/ 11317119 w 21052571"/>
              <a:gd name="connsiteY2333" fmla="*/ 3796569 h 8402012"/>
              <a:gd name="connsiteX2334" fmla="*/ 19875039 w 21052571"/>
              <a:gd name="connsiteY2334" fmla="*/ 3794722 h 8402012"/>
              <a:gd name="connsiteX2335" fmla="*/ 19886527 w 21052571"/>
              <a:gd name="connsiteY2335" fmla="*/ 3797092 h 8402012"/>
              <a:gd name="connsiteX2336" fmla="*/ 19873399 w 21052571"/>
              <a:gd name="connsiteY2336" fmla="*/ 3809732 h 8402012"/>
              <a:gd name="connsiteX2337" fmla="*/ 19875039 w 21052571"/>
              <a:gd name="connsiteY2337" fmla="*/ 3794722 h 8402012"/>
              <a:gd name="connsiteX2338" fmla="*/ 15032314 w 21052571"/>
              <a:gd name="connsiteY2338" fmla="*/ 3791826 h 8402012"/>
              <a:gd name="connsiteX2339" fmla="*/ 15075748 w 21052571"/>
              <a:gd name="connsiteY2339" fmla="*/ 3842876 h 8402012"/>
              <a:gd name="connsiteX2340" fmla="*/ 15019906 w 21052571"/>
              <a:gd name="connsiteY2340" fmla="*/ 3842876 h 8402012"/>
              <a:gd name="connsiteX2341" fmla="*/ 15032314 w 21052571"/>
              <a:gd name="connsiteY2341" fmla="*/ 3791826 h 8402012"/>
              <a:gd name="connsiteX2342" fmla="*/ 13056578 w 21052571"/>
              <a:gd name="connsiteY2342" fmla="*/ 3787095 h 8402012"/>
              <a:gd name="connsiteX2343" fmla="*/ 13017789 w 21052571"/>
              <a:gd name="connsiteY2343" fmla="*/ 3851127 h 8402012"/>
              <a:gd name="connsiteX2344" fmla="*/ 12901420 w 21052571"/>
              <a:gd name="connsiteY2344" fmla="*/ 3863935 h 8402012"/>
              <a:gd name="connsiteX2345" fmla="*/ 12669760 w 21052571"/>
              <a:gd name="connsiteY2345" fmla="*/ 3889551 h 8402012"/>
              <a:gd name="connsiteX2346" fmla="*/ 12426247 w 21052571"/>
              <a:gd name="connsiteY2346" fmla="*/ 3921564 h 8402012"/>
              <a:gd name="connsiteX2347" fmla="*/ 12309879 w 21052571"/>
              <a:gd name="connsiteY2347" fmla="*/ 3934373 h 8402012"/>
              <a:gd name="connsiteX2348" fmla="*/ 12261526 w 21052571"/>
              <a:gd name="connsiteY2348" fmla="*/ 3933574 h 8402012"/>
              <a:gd name="connsiteX2349" fmla="*/ 12242336 w 21052571"/>
              <a:gd name="connsiteY2349" fmla="*/ 3936380 h 8402012"/>
              <a:gd name="connsiteX2350" fmla="*/ 12252503 w 21052571"/>
              <a:gd name="connsiteY2350" fmla="*/ 3918460 h 8402012"/>
              <a:gd name="connsiteX2351" fmla="*/ 12303414 w 21052571"/>
              <a:gd name="connsiteY2351" fmla="*/ 3895951 h 8402012"/>
              <a:gd name="connsiteX2352" fmla="*/ 12400388 w 21052571"/>
              <a:gd name="connsiteY2352" fmla="*/ 3883144 h 8402012"/>
              <a:gd name="connsiteX2353" fmla="*/ 12619118 w 21052571"/>
              <a:gd name="connsiteY2353" fmla="*/ 3851127 h 8402012"/>
              <a:gd name="connsiteX2354" fmla="*/ 13056578 w 21052571"/>
              <a:gd name="connsiteY2354" fmla="*/ 3787095 h 8402012"/>
              <a:gd name="connsiteX2355" fmla="*/ 20109387 w 21052571"/>
              <a:gd name="connsiteY2355" fmla="*/ 3787086 h 8402012"/>
              <a:gd name="connsiteX2356" fmla="*/ 20091423 w 21052571"/>
              <a:gd name="connsiteY2356" fmla="*/ 3814385 h 8402012"/>
              <a:gd name="connsiteX2357" fmla="*/ 20109387 w 21052571"/>
              <a:gd name="connsiteY2357" fmla="*/ 3787086 h 8402012"/>
              <a:gd name="connsiteX2358" fmla="*/ 13090307 w 21052571"/>
              <a:gd name="connsiteY2358" fmla="*/ 3783594 h 8402012"/>
              <a:gd name="connsiteX2359" fmla="*/ 13113478 w 21052571"/>
              <a:gd name="connsiteY2359" fmla="*/ 3784816 h 8402012"/>
              <a:gd name="connsiteX2360" fmla="*/ 13076614 w 21052571"/>
              <a:gd name="connsiteY2360" fmla="*/ 3810883 h 8402012"/>
              <a:gd name="connsiteX2361" fmla="*/ 13090307 w 21052571"/>
              <a:gd name="connsiteY2361" fmla="*/ 3783594 h 8402012"/>
              <a:gd name="connsiteX2362" fmla="*/ 12255999 w 21052571"/>
              <a:gd name="connsiteY2362" fmla="*/ 3775756 h 8402012"/>
              <a:gd name="connsiteX2363" fmla="*/ 12317186 w 21052571"/>
              <a:gd name="connsiteY2363" fmla="*/ 3786578 h 8402012"/>
              <a:gd name="connsiteX2364" fmla="*/ 12209241 w 21052571"/>
              <a:gd name="connsiteY2364" fmla="*/ 3812228 h 8402012"/>
              <a:gd name="connsiteX2365" fmla="*/ 12255999 w 21052571"/>
              <a:gd name="connsiteY2365" fmla="*/ 3775756 h 8402012"/>
              <a:gd name="connsiteX2366" fmla="*/ 11753201 w 21052571"/>
              <a:gd name="connsiteY2366" fmla="*/ 3755783 h 8402012"/>
              <a:gd name="connsiteX2367" fmla="*/ 11716309 w 21052571"/>
              <a:gd name="connsiteY2367" fmla="*/ 3787748 h 8402012"/>
              <a:gd name="connsiteX2368" fmla="*/ 11753201 w 21052571"/>
              <a:gd name="connsiteY2368" fmla="*/ 3755783 h 8402012"/>
              <a:gd name="connsiteX2369" fmla="*/ 10051604 w 21052571"/>
              <a:gd name="connsiteY2369" fmla="*/ 3754495 h 8402012"/>
              <a:gd name="connsiteX2370" fmla="*/ 10070949 w 21052571"/>
              <a:gd name="connsiteY2370" fmla="*/ 3785658 h 8402012"/>
              <a:gd name="connsiteX2371" fmla="*/ 10051604 w 21052571"/>
              <a:gd name="connsiteY2371" fmla="*/ 3754495 h 8402012"/>
              <a:gd name="connsiteX2372" fmla="*/ 9904367 w 21052571"/>
              <a:gd name="connsiteY2372" fmla="*/ 3754495 h 8402012"/>
              <a:gd name="connsiteX2373" fmla="*/ 9885021 w 21052571"/>
              <a:gd name="connsiteY2373" fmla="*/ 3804998 h 8402012"/>
              <a:gd name="connsiteX2374" fmla="*/ 9852780 w 21052571"/>
              <a:gd name="connsiteY2374" fmla="*/ 3798554 h 8402012"/>
              <a:gd name="connsiteX2375" fmla="*/ 9750680 w 21052571"/>
              <a:gd name="connsiteY2375" fmla="*/ 3875928 h 8402012"/>
              <a:gd name="connsiteX2376" fmla="*/ 10000017 w 21052571"/>
              <a:gd name="connsiteY2376" fmla="*/ 3754495 h 8402012"/>
              <a:gd name="connsiteX2377" fmla="*/ 9904367 w 21052571"/>
              <a:gd name="connsiteY2377" fmla="*/ 3754495 h 8402012"/>
              <a:gd name="connsiteX2378" fmla="*/ 14659685 w 21052571"/>
              <a:gd name="connsiteY2378" fmla="*/ 3753910 h 8402012"/>
              <a:gd name="connsiteX2379" fmla="*/ 14767633 w 21052571"/>
              <a:gd name="connsiteY2379" fmla="*/ 3753910 h 8402012"/>
              <a:gd name="connsiteX2380" fmla="*/ 14717400 w 21052571"/>
              <a:gd name="connsiteY2380" fmla="*/ 3842889 h 8402012"/>
              <a:gd name="connsiteX2381" fmla="*/ 14659685 w 21052571"/>
              <a:gd name="connsiteY2381" fmla="*/ 3753910 h 8402012"/>
              <a:gd name="connsiteX2382" fmla="*/ 10527822 w 21052571"/>
              <a:gd name="connsiteY2382" fmla="*/ 3753909 h 8402012"/>
              <a:gd name="connsiteX2383" fmla="*/ 10544607 w 21052571"/>
              <a:gd name="connsiteY2383" fmla="*/ 3809732 h 8402012"/>
              <a:gd name="connsiteX2384" fmla="*/ 10527822 w 21052571"/>
              <a:gd name="connsiteY2384" fmla="*/ 3753909 h 8402012"/>
              <a:gd name="connsiteX2385" fmla="*/ 12413050 w 21052571"/>
              <a:gd name="connsiteY2385" fmla="*/ 3753907 h 8402012"/>
              <a:gd name="connsiteX2386" fmla="*/ 12431012 w 21052571"/>
              <a:gd name="connsiteY2386" fmla="*/ 3785977 h 8402012"/>
              <a:gd name="connsiteX2387" fmla="*/ 12413050 w 21052571"/>
              <a:gd name="connsiteY2387" fmla="*/ 3753907 h 8402012"/>
              <a:gd name="connsiteX2388" fmla="*/ 13203590 w 21052571"/>
              <a:gd name="connsiteY2388" fmla="*/ 3753907 h 8402012"/>
              <a:gd name="connsiteX2389" fmla="*/ 13185628 w 21052571"/>
              <a:gd name="connsiteY2389" fmla="*/ 3785977 h 8402012"/>
              <a:gd name="connsiteX2390" fmla="*/ 13203590 w 21052571"/>
              <a:gd name="connsiteY2390" fmla="*/ 3753907 h 8402012"/>
              <a:gd name="connsiteX2391" fmla="*/ 20190963 w 21052571"/>
              <a:gd name="connsiteY2391" fmla="*/ 3753906 h 8402012"/>
              <a:gd name="connsiteX2392" fmla="*/ 20227855 w 21052571"/>
              <a:gd name="connsiteY2392" fmla="*/ 3767177 h 8402012"/>
              <a:gd name="connsiteX2393" fmla="*/ 20190963 w 21052571"/>
              <a:gd name="connsiteY2393" fmla="*/ 3753906 h 8402012"/>
              <a:gd name="connsiteX2394" fmla="*/ 14578219 w 21052571"/>
              <a:gd name="connsiteY2394" fmla="*/ 3744712 h 8402012"/>
              <a:gd name="connsiteX2395" fmla="*/ 14625405 w 21052571"/>
              <a:gd name="connsiteY2395" fmla="*/ 3752891 h 8402012"/>
              <a:gd name="connsiteX2396" fmla="*/ 14545933 w 21052571"/>
              <a:gd name="connsiteY2396" fmla="*/ 3783981 h 8402012"/>
              <a:gd name="connsiteX2397" fmla="*/ 14578219 w 21052571"/>
              <a:gd name="connsiteY2397" fmla="*/ 3744712 h 8402012"/>
              <a:gd name="connsiteX2398" fmla="*/ 10862658 w 21052571"/>
              <a:gd name="connsiteY2398" fmla="*/ 3741860 h 8402012"/>
              <a:gd name="connsiteX2399" fmla="*/ 10871639 w 21052571"/>
              <a:gd name="connsiteY2399" fmla="*/ 3753396 h 8402012"/>
              <a:gd name="connsiteX2400" fmla="*/ 10862658 w 21052571"/>
              <a:gd name="connsiteY2400" fmla="*/ 3762618 h 8402012"/>
              <a:gd name="connsiteX2401" fmla="*/ 10861546 w 21052571"/>
              <a:gd name="connsiteY2401" fmla="*/ 3762390 h 8402012"/>
              <a:gd name="connsiteX2402" fmla="*/ 10866815 w 21052571"/>
              <a:gd name="connsiteY2402" fmla="*/ 3766549 h 8402012"/>
              <a:gd name="connsiteX2403" fmla="*/ 10757776 w 21052571"/>
              <a:gd name="connsiteY2403" fmla="*/ 3828686 h 8402012"/>
              <a:gd name="connsiteX2404" fmla="*/ 10705955 w 21052571"/>
              <a:gd name="connsiteY2404" fmla="*/ 3847652 h 8402012"/>
              <a:gd name="connsiteX2405" fmla="*/ 10673567 w 21052571"/>
              <a:gd name="connsiteY2405" fmla="*/ 3784455 h 8402012"/>
              <a:gd name="connsiteX2406" fmla="*/ 10790164 w 21052571"/>
              <a:gd name="connsiteY2406" fmla="*/ 3760229 h 8402012"/>
              <a:gd name="connsiteX2407" fmla="*/ 10828490 w 21052571"/>
              <a:gd name="connsiteY2407" fmla="*/ 3749173 h 8402012"/>
              <a:gd name="connsiteX2408" fmla="*/ 10847551 w 21052571"/>
              <a:gd name="connsiteY2408" fmla="*/ 3751343 h 8402012"/>
              <a:gd name="connsiteX2409" fmla="*/ 10858232 w 21052571"/>
              <a:gd name="connsiteY2409" fmla="*/ 3759773 h 8402012"/>
              <a:gd name="connsiteX2410" fmla="*/ 10853677 w 21052571"/>
              <a:gd name="connsiteY2410" fmla="*/ 3753396 h 8402012"/>
              <a:gd name="connsiteX2411" fmla="*/ 10862658 w 21052571"/>
              <a:gd name="connsiteY2411" fmla="*/ 3741860 h 8402012"/>
              <a:gd name="connsiteX2412" fmla="*/ 12579528 w 21052571"/>
              <a:gd name="connsiteY2412" fmla="*/ 3737177 h 8402012"/>
              <a:gd name="connsiteX2413" fmla="*/ 12627903 w 21052571"/>
              <a:gd name="connsiteY2413" fmla="*/ 3747276 h 8402012"/>
              <a:gd name="connsiteX2414" fmla="*/ 12634353 w 21052571"/>
              <a:gd name="connsiteY2414" fmla="*/ 3785980 h 8402012"/>
              <a:gd name="connsiteX2415" fmla="*/ 12550503 w 21052571"/>
              <a:gd name="connsiteY2415" fmla="*/ 3785980 h 8402012"/>
              <a:gd name="connsiteX2416" fmla="*/ 12579528 w 21052571"/>
              <a:gd name="connsiteY2416" fmla="*/ 3737177 h 8402012"/>
              <a:gd name="connsiteX2417" fmla="*/ 12489276 w 21052571"/>
              <a:gd name="connsiteY2417" fmla="*/ 3730208 h 8402012"/>
              <a:gd name="connsiteX2418" fmla="*/ 12502045 w 21052571"/>
              <a:gd name="connsiteY2418" fmla="*/ 3786033 h 8402012"/>
              <a:gd name="connsiteX2419" fmla="*/ 12450970 w 21052571"/>
              <a:gd name="connsiteY2419" fmla="*/ 3786033 h 8402012"/>
              <a:gd name="connsiteX2420" fmla="*/ 12489276 w 21052571"/>
              <a:gd name="connsiteY2420" fmla="*/ 3730208 h 8402012"/>
              <a:gd name="connsiteX2421" fmla="*/ 20472399 w 21052571"/>
              <a:gd name="connsiteY2421" fmla="*/ 3726129 h 8402012"/>
              <a:gd name="connsiteX2422" fmla="*/ 20488539 w 21052571"/>
              <a:gd name="connsiteY2422" fmla="*/ 3757544 h 8402012"/>
              <a:gd name="connsiteX2423" fmla="*/ 20451647 w 21052571"/>
              <a:gd name="connsiteY2423" fmla="*/ 3744311 h 8402012"/>
              <a:gd name="connsiteX2424" fmla="*/ 20472399 w 21052571"/>
              <a:gd name="connsiteY2424" fmla="*/ 3726129 h 8402012"/>
              <a:gd name="connsiteX2425" fmla="*/ 17167871 w 21052571"/>
              <a:gd name="connsiteY2425" fmla="*/ 3720734 h 8402012"/>
              <a:gd name="connsiteX2426" fmla="*/ 17237891 w 21052571"/>
              <a:gd name="connsiteY2426" fmla="*/ 3752638 h 8402012"/>
              <a:gd name="connsiteX2427" fmla="*/ 17263743 w 21052571"/>
              <a:gd name="connsiteY2427" fmla="*/ 3808997 h 8402012"/>
              <a:gd name="connsiteX2428" fmla="*/ 17283131 w 21052571"/>
              <a:gd name="connsiteY2428" fmla="*/ 3759018 h 8402012"/>
              <a:gd name="connsiteX2429" fmla="*/ 17309791 w 21052571"/>
              <a:gd name="connsiteY2429" fmla="*/ 3821890 h 8402012"/>
              <a:gd name="connsiteX2430" fmla="*/ 17335575 w 21052571"/>
              <a:gd name="connsiteY2430" fmla="*/ 3873991 h 8402012"/>
              <a:gd name="connsiteX2431" fmla="*/ 17340135 w 21052571"/>
              <a:gd name="connsiteY2431" fmla="*/ 3858185 h 8402012"/>
              <a:gd name="connsiteX2432" fmla="*/ 17346123 w 21052571"/>
              <a:gd name="connsiteY2432" fmla="*/ 3876632 h 8402012"/>
              <a:gd name="connsiteX2433" fmla="*/ 17339647 w 21052571"/>
              <a:gd name="connsiteY2433" fmla="*/ 3882224 h 8402012"/>
              <a:gd name="connsiteX2434" fmla="*/ 17341299 w 21052571"/>
              <a:gd name="connsiteY2434" fmla="*/ 3885561 h 8402012"/>
              <a:gd name="connsiteX2435" fmla="*/ 17129091 w 21052571"/>
              <a:gd name="connsiteY2435" fmla="*/ 3828133 h 8402012"/>
              <a:gd name="connsiteX2436" fmla="*/ 17167871 w 21052571"/>
              <a:gd name="connsiteY2436" fmla="*/ 3808997 h 8402012"/>
              <a:gd name="connsiteX2437" fmla="*/ 17167871 w 21052571"/>
              <a:gd name="connsiteY2437" fmla="*/ 3720734 h 8402012"/>
              <a:gd name="connsiteX2438" fmla="*/ 19412647 w 21052571"/>
              <a:gd name="connsiteY2438" fmla="*/ 3720728 h 8402012"/>
              <a:gd name="connsiteX2439" fmla="*/ 19394687 w 21052571"/>
              <a:gd name="connsiteY2439" fmla="*/ 3752839 h 8402012"/>
              <a:gd name="connsiteX2440" fmla="*/ 19412647 w 21052571"/>
              <a:gd name="connsiteY2440" fmla="*/ 3720728 h 8402012"/>
              <a:gd name="connsiteX2441" fmla="*/ 17304463 w 21052571"/>
              <a:gd name="connsiteY2441" fmla="*/ 3720728 h 8402012"/>
              <a:gd name="connsiteX2442" fmla="*/ 17317591 w 21052571"/>
              <a:gd name="connsiteY2442" fmla="*/ 3752840 h 8402012"/>
              <a:gd name="connsiteX2443" fmla="*/ 17304463 w 21052571"/>
              <a:gd name="connsiteY2443" fmla="*/ 3720728 h 8402012"/>
              <a:gd name="connsiteX2444" fmla="*/ 12715339 w 21052571"/>
              <a:gd name="connsiteY2444" fmla="*/ 3720728 h 8402012"/>
              <a:gd name="connsiteX2445" fmla="*/ 12715339 w 21052571"/>
              <a:gd name="connsiteY2445" fmla="*/ 3752840 h 8402012"/>
              <a:gd name="connsiteX2446" fmla="*/ 12640557 w 21052571"/>
              <a:gd name="connsiteY2446" fmla="*/ 3752840 h 8402012"/>
              <a:gd name="connsiteX2447" fmla="*/ 12715339 w 21052571"/>
              <a:gd name="connsiteY2447" fmla="*/ 3720728 h 8402012"/>
              <a:gd name="connsiteX2448" fmla="*/ 11511512 w 21052571"/>
              <a:gd name="connsiteY2448" fmla="*/ 3720728 h 8402012"/>
              <a:gd name="connsiteX2449" fmla="*/ 11531353 w 21052571"/>
              <a:gd name="connsiteY2449" fmla="*/ 3809713 h 8402012"/>
              <a:gd name="connsiteX2450" fmla="*/ 11511512 w 21052571"/>
              <a:gd name="connsiteY2450" fmla="*/ 3720728 h 8402012"/>
              <a:gd name="connsiteX2451" fmla="*/ 19110299 w 21052571"/>
              <a:gd name="connsiteY2451" fmla="*/ 3720727 h 8402012"/>
              <a:gd name="connsiteX2452" fmla="*/ 19265623 w 21052571"/>
              <a:gd name="connsiteY2452" fmla="*/ 3797848 h 8402012"/>
              <a:gd name="connsiteX2453" fmla="*/ 19201539 w 21052571"/>
              <a:gd name="connsiteY2453" fmla="*/ 3804364 h 8402012"/>
              <a:gd name="connsiteX2454" fmla="*/ 19110299 w 21052571"/>
              <a:gd name="connsiteY2454" fmla="*/ 3784814 h 8402012"/>
              <a:gd name="connsiteX2455" fmla="*/ 19110299 w 21052571"/>
              <a:gd name="connsiteY2455" fmla="*/ 3720727 h 8402012"/>
              <a:gd name="connsiteX2456" fmla="*/ 14456004 w 21052571"/>
              <a:gd name="connsiteY2456" fmla="*/ 3720727 h 8402012"/>
              <a:gd name="connsiteX2457" fmla="*/ 14525898 w 21052571"/>
              <a:gd name="connsiteY2457" fmla="*/ 3752794 h 8402012"/>
              <a:gd name="connsiteX2458" fmla="*/ 14404391 w 21052571"/>
              <a:gd name="connsiteY2458" fmla="*/ 3783788 h 8402012"/>
              <a:gd name="connsiteX2459" fmla="*/ 14276432 w 21052571"/>
              <a:gd name="connsiteY2459" fmla="*/ 3765618 h 8402012"/>
              <a:gd name="connsiteX2460" fmla="*/ 14166753 w 21052571"/>
              <a:gd name="connsiteY2460" fmla="*/ 3733553 h 8402012"/>
              <a:gd name="connsiteX2461" fmla="*/ 14456004 w 21052571"/>
              <a:gd name="connsiteY2461" fmla="*/ 3720727 h 8402012"/>
              <a:gd name="connsiteX2462" fmla="*/ 10937934 w 21052571"/>
              <a:gd name="connsiteY2462" fmla="*/ 3720725 h 8402012"/>
              <a:gd name="connsiteX2463" fmla="*/ 10937934 w 21052571"/>
              <a:gd name="connsiteY2463" fmla="*/ 3752649 h 8402012"/>
              <a:gd name="connsiteX2464" fmla="*/ 10867899 w 21052571"/>
              <a:gd name="connsiteY2464" fmla="*/ 3739877 h 8402012"/>
              <a:gd name="connsiteX2465" fmla="*/ 10937934 w 21052571"/>
              <a:gd name="connsiteY2465" fmla="*/ 3720725 h 8402012"/>
              <a:gd name="connsiteX2466" fmla="*/ 11603274 w 21052571"/>
              <a:gd name="connsiteY2466" fmla="*/ 3718975 h 8402012"/>
              <a:gd name="connsiteX2467" fmla="*/ 11611039 w 21052571"/>
              <a:gd name="connsiteY2467" fmla="*/ 3724092 h 8402012"/>
              <a:gd name="connsiteX2468" fmla="*/ 11605052 w 21052571"/>
              <a:gd name="connsiteY2468" fmla="*/ 3728908 h 8402012"/>
              <a:gd name="connsiteX2469" fmla="*/ 11600859 w 21052571"/>
              <a:gd name="connsiteY2469" fmla="*/ 3739025 h 8402012"/>
              <a:gd name="connsiteX2470" fmla="*/ 11600964 w 21052571"/>
              <a:gd name="connsiteY2470" fmla="*/ 3739320 h 8402012"/>
              <a:gd name="connsiteX2471" fmla="*/ 11588335 w 21052571"/>
              <a:gd name="connsiteY2471" fmla="*/ 3785980 h 8402012"/>
              <a:gd name="connsiteX2472" fmla="*/ 11594322 w 21052571"/>
              <a:gd name="connsiteY2472" fmla="*/ 3720727 h 8402012"/>
              <a:gd name="connsiteX2473" fmla="*/ 11598706 w 21052571"/>
              <a:gd name="connsiteY2473" fmla="*/ 3733000 h 8402012"/>
              <a:gd name="connsiteX2474" fmla="*/ 11598316 w 21052571"/>
              <a:gd name="connsiteY2474" fmla="*/ 3721684 h 8402012"/>
              <a:gd name="connsiteX2475" fmla="*/ 11603274 w 21052571"/>
              <a:gd name="connsiteY2475" fmla="*/ 3718975 h 8402012"/>
              <a:gd name="connsiteX2476" fmla="*/ 20432175 w 21052571"/>
              <a:gd name="connsiteY2476" fmla="*/ 3697181 h 8402012"/>
              <a:gd name="connsiteX2477" fmla="*/ 20450619 w 21052571"/>
              <a:gd name="connsiteY2477" fmla="*/ 3706811 h 8402012"/>
              <a:gd name="connsiteX2478" fmla="*/ 20444471 w 21052571"/>
              <a:gd name="connsiteY2478" fmla="*/ 3719654 h 8402012"/>
              <a:gd name="connsiteX2479" fmla="*/ 20413727 w 21052571"/>
              <a:gd name="connsiteY2479" fmla="*/ 3706811 h 8402012"/>
              <a:gd name="connsiteX2480" fmla="*/ 20432175 w 21052571"/>
              <a:gd name="connsiteY2480" fmla="*/ 3697181 h 8402012"/>
              <a:gd name="connsiteX2481" fmla="*/ 19753879 w 21052571"/>
              <a:gd name="connsiteY2481" fmla="*/ 3689422 h 8402012"/>
              <a:gd name="connsiteX2482" fmla="*/ 19716987 w 21052571"/>
              <a:gd name="connsiteY2482" fmla="*/ 3722488 h 8402012"/>
              <a:gd name="connsiteX2483" fmla="*/ 19753879 w 21052571"/>
              <a:gd name="connsiteY2483" fmla="*/ 3689422 h 8402012"/>
              <a:gd name="connsiteX2484" fmla="*/ 19265723 w 21052571"/>
              <a:gd name="connsiteY2484" fmla="*/ 3687553 h 8402012"/>
              <a:gd name="connsiteX2485" fmla="*/ 19243015 w 21052571"/>
              <a:gd name="connsiteY2485" fmla="*/ 3719655 h 8402012"/>
              <a:gd name="connsiteX2486" fmla="*/ 19265723 w 21052571"/>
              <a:gd name="connsiteY2486" fmla="*/ 3687553 h 8402012"/>
              <a:gd name="connsiteX2487" fmla="*/ 17076871 w 21052571"/>
              <a:gd name="connsiteY2487" fmla="*/ 3687553 h 8402012"/>
              <a:gd name="connsiteX2488" fmla="*/ 17076871 w 21052571"/>
              <a:gd name="connsiteY2488" fmla="*/ 3777274 h 8402012"/>
              <a:gd name="connsiteX2489" fmla="*/ 17102367 w 21052571"/>
              <a:gd name="connsiteY2489" fmla="*/ 3694039 h 8402012"/>
              <a:gd name="connsiteX2490" fmla="*/ 17146987 w 21052571"/>
              <a:gd name="connsiteY2490" fmla="*/ 3732953 h 8402012"/>
              <a:gd name="connsiteX2491" fmla="*/ 17127863 w 21052571"/>
              <a:gd name="connsiteY2491" fmla="*/ 3771870 h 8402012"/>
              <a:gd name="connsiteX2492" fmla="*/ 17121491 w 21052571"/>
              <a:gd name="connsiteY2492" fmla="*/ 3809704 h 8402012"/>
              <a:gd name="connsiteX2493" fmla="*/ 16963199 w 21052571"/>
              <a:gd name="connsiteY2493" fmla="*/ 3765385 h 8402012"/>
              <a:gd name="connsiteX2494" fmla="*/ 17038627 w 21052571"/>
              <a:gd name="connsiteY2494" fmla="*/ 3758899 h 8402012"/>
              <a:gd name="connsiteX2495" fmla="*/ 17076871 w 21052571"/>
              <a:gd name="connsiteY2495" fmla="*/ 3687553 h 8402012"/>
              <a:gd name="connsiteX2496" fmla="*/ 10161226 w 21052571"/>
              <a:gd name="connsiteY2496" fmla="*/ 3683566 h 8402012"/>
              <a:gd name="connsiteX2497" fmla="*/ 10051604 w 21052571"/>
              <a:gd name="connsiteY2497" fmla="*/ 3709359 h 8402012"/>
              <a:gd name="connsiteX2498" fmla="*/ 10148330 w 21052571"/>
              <a:gd name="connsiteY2498" fmla="*/ 3754495 h 8402012"/>
              <a:gd name="connsiteX2499" fmla="*/ 10161226 w 21052571"/>
              <a:gd name="connsiteY2499" fmla="*/ 3683566 h 8402012"/>
              <a:gd name="connsiteX2500" fmla="*/ 20091427 w 21052571"/>
              <a:gd name="connsiteY2500" fmla="*/ 3678070 h 8402012"/>
              <a:gd name="connsiteX2501" fmla="*/ 20135995 w 21052571"/>
              <a:gd name="connsiteY2501" fmla="*/ 3724364 h 8402012"/>
              <a:gd name="connsiteX2502" fmla="*/ 20091427 w 21052571"/>
              <a:gd name="connsiteY2502" fmla="*/ 3678070 h 8402012"/>
              <a:gd name="connsiteX2503" fmla="*/ 20394255 w 21052571"/>
              <a:gd name="connsiteY2503" fmla="*/ 3668739 h 8402012"/>
              <a:gd name="connsiteX2504" fmla="*/ 20412703 w 21052571"/>
              <a:gd name="connsiteY2504" fmla="*/ 3678371 h 8402012"/>
              <a:gd name="connsiteX2505" fmla="*/ 20400407 w 21052571"/>
              <a:gd name="connsiteY2505" fmla="*/ 3691213 h 8402012"/>
              <a:gd name="connsiteX2506" fmla="*/ 20375811 w 21052571"/>
              <a:gd name="connsiteY2506" fmla="*/ 3678371 h 8402012"/>
              <a:gd name="connsiteX2507" fmla="*/ 20394255 w 21052571"/>
              <a:gd name="connsiteY2507" fmla="*/ 3668739 h 8402012"/>
              <a:gd name="connsiteX2508" fmla="*/ 14038279 w 21052571"/>
              <a:gd name="connsiteY2508" fmla="*/ 3659114 h 8402012"/>
              <a:gd name="connsiteX2509" fmla="*/ 14146722 w 21052571"/>
              <a:gd name="connsiteY2509" fmla="*/ 3724339 h 8402012"/>
              <a:gd name="connsiteX2510" fmla="*/ 14133838 w 21052571"/>
              <a:gd name="connsiteY2510" fmla="*/ 3776516 h 8402012"/>
              <a:gd name="connsiteX2511" fmla="*/ 14102701 w 21052571"/>
              <a:gd name="connsiteY2511" fmla="*/ 3776516 h 8402012"/>
              <a:gd name="connsiteX2512" fmla="*/ 14038279 w 21052571"/>
              <a:gd name="connsiteY2512" fmla="*/ 3769997 h 8402012"/>
              <a:gd name="connsiteX2513" fmla="*/ 13904067 w 21052571"/>
              <a:gd name="connsiteY2513" fmla="*/ 3756951 h 8402012"/>
              <a:gd name="connsiteX2514" fmla="*/ 13621685 w 21052571"/>
              <a:gd name="connsiteY2514" fmla="*/ 3737382 h 8402012"/>
              <a:gd name="connsiteX2515" fmla="*/ 13878298 w 21052571"/>
              <a:gd name="connsiteY2515" fmla="*/ 3704770 h 8402012"/>
              <a:gd name="connsiteX2516" fmla="*/ 14018952 w 21052571"/>
              <a:gd name="connsiteY2516" fmla="*/ 3698248 h 8402012"/>
              <a:gd name="connsiteX2517" fmla="*/ 14064048 w 21052571"/>
              <a:gd name="connsiteY2517" fmla="*/ 3704770 h 8402012"/>
              <a:gd name="connsiteX2518" fmla="*/ 14038279 w 21052571"/>
              <a:gd name="connsiteY2518" fmla="*/ 3691726 h 8402012"/>
              <a:gd name="connsiteX2519" fmla="*/ 14038279 w 21052571"/>
              <a:gd name="connsiteY2519" fmla="*/ 3659114 h 8402012"/>
              <a:gd name="connsiteX2520" fmla="*/ 15905100 w 21052571"/>
              <a:gd name="connsiteY2520" fmla="*/ 3659108 h 8402012"/>
              <a:gd name="connsiteX2521" fmla="*/ 15905100 w 21052571"/>
              <a:gd name="connsiteY2521" fmla="*/ 3691214 h 8402012"/>
              <a:gd name="connsiteX2522" fmla="*/ 15905100 w 21052571"/>
              <a:gd name="connsiteY2522" fmla="*/ 3659108 h 8402012"/>
              <a:gd name="connsiteX2523" fmla="*/ 14165755 w 21052571"/>
              <a:gd name="connsiteY2523" fmla="*/ 3659108 h 8402012"/>
              <a:gd name="connsiteX2524" fmla="*/ 14147793 w 21052571"/>
              <a:gd name="connsiteY2524" fmla="*/ 3691214 h 8402012"/>
              <a:gd name="connsiteX2525" fmla="*/ 14165755 w 21052571"/>
              <a:gd name="connsiteY2525" fmla="*/ 3659108 h 8402012"/>
              <a:gd name="connsiteX2526" fmla="*/ 13602725 w 21052571"/>
              <a:gd name="connsiteY2526" fmla="*/ 3659108 h 8402012"/>
              <a:gd name="connsiteX2527" fmla="*/ 13620687 w 21052571"/>
              <a:gd name="connsiteY2527" fmla="*/ 3691214 h 8402012"/>
              <a:gd name="connsiteX2528" fmla="*/ 13602725 w 21052571"/>
              <a:gd name="connsiteY2528" fmla="*/ 3659108 h 8402012"/>
              <a:gd name="connsiteX2529" fmla="*/ 19995635 w 21052571"/>
              <a:gd name="connsiteY2529" fmla="*/ 3659107 h 8402012"/>
              <a:gd name="connsiteX2530" fmla="*/ 19977671 w 21052571"/>
              <a:gd name="connsiteY2530" fmla="*/ 3691213 h 8402012"/>
              <a:gd name="connsiteX2531" fmla="*/ 19995635 w 21052571"/>
              <a:gd name="connsiteY2531" fmla="*/ 3659107 h 8402012"/>
              <a:gd name="connsiteX2532" fmla="*/ 19227767 w 21052571"/>
              <a:gd name="connsiteY2532" fmla="*/ 3656244 h 8402012"/>
              <a:gd name="connsiteX2533" fmla="*/ 19190875 w 21052571"/>
              <a:gd name="connsiteY2533" fmla="*/ 3689312 h 8402012"/>
              <a:gd name="connsiteX2534" fmla="*/ 19227767 w 21052571"/>
              <a:gd name="connsiteY2534" fmla="*/ 3656244 h 8402012"/>
              <a:gd name="connsiteX2535" fmla="*/ 10199917 w 21052571"/>
              <a:gd name="connsiteY2535" fmla="*/ 3651326 h 8402012"/>
              <a:gd name="connsiteX2536" fmla="*/ 10187020 w 21052571"/>
              <a:gd name="connsiteY2536" fmla="*/ 3722252 h 8402012"/>
              <a:gd name="connsiteX2537" fmla="*/ 10237532 w 21052571"/>
              <a:gd name="connsiteY2537" fmla="*/ 3722252 h 8402012"/>
              <a:gd name="connsiteX2538" fmla="*/ 10256877 w 21052571"/>
              <a:gd name="connsiteY2538" fmla="*/ 3651326 h 8402012"/>
              <a:gd name="connsiteX2539" fmla="*/ 10199917 w 21052571"/>
              <a:gd name="connsiteY2539" fmla="*/ 3651326 h 8402012"/>
              <a:gd name="connsiteX2540" fmla="*/ 17125367 w 21052571"/>
              <a:gd name="connsiteY2540" fmla="*/ 3643141 h 8402012"/>
              <a:gd name="connsiteX2541" fmla="*/ 17132475 w 21052571"/>
              <a:gd name="connsiteY2541" fmla="*/ 3646135 h 8402012"/>
              <a:gd name="connsiteX2542" fmla="*/ 17124351 w 21052571"/>
              <a:gd name="connsiteY2542" fmla="*/ 3658110 h 8402012"/>
              <a:gd name="connsiteX2543" fmla="*/ 17125367 w 21052571"/>
              <a:gd name="connsiteY2543" fmla="*/ 3643141 h 8402012"/>
              <a:gd name="connsiteX2544" fmla="*/ 20055351 w 21052571"/>
              <a:gd name="connsiteY2544" fmla="*/ 3626594 h 8402012"/>
              <a:gd name="connsiteX2545" fmla="*/ 20071411 w 21052571"/>
              <a:gd name="connsiteY2545" fmla="*/ 3658008 h 8402012"/>
              <a:gd name="connsiteX2546" fmla="*/ 20034547 w 21052571"/>
              <a:gd name="connsiteY2546" fmla="*/ 3644781 h 8402012"/>
              <a:gd name="connsiteX2547" fmla="*/ 20055351 w 21052571"/>
              <a:gd name="connsiteY2547" fmla="*/ 3626594 h 8402012"/>
              <a:gd name="connsiteX2548" fmla="*/ 11255487 w 21052571"/>
              <a:gd name="connsiteY2548" fmla="*/ 3625935 h 8402012"/>
              <a:gd name="connsiteX2549" fmla="*/ 11160382 w 21052571"/>
              <a:gd name="connsiteY2549" fmla="*/ 3690730 h 8402012"/>
              <a:gd name="connsiteX2550" fmla="*/ 10962691 w 21052571"/>
              <a:gd name="connsiteY2550" fmla="*/ 3710169 h 8402012"/>
              <a:gd name="connsiteX2551" fmla="*/ 11255487 w 21052571"/>
              <a:gd name="connsiteY2551" fmla="*/ 3625935 h 8402012"/>
              <a:gd name="connsiteX2552" fmla="*/ 19266711 w 21052571"/>
              <a:gd name="connsiteY2552" fmla="*/ 3625930 h 8402012"/>
              <a:gd name="connsiteX2553" fmla="*/ 19298819 w 21052571"/>
              <a:gd name="connsiteY2553" fmla="*/ 3644376 h 8402012"/>
              <a:gd name="connsiteX2554" fmla="*/ 19266711 w 21052571"/>
              <a:gd name="connsiteY2554" fmla="*/ 3625930 h 8402012"/>
              <a:gd name="connsiteX2555" fmla="*/ 20337891 w 21052571"/>
              <a:gd name="connsiteY2555" fmla="*/ 3625930 h 8402012"/>
              <a:gd name="connsiteX2556" fmla="*/ 20374783 w 21052571"/>
              <a:gd name="connsiteY2556" fmla="*/ 3644376 h 8402012"/>
              <a:gd name="connsiteX2557" fmla="*/ 20337891 w 21052571"/>
              <a:gd name="connsiteY2557" fmla="*/ 3625930 h 8402012"/>
              <a:gd name="connsiteX2558" fmla="*/ 20015079 w 21052571"/>
              <a:gd name="connsiteY2558" fmla="*/ 3603459 h 8402012"/>
              <a:gd name="connsiteX2559" fmla="*/ 20033523 w 21052571"/>
              <a:gd name="connsiteY2559" fmla="*/ 3611141 h 8402012"/>
              <a:gd name="connsiteX2560" fmla="*/ 20027375 w 21052571"/>
              <a:gd name="connsiteY2560" fmla="*/ 3624791 h 8402012"/>
              <a:gd name="connsiteX2561" fmla="*/ 19996631 w 21052571"/>
              <a:gd name="connsiteY2561" fmla="*/ 3611141 h 8402012"/>
              <a:gd name="connsiteX2562" fmla="*/ 20015079 w 21052571"/>
              <a:gd name="connsiteY2562" fmla="*/ 3603459 h 8402012"/>
              <a:gd name="connsiteX2563" fmla="*/ 10429908 w 21052571"/>
              <a:gd name="connsiteY2563" fmla="*/ 3599741 h 8402012"/>
              <a:gd name="connsiteX2564" fmla="*/ 10449253 w 21052571"/>
              <a:gd name="connsiteY2564" fmla="*/ 3625537 h 8402012"/>
              <a:gd name="connsiteX2565" fmla="*/ 10429908 w 21052571"/>
              <a:gd name="connsiteY2565" fmla="*/ 3599741 h 8402012"/>
              <a:gd name="connsiteX2566" fmla="*/ 10295567 w 21052571"/>
              <a:gd name="connsiteY2566" fmla="*/ 3599741 h 8402012"/>
              <a:gd name="connsiteX2567" fmla="*/ 10334257 w 21052571"/>
              <a:gd name="connsiteY2567" fmla="*/ 3625537 h 8402012"/>
              <a:gd name="connsiteX2568" fmla="*/ 10295567 w 21052571"/>
              <a:gd name="connsiteY2568" fmla="*/ 3599741 h 8402012"/>
              <a:gd name="connsiteX2569" fmla="*/ 682360 w 21052571"/>
              <a:gd name="connsiteY2569" fmla="*/ 3597489 h 8402012"/>
              <a:gd name="connsiteX2570" fmla="*/ 738186 w 21052571"/>
              <a:gd name="connsiteY2570" fmla="*/ 3610716 h 8402012"/>
              <a:gd name="connsiteX2571" fmla="*/ 682360 w 21052571"/>
              <a:gd name="connsiteY2571" fmla="*/ 3597489 h 8402012"/>
              <a:gd name="connsiteX2572" fmla="*/ 15696664 w 21052571"/>
              <a:gd name="connsiteY2572" fmla="*/ 3597488 h 8402012"/>
              <a:gd name="connsiteX2573" fmla="*/ 15678218 w 21052571"/>
              <a:gd name="connsiteY2573" fmla="*/ 3653332 h 8402012"/>
              <a:gd name="connsiteX2574" fmla="*/ 15659770 w 21052571"/>
              <a:gd name="connsiteY2574" fmla="*/ 3616107 h 8402012"/>
              <a:gd name="connsiteX2575" fmla="*/ 15696664 w 21052571"/>
              <a:gd name="connsiteY2575" fmla="*/ 3597488 h 8402012"/>
              <a:gd name="connsiteX2576" fmla="*/ 19958663 w 21052571"/>
              <a:gd name="connsiteY2576" fmla="*/ 3582900 h 8402012"/>
              <a:gd name="connsiteX2577" fmla="*/ 19956463 w 21052571"/>
              <a:gd name="connsiteY2577" fmla="*/ 3591463 h 8402012"/>
              <a:gd name="connsiteX2578" fmla="*/ 19957743 w 21052571"/>
              <a:gd name="connsiteY2578" fmla="*/ 3586488 h 8402012"/>
              <a:gd name="connsiteX2579" fmla="*/ 19959511 w 21052571"/>
              <a:gd name="connsiteY2579" fmla="*/ 3579607 h 8402012"/>
              <a:gd name="connsiteX2580" fmla="*/ 19958895 w 21052571"/>
              <a:gd name="connsiteY2580" fmla="*/ 3582000 h 8402012"/>
              <a:gd name="connsiteX2581" fmla="*/ 19958663 w 21052571"/>
              <a:gd name="connsiteY2581" fmla="*/ 3582900 h 8402012"/>
              <a:gd name="connsiteX2582" fmla="*/ 19972935 w 21052571"/>
              <a:gd name="connsiteY2582" fmla="*/ 3574315 h 8402012"/>
              <a:gd name="connsiteX2583" fmla="*/ 20000235 w 21052571"/>
              <a:gd name="connsiteY2583" fmla="*/ 3580635 h 8402012"/>
              <a:gd name="connsiteX2584" fmla="*/ 19972935 w 21052571"/>
              <a:gd name="connsiteY2584" fmla="*/ 3574315 h 8402012"/>
              <a:gd name="connsiteX2585" fmla="*/ 20260963 w 21052571"/>
              <a:gd name="connsiteY2585" fmla="*/ 3569051 h 8402012"/>
              <a:gd name="connsiteX2586" fmla="*/ 20247839 w 21052571"/>
              <a:gd name="connsiteY2586" fmla="*/ 3601124 h 8402012"/>
              <a:gd name="connsiteX2587" fmla="*/ 20260963 w 21052571"/>
              <a:gd name="connsiteY2587" fmla="*/ 3569051 h 8402012"/>
              <a:gd name="connsiteX2588" fmla="*/ 11334144 w 21052571"/>
              <a:gd name="connsiteY2588" fmla="*/ 3569049 h 8402012"/>
              <a:gd name="connsiteX2589" fmla="*/ 11340766 w 21052571"/>
              <a:gd name="connsiteY2589" fmla="*/ 3624876 h 8402012"/>
              <a:gd name="connsiteX2590" fmla="*/ 11261297 w 21052571"/>
              <a:gd name="connsiteY2590" fmla="*/ 3624876 h 8402012"/>
              <a:gd name="connsiteX2591" fmla="*/ 11294409 w 21052571"/>
              <a:gd name="connsiteY2591" fmla="*/ 3599594 h 8402012"/>
              <a:gd name="connsiteX2592" fmla="*/ 11334144 w 21052571"/>
              <a:gd name="connsiteY2592" fmla="*/ 3569049 h 8402012"/>
              <a:gd name="connsiteX2593" fmla="*/ 12290792 w 21052571"/>
              <a:gd name="connsiteY2593" fmla="*/ 3566250 h 8402012"/>
              <a:gd name="connsiteX2594" fmla="*/ 12329787 w 21052571"/>
              <a:gd name="connsiteY2594" fmla="*/ 3569645 h 8402012"/>
              <a:gd name="connsiteX2595" fmla="*/ 12336154 w 21052571"/>
              <a:gd name="connsiteY2595" fmla="*/ 3581593 h 8402012"/>
              <a:gd name="connsiteX2596" fmla="*/ 12266122 w 21052571"/>
              <a:gd name="connsiteY2596" fmla="*/ 3601144 h 8402012"/>
              <a:gd name="connsiteX2597" fmla="*/ 12290792 w 21052571"/>
              <a:gd name="connsiteY2597" fmla="*/ 3566250 h 8402012"/>
              <a:gd name="connsiteX2598" fmla="*/ 16472248 w 21052571"/>
              <a:gd name="connsiteY2598" fmla="*/ 3566116 h 8402012"/>
              <a:gd name="connsiteX2599" fmla="*/ 16507150 w 21052571"/>
              <a:gd name="connsiteY2599" fmla="*/ 3569482 h 8402012"/>
              <a:gd name="connsiteX2600" fmla="*/ 16451306 w 21052571"/>
              <a:gd name="connsiteY2600" fmla="*/ 3600720 h 8402012"/>
              <a:gd name="connsiteX2601" fmla="*/ 16472248 w 21052571"/>
              <a:gd name="connsiteY2601" fmla="*/ 3566116 h 8402012"/>
              <a:gd name="connsiteX2602" fmla="*/ 11415205 w 21052571"/>
              <a:gd name="connsiteY2602" fmla="*/ 3566116 h 8402012"/>
              <a:gd name="connsiteX2603" fmla="*/ 11449832 w 21052571"/>
              <a:gd name="connsiteY2603" fmla="*/ 3569483 h 8402012"/>
              <a:gd name="connsiteX2604" fmla="*/ 11394007 w 21052571"/>
              <a:gd name="connsiteY2604" fmla="*/ 3600721 h 8402012"/>
              <a:gd name="connsiteX2605" fmla="*/ 11415205 w 21052571"/>
              <a:gd name="connsiteY2605" fmla="*/ 3566116 h 8402012"/>
              <a:gd name="connsiteX2606" fmla="*/ 10389337 w 21052571"/>
              <a:gd name="connsiteY2606" fmla="*/ 3565219 h 8402012"/>
              <a:gd name="connsiteX2607" fmla="*/ 10353603 w 21052571"/>
              <a:gd name="connsiteY2607" fmla="*/ 3568578 h 8402012"/>
              <a:gd name="connsiteX2608" fmla="*/ 10410563 w 21052571"/>
              <a:gd name="connsiteY2608" fmla="*/ 3599741 h 8402012"/>
              <a:gd name="connsiteX2609" fmla="*/ 10389337 w 21052571"/>
              <a:gd name="connsiteY2609" fmla="*/ 3565219 h 8402012"/>
              <a:gd name="connsiteX2610" fmla="*/ 12158264 w 21052571"/>
              <a:gd name="connsiteY2610" fmla="*/ 3564306 h 8402012"/>
              <a:gd name="connsiteX2611" fmla="*/ 12241343 w 21052571"/>
              <a:gd name="connsiteY2611" fmla="*/ 3613971 h 8402012"/>
              <a:gd name="connsiteX2612" fmla="*/ 12022670 w 21052571"/>
              <a:gd name="connsiteY2612" fmla="*/ 3659432 h 8402012"/>
              <a:gd name="connsiteX2613" fmla="*/ 11886942 w 21052571"/>
              <a:gd name="connsiteY2613" fmla="*/ 3652937 h 8402012"/>
              <a:gd name="connsiteX2614" fmla="*/ 12086225 w 21052571"/>
              <a:gd name="connsiteY2614" fmla="*/ 3569581 h 8402012"/>
              <a:gd name="connsiteX2615" fmla="*/ 12126822 w 21052571"/>
              <a:gd name="connsiteY2615" fmla="*/ 3564794 h 8402012"/>
              <a:gd name="connsiteX2616" fmla="*/ 12158264 w 21052571"/>
              <a:gd name="connsiteY2616" fmla="*/ 3564306 h 8402012"/>
              <a:gd name="connsiteX2617" fmla="*/ 12341457 w 21052571"/>
              <a:gd name="connsiteY2617" fmla="*/ 3557009 h 8402012"/>
              <a:gd name="connsiteX2618" fmla="*/ 12347116 w 21052571"/>
              <a:gd name="connsiteY2618" fmla="*/ 3564273 h 8402012"/>
              <a:gd name="connsiteX2619" fmla="*/ 12350438 w 21052571"/>
              <a:gd name="connsiteY2619" fmla="*/ 3568538 h 8402012"/>
              <a:gd name="connsiteX2620" fmla="*/ 12332476 w 21052571"/>
              <a:gd name="connsiteY2620" fmla="*/ 3568538 h 8402012"/>
              <a:gd name="connsiteX2621" fmla="*/ 12338650 w 21052571"/>
              <a:gd name="connsiteY2621" fmla="*/ 3559027 h 8402012"/>
              <a:gd name="connsiteX2622" fmla="*/ 12340249 w 21052571"/>
              <a:gd name="connsiteY2622" fmla="*/ 3557877 h 8402012"/>
              <a:gd name="connsiteX2623" fmla="*/ 10468598 w 21052571"/>
              <a:gd name="connsiteY2623" fmla="*/ 3536339 h 8402012"/>
              <a:gd name="connsiteX2624" fmla="*/ 10429908 w 21052571"/>
              <a:gd name="connsiteY2624" fmla="*/ 3568578 h 8402012"/>
              <a:gd name="connsiteX2625" fmla="*/ 10468598 w 21052571"/>
              <a:gd name="connsiteY2625" fmla="*/ 3536339 h 8402012"/>
              <a:gd name="connsiteX2626" fmla="*/ 12497286 w 21052571"/>
              <a:gd name="connsiteY2626" fmla="*/ 3535873 h 8402012"/>
              <a:gd name="connsiteX2627" fmla="*/ 12375135 w 21052571"/>
              <a:gd name="connsiteY2627" fmla="*/ 3567978 h 8402012"/>
              <a:gd name="connsiteX2628" fmla="*/ 12497286 w 21052571"/>
              <a:gd name="connsiteY2628" fmla="*/ 3535873 h 8402012"/>
              <a:gd name="connsiteX2629" fmla="*/ 15464444 w 21052571"/>
              <a:gd name="connsiteY2629" fmla="*/ 3535873 h 8402012"/>
              <a:gd name="connsiteX2630" fmla="*/ 15446482 w 21052571"/>
              <a:gd name="connsiteY2630" fmla="*/ 3567978 h 8402012"/>
              <a:gd name="connsiteX2631" fmla="*/ 15464444 w 21052571"/>
              <a:gd name="connsiteY2631" fmla="*/ 3535873 h 8402012"/>
              <a:gd name="connsiteX2632" fmla="*/ 18583191 w 21052571"/>
              <a:gd name="connsiteY2632" fmla="*/ 3535872 h 8402012"/>
              <a:gd name="connsiteX2633" fmla="*/ 18565231 w 21052571"/>
              <a:gd name="connsiteY2633" fmla="*/ 3567978 h 8402012"/>
              <a:gd name="connsiteX2634" fmla="*/ 18583191 w 21052571"/>
              <a:gd name="connsiteY2634" fmla="*/ 3535872 h 8402012"/>
              <a:gd name="connsiteX2635" fmla="*/ 16827727 w 21052571"/>
              <a:gd name="connsiteY2635" fmla="*/ 3532831 h 8402012"/>
              <a:gd name="connsiteX2636" fmla="*/ 16862631 w 21052571"/>
              <a:gd name="connsiteY2636" fmla="*/ 3536015 h 8402012"/>
              <a:gd name="connsiteX2637" fmla="*/ 16806787 w 21052571"/>
              <a:gd name="connsiteY2637" fmla="*/ 3567848 h 8402012"/>
              <a:gd name="connsiteX2638" fmla="*/ 16827727 w 21052571"/>
              <a:gd name="connsiteY2638" fmla="*/ 3532831 h 8402012"/>
              <a:gd name="connsiteX2639" fmla="*/ 16767872 w 21052571"/>
              <a:gd name="connsiteY2639" fmla="*/ 3512172 h 8402012"/>
              <a:gd name="connsiteX2640" fmla="*/ 16749910 w 21052571"/>
              <a:gd name="connsiteY2640" fmla="*/ 3539472 h 8402012"/>
              <a:gd name="connsiteX2641" fmla="*/ 16767872 w 21052571"/>
              <a:gd name="connsiteY2641" fmla="*/ 3512172 h 8402012"/>
              <a:gd name="connsiteX2642" fmla="*/ 20171003 w 21052571"/>
              <a:gd name="connsiteY2642" fmla="*/ 3512172 h 8402012"/>
              <a:gd name="connsiteX2643" fmla="*/ 20153043 w 21052571"/>
              <a:gd name="connsiteY2643" fmla="*/ 3539472 h 8402012"/>
              <a:gd name="connsiteX2644" fmla="*/ 20171003 w 21052571"/>
              <a:gd name="connsiteY2644" fmla="*/ 3512172 h 8402012"/>
              <a:gd name="connsiteX2645" fmla="*/ 15320598 w 21052571"/>
              <a:gd name="connsiteY2645" fmla="*/ 3512171 h 8402012"/>
              <a:gd name="connsiteX2646" fmla="*/ 15341072 w 21052571"/>
              <a:gd name="connsiteY2646" fmla="*/ 3568014 h 8402012"/>
              <a:gd name="connsiteX2647" fmla="*/ 15320598 w 21052571"/>
              <a:gd name="connsiteY2647" fmla="*/ 3512171 h 8402012"/>
              <a:gd name="connsiteX2648" fmla="*/ 11315420 w 21052571"/>
              <a:gd name="connsiteY2648" fmla="*/ 3478996 h 8402012"/>
              <a:gd name="connsiteX2649" fmla="*/ 11308998 w 21052571"/>
              <a:gd name="connsiteY2649" fmla="*/ 3567989 h 8402012"/>
              <a:gd name="connsiteX2650" fmla="*/ 11315420 w 21052571"/>
              <a:gd name="connsiteY2650" fmla="*/ 3478996 h 8402012"/>
              <a:gd name="connsiteX2651" fmla="*/ 12773269 w 21052571"/>
              <a:gd name="connsiteY2651" fmla="*/ 3478995 h 8402012"/>
              <a:gd name="connsiteX2652" fmla="*/ 12791231 w 21052571"/>
              <a:gd name="connsiteY2652" fmla="*/ 3511099 h 8402012"/>
              <a:gd name="connsiteX2653" fmla="*/ 12773269 w 21052571"/>
              <a:gd name="connsiteY2653" fmla="*/ 3478995 h 8402012"/>
              <a:gd name="connsiteX2654" fmla="*/ 16489224 w 21052571"/>
              <a:gd name="connsiteY2654" fmla="*/ 3478994 h 8402012"/>
              <a:gd name="connsiteX2655" fmla="*/ 16507186 w 21052571"/>
              <a:gd name="connsiteY2655" fmla="*/ 3511099 h 8402012"/>
              <a:gd name="connsiteX2656" fmla="*/ 16489224 w 21052571"/>
              <a:gd name="connsiteY2656" fmla="*/ 3478994 h 8402012"/>
              <a:gd name="connsiteX2657" fmla="*/ 16444646 w 21052571"/>
              <a:gd name="connsiteY2657" fmla="*/ 3478994 h 8402012"/>
              <a:gd name="connsiteX2658" fmla="*/ 16469242 w 21052571"/>
              <a:gd name="connsiteY2658" fmla="*/ 3511099 h 8402012"/>
              <a:gd name="connsiteX2659" fmla="*/ 16432350 w 21052571"/>
              <a:gd name="connsiteY2659" fmla="*/ 3491837 h 8402012"/>
              <a:gd name="connsiteX2660" fmla="*/ 16444646 w 21052571"/>
              <a:gd name="connsiteY2660" fmla="*/ 3478994 h 8402012"/>
              <a:gd name="connsiteX2661" fmla="*/ 18265631 w 21052571"/>
              <a:gd name="connsiteY2661" fmla="*/ 3478994 h 8402012"/>
              <a:gd name="connsiteX2662" fmla="*/ 18247671 w 21052571"/>
              <a:gd name="connsiteY2662" fmla="*/ 3511099 h 8402012"/>
              <a:gd name="connsiteX2663" fmla="*/ 18265631 w 21052571"/>
              <a:gd name="connsiteY2663" fmla="*/ 3478994 h 8402012"/>
              <a:gd name="connsiteX2664" fmla="*/ 10781176 w 21052571"/>
              <a:gd name="connsiteY2664" fmla="*/ 3471639 h 8402012"/>
              <a:gd name="connsiteX2665" fmla="*/ 10785145 w 21052571"/>
              <a:gd name="connsiteY2665" fmla="*/ 3475012 h 8402012"/>
              <a:gd name="connsiteX2666" fmla="*/ 10786650 w 21052571"/>
              <a:gd name="connsiteY2666" fmla="*/ 3476291 h 8402012"/>
              <a:gd name="connsiteX2667" fmla="*/ 15057826 w 21052571"/>
              <a:gd name="connsiteY2667" fmla="*/ 3464774 h 8402012"/>
              <a:gd name="connsiteX2668" fmla="*/ 15104120 w 21052571"/>
              <a:gd name="connsiteY2668" fmla="*/ 3471390 h 8402012"/>
              <a:gd name="connsiteX2669" fmla="*/ 15077666 w 21052571"/>
              <a:gd name="connsiteY2669" fmla="*/ 3511070 h 8402012"/>
              <a:gd name="connsiteX2670" fmla="*/ 15057826 w 21052571"/>
              <a:gd name="connsiteY2670" fmla="*/ 3464774 h 8402012"/>
              <a:gd name="connsiteX2671" fmla="*/ 10780211 w 21052571"/>
              <a:gd name="connsiteY2671" fmla="*/ 3455674 h 8402012"/>
              <a:gd name="connsiteX2672" fmla="*/ 10781100 w 21052571"/>
              <a:gd name="connsiteY2672" fmla="*/ 3462286 h 8402012"/>
              <a:gd name="connsiteX2673" fmla="*/ 10781176 w 21052571"/>
              <a:gd name="connsiteY2673" fmla="*/ 3471639 h 8402012"/>
              <a:gd name="connsiteX2674" fmla="*/ 10781227 w 21052571"/>
              <a:gd name="connsiteY2674" fmla="*/ 3477854 h 8402012"/>
              <a:gd name="connsiteX2675" fmla="*/ 10777164 w 21052571"/>
              <a:gd name="connsiteY2675" fmla="*/ 3468470 h 8402012"/>
              <a:gd name="connsiteX2676" fmla="*/ 10775940 w 21052571"/>
              <a:gd name="connsiteY2676" fmla="*/ 3467185 h 8402012"/>
              <a:gd name="connsiteX2677" fmla="*/ 10773104 w 21052571"/>
              <a:gd name="connsiteY2677" fmla="*/ 3464774 h 8402012"/>
              <a:gd name="connsiteX2678" fmla="*/ 10775940 w 21052571"/>
              <a:gd name="connsiteY2678" fmla="*/ 3467185 h 8402012"/>
              <a:gd name="connsiteX2679" fmla="*/ 10773101 w 21052571"/>
              <a:gd name="connsiteY2679" fmla="*/ 3464205 h 8402012"/>
              <a:gd name="connsiteX2680" fmla="*/ 10780211 w 21052571"/>
              <a:gd name="connsiteY2680" fmla="*/ 3455674 h 8402012"/>
              <a:gd name="connsiteX2681" fmla="*/ 16678674 w 21052571"/>
              <a:gd name="connsiteY2681" fmla="*/ 3448507 h 8402012"/>
              <a:gd name="connsiteX2682" fmla="*/ 16719550 w 21052571"/>
              <a:gd name="connsiteY2682" fmla="*/ 3463798 h 8402012"/>
              <a:gd name="connsiteX2683" fmla="*/ 16706726 w 21052571"/>
              <a:gd name="connsiteY2683" fmla="*/ 3508869 h 8402012"/>
              <a:gd name="connsiteX2684" fmla="*/ 16668256 w 21052571"/>
              <a:gd name="connsiteY2684" fmla="*/ 3534628 h 8402012"/>
              <a:gd name="connsiteX2685" fmla="*/ 16789011 w 21052571"/>
              <a:gd name="connsiteY2685" fmla="*/ 3586137 h 8402012"/>
              <a:gd name="connsiteX2686" fmla="*/ 16917247 w 21052571"/>
              <a:gd name="connsiteY2686" fmla="*/ 3636575 h 8402012"/>
              <a:gd name="connsiteX2687" fmla="*/ 16962131 w 21052571"/>
              <a:gd name="connsiteY2687" fmla="*/ 3739595 h 8402012"/>
              <a:gd name="connsiteX2688" fmla="*/ 16821071 w 21052571"/>
              <a:gd name="connsiteY2688" fmla="*/ 3726719 h 8402012"/>
              <a:gd name="connsiteX2689" fmla="*/ 16642608 w 21052571"/>
              <a:gd name="connsiteY2689" fmla="*/ 3720280 h 8402012"/>
              <a:gd name="connsiteX2690" fmla="*/ 16642608 w 21052571"/>
              <a:gd name="connsiteY2690" fmla="*/ 3655891 h 8402012"/>
              <a:gd name="connsiteX2691" fmla="*/ 16566734 w 21052571"/>
              <a:gd name="connsiteY2691" fmla="*/ 3688091 h 8402012"/>
              <a:gd name="connsiteX2692" fmla="*/ 16597726 w 21052571"/>
              <a:gd name="connsiteY2692" fmla="*/ 3578624 h 8402012"/>
              <a:gd name="connsiteX2693" fmla="*/ 16642608 w 21052571"/>
              <a:gd name="connsiteY2693" fmla="*/ 3476676 h 8402012"/>
              <a:gd name="connsiteX2694" fmla="*/ 16678674 w 21052571"/>
              <a:gd name="connsiteY2694" fmla="*/ 3448507 h 8402012"/>
              <a:gd name="connsiteX2695" fmla="*/ 13075589 w 21052571"/>
              <a:gd name="connsiteY2695" fmla="*/ 3447224 h 8402012"/>
              <a:gd name="connsiteX2696" fmla="*/ 13038697 w 21052571"/>
              <a:gd name="connsiteY2696" fmla="*/ 3477967 h 8402012"/>
              <a:gd name="connsiteX2697" fmla="*/ 13075589 w 21052571"/>
              <a:gd name="connsiteY2697" fmla="*/ 3447224 h 8402012"/>
              <a:gd name="connsiteX2698" fmla="*/ 18583191 w 21052571"/>
              <a:gd name="connsiteY2698" fmla="*/ 3445817 h 8402012"/>
              <a:gd name="connsiteX2699" fmla="*/ 18565231 w 21052571"/>
              <a:gd name="connsiteY2699" fmla="*/ 3477925 h 8402012"/>
              <a:gd name="connsiteX2700" fmla="*/ 18583191 w 21052571"/>
              <a:gd name="connsiteY2700" fmla="*/ 3445817 h 8402012"/>
              <a:gd name="connsiteX2701" fmla="*/ 19033467 w 21052571"/>
              <a:gd name="connsiteY2701" fmla="*/ 3445816 h 8402012"/>
              <a:gd name="connsiteX2702" fmla="*/ 19015507 w 21052571"/>
              <a:gd name="connsiteY2702" fmla="*/ 3477925 h 8402012"/>
              <a:gd name="connsiteX2703" fmla="*/ 19033467 w 21052571"/>
              <a:gd name="connsiteY2703" fmla="*/ 3445816 h 8402012"/>
              <a:gd name="connsiteX2704" fmla="*/ 11394007 w 21052571"/>
              <a:gd name="connsiteY2704" fmla="*/ 3445815 h 8402012"/>
              <a:gd name="connsiteX2705" fmla="*/ 11430899 w 21052571"/>
              <a:gd name="connsiteY2705" fmla="*/ 3445815 h 8402012"/>
              <a:gd name="connsiteX2706" fmla="*/ 11430899 w 21052571"/>
              <a:gd name="connsiteY2706" fmla="*/ 3511085 h 8402012"/>
              <a:gd name="connsiteX2707" fmla="*/ 11394007 w 21052571"/>
              <a:gd name="connsiteY2707" fmla="*/ 3511085 h 8402012"/>
              <a:gd name="connsiteX2708" fmla="*/ 11394007 w 21052571"/>
              <a:gd name="connsiteY2708" fmla="*/ 3445815 h 8402012"/>
              <a:gd name="connsiteX2709" fmla="*/ 12959638 w 21052571"/>
              <a:gd name="connsiteY2709" fmla="*/ 3445815 h 8402012"/>
              <a:gd name="connsiteX2710" fmla="*/ 12939163 w 21052571"/>
              <a:gd name="connsiteY2710" fmla="*/ 3511085 h 8402012"/>
              <a:gd name="connsiteX2711" fmla="*/ 12959638 w 21052571"/>
              <a:gd name="connsiteY2711" fmla="*/ 3445815 h 8402012"/>
              <a:gd name="connsiteX2712" fmla="*/ 20037643 w 21052571"/>
              <a:gd name="connsiteY2712" fmla="*/ 3437353 h 8402012"/>
              <a:gd name="connsiteX2713" fmla="*/ 20128291 w 21052571"/>
              <a:gd name="connsiteY2713" fmla="*/ 3487412 h 8402012"/>
              <a:gd name="connsiteX2714" fmla="*/ 20015587 w 21052571"/>
              <a:gd name="connsiteY2714" fmla="*/ 3461985 h 8402012"/>
              <a:gd name="connsiteX2715" fmla="*/ 20037643 w 21052571"/>
              <a:gd name="connsiteY2715" fmla="*/ 3437353 h 8402012"/>
              <a:gd name="connsiteX2716" fmla="*/ 18401799 w 21052571"/>
              <a:gd name="connsiteY2716" fmla="*/ 3429847 h 8402012"/>
              <a:gd name="connsiteX2717" fmla="*/ 18412463 w 21052571"/>
              <a:gd name="connsiteY2717" fmla="*/ 3432839 h 8402012"/>
              <a:gd name="connsiteX2718" fmla="*/ 18405899 w 21052571"/>
              <a:gd name="connsiteY2718" fmla="*/ 3444815 h 8402012"/>
              <a:gd name="connsiteX2719" fmla="*/ 18401799 w 21052571"/>
              <a:gd name="connsiteY2719" fmla="*/ 3429847 h 8402012"/>
              <a:gd name="connsiteX2720" fmla="*/ 19004927 w 21052571"/>
              <a:gd name="connsiteY2720" fmla="*/ 3414509 h 8402012"/>
              <a:gd name="connsiteX2721" fmla="*/ 18958631 w 21052571"/>
              <a:gd name="connsiteY2721" fmla="*/ 3447576 h 8402012"/>
              <a:gd name="connsiteX2722" fmla="*/ 19004927 w 21052571"/>
              <a:gd name="connsiteY2722" fmla="*/ 3414509 h 8402012"/>
              <a:gd name="connsiteX2723" fmla="*/ 14862471 w 21052571"/>
              <a:gd name="connsiteY2723" fmla="*/ 3414509 h 8402012"/>
              <a:gd name="connsiteX2724" fmla="*/ 14825579 w 21052571"/>
              <a:gd name="connsiteY2724" fmla="*/ 3447576 h 8402012"/>
              <a:gd name="connsiteX2725" fmla="*/ 14862471 w 21052571"/>
              <a:gd name="connsiteY2725" fmla="*/ 3414509 h 8402012"/>
              <a:gd name="connsiteX2726" fmla="*/ 10487943 w 21052571"/>
              <a:gd name="connsiteY2726" fmla="*/ 3413830 h 8402012"/>
              <a:gd name="connsiteX2727" fmla="*/ 10526634 w 21052571"/>
              <a:gd name="connsiteY2727" fmla="*/ 3446069 h 8402012"/>
              <a:gd name="connsiteX2728" fmla="*/ 10487943 w 21052571"/>
              <a:gd name="connsiteY2728" fmla="*/ 3413830 h 8402012"/>
              <a:gd name="connsiteX2729" fmla="*/ 16268100 w 21052571"/>
              <a:gd name="connsiteY2729" fmla="*/ 3412639 h 8402012"/>
              <a:gd name="connsiteX2730" fmla="*/ 16426546 w 21052571"/>
              <a:gd name="connsiteY2730" fmla="*/ 3464475 h 8402012"/>
              <a:gd name="connsiteX2731" fmla="*/ 16357426 w 21052571"/>
              <a:gd name="connsiteY2731" fmla="*/ 3457996 h 8402012"/>
              <a:gd name="connsiteX2732" fmla="*/ 16261718 w 21052571"/>
              <a:gd name="connsiteY2732" fmla="*/ 3432076 h 8402012"/>
              <a:gd name="connsiteX2733" fmla="*/ 16268100 w 21052571"/>
              <a:gd name="connsiteY2733" fmla="*/ 3412639 h 8402012"/>
              <a:gd name="connsiteX2734" fmla="*/ 14906153 w 21052571"/>
              <a:gd name="connsiteY2734" fmla="*/ 3412639 h 8402012"/>
              <a:gd name="connsiteX2735" fmla="*/ 14980935 w 21052571"/>
              <a:gd name="connsiteY2735" fmla="*/ 3432218 h 8402012"/>
              <a:gd name="connsiteX2736" fmla="*/ 14936698 w 21052571"/>
              <a:gd name="connsiteY2736" fmla="*/ 3477909 h 8402012"/>
              <a:gd name="connsiteX2737" fmla="*/ 14906153 w 21052571"/>
              <a:gd name="connsiteY2737" fmla="*/ 3477909 h 8402012"/>
              <a:gd name="connsiteX2738" fmla="*/ 14906153 w 21052571"/>
              <a:gd name="connsiteY2738" fmla="*/ 3412639 h 8402012"/>
              <a:gd name="connsiteX2739" fmla="*/ 10944622 w 21052571"/>
              <a:gd name="connsiteY2739" fmla="*/ 3405079 h 8402012"/>
              <a:gd name="connsiteX2740" fmla="*/ 10949219 w 21052571"/>
              <a:gd name="connsiteY2740" fmla="*/ 3412066 h 8402012"/>
              <a:gd name="connsiteX2741" fmla="*/ 10945985 w 21052571"/>
              <a:gd name="connsiteY2741" fmla="*/ 3418713 h 8402012"/>
              <a:gd name="connsiteX2742" fmla="*/ 10984719 w 21052571"/>
              <a:gd name="connsiteY2742" fmla="*/ 3433376 h 8402012"/>
              <a:gd name="connsiteX2743" fmla="*/ 11012410 w 21052571"/>
              <a:gd name="connsiteY2743" fmla="*/ 3446069 h 8402012"/>
              <a:gd name="connsiteX2744" fmla="*/ 10956189 w 21052571"/>
              <a:gd name="connsiteY2744" fmla="*/ 3410707 h 8402012"/>
              <a:gd name="connsiteX2745" fmla="*/ 11899418 w 21052571"/>
              <a:gd name="connsiteY2745" fmla="*/ 3388176 h 8402012"/>
              <a:gd name="connsiteX2746" fmla="*/ 11880087 w 21052571"/>
              <a:gd name="connsiteY2746" fmla="*/ 3445969 h 8402012"/>
              <a:gd name="connsiteX2747" fmla="*/ 11938080 w 21052571"/>
              <a:gd name="connsiteY2747" fmla="*/ 3445969 h 8402012"/>
              <a:gd name="connsiteX2748" fmla="*/ 11899418 w 21052571"/>
              <a:gd name="connsiteY2748" fmla="*/ 3388176 h 8402012"/>
              <a:gd name="connsiteX2749" fmla="*/ 13416739 w 21052571"/>
              <a:gd name="connsiteY2749" fmla="*/ 3384202 h 8402012"/>
              <a:gd name="connsiteX2750" fmla="*/ 13396264 w 21052571"/>
              <a:gd name="connsiteY2750" fmla="*/ 3449453 h 8402012"/>
              <a:gd name="connsiteX2751" fmla="*/ 13416739 w 21052571"/>
              <a:gd name="connsiteY2751" fmla="*/ 3384202 h 8402012"/>
              <a:gd name="connsiteX2752" fmla="*/ 14697606 w 21052571"/>
              <a:gd name="connsiteY2752" fmla="*/ 3384202 h 8402012"/>
              <a:gd name="connsiteX2753" fmla="*/ 14786590 w 21052571"/>
              <a:gd name="connsiteY2753" fmla="*/ 3436181 h 8402012"/>
              <a:gd name="connsiteX2754" fmla="*/ 14697606 w 21052571"/>
              <a:gd name="connsiteY2754" fmla="*/ 3449453 h 8402012"/>
              <a:gd name="connsiteX2755" fmla="*/ 14697606 w 21052571"/>
              <a:gd name="connsiteY2755" fmla="*/ 3384202 h 8402012"/>
              <a:gd name="connsiteX2756" fmla="*/ 16185882 w 21052571"/>
              <a:gd name="connsiteY2756" fmla="*/ 3384201 h 8402012"/>
              <a:gd name="connsiteX2757" fmla="*/ 16265354 w 21052571"/>
              <a:gd name="connsiteY2757" fmla="*/ 3403001 h 8402012"/>
              <a:gd name="connsiteX2758" fmla="*/ 16185882 w 21052571"/>
              <a:gd name="connsiteY2758" fmla="*/ 3384201 h 8402012"/>
              <a:gd name="connsiteX2759" fmla="*/ 13185628 w 21052571"/>
              <a:gd name="connsiteY2759" fmla="*/ 3384200 h 8402012"/>
              <a:gd name="connsiteX2760" fmla="*/ 13287713 w 21052571"/>
              <a:gd name="connsiteY2760" fmla="*/ 3384200 h 8402012"/>
              <a:gd name="connsiteX2761" fmla="*/ 13337692 w 21052571"/>
              <a:gd name="connsiteY2761" fmla="*/ 3408973 h 8402012"/>
              <a:gd name="connsiteX2762" fmla="*/ 13223910 w 21052571"/>
              <a:gd name="connsiteY2762" fmla="*/ 3447749 h 8402012"/>
              <a:gd name="connsiteX2763" fmla="*/ 13185628 w 21052571"/>
              <a:gd name="connsiteY2763" fmla="*/ 3384200 h 8402012"/>
              <a:gd name="connsiteX2764" fmla="*/ 15723070 w 21052571"/>
              <a:gd name="connsiteY2764" fmla="*/ 3384199 h 8402012"/>
              <a:gd name="connsiteX2765" fmla="*/ 15748754 w 21052571"/>
              <a:gd name="connsiteY2765" fmla="*/ 3416266 h 8402012"/>
              <a:gd name="connsiteX2766" fmla="*/ 15716648 w 21052571"/>
              <a:gd name="connsiteY2766" fmla="*/ 3402996 h 8402012"/>
              <a:gd name="connsiteX2767" fmla="*/ 15723070 w 21052571"/>
              <a:gd name="connsiteY2767" fmla="*/ 3384199 h 8402012"/>
              <a:gd name="connsiteX2768" fmla="*/ 13540111 w 21052571"/>
              <a:gd name="connsiteY2768" fmla="*/ 3384199 h 8402012"/>
              <a:gd name="connsiteX2769" fmla="*/ 13522149 w 21052571"/>
              <a:gd name="connsiteY2769" fmla="*/ 3416266 h 8402012"/>
              <a:gd name="connsiteX2770" fmla="*/ 13540111 w 21052571"/>
              <a:gd name="connsiteY2770" fmla="*/ 3384199 h 8402012"/>
              <a:gd name="connsiteX2771" fmla="*/ 18925451 w 21052571"/>
              <a:gd name="connsiteY2771" fmla="*/ 3384199 h 8402012"/>
              <a:gd name="connsiteX2772" fmla="*/ 18943411 w 21052571"/>
              <a:gd name="connsiteY2772" fmla="*/ 3416266 h 8402012"/>
              <a:gd name="connsiteX2773" fmla="*/ 18925451 w 21052571"/>
              <a:gd name="connsiteY2773" fmla="*/ 3384199 h 8402012"/>
              <a:gd name="connsiteX2774" fmla="*/ 14638347 w 21052571"/>
              <a:gd name="connsiteY2774" fmla="*/ 3382625 h 8402012"/>
              <a:gd name="connsiteX2775" fmla="*/ 14677612 w 21052571"/>
              <a:gd name="connsiteY2775" fmla="*/ 3415667 h 8402012"/>
              <a:gd name="connsiteX2776" fmla="*/ 14621768 w 21052571"/>
              <a:gd name="connsiteY2776" fmla="*/ 3384122 h 8402012"/>
              <a:gd name="connsiteX2777" fmla="*/ 14638347 w 21052571"/>
              <a:gd name="connsiteY2777" fmla="*/ 3382625 h 8402012"/>
              <a:gd name="connsiteX2778" fmla="*/ 17205931 w 21052571"/>
              <a:gd name="connsiteY2778" fmla="*/ 3381122 h 8402012"/>
              <a:gd name="connsiteX2779" fmla="*/ 17224199 w 21052571"/>
              <a:gd name="connsiteY2779" fmla="*/ 3412286 h 8402012"/>
              <a:gd name="connsiteX2780" fmla="*/ 17205931 w 21052571"/>
              <a:gd name="connsiteY2780" fmla="*/ 3381122 h 8402012"/>
              <a:gd name="connsiteX2781" fmla="*/ 13616195 w 21052571"/>
              <a:gd name="connsiteY2781" fmla="*/ 3380910 h 8402012"/>
              <a:gd name="connsiteX2782" fmla="*/ 13668083 w 21052571"/>
              <a:gd name="connsiteY2782" fmla="*/ 3384200 h 8402012"/>
              <a:gd name="connsiteX2783" fmla="*/ 13829151 w 21052571"/>
              <a:gd name="connsiteY2783" fmla="*/ 3384200 h 8402012"/>
              <a:gd name="connsiteX2784" fmla="*/ 13751319 w 21052571"/>
              <a:gd name="connsiteY2784" fmla="*/ 3421061 h 8402012"/>
              <a:gd name="connsiteX2785" fmla="*/ 13583765 w 21052571"/>
              <a:gd name="connsiteY2785" fmla="*/ 3414742 h 8402012"/>
              <a:gd name="connsiteX2786" fmla="*/ 13616195 w 21052571"/>
              <a:gd name="connsiteY2786" fmla="*/ 3380910 h 8402012"/>
              <a:gd name="connsiteX2787" fmla="*/ 11707587 w 21052571"/>
              <a:gd name="connsiteY2787" fmla="*/ 3376606 h 8402012"/>
              <a:gd name="connsiteX2788" fmla="*/ 11810040 w 21052571"/>
              <a:gd name="connsiteY2788" fmla="*/ 3403092 h 8402012"/>
              <a:gd name="connsiteX2789" fmla="*/ 11803636 w 21052571"/>
              <a:gd name="connsiteY2789" fmla="*/ 3423788 h 8402012"/>
              <a:gd name="connsiteX2790" fmla="*/ 11799155 w 21052571"/>
              <a:gd name="connsiteY2790" fmla="*/ 3441749 h 8402012"/>
              <a:gd name="connsiteX2791" fmla="*/ 11800533 w 21052571"/>
              <a:gd name="connsiteY2791" fmla="*/ 3445300 h 8402012"/>
              <a:gd name="connsiteX2792" fmla="*/ 11793969 w 21052571"/>
              <a:gd name="connsiteY2792" fmla="*/ 3463746 h 8402012"/>
              <a:gd name="connsiteX2793" fmla="*/ 11791508 w 21052571"/>
              <a:gd name="connsiteY2793" fmla="*/ 3443763 h 8402012"/>
              <a:gd name="connsiteX2794" fmla="*/ 11791459 w 21052571"/>
              <a:gd name="connsiteY2794" fmla="*/ 3442265 h 8402012"/>
              <a:gd name="connsiteX2795" fmla="*/ 11781988 w 21052571"/>
              <a:gd name="connsiteY2795" fmla="*/ 3430482 h 8402012"/>
              <a:gd name="connsiteX2796" fmla="*/ 11656360 w 21052571"/>
              <a:gd name="connsiteY2796" fmla="*/ 3449452 h 8402012"/>
              <a:gd name="connsiteX2797" fmla="*/ 11662764 w 21052571"/>
              <a:gd name="connsiteY2797" fmla="*/ 3389847 h 8402012"/>
              <a:gd name="connsiteX2798" fmla="*/ 11707587 w 21052571"/>
              <a:gd name="connsiteY2798" fmla="*/ 3376606 h 8402012"/>
              <a:gd name="connsiteX2799" fmla="*/ 14076568 w 21052571"/>
              <a:gd name="connsiteY2799" fmla="*/ 3375332 h 8402012"/>
              <a:gd name="connsiteX2800" fmla="*/ 14132524 w 21052571"/>
              <a:gd name="connsiteY2800" fmla="*/ 3383606 h 8402012"/>
              <a:gd name="connsiteX2801" fmla="*/ 14038782 w 21052571"/>
              <a:gd name="connsiteY2801" fmla="*/ 3415104 h 8402012"/>
              <a:gd name="connsiteX2802" fmla="*/ 14076568 w 21052571"/>
              <a:gd name="connsiteY2802" fmla="*/ 3375332 h 8402012"/>
              <a:gd name="connsiteX2803" fmla="*/ 12091787 w 21052571"/>
              <a:gd name="connsiteY2803" fmla="*/ 3374676 h 8402012"/>
              <a:gd name="connsiteX2804" fmla="*/ 12034734 w 21052571"/>
              <a:gd name="connsiteY2804" fmla="*/ 3382825 h 8402012"/>
              <a:gd name="connsiteX2805" fmla="*/ 12130314 w 21052571"/>
              <a:gd name="connsiteY2805" fmla="*/ 3413862 h 8402012"/>
              <a:gd name="connsiteX2806" fmla="*/ 12091787 w 21052571"/>
              <a:gd name="connsiteY2806" fmla="*/ 3374676 h 8402012"/>
              <a:gd name="connsiteX2807" fmla="*/ 11808108 w 21052571"/>
              <a:gd name="connsiteY2807" fmla="*/ 3373457 h 8402012"/>
              <a:gd name="connsiteX2808" fmla="*/ 11814844 w 21052571"/>
              <a:gd name="connsiteY2808" fmla="*/ 3383891 h 8402012"/>
              <a:gd name="connsiteX2809" fmla="*/ 11796882 w 21052571"/>
              <a:gd name="connsiteY2809" fmla="*/ 3383891 h 8402012"/>
              <a:gd name="connsiteX2810" fmla="*/ 11808108 w 21052571"/>
              <a:gd name="connsiteY2810" fmla="*/ 3373457 h 8402012"/>
              <a:gd name="connsiteX2811" fmla="*/ 15708808 w 21052571"/>
              <a:gd name="connsiteY2811" fmla="*/ 3368091 h 8402012"/>
              <a:gd name="connsiteX2812" fmla="*/ 15720294 w 21052571"/>
              <a:gd name="connsiteY2812" fmla="*/ 3370213 h 8402012"/>
              <a:gd name="connsiteX2813" fmla="*/ 15707168 w 21052571"/>
              <a:gd name="connsiteY2813" fmla="*/ 3383199 h 8402012"/>
              <a:gd name="connsiteX2814" fmla="*/ 15708808 w 21052571"/>
              <a:gd name="connsiteY2814" fmla="*/ 3368091 h 8402012"/>
              <a:gd name="connsiteX2815" fmla="*/ 14583850 w 21052571"/>
              <a:gd name="connsiteY2815" fmla="*/ 3351018 h 8402012"/>
              <a:gd name="connsiteX2816" fmla="*/ 14601812 w 21052571"/>
              <a:gd name="connsiteY2816" fmla="*/ 3383130 h 8402012"/>
              <a:gd name="connsiteX2817" fmla="*/ 14583850 w 21052571"/>
              <a:gd name="connsiteY2817" fmla="*/ 3351018 h 8402012"/>
              <a:gd name="connsiteX2818" fmla="*/ 14242588 w 21052571"/>
              <a:gd name="connsiteY2818" fmla="*/ 3351018 h 8402012"/>
              <a:gd name="connsiteX2819" fmla="*/ 14260550 w 21052571"/>
              <a:gd name="connsiteY2819" fmla="*/ 3383130 h 8402012"/>
              <a:gd name="connsiteX2820" fmla="*/ 14242588 w 21052571"/>
              <a:gd name="connsiteY2820" fmla="*/ 3351018 h 8402012"/>
              <a:gd name="connsiteX2821" fmla="*/ 12394092 w 21052571"/>
              <a:gd name="connsiteY2821" fmla="*/ 3351018 h 8402012"/>
              <a:gd name="connsiteX2822" fmla="*/ 12430984 w 21052571"/>
              <a:gd name="connsiteY2822" fmla="*/ 3351018 h 8402012"/>
              <a:gd name="connsiteX2823" fmla="*/ 12430984 w 21052571"/>
              <a:gd name="connsiteY2823" fmla="*/ 3383130 h 8402012"/>
              <a:gd name="connsiteX2824" fmla="*/ 12394092 w 21052571"/>
              <a:gd name="connsiteY2824" fmla="*/ 3383130 h 8402012"/>
              <a:gd name="connsiteX2825" fmla="*/ 12394092 w 21052571"/>
              <a:gd name="connsiteY2825" fmla="*/ 3351018 h 8402012"/>
              <a:gd name="connsiteX2826" fmla="*/ 18905495 w 21052571"/>
              <a:gd name="connsiteY2826" fmla="*/ 3351017 h 8402012"/>
              <a:gd name="connsiteX2827" fmla="*/ 18887531 w 21052571"/>
              <a:gd name="connsiteY2827" fmla="*/ 3383128 h 8402012"/>
              <a:gd name="connsiteX2828" fmla="*/ 18905495 w 21052571"/>
              <a:gd name="connsiteY2828" fmla="*/ 3351017 h 8402012"/>
              <a:gd name="connsiteX2829" fmla="*/ 16323334 w 21052571"/>
              <a:gd name="connsiteY2829" fmla="*/ 3351017 h 8402012"/>
              <a:gd name="connsiteX2830" fmla="*/ 16341298 w 21052571"/>
              <a:gd name="connsiteY2830" fmla="*/ 3383128 h 8402012"/>
              <a:gd name="connsiteX2831" fmla="*/ 16323334 w 21052571"/>
              <a:gd name="connsiteY2831" fmla="*/ 3351017 h 8402012"/>
              <a:gd name="connsiteX2832" fmla="*/ 14503274 w 21052571"/>
              <a:gd name="connsiteY2832" fmla="*/ 3351016 h 8402012"/>
              <a:gd name="connsiteX2833" fmla="*/ 14521236 w 21052571"/>
              <a:gd name="connsiteY2833" fmla="*/ 3351016 h 8402012"/>
              <a:gd name="connsiteX2834" fmla="*/ 14521236 w 21052571"/>
              <a:gd name="connsiteY2834" fmla="*/ 3416268 h 8402012"/>
              <a:gd name="connsiteX2835" fmla="*/ 14503274 w 21052571"/>
              <a:gd name="connsiteY2835" fmla="*/ 3416268 h 8402012"/>
              <a:gd name="connsiteX2836" fmla="*/ 14503274 w 21052571"/>
              <a:gd name="connsiteY2836" fmla="*/ 3351016 h 8402012"/>
              <a:gd name="connsiteX2837" fmla="*/ 14394263 w 21052571"/>
              <a:gd name="connsiteY2837" fmla="*/ 3351015 h 8402012"/>
              <a:gd name="connsiteX2838" fmla="*/ 14426372 w 21052571"/>
              <a:gd name="connsiteY2838" fmla="*/ 3351015 h 8402012"/>
              <a:gd name="connsiteX2839" fmla="*/ 14394263 w 21052571"/>
              <a:gd name="connsiteY2839" fmla="*/ 3351015 h 8402012"/>
              <a:gd name="connsiteX2840" fmla="*/ 12480769 w 21052571"/>
              <a:gd name="connsiteY2840" fmla="*/ 3342679 h 8402012"/>
              <a:gd name="connsiteX2841" fmla="*/ 12530439 w 21052571"/>
              <a:gd name="connsiteY2841" fmla="*/ 3348307 h 8402012"/>
              <a:gd name="connsiteX2842" fmla="*/ 12450967 w 21052571"/>
              <a:gd name="connsiteY2842" fmla="*/ 3380474 h 8402012"/>
              <a:gd name="connsiteX2843" fmla="*/ 12480769 w 21052571"/>
              <a:gd name="connsiteY2843" fmla="*/ 3342679 h 8402012"/>
              <a:gd name="connsiteX2844" fmla="*/ 16095256 w 21052571"/>
              <a:gd name="connsiteY2844" fmla="*/ 3342278 h 8402012"/>
              <a:gd name="connsiteX2845" fmla="*/ 16146904 w 21052571"/>
              <a:gd name="connsiteY2845" fmla="*/ 3350424 h 8402012"/>
              <a:gd name="connsiteX2846" fmla="*/ 16057910 w 21052571"/>
              <a:gd name="connsiteY2846" fmla="*/ 3383014 h 8402012"/>
              <a:gd name="connsiteX2847" fmla="*/ 16095256 w 21052571"/>
              <a:gd name="connsiteY2847" fmla="*/ 3342278 h 8402012"/>
              <a:gd name="connsiteX2848" fmla="*/ 17132035 w 21052571"/>
              <a:gd name="connsiteY2848" fmla="*/ 3340947 h 8402012"/>
              <a:gd name="connsiteX2849" fmla="*/ 17137071 w 21052571"/>
              <a:gd name="connsiteY2849" fmla="*/ 3353244 h 8402012"/>
              <a:gd name="connsiteX2850" fmla="*/ 17132671 w 21052571"/>
              <a:gd name="connsiteY2850" fmla="*/ 3363445 h 8402012"/>
              <a:gd name="connsiteX2851" fmla="*/ 17147891 w 21052571"/>
              <a:gd name="connsiteY2851" fmla="*/ 3373613 h 8402012"/>
              <a:gd name="connsiteX2852" fmla="*/ 17186583 w 21052571"/>
              <a:gd name="connsiteY2852" fmla="*/ 3381122 h 8402012"/>
              <a:gd name="connsiteX2853" fmla="*/ 17147891 w 21052571"/>
              <a:gd name="connsiteY2853" fmla="*/ 3348874 h 8402012"/>
              <a:gd name="connsiteX2854" fmla="*/ 15902792 w 21052571"/>
              <a:gd name="connsiteY2854" fmla="*/ 3325880 h 8402012"/>
              <a:gd name="connsiteX2855" fmla="*/ 15864012 w 21052571"/>
              <a:gd name="connsiteY2855" fmla="*/ 3383949 h 8402012"/>
              <a:gd name="connsiteX2856" fmla="*/ 15941572 w 21052571"/>
              <a:gd name="connsiteY2856" fmla="*/ 3383949 h 8402012"/>
              <a:gd name="connsiteX2857" fmla="*/ 15902792 w 21052571"/>
              <a:gd name="connsiteY2857" fmla="*/ 3325880 h 8402012"/>
              <a:gd name="connsiteX2858" fmla="*/ 14190455 w 21052571"/>
              <a:gd name="connsiteY2858" fmla="*/ 3323987 h 8402012"/>
              <a:gd name="connsiteX2859" fmla="*/ 14222561 w 21052571"/>
              <a:gd name="connsiteY2859" fmla="*/ 3348580 h 8402012"/>
              <a:gd name="connsiteX2860" fmla="*/ 14190455 w 21052571"/>
              <a:gd name="connsiteY2860" fmla="*/ 3323987 h 8402012"/>
              <a:gd name="connsiteX2861" fmla="*/ 17076959 w 21052571"/>
              <a:gd name="connsiteY2861" fmla="*/ 3323082 h 8402012"/>
              <a:gd name="connsiteX2862" fmla="*/ 17115651 w 21052571"/>
              <a:gd name="connsiteY2862" fmla="*/ 3348874 h 8402012"/>
              <a:gd name="connsiteX2863" fmla="*/ 17127323 w 21052571"/>
              <a:gd name="connsiteY2863" fmla="*/ 3359402 h 8402012"/>
              <a:gd name="connsiteX2864" fmla="*/ 17124347 w 21052571"/>
              <a:gd name="connsiteY2864" fmla="*/ 3350065 h 8402012"/>
              <a:gd name="connsiteX2865" fmla="*/ 17127343 w 21052571"/>
              <a:gd name="connsiteY2865" fmla="*/ 3343431 h 8402012"/>
              <a:gd name="connsiteX2866" fmla="*/ 17129119 w 21052571"/>
              <a:gd name="connsiteY2866" fmla="*/ 3339489 h 8402012"/>
              <a:gd name="connsiteX2867" fmla="*/ 17128547 w 21052571"/>
              <a:gd name="connsiteY2867" fmla="*/ 3339202 h 8402012"/>
              <a:gd name="connsiteX2868" fmla="*/ 17109199 w 21052571"/>
              <a:gd name="connsiteY2868" fmla="*/ 3329530 h 8402012"/>
              <a:gd name="connsiteX2869" fmla="*/ 17076959 w 21052571"/>
              <a:gd name="connsiteY2869" fmla="*/ 3323082 h 8402012"/>
              <a:gd name="connsiteX2870" fmla="*/ 16767872 w 21052571"/>
              <a:gd name="connsiteY2870" fmla="*/ 3322576 h 8402012"/>
              <a:gd name="connsiteX2871" fmla="*/ 16749910 w 21052571"/>
              <a:gd name="connsiteY2871" fmla="*/ 3349875 h 8402012"/>
              <a:gd name="connsiteX2872" fmla="*/ 16767872 w 21052571"/>
              <a:gd name="connsiteY2872" fmla="*/ 3322576 h 8402012"/>
              <a:gd name="connsiteX2873" fmla="*/ 16037952 w 21052571"/>
              <a:gd name="connsiteY2873" fmla="*/ 3322576 h 8402012"/>
              <a:gd name="connsiteX2874" fmla="*/ 16019990 w 21052571"/>
              <a:gd name="connsiteY2874" fmla="*/ 3349875 h 8402012"/>
              <a:gd name="connsiteX2875" fmla="*/ 16037952 w 21052571"/>
              <a:gd name="connsiteY2875" fmla="*/ 3322576 h 8402012"/>
              <a:gd name="connsiteX2876" fmla="*/ 885576 w 21052571"/>
              <a:gd name="connsiteY2876" fmla="*/ 3305285 h 8402012"/>
              <a:gd name="connsiteX2877" fmla="*/ 885576 w 21052571"/>
              <a:gd name="connsiteY2877" fmla="*/ 3337527 h 8402012"/>
              <a:gd name="connsiteX2878" fmla="*/ 955422 w 21052571"/>
              <a:gd name="connsiteY2878" fmla="*/ 3350421 h 8402012"/>
              <a:gd name="connsiteX2879" fmla="*/ 885576 w 21052571"/>
              <a:gd name="connsiteY2879" fmla="*/ 3305285 h 8402012"/>
              <a:gd name="connsiteX2880" fmla="*/ 16211220 w 21052571"/>
              <a:gd name="connsiteY2880" fmla="*/ 3303146 h 8402012"/>
              <a:gd name="connsiteX2881" fmla="*/ 16222706 w 21052571"/>
              <a:gd name="connsiteY2881" fmla="*/ 3305706 h 8402012"/>
              <a:gd name="connsiteX2882" fmla="*/ 16209580 w 21052571"/>
              <a:gd name="connsiteY2882" fmla="*/ 3326180 h 8402012"/>
              <a:gd name="connsiteX2883" fmla="*/ 16211220 w 21052571"/>
              <a:gd name="connsiteY2883" fmla="*/ 3303146 h 8402012"/>
              <a:gd name="connsiteX2884" fmla="*/ 18424055 w 21052571"/>
              <a:gd name="connsiteY2884" fmla="*/ 3303145 h 8402012"/>
              <a:gd name="connsiteX2885" fmla="*/ 18431163 w 21052571"/>
              <a:gd name="connsiteY2885" fmla="*/ 3305706 h 8402012"/>
              <a:gd name="connsiteX2886" fmla="*/ 18423039 w 21052571"/>
              <a:gd name="connsiteY2886" fmla="*/ 3326179 h 8402012"/>
              <a:gd name="connsiteX2887" fmla="*/ 18424055 w 21052571"/>
              <a:gd name="connsiteY2887" fmla="*/ 3303145 h 8402012"/>
              <a:gd name="connsiteX2888" fmla="*/ 16129004 w 21052571"/>
              <a:gd name="connsiteY2888" fmla="*/ 3294139 h 8402012"/>
              <a:gd name="connsiteX2889" fmla="*/ 16146966 w 21052571"/>
              <a:gd name="connsiteY2889" fmla="*/ 3326247 h 8402012"/>
              <a:gd name="connsiteX2890" fmla="*/ 16129004 w 21052571"/>
              <a:gd name="connsiteY2890" fmla="*/ 3294139 h 8402012"/>
              <a:gd name="connsiteX2891" fmla="*/ 13185628 w 21052571"/>
              <a:gd name="connsiteY2891" fmla="*/ 3294139 h 8402012"/>
              <a:gd name="connsiteX2892" fmla="*/ 13203590 w 21052571"/>
              <a:gd name="connsiteY2892" fmla="*/ 3326248 h 8402012"/>
              <a:gd name="connsiteX2893" fmla="*/ 13185628 w 21052571"/>
              <a:gd name="connsiteY2893" fmla="*/ 3294139 h 8402012"/>
              <a:gd name="connsiteX2894" fmla="*/ 14132588 w 21052571"/>
              <a:gd name="connsiteY2894" fmla="*/ 3294136 h 8402012"/>
              <a:gd name="connsiteX2895" fmla="*/ 14114813 w 21052571"/>
              <a:gd name="connsiteY2895" fmla="*/ 3349980 h 8402012"/>
              <a:gd name="connsiteX2896" fmla="*/ 14132588 w 21052571"/>
              <a:gd name="connsiteY2896" fmla="*/ 3294136 h 8402012"/>
              <a:gd name="connsiteX2897" fmla="*/ 13298330 w 21052571"/>
              <a:gd name="connsiteY2897" fmla="*/ 3290807 h 8402012"/>
              <a:gd name="connsiteX2898" fmla="*/ 13261466 w 21052571"/>
              <a:gd name="connsiteY2898" fmla="*/ 3321551 h 8402012"/>
              <a:gd name="connsiteX2899" fmla="*/ 13298330 w 21052571"/>
              <a:gd name="connsiteY2899" fmla="*/ 3290807 h 8402012"/>
              <a:gd name="connsiteX2900" fmla="*/ 15466530 w 21052571"/>
              <a:gd name="connsiteY2900" fmla="*/ 3262042 h 8402012"/>
              <a:gd name="connsiteX2901" fmla="*/ 15485820 w 21052571"/>
              <a:gd name="connsiteY2901" fmla="*/ 3294499 h 8402012"/>
              <a:gd name="connsiteX2902" fmla="*/ 15466530 w 21052571"/>
              <a:gd name="connsiteY2902" fmla="*/ 3262042 h 8402012"/>
              <a:gd name="connsiteX2903" fmla="*/ 13602725 w 21052571"/>
              <a:gd name="connsiteY2903" fmla="*/ 3260959 h 8402012"/>
              <a:gd name="connsiteX2904" fmla="*/ 13620687 w 21052571"/>
              <a:gd name="connsiteY2904" fmla="*/ 3293065 h 8402012"/>
              <a:gd name="connsiteX2905" fmla="*/ 13602725 w 21052571"/>
              <a:gd name="connsiteY2905" fmla="*/ 3260959 h 8402012"/>
              <a:gd name="connsiteX2906" fmla="*/ 13454796 w 21052571"/>
              <a:gd name="connsiteY2906" fmla="*/ 3260959 h 8402012"/>
              <a:gd name="connsiteX2907" fmla="*/ 13436834 w 21052571"/>
              <a:gd name="connsiteY2907" fmla="*/ 3293065 h 8402012"/>
              <a:gd name="connsiteX2908" fmla="*/ 13454796 w 21052571"/>
              <a:gd name="connsiteY2908" fmla="*/ 3260959 h 8402012"/>
              <a:gd name="connsiteX2909" fmla="*/ 16767872 w 21052571"/>
              <a:gd name="connsiteY2909" fmla="*/ 3260958 h 8402012"/>
              <a:gd name="connsiteX2910" fmla="*/ 16749910 w 21052571"/>
              <a:gd name="connsiteY2910" fmla="*/ 3293064 h 8402012"/>
              <a:gd name="connsiteX2911" fmla="*/ 16767872 w 21052571"/>
              <a:gd name="connsiteY2911" fmla="*/ 3260958 h 8402012"/>
              <a:gd name="connsiteX2912" fmla="*/ 13659603 w 21052571"/>
              <a:gd name="connsiteY2912" fmla="*/ 3260958 h 8402012"/>
              <a:gd name="connsiteX2913" fmla="*/ 13677565 w 21052571"/>
              <a:gd name="connsiteY2913" fmla="*/ 3293065 h 8402012"/>
              <a:gd name="connsiteX2914" fmla="*/ 13659603 w 21052571"/>
              <a:gd name="connsiteY2914" fmla="*/ 3260958 h 8402012"/>
              <a:gd name="connsiteX2915" fmla="*/ 15800996 w 21052571"/>
              <a:gd name="connsiteY2915" fmla="*/ 3257333 h 8402012"/>
              <a:gd name="connsiteX2916" fmla="*/ 15838158 w 21052571"/>
              <a:gd name="connsiteY2916" fmla="*/ 3267815 h 8402012"/>
              <a:gd name="connsiteX2917" fmla="*/ 15959884 w 21052571"/>
              <a:gd name="connsiteY2917" fmla="*/ 3293621 h 8402012"/>
              <a:gd name="connsiteX2918" fmla="*/ 16011590 w 21052571"/>
              <a:gd name="connsiteY2918" fmla="*/ 3428033 h 8402012"/>
              <a:gd name="connsiteX2919" fmla="*/ 16191486 w 21052571"/>
              <a:gd name="connsiteY2919" fmla="*/ 3473196 h 8402012"/>
              <a:gd name="connsiteX2920" fmla="*/ 16359532 w 21052571"/>
              <a:gd name="connsiteY2920" fmla="*/ 3518357 h 8402012"/>
              <a:gd name="connsiteX2921" fmla="*/ 16416624 w 21052571"/>
              <a:gd name="connsiteY2921" fmla="*/ 3531260 h 8402012"/>
              <a:gd name="connsiteX2922" fmla="*/ 16429550 w 21052571"/>
              <a:gd name="connsiteY2922" fmla="*/ 3601152 h 8402012"/>
              <a:gd name="connsiteX2923" fmla="*/ 15779990 w 21052571"/>
              <a:gd name="connsiteY2923" fmla="*/ 3434486 h 8402012"/>
              <a:gd name="connsiteX2924" fmla="*/ 15805842 w 21052571"/>
              <a:gd name="connsiteY2924" fmla="*/ 3293621 h 8402012"/>
              <a:gd name="connsiteX2925" fmla="*/ 15773526 w 21052571"/>
              <a:gd name="connsiteY2925" fmla="*/ 3280718 h 8402012"/>
              <a:gd name="connsiteX2926" fmla="*/ 15800996 w 21052571"/>
              <a:gd name="connsiteY2926" fmla="*/ 3257333 h 8402012"/>
              <a:gd name="connsiteX2927" fmla="*/ 18247671 w 21052571"/>
              <a:gd name="connsiteY2927" fmla="*/ 3246739 h 8402012"/>
              <a:gd name="connsiteX2928" fmla="*/ 18326423 w 21052571"/>
              <a:gd name="connsiteY2928" fmla="*/ 3253360 h 8402012"/>
              <a:gd name="connsiteX2929" fmla="*/ 18339547 w 21052571"/>
              <a:gd name="connsiteY2929" fmla="*/ 3326211 h 8402012"/>
              <a:gd name="connsiteX2930" fmla="*/ 18247671 w 21052571"/>
              <a:gd name="connsiteY2930" fmla="*/ 3246739 h 8402012"/>
              <a:gd name="connsiteX2931" fmla="*/ 12501896 w 21052571"/>
              <a:gd name="connsiteY2931" fmla="*/ 3235127 h 8402012"/>
              <a:gd name="connsiteX2932" fmla="*/ 12527670 w 21052571"/>
              <a:gd name="connsiteY2932" fmla="*/ 3260813 h 8402012"/>
              <a:gd name="connsiteX2933" fmla="*/ 12501896 w 21052571"/>
              <a:gd name="connsiteY2933" fmla="*/ 3235127 h 8402012"/>
              <a:gd name="connsiteX2934" fmla="*/ 20109359 w 21052571"/>
              <a:gd name="connsiteY2934" fmla="*/ 3233928 h 8402012"/>
              <a:gd name="connsiteX2935" fmla="*/ 20072467 w 21052571"/>
              <a:gd name="connsiteY2935" fmla="*/ 3258524 h 8402012"/>
              <a:gd name="connsiteX2936" fmla="*/ 20109359 w 21052571"/>
              <a:gd name="connsiteY2936" fmla="*/ 3233928 h 8402012"/>
              <a:gd name="connsiteX2937" fmla="*/ 12586468 w 21052571"/>
              <a:gd name="connsiteY2937" fmla="*/ 3233522 h 8402012"/>
              <a:gd name="connsiteX2938" fmla="*/ 12559888 w 21052571"/>
              <a:gd name="connsiteY2938" fmla="*/ 3235127 h 8402012"/>
              <a:gd name="connsiteX2939" fmla="*/ 12598550 w 21052571"/>
              <a:gd name="connsiteY2939" fmla="*/ 3260813 h 8402012"/>
              <a:gd name="connsiteX2940" fmla="*/ 12586468 w 21052571"/>
              <a:gd name="connsiteY2940" fmla="*/ 3233522 h 8402012"/>
              <a:gd name="connsiteX2941" fmla="*/ 18090191 w 21052571"/>
              <a:gd name="connsiteY2941" fmla="*/ 3213562 h 8402012"/>
              <a:gd name="connsiteX2942" fmla="*/ 18039119 w 21052571"/>
              <a:gd name="connsiteY2942" fmla="*/ 3259856 h 8402012"/>
              <a:gd name="connsiteX2943" fmla="*/ 18090191 w 21052571"/>
              <a:gd name="connsiteY2943" fmla="*/ 3213562 h 8402012"/>
              <a:gd name="connsiteX2944" fmla="*/ 15644776 w 21052571"/>
              <a:gd name="connsiteY2944" fmla="*/ 3205553 h 8402012"/>
              <a:gd name="connsiteX2945" fmla="*/ 15658736 w 21052571"/>
              <a:gd name="connsiteY2945" fmla="*/ 3213048 h 8402012"/>
              <a:gd name="connsiteX2946" fmla="*/ 15602894 w 21052571"/>
              <a:gd name="connsiteY2946" fmla="*/ 3231492 h 8402012"/>
              <a:gd name="connsiteX2947" fmla="*/ 15644776 w 21052571"/>
              <a:gd name="connsiteY2947" fmla="*/ 3205553 h 8402012"/>
              <a:gd name="connsiteX2948" fmla="*/ 12830147 w 21052571"/>
              <a:gd name="connsiteY2948" fmla="*/ 3204081 h 8402012"/>
              <a:gd name="connsiteX2949" fmla="*/ 12843275 w 21052571"/>
              <a:gd name="connsiteY2949" fmla="*/ 3236186 h 8402012"/>
              <a:gd name="connsiteX2950" fmla="*/ 12830147 w 21052571"/>
              <a:gd name="connsiteY2950" fmla="*/ 3204081 h 8402012"/>
              <a:gd name="connsiteX2951" fmla="*/ 15963116 w 21052571"/>
              <a:gd name="connsiteY2951" fmla="*/ 3204080 h 8402012"/>
              <a:gd name="connsiteX2952" fmla="*/ 16000008 w 21052571"/>
              <a:gd name="connsiteY2952" fmla="*/ 3204080 h 8402012"/>
              <a:gd name="connsiteX2953" fmla="*/ 16000008 w 21052571"/>
              <a:gd name="connsiteY2953" fmla="*/ 3236186 h 8402012"/>
              <a:gd name="connsiteX2954" fmla="*/ 15963116 w 21052571"/>
              <a:gd name="connsiteY2954" fmla="*/ 3236186 h 8402012"/>
              <a:gd name="connsiteX2955" fmla="*/ 15963116 w 21052571"/>
              <a:gd name="connsiteY2955" fmla="*/ 3204080 h 8402012"/>
              <a:gd name="connsiteX2956" fmla="*/ 12996038 w 21052571"/>
              <a:gd name="connsiteY2956" fmla="*/ 3204080 h 8402012"/>
              <a:gd name="connsiteX2957" fmla="*/ 13014000 w 21052571"/>
              <a:gd name="connsiteY2957" fmla="*/ 3236186 h 8402012"/>
              <a:gd name="connsiteX2958" fmla="*/ 12996038 w 21052571"/>
              <a:gd name="connsiteY2958" fmla="*/ 3204080 h 8402012"/>
              <a:gd name="connsiteX2959" fmla="*/ 12957122 w 21052571"/>
              <a:gd name="connsiteY2959" fmla="*/ 3204080 h 8402012"/>
              <a:gd name="connsiteX2960" fmla="*/ 12939160 w 21052571"/>
              <a:gd name="connsiteY2960" fmla="*/ 3236186 h 8402012"/>
              <a:gd name="connsiteX2961" fmla="*/ 12957122 w 21052571"/>
              <a:gd name="connsiteY2961" fmla="*/ 3204080 h 8402012"/>
              <a:gd name="connsiteX2962" fmla="*/ 16056886 w 21052571"/>
              <a:gd name="connsiteY2962" fmla="*/ 3201217 h 8402012"/>
              <a:gd name="connsiteX2963" fmla="*/ 16019994 w 21052571"/>
              <a:gd name="connsiteY2963" fmla="*/ 3234284 h 8402012"/>
              <a:gd name="connsiteX2964" fmla="*/ 16056886 w 21052571"/>
              <a:gd name="connsiteY2964" fmla="*/ 3201217 h 8402012"/>
              <a:gd name="connsiteX2965" fmla="*/ 17167239 w 21052571"/>
              <a:gd name="connsiteY2965" fmla="*/ 3200567 h 8402012"/>
              <a:gd name="connsiteX2966" fmla="*/ 17167239 w 21052571"/>
              <a:gd name="connsiteY2966" fmla="*/ 3258601 h 8402012"/>
              <a:gd name="connsiteX2967" fmla="*/ 17191959 w 21052571"/>
              <a:gd name="connsiteY2967" fmla="*/ 3258601 h 8402012"/>
              <a:gd name="connsiteX2968" fmla="*/ 17243547 w 21052571"/>
              <a:gd name="connsiteY2968" fmla="*/ 3258601 h 8402012"/>
              <a:gd name="connsiteX2969" fmla="*/ 17411211 w 21052571"/>
              <a:gd name="connsiteY2969" fmla="*/ 3303739 h 8402012"/>
              <a:gd name="connsiteX2970" fmla="*/ 17308031 w 21052571"/>
              <a:gd name="connsiteY2970" fmla="*/ 3245706 h 8402012"/>
              <a:gd name="connsiteX2971" fmla="*/ 17167239 w 21052571"/>
              <a:gd name="connsiteY2971" fmla="*/ 3200567 h 8402012"/>
              <a:gd name="connsiteX2972" fmla="*/ 12898229 w 21052571"/>
              <a:gd name="connsiteY2972" fmla="*/ 3196698 h 8402012"/>
              <a:gd name="connsiteX2973" fmla="*/ 12919170 w 21052571"/>
              <a:gd name="connsiteY2973" fmla="*/ 3232598 h 8402012"/>
              <a:gd name="connsiteX2974" fmla="*/ 12863326 w 21052571"/>
              <a:gd name="connsiteY2974" fmla="*/ 3199963 h 8402012"/>
              <a:gd name="connsiteX2975" fmla="*/ 12898229 w 21052571"/>
              <a:gd name="connsiteY2975" fmla="*/ 3196698 h 8402012"/>
              <a:gd name="connsiteX2976" fmla="*/ 18188291 w 21052571"/>
              <a:gd name="connsiteY2976" fmla="*/ 3196697 h 8402012"/>
              <a:gd name="connsiteX2977" fmla="*/ 18222915 w 21052571"/>
              <a:gd name="connsiteY2977" fmla="*/ 3199962 h 8402012"/>
              <a:gd name="connsiteX2978" fmla="*/ 18167091 w 21052571"/>
              <a:gd name="connsiteY2978" fmla="*/ 3232596 h 8402012"/>
              <a:gd name="connsiteX2979" fmla="*/ 18188291 w 21052571"/>
              <a:gd name="connsiteY2979" fmla="*/ 3196697 h 8402012"/>
              <a:gd name="connsiteX2980" fmla="*/ 11401461 w 21052571"/>
              <a:gd name="connsiteY2980" fmla="*/ 3194061 h 8402012"/>
              <a:gd name="connsiteX2981" fmla="*/ 11353099 w 21052571"/>
              <a:gd name="connsiteY2981" fmla="*/ 3202121 h 8402012"/>
              <a:gd name="connsiteX2982" fmla="*/ 11430479 w 21052571"/>
              <a:gd name="connsiteY2982" fmla="*/ 3234361 h 8402012"/>
              <a:gd name="connsiteX2983" fmla="*/ 11401461 w 21052571"/>
              <a:gd name="connsiteY2983" fmla="*/ 3194061 h 8402012"/>
              <a:gd name="connsiteX2984" fmla="*/ 15654530 w 21052571"/>
              <a:gd name="connsiteY2984" fmla="*/ 3192852 h 8402012"/>
              <a:gd name="connsiteX2985" fmla="*/ 15663512 w 21052571"/>
              <a:gd name="connsiteY2985" fmla="*/ 3201833 h 8402012"/>
              <a:gd name="connsiteX2986" fmla="*/ 15645550 w 21052571"/>
              <a:gd name="connsiteY2986" fmla="*/ 3201833 h 8402012"/>
              <a:gd name="connsiteX2987" fmla="*/ 15654530 w 21052571"/>
              <a:gd name="connsiteY2987" fmla="*/ 3192852 h 8402012"/>
              <a:gd name="connsiteX2988" fmla="*/ 12674799 w 21052571"/>
              <a:gd name="connsiteY2988" fmla="*/ 3170912 h 8402012"/>
              <a:gd name="connsiteX2989" fmla="*/ 12674799 w 21052571"/>
              <a:gd name="connsiteY2989" fmla="*/ 3235127 h 8402012"/>
              <a:gd name="connsiteX2990" fmla="*/ 12700574 w 21052571"/>
              <a:gd name="connsiteY2990" fmla="*/ 3235127 h 8402012"/>
              <a:gd name="connsiteX2991" fmla="*/ 12765010 w 21052571"/>
              <a:gd name="connsiteY2991" fmla="*/ 3235127 h 8402012"/>
              <a:gd name="connsiteX2992" fmla="*/ 12803672 w 21052571"/>
              <a:gd name="connsiteY2992" fmla="*/ 3254393 h 8402012"/>
              <a:gd name="connsiteX2993" fmla="*/ 12719904 w 21052571"/>
              <a:gd name="connsiteY2993" fmla="*/ 3280078 h 8402012"/>
              <a:gd name="connsiteX2994" fmla="*/ 12604994 w 21052571"/>
              <a:gd name="connsiteY2994" fmla="*/ 3286500 h 8402012"/>
              <a:gd name="connsiteX2995" fmla="*/ 12335436 w 21052571"/>
              <a:gd name="connsiteY2995" fmla="*/ 3325029 h 8402012"/>
              <a:gd name="connsiteX2996" fmla="*/ 12239856 w 21052571"/>
              <a:gd name="connsiteY2996" fmla="*/ 3337872 h 8402012"/>
              <a:gd name="connsiteX2997" fmla="*/ 12175419 w 21052571"/>
              <a:gd name="connsiteY2997" fmla="*/ 3350714 h 8402012"/>
              <a:gd name="connsiteX2998" fmla="*/ 12188307 w 21052571"/>
              <a:gd name="connsiteY2998" fmla="*/ 3388176 h 8402012"/>
              <a:gd name="connsiteX2999" fmla="*/ 12239856 w 21052571"/>
              <a:gd name="connsiteY2999" fmla="*/ 3375345 h 8402012"/>
              <a:gd name="connsiteX3000" fmla="*/ 12309661 w 21052571"/>
              <a:gd name="connsiteY3000" fmla="*/ 3382825 h 8402012"/>
              <a:gd name="connsiteX3001" fmla="*/ 12283887 w 21052571"/>
              <a:gd name="connsiteY3001" fmla="*/ 3426704 h 8402012"/>
              <a:gd name="connsiteX3002" fmla="*/ 12028290 w 21052571"/>
              <a:gd name="connsiteY3002" fmla="*/ 3471657 h 8402012"/>
              <a:gd name="connsiteX3003" fmla="*/ 11489175 w 21052571"/>
              <a:gd name="connsiteY3003" fmla="*/ 3567978 h 8402012"/>
              <a:gd name="connsiteX3004" fmla="*/ 11540724 w 21052571"/>
              <a:gd name="connsiteY3004" fmla="*/ 3529449 h 8402012"/>
              <a:gd name="connsiteX3005" fmla="*/ 11469844 w 21052571"/>
              <a:gd name="connsiteY3005" fmla="*/ 3478076 h 8402012"/>
              <a:gd name="connsiteX3006" fmla="*/ 11489175 w 21052571"/>
              <a:gd name="connsiteY3006" fmla="*/ 3413862 h 8402012"/>
              <a:gd name="connsiteX3007" fmla="*/ 11527836 w 21052571"/>
              <a:gd name="connsiteY3007" fmla="*/ 3407441 h 8402012"/>
              <a:gd name="connsiteX3008" fmla="*/ 11618047 w 21052571"/>
              <a:gd name="connsiteY3008" fmla="*/ 3401019 h 8402012"/>
              <a:gd name="connsiteX3009" fmla="*/ 11585829 w 21052571"/>
              <a:gd name="connsiteY3009" fmla="*/ 3490920 h 8402012"/>
              <a:gd name="connsiteX3010" fmla="*/ 11745845 w 21052571"/>
              <a:gd name="connsiteY3010" fmla="*/ 3452390 h 8402012"/>
              <a:gd name="connsiteX3011" fmla="*/ 11790951 w 21052571"/>
              <a:gd name="connsiteY3011" fmla="*/ 3465234 h 8402012"/>
              <a:gd name="connsiteX3012" fmla="*/ 11854313 w 21052571"/>
              <a:gd name="connsiteY3012" fmla="*/ 3445969 h 8402012"/>
              <a:gd name="connsiteX3013" fmla="*/ 11810281 w 21052571"/>
              <a:gd name="connsiteY3013" fmla="*/ 3368897 h 8402012"/>
              <a:gd name="connsiteX3014" fmla="*/ 12008959 w 21052571"/>
              <a:gd name="connsiteY3014" fmla="*/ 3305765 h 8402012"/>
              <a:gd name="connsiteX3015" fmla="*/ 12233412 w 21052571"/>
              <a:gd name="connsiteY3015" fmla="*/ 3260813 h 8402012"/>
              <a:gd name="connsiteX3016" fmla="*/ 12674799 w 21052571"/>
              <a:gd name="connsiteY3016" fmla="*/ 3170912 h 8402012"/>
              <a:gd name="connsiteX3017" fmla="*/ 14980989 w 21052571"/>
              <a:gd name="connsiteY3017" fmla="*/ 3170904 h 8402012"/>
              <a:gd name="connsiteX3018" fmla="*/ 14963027 w 21052571"/>
              <a:gd name="connsiteY3018" fmla="*/ 3203012 h 8402012"/>
              <a:gd name="connsiteX3019" fmla="*/ 14980989 w 21052571"/>
              <a:gd name="connsiteY3019" fmla="*/ 3170904 h 8402012"/>
              <a:gd name="connsiteX3020" fmla="*/ 12810191 w 21052571"/>
              <a:gd name="connsiteY3020" fmla="*/ 3170904 h 8402012"/>
              <a:gd name="connsiteX3021" fmla="*/ 12792229 w 21052571"/>
              <a:gd name="connsiteY3021" fmla="*/ 3203013 h 8402012"/>
              <a:gd name="connsiteX3022" fmla="*/ 12810191 w 21052571"/>
              <a:gd name="connsiteY3022" fmla="*/ 3170904 h 8402012"/>
              <a:gd name="connsiteX3023" fmla="*/ 20014595 w 21052571"/>
              <a:gd name="connsiteY3023" fmla="*/ 3170903 h 8402012"/>
              <a:gd name="connsiteX3024" fmla="*/ 19996631 w 21052571"/>
              <a:gd name="connsiteY3024" fmla="*/ 3203011 h 8402012"/>
              <a:gd name="connsiteX3025" fmla="*/ 20014595 w 21052571"/>
              <a:gd name="connsiteY3025" fmla="*/ 3170903 h 8402012"/>
              <a:gd name="connsiteX3026" fmla="*/ 15943158 w 21052571"/>
              <a:gd name="connsiteY3026" fmla="*/ 3170903 h 8402012"/>
              <a:gd name="connsiteX3027" fmla="*/ 15925194 w 21052571"/>
              <a:gd name="connsiteY3027" fmla="*/ 3203012 h 8402012"/>
              <a:gd name="connsiteX3028" fmla="*/ 15943158 w 21052571"/>
              <a:gd name="connsiteY3028" fmla="*/ 3170903 h 8402012"/>
              <a:gd name="connsiteX3029" fmla="*/ 19185111 w 21052571"/>
              <a:gd name="connsiteY3029" fmla="*/ 3167569 h 8402012"/>
              <a:gd name="connsiteX3030" fmla="*/ 19148219 w 21052571"/>
              <a:gd name="connsiteY3030" fmla="*/ 3198313 h 8402012"/>
              <a:gd name="connsiteX3031" fmla="*/ 19185111 w 21052571"/>
              <a:gd name="connsiteY3031" fmla="*/ 3167569 h 8402012"/>
              <a:gd name="connsiteX3032" fmla="*/ 11504367 w 21052571"/>
              <a:gd name="connsiteY3032" fmla="*/ 3167062 h 8402012"/>
              <a:gd name="connsiteX3033" fmla="*/ 11468095 w 21052571"/>
              <a:gd name="connsiteY3033" fmla="*/ 3169883 h 8402012"/>
              <a:gd name="connsiteX3034" fmla="*/ 11526130 w 21052571"/>
              <a:gd name="connsiteY3034" fmla="*/ 3202121 h 8402012"/>
              <a:gd name="connsiteX3035" fmla="*/ 11504367 w 21052571"/>
              <a:gd name="connsiteY3035" fmla="*/ 3167062 h 8402012"/>
              <a:gd name="connsiteX3036" fmla="*/ 13156298 w 21052571"/>
              <a:gd name="connsiteY3036" fmla="*/ 3161176 h 8402012"/>
              <a:gd name="connsiteX3037" fmla="*/ 13203484 w 21052571"/>
              <a:gd name="connsiteY3037" fmla="*/ 3168815 h 8402012"/>
              <a:gd name="connsiteX3038" fmla="*/ 13124012 w 21052571"/>
              <a:gd name="connsiteY3038" fmla="*/ 3200975 h 8402012"/>
              <a:gd name="connsiteX3039" fmla="*/ 13156298 w 21052571"/>
              <a:gd name="connsiteY3039" fmla="*/ 3161176 h 8402012"/>
              <a:gd name="connsiteX3040" fmla="*/ 14881790 w 21052571"/>
              <a:gd name="connsiteY3040" fmla="*/ 3159429 h 8402012"/>
              <a:gd name="connsiteX3041" fmla="*/ 14924008 w 21052571"/>
              <a:gd name="connsiteY3041" fmla="*/ 3169798 h 8402012"/>
              <a:gd name="connsiteX3042" fmla="*/ 14924008 w 21052571"/>
              <a:gd name="connsiteY3042" fmla="*/ 3202976 h 8402012"/>
              <a:gd name="connsiteX3043" fmla="*/ 14844539 w 21052571"/>
              <a:gd name="connsiteY3043" fmla="*/ 3183070 h 8402012"/>
              <a:gd name="connsiteX3044" fmla="*/ 14881790 w 21052571"/>
              <a:gd name="connsiteY3044" fmla="*/ 3159429 h 8402012"/>
              <a:gd name="connsiteX3045" fmla="*/ 17943299 w 21052571"/>
              <a:gd name="connsiteY3045" fmla="*/ 3139596 h 8402012"/>
              <a:gd name="connsiteX3046" fmla="*/ 17906407 w 21052571"/>
              <a:gd name="connsiteY3046" fmla="*/ 3171561 h 8402012"/>
              <a:gd name="connsiteX3047" fmla="*/ 17943299 w 21052571"/>
              <a:gd name="connsiteY3047" fmla="*/ 3139596 h 8402012"/>
              <a:gd name="connsiteX3048" fmla="*/ 19673719 w 21052571"/>
              <a:gd name="connsiteY3048" fmla="*/ 3139159 h 8402012"/>
              <a:gd name="connsiteX3049" fmla="*/ 19715935 w 21052571"/>
              <a:gd name="connsiteY3049" fmla="*/ 3150585 h 8402012"/>
              <a:gd name="connsiteX3050" fmla="*/ 19709615 w 21052571"/>
              <a:gd name="connsiteY3050" fmla="*/ 3169770 h 8402012"/>
              <a:gd name="connsiteX3051" fmla="*/ 19660111 w 21052571"/>
              <a:gd name="connsiteY3051" fmla="*/ 3150585 h 8402012"/>
              <a:gd name="connsiteX3052" fmla="*/ 19673719 w 21052571"/>
              <a:gd name="connsiteY3052" fmla="*/ 3139159 h 8402012"/>
              <a:gd name="connsiteX3053" fmla="*/ 11616407 w 21052571"/>
              <a:gd name="connsiteY3053" fmla="*/ 3138718 h 8402012"/>
              <a:gd name="connsiteX3054" fmla="*/ 11654023 w 21052571"/>
              <a:gd name="connsiteY3054" fmla="*/ 3169883 h 8402012"/>
              <a:gd name="connsiteX3055" fmla="*/ 11616407 w 21052571"/>
              <a:gd name="connsiteY3055" fmla="*/ 3138718 h 8402012"/>
              <a:gd name="connsiteX3056" fmla="*/ 11314409 w 21052571"/>
              <a:gd name="connsiteY3056" fmla="*/ 3138718 h 8402012"/>
              <a:gd name="connsiteX3057" fmla="*/ 11089791 w 21052571"/>
              <a:gd name="connsiteY3057" fmla="*/ 3182777 h 8402012"/>
              <a:gd name="connsiteX3058" fmla="*/ 11044652 w 21052571"/>
              <a:gd name="connsiteY3058" fmla="*/ 3195674 h 8402012"/>
              <a:gd name="connsiteX3059" fmla="*/ 11007037 w 21052571"/>
              <a:gd name="connsiteY3059" fmla="*/ 3234361 h 8402012"/>
              <a:gd name="connsiteX3060" fmla="*/ 10916760 w 21052571"/>
              <a:gd name="connsiteY3060" fmla="*/ 3253706 h 8402012"/>
              <a:gd name="connsiteX3061" fmla="*/ 10705038 w 21052571"/>
              <a:gd name="connsiteY3061" fmla="*/ 3337527 h 8402012"/>
              <a:gd name="connsiteX3062" fmla="*/ 10601865 w 21052571"/>
              <a:gd name="connsiteY3062" fmla="*/ 3382670 h 8402012"/>
              <a:gd name="connsiteX3063" fmla="*/ 10564249 w 21052571"/>
              <a:gd name="connsiteY3063" fmla="*/ 3413830 h 8402012"/>
              <a:gd name="connsiteX3064" fmla="*/ 10788867 w 21052571"/>
              <a:gd name="connsiteY3064" fmla="*/ 3350421 h 8402012"/>
              <a:gd name="connsiteX3065" fmla="*/ 10743729 w 21052571"/>
              <a:gd name="connsiteY3065" fmla="*/ 3407382 h 8402012"/>
              <a:gd name="connsiteX3066" fmla="*/ 10679245 w 21052571"/>
              <a:gd name="connsiteY3066" fmla="*/ 3452516 h 8402012"/>
              <a:gd name="connsiteX3067" fmla="*/ 10596491 w 21052571"/>
              <a:gd name="connsiteY3067" fmla="*/ 3478308 h 8402012"/>
              <a:gd name="connsiteX3068" fmla="*/ 10551352 w 21052571"/>
              <a:gd name="connsiteY3068" fmla="*/ 3510547 h 8402012"/>
              <a:gd name="connsiteX3069" fmla="*/ 10487943 w 21052571"/>
              <a:gd name="connsiteY3069" fmla="*/ 3510547 h 8402012"/>
              <a:gd name="connsiteX3070" fmla="*/ 10601865 w 21052571"/>
              <a:gd name="connsiteY3070" fmla="*/ 3510547 h 8402012"/>
              <a:gd name="connsiteX3071" fmla="*/ 10705038 w 21052571"/>
              <a:gd name="connsiteY3071" fmla="*/ 3478308 h 8402012"/>
              <a:gd name="connsiteX3072" fmla="*/ 10763074 w 21052571"/>
              <a:gd name="connsiteY3072" fmla="*/ 3478308 h 8402012"/>
              <a:gd name="connsiteX3073" fmla="*/ 10807138 w 21052571"/>
              <a:gd name="connsiteY3073" fmla="*/ 3510547 h 8402012"/>
              <a:gd name="connsiteX3074" fmla="*/ 10807138 w 21052571"/>
              <a:gd name="connsiteY3074" fmla="*/ 3446069 h 8402012"/>
              <a:gd name="connsiteX3075" fmla="*/ 10916760 w 21052571"/>
              <a:gd name="connsiteY3075" fmla="*/ 3478308 h 8402012"/>
              <a:gd name="connsiteX3076" fmla="*/ 10884518 w 21052571"/>
              <a:gd name="connsiteY3076" fmla="*/ 3446069 h 8402012"/>
              <a:gd name="connsiteX3077" fmla="*/ 10920167 w 21052571"/>
              <a:gd name="connsiteY3077" fmla="*/ 3413206 h 8402012"/>
              <a:gd name="connsiteX3078" fmla="*/ 10936750 w 21052571"/>
              <a:gd name="connsiteY3078" fmla="*/ 3416184 h 8402012"/>
              <a:gd name="connsiteX3079" fmla="*/ 10935748 w 21052571"/>
              <a:gd name="connsiteY3079" fmla="*/ 3412066 h 8402012"/>
              <a:gd name="connsiteX3080" fmla="*/ 10938954 w 21052571"/>
              <a:gd name="connsiteY3080" fmla="*/ 3402320 h 8402012"/>
              <a:gd name="connsiteX3081" fmla="*/ 10936105 w 21052571"/>
              <a:gd name="connsiteY3081" fmla="*/ 3400935 h 8402012"/>
              <a:gd name="connsiteX3082" fmla="*/ 10939921 w 21052571"/>
              <a:gd name="connsiteY3082" fmla="*/ 3399383 h 8402012"/>
              <a:gd name="connsiteX3083" fmla="*/ 10940238 w 21052571"/>
              <a:gd name="connsiteY3083" fmla="*/ 3398418 h 8402012"/>
              <a:gd name="connsiteX3084" fmla="*/ 10940672 w 21052571"/>
              <a:gd name="connsiteY3084" fmla="*/ 3399077 h 8402012"/>
              <a:gd name="connsiteX3085" fmla="*/ 11066550 w 21052571"/>
              <a:gd name="connsiteY3085" fmla="*/ 3347869 h 8402012"/>
              <a:gd name="connsiteX3086" fmla="*/ 11192965 w 21052571"/>
              <a:gd name="connsiteY3086" fmla="*/ 3298846 h 8402012"/>
              <a:gd name="connsiteX3087" fmla="*/ 11269270 w 21052571"/>
              <a:gd name="connsiteY3087" fmla="*/ 3266602 h 8402012"/>
              <a:gd name="connsiteX3088" fmla="*/ 11314409 w 21052571"/>
              <a:gd name="connsiteY3088" fmla="*/ 3138718 h 8402012"/>
              <a:gd name="connsiteX3089" fmla="*/ 15828898 w 21052571"/>
              <a:gd name="connsiteY3089" fmla="*/ 3138563 h 8402012"/>
              <a:gd name="connsiteX3090" fmla="*/ 15852278 w 21052571"/>
              <a:gd name="connsiteY3090" fmla="*/ 3149757 h 8402012"/>
              <a:gd name="connsiteX3091" fmla="*/ 15852278 w 21052571"/>
              <a:gd name="connsiteY3091" fmla="*/ 3194601 h 8402012"/>
              <a:gd name="connsiteX3092" fmla="*/ 15773526 w 21052571"/>
              <a:gd name="connsiteY3092" fmla="*/ 3201164 h 8402012"/>
              <a:gd name="connsiteX3093" fmla="*/ 15828898 w 21052571"/>
              <a:gd name="connsiteY3093" fmla="*/ 3138563 h 8402012"/>
              <a:gd name="connsiteX3094" fmla="*/ 14038779 w 21052571"/>
              <a:gd name="connsiteY3094" fmla="*/ 3137724 h 8402012"/>
              <a:gd name="connsiteX3095" fmla="*/ 14056741 w 21052571"/>
              <a:gd name="connsiteY3095" fmla="*/ 3169794 h 8402012"/>
              <a:gd name="connsiteX3096" fmla="*/ 14038779 w 21052571"/>
              <a:gd name="connsiteY3096" fmla="*/ 3137724 h 8402012"/>
              <a:gd name="connsiteX3097" fmla="*/ 13393180 w 21052571"/>
              <a:gd name="connsiteY3097" fmla="*/ 3137724 h 8402012"/>
              <a:gd name="connsiteX3098" fmla="*/ 13375218 w 21052571"/>
              <a:gd name="connsiteY3098" fmla="*/ 3169794 h 8402012"/>
              <a:gd name="connsiteX3099" fmla="*/ 13393180 w 21052571"/>
              <a:gd name="connsiteY3099" fmla="*/ 3137724 h 8402012"/>
              <a:gd name="connsiteX3100" fmla="*/ 14754483 w 21052571"/>
              <a:gd name="connsiteY3100" fmla="*/ 3137724 h 8402012"/>
              <a:gd name="connsiteX3101" fmla="*/ 14843480 w 21052571"/>
              <a:gd name="connsiteY3101" fmla="*/ 3150995 h 8402012"/>
              <a:gd name="connsiteX3102" fmla="*/ 14754483 w 21052571"/>
              <a:gd name="connsiteY3102" fmla="*/ 3137724 h 8402012"/>
              <a:gd name="connsiteX3103" fmla="*/ 20128347 w 21052571"/>
              <a:gd name="connsiteY3103" fmla="*/ 3137724 h 8402012"/>
              <a:gd name="connsiteX3104" fmla="*/ 20110383 w 21052571"/>
              <a:gd name="connsiteY3104" fmla="*/ 3169793 h 8402012"/>
              <a:gd name="connsiteX3105" fmla="*/ 20128347 w 21052571"/>
              <a:gd name="connsiteY3105" fmla="*/ 3137724 h 8402012"/>
              <a:gd name="connsiteX3106" fmla="*/ 19848703 w 21052571"/>
              <a:gd name="connsiteY3106" fmla="*/ 3137724 h 8402012"/>
              <a:gd name="connsiteX3107" fmla="*/ 19830739 w 21052571"/>
              <a:gd name="connsiteY3107" fmla="*/ 3169793 h 8402012"/>
              <a:gd name="connsiteX3108" fmla="*/ 19848703 w 21052571"/>
              <a:gd name="connsiteY3108" fmla="*/ 3137724 h 8402012"/>
              <a:gd name="connsiteX3109" fmla="*/ 19615151 w 21052571"/>
              <a:gd name="connsiteY3109" fmla="*/ 3127169 h 8402012"/>
              <a:gd name="connsiteX3110" fmla="*/ 19614559 w 21052571"/>
              <a:gd name="connsiteY3110" fmla="*/ 3129476 h 8402012"/>
              <a:gd name="connsiteX3111" fmla="*/ 19612711 w 21052571"/>
              <a:gd name="connsiteY3111" fmla="*/ 3136659 h 8402012"/>
              <a:gd name="connsiteX3112" fmla="*/ 19617111 w 21052571"/>
              <a:gd name="connsiteY3112" fmla="*/ 3119540 h 8402012"/>
              <a:gd name="connsiteX3113" fmla="*/ 19615151 w 21052571"/>
              <a:gd name="connsiteY3113" fmla="*/ 3127169 h 8402012"/>
              <a:gd name="connsiteX3114" fmla="*/ 19616479 w 21052571"/>
              <a:gd name="connsiteY3114" fmla="*/ 3121992 h 8402012"/>
              <a:gd name="connsiteX3115" fmla="*/ 18432519 w 21052571"/>
              <a:gd name="connsiteY3115" fmla="*/ 3118767 h 8402012"/>
              <a:gd name="connsiteX3116" fmla="*/ 18587851 w 21052571"/>
              <a:gd name="connsiteY3116" fmla="*/ 3151581 h 8402012"/>
              <a:gd name="connsiteX3117" fmla="*/ 18529603 w 21052571"/>
              <a:gd name="connsiteY3117" fmla="*/ 3202988 h 8402012"/>
              <a:gd name="connsiteX3118" fmla="*/ 18432519 w 21052571"/>
              <a:gd name="connsiteY3118" fmla="*/ 3118767 h 8402012"/>
              <a:gd name="connsiteX3119" fmla="*/ 16711994 w 21052571"/>
              <a:gd name="connsiteY3119" fmla="*/ 3118764 h 8402012"/>
              <a:gd name="connsiteX3120" fmla="*/ 16867319 w 21052571"/>
              <a:gd name="connsiteY3120" fmla="*/ 3137724 h 8402012"/>
              <a:gd name="connsiteX3121" fmla="*/ 16711994 w 21052571"/>
              <a:gd name="connsiteY3121" fmla="*/ 3118764 h 8402012"/>
              <a:gd name="connsiteX3122" fmla="*/ 19618251 w 21052571"/>
              <a:gd name="connsiteY3122" fmla="*/ 3115111 h 8402012"/>
              <a:gd name="connsiteX3123" fmla="*/ 19617111 w 21052571"/>
              <a:gd name="connsiteY3123" fmla="*/ 3119540 h 8402012"/>
              <a:gd name="connsiteX3124" fmla="*/ 19617635 w 21052571"/>
              <a:gd name="connsiteY3124" fmla="*/ 3117506 h 8402012"/>
              <a:gd name="connsiteX3125" fmla="*/ 19618251 w 21052571"/>
              <a:gd name="connsiteY3125" fmla="*/ 3115111 h 8402012"/>
              <a:gd name="connsiteX3126" fmla="*/ 19635127 w 21052571"/>
              <a:gd name="connsiteY3126" fmla="*/ 3114978 h 8402012"/>
              <a:gd name="connsiteX3127" fmla="*/ 19654343 w 21052571"/>
              <a:gd name="connsiteY3127" fmla="*/ 3117386 h 8402012"/>
              <a:gd name="connsiteX3128" fmla="*/ 19629747 w 21052571"/>
              <a:gd name="connsiteY3128" fmla="*/ 3136652 h 8402012"/>
              <a:gd name="connsiteX3129" fmla="*/ 19635127 w 21052571"/>
              <a:gd name="connsiteY3129" fmla="*/ 3114978 h 8402012"/>
              <a:gd name="connsiteX3130" fmla="*/ 11994711 w 21052571"/>
              <a:gd name="connsiteY3130" fmla="*/ 3106481 h 8402012"/>
              <a:gd name="connsiteX3131" fmla="*/ 12014056 w 21052571"/>
              <a:gd name="connsiteY3131" fmla="*/ 3169883 h 8402012"/>
              <a:gd name="connsiteX3132" fmla="*/ 11994711 w 21052571"/>
              <a:gd name="connsiteY3132" fmla="*/ 3106481 h 8402012"/>
              <a:gd name="connsiteX3133" fmla="*/ 19967091 w 21052571"/>
              <a:gd name="connsiteY3133" fmla="*/ 3106419 h 8402012"/>
              <a:gd name="connsiteX3134" fmla="*/ 19920795 w 21052571"/>
              <a:gd name="connsiteY3134" fmla="*/ 3139486 h 8402012"/>
              <a:gd name="connsiteX3135" fmla="*/ 19967091 w 21052571"/>
              <a:gd name="connsiteY3135" fmla="*/ 3106419 h 8402012"/>
              <a:gd name="connsiteX3136" fmla="*/ 19338523 w 21052571"/>
              <a:gd name="connsiteY3136" fmla="*/ 3105569 h 8402012"/>
              <a:gd name="connsiteX3137" fmla="*/ 19357879 w 21052571"/>
              <a:gd name="connsiteY3137" fmla="*/ 3137801 h 8402012"/>
              <a:gd name="connsiteX3138" fmla="*/ 19338523 w 21052571"/>
              <a:gd name="connsiteY3138" fmla="*/ 3105569 h 8402012"/>
              <a:gd name="connsiteX3139" fmla="*/ 12958120 w 21052571"/>
              <a:gd name="connsiteY3139" fmla="*/ 3104543 h 8402012"/>
              <a:gd name="connsiteX3140" fmla="*/ 12976082 w 21052571"/>
              <a:gd name="connsiteY3140" fmla="*/ 3136652 h 8402012"/>
              <a:gd name="connsiteX3141" fmla="*/ 12958120 w 21052571"/>
              <a:gd name="connsiteY3141" fmla="*/ 3104543 h 8402012"/>
              <a:gd name="connsiteX3142" fmla="*/ 18039119 w 21052571"/>
              <a:gd name="connsiteY3142" fmla="*/ 3104542 h 8402012"/>
              <a:gd name="connsiteX3143" fmla="*/ 18052243 w 21052571"/>
              <a:gd name="connsiteY3143" fmla="*/ 3136652 h 8402012"/>
              <a:gd name="connsiteX3144" fmla="*/ 18039119 w 21052571"/>
              <a:gd name="connsiteY3144" fmla="*/ 3104542 h 8402012"/>
              <a:gd name="connsiteX3145" fmla="*/ 13849192 w 21052571"/>
              <a:gd name="connsiteY3145" fmla="*/ 3104542 h 8402012"/>
              <a:gd name="connsiteX3146" fmla="*/ 13862317 w 21052571"/>
              <a:gd name="connsiteY3146" fmla="*/ 3136652 h 8402012"/>
              <a:gd name="connsiteX3147" fmla="*/ 13849192 w 21052571"/>
              <a:gd name="connsiteY3147" fmla="*/ 3104542 h 8402012"/>
              <a:gd name="connsiteX3148" fmla="*/ 13203590 w 21052571"/>
              <a:gd name="connsiteY3148" fmla="*/ 3104542 h 8402012"/>
              <a:gd name="connsiteX3149" fmla="*/ 13185628 w 21052571"/>
              <a:gd name="connsiteY3149" fmla="*/ 3136652 h 8402012"/>
              <a:gd name="connsiteX3150" fmla="*/ 13203590 w 21052571"/>
              <a:gd name="connsiteY3150" fmla="*/ 3104542 h 8402012"/>
              <a:gd name="connsiteX3151" fmla="*/ 13124012 w 21052571"/>
              <a:gd name="connsiteY3151" fmla="*/ 3104542 h 8402012"/>
              <a:gd name="connsiteX3152" fmla="*/ 13170307 w 21052571"/>
              <a:gd name="connsiteY3152" fmla="*/ 3104542 h 8402012"/>
              <a:gd name="connsiteX3153" fmla="*/ 13170307 w 21052571"/>
              <a:gd name="connsiteY3153" fmla="*/ 3136652 h 8402012"/>
              <a:gd name="connsiteX3154" fmla="*/ 13124012 w 21052571"/>
              <a:gd name="connsiteY3154" fmla="*/ 3136652 h 8402012"/>
              <a:gd name="connsiteX3155" fmla="*/ 13124012 w 21052571"/>
              <a:gd name="connsiteY3155" fmla="*/ 3104542 h 8402012"/>
              <a:gd name="connsiteX3156" fmla="*/ 20431687 w 21052571"/>
              <a:gd name="connsiteY3156" fmla="*/ 3104541 h 8402012"/>
              <a:gd name="connsiteX3157" fmla="*/ 20413727 w 21052571"/>
              <a:gd name="connsiteY3157" fmla="*/ 3136650 h 8402012"/>
              <a:gd name="connsiteX3158" fmla="*/ 20431687 w 21052571"/>
              <a:gd name="connsiteY3158" fmla="*/ 3104541 h 8402012"/>
              <a:gd name="connsiteX3159" fmla="*/ 20090427 w 21052571"/>
              <a:gd name="connsiteY3159" fmla="*/ 3104541 h 8402012"/>
              <a:gd name="connsiteX3160" fmla="*/ 20072467 w 21052571"/>
              <a:gd name="connsiteY3160" fmla="*/ 3136652 h 8402012"/>
              <a:gd name="connsiteX3161" fmla="*/ 20090427 w 21052571"/>
              <a:gd name="connsiteY3161" fmla="*/ 3104541 h 8402012"/>
              <a:gd name="connsiteX3162" fmla="*/ 19810783 w 21052571"/>
              <a:gd name="connsiteY3162" fmla="*/ 3104541 h 8402012"/>
              <a:gd name="connsiteX3163" fmla="*/ 19792823 w 21052571"/>
              <a:gd name="connsiteY3163" fmla="*/ 3136652 h 8402012"/>
              <a:gd name="connsiteX3164" fmla="*/ 19810783 w 21052571"/>
              <a:gd name="connsiteY3164" fmla="*/ 3104541 h 8402012"/>
              <a:gd name="connsiteX3165" fmla="*/ 17749991 w 21052571"/>
              <a:gd name="connsiteY3165" fmla="*/ 3085585 h 8402012"/>
              <a:gd name="connsiteX3166" fmla="*/ 17862695 w 21052571"/>
              <a:gd name="connsiteY3166" fmla="*/ 3118398 h 8402012"/>
              <a:gd name="connsiteX3167" fmla="*/ 17768951 w 21052571"/>
              <a:gd name="connsiteY3167" fmla="*/ 3169805 h 8402012"/>
              <a:gd name="connsiteX3168" fmla="*/ 17781591 w 21052571"/>
              <a:gd name="connsiteY3168" fmla="*/ 3131523 h 8402012"/>
              <a:gd name="connsiteX3169" fmla="*/ 17749991 w 21052571"/>
              <a:gd name="connsiteY3169" fmla="*/ 3085585 h 8402012"/>
              <a:gd name="connsiteX3170" fmla="*/ 14427442 w 21052571"/>
              <a:gd name="connsiteY3170" fmla="*/ 3085584 h 8402012"/>
              <a:gd name="connsiteX3171" fmla="*/ 14715494 w 21052571"/>
              <a:gd name="connsiteY3171" fmla="*/ 3105268 h 8402012"/>
              <a:gd name="connsiteX3172" fmla="*/ 14619120 w 21052571"/>
              <a:gd name="connsiteY3172" fmla="*/ 3144648 h 8402012"/>
              <a:gd name="connsiteX3173" fmla="*/ 14522746 w 21052571"/>
              <a:gd name="connsiteY3173" fmla="*/ 3138085 h 8402012"/>
              <a:gd name="connsiteX3174" fmla="*/ 14427442 w 21052571"/>
              <a:gd name="connsiteY3174" fmla="*/ 3085584 h 8402012"/>
              <a:gd name="connsiteX3175" fmla="*/ 19759007 w 21052571"/>
              <a:gd name="connsiteY3175" fmla="*/ 3076766 h 8402012"/>
              <a:gd name="connsiteX3176" fmla="*/ 19772839 w 21052571"/>
              <a:gd name="connsiteY3176" fmla="*/ 3108181 h 8402012"/>
              <a:gd name="connsiteX3177" fmla="*/ 19735947 w 21052571"/>
              <a:gd name="connsiteY3177" fmla="*/ 3094954 h 8402012"/>
              <a:gd name="connsiteX3178" fmla="*/ 19759007 w 21052571"/>
              <a:gd name="connsiteY3178" fmla="*/ 3076766 h 8402012"/>
              <a:gd name="connsiteX3179" fmla="*/ 19905579 w 21052571"/>
              <a:gd name="connsiteY3179" fmla="*/ 3076105 h 8402012"/>
              <a:gd name="connsiteX3180" fmla="*/ 19887619 w 21052571"/>
              <a:gd name="connsiteY3180" fmla="*/ 3108214 h 8402012"/>
              <a:gd name="connsiteX3181" fmla="*/ 19905579 w 21052571"/>
              <a:gd name="connsiteY3181" fmla="*/ 3076105 h 8402012"/>
              <a:gd name="connsiteX3182" fmla="*/ 13260440 w 21052571"/>
              <a:gd name="connsiteY3182" fmla="*/ 3076102 h 8402012"/>
              <a:gd name="connsiteX3183" fmla="*/ 13223548 w 21052571"/>
              <a:gd name="connsiteY3183" fmla="*/ 3106847 h 8402012"/>
              <a:gd name="connsiteX3184" fmla="*/ 13260440 w 21052571"/>
              <a:gd name="connsiteY3184" fmla="*/ 3076102 h 8402012"/>
              <a:gd name="connsiteX3185" fmla="*/ 15044272 w 21052571"/>
              <a:gd name="connsiteY3185" fmla="*/ 3074878 h 8402012"/>
              <a:gd name="connsiteX3186" fmla="*/ 15127866 w 21052571"/>
              <a:gd name="connsiteY3186" fmla="*/ 3094351 h 8402012"/>
              <a:gd name="connsiteX3187" fmla="*/ 15389366 w 21052571"/>
              <a:gd name="connsiteY3187" fmla="*/ 3152773 h 8402012"/>
              <a:gd name="connsiteX3188" fmla="*/ 15203958 w 21052571"/>
              <a:gd name="connsiteY3188" fmla="*/ 3203621 h 8402012"/>
              <a:gd name="connsiteX3189" fmla="*/ 15485820 w 21052571"/>
              <a:gd name="connsiteY3189" fmla="*/ 3203621 h 8402012"/>
              <a:gd name="connsiteX3190" fmla="*/ 15434378 w 21052571"/>
              <a:gd name="connsiteY3190" fmla="*/ 3171165 h 8402012"/>
              <a:gd name="connsiteX3191" fmla="*/ 15524402 w 21052571"/>
              <a:gd name="connsiteY3191" fmla="*/ 3184146 h 8402012"/>
              <a:gd name="connsiteX3192" fmla="*/ 15581204 w 21052571"/>
              <a:gd name="connsiteY3192" fmla="*/ 3294499 h 8402012"/>
              <a:gd name="connsiteX3193" fmla="*/ 15543694 w 21052571"/>
              <a:gd name="connsiteY3193" fmla="*/ 3307482 h 8402012"/>
              <a:gd name="connsiteX3194" fmla="*/ 15574774 w 21052571"/>
              <a:gd name="connsiteY3194" fmla="*/ 3333448 h 8402012"/>
              <a:gd name="connsiteX3195" fmla="*/ 15677660 w 21052571"/>
              <a:gd name="connsiteY3195" fmla="*/ 3294499 h 8402012"/>
              <a:gd name="connsiteX3196" fmla="*/ 15658368 w 21052571"/>
              <a:gd name="connsiteY3196" fmla="*/ 3359411 h 8402012"/>
              <a:gd name="connsiteX3197" fmla="*/ 15613356 w 21052571"/>
              <a:gd name="connsiteY3197" fmla="*/ 3359411 h 8402012"/>
              <a:gd name="connsiteX3198" fmla="*/ 15524402 w 21052571"/>
              <a:gd name="connsiteY3198" fmla="*/ 3352919 h 8402012"/>
              <a:gd name="connsiteX3199" fmla="*/ 15357214 w 21052571"/>
              <a:gd name="connsiteY3199" fmla="*/ 3326957 h 8402012"/>
              <a:gd name="connsiteX3200" fmla="*/ 15018550 w 21052571"/>
              <a:gd name="connsiteY3200" fmla="*/ 3262042 h 8402012"/>
              <a:gd name="connsiteX3201" fmla="*/ 15063562 w 21052571"/>
              <a:gd name="connsiteY3201" fmla="*/ 3152773 h 8402012"/>
              <a:gd name="connsiteX3202" fmla="*/ 15165376 w 21052571"/>
              <a:gd name="connsiteY3202" fmla="*/ 3152773 h 8402012"/>
              <a:gd name="connsiteX3203" fmla="*/ 15095714 w 21052571"/>
              <a:gd name="connsiteY3203" fmla="*/ 3107335 h 8402012"/>
              <a:gd name="connsiteX3204" fmla="*/ 15076422 w 21052571"/>
              <a:gd name="connsiteY3204" fmla="*/ 3139790 h 8402012"/>
              <a:gd name="connsiteX3205" fmla="*/ 15050702 w 21052571"/>
              <a:gd name="connsiteY3205" fmla="*/ 3113825 h 8402012"/>
              <a:gd name="connsiteX3206" fmla="*/ 15024980 w 21052571"/>
              <a:gd name="connsiteY3206" fmla="*/ 3171165 h 8402012"/>
              <a:gd name="connsiteX3207" fmla="*/ 15044272 w 21052571"/>
              <a:gd name="connsiteY3207" fmla="*/ 3074878 h 8402012"/>
              <a:gd name="connsiteX3208" fmla="*/ 14143552 w 21052571"/>
              <a:gd name="connsiteY3208" fmla="*/ 3073450 h 8402012"/>
              <a:gd name="connsiteX3209" fmla="*/ 14156275 w 21052571"/>
              <a:gd name="connsiteY3209" fmla="*/ 3073450 h 8402012"/>
              <a:gd name="connsiteX3210" fmla="*/ 14145745 w 21052571"/>
              <a:gd name="connsiteY3210" fmla="*/ 3091452 h 8402012"/>
              <a:gd name="connsiteX3211" fmla="*/ 14146699 w 21052571"/>
              <a:gd name="connsiteY3211" fmla="*/ 3094064 h 8402012"/>
              <a:gd name="connsiteX3212" fmla="*/ 14133574 w 21052571"/>
              <a:gd name="connsiteY3212" fmla="*/ 3094064 h 8402012"/>
              <a:gd name="connsiteX3213" fmla="*/ 14140137 w 21052571"/>
              <a:gd name="connsiteY3213" fmla="*/ 3076102 h 8402012"/>
              <a:gd name="connsiteX3214" fmla="*/ 14144039 w 21052571"/>
              <a:gd name="connsiteY3214" fmla="*/ 3086783 h 8402012"/>
              <a:gd name="connsiteX3215" fmla="*/ 19491303 w 21052571"/>
              <a:gd name="connsiteY3215" fmla="*/ 3061880 h 8402012"/>
              <a:gd name="connsiteX3216" fmla="*/ 19491303 w 21052571"/>
              <a:gd name="connsiteY3216" fmla="*/ 3093988 h 8402012"/>
              <a:gd name="connsiteX3217" fmla="*/ 19491303 w 21052571"/>
              <a:gd name="connsiteY3217" fmla="*/ 3061880 h 8402012"/>
              <a:gd name="connsiteX3218" fmla="*/ 15613966 w 21052571"/>
              <a:gd name="connsiteY3218" fmla="*/ 3061376 h 8402012"/>
              <a:gd name="connsiteX3219" fmla="*/ 15748756 w 21052571"/>
              <a:gd name="connsiteY3219" fmla="*/ 3149818 h 8402012"/>
              <a:gd name="connsiteX3220" fmla="*/ 15665232 w 21052571"/>
              <a:gd name="connsiteY3220" fmla="*/ 3187000 h 8402012"/>
              <a:gd name="connsiteX3221" fmla="*/ 15633106 w 21052571"/>
              <a:gd name="connsiteY3221" fmla="*/ 3130693 h 8402012"/>
              <a:gd name="connsiteX3222" fmla="*/ 15549582 w 21052571"/>
              <a:gd name="connsiteY3222" fmla="*/ 3111573 h 8402012"/>
              <a:gd name="connsiteX3223" fmla="*/ 15460704 w 21052571"/>
              <a:gd name="connsiteY3223" fmla="*/ 3073328 h 8402012"/>
              <a:gd name="connsiteX3224" fmla="*/ 15613966 w 21052571"/>
              <a:gd name="connsiteY3224" fmla="*/ 3061376 h 8402012"/>
              <a:gd name="connsiteX3225" fmla="*/ 14137225 w 21052571"/>
              <a:gd name="connsiteY3225" fmla="*/ 3058554 h 8402012"/>
              <a:gd name="connsiteX3226" fmla="*/ 14000865 w 21052571"/>
              <a:gd name="connsiteY3226" fmla="*/ 3083149 h 8402012"/>
              <a:gd name="connsiteX3227" fmla="*/ 14137225 w 21052571"/>
              <a:gd name="connsiteY3227" fmla="*/ 3058554 h 8402012"/>
              <a:gd name="connsiteX3228" fmla="*/ 19725971 w 21052571"/>
              <a:gd name="connsiteY3228" fmla="*/ 3053635 h 8402012"/>
              <a:gd name="connsiteX3229" fmla="*/ 19734951 w 21052571"/>
              <a:gd name="connsiteY3229" fmla="*/ 3061312 h 8402012"/>
              <a:gd name="connsiteX3230" fmla="*/ 19722975 w 21052571"/>
              <a:gd name="connsiteY3230" fmla="*/ 3074963 h 8402012"/>
              <a:gd name="connsiteX3231" fmla="*/ 19716987 w 21052571"/>
              <a:gd name="connsiteY3231" fmla="*/ 3061312 h 8402012"/>
              <a:gd name="connsiteX3232" fmla="*/ 19725971 w 21052571"/>
              <a:gd name="connsiteY3232" fmla="*/ 3053635 h 8402012"/>
              <a:gd name="connsiteX3233" fmla="*/ 15374890 w 21052571"/>
              <a:gd name="connsiteY3233" fmla="*/ 3049345 h 8402012"/>
              <a:gd name="connsiteX3234" fmla="*/ 15388534 w 21052571"/>
              <a:gd name="connsiteY3234" fmla="*/ 3075031 h 8402012"/>
              <a:gd name="connsiteX3235" fmla="*/ 15356430 w 21052571"/>
              <a:gd name="connsiteY3235" fmla="*/ 3062187 h 8402012"/>
              <a:gd name="connsiteX3236" fmla="*/ 15374890 w 21052571"/>
              <a:gd name="connsiteY3236" fmla="*/ 3049345 h 8402012"/>
              <a:gd name="connsiteX3237" fmla="*/ 19867603 w 21052571"/>
              <a:gd name="connsiteY3237" fmla="*/ 3049072 h 8402012"/>
              <a:gd name="connsiteX3238" fmla="*/ 19830739 w 21052571"/>
              <a:gd name="connsiteY3238" fmla="*/ 3073668 h 8402012"/>
              <a:gd name="connsiteX3239" fmla="*/ 19867603 w 21052571"/>
              <a:gd name="connsiteY3239" fmla="*/ 3049072 h 8402012"/>
              <a:gd name="connsiteX3240" fmla="*/ 14981987 w 21052571"/>
              <a:gd name="connsiteY3240" fmla="*/ 3047664 h 8402012"/>
              <a:gd name="connsiteX3241" fmla="*/ 15018880 w 21052571"/>
              <a:gd name="connsiteY3241" fmla="*/ 3060507 h 8402012"/>
              <a:gd name="connsiteX3242" fmla="*/ 14981987 w 21052571"/>
              <a:gd name="connsiteY3242" fmla="*/ 3047664 h 8402012"/>
              <a:gd name="connsiteX3243" fmla="*/ 15436004 w 21052571"/>
              <a:gd name="connsiteY3243" fmla="*/ 3047664 h 8402012"/>
              <a:gd name="connsiteX3244" fmla="*/ 15418042 w 21052571"/>
              <a:gd name="connsiteY3244" fmla="*/ 3074964 h 8402012"/>
              <a:gd name="connsiteX3245" fmla="*/ 15436004 w 21052571"/>
              <a:gd name="connsiteY3245" fmla="*/ 3047664 h 8402012"/>
              <a:gd name="connsiteX3246" fmla="*/ 18958627 w 21052571"/>
              <a:gd name="connsiteY3246" fmla="*/ 3047664 h 8402012"/>
              <a:gd name="connsiteX3247" fmla="*/ 18976591 w 21052571"/>
              <a:gd name="connsiteY3247" fmla="*/ 3074964 h 8402012"/>
              <a:gd name="connsiteX3248" fmla="*/ 18958627 w 21052571"/>
              <a:gd name="connsiteY3248" fmla="*/ 3047664 h 8402012"/>
              <a:gd name="connsiteX3249" fmla="*/ 16471316 w 21052571"/>
              <a:gd name="connsiteY3249" fmla="*/ 3045891 h 8402012"/>
              <a:gd name="connsiteX3250" fmla="*/ 16490736 w 21052571"/>
              <a:gd name="connsiteY3250" fmla="*/ 3071485 h 8402012"/>
              <a:gd name="connsiteX3251" fmla="*/ 16471316 w 21052571"/>
              <a:gd name="connsiteY3251" fmla="*/ 3045891 h 8402012"/>
              <a:gd name="connsiteX3252" fmla="*/ 14333049 w 21052571"/>
              <a:gd name="connsiteY3252" fmla="*/ 3044416 h 8402012"/>
              <a:gd name="connsiteX3253" fmla="*/ 14296777 w 21052571"/>
              <a:gd name="connsiteY3253" fmla="*/ 3048447 h 8402012"/>
              <a:gd name="connsiteX3254" fmla="*/ 14354813 w 21052571"/>
              <a:gd name="connsiteY3254" fmla="*/ 3074240 h 8402012"/>
              <a:gd name="connsiteX3255" fmla="*/ 14333049 w 21052571"/>
              <a:gd name="connsiteY3255" fmla="*/ 3044416 h 8402012"/>
              <a:gd name="connsiteX3256" fmla="*/ 11750748 w 21052571"/>
              <a:gd name="connsiteY3256" fmla="*/ 3029103 h 8402012"/>
              <a:gd name="connsiteX3257" fmla="*/ 11333754 w 21052571"/>
              <a:gd name="connsiteY3257" fmla="*/ 3106481 h 8402012"/>
              <a:gd name="connsiteX3258" fmla="*/ 11404686 w 21052571"/>
              <a:gd name="connsiteY3258" fmla="*/ 3151613 h 8402012"/>
              <a:gd name="connsiteX3259" fmla="*/ 11532578 w 21052571"/>
              <a:gd name="connsiteY3259" fmla="*/ 3132271 h 8402012"/>
              <a:gd name="connsiteX3260" fmla="*/ 11660471 w 21052571"/>
              <a:gd name="connsiteY3260" fmla="*/ 3112926 h 8402012"/>
              <a:gd name="connsiteX3261" fmla="*/ 11687347 w 21052571"/>
              <a:gd name="connsiteY3261" fmla="*/ 3112926 h 8402012"/>
              <a:gd name="connsiteX3262" fmla="*/ 11683133 w 21052571"/>
              <a:gd name="connsiteY3262" fmla="*/ 3108712 h 8402012"/>
              <a:gd name="connsiteX3263" fmla="*/ 11692944 w 21052571"/>
              <a:gd name="connsiteY3263" fmla="*/ 3102206 h 8402012"/>
              <a:gd name="connsiteX3264" fmla="*/ 11695851 w 21052571"/>
              <a:gd name="connsiteY3264" fmla="*/ 3102420 h 8402012"/>
              <a:gd name="connsiteX3265" fmla="*/ 11692713 w 21052571"/>
              <a:gd name="connsiteY3265" fmla="*/ 3093583 h 8402012"/>
              <a:gd name="connsiteX3266" fmla="*/ 11750748 w 21052571"/>
              <a:gd name="connsiteY3266" fmla="*/ 3029103 h 8402012"/>
              <a:gd name="connsiteX3267" fmla="*/ 15348590 w 21052571"/>
              <a:gd name="connsiteY3267" fmla="*/ 3028233 h 8402012"/>
              <a:gd name="connsiteX3268" fmla="*/ 15360074 w 21052571"/>
              <a:gd name="connsiteY3268" fmla="*/ 3030792 h 8402012"/>
              <a:gd name="connsiteX3269" fmla="*/ 15346950 w 21052571"/>
              <a:gd name="connsiteY3269" fmla="*/ 3051267 h 8402012"/>
              <a:gd name="connsiteX3270" fmla="*/ 15348590 w 21052571"/>
              <a:gd name="connsiteY3270" fmla="*/ 3028233 h 8402012"/>
              <a:gd name="connsiteX3271" fmla="*/ 19687627 w 21052571"/>
              <a:gd name="connsiteY3271" fmla="*/ 3019060 h 8402012"/>
              <a:gd name="connsiteX3272" fmla="*/ 19715935 w 21052571"/>
              <a:gd name="connsiteY3272" fmla="*/ 3031460 h 8402012"/>
              <a:gd name="connsiteX3273" fmla="*/ 19709615 w 21052571"/>
              <a:gd name="connsiteY3273" fmla="*/ 3051301 h 8402012"/>
              <a:gd name="connsiteX3274" fmla="*/ 19660111 w 21052571"/>
              <a:gd name="connsiteY3274" fmla="*/ 3031460 h 8402012"/>
              <a:gd name="connsiteX3275" fmla="*/ 19687627 w 21052571"/>
              <a:gd name="connsiteY3275" fmla="*/ 3019060 h 8402012"/>
              <a:gd name="connsiteX3276" fmla="*/ 18886479 w 21052571"/>
              <a:gd name="connsiteY3276" fmla="*/ 3016359 h 8402012"/>
              <a:gd name="connsiteX3277" fmla="*/ 18849615 w 21052571"/>
              <a:gd name="connsiteY3277" fmla="*/ 3049425 h 8402012"/>
              <a:gd name="connsiteX3278" fmla="*/ 18886479 w 21052571"/>
              <a:gd name="connsiteY3278" fmla="*/ 3016359 h 8402012"/>
              <a:gd name="connsiteX3279" fmla="*/ 11770093 w 21052571"/>
              <a:gd name="connsiteY3279" fmla="*/ 3016207 h 8402012"/>
              <a:gd name="connsiteX3280" fmla="*/ 11789438 w 21052571"/>
              <a:gd name="connsiteY3280" fmla="*/ 3048447 h 8402012"/>
              <a:gd name="connsiteX3281" fmla="*/ 11770093 w 21052571"/>
              <a:gd name="connsiteY3281" fmla="*/ 3016207 h 8402012"/>
              <a:gd name="connsiteX3282" fmla="*/ 10653451 w 21052571"/>
              <a:gd name="connsiteY3282" fmla="*/ 3016207 h 8402012"/>
              <a:gd name="connsiteX3283" fmla="*/ 10672797 w 21052571"/>
              <a:gd name="connsiteY3283" fmla="*/ 3048447 h 8402012"/>
              <a:gd name="connsiteX3284" fmla="*/ 10653451 w 21052571"/>
              <a:gd name="connsiteY3284" fmla="*/ 3016207 h 8402012"/>
              <a:gd name="connsiteX3285" fmla="*/ 10634106 w 21052571"/>
              <a:gd name="connsiteY3285" fmla="*/ 3016207 h 8402012"/>
              <a:gd name="connsiteX3286" fmla="*/ 10621210 w 21052571"/>
              <a:gd name="connsiteY3286" fmla="*/ 3048447 h 8402012"/>
              <a:gd name="connsiteX3287" fmla="*/ 10634106 w 21052571"/>
              <a:gd name="connsiteY3287" fmla="*/ 3016207 h 8402012"/>
              <a:gd name="connsiteX3288" fmla="*/ 18564231 w 21052571"/>
              <a:gd name="connsiteY3288" fmla="*/ 3014484 h 8402012"/>
              <a:gd name="connsiteX3289" fmla="*/ 18546271 w 21052571"/>
              <a:gd name="connsiteY3289" fmla="*/ 3046590 h 8402012"/>
              <a:gd name="connsiteX3290" fmla="*/ 18564231 w 21052571"/>
              <a:gd name="connsiteY3290" fmla="*/ 3014484 h 8402012"/>
              <a:gd name="connsiteX3291" fmla="*/ 15640814 w 21052571"/>
              <a:gd name="connsiteY3291" fmla="*/ 3014484 h 8402012"/>
              <a:gd name="connsiteX3292" fmla="*/ 15658776 w 21052571"/>
              <a:gd name="connsiteY3292" fmla="*/ 3046590 h 8402012"/>
              <a:gd name="connsiteX3293" fmla="*/ 15640814 w 21052571"/>
              <a:gd name="connsiteY3293" fmla="*/ 3014484 h 8402012"/>
              <a:gd name="connsiteX3294" fmla="*/ 13993207 w 21052571"/>
              <a:gd name="connsiteY3294" fmla="*/ 3014484 h 8402012"/>
              <a:gd name="connsiteX3295" fmla="*/ 13999771 w 21052571"/>
              <a:gd name="connsiteY3295" fmla="*/ 3027609 h 8402012"/>
              <a:gd name="connsiteX3296" fmla="*/ 13993207 w 21052571"/>
              <a:gd name="connsiteY3296" fmla="*/ 3014484 h 8402012"/>
              <a:gd name="connsiteX3297" fmla="*/ 19976579 w 21052571"/>
              <a:gd name="connsiteY3297" fmla="*/ 3014484 h 8402012"/>
              <a:gd name="connsiteX3298" fmla="*/ 19963451 w 21052571"/>
              <a:gd name="connsiteY3298" fmla="*/ 3046589 h 8402012"/>
              <a:gd name="connsiteX3299" fmla="*/ 19976579 w 21052571"/>
              <a:gd name="connsiteY3299" fmla="*/ 3014484 h 8402012"/>
              <a:gd name="connsiteX3300" fmla="*/ 13883617 w 21052571"/>
              <a:gd name="connsiteY3300" fmla="*/ 3005006 h 8402012"/>
              <a:gd name="connsiteX3301" fmla="*/ 13877630 w 21052571"/>
              <a:gd name="connsiteY3301" fmla="*/ 3018656 h 8402012"/>
              <a:gd name="connsiteX3302" fmla="*/ 13883617 w 21052571"/>
              <a:gd name="connsiteY3302" fmla="*/ 3005006 h 8402012"/>
              <a:gd name="connsiteX3303" fmla="*/ 10730832 w 21052571"/>
              <a:gd name="connsiteY3303" fmla="*/ 2983968 h 8402012"/>
              <a:gd name="connsiteX3304" fmla="*/ 10769522 w 21052571"/>
              <a:gd name="connsiteY3304" fmla="*/ 2983968 h 8402012"/>
              <a:gd name="connsiteX3305" fmla="*/ 10730832 w 21052571"/>
              <a:gd name="connsiteY3305" fmla="*/ 2983968 h 8402012"/>
              <a:gd name="connsiteX3306" fmla="*/ 15489142 w 21052571"/>
              <a:gd name="connsiteY3306" fmla="*/ 2982714 h 8402012"/>
              <a:gd name="connsiteX3307" fmla="*/ 15526034 w 21052571"/>
              <a:gd name="connsiteY3307" fmla="*/ 3013459 h 8402012"/>
              <a:gd name="connsiteX3308" fmla="*/ 15489142 w 21052571"/>
              <a:gd name="connsiteY3308" fmla="*/ 2982714 h 8402012"/>
              <a:gd name="connsiteX3309" fmla="*/ 17905383 w 21052571"/>
              <a:gd name="connsiteY3309" fmla="*/ 2982714 h 8402012"/>
              <a:gd name="connsiteX3310" fmla="*/ 17868491 w 21052571"/>
              <a:gd name="connsiteY3310" fmla="*/ 3013458 h 8402012"/>
              <a:gd name="connsiteX3311" fmla="*/ 17905383 w 21052571"/>
              <a:gd name="connsiteY3311" fmla="*/ 2982714 h 8402012"/>
              <a:gd name="connsiteX3312" fmla="*/ 18266627 w 21052571"/>
              <a:gd name="connsiteY3312" fmla="*/ 2981307 h 8402012"/>
              <a:gd name="connsiteX3313" fmla="*/ 18279751 w 21052571"/>
              <a:gd name="connsiteY3313" fmla="*/ 3013415 h 8402012"/>
              <a:gd name="connsiteX3314" fmla="*/ 18266627 w 21052571"/>
              <a:gd name="connsiteY3314" fmla="*/ 2981307 h 8402012"/>
              <a:gd name="connsiteX3315" fmla="*/ 416893 w 21052571"/>
              <a:gd name="connsiteY3315" fmla="*/ 2981307 h 8402012"/>
              <a:gd name="connsiteX3316" fmla="*/ 472736 w 21052571"/>
              <a:gd name="connsiteY3316" fmla="*/ 3001148 h 8402012"/>
              <a:gd name="connsiteX3317" fmla="*/ 416893 w 21052571"/>
              <a:gd name="connsiteY3317" fmla="*/ 2981307 h 8402012"/>
              <a:gd name="connsiteX3318" fmla="*/ 955961 w 21052571"/>
              <a:gd name="connsiteY3318" fmla="*/ 2967983 h 8402012"/>
              <a:gd name="connsiteX3319" fmla="*/ 892023 w 21052571"/>
              <a:gd name="connsiteY3319" fmla="*/ 2972146 h 8402012"/>
              <a:gd name="connsiteX3320" fmla="*/ 1000565 w 21052571"/>
              <a:gd name="connsiteY3320" fmla="*/ 3016207 h 8402012"/>
              <a:gd name="connsiteX3321" fmla="*/ 955961 w 21052571"/>
              <a:gd name="connsiteY3321" fmla="*/ 2967983 h 8402012"/>
              <a:gd name="connsiteX3322" fmla="*/ 13060079 w 21052571"/>
              <a:gd name="connsiteY3322" fmla="*/ 2962897 h 8402012"/>
              <a:gd name="connsiteX3323" fmla="*/ 13058159 w 21052571"/>
              <a:gd name="connsiteY3323" fmla="*/ 2966150 h 8402012"/>
              <a:gd name="connsiteX3324" fmla="*/ 13057472 w 21052571"/>
              <a:gd name="connsiteY3324" fmla="*/ 2967312 h 8402012"/>
              <a:gd name="connsiteX3325" fmla="*/ 18448223 w 21052571"/>
              <a:gd name="connsiteY3325" fmla="*/ 2957672 h 8402012"/>
              <a:gd name="connsiteX3326" fmla="*/ 18497787 w 21052571"/>
              <a:gd name="connsiteY3326" fmla="*/ 2983181 h 8402012"/>
              <a:gd name="connsiteX3327" fmla="*/ 18432519 w 21052571"/>
              <a:gd name="connsiteY3327" fmla="*/ 2971232 h 8402012"/>
              <a:gd name="connsiteX3328" fmla="*/ 18448223 w 21052571"/>
              <a:gd name="connsiteY3328" fmla="*/ 2957672 h 8402012"/>
              <a:gd name="connsiteX3329" fmla="*/ 15436004 w 21052571"/>
              <a:gd name="connsiteY3329" fmla="*/ 2952867 h 8402012"/>
              <a:gd name="connsiteX3330" fmla="*/ 15418042 w 21052571"/>
              <a:gd name="connsiteY3330" fmla="*/ 2984939 h 8402012"/>
              <a:gd name="connsiteX3331" fmla="*/ 15436004 w 21052571"/>
              <a:gd name="connsiteY3331" fmla="*/ 2952867 h 8402012"/>
              <a:gd name="connsiteX3332" fmla="*/ 19886619 w 21052571"/>
              <a:gd name="connsiteY3332" fmla="*/ 2952866 h 8402012"/>
              <a:gd name="connsiteX3333" fmla="*/ 19868659 w 21052571"/>
              <a:gd name="connsiteY3333" fmla="*/ 2984939 h 8402012"/>
              <a:gd name="connsiteX3334" fmla="*/ 19886619 w 21052571"/>
              <a:gd name="connsiteY3334" fmla="*/ 2952866 h 8402012"/>
              <a:gd name="connsiteX3335" fmla="*/ 13065997 w 21052571"/>
              <a:gd name="connsiteY3335" fmla="*/ 2952866 h 8402012"/>
              <a:gd name="connsiteX3336" fmla="*/ 13060079 w 21052571"/>
              <a:gd name="connsiteY3336" fmla="*/ 2962897 h 8402012"/>
              <a:gd name="connsiteX3337" fmla="*/ 13062158 w 21052571"/>
              <a:gd name="connsiteY3337" fmla="*/ 2959372 h 8402012"/>
              <a:gd name="connsiteX3338" fmla="*/ 13065997 w 21052571"/>
              <a:gd name="connsiteY3338" fmla="*/ 2952866 h 8402012"/>
              <a:gd name="connsiteX3339" fmla="*/ 15351162 w 21052571"/>
              <a:gd name="connsiteY3339" fmla="*/ 2951202 h 8402012"/>
              <a:gd name="connsiteX3340" fmla="*/ 15374336 w 21052571"/>
              <a:gd name="connsiteY3340" fmla="*/ 2984916 h 8402012"/>
              <a:gd name="connsiteX3341" fmla="*/ 15318510 w 21052571"/>
              <a:gd name="connsiteY3341" fmla="*/ 2972502 h 8402012"/>
              <a:gd name="connsiteX3342" fmla="*/ 15351162 w 21052571"/>
              <a:gd name="connsiteY3342" fmla="*/ 2951202 h 8402012"/>
              <a:gd name="connsiteX3343" fmla="*/ 10882100 w 21052571"/>
              <a:gd name="connsiteY3343" fmla="*/ 2949445 h 8402012"/>
              <a:gd name="connsiteX3344" fmla="*/ 10845828 w 21052571"/>
              <a:gd name="connsiteY3344" fmla="*/ 2952806 h 8402012"/>
              <a:gd name="connsiteX3345" fmla="*/ 10903863 w 21052571"/>
              <a:gd name="connsiteY3345" fmla="*/ 2983968 h 8402012"/>
              <a:gd name="connsiteX3346" fmla="*/ 10882100 w 21052571"/>
              <a:gd name="connsiteY3346" fmla="*/ 2949445 h 8402012"/>
              <a:gd name="connsiteX3347" fmla="*/ 15301378 w 21052571"/>
              <a:gd name="connsiteY3347" fmla="*/ 2938647 h 8402012"/>
              <a:gd name="connsiteX3348" fmla="*/ 15299532 w 21052571"/>
              <a:gd name="connsiteY3348" fmla="*/ 2959415 h 8402012"/>
              <a:gd name="connsiteX3349" fmla="*/ 15298226 w 21052571"/>
              <a:gd name="connsiteY3349" fmla="*/ 2957220 h 8402012"/>
              <a:gd name="connsiteX3350" fmla="*/ 15303196 w 21052571"/>
              <a:gd name="connsiteY3350" fmla="*/ 2970825 h 8402012"/>
              <a:gd name="connsiteX3351" fmla="*/ 15292532 w 21052571"/>
              <a:gd name="connsiteY3351" fmla="*/ 2968580 h 8402012"/>
              <a:gd name="connsiteX3352" fmla="*/ 15296328 w 21052571"/>
              <a:gd name="connsiteY3352" fmla="*/ 2954034 h 8402012"/>
              <a:gd name="connsiteX3353" fmla="*/ 15294814 w 21052571"/>
              <a:gd name="connsiteY3353" fmla="*/ 2951488 h 8402012"/>
              <a:gd name="connsiteX3354" fmla="*/ 15301378 w 21052571"/>
              <a:gd name="connsiteY3354" fmla="*/ 2938647 h 8402012"/>
              <a:gd name="connsiteX3355" fmla="*/ 19834839 w 21052571"/>
              <a:gd name="connsiteY3355" fmla="*/ 2924938 h 8402012"/>
              <a:gd name="connsiteX3356" fmla="*/ 19848675 w 21052571"/>
              <a:gd name="connsiteY3356" fmla="*/ 2951840 h 8402012"/>
              <a:gd name="connsiteX3357" fmla="*/ 19811783 w 21052571"/>
              <a:gd name="connsiteY3357" fmla="*/ 2939541 h 8402012"/>
              <a:gd name="connsiteX3358" fmla="*/ 19834839 w 21052571"/>
              <a:gd name="connsiteY3358" fmla="*/ 2924938 h 8402012"/>
              <a:gd name="connsiteX3359" fmla="*/ 17397799 w 21052571"/>
              <a:gd name="connsiteY3359" fmla="*/ 2924426 h 8402012"/>
              <a:gd name="connsiteX3360" fmla="*/ 17443739 w 21052571"/>
              <a:gd name="connsiteY3360" fmla="*/ 2980249 h 8402012"/>
              <a:gd name="connsiteX3361" fmla="*/ 17445823 w 21052571"/>
              <a:gd name="connsiteY3361" fmla="*/ 2986272 h 8402012"/>
              <a:gd name="connsiteX3362" fmla="*/ 17447899 w 21052571"/>
              <a:gd name="connsiteY3362" fmla="*/ 2971826 h 8402012"/>
              <a:gd name="connsiteX3363" fmla="*/ 17451619 w 21052571"/>
              <a:gd name="connsiteY3363" fmla="*/ 2974059 h 8402012"/>
              <a:gd name="connsiteX3364" fmla="*/ 17485319 w 21052571"/>
              <a:gd name="connsiteY3364" fmla="*/ 2953747 h 8402012"/>
              <a:gd name="connsiteX3365" fmla="*/ 17519095 w 21052571"/>
              <a:gd name="connsiteY3365" fmla="*/ 2948875 h 8402012"/>
              <a:gd name="connsiteX3366" fmla="*/ 17715739 w 21052571"/>
              <a:gd name="connsiteY3366" fmla="*/ 3064347 h 8402012"/>
              <a:gd name="connsiteX3367" fmla="*/ 17587343 w 21052571"/>
              <a:gd name="connsiteY3367" fmla="*/ 3103452 h 8402012"/>
              <a:gd name="connsiteX3368" fmla="*/ 17516939 w 21052571"/>
              <a:gd name="connsiteY3368" fmla="*/ 3050637 h 8402012"/>
              <a:gd name="connsiteX3369" fmla="*/ 17459839 w 21052571"/>
              <a:gd name="connsiteY3369" fmla="*/ 2984049 h 8402012"/>
              <a:gd name="connsiteX3370" fmla="*/ 17447899 w 21052571"/>
              <a:gd name="connsiteY3370" fmla="*/ 3003900 h 8402012"/>
              <a:gd name="connsiteX3371" fmla="*/ 17447139 w 21052571"/>
              <a:gd name="connsiteY3371" fmla="*/ 2998318 h 8402012"/>
              <a:gd name="connsiteX3372" fmla="*/ 17408191 w 21052571"/>
              <a:gd name="connsiteY3372" fmla="*/ 2987359 h 8402012"/>
              <a:gd name="connsiteX3373" fmla="*/ 17366079 w 21052571"/>
              <a:gd name="connsiteY3373" fmla="*/ 2980249 h 8402012"/>
              <a:gd name="connsiteX3374" fmla="*/ 17397799 w 21052571"/>
              <a:gd name="connsiteY3374" fmla="*/ 2924426 h 8402012"/>
              <a:gd name="connsiteX3375" fmla="*/ 18394599 w 21052571"/>
              <a:gd name="connsiteY3375" fmla="*/ 2919691 h 8402012"/>
              <a:gd name="connsiteX3376" fmla="*/ 18431463 w 21052571"/>
              <a:gd name="connsiteY3376" fmla="*/ 2940002 h 8402012"/>
              <a:gd name="connsiteX3377" fmla="*/ 18394599 w 21052571"/>
              <a:gd name="connsiteY3377" fmla="*/ 2919691 h 8402012"/>
              <a:gd name="connsiteX3378" fmla="*/ 17242847 w 21052571"/>
              <a:gd name="connsiteY3378" fmla="*/ 2919691 h 8402012"/>
              <a:gd name="connsiteX3379" fmla="*/ 17312875 w 21052571"/>
              <a:gd name="connsiteY3379" fmla="*/ 2939596 h 8402012"/>
              <a:gd name="connsiteX3380" fmla="*/ 17242847 w 21052571"/>
              <a:gd name="connsiteY3380" fmla="*/ 2919691 h 8402012"/>
              <a:gd name="connsiteX3381" fmla="*/ 19711223 w 21052571"/>
              <a:gd name="connsiteY3381" fmla="*/ 2919688 h 8402012"/>
              <a:gd name="connsiteX3382" fmla="*/ 19674331 w 21052571"/>
              <a:gd name="connsiteY3382" fmla="*/ 2951282 h 8402012"/>
              <a:gd name="connsiteX3383" fmla="*/ 19711223 w 21052571"/>
              <a:gd name="connsiteY3383" fmla="*/ 2919688 h 8402012"/>
              <a:gd name="connsiteX3384" fmla="*/ 18693203 w 21052571"/>
              <a:gd name="connsiteY3384" fmla="*/ 2919688 h 8402012"/>
              <a:gd name="connsiteX3385" fmla="*/ 18730095 w 21052571"/>
              <a:gd name="connsiteY3385" fmla="*/ 2938645 h 8402012"/>
              <a:gd name="connsiteX3386" fmla="*/ 18693203 w 21052571"/>
              <a:gd name="connsiteY3386" fmla="*/ 2919688 h 8402012"/>
              <a:gd name="connsiteX3387" fmla="*/ 17767927 w 21052571"/>
              <a:gd name="connsiteY3387" fmla="*/ 2919688 h 8402012"/>
              <a:gd name="connsiteX3388" fmla="*/ 17731035 w 21052571"/>
              <a:gd name="connsiteY3388" fmla="*/ 2951284 h 8402012"/>
              <a:gd name="connsiteX3389" fmla="*/ 17767927 w 21052571"/>
              <a:gd name="connsiteY3389" fmla="*/ 2919688 h 8402012"/>
              <a:gd name="connsiteX3390" fmla="*/ 14564890 w 21052571"/>
              <a:gd name="connsiteY3390" fmla="*/ 2919688 h 8402012"/>
              <a:gd name="connsiteX3391" fmla="*/ 14601782 w 21052571"/>
              <a:gd name="connsiteY3391" fmla="*/ 2951284 h 8402012"/>
              <a:gd name="connsiteX3392" fmla="*/ 14564890 w 21052571"/>
              <a:gd name="connsiteY3392" fmla="*/ 2919688 h 8402012"/>
              <a:gd name="connsiteX3393" fmla="*/ 15973320 w 21052571"/>
              <a:gd name="connsiteY3393" fmla="*/ 2893469 h 8402012"/>
              <a:gd name="connsiteX3394" fmla="*/ 15999980 w 21052571"/>
              <a:gd name="connsiteY3394" fmla="*/ 2951785 h 8402012"/>
              <a:gd name="connsiteX3395" fmla="*/ 15962062 w 21052571"/>
              <a:gd name="connsiteY3395" fmla="*/ 2906428 h 8402012"/>
              <a:gd name="connsiteX3396" fmla="*/ 15973320 w 21052571"/>
              <a:gd name="connsiteY3396" fmla="*/ 2893469 h 8402012"/>
              <a:gd name="connsiteX3397" fmla="*/ 17529023 w 21052571"/>
              <a:gd name="connsiteY3397" fmla="*/ 2891759 h 8402012"/>
              <a:gd name="connsiteX3398" fmla="*/ 17545163 w 21052571"/>
              <a:gd name="connsiteY3398" fmla="*/ 2918658 h 8402012"/>
              <a:gd name="connsiteX3399" fmla="*/ 17508271 w 21052571"/>
              <a:gd name="connsiteY3399" fmla="*/ 2906362 h 8402012"/>
              <a:gd name="connsiteX3400" fmla="*/ 17529023 w 21052571"/>
              <a:gd name="connsiteY3400" fmla="*/ 2891759 h 8402012"/>
              <a:gd name="connsiteX3401" fmla="*/ 15059170 w 21052571"/>
              <a:gd name="connsiteY3401" fmla="*/ 2888758 h 8402012"/>
              <a:gd name="connsiteX3402" fmla="*/ 15075748 w 21052571"/>
              <a:gd name="connsiteY3402" fmla="*/ 2890082 h 8402012"/>
              <a:gd name="connsiteX3403" fmla="*/ 15019906 w 21052571"/>
              <a:gd name="connsiteY3403" fmla="*/ 2922718 h 8402012"/>
              <a:gd name="connsiteX3404" fmla="*/ 15059170 w 21052571"/>
              <a:gd name="connsiteY3404" fmla="*/ 2888758 h 8402012"/>
              <a:gd name="connsiteX3405" fmla="*/ 13732545 w 21052571"/>
              <a:gd name="connsiteY3405" fmla="*/ 2888327 h 8402012"/>
              <a:gd name="connsiteX3406" fmla="*/ 13732545 w 21052571"/>
              <a:gd name="connsiteY3406" fmla="*/ 2920566 h 8402012"/>
              <a:gd name="connsiteX3407" fmla="*/ 13732545 w 21052571"/>
              <a:gd name="connsiteY3407" fmla="*/ 2888327 h 8402012"/>
              <a:gd name="connsiteX3408" fmla="*/ 13675585 w 21052571"/>
              <a:gd name="connsiteY3408" fmla="*/ 2888327 h 8402012"/>
              <a:gd name="connsiteX3409" fmla="*/ 13680782 w 21052571"/>
              <a:gd name="connsiteY3409" fmla="*/ 2891501 h 8402012"/>
              <a:gd name="connsiteX3410" fmla="*/ 13676487 w 21052571"/>
              <a:gd name="connsiteY3410" fmla="*/ 2893083 h 8402012"/>
              <a:gd name="connsiteX3411" fmla="*/ 14787662 w 21052571"/>
              <a:gd name="connsiteY3411" fmla="*/ 2886509 h 8402012"/>
              <a:gd name="connsiteX3412" fmla="*/ 14814962 w 21052571"/>
              <a:gd name="connsiteY3412" fmla="*/ 2918618 h 8402012"/>
              <a:gd name="connsiteX3413" fmla="*/ 14787662 w 21052571"/>
              <a:gd name="connsiteY3413" fmla="*/ 2886509 h 8402012"/>
              <a:gd name="connsiteX3414" fmla="*/ 18905495 w 21052571"/>
              <a:gd name="connsiteY3414" fmla="*/ 2886509 h 8402012"/>
              <a:gd name="connsiteX3415" fmla="*/ 18887531 w 21052571"/>
              <a:gd name="connsiteY3415" fmla="*/ 2918616 h 8402012"/>
              <a:gd name="connsiteX3416" fmla="*/ 18905495 w 21052571"/>
              <a:gd name="connsiteY3416" fmla="*/ 2886509 h 8402012"/>
              <a:gd name="connsiteX3417" fmla="*/ 15824664 w 21052571"/>
              <a:gd name="connsiteY3417" fmla="*/ 2886509 h 8402012"/>
              <a:gd name="connsiteX3418" fmla="*/ 15806702 w 21052571"/>
              <a:gd name="connsiteY3418" fmla="*/ 2918617 h 8402012"/>
              <a:gd name="connsiteX3419" fmla="*/ 15824664 w 21052571"/>
              <a:gd name="connsiteY3419" fmla="*/ 2886509 h 8402012"/>
              <a:gd name="connsiteX3420" fmla="*/ 20540611 w 21052571"/>
              <a:gd name="connsiteY3420" fmla="*/ 2886508 h 8402012"/>
              <a:gd name="connsiteX3421" fmla="*/ 20527483 w 21052571"/>
              <a:gd name="connsiteY3421" fmla="*/ 2918616 h 8402012"/>
              <a:gd name="connsiteX3422" fmla="*/ 20540611 w 21052571"/>
              <a:gd name="connsiteY3422" fmla="*/ 2886508 h 8402012"/>
              <a:gd name="connsiteX3423" fmla="*/ 19773867 w 21052571"/>
              <a:gd name="connsiteY3423" fmla="*/ 2886508 h 8402012"/>
              <a:gd name="connsiteX3424" fmla="*/ 19810759 w 21052571"/>
              <a:gd name="connsiteY3424" fmla="*/ 2905773 h 8402012"/>
              <a:gd name="connsiteX3425" fmla="*/ 19798459 w 21052571"/>
              <a:gd name="connsiteY3425" fmla="*/ 2918616 h 8402012"/>
              <a:gd name="connsiteX3426" fmla="*/ 19773867 w 21052571"/>
              <a:gd name="connsiteY3426" fmla="*/ 2886508 h 8402012"/>
              <a:gd name="connsiteX3427" fmla="*/ 15322112 w 21052571"/>
              <a:gd name="connsiteY3427" fmla="*/ 2886507 h 8402012"/>
              <a:gd name="connsiteX3428" fmla="*/ 15322112 w 21052571"/>
              <a:gd name="connsiteY3428" fmla="*/ 2938724 h 8402012"/>
              <a:gd name="connsiteX3429" fmla="*/ 15308462 w 21052571"/>
              <a:gd name="connsiteY3429" fmla="*/ 2951777 h 8402012"/>
              <a:gd name="connsiteX3430" fmla="*/ 15322112 w 21052571"/>
              <a:gd name="connsiteY3430" fmla="*/ 2886507 h 8402012"/>
              <a:gd name="connsiteX3431" fmla="*/ 18636327 w 21052571"/>
              <a:gd name="connsiteY3431" fmla="*/ 2886505 h 8402012"/>
              <a:gd name="connsiteX3432" fmla="*/ 18673219 w 21052571"/>
              <a:gd name="connsiteY3432" fmla="*/ 2917249 h 8402012"/>
              <a:gd name="connsiteX3433" fmla="*/ 18636327 w 21052571"/>
              <a:gd name="connsiteY3433" fmla="*/ 2886505 h 8402012"/>
              <a:gd name="connsiteX3434" fmla="*/ 16195902 w 21052571"/>
              <a:gd name="connsiteY3434" fmla="*/ 2880282 h 8402012"/>
              <a:gd name="connsiteX3435" fmla="*/ 16355874 w 21052571"/>
              <a:gd name="connsiteY3435" fmla="*/ 2931780 h 8402012"/>
              <a:gd name="connsiteX3436" fmla="*/ 16625598 w 21052571"/>
              <a:gd name="connsiteY3436" fmla="*/ 3045891 h 8402012"/>
              <a:gd name="connsiteX3437" fmla="*/ 16599704 w 21052571"/>
              <a:gd name="connsiteY3437" fmla="*/ 3097079 h 8402012"/>
              <a:gd name="connsiteX3438" fmla="*/ 16542524 w 21052571"/>
              <a:gd name="connsiteY3438" fmla="*/ 3103477 h 8402012"/>
              <a:gd name="connsiteX3439" fmla="*/ 16426002 w 21052571"/>
              <a:gd name="connsiteY3439" fmla="*/ 3077884 h 8402012"/>
              <a:gd name="connsiteX3440" fmla="*/ 16380690 w 21052571"/>
              <a:gd name="connsiteY3440" fmla="*/ 3026695 h 8402012"/>
              <a:gd name="connsiteX3441" fmla="*/ 16317034 w 21052571"/>
              <a:gd name="connsiteY3441" fmla="*/ 3026695 h 8402012"/>
              <a:gd name="connsiteX3442" fmla="*/ 16187568 w 21052571"/>
              <a:gd name="connsiteY3442" fmla="*/ 3001100 h 8402012"/>
              <a:gd name="connsiteX3443" fmla="*/ 16200514 w 21052571"/>
              <a:gd name="connsiteY3443" fmla="*/ 2981904 h 8402012"/>
              <a:gd name="connsiteX3444" fmla="*/ 16130386 w 21052571"/>
              <a:gd name="connsiteY3444" fmla="*/ 2970173 h 8402012"/>
              <a:gd name="connsiteX3445" fmla="*/ 16072126 w 21052571"/>
              <a:gd name="connsiteY3445" fmla="*/ 2906187 h 8402012"/>
              <a:gd name="connsiteX3446" fmla="*/ 16141950 w 21052571"/>
              <a:gd name="connsiteY3446" fmla="*/ 2880492 h 8402012"/>
              <a:gd name="connsiteX3447" fmla="*/ 16195902 w 21052571"/>
              <a:gd name="connsiteY3447" fmla="*/ 2880282 h 8402012"/>
              <a:gd name="connsiteX3448" fmla="*/ 19605003 w 21052571"/>
              <a:gd name="connsiteY3448" fmla="*/ 2872561 h 8402012"/>
              <a:gd name="connsiteX3449" fmla="*/ 19649571 w 21052571"/>
              <a:gd name="connsiteY3449" fmla="*/ 2889788 h 8402012"/>
              <a:gd name="connsiteX3450" fmla="*/ 19595851 w 21052571"/>
              <a:gd name="connsiteY3450" fmla="*/ 2922088 h 8402012"/>
              <a:gd name="connsiteX3451" fmla="*/ 19592455 w 21052571"/>
              <a:gd name="connsiteY3451" fmla="*/ 2919462 h 8402012"/>
              <a:gd name="connsiteX3452" fmla="*/ 19583775 w 21052571"/>
              <a:gd name="connsiteY3452" fmla="*/ 2929354 h 8402012"/>
              <a:gd name="connsiteX3453" fmla="*/ 19574795 w 21052571"/>
              <a:gd name="connsiteY3453" fmla="*/ 2919115 h 8402012"/>
              <a:gd name="connsiteX3454" fmla="*/ 19579283 w 21052571"/>
              <a:gd name="connsiteY3454" fmla="*/ 2912398 h 8402012"/>
              <a:gd name="connsiteX3455" fmla="*/ 19582447 w 21052571"/>
              <a:gd name="connsiteY3455" fmla="*/ 2911723 h 8402012"/>
              <a:gd name="connsiteX3456" fmla="*/ 19579539 w 21052571"/>
              <a:gd name="connsiteY3456" fmla="*/ 2909476 h 8402012"/>
              <a:gd name="connsiteX3457" fmla="*/ 19605003 w 21052571"/>
              <a:gd name="connsiteY3457" fmla="*/ 2872561 h 8402012"/>
              <a:gd name="connsiteX3458" fmla="*/ 15218912 w 21052571"/>
              <a:gd name="connsiteY3458" fmla="*/ 2867551 h 8402012"/>
              <a:gd name="connsiteX3459" fmla="*/ 15265268 w 21052571"/>
              <a:gd name="connsiteY3459" fmla="*/ 2886990 h 8402012"/>
              <a:gd name="connsiteX3460" fmla="*/ 15252024 w 21052571"/>
              <a:gd name="connsiteY3460" fmla="*/ 2951785 h 8402012"/>
              <a:gd name="connsiteX3461" fmla="*/ 15185798 w 21052571"/>
              <a:gd name="connsiteY3461" fmla="*/ 2938827 h 8402012"/>
              <a:gd name="connsiteX3462" fmla="*/ 15218912 w 21052571"/>
              <a:gd name="connsiteY3462" fmla="*/ 2867551 h 8402012"/>
              <a:gd name="connsiteX3463" fmla="*/ 18602123 w 21052571"/>
              <a:gd name="connsiteY3463" fmla="*/ 2864682 h 8402012"/>
              <a:gd name="connsiteX3464" fmla="*/ 18565231 w 21052571"/>
              <a:gd name="connsiteY3464" fmla="*/ 2891134 h 8402012"/>
              <a:gd name="connsiteX3465" fmla="*/ 18602123 w 21052571"/>
              <a:gd name="connsiteY3465" fmla="*/ 2864682 h 8402012"/>
              <a:gd name="connsiteX3466" fmla="*/ 14076700 w 21052571"/>
              <a:gd name="connsiteY3466" fmla="*/ 2864216 h 8402012"/>
              <a:gd name="connsiteX3467" fmla="*/ 14113564 w 21052571"/>
              <a:gd name="connsiteY3467" fmla="*/ 2888811 h 8402012"/>
              <a:gd name="connsiteX3468" fmla="*/ 14076700 w 21052571"/>
              <a:gd name="connsiteY3468" fmla="*/ 2864216 h 8402012"/>
              <a:gd name="connsiteX3469" fmla="*/ 13578001 w 21052571"/>
              <a:gd name="connsiteY3469" fmla="*/ 2864216 h 8402012"/>
              <a:gd name="connsiteX3470" fmla="*/ 13541109 w 21052571"/>
              <a:gd name="connsiteY3470" fmla="*/ 2888811 h 8402012"/>
              <a:gd name="connsiteX3471" fmla="*/ 13578001 w 21052571"/>
              <a:gd name="connsiteY3471" fmla="*/ 2864216 h 8402012"/>
              <a:gd name="connsiteX3472" fmla="*/ 16056876 w 21052571"/>
              <a:gd name="connsiteY3472" fmla="*/ 2862810 h 8402012"/>
              <a:gd name="connsiteX3473" fmla="*/ 16044468 w 21052571"/>
              <a:gd name="connsiteY3473" fmla="*/ 2921552 h 8402012"/>
              <a:gd name="connsiteX3474" fmla="*/ 16001034 w 21052571"/>
              <a:gd name="connsiteY3474" fmla="*/ 2882392 h 8402012"/>
              <a:gd name="connsiteX3475" fmla="*/ 16056876 w 21052571"/>
              <a:gd name="connsiteY3475" fmla="*/ 2862810 h 8402012"/>
              <a:gd name="connsiteX3476" fmla="*/ 17451391 w 21052571"/>
              <a:gd name="connsiteY3476" fmla="*/ 2862808 h 8402012"/>
              <a:gd name="connsiteX3477" fmla="*/ 17507235 w 21052571"/>
              <a:gd name="connsiteY3477" fmla="*/ 2876034 h 8402012"/>
              <a:gd name="connsiteX3478" fmla="*/ 17451391 w 21052571"/>
              <a:gd name="connsiteY3478" fmla="*/ 2862808 h 8402012"/>
              <a:gd name="connsiteX3479" fmla="*/ 15697688 w 21052571"/>
              <a:gd name="connsiteY3479" fmla="*/ 2862808 h 8402012"/>
              <a:gd name="connsiteX3480" fmla="*/ 15715650 w 21052571"/>
              <a:gd name="connsiteY3480" fmla="*/ 2890107 h 8402012"/>
              <a:gd name="connsiteX3481" fmla="*/ 15697688 w 21052571"/>
              <a:gd name="connsiteY3481" fmla="*/ 2862808 h 8402012"/>
              <a:gd name="connsiteX3482" fmla="*/ 11828129 w 21052571"/>
              <a:gd name="connsiteY3482" fmla="*/ 2862535 h 8402012"/>
              <a:gd name="connsiteX3483" fmla="*/ 11846399 w 21052571"/>
              <a:gd name="connsiteY3483" fmla="*/ 2888327 h 8402012"/>
              <a:gd name="connsiteX3484" fmla="*/ 11828129 w 21052571"/>
              <a:gd name="connsiteY3484" fmla="*/ 2862535 h 8402012"/>
              <a:gd name="connsiteX3485" fmla="*/ 19230975 w 21052571"/>
              <a:gd name="connsiteY3485" fmla="*/ 2859636 h 8402012"/>
              <a:gd name="connsiteX3486" fmla="*/ 19298819 w 21052571"/>
              <a:gd name="connsiteY3486" fmla="*/ 2904400 h 8402012"/>
              <a:gd name="connsiteX3487" fmla="*/ 19209835 w 21052571"/>
              <a:gd name="connsiteY3487" fmla="*/ 2872568 h 8402012"/>
              <a:gd name="connsiteX3488" fmla="*/ 19230975 w 21052571"/>
              <a:gd name="connsiteY3488" fmla="*/ 2859636 h 8402012"/>
              <a:gd name="connsiteX3489" fmla="*/ 15155756 w 21052571"/>
              <a:gd name="connsiteY3489" fmla="*/ 2857099 h 8402012"/>
              <a:gd name="connsiteX3490" fmla="*/ 15185898 w 21052571"/>
              <a:gd name="connsiteY3490" fmla="*/ 2870343 h 8402012"/>
              <a:gd name="connsiteX3491" fmla="*/ 15166346 w 21052571"/>
              <a:gd name="connsiteY3491" fmla="*/ 2916699 h 8402012"/>
              <a:gd name="connsiteX3492" fmla="*/ 15095742 w 21052571"/>
              <a:gd name="connsiteY3492" fmla="*/ 2923322 h 8402012"/>
              <a:gd name="connsiteX3493" fmla="*/ 15120726 w 21052571"/>
              <a:gd name="connsiteY3493" fmla="*/ 2863721 h 8402012"/>
              <a:gd name="connsiteX3494" fmla="*/ 15155756 w 21052571"/>
              <a:gd name="connsiteY3494" fmla="*/ 2857099 h 8402012"/>
              <a:gd name="connsiteX3495" fmla="*/ 14905535 w 21052571"/>
              <a:gd name="connsiteY3495" fmla="*/ 2855416 h 8402012"/>
              <a:gd name="connsiteX3496" fmla="*/ 14933504 w 21052571"/>
              <a:gd name="connsiteY3496" fmla="*/ 2855416 h 8402012"/>
              <a:gd name="connsiteX3497" fmla="*/ 14882454 w 21052571"/>
              <a:gd name="connsiteY3497" fmla="*/ 2875890 h 8402012"/>
              <a:gd name="connsiteX3498" fmla="*/ 14905535 w 21052571"/>
              <a:gd name="connsiteY3498" fmla="*/ 2855416 h 8402012"/>
              <a:gd name="connsiteX3499" fmla="*/ 13028326 w 21052571"/>
              <a:gd name="connsiteY3499" fmla="*/ 2853810 h 8402012"/>
              <a:gd name="connsiteX3500" fmla="*/ 13075510 w 21052571"/>
              <a:gd name="connsiteY3500" fmla="*/ 2860290 h 8402012"/>
              <a:gd name="connsiteX3501" fmla="*/ 12996041 w 21052571"/>
              <a:gd name="connsiteY3501" fmla="*/ 2886208 h 8402012"/>
              <a:gd name="connsiteX3502" fmla="*/ 13028326 w 21052571"/>
              <a:gd name="connsiteY3502" fmla="*/ 2853810 h 8402012"/>
              <a:gd name="connsiteX3503" fmla="*/ 15960480 w 21052571"/>
              <a:gd name="connsiteY3503" fmla="*/ 2843852 h 8402012"/>
              <a:gd name="connsiteX3504" fmla="*/ 15966800 w 21052571"/>
              <a:gd name="connsiteY3504" fmla="*/ 2864325 h 8402012"/>
              <a:gd name="connsiteX3505" fmla="*/ 15960480 w 21052571"/>
              <a:gd name="connsiteY3505" fmla="*/ 2843852 h 8402012"/>
              <a:gd name="connsiteX3506" fmla="*/ 17972311 w 21052571"/>
              <a:gd name="connsiteY3506" fmla="*/ 2843851 h 8402012"/>
              <a:gd name="connsiteX3507" fmla="*/ 18075947 w 21052571"/>
              <a:gd name="connsiteY3507" fmla="*/ 2888087 h 8402012"/>
              <a:gd name="connsiteX3508" fmla="*/ 17965767 w 21052571"/>
              <a:gd name="connsiteY3508" fmla="*/ 2907045 h 8402012"/>
              <a:gd name="connsiteX3509" fmla="*/ 17972311 w 21052571"/>
              <a:gd name="connsiteY3509" fmla="*/ 2843851 h 8402012"/>
              <a:gd name="connsiteX3510" fmla="*/ 19208739 w 21052571"/>
              <a:gd name="connsiteY3510" fmla="*/ 2843848 h 8402012"/>
              <a:gd name="connsiteX3511" fmla="*/ 19195615 w 21052571"/>
              <a:gd name="connsiteY3511" fmla="*/ 2861809 h 8402012"/>
              <a:gd name="connsiteX3512" fmla="*/ 19208739 w 21052571"/>
              <a:gd name="connsiteY3512" fmla="*/ 2843848 h 8402012"/>
              <a:gd name="connsiteX3513" fmla="*/ 12033401 w 21052571"/>
              <a:gd name="connsiteY3513" fmla="*/ 2830301 h 8402012"/>
              <a:gd name="connsiteX3514" fmla="*/ 12051672 w 21052571"/>
              <a:gd name="connsiteY3514" fmla="*/ 2862535 h 8402012"/>
              <a:gd name="connsiteX3515" fmla="*/ 12033401 w 21052571"/>
              <a:gd name="connsiteY3515" fmla="*/ 2830301 h 8402012"/>
              <a:gd name="connsiteX3516" fmla="*/ 17110131 w 21052571"/>
              <a:gd name="connsiteY3516" fmla="*/ 2829636 h 8402012"/>
              <a:gd name="connsiteX3517" fmla="*/ 17193079 w 21052571"/>
              <a:gd name="connsiteY3517" fmla="*/ 2842347 h 8402012"/>
              <a:gd name="connsiteX3518" fmla="*/ 17148911 w 21052571"/>
              <a:gd name="connsiteY3518" fmla="*/ 2918627 h 8402012"/>
              <a:gd name="connsiteX3519" fmla="*/ 17110131 w 21052571"/>
              <a:gd name="connsiteY3519" fmla="*/ 2829636 h 8402012"/>
              <a:gd name="connsiteX3520" fmla="*/ 19711247 w 21052571"/>
              <a:gd name="connsiteY3520" fmla="*/ 2829631 h 8402012"/>
              <a:gd name="connsiteX3521" fmla="*/ 19693287 w 21052571"/>
              <a:gd name="connsiteY3521" fmla="*/ 2861738 h 8402012"/>
              <a:gd name="connsiteX3522" fmla="*/ 19711247 w 21052571"/>
              <a:gd name="connsiteY3522" fmla="*/ 2829631 h 8402012"/>
              <a:gd name="connsiteX3523" fmla="*/ 20488539 w 21052571"/>
              <a:gd name="connsiteY3523" fmla="*/ 2829626 h 8402012"/>
              <a:gd name="connsiteX3524" fmla="*/ 20451647 w 21052571"/>
              <a:gd name="connsiteY3524" fmla="*/ 2860369 h 8402012"/>
              <a:gd name="connsiteX3525" fmla="*/ 20488539 w 21052571"/>
              <a:gd name="connsiteY3525" fmla="*/ 2829626 h 8402012"/>
              <a:gd name="connsiteX3526" fmla="*/ 10620404 w 21052571"/>
              <a:gd name="connsiteY3526" fmla="*/ 2827080 h 8402012"/>
              <a:gd name="connsiteX3527" fmla="*/ 10601865 w 21052571"/>
              <a:gd name="connsiteY3527" fmla="*/ 2862535 h 8402012"/>
              <a:gd name="connsiteX3528" fmla="*/ 10653451 w 21052571"/>
              <a:gd name="connsiteY3528" fmla="*/ 2830301 h 8402012"/>
              <a:gd name="connsiteX3529" fmla="*/ 10620404 w 21052571"/>
              <a:gd name="connsiteY3529" fmla="*/ 2827080 h 8402012"/>
              <a:gd name="connsiteX3530" fmla="*/ 17386475 w 21052571"/>
              <a:gd name="connsiteY3530" fmla="*/ 2825331 h 8402012"/>
              <a:gd name="connsiteX3531" fmla="*/ 17412411 w 21052571"/>
              <a:gd name="connsiteY3531" fmla="*/ 2828639 h 8402012"/>
              <a:gd name="connsiteX3532" fmla="*/ 17412411 w 21052571"/>
              <a:gd name="connsiteY3532" fmla="*/ 2861705 h 8402012"/>
              <a:gd name="connsiteX3533" fmla="*/ 17361339 w 21052571"/>
              <a:gd name="connsiteY3533" fmla="*/ 2841864 h 8402012"/>
              <a:gd name="connsiteX3534" fmla="*/ 17386475 w 21052571"/>
              <a:gd name="connsiteY3534" fmla="*/ 2825331 h 8402012"/>
              <a:gd name="connsiteX3535" fmla="*/ 11956021 w 21052571"/>
              <a:gd name="connsiteY3535" fmla="*/ 2822248 h 8402012"/>
              <a:gd name="connsiteX3536" fmla="*/ 11897986 w 21052571"/>
              <a:gd name="connsiteY3536" fmla="*/ 2830301 h 8402012"/>
              <a:gd name="connsiteX3537" fmla="*/ 11994711 w 21052571"/>
              <a:gd name="connsiteY3537" fmla="*/ 2862535 h 8402012"/>
              <a:gd name="connsiteX3538" fmla="*/ 11956021 w 21052571"/>
              <a:gd name="connsiteY3538" fmla="*/ 2822248 h 8402012"/>
              <a:gd name="connsiteX3539" fmla="*/ 15870978 w 21052571"/>
              <a:gd name="connsiteY3539" fmla="*/ 2820033 h 8402012"/>
              <a:gd name="connsiteX3540" fmla="*/ 15962034 w 21052571"/>
              <a:gd name="connsiteY3540" fmla="*/ 2874477 h 8402012"/>
              <a:gd name="connsiteX3541" fmla="*/ 15915670 w 21052571"/>
              <a:gd name="connsiteY3541" fmla="*/ 2877247 h 8402012"/>
              <a:gd name="connsiteX3542" fmla="*/ 15917266 w 21052571"/>
              <a:gd name="connsiteY3542" fmla="*/ 2886254 h 8402012"/>
              <a:gd name="connsiteX3543" fmla="*/ 15922280 w 21052571"/>
              <a:gd name="connsiteY3543" fmla="*/ 2883449 h 8402012"/>
              <a:gd name="connsiteX3544" fmla="*/ 15923202 w 21052571"/>
              <a:gd name="connsiteY3544" fmla="*/ 2904219 h 8402012"/>
              <a:gd name="connsiteX3545" fmla="*/ 15923194 w 21052571"/>
              <a:gd name="connsiteY3545" fmla="*/ 2904270 h 8402012"/>
              <a:gd name="connsiteX3546" fmla="*/ 15924200 w 21052571"/>
              <a:gd name="connsiteY3546" fmla="*/ 2907288 h 8402012"/>
              <a:gd name="connsiteX3547" fmla="*/ 15922796 w 21052571"/>
              <a:gd name="connsiteY3547" fmla="*/ 2906383 h 8402012"/>
              <a:gd name="connsiteX3548" fmla="*/ 15922280 w 21052571"/>
              <a:gd name="connsiteY3548" fmla="*/ 2909137 h 8402012"/>
              <a:gd name="connsiteX3549" fmla="*/ 15920932 w 21052571"/>
              <a:gd name="connsiteY3549" fmla="*/ 2905181 h 8402012"/>
              <a:gd name="connsiteX3550" fmla="*/ 15877176 w 21052571"/>
              <a:gd name="connsiteY3550" fmla="*/ 2876938 h 8402012"/>
              <a:gd name="connsiteX3551" fmla="*/ 15839882 w 21052571"/>
              <a:gd name="connsiteY3551" fmla="*/ 2821983 h 8402012"/>
              <a:gd name="connsiteX3552" fmla="*/ 15870978 w 21052571"/>
              <a:gd name="connsiteY3552" fmla="*/ 2820033 h 8402012"/>
              <a:gd name="connsiteX3553" fmla="*/ 17348759 w 21052571"/>
              <a:gd name="connsiteY3553" fmla="*/ 2811050 h 8402012"/>
              <a:gd name="connsiteX3554" fmla="*/ 17360243 w 21052571"/>
              <a:gd name="connsiteY3554" fmla="*/ 2819586 h 8402012"/>
              <a:gd name="connsiteX3555" fmla="*/ 17347119 w 21052571"/>
              <a:gd name="connsiteY3555" fmla="*/ 2833234 h 8402012"/>
              <a:gd name="connsiteX3556" fmla="*/ 17348759 w 21052571"/>
              <a:gd name="connsiteY3556" fmla="*/ 2811050 h 8402012"/>
              <a:gd name="connsiteX3557" fmla="*/ 14763053 w 21052571"/>
              <a:gd name="connsiteY3557" fmla="*/ 2801454 h 8402012"/>
              <a:gd name="connsiteX3558" fmla="*/ 14843473 w 21052571"/>
              <a:gd name="connsiteY3558" fmla="*/ 2844944 h 8402012"/>
              <a:gd name="connsiteX3559" fmla="*/ 14754147 w 21052571"/>
              <a:gd name="connsiteY3559" fmla="*/ 2858068 h 8402012"/>
              <a:gd name="connsiteX3560" fmla="*/ 14678645 w 21052571"/>
              <a:gd name="connsiteY3560" fmla="*/ 2812121 h 8402012"/>
              <a:gd name="connsiteX3561" fmla="*/ 14763053 w 21052571"/>
              <a:gd name="connsiteY3561" fmla="*/ 2801454 h 8402012"/>
              <a:gd name="connsiteX3562" fmla="*/ 10692142 w 21052571"/>
              <a:gd name="connsiteY3562" fmla="*/ 2798035 h 8402012"/>
              <a:gd name="connsiteX3563" fmla="*/ 10672797 w 21052571"/>
              <a:gd name="connsiteY3563" fmla="*/ 2830301 h 8402012"/>
              <a:gd name="connsiteX3564" fmla="*/ 10692142 w 21052571"/>
              <a:gd name="connsiteY3564" fmla="*/ 2798035 h 8402012"/>
              <a:gd name="connsiteX3565" fmla="*/ 17052179 w 21052571"/>
              <a:gd name="connsiteY3565" fmla="*/ 2796444 h 8402012"/>
              <a:gd name="connsiteX3566" fmla="*/ 17052179 w 21052571"/>
              <a:gd name="connsiteY3566" fmla="*/ 2860116 h 8402012"/>
              <a:gd name="connsiteX3567" fmla="*/ 17001547 w 21052571"/>
              <a:gd name="connsiteY3567" fmla="*/ 2853749 h 8402012"/>
              <a:gd name="connsiteX3568" fmla="*/ 17052179 w 21052571"/>
              <a:gd name="connsiteY3568" fmla="*/ 2796444 h 8402012"/>
              <a:gd name="connsiteX3569" fmla="*/ 19654371 w 21052571"/>
              <a:gd name="connsiteY3569" fmla="*/ 2796442 h 8402012"/>
              <a:gd name="connsiteX3570" fmla="*/ 19636407 w 21052571"/>
              <a:gd name="connsiteY3570" fmla="*/ 2828557 h 8402012"/>
              <a:gd name="connsiteX3571" fmla="*/ 19654371 w 21052571"/>
              <a:gd name="connsiteY3571" fmla="*/ 2796442 h 8402012"/>
              <a:gd name="connsiteX3572" fmla="*/ 19228795 w 21052571"/>
              <a:gd name="connsiteY3572" fmla="*/ 2796442 h 8402012"/>
              <a:gd name="connsiteX3573" fmla="*/ 19241923 w 21052571"/>
              <a:gd name="connsiteY3573" fmla="*/ 2828557 h 8402012"/>
              <a:gd name="connsiteX3574" fmla="*/ 19228795 w 21052571"/>
              <a:gd name="connsiteY3574" fmla="*/ 2796442 h 8402012"/>
              <a:gd name="connsiteX3575" fmla="*/ 17317611 w 21052571"/>
              <a:gd name="connsiteY3575" fmla="*/ 2796442 h 8402012"/>
              <a:gd name="connsiteX3576" fmla="*/ 17285503 w 21052571"/>
              <a:gd name="connsiteY3576" fmla="*/ 2827196 h 8402012"/>
              <a:gd name="connsiteX3577" fmla="*/ 17317611 w 21052571"/>
              <a:gd name="connsiteY3577" fmla="*/ 2796442 h 8402012"/>
              <a:gd name="connsiteX3578" fmla="*/ 15356430 w 21052571"/>
              <a:gd name="connsiteY3578" fmla="*/ 2786970 h 8402012"/>
              <a:gd name="connsiteX3579" fmla="*/ 15580966 w 21052571"/>
              <a:gd name="connsiteY3579" fmla="*/ 2806825 h 8402012"/>
              <a:gd name="connsiteX3580" fmla="*/ 15677656 w 21052571"/>
              <a:gd name="connsiteY3580" fmla="*/ 2866442 h 8402012"/>
              <a:gd name="connsiteX3581" fmla="*/ 15561628 w 21052571"/>
              <a:gd name="connsiteY3581" fmla="*/ 2866442 h 8402012"/>
              <a:gd name="connsiteX3582" fmla="*/ 15356430 w 21052571"/>
              <a:gd name="connsiteY3582" fmla="*/ 2786970 h 8402012"/>
              <a:gd name="connsiteX3583" fmla="*/ 16981959 w 21052571"/>
              <a:gd name="connsiteY3583" fmla="*/ 2778778 h 8402012"/>
              <a:gd name="connsiteX3584" fmla="*/ 16994871 w 21052571"/>
              <a:gd name="connsiteY3584" fmla="*/ 2790923 h 8402012"/>
              <a:gd name="connsiteX3585" fmla="*/ 16944243 w 21052571"/>
              <a:gd name="connsiteY3585" fmla="*/ 2829808 h 8402012"/>
              <a:gd name="connsiteX3586" fmla="*/ 16981959 w 21052571"/>
              <a:gd name="connsiteY3586" fmla="*/ 2778778 h 8402012"/>
              <a:gd name="connsiteX3587" fmla="*/ 19129259 w 21052571"/>
              <a:gd name="connsiteY3587" fmla="*/ 2772745 h 8402012"/>
              <a:gd name="connsiteX3588" fmla="*/ 19147219 w 21052571"/>
              <a:gd name="connsiteY3588" fmla="*/ 2800041 h 8402012"/>
              <a:gd name="connsiteX3589" fmla="*/ 19129259 w 21052571"/>
              <a:gd name="connsiteY3589" fmla="*/ 2772745 h 8402012"/>
              <a:gd name="connsiteX3590" fmla="*/ 17260751 w 21052571"/>
              <a:gd name="connsiteY3590" fmla="*/ 2772744 h 8402012"/>
              <a:gd name="connsiteX3591" fmla="*/ 17260751 w 21052571"/>
              <a:gd name="connsiteY3591" fmla="*/ 2828593 h 8402012"/>
              <a:gd name="connsiteX3592" fmla="*/ 17222835 w 21052571"/>
              <a:gd name="connsiteY3592" fmla="*/ 2828593 h 8402012"/>
              <a:gd name="connsiteX3593" fmla="*/ 17204927 w 21052571"/>
              <a:gd name="connsiteY3593" fmla="*/ 2791359 h 8402012"/>
              <a:gd name="connsiteX3594" fmla="*/ 17260751 w 21052571"/>
              <a:gd name="connsiteY3594" fmla="*/ 2772744 h 8402012"/>
              <a:gd name="connsiteX3595" fmla="*/ 15730866 w 21052571"/>
              <a:gd name="connsiteY3595" fmla="*/ 2772744 h 8402012"/>
              <a:gd name="connsiteX3596" fmla="*/ 15819850 w 21052571"/>
              <a:gd name="connsiteY3596" fmla="*/ 2797558 h 8402012"/>
              <a:gd name="connsiteX3597" fmla="*/ 15730866 w 21052571"/>
              <a:gd name="connsiteY3597" fmla="*/ 2828593 h 8402012"/>
              <a:gd name="connsiteX3598" fmla="*/ 15730866 w 21052571"/>
              <a:gd name="connsiteY3598" fmla="*/ 2772744 h 8402012"/>
              <a:gd name="connsiteX3599" fmla="*/ 19090347 w 21052571"/>
              <a:gd name="connsiteY3599" fmla="*/ 2772744 h 8402012"/>
              <a:gd name="connsiteX3600" fmla="*/ 19072383 w 21052571"/>
              <a:gd name="connsiteY3600" fmla="*/ 2828593 h 8402012"/>
              <a:gd name="connsiteX3601" fmla="*/ 19090347 w 21052571"/>
              <a:gd name="connsiteY3601" fmla="*/ 2772744 h 8402012"/>
              <a:gd name="connsiteX3602" fmla="*/ 19595243 w 21052571"/>
              <a:gd name="connsiteY3602" fmla="*/ 2770102 h 8402012"/>
              <a:gd name="connsiteX3603" fmla="*/ 19625827 w 21052571"/>
              <a:gd name="connsiteY3603" fmla="*/ 2771753 h 8402012"/>
              <a:gd name="connsiteX3604" fmla="*/ 19579535 w 21052571"/>
              <a:gd name="connsiteY3604" fmla="*/ 2798205 h 8402012"/>
              <a:gd name="connsiteX3605" fmla="*/ 19595243 w 21052571"/>
              <a:gd name="connsiteY3605" fmla="*/ 2770102 h 8402012"/>
              <a:gd name="connsiteX3606" fmla="*/ 17184943 w 21052571"/>
              <a:gd name="connsiteY3606" fmla="*/ 2741601 h 8402012"/>
              <a:gd name="connsiteX3607" fmla="*/ 17148051 w 21052571"/>
              <a:gd name="connsiteY3607" fmla="*/ 2774327 h 8402012"/>
              <a:gd name="connsiteX3608" fmla="*/ 17184943 w 21052571"/>
              <a:gd name="connsiteY3608" fmla="*/ 2741601 h 8402012"/>
              <a:gd name="connsiteX3609" fmla="*/ 15184802 w 21052571"/>
              <a:gd name="connsiteY3609" fmla="*/ 2739568 h 8402012"/>
              <a:gd name="connsiteX3610" fmla="*/ 15166838 w 21052571"/>
              <a:gd name="connsiteY3610" fmla="*/ 2771638 h 8402012"/>
              <a:gd name="connsiteX3611" fmla="*/ 15184802 w 21052571"/>
              <a:gd name="connsiteY3611" fmla="*/ 2739568 h 8402012"/>
              <a:gd name="connsiteX3612" fmla="*/ 17730039 w 21052571"/>
              <a:gd name="connsiteY3612" fmla="*/ 2739568 h 8402012"/>
              <a:gd name="connsiteX3613" fmla="*/ 17712075 w 21052571"/>
              <a:gd name="connsiteY3613" fmla="*/ 2771638 h 8402012"/>
              <a:gd name="connsiteX3614" fmla="*/ 17730039 w 21052571"/>
              <a:gd name="connsiteY3614" fmla="*/ 2739568 h 8402012"/>
              <a:gd name="connsiteX3615" fmla="*/ 12595215 w 21052571"/>
              <a:gd name="connsiteY3615" fmla="*/ 2737736 h 8402012"/>
              <a:gd name="connsiteX3616" fmla="*/ 12558943 w 21052571"/>
              <a:gd name="connsiteY3616" fmla="*/ 2741094 h 8402012"/>
              <a:gd name="connsiteX3617" fmla="*/ 12616978 w 21052571"/>
              <a:gd name="connsiteY3617" fmla="*/ 2772256 h 8402012"/>
              <a:gd name="connsiteX3618" fmla="*/ 12595215 w 21052571"/>
              <a:gd name="connsiteY3618" fmla="*/ 2737736 h 8402012"/>
              <a:gd name="connsiteX3619" fmla="*/ 19019643 w 21052571"/>
              <a:gd name="connsiteY3619" fmla="*/ 2736633 h 8402012"/>
              <a:gd name="connsiteX3620" fmla="*/ 19052363 w 21052571"/>
              <a:gd name="connsiteY3620" fmla="*/ 2739999 h 8402012"/>
              <a:gd name="connsiteX3621" fmla="*/ 19001287 w 21052571"/>
              <a:gd name="connsiteY3621" fmla="*/ 2771235 h 8402012"/>
              <a:gd name="connsiteX3622" fmla="*/ 19019643 w 21052571"/>
              <a:gd name="connsiteY3622" fmla="*/ 2736633 h 8402012"/>
              <a:gd name="connsiteX3623" fmla="*/ 19515075 w 21052571"/>
              <a:gd name="connsiteY3623" fmla="*/ 2706584 h 8402012"/>
              <a:gd name="connsiteX3624" fmla="*/ 19545323 w 21052571"/>
              <a:gd name="connsiteY3624" fmla="*/ 2725737 h 8402012"/>
              <a:gd name="connsiteX3625" fmla="*/ 19532915 w 21052571"/>
              <a:gd name="connsiteY3625" fmla="*/ 2738505 h 8402012"/>
              <a:gd name="connsiteX3626" fmla="*/ 19489479 w 21052571"/>
              <a:gd name="connsiteY3626" fmla="*/ 2725737 h 8402012"/>
              <a:gd name="connsiteX3627" fmla="*/ 19515075 w 21052571"/>
              <a:gd name="connsiteY3627" fmla="*/ 2706584 h 8402012"/>
              <a:gd name="connsiteX3628" fmla="*/ 17654107 w 21052571"/>
              <a:gd name="connsiteY3628" fmla="*/ 2706391 h 8402012"/>
              <a:gd name="connsiteX3629" fmla="*/ 17640983 w 21052571"/>
              <a:gd name="connsiteY3629" fmla="*/ 2738499 h 8402012"/>
              <a:gd name="connsiteX3630" fmla="*/ 17654107 w 21052571"/>
              <a:gd name="connsiteY3630" fmla="*/ 2706391 h 8402012"/>
              <a:gd name="connsiteX3631" fmla="*/ 19938755 w 21052571"/>
              <a:gd name="connsiteY3631" fmla="*/ 2706391 h 8402012"/>
              <a:gd name="connsiteX3632" fmla="*/ 19920795 w 21052571"/>
              <a:gd name="connsiteY3632" fmla="*/ 2738499 h 8402012"/>
              <a:gd name="connsiteX3633" fmla="*/ 19938755 w 21052571"/>
              <a:gd name="connsiteY3633" fmla="*/ 2706391 h 8402012"/>
              <a:gd name="connsiteX3634" fmla="*/ 20317935 w 21052571"/>
              <a:gd name="connsiteY3634" fmla="*/ 2706391 h 8402012"/>
              <a:gd name="connsiteX3635" fmla="*/ 20299975 w 21052571"/>
              <a:gd name="connsiteY3635" fmla="*/ 2738499 h 8402012"/>
              <a:gd name="connsiteX3636" fmla="*/ 20317935 w 21052571"/>
              <a:gd name="connsiteY3636" fmla="*/ 2706391 h 8402012"/>
              <a:gd name="connsiteX3637" fmla="*/ 15557604 w 21052571"/>
              <a:gd name="connsiteY3637" fmla="*/ 2706390 h 8402012"/>
              <a:gd name="connsiteX3638" fmla="*/ 15639760 w 21052571"/>
              <a:gd name="connsiteY3638" fmla="*/ 2771641 h 8402012"/>
              <a:gd name="connsiteX3639" fmla="*/ 15527058 w 21052571"/>
              <a:gd name="connsiteY3639" fmla="*/ 2771641 h 8402012"/>
              <a:gd name="connsiteX3640" fmla="*/ 15557604 w 21052571"/>
              <a:gd name="connsiteY3640" fmla="*/ 2706390 h 8402012"/>
              <a:gd name="connsiteX3641" fmla="*/ 17071415 w 21052571"/>
              <a:gd name="connsiteY3641" fmla="*/ 2704216 h 8402012"/>
              <a:gd name="connsiteX3642" fmla="*/ 17109047 w 21052571"/>
              <a:gd name="connsiteY3642" fmla="*/ 2709548 h 8402012"/>
              <a:gd name="connsiteX3643" fmla="*/ 17050303 w 21052571"/>
              <a:gd name="connsiteY3643" fmla="*/ 2771691 h 8402012"/>
              <a:gd name="connsiteX3644" fmla="*/ 17056831 w 21052571"/>
              <a:gd name="connsiteY3644" fmla="*/ 2709548 h 8402012"/>
              <a:gd name="connsiteX3645" fmla="*/ 17071415 w 21052571"/>
              <a:gd name="connsiteY3645" fmla="*/ 2704216 h 8402012"/>
              <a:gd name="connsiteX3646" fmla="*/ 19477719 w 21052571"/>
              <a:gd name="connsiteY3646" fmla="*/ 2690421 h 8402012"/>
              <a:gd name="connsiteX3647" fmla="*/ 19488387 w 21052571"/>
              <a:gd name="connsiteY3647" fmla="*/ 2693415 h 8402012"/>
              <a:gd name="connsiteX3648" fmla="*/ 19481823 w 21052571"/>
              <a:gd name="connsiteY3648" fmla="*/ 2705389 h 8402012"/>
              <a:gd name="connsiteX3649" fmla="*/ 19477719 w 21052571"/>
              <a:gd name="connsiteY3649" fmla="*/ 2690421 h 8402012"/>
              <a:gd name="connsiteX3650" fmla="*/ 12790010 w 21052571"/>
              <a:gd name="connsiteY3650" fmla="*/ 2683064 h 8402012"/>
              <a:gd name="connsiteX3651" fmla="*/ 12636324 w 21052571"/>
              <a:gd name="connsiteY3651" fmla="*/ 2721752 h 8402012"/>
              <a:gd name="connsiteX3652" fmla="*/ 12673939 w 21052571"/>
              <a:gd name="connsiteY3652" fmla="*/ 2772256 h 8402012"/>
              <a:gd name="connsiteX3653" fmla="*/ 12719078 w 21052571"/>
              <a:gd name="connsiteY3653" fmla="*/ 2759362 h 8402012"/>
              <a:gd name="connsiteX3654" fmla="*/ 12809355 w 21052571"/>
              <a:gd name="connsiteY3654" fmla="*/ 2741094 h 8402012"/>
              <a:gd name="connsiteX3655" fmla="*/ 12790010 w 21052571"/>
              <a:gd name="connsiteY3655" fmla="*/ 2683064 h 8402012"/>
              <a:gd name="connsiteX3656" fmla="*/ 15389606 w 21052571"/>
              <a:gd name="connsiteY3656" fmla="*/ 2677952 h 8402012"/>
              <a:gd name="connsiteX3657" fmla="*/ 15421716 w 21052571"/>
              <a:gd name="connsiteY3657" fmla="*/ 2710586 h 8402012"/>
              <a:gd name="connsiteX3658" fmla="*/ 15389606 w 21052571"/>
              <a:gd name="connsiteY3658" fmla="*/ 2743221 h 8402012"/>
              <a:gd name="connsiteX3659" fmla="*/ 15389606 w 21052571"/>
              <a:gd name="connsiteY3659" fmla="*/ 2677952 h 8402012"/>
              <a:gd name="connsiteX3660" fmla="*/ 15358514 w 21052571"/>
              <a:gd name="connsiteY3660" fmla="*/ 2677952 h 8402012"/>
              <a:gd name="connsiteX3661" fmla="*/ 15378990 w 21052571"/>
              <a:gd name="connsiteY3661" fmla="*/ 2743221 h 8402012"/>
              <a:gd name="connsiteX3662" fmla="*/ 15358514 w 21052571"/>
              <a:gd name="connsiteY3662" fmla="*/ 2677952 h 8402012"/>
              <a:gd name="connsiteX3663" fmla="*/ 19090347 w 21052571"/>
              <a:gd name="connsiteY3663" fmla="*/ 2677951 h 8402012"/>
              <a:gd name="connsiteX3664" fmla="*/ 19072383 w 21052571"/>
              <a:gd name="connsiteY3664" fmla="*/ 2710058 h 8402012"/>
              <a:gd name="connsiteX3665" fmla="*/ 19090347 w 21052571"/>
              <a:gd name="connsiteY3665" fmla="*/ 2677951 h 8402012"/>
              <a:gd name="connsiteX3666" fmla="*/ 20279963 w 21052571"/>
              <a:gd name="connsiteY3666" fmla="*/ 2677950 h 8402012"/>
              <a:gd name="connsiteX3667" fmla="*/ 20262055 w 21052571"/>
              <a:gd name="connsiteY3667" fmla="*/ 2710058 h 8402012"/>
              <a:gd name="connsiteX3668" fmla="*/ 20279963 w 21052571"/>
              <a:gd name="connsiteY3668" fmla="*/ 2677950 h 8402012"/>
              <a:gd name="connsiteX3669" fmla="*/ 15317486 w 21052571"/>
              <a:gd name="connsiteY3669" fmla="*/ 2675084 h 8402012"/>
              <a:gd name="connsiteX3670" fmla="*/ 15280594 w 21052571"/>
              <a:gd name="connsiteY3670" fmla="*/ 2708152 h 8402012"/>
              <a:gd name="connsiteX3671" fmla="*/ 15317486 w 21052571"/>
              <a:gd name="connsiteY3671" fmla="*/ 2675084 h 8402012"/>
              <a:gd name="connsiteX3672" fmla="*/ 15066042 w 21052571"/>
              <a:gd name="connsiteY3672" fmla="*/ 2650925 h 8402012"/>
              <a:gd name="connsiteX3673" fmla="*/ 15151552 w 21052571"/>
              <a:gd name="connsiteY3673" fmla="*/ 2743630 h 8402012"/>
              <a:gd name="connsiteX3674" fmla="*/ 15062844 w 21052571"/>
              <a:gd name="connsiteY3674" fmla="*/ 2743630 h 8402012"/>
              <a:gd name="connsiteX3675" fmla="*/ 15056432 w 21052571"/>
              <a:gd name="connsiteY3675" fmla="*/ 2658542 h 8402012"/>
              <a:gd name="connsiteX3676" fmla="*/ 15066042 w 21052571"/>
              <a:gd name="connsiteY3676" fmla="*/ 2650925 h 8402012"/>
              <a:gd name="connsiteX3677" fmla="*/ 15203688 w 21052571"/>
              <a:gd name="connsiteY3677" fmla="*/ 2644775 h 8402012"/>
              <a:gd name="connsiteX3678" fmla="*/ 15184424 w 21052571"/>
              <a:gd name="connsiteY3678" fmla="*/ 2710044 h 8402012"/>
              <a:gd name="connsiteX3679" fmla="*/ 15171580 w 21052571"/>
              <a:gd name="connsiteY3679" fmla="*/ 2670883 h 8402012"/>
              <a:gd name="connsiteX3680" fmla="*/ 15203688 w 21052571"/>
              <a:gd name="connsiteY3680" fmla="*/ 2644775 h 8402012"/>
              <a:gd name="connsiteX3681" fmla="*/ 16426612 w 21052571"/>
              <a:gd name="connsiteY3681" fmla="*/ 2644774 h 8402012"/>
              <a:gd name="connsiteX3682" fmla="*/ 16408650 w 21052571"/>
              <a:gd name="connsiteY3682" fmla="*/ 2676880 h 8402012"/>
              <a:gd name="connsiteX3683" fmla="*/ 16426612 w 21052571"/>
              <a:gd name="connsiteY3683" fmla="*/ 2644774 h 8402012"/>
              <a:gd name="connsiteX3684" fmla="*/ 14223628 w 21052571"/>
              <a:gd name="connsiteY3684" fmla="*/ 2644774 h 8402012"/>
              <a:gd name="connsiteX3685" fmla="*/ 14241590 w 21052571"/>
              <a:gd name="connsiteY3685" fmla="*/ 2676880 h 8402012"/>
              <a:gd name="connsiteX3686" fmla="*/ 14223628 w 21052571"/>
              <a:gd name="connsiteY3686" fmla="*/ 2644774 h 8402012"/>
              <a:gd name="connsiteX3687" fmla="*/ 18110215 w 21052571"/>
              <a:gd name="connsiteY3687" fmla="*/ 2644773 h 8402012"/>
              <a:gd name="connsiteX3688" fmla="*/ 18128179 w 21052571"/>
              <a:gd name="connsiteY3688" fmla="*/ 2676880 h 8402012"/>
              <a:gd name="connsiteX3689" fmla="*/ 18110215 w 21052571"/>
              <a:gd name="connsiteY3689" fmla="*/ 2644773 h 8402012"/>
              <a:gd name="connsiteX3690" fmla="*/ 20246839 w 21052571"/>
              <a:gd name="connsiteY3690" fmla="*/ 2644773 h 8402012"/>
              <a:gd name="connsiteX3691" fmla="*/ 20228879 w 21052571"/>
              <a:gd name="connsiteY3691" fmla="*/ 2676879 h 8402012"/>
              <a:gd name="connsiteX3692" fmla="*/ 20246839 w 21052571"/>
              <a:gd name="connsiteY3692" fmla="*/ 2644773 h 8402012"/>
              <a:gd name="connsiteX3693" fmla="*/ 19867607 w 21052571"/>
              <a:gd name="connsiteY3693" fmla="*/ 2644773 h 8402012"/>
              <a:gd name="connsiteX3694" fmla="*/ 19849699 w 21052571"/>
              <a:gd name="connsiteY3694" fmla="*/ 2676879 h 8402012"/>
              <a:gd name="connsiteX3695" fmla="*/ 19867607 w 21052571"/>
              <a:gd name="connsiteY3695" fmla="*/ 2644773 h 8402012"/>
              <a:gd name="connsiteX3696" fmla="*/ 18064291 w 21052571"/>
              <a:gd name="connsiteY3696" fmla="*/ 2644517 h 8402012"/>
              <a:gd name="connsiteX3697" fmla="*/ 18090231 w 21052571"/>
              <a:gd name="connsiteY3697" fmla="*/ 2672186 h 8402012"/>
              <a:gd name="connsiteX3698" fmla="*/ 18053339 w 21052571"/>
              <a:gd name="connsiteY3698" fmla="*/ 2653740 h 8402012"/>
              <a:gd name="connsiteX3699" fmla="*/ 18064291 w 21052571"/>
              <a:gd name="connsiteY3699" fmla="*/ 2644517 h 8402012"/>
              <a:gd name="connsiteX3700" fmla="*/ 13694930 w 21052571"/>
              <a:gd name="connsiteY3700" fmla="*/ 2644376 h 8402012"/>
              <a:gd name="connsiteX3701" fmla="*/ 13713200 w 21052571"/>
              <a:gd name="connsiteY3701" fmla="*/ 2676615 h 8402012"/>
              <a:gd name="connsiteX3702" fmla="*/ 13694930 w 21052571"/>
              <a:gd name="connsiteY3702" fmla="*/ 2644376 h 8402012"/>
              <a:gd name="connsiteX3703" fmla="*/ 12956592 w 21052571"/>
              <a:gd name="connsiteY3703" fmla="*/ 2644376 h 8402012"/>
              <a:gd name="connsiteX3704" fmla="*/ 12969489 w 21052571"/>
              <a:gd name="connsiteY3704" fmla="*/ 2708855 h 8402012"/>
              <a:gd name="connsiteX3705" fmla="*/ 13040421 w 21052571"/>
              <a:gd name="connsiteY3705" fmla="*/ 2708855 h 8402012"/>
              <a:gd name="connsiteX3706" fmla="*/ 13174762 w 21052571"/>
              <a:gd name="connsiteY3706" fmla="*/ 2715302 h 8402012"/>
              <a:gd name="connsiteX3707" fmla="*/ 13373586 w 21052571"/>
              <a:gd name="connsiteY3707" fmla="*/ 2657271 h 8402012"/>
              <a:gd name="connsiteX3708" fmla="*/ 12956592 w 21052571"/>
              <a:gd name="connsiteY3708" fmla="*/ 2644376 h 8402012"/>
              <a:gd name="connsiteX3709" fmla="*/ 12148397 w 21052571"/>
              <a:gd name="connsiteY3709" fmla="*/ 2644376 h 8402012"/>
              <a:gd name="connsiteX3710" fmla="*/ 12167742 w 21052571"/>
              <a:gd name="connsiteY3710" fmla="*/ 2676615 h 8402012"/>
              <a:gd name="connsiteX3711" fmla="*/ 12148397 w 21052571"/>
              <a:gd name="connsiteY3711" fmla="*/ 2644376 h 8402012"/>
              <a:gd name="connsiteX3712" fmla="*/ 18793295 w 21052571"/>
              <a:gd name="connsiteY3712" fmla="*/ 2643603 h 8402012"/>
              <a:gd name="connsiteX3713" fmla="*/ 18812651 w 21052571"/>
              <a:gd name="connsiteY3713" fmla="*/ 2675834 h 8402012"/>
              <a:gd name="connsiteX3714" fmla="*/ 18793295 w 21052571"/>
              <a:gd name="connsiteY3714" fmla="*/ 2643603 h 8402012"/>
              <a:gd name="connsiteX3715" fmla="*/ 19036299 w 21052571"/>
              <a:gd name="connsiteY3715" fmla="*/ 2642281 h 8402012"/>
              <a:gd name="connsiteX3716" fmla="*/ 19052363 w 21052571"/>
              <a:gd name="connsiteY3716" fmla="*/ 2643606 h 8402012"/>
              <a:gd name="connsiteX3717" fmla="*/ 19001287 w 21052571"/>
              <a:gd name="connsiteY3717" fmla="*/ 2676241 h 8402012"/>
              <a:gd name="connsiteX3718" fmla="*/ 19036299 w 21052571"/>
              <a:gd name="connsiteY3718" fmla="*/ 2642281 h 8402012"/>
              <a:gd name="connsiteX3719" fmla="*/ 16888707 w 21052571"/>
              <a:gd name="connsiteY3719" fmla="*/ 2642281 h 8402012"/>
              <a:gd name="connsiteX3720" fmla="*/ 16905287 w 21052571"/>
              <a:gd name="connsiteY3720" fmla="*/ 2643608 h 8402012"/>
              <a:gd name="connsiteX3721" fmla="*/ 16849443 w 21052571"/>
              <a:gd name="connsiteY3721" fmla="*/ 2676242 h 8402012"/>
              <a:gd name="connsiteX3722" fmla="*/ 16888707 w 21052571"/>
              <a:gd name="connsiteY3722" fmla="*/ 2642281 h 8402012"/>
              <a:gd name="connsiteX3723" fmla="*/ 15084454 w 21052571"/>
              <a:gd name="connsiteY3723" fmla="*/ 2637070 h 8402012"/>
              <a:gd name="connsiteX3724" fmla="*/ 15090332 w 21052571"/>
              <a:gd name="connsiteY3724" fmla="*/ 2642069 h 8402012"/>
              <a:gd name="connsiteX3725" fmla="*/ 15088826 w 21052571"/>
              <a:gd name="connsiteY3725" fmla="*/ 2640789 h 8402012"/>
              <a:gd name="connsiteX3726" fmla="*/ 12238943 w 21052571"/>
              <a:gd name="connsiteY3726" fmla="*/ 2636316 h 8402012"/>
              <a:gd name="connsiteX3727" fmla="*/ 12187087 w 21052571"/>
              <a:gd name="connsiteY3727" fmla="*/ 2644376 h 8402012"/>
              <a:gd name="connsiteX3728" fmla="*/ 12276290 w 21052571"/>
              <a:gd name="connsiteY3728" fmla="*/ 2676615 h 8402012"/>
              <a:gd name="connsiteX3729" fmla="*/ 12238943 w 21052571"/>
              <a:gd name="connsiteY3729" fmla="*/ 2636316 h 8402012"/>
              <a:gd name="connsiteX3730" fmla="*/ 15083892 w 21052571"/>
              <a:gd name="connsiteY3730" fmla="*/ 2628806 h 8402012"/>
              <a:gd name="connsiteX3731" fmla="*/ 15084454 w 21052571"/>
              <a:gd name="connsiteY3731" fmla="*/ 2637070 h 8402012"/>
              <a:gd name="connsiteX3732" fmla="*/ 15084908 w 21052571"/>
              <a:gd name="connsiteY3732" fmla="*/ 2643775 h 8402012"/>
              <a:gd name="connsiteX3733" fmla="*/ 15076782 w 21052571"/>
              <a:gd name="connsiteY3733" fmla="*/ 2631800 h 8402012"/>
              <a:gd name="connsiteX3734" fmla="*/ 15083892 w 21052571"/>
              <a:gd name="connsiteY3734" fmla="*/ 2628806 h 8402012"/>
              <a:gd name="connsiteX3735" fmla="*/ 18245871 w 21052571"/>
              <a:gd name="connsiteY3735" fmla="*/ 2616338 h 8402012"/>
              <a:gd name="connsiteX3736" fmla="*/ 18362735 w 21052571"/>
              <a:gd name="connsiteY3736" fmla="*/ 2751760 h 8402012"/>
              <a:gd name="connsiteX3737" fmla="*/ 18549931 w 21052571"/>
              <a:gd name="connsiteY3737" fmla="*/ 2842765 h 8402012"/>
              <a:gd name="connsiteX3738" fmla="*/ 18336763 w 21052571"/>
              <a:gd name="connsiteY3738" fmla="*/ 2816767 h 8402012"/>
              <a:gd name="connsiteX3739" fmla="*/ 18349747 w 21052571"/>
              <a:gd name="connsiteY3739" fmla="*/ 2797259 h 8402012"/>
              <a:gd name="connsiteX3740" fmla="*/ 18297811 w 21052571"/>
              <a:gd name="connsiteY3740" fmla="*/ 2790759 h 8402012"/>
              <a:gd name="connsiteX3741" fmla="*/ 18278331 w 21052571"/>
              <a:gd name="connsiteY3741" fmla="*/ 2720342 h 8402012"/>
              <a:gd name="connsiteX3742" fmla="*/ 18258855 w 21052571"/>
              <a:gd name="connsiteY3742" fmla="*/ 2765843 h 8402012"/>
              <a:gd name="connsiteX3743" fmla="*/ 18226391 w 21052571"/>
              <a:gd name="connsiteY3743" fmla="*/ 2733341 h 8402012"/>
              <a:gd name="connsiteX3744" fmla="*/ 18219899 w 21052571"/>
              <a:gd name="connsiteY3744" fmla="*/ 2655340 h 8402012"/>
              <a:gd name="connsiteX3745" fmla="*/ 18245871 w 21052571"/>
              <a:gd name="connsiteY3745" fmla="*/ 2616338 h 8402012"/>
              <a:gd name="connsiteX3746" fmla="*/ 18020335 w 21052571"/>
              <a:gd name="connsiteY3746" fmla="*/ 2613509 h 8402012"/>
              <a:gd name="connsiteX3747" fmla="*/ 18052283 w 21052571"/>
              <a:gd name="connsiteY3747" fmla="*/ 2628397 h 8402012"/>
              <a:gd name="connsiteX3748" fmla="*/ 17996459 w 21052571"/>
              <a:gd name="connsiteY3748" fmla="*/ 2628397 h 8402012"/>
              <a:gd name="connsiteX3749" fmla="*/ 18008739 w 21052571"/>
              <a:gd name="connsiteY3749" fmla="*/ 2614436 h 8402012"/>
              <a:gd name="connsiteX3750" fmla="*/ 18020335 w 21052571"/>
              <a:gd name="connsiteY3750" fmla="*/ 2613509 h 8402012"/>
              <a:gd name="connsiteX3751" fmla="*/ 17683307 w 21052571"/>
              <a:gd name="connsiteY3751" fmla="*/ 2612256 h 8402012"/>
              <a:gd name="connsiteX3752" fmla="*/ 17701495 w 21052571"/>
              <a:gd name="connsiteY3752" fmla="*/ 2643671 h 8402012"/>
              <a:gd name="connsiteX3753" fmla="*/ 17655199 w 21052571"/>
              <a:gd name="connsiteY3753" fmla="*/ 2630443 h 8402012"/>
              <a:gd name="connsiteX3754" fmla="*/ 17683307 w 21052571"/>
              <a:gd name="connsiteY3754" fmla="*/ 2612256 h 8402012"/>
              <a:gd name="connsiteX3755" fmla="*/ 12488011 w 21052571"/>
              <a:gd name="connsiteY3755" fmla="*/ 2612137 h 8402012"/>
              <a:gd name="connsiteX3756" fmla="*/ 12500908 w 21052571"/>
              <a:gd name="connsiteY3756" fmla="*/ 2644376 h 8402012"/>
              <a:gd name="connsiteX3757" fmla="*/ 12488011 w 21052571"/>
              <a:gd name="connsiteY3757" fmla="*/ 2612137 h 8402012"/>
              <a:gd name="connsiteX3758" fmla="*/ 12411705 w 21052571"/>
              <a:gd name="connsiteY3758" fmla="*/ 2612137 h 8402012"/>
              <a:gd name="connsiteX3759" fmla="*/ 12449321 w 21052571"/>
              <a:gd name="connsiteY3759" fmla="*/ 2644376 h 8402012"/>
              <a:gd name="connsiteX3760" fmla="*/ 12411705 w 21052571"/>
              <a:gd name="connsiteY3760" fmla="*/ 2612137 h 8402012"/>
              <a:gd name="connsiteX3761" fmla="*/ 11975366 w 21052571"/>
              <a:gd name="connsiteY3761" fmla="*/ 2612137 h 8402012"/>
              <a:gd name="connsiteX3762" fmla="*/ 11411134 w 21052571"/>
              <a:gd name="connsiteY3762" fmla="*/ 2759362 h 8402012"/>
              <a:gd name="connsiteX3763" fmla="*/ 11282167 w 21052571"/>
              <a:gd name="connsiteY3763" fmla="*/ 2778702 h 8402012"/>
              <a:gd name="connsiteX3764" fmla="*/ 11173620 w 21052571"/>
              <a:gd name="connsiteY3764" fmla="*/ 2843195 h 8402012"/>
              <a:gd name="connsiteX3765" fmla="*/ 10916760 w 21052571"/>
              <a:gd name="connsiteY3765" fmla="*/ 2920566 h 8402012"/>
              <a:gd name="connsiteX3766" fmla="*/ 10916760 w 21052571"/>
              <a:gd name="connsiteY3766" fmla="*/ 2952806 h 8402012"/>
              <a:gd name="connsiteX3767" fmla="*/ 11539027 w 21052571"/>
              <a:gd name="connsiteY3767" fmla="*/ 2804473 h 8402012"/>
              <a:gd name="connsiteX3768" fmla="*/ 11692713 w 21052571"/>
              <a:gd name="connsiteY3768" fmla="*/ 2778702 h 8402012"/>
              <a:gd name="connsiteX3769" fmla="*/ 11744300 w 21052571"/>
              <a:gd name="connsiteY3769" fmla="*/ 2734643 h 8402012"/>
              <a:gd name="connsiteX3770" fmla="*/ 11821680 w 21052571"/>
              <a:gd name="connsiteY3770" fmla="*/ 2721752 h 8402012"/>
              <a:gd name="connsiteX3771" fmla="*/ 12129052 w 21052571"/>
              <a:gd name="connsiteY3771" fmla="*/ 2676615 h 8402012"/>
              <a:gd name="connsiteX3772" fmla="*/ 11975366 w 21052571"/>
              <a:gd name="connsiteY3772" fmla="*/ 2676615 h 8402012"/>
              <a:gd name="connsiteX3773" fmla="*/ 11975366 w 21052571"/>
              <a:gd name="connsiteY3773" fmla="*/ 2612137 h 8402012"/>
              <a:gd name="connsiteX3774" fmla="*/ 15279596 w 21052571"/>
              <a:gd name="connsiteY3774" fmla="*/ 2611594 h 8402012"/>
              <a:gd name="connsiteX3775" fmla="*/ 15261634 w 21052571"/>
              <a:gd name="connsiteY3775" fmla="*/ 2643702 h 8402012"/>
              <a:gd name="connsiteX3776" fmla="*/ 15279596 w 21052571"/>
              <a:gd name="connsiteY3776" fmla="*/ 2611594 h 8402012"/>
              <a:gd name="connsiteX3777" fmla="*/ 18154279 w 21052571"/>
              <a:gd name="connsiteY3777" fmla="*/ 2611593 h 8402012"/>
              <a:gd name="connsiteX3778" fmla="*/ 18185023 w 21052571"/>
              <a:gd name="connsiteY3778" fmla="*/ 2643702 h 8402012"/>
              <a:gd name="connsiteX3779" fmla="*/ 18148131 w 21052571"/>
              <a:gd name="connsiteY3779" fmla="*/ 2630858 h 8402012"/>
              <a:gd name="connsiteX3780" fmla="*/ 18154279 w 21052571"/>
              <a:gd name="connsiteY3780" fmla="*/ 2611593 h 8402012"/>
              <a:gd name="connsiteX3781" fmla="*/ 15019906 w 21052571"/>
              <a:gd name="connsiteY3781" fmla="*/ 2611591 h 8402012"/>
              <a:gd name="connsiteX3782" fmla="*/ 15038352 w 21052571"/>
              <a:gd name="connsiteY3782" fmla="*/ 2611591 h 8402012"/>
              <a:gd name="connsiteX3783" fmla="*/ 15056798 w 21052571"/>
              <a:gd name="connsiteY3783" fmla="*/ 2630037 h 8402012"/>
              <a:gd name="connsiteX3784" fmla="*/ 15019906 w 21052571"/>
              <a:gd name="connsiteY3784" fmla="*/ 2611591 h 8402012"/>
              <a:gd name="connsiteX3785" fmla="*/ 19375703 w 21052571"/>
              <a:gd name="connsiteY3785" fmla="*/ 2610389 h 8402012"/>
              <a:gd name="connsiteX3786" fmla="*/ 19436239 w 21052571"/>
              <a:gd name="connsiteY3786" fmla="*/ 2657884 h 8402012"/>
              <a:gd name="connsiteX3787" fmla="*/ 19356767 w 21052571"/>
              <a:gd name="connsiteY3787" fmla="*/ 2631394 h 8402012"/>
              <a:gd name="connsiteX3788" fmla="*/ 19375703 w 21052571"/>
              <a:gd name="connsiteY3788" fmla="*/ 2610389 h 8402012"/>
              <a:gd name="connsiteX3789" fmla="*/ 14057213 w 21052571"/>
              <a:gd name="connsiteY3789" fmla="*/ 2602603 h 8402012"/>
              <a:gd name="connsiteX3790" fmla="*/ 14094604 w 21052571"/>
              <a:gd name="connsiteY3790" fmla="*/ 2642914 h 8402012"/>
              <a:gd name="connsiteX3791" fmla="*/ 14000862 w 21052571"/>
              <a:gd name="connsiteY3791" fmla="*/ 2610665 h 8402012"/>
              <a:gd name="connsiteX3792" fmla="*/ 14057213 w 21052571"/>
              <a:gd name="connsiteY3792" fmla="*/ 2602603 h 8402012"/>
              <a:gd name="connsiteX3793" fmla="*/ 18522575 w 21052571"/>
              <a:gd name="connsiteY3793" fmla="*/ 2597378 h 8402012"/>
              <a:gd name="connsiteX3794" fmla="*/ 18529135 w 21052571"/>
              <a:gd name="connsiteY3794" fmla="*/ 2629481 h 8402012"/>
              <a:gd name="connsiteX3795" fmla="*/ 18522575 w 21052571"/>
              <a:gd name="connsiteY3795" fmla="*/ 2610217 h 8402012"/>
              <a:gd name="connsiteX3796" fmla="*/ 18522575 w 21052571"/>
              <a:gd name="connsiteY3796" fmla="*/ 2597378 h 8402012"/>
              <a:gd name="connsiteX3797" fmla="*/ 19318851 w 21052571"/>
              <a:gd name="connsiteY3797" fmla="*/ 2587894 h 8402012"/>
              <a:gd name="connsiteX3798" fmla="*/ 19355743 w 21052571"/>
              <a:gd name="connsiteY3798" fmla="*/ 2601543 h 8402012"/>
              <a:gd name="connsiteX3799" fmla="*/ 19349595 w 21052571"/>
              <a:gd name="connsiteY3799" fmla="*/ 2615194 h 8402012"/>
              <a:gd name="connsiteX3800" fmla="*/ 19318851 w 21052571"/>
              <a:gd name="connsiteY3800" fmla="*/ 2587894 h 8402012"/>
              <a:gd name="connsiteX3801" fmla="*/ 18091255 w 21052571"/>
              <a:gd name="connsiteY3801" fmla="*/ 2587894 h 8402012"/>
              <a:gd name="connsiteX3802" fmla="*/ 18147099 w 21052571"/>
              <a:gd name="connsiteY3802" fmla="*/ 2601122 h 8402012"/>
              <a:gd name="connsiteX3803" fmla="*/ 18091255 w 21052571"/>
              <a:gd name="connsiteY3803" fmla="*/ 2587894 h 8402012"/>
              <a:gd name="connsiteX3804" fmla="*/ 17622023 w 21052571"/>
              <a:gd name="connsiteY3804" fmla="*/ 2587894 h 8402012"/>
              <a:gd name="connsiteX3805" fmla="*/ 17654131 w 21052571"/>
              <a:gd name="connsiteY3805" fmla="*/ 2600737 h 8402012"/>
              <a:gd name="connsiteX3806" fmla="*/ 17622023 w 21052571"/>
              <a:gd name="connsiteY3806" fmla="*/ 2587894 h 8402012"/>
              <a:gd name="connsiteX3807" fmla="*/ 10773452 w 21052571"/>
              <a:gd name="connsiteY3807" fmla="*/ 2587654 h 8402012"/>
              <a:gd name="connsiteX3808" fmla="*/ 10672797 w 21052571"/>
              <a:gd name="connsiteY3808" fmla="*/ 2612137 h 8402012"/>
              <a:gd name="connsiteX3809" fmla="*/ 10564249 w 21052571"/>
              <a:gd name="connsiteY3809" fmla="*/ 2657271 h 8402012"/>
              <a:gd name="connsiteX3810" fmla="*/ 10692142 w 21052571"/>
              <a:gd name="connsiteY3810" fmla="*/ 2644376 h 8402012"/>
              <a:gd name="connsiteX3811" fmla="*/ 10737280 w 21052571"/>
              <a:gd name="connsiteY3811" fmla="*/ 2612137 h 8402012"/>
              <a:gd name="connsiteX3812" fmla="*/ 10788867 w 21052571"/>
              <a:gd name="connsiteY3812" fmla="*/ 2612137 h 8402012"/>
              <a:gd name="connsiteX3813" fmla="*/ 10773452 w 21052571"/>
              <a:gd name="connsiteY3813" fmla="*/ 2587654 h 8402012"/>
              <a:gd name="connsiteX3814" fmla="*/ 1340057 w 21052571"/>
              <a:gd name="connsiteY3814" fmla="*/ 2585027 h 8402012"/>
              <a:gd name="connsiteX3815" fmla="*/ 1303190 w 21052571"/>
              <a:gd name="connsiteY3815" fmla="*/ 2611482 h 8402012"/>
              <a:gd name="connsiteX3816" fmla="*/ 1340057 w 21052571"/>
              <a:gd name="connsiteY3816" fmla="*/ 2585027 h 8402012"/>
              <a:gd name="connsiteX3817" fmla="*/ 14844536 w 21052571"/>
              <a:gd name="connsiteY3817" fmla="*/ 2584562 h 8402012"/>
              <a:gd name="connsiteX3818" fmla="*/ 14881428 w 21052571"/>
              <a:gd name="connsiteY3818" fmla="*/ 2609157 h 8402012"/>
              <a:gd name="connsiteX3819" fmla="*/ 14844536 w 21052571"/>
              <a:gd name="connsiteY3819" fmla="*/ 2584562 h 8402012"/>
              <a:gd name="connsiteX3820" fmla="*/ 17995895 w 21052571"/>
              <a:gd name="connsiteY3820" fmla="*/ 2568937 h 8402012"/>
              <a:gd name="connsiteX3821" fmla="*/ 18009543 w 21052571"/>
              <a:gd name="connsiteY3821" fmla="*/ 2589410 h 8402012"/>
              <a:gd name="connsiteX3822" fmla="*/ 17995895 w 21052571"/>
              <a:gd name="connsiteY3822" fmla="*/ 2568937 h 8402012"/>
              <a:gd name="connsiteX3823" fmla="*/ 10564249 w 21052571"/>
              <a:gd name="connsiteY3823" fmla="*/ 2554106 h 8402012"/>
              <a:gd name="connsiteX3824" fmla="*/ 10577146 w 21052571"/>
              <a:gd name="connsiteY3824" fmla="*/ 2586345 h 8402012"/>
              <a:gd name="connsiteX3825" fmla="*/ 10564249 w 21052571"/>
              <a:gd name="connsiteY3825" fmla="*/ 2554106 h 8402012"/>
              <a:gd name="connsiteX3826" fmla="*/ 18878459 w 21052571"/>
              <a:gd name="connsiteY3826" fmla="*/ 2546713 h 8402012"/>
              <a:gd name="connsiteX3827" fmla="*/ 18875655 w 21052571"/>
              <a:gd name="connsiteY3827" fmla="*/ 2550499 h 8402012"/>
              <a:gd name="connsiteX3828" fmla="*/ 18873315 w 21052571"/>
              <a:gd name="connsiteY3828" fmla="*/ 2553657 h 8402012"/>
              <a:gd name="connsiteX3829" fmla="*/ 18829075 w 21052571"/>
              <a:gd name="connsiteY3829" fmla="*/ 2540496 h 8402012"/>
              <a:gd name="connsiteX3830" fmla="*/ 18834343 w 21052571"/>
              <a:gd name="connsiteY3830" fmla="*/ 2551357 h 8402012"/>
              <a:gd name="connsiteX3831" fmla="*/ 18831111 w 21052571"/>
              <a:gd name="connsiteY3831" fmla="*/ 2554711 h 8402012"/>
              <a:gd name="connsiteX3832" fmla="*/ 18825783 w 21052571"/>
              <a:gd name="connsiteY3832" fmla="*/ 2560242 h 8402012"/>
              <a:gd name="connsiteX3833" fmla="*/ 18816435 w 21052571"/>
              <a:gd name="connsiteY3833" fmla="*/ 2551357 h 8402012"/>
              <a:gd name="connsiteX3834" fmla="*/ 18829075 w 21052571"/>
              <a:gd name="connsiteY3834" fmla="*/ 2540496 h 8402012"/>
              <a:gd name="connsiteX3835" fmla="*/ 18883139 w 21052571"/>
              <a:gd name="connsiteY3835" fmla="*/ 2540395 h 8402012"/>
              <a:gd name="connsiteX3836" fmla="*/ 18880515 w 21052571"/>
              <a:gd name="connsiteY3836" fmla="*/ 2543938 h 8402012"/>
              <a:gd name="connsiteX3837" fmla="*/ 18878459 w 21052571"/>
              <a:gd name="connsiteY3837" fmla="*/ 2546713 h 8402012"/>
              <a:gd name="connsiteX3838" fmla="*/ 18884835 w 21052571"/>
              <a:gd name="connsiteY3838" fmla="*/ 2538105 h 8402012"/>
              <a:gd name="connsiteX3839" fmla="*/ 18884655 w 21052571"/>
              <a:gd name="connsiteY3839" fmla="*/ 2538349 h 8402012"/>
              <a:gd name="connsiteX3840" fmla="*/ 18883139 w 21052571"/>
              <a:gd name="connsiteY3840" fmla="*/ 2540395 h 8402012"/>
              <a:gd name="connsiteX3841" fmla="*/ 12449321 w 21052571"/>
              <a:gd name="connsiteY3841" fmla="*/ 2522941 h 8402012"/>
              <a:gd name="connsiteX3842" fmla="*/ 12488011 w 21052571"/>
              <a:gd name="connsiteY3842" fmla="*/ 2554106 h 8402012"/>
              <a:gd name="connsiteX3843" fmla="*/ 12449321 w 21052571"/>
              <a:gd name="connsiteY3843" fmla="*/ 2522941 h 8402012"/>
              <a:gd name="connsiteX3844" fmla="*/ 10601865 w 21052571"/>
              <a:gd name="connsiteY3844" fmla="*/ 2522941 h 8402012"/>
              <a:gd name="connsiteX3845" fmla="*/ 10601865 w 21052571"/>
              <a:gd name="connsiteY3845" fmla="*/ 2586345 h 8402012"/>
              <a:gd name="connsiteX3846" fmla="*/ 10672797 w 21052571"/>
              <a:gd name="connsiteY3846" fmla="*/ 2522941 h 8402012"/>
              <a:gd name="connsiteX3847" fmla="*/ 10601865 w 21052571"/>
              <a:gd name="connsiteY3847" fmla="*/ 2522941 h 8402012"/>
              <a:gd name="connsiteX3848" fmla="*/ 9789371 w 21052571"/>
              <a:gd name="connsiteY3848" fmla="*/ 2522941 h 8402012"/>
              <a:gd name="connsiteX3849" fmla="*/ 9826986 w 21052571"/>
              <a:gd name="connsiteY3849" fmla="*/ 2554106 h 8402012"/>
              <a:gd name="connsiteX3850" fmla="*/ 9789371 w 21052571"/>
              <a:gd name="connsiteY3850" fmla="*/ 2522941 h 8402012"/>
              <a:gd name="connsiteX3851" fmla="*/ 17848535 w 21052571"/>
              <a:gd name="connsiteY3851" fmla="*/ 2521536 h 8402012"/>
              <a:gd name="connsiteX3852" fmla="*/ 17830571 w 21052571"/>
              <a:gd name="connsiteY3852" fmla="*/ 2553605 h 8402012"/>
              <a:gd name="connsiteX3853" fmla="*/ 17848535 w 21052571"/>
              <a:gd name="connsiteY3853" fmla="*/ 2521536 h 8402012"/>
              <a:gd name="connsiteX3854" fmla="*/ 14695029 w 21052571"/>
              <a:gd name="connsiteY3854" fmla="*/ 2510960 h 8402012"/>
              <a:gd name="connsiteX3855" fmla="*/ 14757289 w 21052571"/>
              <a:gd name="connsiteY3855" fmla="*/ 2522405 h 8402012"/>
              <a:gd name="connsiteX3856" fmla="*/ 14776611 w 21052571"/>
              <a:gd name="connsiteY3856" fmla="*/ 2637665 h 8402012"/>
              <a:gd name="connsiteX3857" fmla="*/ 14815256 w 21052571"/>
              <a:gd name="connsiteY3857" fmla="*/ 2553644 h 8402012"/>
              <a:gd name="connsiteX3858" fmla="*/ 14815256 w 21052571"/>
              <a:gd name="connsiteY3858" fmla="*/ 2644129 h 8402012"/>
              <a:gd name="connsiteX3859" fmla="*/ 14853900 w 21052571"/>
              <a:gd name="connsiteY3859" fmla="*/ 2657055 h 8402012"/>
              <a:gd name="connsiteX3860" fmla="*/ 14942997 w 21052571"/>
              <a:gd name="connsiteY3860" fmla="*/ 2695834 h 8402012"/>
              <a:gd name="connsiteX3861" fmla="*/ 14681074 w 21052571"/>
              <a:gd name="connsiteY3861" fmla="*/ 2657055 h 8402012"/>
              <a:gd name="connsiteX3862" fmla="*/ 14642430 w 21052571"/>
              <a:gd name="connsiteY3862" fmla="*/ 2547181 h 8402012"/>
              <a:gd name="connsiteX3863" fmla="*/ 14695029 w 21052571"/>
              <a:gd name="connsiteY3863" fmla="*/ 2510960 h 8402012"/>
              <a:gd name="connsiteX3864" fmla="*/ 19171919 w 21052571"/>
              <a:gd name="connsiteY3864" fmla="*/ 2497837 h 8402012"/>
              <a:gd name="connsiteX3865" fmla="*/ 19237187 w 21052571"/>
              <a:gd name="connsiteY3865" fmla="*/ 2522431 h 8402012"/>
              <a:gd name="connsiteX3866" fmla="*/ 19171919 w 21052571"/>
              <a:gd name="connsiteY3866" fmla="*/ 2497837 h 8402012"/>
              <a:gd name="connsiteX3867" fmla="*/ 9860840 w 21052571"/>
              <a:gd name="connsiteY3867" fmla="*/ 2495538 h 8402012"/>
              <a:gd name="connsiteX3868" fmla="*/ 9846331 w 21052571"/>
              <a:gd name="connsiteY3868" fmla="*/ 2522941 h 8402012"/>
              <a:gd name="connsiteX3869" fmla="*/ 9885021 w 21052571"/>
              <a:gd name="connsiteY3869" fmla="*/ 2497149 h 8402012"/>
              <a:gd name="connsiteX3870" fmla="*/ 9860840 w 21052571"/>
              <a:gd name="connsiteY3870" fmla="*/ 2495538 h 8402012"/>
              <a:gd name="connsiteX3871" fmla="*/ 18479443 w 21052571"/>
              <a:gd name="connsiteY3871" fmla="*/ 2483534 h 8402012"/>
              <a:gd name="connsiteX3872" fmla="*/ 18477703 w 21052571"/>
              <a:gd name="connsiteY3872" fmla="*/ 2488949 h 8402012"/>
              <a:gd name="connsiteX3873" fmla="*/ 18475335 w 21052571"/>
              <a:gd name="connsiteY3873" fmla="*/ 2496308 h 8402012"/>
              <a:gd name="connsiteX3874" fmla="*/ 18425671 w 21052571"/>
              <a:gd name="connsiteY3874" fmla="*/ 2478984 h 8402012"/>
              <a:gd name="connsiteX3875" fmla="*/ 18451183 w 21052571"/>
              <a:gd name="connsiteY3875" fmla="*/ 2484158 h 8402012"/>
              <a:gd name="connsiteX3876" fmla="*/ 18475335 w 21052571"/>
              <a:gd name="connsiteY3876" fmla="*/ 2496308 h 8402012"/>
              <a:gd name="connsiteX3877" fmla="*/ 18475703 w 21052571"/>
              <a:gd name="connsiteY3877" fmla="*/ 2496493 h 8402012"/>
              <a:gd name="connsiteX3878" fmla="*/ 18488343 w 21052571"/>
              <a:gd name="connsiteY3878" fmla="*/ 2509226 h 8402012"/>
              <a:gd name="connsiteX3879" fmla="*/ 18375639 w 21052571"/>
              <a:gd name="connsiteY3879" fmla="*/ 2509226 h 8402012"/>
              <a:gd name="connsiteX3880" fmla="*/ 18425671 w 21052571"/>
              <a:gd name="connsiteY3880" fmla="*/ 2478984 h 8402012"/>
              <a:gd name="connsiteX3881" fmla="*/ 18481899 w 21052571"/>
              <a:gd name="connsiteY3881" fmla="*/ 2475899 h 8402012"/>
              <a:gd name="connsiteX3882" fmla="*/ 18479443 w 21052571"/>
              <a:gd name="connsiteY3882" fmla="*/ 2483534 h 8402012"/>
              <a:gd name="connsiteX3883" fmla="*/ 18480335 w 21052571"/>
              <a:gd name="connsiteY3883" fmla="*/ 2480767 h 8402012"/>
              <a:gd name="connsiteX3884" fmla="*/ 18482755 w 21052571"/>
              <a:gd name="connsiteY3884" fmla="*/ 2473243 h 8402012"/>
              <a:gd name="connsiteX3885" fmla="*/ 18481899 w 21052571"/>
              <a:gd name="connsiteY3885" fmla="*/ 2475899 h 8402012"/>
              <a:gd name="connsiteX3886" fmla="*/ 18481911 w 21052571"/>
              <a:gd name="connsiteY3886" fmla="*/ 2475861 h 8402012"/>
              <a:gd name="connsiteX3887" fmla="*/ 18482755 w 21052571"/>
              <a:gd name="connsiteY3887" fmla="*/ 2473243 h 8402012"/>
              <a:gd name="connsiteX3888" fmla="*/ 10826483 w 21052571"/>
              <a:gd name="connsiteY3888" fmla="*/ 2464911 h 8402012"/>
              <a:gd name="connsiteX3889" fmla="*/ 10826483 w 21052571"/>
              <a:gd name="connsiteY3889" fmla="*/ 2497149 h 8402012"/>
              <a:gd name="connsiteX3890" fmla="*/ 10826483 w 21052571"/>
              <a:gd name="connsiteY3890" fmla="*/ 2464911 h 8402012"/>
              <a:gd name="connsiteX3891" fmla="*/ 17001115 w 21052571"/>
              <a:gd name="connsiteY3891" fmla="*/ 2464657 h 8402012"/>
              <a:gd name="connsiteX3892" fmla="*/ 17019023 w 21052571"/>
              <a:gd name="connsiteY3892" fmla="*/ 2496762 h 8402012"/>
              <a:gd name="connsiteX3893" fmla="*/ 17001115 w 21052571"/>
              <a:gd name="connsiteY3893" fmla="*/ 2464657 h 8402012"/>
              <a:gd name="connsiteX3894" fmla="*/ 19170823 w 21052571"/>
              <a:gd name="connsiteY3894" fmla="*/ 2464657 h 8402012"/>
              <a:gd name="connsiteX3895" fmla="*/ 19170823 w 21052571"/>
              <a:gd name="connsiteY3895" fmla="*/ 2496762 h 8402012"/>
              <a:gd name="connsiteX3896" fmla="*/ 19170823 w 21052571"/>
              <a:gd name="connsiteY3896" fmla="*/ 2464657 h 8402012"/>
              <a:gd name="connsiteX3897" fmla="*/ 19625795 w 21052571"/>
              <a:gd name="connsiteY3897" fmla="*/ 2464656 h 8402012"/>
              <a:gd name="connsiteX3898" fmla="*/ 19598495 w 21052571"/>
              <a:gd name="connsiteY3898" fmla="*/ 2496762 h 8402012"/>
              <a:gd name="connsiteX3899" fmla="*/ 19625795 w 21052571"/>
              <a:gd name="connsiteY3899" fmla="*/ 2464656 h 8402012"/>
              <a:gd name="connsiteX3900" fmla="*/ 17704407 w 21052571"/>
              <a:gd name="connsiteY3900" fmla="*/ 2460359 h 8402012"/>
              <a:gd name="connsiteX3901" fmla="*/ 17729999 w 21052571"/>
              <a:gd name="connsiteY3901" fmla="*/ 2476892 h 8402012"/>
              <a:gd name="connsiteX3902" fmla="*/ 17674159 w 21052571"/>
              <a:gd name="connsiteY3902" fmla="*/ 2496733 h 8402012"/>
              <a:gd name="connsiteX3903" fmla="*/ 17674159 w 21052571"/>
              <a:gd name="connsiteY3903" fmla="*/ 2463666 h 8402012"/>
              <a:gd name="connsiteX3904" fmla="*/ 17704407 w 21052571"/>
              <a:gd name="connsiteY3904" fmla="*/ 2460359 h 8402012"/>
              <a:gd name="connsiteX3905" fmla="*/ 13332893 w 21052571"/>
              <a:gd name="connsiteY3905" fmla="*/ 2457583 h 8402012"/>
              <a:gd name="connsiteX3906" fmla="*/ 13336732 w 21052571"/>
              <a:gd name="connsiteY3906" fmla="*/ 2477737 h 8402012"/>
              <a:gd name="connsiteX3907" fmla="*/ 13323082 w 21052571"/>
              <a:gd name="connsiteY3907" fmla="*/ 2464088 h 8402012"/>
              <a:gd name="connsiteX3908" fmla="*/ 13332893 w 21052571"/>
              <a:gd name="connsiteY3908" fmla="*/ 2457583 h 8402012"/>
              <a:gd name="connsiteX3909" fmla="*/ 17730567 w 21052571"/>
              <a:gd name="connsiteY3909" fmla="*/ 2450355 h 8402012"/>
              <a:gd name="connsiteX3910" fmla="*/ 17728823 w 21052571"/>
              <a:gd name="connsiteY3910" fmla="*/ 2455770 h 8402012"/>
              <a:gd name="connsiteX3911" fmla="*/ 17726299 w 21052571"/>
              <a:gd name="connsiteY3911" fmla="*/ 2463623 h 8402012"/>
              <a:gd name="connsiteX3912" fmla="*/ 17733875 w 21052571"/>
              <a:gd name="connsiteY3912" fmla="*/ 2440064 h 8402012"/>
              <a:gd name="connsiteX3913" fmla="*/ 17732003 w 21052571"/>
              <a:gd name="connsiteY3913" fmla="*/ 2445888 h 8402012"/>
              <a:gd name="connsiteX3914" fmla="*/ 17742519 w 21052571"/>
              <a:gd name="connsiteY3914" fmla="*/ 2447943 h 8402012"/>
              <a:gd name="connsiteX3915" fmla="*/ 17744163 w 21052571"/>
              <a:gd name="connsiteY3915" fmla="*/ 2463660 h 8402012"/>
              <a:gd name="connsiteX3916" fmla="*/ 17731751 w 21052571"/>
              <a:gd name="connsiteY3916" fmla="*/ 2446677 h 8402012"/>
              <a:gd name="connsiteX3917" fmla="*/ 17731455 w 21052571"/>
              <a:gd name="connsiteY3917" fmla="*/ 2447589 h 8402012"/>
              <a:gd name="connsiteX3918" fmla="*/ 17730567 w 21052571"/>
              <a:gd name="connsiteY3918" fmla="*/ 2450355 h 8402012"/>
              <a:gd name="connsiteX3919" fmla="*/ 17731747 w 21052571"/>
              <a:gd name="connsiteY3919" fmla="*/ 2446677 h 8402012"/>
              <a:gd name="connsiteX3920" fmla="*/ 17731035 w 21052571"/>
              <a:gd name="connsiteY3920" fmla="*/ 2445698 h 8402012"/>
              <a:gd name="connsiteX3921" fmla="*/ 17732003 w 21052571"/>
              <a:gd name="connsiteY3921" fmla="*/ 2445888 h 8402012"/>
              <a:gd name="connsiteX3922" fmla="*/ 17733035 w 21052571"/>
              <a:gd name="connsiteY3922" fmla="*/ 2442682 h 8402012"/>
              <a:gd name="connsiteX3923" fmla="*/ 17733875 w 21052571"/>
              <a:gd name="connsiteY3923" fmla="*/ 2440064 h 8402012"/>
              <a:gd name="connsiteX3924" fmla="*/ 10916760 w 21052571"/>
              <a:gd name="connsiteY3924" fmla="*/ 2432672 h 8402012"/>
              <a:gd name="connsiteX3925" fmla="*/ 10936105 w 21052571"/>
              <a:gd name="connsiteY3925" fmla="*/ 2464911 h 8402012"/>
              <a:gd name="connsiteX3926" fmla="*/ 10916760 w 21052571"/>
              <a:gd name="connsiteY3926" fmla="*/ 2432672 h 8402012"/>
              <a:gd name="connsiteX3927" fmla="*/ 10429908 w 21052571"/>
              <a:gd name="connsiteY3927" fmla="*/ 2432672 h 8402012"/>
              <a:gd name="connsiteX3928" fmla="*/ 10174123 w 21052571"/>
              <a:gd name="connsiteY3928" fmla="*/ 2547657 h 8402012"/>
              <a:gd name="connsiteX3929" fmla="*/ 10109639 w 21052571"/>
              <a:gd name="connsiteY3929" fmla="*/ 2599243 h 8402012"/>
              <a:gd name="connsiteX3930" fmla="*/ 10167675 w 21052571"/>
              <a:gd name="connsiteY3930" fmla="*/ 2566999 h 8402012"/>
              <a:gd name="connsiteX3931" fmla="*/ 10224635 w 21052571"/>
              <a:gd name="connsiteY3931" fmla="*/ 2554106 h 8402012"/>
              <a:gd name="connsiteX3932" fmla="*/ 10308464 w 21052571"/>
              <a:gd name="connsiteY3932" fmla="*/ 2535836 h 8402012"/>
              <a:gd name="connsiteX3933" fmla="*/ 10385844 w 21052571"/>
              <a:gd name="connsiteY3933" fmla="*/ 2510046 h 8402012"/>
              <a:gd name="connsiteX3934" fmla="*/ 10429908 w 21052571"/>
              <a:gd name="connsiteY3934" fmla="*/ 2497149 h 8402012"/>
              <a:gd name="connsiteX3935" fmla="*/ 10429908 w 21052571"/>
              <a:gd name="connsiteY3935" fmla="*/ 2432672 h 8402012"/>
              <a:gd name="connsiteX3936" fmla="*/ 10032259 w 21052571"/>
              <a:gd name="connsiteY3936" fmla="*/ 2432672 h 8402012"/>
              <a:gd name="connsiteX3937" fmla="*/ 10051604 w 21052571"/>
              <a:gd name="connsiteY3937" fmla="*/ 2464911 h 8402012"/>
              <a:gd name="connsiteX3938" fmla="*/ 10032259 w 21052571"/>
              <a:gd name="connsiteY3938" fmla="*/ 2432672 h 8402012"/>
              <a:gd name="connsiteX3939" fmla="*/ 17843543 w 21052571"/>
              <a:gd name="connsiteY3939" fmla="*/ 2431480 h 8402012"/>
              <a:gd name="connsiteX3940" fmla="*/ 17888947 w 21052571"/>
              <a:gd name="connsiteY3940" fmla="*/ 2457549 h 8402012"/>
              <a:gd name="connsiteX3941" fmla="*/ 17960291 w 21052571"/>
              <a:gd name="connsiteY3941" fmla="*/ 2490135 h 8402012"/>
              <a:gd name="connsiteX3942" fmla="*/ 18031639 w 21052571"/>
              <a:gd name="connsiteY3942" fmla="*/ 2529239 h 8402012"/>
              <a:gd name="connsiteX3943" fmla="*/ 18075959 w 21052571"/>
              <a:gd name="connsiteY3943" fmla="*/ 2554221 h 8402012"/>
              <a:gd name="connsiteX3944" fmla="*/ 18075959 w 21052571"/>
              <a:gd name="connsiteY3944" fmla="*/ 2586807 h 8402012"/>
              <a:gd name="connsiteX3945" fmla="*/ 18012179 w 21052571"/>
              <a:gd name="connsiteY3945" fmla="*/ 2586807 h 8402012"/>
              <a:gd name="connsiteX3946" fmla="*/ 17960291 w 21052571"/>
              <a:gd name="connsiteY3946" fmla="*/ 2547704 h 8402012"/>
              <a:gd name="connsiteX3947" fmla="*/ 17830571 w 21052571"/>
              <a:gd name="connsiteY3947" fmla="*/ 2496652 h 8402012"/>
              <a:gd name="connsiteX3948" fmla="*/ 17843543 w 21052571"/>
              <a:gd name="connsiteY3948" fmla="*/ 2431480 h 8402012"/>
              <a:gd name="connsiteX3949" fmla="*/ 17147051 w 21052571"/>
              <a:gd name="connsiteY3949" fmla="*/ 2431480 h 8402012"/>
              <a:gd name="connsiteX3950" fmla="*/ 17129091 w 21052571"/>
              <a:gd name="connsiteY3950" fmla="*/ 2463588 h 8402012"/>
              <a:gd name="connsiteX3951" fmla="*/ 17147051 w 21052571"/>
              <a:gd name="connsiteY3951" fmla="*/ 2431480 h 8402012"/>
              <a:gd name="connsiteX3952" fmla="*/ 16322338 w 21052571"/>
              <a:gd name="connsiteY3952" fmla="*/ 2431480 h 8402012"/>
              <a:gd name="connsiteX3953" fmla="*/ 16304374 w 21052571"/>
              <a:gd name="connsiteY3953" fmla="*/ 2463588 h 8402012"/>
              <a:gd name="connsiteX3954" fmla="*/ 16322338 w 21052571"/>
              <a:gd name="connsiteY3954" fmla="*/ 2431480 h 8402012"/>
              <a:gd name="connsiteX3955" fmla="*/ 13824427 w 21052571"/>
              <a:gd name="connsiteY3955" fmla="*/ 2431480 h 8402012"/>
              <a:gd name="connsiteX3956" fmla="*/ 13773355 w 21052571"/>
              <a:gd name="connsiteY3956" fmla="*/ 2464547 h 8402012"/>
              <a:gd name="connsiteX3957" fmla="*/ 13824427 w 21052571"/>
              <a:gd name="connsiteY3957" fmla="*/ 2431480 h 8402012"/>
              <a:gd name="connsiteX3958" fmla="*/ 845494 w 21052571"/>
              <a:gd name="connsiteY3958" fmla="*/ 2427183 h 8402012"/>
              <a:gd name="connsiteX3959" fmla="*/ 1032486 w 21052571"/>
              <a:gd name="connsiteY3959" fmla="*/ 2491407 h 8402012"/>
              <a:gd name="connsiteX3960" fmla="*/ 1283154 w 21052571"/>
              <a:gd name="connsiteY3960" fmla="*/ 2586821 h 8402012"/>
              <a:gd name="connsiteX3961" fmla="*/ 1122855 w 21052571"/>
              <a:gd name="connsiteY3961" fmla="*/ 2554659 h 8402012"/>
              <a:gd name="connsiteX3962" fmla="*/ 781817 w 21052571"/>
              <a:gd name="connsiteY3962" fmla="*/ 2433515 h 8402012"/>
              <a:gd name="connsiteX3963" fmla="*/ 845494 w 21052571"/>
              <a:gd name="connsiteY3963" fmla="*/ 2427183 h 8402012"/>
              <a:gd name="connsiteX3964" fmla="*/ 11472595 w 21052571"/>
              <a:gd name="connsiteY3964" fmla="*/ 2422901 h 8402012"/>
              <a:gd name="connsiteX3965" fmla="*/ 11398238 w 21052571"/>
              <a:gd name="connsiteY3965" fmla="*/ 2445566 h 8402012"/>
              <a:gd name="connsiteX3966" fmla="*/ 11301512 w 21052571"/>
              <a:gd name="connsiteY3966" fmla="*/ 2484256 h 8402012"/>
              <a:gd name="connsiteX3967" fmla="*/ 11192965 w 21052571"/>
              <a:gd name="connsiteY3967" fmla="*/ 2522941 h 8402012"/>
              <a:gd name="connsiteX3968" fmla="*/ 11115584 w 21052571"/>
              <a:gd name="connsiteY3968" fmla="*/ 2554106 h 8402012"/>
              <a:gd name="connsiteX3969" fmla="*/ 10916760 w 21052571"/>
              <a:gd name="connsiteY3969" fmla="*/ 2599243 h 8402012"/>
              <a:gd name="connsiteX3970" fmla="*/ 11076894 w 21052571"/>
              <a:gd name="connsiteY3970" fmla="*/ 2586345 h 8402012"/>
              <a:gd name="connsiteX3971" fmla="*/ 11217683 w 21052571"/>
              <a:gd name="connsiteY3971" fmla="*/ 2542284 h 8402012"/>
              <a:gd name="connsiteX3972" fmla="*/ 11493888 w 21052571"/>
              <a:gd name="connsiteY3972" fmla="*/ 2432672 h 8402012"/>
              <a:gd name="connsiteX3973" fmla="*/ 11472595 w 21052571"/>
              <a:gd name="connsiteY3973" fmla="*/ 2422901 h 8402012"/>
              <a:gd name="connsiteX3974" fmla="*/ 13900203 w 21052571"/>
              <a:gd name="connsiteY3974" fmla="*/ 2400427 h 8402012"/>
              <a:gd name="connsiteX3975" fmla="*/ 13900203 w 21052571"/>
              <a:gd name="connsiteY3975" fmla="*/ 2464911 h 8402012"/>
              <a:gd name="connsiteX3976" fmla="*/ 13861513 w 21052571"/>
              <a:gd name="connsiteY3976" fmla="*/ 2471358 h 8402012"/>
              <a:gd name="connsiteX3977" fmla="*/ 13893755 w 21052571"/>
              <a:gd name="connsiteY3977" fmla="*/ 2503598 h 8402012"/>
              <a:gd name="connsiteX3978" fmla="*/ 13995854 w 21052571"/>
              <a:gd name="connsiteY3978" fmla="*/ 2477804 h 8402012"/>
              <a:gd name="connsiteX3979" fmla="*/ 13963612 w 21052571"/>
              <a:gd name="connsiteY3979" fmla="*/ 2452014 h 8402012"/>
              <a:gd name="connsiteX3980" fmla="*/ 13963612 w 21052571"/>
              <a:gd name="connsiteY3980" fmla="*/ 2419778 h 8402012"/>
              <a:gd name="connsiteX3981" fmla="*/ 13937818 w 21052571"/>
              <a:gd name="connsiteY3981" fmla="*/ 2419778 h 8402012"/>
              <a:gd name="connsiteX3982" fmla="*/ 13900203 w 21052571"/>
              <a:gd name="connsiteY3982" fmla="*/ 2400427 h 8402012"/>
              <a:gd name="connsiteX3983" fmla="*/ 19041559 w 21052571"/>
              <a:gd name="connsiteY3983" fmla="*/ 2393591 h 8402012"/>
              <a:gd name="connsiteX3984" fmla="*/ 19128207 w 21052571"/>
              <a:gd name="connsiteY3984" fmla="*/ 2444618 h 8402012"/>
              <a:gd name="connsiteX3985" fmla="*/ 19015507 w 21052571"/>
              <a:gd name="connsiteY3985" fmla="*/ 2412219 h 8402012"/>
              <a:gd name="connsiteX3986" fmla="*/ 19041559 w 21052571"/>
              <a:gd name="connsiteY3986" fmla="*/ 2393591 h 8402012"/>
              <a:gd name="connsiteX3987" fmla="*/ 11128481 w 21052571"/>
              <a:gd name="connsiteY3987" fmla="*/ 2381086 h 8402012"/>
              <a:gd name="connsiteX3988" fmla="*/ 10961898 w 21052571"/>
              <a:gd name="connsiteY3988" fmla="*/ 2432672 h 8402012"/>
              <a:gd name="connsiteX3989" fmla="*/ 11128481 w 21052571"/>
              <a:gd name="connsiteY3989" fmla="*/ 2381086 h 8402012"/>
              <a:gd name="connsiteX3990" fmla="*/ 16987427 w 21052571"/>
              <a:gd name="connsiteY3990" fmla="*/ 2369862 h 8402012"/>
              <a:gd name="connsiteX3991" fmla="*/ 17019023 w 21052571"/>
              <a:gd name="connsiteY3991" fmla="*/ 2401967 h 8402012"/>
              <a:gd name="connsiteX3992" fmla="*/ 16982159 w 21052571"/>
              <a:gd name="connsiteY3992" fmla="*/ 2382704 h 8402012"/>
              <a:gd name="connsiteX3993" fmla="*/ 16987427 w 21052571"/>
              <a:gd name="connsiteY3993" fmla="*/ 2369862 h 8402012"/>
              <a:gd name="connsiteX3994" fmla="*/ 18534659 w 21052571"/>
              <a:gd name="connsiteY3994" fmla="*/ 2366944 h 8402012"/>
              <a:gd name="connsiteX3995" fmla="*/ 18549179 w 21052571"/>
              <a:gd name="connsiteY3995" fmla="*/ 2419067 h 8402012"/>
              <a:gd name="connsiteX3996" fmla="*/ 18620155 w 21052571"/>
              <a:gd name="connsiteY3996" fmla="*/ 2496418 h 8402012"/>
              <a:gd name="connsiteX3997" fmla="*/ 18587891 w 21052571"/>
              <a:gd name="connsiteY3997" fmla="*/ 2522203 h 8402012"/>
              <a:gd name="connsiteX3998" fmla="*/ 18620155 w 21052571"/>
              <a:gd name="connsiteY3998" fmla="*/ 2541541 h 8402012"/>
              <a:gd name="connsiteX3999" fmla="*/ 18631983 w 21052571"/>
              <a:gd name="connsiteY3999" fmla="*/ 2546914 h 8402012"/>
              <a:gd name="connsiteX4000" fmla="*/ 18748127 w 21052571"/>
              <a:gd name="connsiteY4000" fmla="*/ 2522203 h 8402012"/>
              <a:gd name="connsiteX4001" fmla="*/ 18765595 w 21052571"/>
              <a:gd name="connsiteY4001" fmla="*/ 2529864 h 8402012"/>
              <a:gd name="connsiteX4002" fmla="*/ 18759563 w 21052571"/>
              <a:gd name="connsiteY4002" fmla="*/ 2520160 h 8402012"/>
              <a:gd name="connsiteX4003" fmla="*/ 18771535 w 21052571"/>
              <a:gd name="connsiteY4003" fmla="*/ 2507316 h 8402012"/>
              <a:gd name="connsiteX4004" fmla="*/ 18776027 w 21052571"/>
              <a:gd name="connsiteY4004" fmla="*/ 2523370 h 8402012"/>
              <a:gd name="connsiteX4005" fmla="*/ 18773267 w 21052571"/>
              <a:gd name="connsiteY4005" fmla="*/ 2533230 h 8402012"/>
              <a:gd name="connsiteX4006" fmla="*/ 18781195 w 21052571"/>
              <a:gd name="connsiteY4006" fmla="*/ 2536706 h 8402012"/>
              <a:gd name="connsiteX4007" fmla="*/ 18819103 w 21052571"/>
              <a:gd name="connsiteY4007" fmla="*/ 2560878 h 8402012"/>
              <a:gd name="connsiteX4008" fmla="*/ 18863195 w 21052571"/>
              <a:gd name="connsiteY4008" fmla="*/ 2572696 h 8402012"/>
              <a:gd name="connsiteX4009" fmla="*/ 18979339 w 21052571"/>
              <a:gd name="connsiteY4009" fmla="*/ 2624266 h 8402012"/>
              <a:gd name="connsiteX4010" fmla="*/ 18876099 w 21052571"/>
              <a:gd name="connsiteY4010" fmla="*/ 2708063 h 8402012"/>
              <a:gd name="connsiteX4011" fmla="*/ 19107311 w 21052571"/>
              <a:gd name="connsiteY4011" fmla="*/ 2906818 h 8402012"/>
              <a:gd name="connsiteX4012" fmla="*/ 19229907 w 21052571"/>
              <a:gd name="connsiteY4012" fmla="*/ 3008879 h 8402012"/>
              <a:gd name="connsiteX4013" fmla="*/ 19319167 w 21052571"/>
              <a:gd name="connsiteY4013" fmla="*/ 3060446 h 8402012"/>
              <a:gd name="connsiteX4014" fmla="*/ 19286903 w 21052571"/>
              <a:gd name="connsiteY4014" fmla="*/ 2951942 h 8402012"/>
              <a:gd name="connsiteX4015" fmla="*/ 19357879 w 21052571"/>
              <a:gd name="connsiteY4015" fmla="*/ 2919712 h 8402012"/>
              <a:gd name="connsiteX4016" fmla="*/ 19357879 w 21052571"/>
              <a:gd name="connsiteY4016" fmla="*/ 3015325 h 8402012"/>
              <a:gd name="connsiteX4017" fmla="*/ 19409499 w 21052571"/>
              <a:gd name="connsiteY4017" fmla="*/ 2976653 h 8402012"/>
              <a:gd name="connsiteX4018" fmla="*/ 19492307 w 21052571"/>
              <a:gd name="connsiteY4018" fmla="*/ 3028218 h 8402012"/>
              <a:gd name="connsiteX4019" fmla="*/ 19550379 w 21052571"/>
              <a:gd name="connsiteY4019" fmla="*/ 3073341 h 8402012"/>
              <a:gd name="connsiteX4020" fmla="*/ 19492307 w 21052571"/>
              <a:gd name="connsiteY4020" fmla="*/ 3060446 h 8402012"/>
              <a:gd name="connsiteX4021" fmla="*/ 19627807 w 21052571"/>
              <a:gd name="connsiteY4021" fmla="*/ 3092678 h 8402012"/>
              <a:gd name="connsiteX4022" fmla="*/ 19582639 w 21052571"/>
              <a:gd name="connsiteY4022" fmla="*/ 3137801 h 8402012"/>
              <a:gd name="connsiteX4023" fmla="*/ 19660067 w 21052571"/>
              <a:gd name="connsiteY4023" fmla="*/ 3226970 h 8402012"/>
              <a:gd name="connsiteX4024" fmla="*/ 19755779 w 21052571"/>
              <a:gd name="connsiteY4024" fmla="*/ 3310769 h 8402012"/>
              <a:gd name="connsiteX4025" fmla="*/ 20019255 w 21052571"/>
              <a:gd name="connsiteY4025" fmla="*/ 3432170 h 8402012"/>
              <a:gd name="connsiteX4026" fmla="*/ 19999895 w 21052571"/>
              <a:gd name="connsiteY4026" fmla="*/ 3503076 h 8402012"/>
              <a:gd name="connsiteX4027" fmla="*/ 19954731 w 21052571"/>
              <a:gd name="connsiteY4027" fmla="*/ 3528860 h 8402012"/>
              <a:gd name="connsiteX4028" fmla="*/ 19967635 w 21052571"/>
              <a:gd name="connsiteY4028" fmla="*/ 3554644 h 8402012"/>
              <a:gd name="connsiteX4029" fmla="*/ 19954731 w 21052571"/>
              <a:gd name="connsiteY4029" fmla="*/ 3567536 h 8402012"/>
              <a:gd name="connsiteX4030" fmla="*/ 19956223 w 21052571"/>
              <a:gd name="connsiteY4030" fmla="*/ 3592397 h 8402012"/>
              <a:gd name="connsiteX4031" fmla="*/ 19956343 w 21052571"/>
              <a:gd name="connsiteY4031" fmla="*/ 3594395 h 8402012"/>
              <a:gd name="connsiteX4032" fmla="*/ 19967635 w 21052571"/>
              <a:gd name="connsiteY4032" fmla="*/ 3611589 h 8402012"/>
              <a:gd name="connsiteX4033" fmla="*/ 19922467 w 21052571"/>
              <a:gd name="connsiteY4033" fmla="*/ 3643813 h 8402012"/>
              <a:gd name="connsiteX4034" fmla="*/ 19909563 w 21052571"/>
              <a:gd name="connsiteY4034" fmla="*/ 3579354 h 8402012"/>
              <a:gd name="connsiteX4035" fmla="*/ 19916015 w 21052571"/>
              <a:gd name="connsiteY4035" fmla="*/ 3561091 h 8402012"/>
              <a:gd name="connsiteX4036" fmla="*/ 19903111 w 21052571"/>
              <a:gd name="connsiteY4036" fmla="*/ 3554644 h 8402012"/>
              <a:gd name="connsiteX4037" fmla="*/ 19833207 w 21052571"/>
              <a:gd name="connsiteY4037" fmla="*/ 3535307 h 8402012"/>
              <a:gd name="connsiteX4038" fmla="*/ 19608451 w 21052571"/>
              <a:gd name="connsiteY4038" fmla="*/ 3367695 h 8402012"/>
              <a:gd name="connsiteX4039" fmla="*/ 19370787 w 21052571"/>
              <a:gd name="connsiteY4039" fmla="*/ 3194740 h 8402012"/>
              <a:gd name="connsiteX4040" fmla="*/ 19262171 w 21052571"/>
              <a:gd name="connsiteY4040" fmla="*/ 3118462 h 8402012"/>
              <a:gd name="connsiteX4041" fmla="*/ 19204099 w 21052571"/>
              <a:gd name="connsiteY4041" fmla="*/ 3086232 h 8402012"/>
              <a:gd name="connsiteX4042" fmla="*/ 19191195 w 21052571"/>
              <a:gd name="connsiteY4042" fmla="*/ 3028218 h 8402012"/>
              <a:gd name="connsiteX4043" fmla="*/ 19100859 w 21052571"/>
              <a:gd name="connsiteY4043" fmla="*/ 2957311 h 8402012"/>
              <a:gd name="connsiteX4044" fmla="*/ 18998695 w 21052571"/>
              <a:gd name="connsiteY4044" fmla="*/ 2900372 h 8402012"/>
              <a:gd name="connsiteX4045" fmla="*/ 18754579 w 21052571"/>
              <a:gd name="connsiteY4045" fmla="*/ 2752111 h 8402012"/>
              <a:gd name="connsiteX4046" fmla="*/ 18536271 w 21052571"/>
              <a:gd name="connsiteY4046" fmla="*/ 2604927 h 8402012"/>
              <a:gd name="connsiteX4047" fmla="*/ 18491107 w 21052571"/>
              <a:gd name="connsiteY4047" fmla="*/ 2535095 h 8402012"/>
              <a:gd name="connsiteX4048" fmla="*/ 18529819 w 21052571"/>
              <a:gd name="connsiteY4048" fmla="*/ 2496418 h 8402012"/>
              <a:gd name="connsiteX4049" fmla="*/ 18491107 w 21052571"/>
              <a:gd name="connsiteY4049" fmla="*/ 2477081 h 8402012"/>
              <a:gd name="connsiteX4050" fmla="*/ 18529819 w 21052571"/>
              <a:gd name="connsiteY4050" fmla="*/ 2464188 h 8402012"/>
              <a:gd name="connsiteX4051" fmla="*/ 18523367 w 21052571"/>
              <a:gd name="connsiteY4051" fmla="*/ 2367497 h 8402012"/>
              <a:gd name="connsiteX4052" fmla="*/ 18534659 w 21052571"/>
              <a:gd name="connsiteY4052" fmla="*/ 2366944 h 8402012"/>
              <a:gd name="connsiteX4053" fmla="*/ 14178042 w 21052571"/>
              <a:gd name="connsiteY4053" fmla="*/ 2365763 h 8402012"/>
              <a:gd name="connsiteX4054" fmla="*/ 14203637 w 21052571"/>
              <a:gd name="connsiteY4054" fmla="*/ 2378829 h 8402012"/>
              <a:gd name="connsiteX4055" fmla="*/ 14147793 w 21052571"/>
              <a:gd name="connsiteY4055" fmla="*/ 2397274 h 8402012"/>
              <a:gd name="connsiteX4056" fmla="*/ 14147793 w 21052571"/>
              <a:gd name="connsiteY4056" fmla="*/ 2366531 h 8402012"/>
              <a:gd name="connsiteX4057" fmla="*/ 14178042 w 21052571"/>
              <a:gd name="connsiteY4057" fmla="*/ 2365763 h 8402012"/>
              <a:gd name="connsiteX4058" fmla="*/ 15749418 w 21052571"/>
              <a:gd name="connsiteY4058" fmla="*/ 2360442 h 8402012"/>
              <a:gd name="connsiteX4059" fmla="*/ 15786672 w 21052571"/>
              <a:gd name="connsiteY4059" fmla="*/ 2400767 h 8402012"/>
              <a:gd name="connsiteX4060" fmla="*/ 15697690 w 21052571"/>
              <a:gd name="connsiteY4060" fmla="*/ 2368181 h 8402012"/>
              <a:gd name="connsiteX4061" fmla="*/ 15749418 w 21052571"/>
              <a:gd name="connsiteY4061" fmla="*/ 2360442 h 8402012"/>
              <a:gd name="connsiteX4062" fmla="*/ 18389035 w 21052571"/>
              <a:gd name="connsiteY4062" fmla="*/ 2358528 h 8402012"/>
              <a:gd name="connsiteX4063" fmla="*/ 18493047 w 21052571"/>
              <a:gd name="connsiteY4063" fmla="*/ 2411447 h 8402012"/>
              <a:gd name="connsiteX4064" fmla="*/ 18356683 w 21052571"/>
              <a:gd name="connsiteY4064" fmla="*/ 2379282 h 8402012"/>
              <a:gd name="connsiteX4065" fmla="*/ 18389035 w 21052571"/>
              <a:gd name="connsiteY4065" fmla="*/ 2358528 h 8402012"/>
              <a:gd name="connsiteX4066" fmla="*/ 18495775 w 21052571"/>
              <a:gd name="connsiteY4066" fmla="*/ 2349279 h 8402012"/>
              <a:gd name="connsiteX4067" fmla="*/ 18507259 w 21052571"/>
              <a:gd name="connsiteY4067" fmla="*/ 2353146 h 8402012"/>
              <a:gd name="connsiteX4068" fmla="*/ 18494135 w 21052571"/>
              <a:gd name="connsiteY4068" fmla="*/ 2364123 h 8402012"/>
              <a:gd name="connsiteX4069" fmla="*/ 18495775 w 21052571"/>
              <a:gd name="connsiteY4069" fmla="*/ 2349279 h 8402012"/>
              <a:gd name="connsiteX4070" fmla="*/ 16969579 w 21052571"/>
              <a:gd name="connsiteY4070" fmla="*/ 2349279 h 8402012"/>
              <a:gd name="connsiteX4071" fmla="*/ 16981067 w 21052571"/>
              <a:gd name="connsiteY4071" fmla="*/ 2353146 h 8402012"/>
              <a:gd name="connsiteX4072" fmla="*/ 16967939 w 21052571"/>
              <a:gd name="connsiteY4072" fmla="*/ 2364123 h 8402012"/>
              <a:gd name="connsiteX4073" fmla="*/ 16969579 w 21052571"/>
              <a:gd name="connsiteY4073" fmla="*/ 2349279 h 8402012"/>
              <a:gd name="connsiteX4074" fmla="*/ 11692713 w 21052571"/>
              <a:gd name="connsiteY4074" fmla="*/ 2348847 h 8402012"/>
              <a:gd name="connsiteX4075" fmla="*/ 11597062 w 21052571"/>
              <a:gd name="connsiteY4075" fmla="*/ 2400427 h 8402012"/>
              <a:gd name="connsiteX4076" fmla="*/ 11692713 w 21052571"/>
              <a:gd name="connsiteY4076" fmla="*/ 2348847 h 8402012"/>
              <a:gd name="connsiteX4077" fmla="*/ 13918473 w 21052571"/>
              <a:gd name="connsiteY4077" fmla="*/ 2337027 h 8402012"/>
              <a:gd name="connsiteX4078" fmla="*/ 13937818 w 21052571"/>
              <a:gd name="connsiteY4078" fmla="*/ 2368190 h 8402012"/>
              <a:gd name="connsiteX4079" fmla="*/ 13918473 w 21052571"/>
              <a:gd name="connsiteY4079" fmla="*/ 2337027 h 8402012"/>
              <a:gd name="connsiteX4080" fmla="*/ 15583936 w 21052571"/>
              <a:gd name="connsiteY4080" fmla="*/ 2336684 h 8402012"/>
              <a:gd name="connsiteX4081" fmla="*/ 15601898 w 21052571"/>
              <a:gd name="connsiteY4081" fmla="*/ 2368757 h 8402012"/>
              <a:gd name="connsiteX4082" fmla="*/ 15583936 w 21052571"/>
              <a:gd name="connsiteY4082" fmla="*/ 2336684 h 8402012"/>
              <a:gd name="connsiteX4083" fmla="*/ 18265899 w 21052571"/>
              <a:gd name="connsiteY4083" fmla="*/ 2322616 h 8402012"/>
              <a:gd name="connsiteX4084" fmla="*/ 18303467 w 21052571"/>
              <a:gd name="connsiteY4084" fmla="*/ 2325826 h 8402012"/>
              <a:gd name="connsiteX4085" fmla="*/ 18251763 w 21052571"/>
              <a:gd name="connsiteY4085" fmla="*/ 2338669 h 8402012"/>
              <a:gd name="connsiteX4086" fmla="*/ 18265899 w 21052571"/>
              <a:gd name="connsiteY4086" fmla="*/ 2322616 h 8402012"/>
              <a:gd name="connsiteX4087" fmla="*/ 14337383 w 21052571"/>
              <a:gd name="connsiteY4087" fmla="*/ 2322530 h 8402012"/>
              <a:gd name="connsiteX4088" fmla="*/ 15095092 w 21052571"/>
              <a:gd name="connsiteY4088" fmla="*/ 2431077 h 8402012"/>
              <a:gd name="connsiteX4089" fmla="*/ 15447614 w 21052571"/>
              <a:gd name="connsiteY4089" fmla="*/ 2502007 h 8402012"/>
              <a:gd name="connsiteX4090" fmla="*/ 15800138 w 21052571"/>
              <a:gd name="connsiteY4090" fmla="*/ 2578310 h 8402012"/>
              <a:gd name="connsiteX4091" fmla="*/ 16178454 w 21052571"/>
              <a:gd name="connsiteY4091" fmla="*/ 2694378 h 8402012"/>
              <a:gd name="connsiteX4092" fmla="*/ 16506258 w 21052571"/>
              <a:gd name="connsiteY4092" fmla="*/ 2802908 h 8402012"/>
              <a:gd name="connsiteX4093" fmla="*/ 16653500 w 21052571"/>
              <a:gd name="connsiteY4093" fmla="*/ 2854514 h 8402012"/>
              <a:gd name="connsiteX4094" fmla="*/ 16826539 w 21052571"/>
              <a:gd name="connsiteY4094" fmla="*/ 2918995 h 8402012"/>
              <a:gd name="connsiteX4095" fmla="*/ 17000651 w 21052571"/>
              <a:gd name="connsiteY4095" fmla="*/ 2988849 h 8402012"/>
              <a:gd name="connsiteX4096" fmla="*/ 17237099 w 21052571"/>
              <a:gd name="connsiteY4096" fmla="*/ 3066234 h 8402012"/>
              <a:gd name="connsiteX4097" fmla="*/ 17295135 w 21052571"/>
              <a:gd name="connsiteY4097" fmla="*/ 3079125 h 8402012"/>
              <a:gd name="connsiteX4098" fmla="*/ 17558451 w 21052571"/>
              <a:gd name="connsiteY4098" fmla="*/ 3175848 h 8402012"/>
              <a:gd name="connsiteX4099" fmla="*/ 17628311 w 21052571"/>
              <a:gd name="connsiteY4099" fmla="*/ 3226360 h 8402012"/>
              <a:gd name="connsiteX4100" fmla="*/ 17930319 w 21052571"/>
              <a:gd name="connsiteY4100" fmla="*/ 3348874 h 8402012"/>
              <a:gd name="connsiteX4101" fmla="*/ 17994807 w 21052571"/>
              <a:gd name="connsiteY4101" fmla="*/ 3373613 h 8402012"/>
              <a:gd name="connsiteX4102" fmla="*/ 18122703 w 21052571"/>
              <a:gd name="connsiteY4102" fmla="*/ 3476768 h 8402012"/>
              <a:gd name="connsiteX4103" fmla="*/ 18494571 w 21052571"/>
              <a:gd name="connsiteY4103" fmla="*/ 3669140 h 8402012"/>
              <a:gd name="connsiteX4104" fmla="*/ 18770787 w 21052571"/>
              <a:gd name="connsiteY4104" fmla="*/ 3822821 h 8402012"/>
              <a:gd name="connsiteX4105" fmla="*/ 19058823 w 21052571"/>
              <a:gd name="connsiteY4105" fmla="*/ 3989399 h 8402012"/>
              <a:gd name="connsiteX4106" fmla="*/ 19194243 w 21052571"/>
              <a:gd name="connsiteY4106" fmla="*/ 4060333 h 8402012"/>
              <a:gd name="connsiteX4107" fmla="*/ 19469383 w 21052571"/>
              <a:gd name="connsiteY4107" fmla="*/ 4163505 h 8402012"/>
              <a:gd name="connsiteX4108" fmla="*/ 19566111 w 21052571"/>
              <a:gd name="connsiteY4108" fmla="*/ 4232189 h 8402012"/>
              <a:gd name="connsiteX4109" fmla="*/ 19611251 w 21052571"/>
              <a:gd name="connsiteY4109" fmla="*/ 4335361 h 8402012"/>
              <a:gd name="connsiteX4110" fmla="*/ 19027655 w 21052571"/>
              <a:gd name="connsiteY4110" fmla="*/ 4099024 h 8402012"/>
              <a:gd name="connsiteX4111" fmla="*/ 18777235 w 21052571"/>
              <a:gd name="connsiteY4111" fmla="*/ 3977580 h 8402012"/>
              <a:gd name="connsiteX4112" fmla="*/ 18664115 w 21052571"/>
              <a:gd name="connsiteY4112" fmla="*/ 3895366 h 8402012"/>
              <a:gd name="connsiteX4113" fmla="*/ 18615335 w 21052571"/>
              <a:gd name="connsiteY4113" fmla="*/ 3873366 h 8402012"/>
              <a:gd name="connsiteX4114" fmla="*/ 18546163 w 21052571"/>
              <a:gd name="connsiteY4114" fmla="*/ 3842168 h 8402012"/>
              <a:gd name="connsiteX4115" fmla="*/ 18604199 w 21052571"/>
              <a:gd name="connsiteY4115" fmla="*/ 3893754 h 8402012"/>
              <a:gd name="connsiteX4116" fmla="*/ 18712751 w 21052571"/>
              <a:gd name="connsiteY4116" fmla="*/ 3971132 h 8402012"/>
              <a:gd name="connsiteX4117" fmla="*/ 18774347 w 21052571"/>
              <a:gd name="connsiteY4117" fmla="*/ 4005068 h 8402012"/>
              <a:gd name="connsiteX4118" fmla="*/ 18788215 w 21052571"/>
              <a:gd name="connsiteY4118" fmla="*/ 4015151 h 8402012"/>
              <a:gd name="connsiteX4119" fmla="*/ 18783259 w 21052571"/>
              <a:gd name="connsiteY4119" fmla="*/ 4000079 h 8402012"/>
              <a:gd name="connsiteX4120" fmla="*/ 18801219 w 21052571"/>
              <a:gd name="connsiteY4120" fmla="*/ 4000079 h 8402012"/>
              <a:gd name="connsiteX4121" fmla="*/ 18792987 w 21052571"/>
              <a:gd name="connsiteY4121" fmla="*/ 4006367 h 8402012"/>
              <a:gd name="connsiteX4122" fmla="*/ 18789851 w 21052571"/>
              <a:gd name="connsiteY4122" fmla="*/ 4016339 h 8402012"/>
              <a:gd name="connsiteX4123" fmla="*/ 18833931 w 21052571"/>
              <a:gd name="connsiteY4123" fmla="*/ 4048377 h 8402012"/>
              <a:gd name="connsiteX4124" fmla="*/ 18950271 w 21052571"/>
              <a:gd name="connsiteY4124" fmla="*/ 4150608 h 8402012"/>
              <a:gd name="connsiteX4125" fmla="*/ 18898683 w 21052571"/>
              <a:gd name="connsiteY4125" fmla="*/ 4194574 h 8402012"/>
              <a:gd name="connsiteX4126" fmla="*/ 18879339 w 21052571"/>
              <a:gd name="connsiteY4126" fmla="*/ 4219292 h 8402012"/>
              <a:gd name="connsiteX4127" fmla="*/ 18809479 w 21052571"/>
              <a:gd name="connsiteY4127" fmla="*/ 4182849 h 8402012"/>
              <a:gd name="connsiteX4128" fmla="*/ 18823583 w 21052571"/>
              <a:gd name="connsiteY4128" fmla="*/ 4208277 h 8402012"/>
              <a:gd name="connsiteX4129" fmla="*/ 18835699 w 21052571"/>
              <a:gd name="connsiteY4129" fmla="*/ 4214809 h 8402012"/>
              <a:gd name="connsiteX4130" fmla="*/ 18847371 w 21052571"/>
              <a:gd name="connsiteY4130" fmla="*/ 4208674 h 8402012"/>
              <a:gd name="connsiteX4131" fmla="*/ 18853359 w 21052571"/>
              <a:gd name="connsiteY4131" fmla="*/ 4214969 h 8402012"/>
              <a:gd name="connsiteX4132" fmla="*/ 18847371 w 21052571"/>
              <a:gd name="connsiteY4132" fmla="*/ 4221635 h 8402012"/>
              <a:gd name="connsiteX4133" fmla="*/ 18837243 w 21052571"/>
              <a:gd name="connsiteY4133" fmla="*/ 4215997 h 8402012"/>
              <a:gd name="connsiteX4134" fmla="*/ 18848171 w 21052571"/>
              <a:gd name="connsiteY4134" fmla="*/ 4225741 h 8402012"/>
              <a:gd name="connsiteX4135" fmla="*/ 18777235 w 21052571"/>
              <a:gd name="connsiteY4135" fmla="*/ 4212844 h 8402012"/>
              <a:gd name="connsiteX4136" fmla="*/ 18680507 w 21052571"/>
              <a:gd name="connsiteY4136" fmla="*/ 4163505 h 8402012"/>
              <a:gd name="connsiteX4137" fmla="*/ 18468779 w 21052571"/>
              <a:gd name="connsiteY4137" fmla="*/ 4047437 h 8402012"/>
              <a:gd name="connsiteX4138" fmla="*/ 18038871 w 21052571"/>
              <a:gd name="connsiteY4138" fmla="*/ 3822821 h 8402012"/>
              <a:gd name="connsiteX4139" fmla="*/ 17602519 w 21052571"/>
              <a:gd name="connsiteY4139" fmla="*/ 3630451 h 8402012"/>
              <a:gd name="connsiteX4140" fmla="*/ 17500415 w 21052571"/>
              <a:gd name="connsiteY4140" fmla="*/ 3598206 h 8402012"/>
              <a:gd name="connsiteX4141" fmla="*/ 17448827 w 21052571"/>
              <a:gd name="connsiteY4141" fmla="*/ 3528353 h 8402012"/>
              <a:gd name="connsiteX4142" fmla="*/ 17397239 w 21052571"/>
              <a:gd name="connsiteY4142" fmla="*/ 3554146 h 8402012"/>
              <a:gd name="connsiteX4143" fmla="*/ 17031819 w 21052571"/>
              <a:gd name="connsiteY4143" fmla="*/ 3392942 h 8402012"/>
              <a:gd name="connsiteX4144" fmla="*/ 16961959 w 21052571"/>
              <a:gd name="connsiteY4144" fmla="*/ 3329530 h 8402012"/>
              <a:gd name="connsiteX4145" fmla="*/ 16923267 w 21052571"/>
              <a:gd name="connsiteY4145" fmla="*/ 3290841 h 8402012"/>
              <a:gd name="connsiteX4146" fmla="*/ 16989635 w 21052571"/>
              <a:gd name="connsiteY4146" fmla="*/ 3299710 h 8402012"/>
              <a:gd name="connsiteX4147" fmla="*/ 16998875 w 21052571"/>
              <a:gd name="connsiteY4147" fmla="*/ 3303219 h 8402012"/>
              <a:gd name="connsiteX4148" fmla="*/ 16995631 w 21052571"/>
              <a:gd name="connsiteY4148" fmla="*/ 3290157 h 8402012"/>
              <a:gd name="connsiteX4149" fmla="*/ 17004859 w 21052571"/>
              <a:gd name="connsiteY4149" fmla="*/ 3293569 h 8402012"/>
              <a:gd name="connsiteX4150" fmla="*/ 17000495 w 21052571"/>
              <a:gd name="connsiteY4150" fmla="*/ 3300395 h 8402012"/>
              <a:gd name="connsiteX4151" fmla="*/ 17000191 w 21052571"/>
              <a:gd name="connsiteY4151" fmla="*/ 3303718 h 8402012"/>
              <a:gd name="connsiteX4152" fmla="*/ 17051163 w 21052571"/>
              <a:gd name="connsiteY4152" fmla="*/ 3323082 h 8402012"/>
              <a:gd name="connsiteX4153" fmla="*/ 17018919 w 21052571"/>
              <a:gd name="connsiteY4153" fmla="*/ 3290841 h 8402012"/>
              <a:gd name="connsiteX4154" fmla="*/ 16961959 w 21052571"/>
              <a:gd name="connsiteY4154" fmla="*/ 3258601 h 8402012"/>
              <a:gd name="connsiteX4155" fmla="*/ 16897471 w 21052571"/>
              <a:gd name="connsiteY4155" fmla="*/ 3239254 h 8402012"/>
              <a:gd name="connsiteX4156" fmla="*/ 16884575 w 21052571"/>
              <a:gd name="connsiteY4156" fmla="*/ 3168325 h 8402012"/>
              <a:gd name="connsiteX4157" fmla="*/ 17141443 w 21052571"/>
              <a:gd name="connsiteY4157" fmla="*/ 3194117 h 8402012"/>
              <a:gd name="connsiteX4158" fmla="*/ 17012471 w 21052571"/>
              <a:gd name="connsiteY4158" fmla="*/ 3161879 h 8402012"/>
              <a:gd name="connsiteX4159" fmla="*/ 16936163 w 21052571"/>
              <a:gd name="connsiteY4159" fmla="*/ 3143608 h 8402012"/>
              <a:gd name="connsiteX4160" fmla="*/ 16916819 w 21052571"/>
              <a:gd name="connsiteY4160" fmla="*/ 3085574 h 8402012"/>
              <a:gd name="connsiteX4161" fmla="*/ 16884575 w 21052571"/>
              <a:gd name="connsiteY4161" fmla="*/ 3053332 h 8402012"/>
              <a:gd name="connsiteX4162" fmla="*/ 16787847 w 21052571"/>
              <a:gd name="connsiteY4162" fmla="*/ 3033986 h 8402012"/>
              <a:gd name="connsiteX4163" fmla="*/ 16441772 w 21052571"/>
              <a:gd name="connsiteY4163" fmla="*/ 2931889 h 8402012"/>
              <a:gd name="connsiteX4164" fmla="*/ 15877520 w 21052571"/>
              <a:gd name="connsiteY4164" fmla="*/ 2757784 h 8402012"/>
              <a:gd name="connsiteX4165" fmla="*/ 15806586 w 21052571"/>
              <a:gd name="connsiteY4165" fmla="*/ 2745966 h 8402012"/>
              <a:gd name="connsiteX4166" fmla="*/ 15787240 w 21052571"/>
              <a:gd name="connsiteY4166" fmla="*/ 2687931 h 8402012"/>
              <a:gd name="connsiteX4167" fmla="*/ 15710932 w 21052571"/>
              <a:gd name="connsiteY4167" fmla="*/ 2662135 h 8402012"/>
              <a:gd name="connsiteX4168" fmla="*/ 15620652 w 21052571"/>
              <a:gd name="connsiteY4168" fmla="*/ 2642793 h 8402012"/>
              <a:gd name="connsiteX4169" fmla="*/ 15434718 w 21052571"/>
              <a:gd name="connsiteY4169" fmla="*/ 2604104 h 8402012"/>
              <a:gd name="connsiteX4170" fmla="*/ 15056400 w 21052571"/>
              <a:gd name="connsiteY4170" fmla="*/ 2527799 h 8402012"/>
              <a:gd name="connsiteX4171" fmla="*/ 14985466 w 21052571"/>
              <a:gd name="connsiteY4171" fmla="*/ 2482665 h 8402012"/>
              <a:gd name="connsiteX4172" fmla="*/ 14902709 w 21052571"/>
              <a:gd name="connsiteY4172" fmla="*/ 2456869 h 8402012"/>
              <a:gd name="connsiteX4173" fmla="*/ 14716775 w 21052571"/>
              <a:gd name="connsiteY4173" fmla="*/ 2418183 h 8402012"/>
              <a:gd name="connsiteX4174" fmla="*/ 14337383 w 21052571"/>
              <a:gd name="connsiteY4174" fmla="*/ 2322530 h 8402012"/>
              <a:gd name="connsiteX4175" fmla="*/ 11757197 w 21052571"/>
              <a:gd name="connsiteY4175" fmla="*/ 2317683 h 8402012"/>
              <a:gd name="connsiteX4176" fmla="*/ 11712058 w 21052571"/>
              <a:gd name="connsiteY4176" fmla="*/ 2368190 h 8402012"/>
              <a:gd name="connsiteX4177" fmla="*/ 11770093 w 21052571"/>
              <a:gd name="connsiteY4177" fmla="*/ 2368190 h 8402012"/>
              <a:gd name="connsiteX4178" fmla="*/ 11757197 w 21052571"/>
              <a:gd name="connsiteY4178" fmla="*/ 2317683 h 8402012"/>
              <a:gd name="connsiteX4179" fmla="*/ 19052427 w 21052571"/>
              <a:gd name="connsiteY4179" fmla="*/ 2312984 h 8402012"/>
              <a:gd name="connsiteX4180" fmla="*/ 19034467 w 21052571"/>
              <a:gd name="connsiteY4180" fmla="*/ 2340284 h 8402012"/>
              <a:gd name="connsiteX4181" fmla="*/ 19052427 w 21052571"/>
              <a:gd name="connsiteY4181" fmla="*/ 2312984 h 8402012"/>
              <a:gd name="connsiteX4182" fmla="*/ 14280505 w 21052571"/>
              <a:gd name="connsiteY4182" fmla="*/ 2309654 h 8402012"/>
              <a:gd name="connsiteX4183" fmla="*/ 14317369 w 21052571"/>
              <a:gd name="connsiteY4183" fmla="*/ 2334248 h 8402012"/>
              <a:gd name="connsiteX4184" fmla="*/ 14280505 w 21052571"/>
              <a:gd name="connsiteY4184" fmla="*/ 2309654 h 8402012"/>
              <a:gd name="connsiteX4185" fmla="*/ 10449253 w 21052571"/>
              <a:gd name="connsiteY4185" fmla="*/ 2291889 h 8402012"/>
              <a:gd name="connsiteX4186" fmla="*/ 10167675 w 21052571"/>
              <a:gd name="connsiteY4186" fmla="*/ 2400427 h 8402012"/>
              <a:gd name="connsiteX4187" fmla="*/ 10449253 w 21052571"/>
              <a:gd name="connsiteY4187" fmla="*/ 2291889 h 8402012"/>
              <a:gd name="connsiteX4188" fmla="*/ 15292532 w 21052571"/>
              <a:gd name="connsiteY4188" fmla="*/ 2288812 h 8402012"/>
              <a:gd name="connsiteX4189" fmla="*/ 15303196 w 21052571"/>
              <a:gd name="connsiteY4189" fmla="*/ 2291371 h 8402012"/>
              <a:gd name="connsiteX4190" fmla="*/ 15296634 w 21052571"/>
              <a:gd name="connsiteY4190" fmla="*/ 2311846 h 8402012"/>
              <a:gd name="connsiteX4191" fmla="*/ 15292532 w 21052571"/>
              <a:gd name="connsiteY4191" fmla="*/ 2288812 h 8402012"/>
              <a:gd name="connsiteX4192" fmla="*/ 15242674 w 21052571"/>
              <a:gd name="connsiteY4192" fmla="*/ 2279804 h 8402012"/>
              <a:gd name="connsiteX4193" fmla="*/ 15260636 w 21052571"/>
              <a:gd name="connsiteY4193" fmla="*/ 2311914 h 8402012"/>
              <a:gd name="connsiteX4194" fmla="*/ 15242674 w 21052571"/>
              <a:gd name="connsiteY4194" fmla="*/ 2279804 h 8402012"/>
              <a:gd name="connsiteX4195" fmla="*/ 15152620 w 21052571"/>
              <a:gd name="connsiteY4195" fmla="*/ 2279804 h 8402012"/>
              <a:gd name="connsiteX4196" fmla="*/ 15165748 w 21052571"/>
              <a:gd name="connsiteY4196" fmla="*/ 2311914 h 8402012"/>
              <a:gd name="connsiteX4197" fmla="*/ 15152620 w 21052571"/>
              <a:gd name="connsiteY4197" fmla="*/ 2279804 h 8402012"/>
              <a:gd name="connsiteX4198" fmla="*/ 11828129 w 21052571"/>
              <a:gd name="connsiteY4198" fmla="*/ 2278994 h 8402012"/>
              <a:gd name="connsiteX4199" fmla="*/ 11865744 w 21052571"/>
              <a:gd name="connsiteY4199" fmla="*/ 2311236 h 8402012"/>
              <a:gd name="connsiteX4200" fmla="*/ 11828129 w 21052571"/>
              <a:gd name="connsiteY4200" fmla="*/ 2278994 h 8402012"/>
              <a:gd name="connsiteX4201" fmla="*/ 11789438 w 21052571"/>
              <a:gd name="connsiteY4201" fmla="*/ 2278994 h 8402012"/>
              <a:gd name="connsiteX4202" fmla="*/ 11808783 w 21052571"/>
              <a:gd name="connsiteY4202" fmla="*/ 2337027 h 8402012"/>
              <a:gd name="connsiteX4203" fmla="*/ 11789438 w 21052571"/>
              <a:gd name="connsiteY4203" fmla="*/ 2278994 h 8402012"/>
              <a:gd name="connsiteX4204" fmla="*/ 19014479 w 21052571"/>
              <a:gd name="connsiteY4204" fmla="*/ 2276473 h 8402012"/>
              <a:gd name="connsiteX4205" fmla="*/ 18977587 w 21052571"/>
              <a:gd name="connsiteY4205" fmla="*/ 2307217 h 8402012"/>
              <a:gd name="connsiteX4206" fmla="*/ 19014479 w 21052571"/>
              <a:gd name="connsiteY4206" fmla="*/ 2276473 h 8402012"/>
              <a:gd name="connsiteX4207" fmla="*/ 12830150 w 21052571"/>
              <a:gd name="connsiteY4207" fmla="*/ 2246625 h 8402012"/>
              <a:gd name="connsiteX4208" fmla="*/ 12862223 w 21052571"/>
              <a:gd name="connsiteY4208" fmla="*/ 2259680 h 8402012"/>
              <a:gd name="connsiteX4209" fmla="*/ 12830150 w 21052571"/>
              <a:gd name="connsiteY4209" fmla="*/ 2311896 h 8402012"/>
              <a:gd name="connsiteX4210" fmla="*/ 12830150 w 21052571"/>
              <a:gd name="connsiteY4210" fmla="*/ 2246625 h 8402012"/>
              <a:gd name="connsiteX4211" fmla="*/ 15057822 w 21052571"/>
              <a:gd name="connsiteY4211" fmla="*/ 2246624 h 8402012"/>
              <a:gd name="connsiteX4212" fmla="*/ 15075784 w 21052571"/>
              <a:gd name="connsiteY4212" fmla="*/ 2278730 h 8402012"/>
              <a:gd name="connsiteX4213" fmla="*/ 15057822 w 21052571"/>
              <a:gd name="connsiteY4213" fmla="*/ 2246624 h 8402012"/>
              <a:gd name="connsiteX4214" fmla="*/ 15000946 w 21052571"/>
              <a:gd name="connsiteY4214" fmla="*/ 2246624 h 8402012"/>
              <a:gd name="connsiteX4215" fmla="*/ 15018908 w 21052571"/>
              <a:gd name="connsiteY4215" fmla="*/ 2278730 h 8402012"/>
              <a:gd name="connsiteX4216" fmla="*/ 15000946 w 21052571"/>
              <a:gd name="connsiteY4216" fmla="*/ 2246624 h 8402012"/>
              <a:gd name="connsiteX4217" fmla="*/ 12939160 w 21052571"/>
              <a:gd name="connsiteY4217" fmla="*/ 2246624 h 8402012"/>
              <a:gd name="connsiteX4218" fmla="*/ 12957122 w 21052571"/>
              <a:gd name="connsiteY4218" fmla="*/ 2278730 h 8402012"/>
              <a:gd name="connsiteX4219" fmla="*/ 12939160 w 21052571"/>
              <a:gd name="connsiteY4219" fmla="*/ 2246624 h 8402012"/>
              <a:gd name="connsiteX4220" fmla="*/ 12887024 w 21052571"/>
              <a:gd name="connsiteY4220" fmla="*/ 2246624 h 8402012"/>
              <a:gd name="connsiteX4221" fmla="*/ 12900152 w 21052571"/>
              <a:gd name="connsiteY4221" fmla="*/ 2278730 h 8402012"/>
              <a:gd name="connsiteX4222" fmla="*/ 12887024 w 21052571"/>
              <a:gd name="connsiteY4222" fmla="*/ 2246624 h 8402012"/>
              <a:gd name="connsiteX4223" fmla="*/ 17244827 w 21052571"/>
              <a:gd name="connsiteY4223" fmla="*/ 2243584 h 8402012"/>
              <a:gd name="connsiteX4224" fmla="*/ 17279727 w 21052571"/>
              <a:gd name="connsiteY4224" fmla="*/ 2246766 h 8402012"/>
              <a:gd name="connsiteX4225" fmla="*/ 17223883 w 21052571"/>
              <a:gd name="connsiteY4225" fmla="*/ 2278600 h 8402012"/>
              <a:gd name="connsiteX4226" fmla="*/ 17244827 w 21052571"/>
              <a:gd name="connsiteY4226" fmla="*/ 2243584 h 8402012"/>
              <a:gd name="connsiteX4227" fmla="*/ 10504870 w 21052571"/>
              <a:gd name="connsiteY4227" fmla="*/ 2243531 h 8402012"/>
              <a:gd name="connsiteX4228" fmla="*/ 10468598 w 21052571"/>
              <a:gd name="connsiteY4228" fmla="*/ 2246753 h 8402012"/>
              <a:gd name="connsiteX4229" fmla="*/ 10526634 w 21052571"/>
              <a:gd name="connsiteY4229" fmla="*/ 2278994 h 8402012"/>
              <a:gd name="connsiteX4230" fmla="*/ 10504870 w 21052571"/>
              <a:gd name="connsiteY4230" fmla="*/ 2243531 h 8402012"/>
              <a:gd name="connsiteX4231" fmla="*/ 18934423 w 21052571"/>
              <a:gd name="connsiteY4231" fmla="*/ 2241230 h 8402012"/>
              <a:gd name="connsiteX4232" fmla="*/ 18957567 w 21052571"/>
              <a:gd name="connsiteY4232" fmla="*/ 2278736 h 8402012"/>
              <a:gd name="connsiteX4233" fmla="*/ 18906491 w 21052571"/>
              <a:gd name="connsiteY4233" fmla="*/ 2265969 h 8402012"/>
              <a:gd name="connsiteX4234" fmla="*/ 18934423 w 21052571"/>
              <a:gd name="connsiteY4234" fmla="*/ 2241230 h 8402012"/>
              <a:gd name="connsiteX4235" fmla="*/ 18874763 w 21052571"/>
              <a:gd name="connsiteY4235" fmla="*/ 2221773 h 8402012"/>
              <a:gd name="connsiteX4236" fmla="*/ 18905439 w 21052571"/>
              <a:gd name="connsiteY4236" fmla="*/ 2233302 h 8402012"/>
              <a:gd name="connsiteX4237" fmla="*/ 18892799 w 21052571"/>
              <a:gd name="connsiteY4237" fmla="*/ 2245599 h 8402012"/>
              <a:gd name="connsiteX4238" fmla="*/ 18849615 w 21052571"/>
              <a:gd name="connsiteY4238" fmla="*/ 2233302 h 8402012"/>
              <a:gd name="connsiteX4239" fmla="*/ 18874763 w 21052571"/>
              <a:gd name="connsiteY4239" fmla="*/ 2221773 h 8402012"/>
              <a:gd name="connsiteX4240" fmla="*/ 11641126 w 21052571"/>
              <a:gd name="connsiteY4240" fmla="*/ 2220961 h 8402012"/>
              <a:gd name="connsiteX4241" fmla="*/ 11564820 w 21052571"/>
              <a:gd name="connsiteY4241" fmla="*/ 2298334 h 8402012"/>
              <a:gd name="connsiteX4242" fmla="*/ 11654023 w 21052571"/>
              <a:gd name="connsiteY4242" fmla="*/ 2311236 h 8402012"/>
              <a:gd name="connsiteX4243" fmla="*/ 11641126 w 21052571"/>
              <a:gd name="connsiteY4243" fmla="*/ 2220961 h 8402012"/>
              <a:gd name="connsiteX4244" fmla="*/ 17184971 w 21052571"/>
              <a:gd name="connsiteY4244" fmla="*/ 2213445 h 8402012"/>
              <a:gd name="connsiteX4245" fmla="*/ 17167007 w 21052571"/>
              <a:gd name="connsiteY4245" fmla="*/ 2245554 h 8402012"/>
              <a:gd name="connsiteX4246" fmla="*/ 17184971 w 21052571"/>
              <a:gd name="connsiteY4246" fmla="*/ 2213445 h 8402012"/>
              <a:gd name="connsiteX4247" fmla="*/ 14957293 w 21052571"/>
              <a:gd name="connsiteY4247" fmla="*/ 2213445 h 8402012"/>
              <a:gd name="connsiteX4248" fmla="*/ 14939331 w 21052571"/>
              <a:gd name="connsiteY4248" fmla="*/ 2245554 h 8402012"/>
              <a:gd name="connsiteX4249" fmla="*/ 14957293 w 21052571"/>
              <a:gd name="connsiteY4249" fmla="*/ 2213445 h 8402012"/>
              <a:gd name="connsiteX4250" fmla="*/ 14906153 w 21052571"/>
              <a:gd name="connsiteY4250" fmla="*/ 2213445 h 8402012"/>
              <a:gd name="connsiteX4251" fmla="*/ 14924115 w 21052571"/>
              <a:gd name="connsiteY4251" fmla="*/ 2245554 h 8402012"/>
              <a:gd name="connsiteX4252" fmla="*/ 14906153 w 21052571"/>
              <a:gd name="connsiteY4252" fmla="*/ 2213445 h 8402012"/>
              <a:gd name="connsiteX4253" fmla="*/ 17242847 w 21052571"/>
              <a:gd name="connsiteY4253" fmla="*/ 2199234 h 8402012"/>
              <a:gd name="connsiteX4254" fmla="*/ 17673087 w 21052571"/>
              <a:gd name="connsiteY4254" fmla="*/ 2377508 h 8402012"/>
              <a:gd name="connsiteX4255" fmla="*/ 17616079 w 21052571"/>
              <a:gd name="connsiteY4255" fmla="*/ 2409533 h 8402012"/>
              <a:gd name="connsiteX4256" fmla="*/ 17532183 w 21052571"/>
              <a:gd name="connsiteY4256" fmla="*/ 2390317 h 8402012"/>
              <a:gd name="connsiteX4257" fmla="*/ 17487007 w 21052571"/>
              <a:gd name="connsiteY4257" fmla="*/ 2345482 h 8402012"/>
              <a:gd name="connsiteX4258" fmla="*/ 17428923 w 21052571"/>
              <a:gd name="connsiteY4258" fmla="*/ 2352955 h 8402012"/>
              <a:gd name="connsiteX4259" fmla="*/ 17448283 w 21052571"/>
              <a:gd name="connsiteY4259" fmla="*/ 2308120 h 8402012"/>
              <a:gd name="connsiteX4260" fmla="*/ 17422471 w 21052571"/>
              <a:gd name="connsiteY4260" fmla="*/ 2333740 h 8402012"/>
              <a:gd name="connsiteX4261" fmla="*/ 17352555 w 21052571"/>
              <a:gd name="connsiteY4261" fmla="*/ 2244070 h 8402012"/>
              <a:gd name="connsiteX4262" fmla="*/ 17242847 w 21052571"/>
              <a:gd name="connsiteY4262" fmla="*/ 2199234 h 8402012"/>
              <a:gd name="connsiteX4263" fmla="*/ 12282738 w 21052571"/>
              <a:gd name="connsiteY4263" fmla="*/ 2188728 h 8402012"/>
              <a:gd name="connsiteX4264" fmla="*/ 12238674 w 21052571"/>
              <a:gd name="connsiteY4264" fmla="*/ 2246753 h 8402012"/>
              <a:gd name="connsiteX4265" fmla="*/ 12295635 w 21052571"/>
              <a:gd name="connsiteY4265" fmla="*/ 2246753 h 8402012"/>
              <a:gd name="connsiteX4266" fmla="*/ 12282738 w 21052571"/>
              <a:gd name="connsiteY4266" fmla="*/ 2188728 h 8402012"/>
              <a:gd name="connsiteX4267" fmla="*/ 15280434 w 21052571"/>
              <a:gd name="connsiteY4267" fmla="*/ 2183365 h 8402012"/>
              <a:gd name="connsiteX4268" fmla="*/ 15286416 w 21052571"/>
              <a:gd name="connsiteY4268" fmla="*/ 2187014 h 8402012"/>
              <a:gd name="connsiteX4269" fmla="*/ 15280844 w 21052571"/>
              <a:gd name="connsiteY4269" fmla="*/ 2185551 h 8402012"/>
              <a:gd name="connsiteX4270" fmla="*/ 12468666 w 21052571"/>
              <a:gd name="connsiteY4270" fmla="*/ 2182276 h 8402012"/>
              <a:gd name="connsiteX4271" fmla="*/ 12488011 w 21052571"/>
              <a:gd name="connsiteY4271" fmla="*/ 2214516 h 8402012"/>
              <a:gd name="connsiteX4272" fmla="*/ 12468666 w 21052571"/>
              <a:gd name="connsiteY4272" fmla="*/ 2182276 h 8402012"/>
              <a:gd name="connsiteX4273" fmla="*/ 11846399 w 21052571"/>
              <a:gd name="connsiteY4273" fmla="*/ 2182276 h 8402012"/>
              <a:gd name="connsiteX4274" fmla="*/ 11865744 w 21052571"/>
              <a:gd name="connsiteY4274" fmla="*/ 2214516 h 8402012"/>
              <a:gd name="connsiteX4275" fmla="*/ 11846399 w 21052571"/>
              <a:gd name="connsiteY4275" fmla="*/ 2182276 h 8402012"/>
              <a:gd name="connsiteX4276" fmla="*/ 18661903 w 21052571"/>
              <a:gd name="connsiteY4276" fmla="*/ 2180635 h 8402012"/>
              <a:gd name="connsiteX4277" fmla="*/ 18706439 w 21052571"/>
              <a:gd name="connsiteY4277" fmla="*/ 2199959 h 8402012"/>
              <a:gd name="connsiteX4278" fmla="*/ 18809463 w 21052571"/>
              <a:gd name="connsiteY4278" fmla="*/ 2245047 h 8402012"/>
              <a:gd name="connsiteX4279" fmla="*/ 19014431 w 21052571"/>
              <a:gd name="connsiteY4279" fmla="*/ 2379238 h 8402012"/>
              <a:gd name="connsiteX4280" fmla="*/ 18950043 w 21052571"/>
              <a:gd name="connsiteY4280" fmla="*/ 2372798 h 8402012"/>
              <a:gd name="connsiteX4281" fmla="*/ 18848095 w 21052571"/>
              <a:gd name="connsiteY4281" fmla="*/ 2322341 h 8402012"/>
              <a:gd name="connsiteX4282" fmla="*/ 18751511 w 21052571"/>
              <a:gd name="connsiteY4282" fmla="*/ 2270812 h 8402012"/>
              <a:gd name="connsiteX4283" fmla="*/ 18674243 w 21052571"/>
              <a:gd name="connsiteY4283" fmla="*/ 2212842 h 8402012"/>
              <a:gd name="connsiteX4284" fmla="*/ 18617367 w 21052571"/>
              <a:gd name="connsiteY4284" fmla="*/ 2199959 h 8402012"/>
              <a:gd name="connsiteX4285" fmla="*/ 18661903 w 21052571"/>
              <a:gd name="connsiteY4285" fmla="*/ 2180635 h 8402012"/>
              <a:gd name="connsiteX4286" fmla="*/ 11247076 w 21052571"/>
              <a:gd name="connsiteY4286" fmla="*/ 2180269 h 8402012"/>
              <a:gd name="connsiteX4287" fmla="*/ 11260204 w 21052571"/>
              <a:gd name="connsiteY4287" fmla="*/ 2212375 h 8402012"/>
              <a:gd name="connsiteX4288" fmla="*/ 11247076 w 21052571"/>
              <a:gd name="connsiteY4288" fmla="*/ 2180269 h 8402012"/>
              <a:gd name="connsiteX4289" fmla="*/ 14754483 w 21052571"/>
              <a:gd name="connsiteY4289" fmla="*/ 2180268 h 8402012"/>
              <a:gd name="connsiteX4290" fmla="*/ 14786592 w 21052571"/>
              <a:gd name="connsiteY4290" fmla="*/ 2211011 h 8402012"/>
              <a:gd name="connsiteX4291" fmla="*/ 14754483 w 21052571"/>
              <a:gd name="connsiteY4291" fmla="*/ 2180268 h 8402012"/>
              <a:gd name="connsiteX4292" fmla="*/ 14697603 w 21052571"/>
              <a:gd name="connsiteY4292" fmla="*/ 2180268 h 8402012"/>
              <a:gd name="connsiteX4293" fmla="*/ 14715565 w 21052571"/>
              <a:gd name="connsiteY4293" fmla="*/ 2212374 h 8402012"/>
              <a:gd name="connsiteX4294" fmla="*/ 14697603 w 21052571"/>
              <a:gd name="connsiteY4294" fmla="*/ 2180268 h 8402012"/>
              <a:gd name="connsiteX4295" fmla="*/ 18811699 w 21052571"/>
              <a:gd name="connsiteY4295" fmla="*/ 2180268 h 8402012"/>
              <a:gd name="connsiteX4296" fmla="*/ 18848591 w 21052571"/>
              <a:gd name="connsiteY4296" fmla="*/ 2198714 h 8402012"/>
              <a:gd name="connsiteX4297" fmla="*/ 18811699 w 21052571"/>
              <a:gd name="connsiteY4297" fmla="*/ 2180268 h 8402012"/>
              <a:gd name="connsiteX4298" fmla="*/ 10695937 w 21052571"/>
              <a:gd name="connsiteY4298" fmla="*/ 2175627 h 8402012"/>
              <a:gd name="connsiteX4299" fmla="*/ 10577146 w 21052571"/>
              <a:gd name="connsiteY4299" fmla="*/ 2278994 h 8402012"/>
              <a:gd name="connsiteX4300" fmla="*/ 10743729 w 21052571"/>
              <a:gd name="connsiteY4300" fmla="*/ 2182276 h 8402012"/>
              <a:gd name="connsiteX4301" fmla="*/ 10695937 w 21052571"/>
              <a:gd name="connsiteY4301" fmla="*/ 2175627 h 8402012"/>
              <a:gd name="connsiteX4302" fmla="*/ 16337056 w 21052571"/>
              <a:gd name="connsiteY4302" fmla="*/ 2173999 h 8402012"/>
              <a:gd name="connsiteX4303" fmla="*/ 16346036 w 21052571"/>
              <a:gd name="connsiteY4303" fmla="*/ 2183630 h 8402012"/>
              <a:gd name="connsiteX4304" fmla="*/ 16339536 w 21052571"/>
              <a:gd name="connsiteY4304" fmla="*/ 2197569 h 8402012"/>
              <a:gd name="connsiteX4305" fmla="*/ 16341268 w 21052571"/>
              <a:gd name="connsiteY4305" fmla="*/ 2198879 h 8402012"/>
              <a:gd name="connsiteX4306" fmla="*/ 16304374 w 21052571"/>
              <a:gd name="connsiteY4306" fmla="*/ 2180265 h 8402012"/>
              <a:gd name="connsiteX4307" fmla="*/ 16322820 w 21052571"/>
              <a:gd name="connsiteY4307" fmla="*/ 2184919 h 8402012"/>
              <a:gd name="connsiteX4308" fmla="*/ 16338004 w 21052571"/>
              <a:gd name="connsiteY4308" fmla="*/ 2196409 h 8402012"/>
              <a:gd name="connsiteX4309" fmla="*/ 16328074 w 21052571"/>
              <a:gd name="connsiteY4309" fmla="*/ 2183630 h 8402012"/>
              <a:gd name="connsiteX4310" fmla="*/ 16337056 w 21052571"/>
              <a:gd name="connsiteY4310" fmla="*/ 2173999 h 8402012"/>
              <a:gd name="connsiteX4311" fmla="*/ 16457660 w 21052571"/>
              <a:gd name="connsiteY4311" fmla="*/ 2170178 h 8402012"/>
              <a:gd name="connsiteX4312" fmla="*/ 16473190 w 21052571"/>
              <a:gd name="connsiteY4312" fmla="*/ 2174357 h 8402012"/>
              <a:gd name="connsiteX4313" fmla="*/ 16575380 w 21052571"/>
              <a:gd name="connsiteY4313" fmla="*/ 2206970 h 8402012"/>
              <a:gd name="connsiteX4314" fmla="*/ 16685100 w 21052571"/>
              <a:gd name="connsiteY4314" fmla="*/ 2233059 h 8402012"/>
              <a:gd name="connsiteX4315" fmla="*/ 16710916 w 21052571"/>
              <a:gd name="connsiteY4315" fmla="*/ 2278716 h 8402012"/>
              <a:gd name="connsiteX4316" fmla="*/ 16408650 w 21052571"/>
              <a:gd name="connsiteY4316" fmla="*/ 2200446 h 8402012"/>
              <a:gd name="connsiteX4317" fmla="*/ 16457660 w 21052571"/>
              <a:gd name="connsiteY4317" fmla="*/ 2170178 h 8402012"/>
              <a:gd name="connsiteX4318" fmla="*/ 18613643 w 21052571"/>
              <a:gd name="connsiteY4318" fmla="*/ 2164301 h 8402012"/>
              <a:gd name="connsiteX4319" fmla="*/ 18620751 w 21052571"/>
              <a:gd name="connsiteY4319" fmla="*/ 2167294 h 8402012"/>
              <a:gd name="connsiteX4320" fmla="*/ 18612627 w 21052571"/>
              <a:gd name="connsiteY4320" fmla="*/ 2179269 h 8402012"/>
              <a:gd name="connsiteX4321" fmla="*/ 18613643 w 21052571"/>
              <a:gd name="connsiteY4321" fmla="*/ 2164301 h 8402012"/>
              <a:gd name="connsiteX4322" fmla="*/ 14522234 w 21052571"/>
              <a:gd name="connsiteY4322" fmla="*/ 2151829 h 8402012"/>
              <a:gd name="connsiteX4323" fmla="*/ 14559126 w 21052571"/>
              <a:gd name="connsiteY4323" fmla="*/ 2170631 h 8402012"/>
              <a:gd name="connsiteX4324" fmla="*/ 14522234 w 21052571"/>
              <a:gd name="connsiteY4324" fmla="*/ 2217080 h 8402012"/>
              <a:gd name="connsiteX4325" fmla="*/ 14522234 w 21052571"/>
              <a:gd name="connsiteY4325" fmla="*/ 2151829 h 8402012"/>
              <a:gd name="connsiteX4326" fmla="*/ 13697520 w 21052571"/>
              <a:gd name="connsiteY4326" fmla="*/ 2151828 h 8402012"/>
              <a:gd name="connsiteX4327" fmla="*/ 13715427 w 21052571"/>
              <a:gd name="connsiteY4327" fmla="*/ 2183898 h 8402012"/>
              <a:gd name="connsiteX4328" fmla="*/ 13697520 w 21052571"/>
              <a:gd name="connsiteY4328" fmla="*/ 2151828 h 8402012"/>
              <a:gd name="connsiteX4329" fmla="*/ 11318172 w 21052571"/>
              <a:gd name="connsiteY4329" fmla="*/ 2151828 h 8402012"/>
              <a:gd name="connsiteX4330" fmla="*/ 11336134 w 21052571"/>
              <a:gd name="connsiteY4330" fmla="*/ 2183898 h 8402012"/>
              <a:gd name="connsiteX4331" fmla="*/ 11318172 w 21052571"/>
              <a:gd name="connsiteY4331" fmla="*/ 2151828 h 8402012"/>
              <a:gd name="connsiteX4332" fmla="*/ 16147962 w 21052571"/>
              <a:gd name="connsiteY4332" fmla="*/ 2151828 h 8402012"/>
              <a:gd name="connsiteX4333" fmla="*/ 16165868 w 21052571"/>
              <a:gd name="connsiteY4333" fmla="*/ 2183897 h 8402012"/>
              <a:gd name="connsiteX4334" fmla="*/ 16147962 w 21052571"/>
              <a:gd name="connsiteY4334" fmla="*/ 2151828 h 8402012"/>
              <a:gd name="connsiteX4335" fmla="*/ 12500908 w 21052571"/>
              <a:gd name="connsiteY4335" fmla="*/ 2151111 h 8402012"/>
              <a:gd name="connsiteX4336" fmla="*/ 12546046 w 21052571"/>
              <a:gd name="connsiteY4336" fmla="*/ 2182276 h 8402012"/>
              <a:gd name="connsiteX4337" fmla="*/ 12500908 w 21052571"/>
              <a:gd name="connsiteY4337" fmla="*/ 2151111 h 8402012"/>
              <a:gd name="connsiteX4338" fmla="*/ 12014056 w 21052571"/>
              <a:gd name="connsiteY4338" fmla="*/ 2151111 h 8402012"/>
              <a:gd name="connsiteX4339" fmla="*/ 12014056 w 21052571"/>
              <a:gd name="connsiteY4339" fmla="*/ 2246753 h 8402012"/>
              <a:gd name="connsiteX4340" fmla="*/ 11956021 w 21052571"/>
              <a:gd name="connsiteY4340" fmla="*/ 2246753 h 8402012"/>
              <a:gd name="connsiteX4341" fmla="*/ 12014056 w 21052571"/>
              <a:gd name="connsiteY4341" fmla="*/ 2278994 h 8402012"/>
              <a:gd name="connsiteX4342" fmla="*/ 12122604 w 21052571"/>
              <a:gd name="connsiteY4342" fmla="*/ 2278994 h 8402012"/>
              <a:gd name="connsiteX4343" fmla="*/ 12116155 w 21052571"/>
              <a:gd name="connsiteY4343" fmla="*/ 2240307 h 8402012"/>
              <a:gd name="connsiteX4344" fmla="*/ 12077465 w 21052571"/>
              <a:gd name="connsiteY4344" fmla="*/ 2233859 h 8402012"/>
              <a:gd name="connsiteX4345" fmla="*/ 12014056 w 21052571"/>
              <a:gd name="connsiteY4345" fmla="*/ 2151111 h 8402012"/>
              <a:gd name="connsiteX4346" fmla="*/ 14635094 w 21052571"/>
              <a:gd name="connsiteY4346" fmla="*/ 2143357 h 8402012"/>
              <a:gd name="connsiteX4347" fmla="*/ 14682280 w 21052571"/>
              <a:gd name="connsiteY4347" fmla="*/ 2149120 h 8402012"/>
              <a:gd name="connsiteX4348" fmla="*/ 14602808 w 21052571"/>
              <a:gd name="connsiteY4348" fmla="*/ 2180210 h 8402012"/>
              <a:gd name="connsiteX4349" fmla="*/ 14635094 w 21052571"/>
              <a:gd name="connsiteY4349" fmla="*/ 2143357 h 8402012"/>
              <a:gd name="connsiteX4350" fmla="*/ 15190046 w 21052571"/>
              <a:gd name="connsiteY4350" fmla="*/ 2132885 h 8402012"/>
              <a:gd name="connsiteX4351" fmla="*/ 15233206 w 21052571"/>
              <a:gd name="connsiteY4351" fmla="*/ 2173044 h 8402012"/>
              <a:gd name="connsiteX4352" fmla="*/ 15280844 w 21052571"/>
              <a:gd name="connsiteY4352" fmla="*/ 2185551 h 8402012"/>
              <a:gd name="connsiteX4353" fmla="*/ 15285276 w 21052571"/>
              <a:gd name="connsiteY4353" fmla="*/ 2209141 h 8402012"/>
              <a:gd name="connsiteX4354" fmla="*/ 15299802 w 21052571"/>
              <a:gd name="connsiteY4354" fmla="*/ 2215586 h 8402012"/>
              <a:gd name="connsiteX4355" fmla="*/ 15294960 w 21052571"/>
              <a:gd name="connsiteY4355" fmla="*/ 2192225 h 8402012"/>
              <a:gd name="connsiteX4356" fmla="*/ 15286416 w 21052571"/>
              <a:gd name="connsiteY4356" fmla="*/ 2187014 h 8402012"/>
              <a:gd name="connsiteX4357" fmla="*/ 15288370 w 21052571"/>
              <a:gd name="connsiteY4357" fmla="*/ 2187525 h 8402012"/>
              <a:gd name="connsiteX4358" fmla="*/ 15395570 w 21052571"/>
              <a:gd name="connsiteY4358" fmla="*/ 2189810 h 8402012"/>
              <a:gd name="connsiteX4359" fmla="*/ 15652742 w 21052571"/>
              <a:gd name="connsiteY4359" fmla="*/ 2247805 h 8402012"/>
              <a:gd name="connsiteX4360" fmla="*/ 15906954 w 21052571"/>
              <a:gd name="connsiteY4360" fmla="*/ 2327420 h 8402012"/>
              <a:gd name="connsiteX4361" fmla="*/ 16083400 w 21052571"/>
              <a:gd name="connsiteY4361" fmla="*/ 2390971 h 8402012"/>
              <a:gd name="connsiteX4362" fmla="*/ 16078862 w 21052571"/>
              <a:gd name="connsiteY4362" fmla="*/ 2383508 h 8402012"/>
              <a:gd name="connsiteX4363" fmla="*/ 16090088 w 21052571"/>
              <a:gd name="connsiteY4363" fmla="*/ 2369862 h 8402012"/>
              <a:gd name="connsiteX4364" fmla="*/ 16090088 w 21052571"/>
              <a:gd name="connsiteY4364" fmla="*/ 2385915 h 8402012"/>
              <a:gd name="connsiteX4365" fmla="*/ 16090088 w 21052571"/>
              <a:gd name="connsiteY4365" fmla="*/ 2393380 h 8402012"/>
              <a:gd name="connsiteX4366" fmla="*/ 16166010 w 21052571"/>
              <a:gd name="connsiteY4366" fmla="*/ 2420726 h 8402012"/>
              <a:gd name="connsiteX4367" fmla="*/ 16416724 w 21052571"/>
              <a:gd name="connsiteY4367" fmla="*/ 2517388 h 8402012"/>
              <a:gd name="connsiteX4368" fmla="*/ 16539392 w 21052571"/>
              <a:gd name="connsiteY4368" fmla="*/ 2548535 h 8402012"/>
              <a:gd name="connsiteX4369" fmla="*/ 16571674 w 21052571"/>
              <a:gd name="connsiteY4369" fmla="*/ 2600090 h 8402012"/>
              <a:gd name="connsiteX4370" fmla="*/ 16641616 w 21052571"/>
              <a:gd name="connsiteY4370" fmla="*/ 2651642 h 8402012"/>
              <a:gd name="connsiteX4371" fmla="*/ 16751372 w 21052571"/>
              <a:gd name="connsiteY4371" fmla="*/ 2683863 h 8402012"/>
              <a:gd name="connsiteX4372" fmla="*/ 16814859 w 21052571"/>
              <a:gd name="connsiteY4372" fmla="*/ 2735416 h 8402012"/>
              <a:gd name="connsiteX4373" fmla="*/ 16905243 w 21052571"/>
              <a:gd name="connsiteY4373" fmla="*/ 2785893 h 8402012"/>
              <a:gd name="connsiteX4374" fmla="*/ 16449006 w 21052571"/>
              <a:gd name="connsiteY4374" fmla="*/ 2632309 h 8402012"/>
              <a:gd name="connsiteX4375" fmla="*/ 16507112 w 21052571"/>
              <a:gd name="connsiteY4375" fmla="*/ 2587200 h 8402012"/>
              <a:gd name="connsiteX4376" fmla="*/ 16410268 w 21052571"/>
              <a:gd name="connsiteY4376" fmla="*/ 2600090 h 8402012"/>
              <a:gd name="connsiteX4377" fmla="*/ 16429638 w 21052571"/>
              <a:gd name="connsiteY4377" fmla="*/ 2567868 h 8402012"/>
              <a:gd name="connsiteX4378" fmla="*/ 15614004 w 21052571"/>
              <a:gd name="connsiteY4378" fmla="*/ 2280027 h 8402012"/>
              <a:gd name="connsiteX4379" fmla="*/ 15421394 w 21052571"/>
              <a:gd name="connsiteY4379" fmla="*/ 2228474 h 8402012"/>
              <a:gd name="connsiteX4380" fmla="*/ 15356832 w 21052571"/>
              <a:gd name="connsiteY4380" fmla="*/ 2215586 h 8402012"/>
              <a:gd name="connsiteX4381" fmla="*/ 15324550 w 21052571"/>
              <a:gd name="connsiteY4381" fmla="*/ 2267140 h 8402012"/>
              <a:gd name="connsiteX4382" fmla="*/ 15138398 w 21052571"/>
              <a:gd name="connsiteY4382" fmla="*/ 2202698 h 8402012"/>
              <a:gd name="connsiteX4383" fmla="*/ 14939331 w 21052571"/>
              <a:gd name="connsiteY4383" fmla="*/ 2139329 h 8402012"/>
              <a:gd name="connsiteX4384" fmla="*/ 15190046 w 21052571"/>
              <a:gd name="connsiteY4384" fmla="*/ 2132885 h 8402012"/>
              <a:gd name="connsiteX4385" fmla="*/ 14919346 w 21052571"/>
              <a:gd name="connsiteY4385" fmla="*/ 2125419 h 8402012"/>
              <a:gd name="connsiteX4386" fmla="*/ 14882454 w 21052571"/>
              <a:gd name="connsiteY4386" fmla="*/ 2152503 h 8402012"/>
              <a:gd name="connsiteX4387" fmla="*/ 14919346 w 21052571"/>
              <a:gd name="connsiteY4387" fmla="*/ 2125419 h 8402012"/>
              <a:gd name="connsiteX4388" fmla="*/ 18508351 w 21052571"/>
              <a:gd name="connsiteY4388" fmla="*/ 2125419 h 8402012"/>
              <a:gd name="connsiteX4389" fmla="*/ 18545243 w 21052571"/>
              <a:gd name="connsiteY4389" fmla="*/ 2152502 h 8402012"/>
              <a:gd name="connsiteX4390" fmla="*/ 18508351 w 21052571"/>
              <a:gd name="connsiteY4390" fmla="*/ 2125419 h 8402012"/>
              <a:gd name="connsiteX4391" fmla="*/ 16261716 w 21052571"/>
              <a:gd name="connsiteY4391" fmla="*/ 2123390 h 8402012"/>
              <a:gd name="connsiteX4392" fmla="*/ 16279678 w 21052571"/>
              <a:gd name="connsiteY4392" fmla="*/ 2150689 h 8402012"/>
              <a:gd name="connsiteX4393" fmla="*/ 16261716 w 21052571"/>
              <a:gd name="connsiteY4393" fmla="*/ 2123390 h 8402012"/>
              <a:gd name="connsiteX4394" fmla="*/ 18693203 w 21052571"/>
              <a:gd name="connsiteY4394" fmla="*/ 2123389 h 8402012"/>
              <a:gd name="connsiteX4395" fmla="*/ 18711167 w 21052571"/>
              <a:gd name="connsiteY4395" fmla="*/ 2150689 h 8402012"/>
              <a:gd name="connsiteX4396" fmla="*/ 18693203 w 21052571"/>
              <a:gd name="connsiteY4396" fmla="*/ 2123389 h 8402012"/>
              <a:gd name="connsiteX4397" fmla="*/ 16123246 w 21052571"/>
              <a:gd name="connsiteY4397" fmla="*/ 2118775 h 8402012"/>
              <a:gd name="connsiteX4398" fmla="*/ 16125026 w 21052571"/>
              <a:gd name="connsiteY4398" fmla="*/ 2121793 h 8402012"/>
              <a:gd name="connsiteX4399" fmla="*/ 16126884 w 21052571"/>
              <a:gd name="connsiteY4399" fmla="*/ 2124947 h 8402012"/>
              <a:gd name="connsiteX4400" fmla="*/ 16122316 w 21052571"/>
              <a:gd name="connsiteY4400" fmla="*/ 2117209 h 8402012"/>
              <a:gd name="connsiteX4401" fmla="*/ 16122626 w 21052571"/>
              <a:gd name="connsiteY4401" fmla="*/ 2117724 h 8402012"/>
              <a:gd name="connsiteX4402" fmla="*/ 16123246 w 21052571"/>
              <a:gd name="connsiteY4402" fmla="*/ 2118775 h 8402012"/>
              <a:gd name="connsiteX4403" fmla="*/ 12411705 w 21052571"/>
              <a:gd name="connsiteY4403" fmla="*/ 2105976 h 8402012"/>
              <a:gd name="connsiteX4404" fmla="*/ 12314980 w 21052571"/>
              <a:gd name="connsiteY4404" fmla="*/ 2169380 h 8402012"/>
              <a:gd name="connsiteX4405" fmla="*/ 12373015 w 21052571"/>
              <a:gd name="connsiteY4405" fmla="*/ 2220961 h 8402012"/>
              <a:gd name="connsiteX4406" fmla="*/ 12449321 w 21052571"/>
              <a:gd name="connsiteY4406" fmla="*/ 2201616 h 8402012"/>
              <a:gd name="connsiteX4407" fmla="*/ 12392360 w 21052571"/>
              <a:gd name="connsiteY4407" fmla="*/ 2138215 h 8402012"/>
              <a:gd name="connsiteX4408" fmla="*/ 12411705 w 21052571"/>
              <a:gd name="connsiteY4408" fmla="*/ 2105976 h 8402012"/>
              <a:gd name="connsiteX4409" fmla="*/ 17981247 w 21052571"/>
              <a:gd name="connsiteY4409" fmla="*/ 2101373 h 8402012"/>
              <a:gd name="connsiteX4410" fmla="*/ 17963283 w 21052571"/>
              <a:gd name="connsiteY4410" fmla="*/ 2127057 h 8402012"/>
              <a:gd name="connsiteX4411" fmla="*/ 17981247 w 21052571"/>
              <a:gd name="connsiteY4411" fmla="*/ 2101373 h 8402012"/>
              <a:gd name="connsiteX4412" fmla="*/ 17104207 w 21052571"/>
              <a:gd name="connsiteY4412" fmla="*/ 2099691 h 8402012"/>
              <a:gd name="connsiteX4413" fmla="*/ 17136791 w 21052571"/>
              <a:gd name="connsiteY4413" fmla="*/ 2112489 h 8402012"/>
              <a:gd name="connsiteX4414" fmla="*/ 17194359 w 21052571"/>
              <a:gd name="connsiteY4414" fmla="*/ 2131685 h 8402012"/>
              <a:gd name="connsiteX4415" fmla="*/ 17220427 w 21052571"/>
              <a:gd name="connsiteY4415" fmla="*/ 2194605 h 8402012"/>
              <a:gd name="connsiteX4416" fmla="*/ 17091171 w 21052571"/>
              <a:gd name="connsiteY4416" fmla="*/ 2150880 h 8402012"/>
              <a:gd name="connsiteX4417" fmla="*/ 17104207 w 21052571"/>
              <a:gd name="connsiteY4417" fmla="*/ 2099691 h 8402012"/>
              <a:gd name="connsiteX4418" fmla="*/ 14260920 w 21052571"/>
              <a:gd name="connsiteY4418" fmla="*/ 2099689 h 8402012"/>
              <a:gd name="connsiteX4419" fmla="*/ 14292950 w 21052571"/>
              <a:gd name="connsiteY4419" fmla="*/ 2151828 h 8402012"/>
              <a:gd name="connsiteX4420" fmla="*/ 14362347 w 21052571"/>
              <a:gd name="connsiteY4420" fmla="*/ 2144225 h 8402012"/>
              <a:gd name="connsiteX4421" fmla="*/ 14502209 w 21052571"/>
              <a:gd name="connsiteY4421" fmla="*/ 2170292 h 8402012"/>
              <a:gd name="connsiteX4422" fmla="*/ 14190455 w 21052571"/>
              <a:gd name="connsiteY4422" fmla="*/ 2170292 h 8402012"/>
              <a:gd name="connsiteX4423" fmla="*/ 14260920 w 21052571"/>
              <a:gd name="connsiteY4423" fmla="*/ 2099689 h 8402012"/>
              <a:gd name="connsiteX4424" fmla="*/ 14133574 w 21052571"/>
              <a:gd name="connsiteY4424" fmla="*/ 2094952 h 8402012"/>
              <a:gd name="connsiteX4425" fmla="*/ 14146699 w 21052571"/>
              <a:gd name="connsiteY4425" fmla="*/ 2127058 h 8402012"/>
              <a:gd name="connsiteX4426" fmla="*/ 14133574 w 21052571"/>
              <a:gd name="connsiteY4426" fmla="*/ 2094952 h 8402012"/>
              <a:gd name="connsiteX4427" fmla="*/ 14190452 w 21052571"/>
              <a:gd name="connsiteY4427" fmla="*/ 2094952 h 8402012"/>
              <a:gd name="connsiteX4428" fmla="*/ 14203577 w 21052571"/>
              <a:gd name="connsiteY4428" fmla="*/ 2127058 h 8402012"/>
              <a:gd name="connsiteX4429" fmla="*/ 14190452 w 21052571"/>
              <a:gd name="connsiteY4429" fmla="*/ 2094952 h 8402012"/>
              <a:gd name="connsiteX4430" fmla="*/ 12431051 w 21052571"/>
              <a:gd name="connsiteY4430" fmla="*/ 2093081 h 8402012"/>
              <a:gd name="connsiteX4431" fmla="*/ 12449321 w 21052571"/>
              <a:gd name="connsiteY4431" fmla="*/ 2125320 h 8402012"/>
              <a:gd name="connsiteX4432" fmla="*/ 12431051 w 21052571"/>
              <a:gd name="connsiteY4432" fmla="*/ 2093081 h 8402012"/>
              <a:gd name="connsiteX4433" fmla="*/ 14837330 w 21052571"/>
              <a:gd name="connsiteY4433" fmla="*/ 2086762 h 8402012"/>
              <a:gd name="connsiteX4434" fmla="*/ 14867131 w 21052571"/>
              <a:gd name="connsiteY4434" fmla="*/ 2124830 h 8402012"/>
              <a:gd name="connsiteX4435" fmla="*/ 14787662 w 21052571"/>
              <a:gd name="connsiteY4435" fmla="*/ 2092433 h 8402012"/>
              <a:gd name="connsiteX4436" fmla="*/ 14837330 w 21052571"/>
              <a:gd name="connsiteY4436" fmla="*/ 2086762 h 8402012"/>
              <a:gd name="connsiteX4437" fmla="*/ 16969903 w 21052571"/>
              <a:gd name="connsiteY4437" fmla="*/ 2068083 h 8402012"/>
              <a:gd name="connsiteX4438" fmla="*/ 17075879 w 21052571"/>
              <a:gd name="connsiteY4438" fmla="*/ 2108129 h 8402012"/>
              <a:gd name="connsiteX4439" fmla="*/ 16922363 w 21052571"/>
              <a:gd name="connsiteY4439" fmla="*/ 2141243 h 8402012"/>
              <a:gd name="connsiteX4440" fmla="*/ 16961011 w 21052571"/>
              <a:gd name="connsiteY4440" fmla="*/ 2094884 h 8402012"/>
              <a:gd name="connsiteX4441" fmla="*/ 16909483 w 21052571"/>
              <a:gd name="connsiteY4441" fmla="*/ 2127997 h 8402012"/>
              <a:gd name="connsiteX4442" fmla="*/ 16825747 w 21052571"/>
              <a:gd name="connsiteY4442" fmla="*/ 2108129 h 8402012"/>
              <a:gd name="connsiteX4443" fmla="*/ 16905459 w 21052571"/>
              <a:gd name="connsiteY4443" fmla="*/ 2068083 h 8402012"/>
              <a:gd name="connsiteX4444" fmla="*/ 16935247 w 21052571"/>
              <a:gd name="connsiteY4444" fmla="*/ 2068393 h 8402012"/>
              <a:gd name="connsiteX4445" fmla="*/ 16969903 w 21052571"/>
              <a:gd name="connsiteY4445" fmla="*/ 2068083 h 8402012"/>
              <a:gd name="connsiteX4446" fmla="*/ 13882368 w 21052571"/>
              <a:gd name="connsiteY4446" fmla="*/ 2061772 h 8402012"/>
              <a:gd name="connsiteX4447" fmla="*/ 13900330 w 21052571"/>
              <a:gd name="connsiteY4447" fmla="*/ 2093881 h 8402012"/>
              <a:gd name="connsiteX4448" fmla="*/ 13882368 w 21052571"/>
              <a:gd name="connsiteY4448" fmla="*/ 2061772 h 8402012"/>
              <a:gd name="connsiteX4449" fmla="*/ 14602808 w 21052571"/>
              <a:gd name="connsiteY4449" fmla="*/ 2061772 h 8402012"/>
              <a:gd name="connsiteX4450" fmla="*/ 14620770 w 21052571"/>
              <a:gd name="connsiteY4450" fmla="*/ 2093881 h 8402012"/>
              <a:gd name="connsiteX4451" fmla="*/ 14602808 w 21052571"/>
              <a:gd name="connsiteY4451" fmla="*/ 2061772 h 8402012"/>
              <a:gd name="connsiteX4452" fmla="*/ 14640725 w 21052571"/>
              <a:gd name="connsiteY4452" fmla="*/ 2061772 h 8402012"/>
              <a:gd name="connsiteX4453" fmla="*/ 14658687 w 21052571"/>
              <a:gd name="connsiteY4453" fmla="*/ 2093880 h 8402012"/>
              <a:gd name="connsiteX4454" fmla="*/ 14640725 w 21052571"/>
              <a:gd name="connsiteY4454" fmla="*/ 2061772 h 8402012"/>
              <a:gd name="connsiteX4455" fmla="*/ 15787742 w 21052571"/>
              <a:gd name="connsiteY4455" fmla="*/ 2061771 h 8402012"/>
              <a:gd name="connsiteX4456" fmla="*/ 15805704 w 21052571"/>
              <a:gd name="connsiteY4456" fmla="*/ 2093880 h 8402012"/>
              <a:gd name="connsiteX4457" fmla="*/ 15787742 w 21052571"/>
              <a:gd name="connsiteY4457" fmla="*/ 2061771 h 8402012"/>
              <a:gd name="connsiteX4458" fmla="*/ 18584187 w 21052571"/>
              <a:gd name="connsiteY4458" fmla="*/ 2061771 h 8402012"/>
              <a:gd name="connsiteX4459" fmla="*/ 18602151 w 21052571"/>
              <a:gd name="connsiteY4459" fmla="*/ 2093880 h 8402012"/>
              <a:gd name="connsiteX4460" fmla="*/ 18584187 w 21052571"/>
              <a:gd name="connsiteY4460" fmla="*/ 2061771 h 8402012"/>
              <a:gd name="connsiteX4461" fmla="*/ 14076700 w 21052571"/>
              <a:gd name="connsiteY4461" fmla="*/ 2061769 h 8402012"/>
              <a:gd name="connsiteX4462" fmla="*/ 14113564 w 21052571"/>
              <a:gd name="connsiteY4462" fmla="*/ 2092513 h 8402012"/>
              <a:gd name="connsiteX4463" fmla="*/ 14076700 w 21052571"/>
              <a:gd name="connsiteY4463" fmla="*/ 2061769 h 8402012"/>
              <a:gd name="connsiteX4464" fmla="*/ 12597633 w 21052571"/>
              <a:gd name="connsiteY4464" fmla="*/ 2060841 h 8402012"/>
              <a:gd name="connsiteX4465" fmla="*/ 12616978 w 21052571"/>
              <a:gd name="connsiteY4465" fmla="*/ 2093081 h 8402012"/>
              <a:gd name="connsiteX4466" fmla="*/ 12597633 w 21052571"/>
              <a:gd name="connsiteY4466" fmla="*/ 2060841 h 8402012"/>
              <a:gd name="connsiteX4467" fmla="*/ 11089791 w 21052571"/>
              <a:gd name="connsiteY4467" fmla="*/ 2060841 h 8402012"/>
              <a:gd name="connsiteX4468" fmla="*/ 10994140 w 21052571"/>
              <a:gd name="connsiteY4468" fmla="*/ 2080184 h 8402012"/>
              <a:gd name="connsiteX4469" fmla="*/ 10910311 w 21052571"/>
              <a:gd name="connsiteY4469" fmla="*/ 2118874 h 8402012"/>
              <a:gd name="connsiteX4470" fmla="*/ 11000588 w 21052571"/>
              <a:gd name="connsiteY4470" fmla="*/ 2099528 h 8402012"/>
              <a:gd name="connsiteX4471" fmla="*/ 11089791 w 21052571"/>
              <a:gd name="connsiteY4471" fmla="*/ 2093081 h 8402012"/>
              <a:gd name="connsiteX4472" fmla="*/ 11089791 w 21052571"/>
              <a:gd name="connsiteY4472" fmla="*/ 2060841 h 8402012"/>
              <a:gd name="connsiteX4473" fmla="*/ 14582825 w 21052571"/>
              <a:gd name="connsiteY4473" fmla="*/ 2058905 h 8402012"/>
              <a:gd name="connsiteX4474" fmla="*/ 14545933 w 21052571"/>
              <a:gd name="connsiteY4474" fmla="*/ 2091973 h 8402012"/>
              <a:gd name="connsiteX4475" fmla="*/ 14582825 w 21052571"/>
              <a:gd name="connsiteY4475" fmla="*/ 2058905 h 8402012"/>
              <a:gd name="connsiteX4476" fmla="*/ 16127910 w 21052571"/>
              <a:gd name="connsiteY4476" fmla="*/ 2047554 h 8402012"/>
              <a:gd name="connsiteX4477" fmla="*/ 16122178 w 21052571"/>
              <a:gd name="connsiteY4477" fmla="*/ 2116971 h 8402012"/>
              <a:gd name="connsiteX4478" fmla="*/ 16121348 w 21052571"/>
              <a:gd name="connsiteY4478" fmla="*/ 2127023 h 8402012"/>
              <a:gd name="connsiteX4479" fmla="*/ 16120838 w 21052571"/>
              <a:gd name="connsiteY4479" fmla="*/ 2114693 h 8402012"/>
              <a:gd name="connsiteX4480" fmla="*/ 16114788 w 21052571"/>
              <a:gd name="connsiteY4480" fmla="*/ 2104432 h 8402012"/>
              <a:gd name="connsiteX4481" fmla="*/ 16118628 w 21052571"/>
              <a:gd name="connsiteY4481" fmla="*/ 2110942 h 8402012"/>
              <a:gd name="connsiteX4482" fmla="*/ 16120838 w 21052571"/>
              <a:gd name="connsiteY4482" fmla="*/ 2114693 h 8402012"/>
              <a:gd name="connsiteX4483" fmla="*/ 16119708 w 21052571"/>
              <a:gd name="connsiteY4483" fmla="*/ 2087288 h 8402012"/>
              <a:gd name="connsiteX4484" fmla="*/ 16127910 w 21052571"/>
              <a:gd name="connsiteY4484" fmla="*/ 2047554 h 8402012"/>
              <a:gd name="connsiteX4485" fmla="*/ 12841596 w 21052571"/>
              <a:gd name="connsiteY4485" fmla="*/ 2035049 h 8402012"/>
              <a:gd name="connsiteX4486" fmla="*/ 12859867 w 21052571"/>
              <a:gd name="connsiteY4486" fmla="*/ 2060841 h 8402012"/>
              <a:gd name="connsiteX4487" fmla="*/ 12841596 w 21052571"/>
              <a:gd name="connsiteY4487" fmla="*/ 2035049 h 8402012"/>
              <a:gd name="connsiteX4488" fmla="*/ 11109136 w 21052571"/>
              <a:gd name="connsiteY4488" fmla="*/ 2035049 h 8402012"/>
              <a:gd name="connsiteX4489" fmla="*/ 11128481 w 21052571"/>
              <a:gd name="connsiteY4489" fmla="*/ 2060841 h 8402012"/>
              <a:gd name="connsiteX4490" fmla="*/ 11109136 w 21052571"/>
              <a:gd name="connsiteY4490" fmla="*/ 2035049 h 8402012"/>
              <a:gd name="connsiteX4491" fmla="*/ 14394263 w 21052571"/>
              <a:gd name="connsiteY4491" fmla="*/ 2033332 h 8402012"/>
              <a:gd name="connsiteX4492" fmla="*/ 14426372 w 21052571"/>
              <a:gd name="connsiteY4492" fmla="*/ 2033332 h 8402012"/>
              <a:gd name="connsiteX4493" fmla="*/ 14426372 w 21052571"/>
              <a:gd name="connsiteY4493" fmla="*/ 2089176 h 8402012"/>
              <a:gd name="connsiteX4494" fmla="*/ 14394263 w 21052571"/>
              <a:gd name="connsiteY4494" fmla="*/ 2089176 h 8402012"/>
              <a:gd name="connsiteX4495" fmla="*/ 14394263 w 21052571"/>
              <a:gd name="connsiteY4495" fmla="*/ 2033332 h 8402012"/>
              <a:gd name="connsiteX4496" fmla="*/ 19829743 w 21052571"/>
              <a:gd name="connsiteY4496" fmla="*/ 2033331 h 8402012"/>
              <a:gd name="connsiteX4497" fmla="*/ 19811783 w 21052571"/>
              <a:gd name="connsiteY4497" fmla="*/ 2060630 h 8402012"/>
              <a:gd name="connsiteX4498" fmla="*/ 19829743 w 21052571"/>
              <a:gd name="connsiteY4498" fmla="*/ 2033331 h 8402012"/>
              <a:gd name="connsiteX4499" fmla="*/ 11178456 w 21052571"/>
              <a:gd name="connsiteY4499" fmla="*/ 2031019 h 8402012"/>
              <a:gd name="connsiteX4500" fmla="*/ 11147826 w 21052571"/>
              <a:gd name="connsiteY4500" fmla="*/ 2035049 h 8402012"/>
              <a:gd name="connsiteX4501" fmla="*/ 11199413 w 21052571"/>
              <a:gd name="connsiteY4501" fmla="*/ 2060841 h 8402012"/>
              <a:gd name="connsiteX4502" fmla="*/ 11178456 w 21052571"/>
              <a:gd name="connsiteY4502" fmla="*/ 2031019 h 8402012"/>
              <a:gd name="connsiteX4503" fmla="*/ 16039142 w 21052571"/>
              <a:gd name="connsiteY4503" fmla="*/ 2016016 h 8402012"/>
              <a:gd name="connsiteX4504" fmla="*/ 16071062 w 21052571"/>
              <a:gd name="connsiteY4504" fmla="*/ 2060704 h 8402012"/>
              <a:gd name="connsiteX4505" fmla="*/ 16019990 w 21052571"/>
              <a:gd name="connsiteY4505" fmla="*/ 2060704 h 8402012"/>
              <a:gd name="connsiteX4506" fmla="*/ 16039142 w 21052571"/>
              <a:gd name="connsiteY4506" fmla="*/ 2016016 h 8402012"/>
              <a:gd name="connsiteX4507" fmla="*/ 12188884 w 21052571"/>
              <a:gd name="connsiteY4507" fmla="*/ 2000155 h 8402012"/>
              <a:gd name="connsiteX4508" fmla="*/ 12208172 w 21052571"/>
              <a:gd name="connsiteY4508" fmla="*/ 2045305 h 8402012"/>
              <a:gd name="connsiteX4509" fmla="*/ 12092441 w 21052571"/>
              <a:gd name="connsiteY4509" fmla="*/ 2038855 h 8402012"/>
              <a:gd name="connsiteX4510" fmla="*/ 12188884 w 21052571"/>
              <a:gd name="connsiteY4510" fmla="*/ 2000155 h 8402012"/>
              <a:gd name="connsiteX4511" fmla="*/ 16166922 w 21052571"/>
              <a:gd name="connsiteY4511" fmla="*/ 2000155 h 8402012"/>
              <a:gd name="connsiteX4512" fmla="*/ 16184884 w 21052571"/>
              <a:gd name="connsiteY4512" fmla="*/ 2032260 h 8402012"/>
              <a:gd name="connsiteX4513" fmla="*/ 16166922 w 21052571"/>
              <a:gd name="connsiteY4513" fmla="*/ 2000155 h 8402012"/>
              <a:gd name="connsiteX4514" fmla="*/ 14299466 w 21052571"/>
              <a:gd name="connsiteY4514" fmla="*/ 2000155 h 8402012"/>
              <a:gd name="connsiteX4515" fmla="*/ 14317428 w 21052571"/>
              <a:gd name="connsiteY4515" fmla="*/ 2032260 h 8402012"/>
              <a:gd name="connsiteX4516" fmla="*/ 14299466 w 21052571"/>
              <a:gd name="connsiteY4516" fmla="*/ 2000155 h 8402012"/>
              <a:gd name="connsiteX4517" fmla="*/ 18451475 w 21052571"/>
              <a:gd name="connsiteY4517" fmla="*/ 2000154 h 8402012"/>
              <a:gd name="connsiteX4518" fmla="*/ 18469435 w 21052571"/>
              <a:gd name="connsiteY4518" fmla="*/ 2032260 h 8402012"/>
              <a:gd name="connsiteX4519" fmla="*/ 18451475 w 21052571"/>
              <a:gd name="connsiteY4519" fmla="*/ 2000154 h 8402012"/>
              <a:gd name="connsiteX4520" fmla="*/ 13031555 w 21052571"/>
              <a:gd name="connsiteY4520" fmla="*/ 1999585 h 8402012"/>
              <a:gd name="connsiteX4521" fmla="*/ 12995282 w 21052571"/>
              <a:gd name="connsiteY4521" fmla="*/ 2002809 h 8402012"/>
              <a:gd name="connsiteX4522" fmla="*/ 13053318 w 21052571"/>
              <a:gd name="connsiteY4522" fmla="*/ 2035049 h 8402012"/>
              <a:gd name="connsiteX4523" fmla="*/ 13031555 w 21052571"/>
              <a:gd name="connsiteY4523" fmla="*/ 1999585 h 8402012"/>
              <a:gd name="connsiteX4524" fmla="*/ 11286197 w 21052571"/>
              <a:gd name="connsiteY4524" fmla="*/ 1997167 h 8402012"/>
              <a:gd name="connsiteX4525" fmla="*/ 11243477 w 21052571"/>
              <a:gd name="connsiteY4525" fmla="*/ 2002809 h 8402012"/>
              <a:gd name="connsiteX4526" fmla="*/ 11314409 w 21052571"/>
              <a:gd name="connsiteY4526" fmla="*/ 2035049 h 8402012"/>
              <a:gd name="connsiteX4527" fmla="*/ 11286197 w 21052571"/>
              <a:gd name="connsiteY4527" fmla="*/ 1997167 h 8402012"/>
              <a:gd name="connsiteX4528" fmla="*/ 14236957 w 21052571"/>
              <a:gd name="connsiteY4528" fmla="*/ 1995551 h 8402012"/>
              <a:gd name="connsiteX4529" fmla="*/ 14284143 w 21052571"/>
              <a:gd name="connsiteY4529" fmla="*/ 2003497 h 8402012"/>
              <a:gd name="connsiteX4530" fmla="*/ 14204671 w 21052571"/>
              <a:gd name="connsiteY4530" fmla="*/ 2035280 h 8402012"/>
              <a:gd name="connsiteX4531" fmla="*/ 14236957 w 21052571"/>
              <a:gd name="connsiteY4531" fmla="*/ 1995551 h 8402012"/>
              <a:gd name="connsiteX4532" fmla="*/ 13735437 w 21052571"/>
              <a:gd name="connsiteY4532" fmla="*/ 1971717 h 8402012"/>
              <a:gd name="connsiteX4533" fmla="*/ 13979312 w 21052571"/>
              <a:gd name="connsiteY4533" fmla="*/ 1971717 h 8402012"/>
              <a:gd name="connsiteX4534" fmla="*/ 13947082 w 21052571"/>
              <a:gd name="connsiteY4534" fmla="*/ 2056220 h 8402012"/>
              <a:gd name="connsiteX4535" fmla="*/ 14056665 w 21052571"/>
              <a:gd name="connsiteY4535" fmla="*/ 2062720 h 8402012"/>
              <a:gd name="connsiteX4536" fmla="*/ 14056665 w 21052571"/>
              <a:gd name="connsiteY4536" fmla="*/ 2127722 h 8402012"/>
              <a:gd name="connsiteX4537" fmla="*/ 13979312 w 21052571"/>
              <a:gd name="connsiteY4537" fmla="*/ 2108222 h 8402012"/>
              <a:gd name="connsiteX4538" fmla="*/ 14056665 w 21052571"/>
              <a:gd name="connsiteY4538" fmla="*/ 2185141 h 8402012"/>
              <a:gd name="connsiteX4539" fmla="*/ 13927744 w 21052571"/>
              <a:gd name="connsiteY4539" fmla="*/ 2185141 h 8402012"/>
              <a:gd name="connsiteX4540" fmla="*/ 13864358 w 21052571"/>
              <a:gd name="connsiteY4540" fmla="*/ 2191641 h 8402012"/>
              <a:gd name="connsiteX4541" fmla="*/ 13877250 w 21052571"/>
              <a:gd name="connsiteY4541" fmla="*/ 2153723 h 8402012"/>
              <a:gd name="connsiteX4542" fmla="*/ 13927744 w 21052571"/>
              <a:gd name="connsiteY4542" fmla="*/ 2114722 h 8402012"/>
              <a:gd name="connsiteX4543" fmla="*/ 13914852 w 21052571"/>
              <a:gd name="connsiteY4543" fmla="*/ 2010719 h 8402012"/>
              <a:gd name="connsiteX4544" fmla="*/ 13838574 w 21052571"/>
              <a:gd name="connsiteY4544" fmla="*/ 2004218 h 8402012"/>
              <a:gd name="connsiteX4545" fmla="*/ 13735437 w 21052571"/>
              <a:gd name="connsiteY4545" fmla="*/ 1971717 h 8402012"/>
              <a:gd name="connsiteX4546" fmla="*/ 14019822 w 21052571"/>
              <a:gd name="connsiteY4546" fmla="*/ 1971714 h 8402012"/>
              <a:gd name="connsiteX4547" fmla="*/ 14056714 w 21052571"/>
              <a:gd name="connsiteY4547" fmla="*/ 1971714 h 8402012"/>
              <a:gd name="connsiteX4548" fmla="*/ 14056714 w 21052571"/>
              <a:gd name="connsiteY4548" fmla="*/ 2036984 h 8402012"/>
              <a:gd name="connsiteX4549" fmla="*/ 14019822 w 21052571"/>
              <a:gd name="connsiteY4549" fmla="*/ 2036984 h 8402012"/>
              <a:gd name="connsiteX4550" fmla="*/ 14019822 w 21052571"/>
              <a:gd name="connsiteY4550" fmla="*/ 1971714 h 8402012"/>
              <a:gd name="connsiteX4551" fmla="*/ 16619262 w 21052571"/>
              <a:gd name="connsiteY4551" fmla="*/ 1970570 h 8402012"/>
              <a:gd name="connsiteX4552" fmla="*/ 16657954 w 21052571"/>
              <a:gd name="connsiteY4552" fmla="*/ 2002809 h 8402012"/>
              <a:gd name="connsiteX4553" fmla="*/ 16619262 w 21052571"/>
              <a:gd name="connsiteY4553" fmla="*/ 1970570 h 8402012"/>
              <a:gd name="connsiteX4554" fmla="*/ 11333754 w 21052571"/>
              <a:gd name="connsiteY4554" fmla="*/ 1970570 h 8402012"/>
              <a:gd name="connsiteX4555" fmla="*/ 11333754 w 21052571"/>
              <a:gd name="connsiteY4555" fmla="*/ 2035049 h 8402012"/>
              <a:gd name="connsiteX4556" fmla="*/ 11391789 w 21052571"/>
              <a:gd name="connsiteY4556" fmla="*/ 1970570 h 8402012"/>
              <a:gd name="connsiteX4557" fmla="*/ 11333754 w 21052571"/>
              <a:gd name="connsiteY4557" fmla="*/ 1970570 h 8402012"/>
              <a:gd name="connsiteX4558" fmla="*/ 18202115 w 21052571"/>
              <a:gd name="connsiteY4558" fmla="*/ 1969073 h 8402012"/>
              <a:gd name="connsiteX4559" fmla="*/ 18222915 w 21052571"/>
              <a:gd name="connsiteY4559" fmla="*/ 2004972 h 8402012"/>
              <a:gd name="connsiteX4560" fmla="*/ 18167091 w 21052571"/>
              <a:gd name="connsiteY4560" fmla="*/ 1972337 h 8402012"/>
              <a:gd name="connsiteX4561" fmla="*/ 18202115 w 21052571"/>
              <a:gd name="connsiteY4561" fmla="*/ 1969073 h 8402012"/>
              <a:gd name="connsiteX4562" fmla="*/ 11696783 w 21052571"/>
              <a:gd name="connsiteY4562" fmla="*/ 1960705 h 8402012"/>
              <a:gd name="connsiteX4563" fmla="*/ 11710433 w 21052571"/>
              <a:gd name="connsiteY4563" fmla="*/ 1970338 h 8402012"/>
              <a:gd name="connsiteX4564" fmla="*/ 11696783 w 21052571"/>
              <a:gd name="connsiteY4564" fmla="*/ 1989603 h 8402012"/>
              <a:gd name="connsiteX4565" fmla="*/ 11683133 w 21052571"/>
              <a:gd name="connsiteY4565" fmla="*/ 1970338 h 8402012"/>
              <a:gd name="connsiteX4566" fmla="*/ 11696783 w 21052571"/>
              <a:gd name="connsiteY4566" fmla="*/ 1960705 h 8402012"/>
              <a:gd name="connsiteX4567" fmla="*/ 12365153 w 21052571"/>
              <a:gd name="connsiteY4567" fmla="*/ 1943012 h 8402012"/>
              <a:gd name="connsiteX4568" fmla="*/ 12374134 w 21052571"/>
              <a:gd name="connsiteY4568" fmla="*/ 1951702 h 8402012"/>
              <a:gd name="connsiteX4569" fmla="*/ 12356172 w 21052571"/>
              <a:gd name="connsiteY4569" fmla="*/ 1951702 h 8402012"/>
              <a:gd name="connsiteX4570" fmla="*/ 12365153 w 21052571"/>
              <a:gd name="connsiteY4570" fmla="*/ 1943012 h 8402012"/>
              <a:gd name="connsiteX4571" fmla="*/ 12421964 w 21052571"/>
              <a:gd name="connsiteY4571" fmla="*/ 1938535 h 8402012"/>
              <a:gd name="connsiteX4572" fmla="*/ 12435614 w 21052571"/>
              <a:gd name="connsiteY4572" fmla="*/ 2003805 h 8402012"/>
              <a:gd name="connsiteX4573" fmla="*/ 12421964 w 21052571"/>
              <a:gd name="connsiteY4573" fmla="*/ 1938535 h 8402012"/>
              <a:gd name="connsiteX4574" fmla="*/ 13318343 w 21052571"/>
              <a:gd name="connsiteY4574" fmla="*/ 1938535 h 8402012"/>
              <a:gd name="connsiteX4575" fmla="*/ 13364638 w 21052571"/>
              <a:gd name="connsiteY4575" fmla="*/ 1971170 h 8402012"/>
              <a:gd name="connsiteX4576" fmla="*/ 13318343 w 21052571"/>
              <a:gd name="connsiteY4576" fmla="*/ 2003805 h 8402012"/>
              <a:gd name="connsiteX4577" fmla="*/ 13318343 w 21052571"/>
              <a:gd name="connsiteY4577" fmla="*/ 1938535 h 8402012"/>
              <a:gd name="connsiteX4578" fmla="*/ 18110215 w 21052571"/>
              <a:gd name="connsiteY4578" fmla="*/ 1938534 h 8402012"/>
              <a:gd name="connsiteX4579" fmla="*/ 18128179 w 21052571"/>
              <a:gd name="connsiteY4579" fmla="*/ 1970643 h 8402012"/>
              <a:gd name="connsiteX4580" fmla="*/ 18110215 w 21052571"/>
              <a:gd name="connsiteY4580" fmla="*/ 1938534 h 8402012"/>
              <a:gd name="connsiteX4581" fmla="*/ 12383475 w 21052571"/>
              <a:gd name="connsiteY4581" fmla="*/ 1938533 h 8402012"/>
              <a:gd name="connsiteX4582" fmla="*/ 12383475 w 21052571"/>
              <a:gd name="connsiteY4582" fmla="*/ 1938533 h 8402012"/>
              <a:gd name="connsiteX4583" fmla="*/ 16540538 w 21052571"/>
              <a:gd name="connsiteY4583" fmla="*/ 1935509 h 8402012"/>
              <a:gd name="connsiteX4584" fmla="*/ 16504266 w 21052571"/>
              <a:gd name="connsiteY4584" fmla="*/ 1938330 h 8402012"/>
              <a:gd name="connsiteX4585" fmla="*/ 16562302 w 21052571"/>
              <a:gd name="connsiteY4585" fmla="*/ 1970570 h 8402012"/>
              <a:gd name="connsiteX4586" fmla="*/ 16540538 w 21052571"/>
              <a:gd name="connsiteY4586" fmla="*/ 1935509 h 8402012"/>
              <a:gd name="connsiteX4587" fmla="*/ 13512141 w 21052571"/>
              <a:gd name="connsiteY4587" fmla="*/ 1934663 h 8402012"/>
              <a:gd name="connsiteX4588" fmla="*/ 13540053 w 21052571"/>
              <a:gd name="connsiteY4588" fmla="*/ 1972809 h 8402012"/>
              <a:gd name="connsiteX4589" fmla="*/ 13465271 w 21052571"/>
              <a:gd name="connsiteY4589" fmla="*/ 1939995 h 8402012"/>
              <a:gd name="connsiteX4590" fmla="*/ 13512141 w 21052571"/>
              <a:gd name="connsiteY4590" fmla="*/ 1934663 h 8402012"/>
              <a:gd name="connsiteX4591" fmla="*/ 17463407 w 21052571"/>
              <a:gd name="connsiteY4591" fmla="*/ 1927584 h 8402012"/>
              <a:gd name="connsiteX4592" fmla="*/ 17462719 w 21052571"/>
              <a:gd name="connsiteY4592" fmla="*/ 1930268 h 8402012"/>
              <a:gd name="connsiteX4593" fmla="*/ 17460871 w 21052571"/>
              <a:gd name="connsiteY4593" fmla="*/ 1937447 h 8402012"/>
              <a:gd name="connsiteX4594" fmla="*/ 11635483 w 21052571"/>
              <a:gd name="connsiteY4594" fmla="*/ 1919987 h 8402012"/>
              <a:gd name="connsiteX4595" fmla="*/ 11632840 w 21052571"/>
              <a:gd name="connsiteY4595" fmla="*/ 1930269 h 8402012"/>
              <a:gd name="connsiteX4596" fmla="*/ 11630994 w 21052571"/>
              <a:gd name="connsiteY4596" fmla="*/ 1937447 h 8402012"/>
              <a:gd name="connsiteX4597" fmla="*/ 11634762 w 21052571"/>
              <a:gd name="connsiteY4597" fmla="*/ 1922791 h 8402012"/>
              <a:gd name="connsiteX4598" fmla="*/ 12375132 w 21052571"/>
              <a:gd name="connsiteY4598" fmla="*/ 1919572 h 8402012"/>
              <a:gd name="connsiteX4599" fmla="*/ 12412024 w 21052571"/>
              <a:gd name="connsiteY4599" fmla="*/ 1919572 h 8402012"/>
              <a:gd name="connsiteX4600" fmla="*/ 12405876 w 21052571"/>
              <a:gd name="connsiteY4600" fmla="*/ 1937479 h 8402012"/>
              <a:gd name="connsiteX4601" fmla="*/ 12375132 w 21052571"/>
              <a:gd name="connsiteY4601" fmla="*/ 1919572 h 8402012"/>
              <a:gd name="connsiteX4602" fmla="*/ 11526130 w 21052571"/>
              <a:gd name="connsiteY4602" fmla="*/ 1913613 h 8402012"/>
              <a:gd name="connsiteX4603" fmla="*/ 11448750 w 21052571"/>
              <a:gd name="connsiteY4603" fmla="*/ 1989913 h 8402012"/>
              <a:gd name="connsiteX4604" fmla="*/ 11526130 w 21052571"/>
              <a:gd name="connsiteY4604" fmla="*/ 1970570 h 8402012"/>
              <a:gd name="connsiteX4605" fmla="*/ 11526130 w 21052571"/>
              <a:gd name="connsiteY4605" fmla="*/ 1913613 h 8402012"/>
              <a:gd name="connsiteX4606" fmla="*/ 17427459 w 21052571"/>
              <a:gd name="connsiteY4606" fmla="*/ 1907166 h 8402012"/>
              <a:gd name="connsiteX4607" fmla="*/ 17466151 w 21052571"/>
              <a:gd name="connsiteY4607" fmla="*/ 1951226 h 8402012"/>
              <a:gd name="connsiteX4608" fmla="*/ 17472799 w 21052571"/>
              <a:gd name="connsiteY4608" fmla="*/ 1932101 h 8402012"/>
              <a:gd name="connsiteX4609" fmla="*/ 17464507 w 21052571"/>
              <a:gd name="connsiteY4609" fmla="*/ 1923313 h 8402012"/>
              <a:gd name="connsiteX4610" fmla="*/ 17461311 w 21052571"/>
              <a:gd name="connsiteY4610" fmla="*/ 1919928 h 8402012"/>
              <a:gd name="connsiteX4611" fmla="*/ 17427459 w 21052571"/>
              <a:gd name="connsiteY4611" fmla="*/ 1907166 h 8402012"/>
              <a:gd name="connsiteX4612" fmla="*/ 12468929 w 21052571"/>
              <a:gd name="connsiteY4612" fmla="*/ 1905357 h 8402012"/>
              <a:gd name="connsiteX4613" fmla="*/ 12450967 w 21052571"/>
              <a:gd name="connsiteY4613" fmla="*/ 1937427 h 8402012"/>
              <a:gd name="connsiteX4614" fmla="*/ 12468929 w 21052571"/>
              <a:gd name="connsiteY4614" fmla="*/ 1905357 h 8402012"/>
              <a:gd name="connsiteX4615" fmla="*/ 13639647 w 21052571"/>
              <a:gd name="connsiteY4615" fmla="*/ 1905357 h 8402012"/>
              <a:gd name="connsiteX4616" fmla="*/ 13621685 w 21052571"/>
              <a:gd name="connsiteY4616" fmla="*/ 1937427 h 8402012"/>
              <a:gd name="connsiteX4617" fmla="*/ 13639647 w 21052571"/>
              <a:gd name="connsiteY4617" fmla="*/ 1905357 h 8402012"/>
              <a:gd name="connsiteX4618" fmla="*/ 16455904 w 21052571"/>
              <a:gd name="connsiteY4618" fmla="*/ 1901389 h 8402012"/>
              <a:gd name="connsiteX4619" fmla="*/ 16407542 w 21052571"/>
              <a:gd name="connsiteY4619" fmla="*/ 1907166 h 8402012"/>
              <a:gd name="connsiteX4620" fmla="*/ 16484922 w 21052571"/>
              <a:gd name="connsiteY4620" fmla="*/ 1938330 h 8402012"/>
              <a:gd name="connsiteX4621" fmla="*/ 16455904 w 21052571"/>
              <a:gd name="connsiteY4621" fmla="*/ 1901389 h 8402012"/>
              <a:gd name="connsiteX4622" fmla="*/ 11958362 w 21052571"/>
              <a:gd name="connsiteY4622" fmla="*/ 1872181 h 8402012"/>
              <a:gd name="connsiteX4623" fmla="*/ 11939124 w 21052571"/>
              <a:gd name="connsiteY4623" fmla="*/ 1943277 h 8402012"/>
              <a:gd name="connsiteX4624" fmla="*/ 11926299 w 21052571"/>
              <a:gd name="connsiteY4624" fmla="*/ 2000369 h 8402012"/>
              <a:gd name="connsiteX4625" fmla="*/ 11844005 w 21052571"/>
              <a:gd name="connsiteY4625" fmla="*/ 1980979 h 8402012"/>
              <a:gd name="connsiteX4626" fmla="*/ 11773467 w 21052571"/>
              <a:gd name="connsiteY4626" fmla="*/ 2013295 h 8402012"/>
              <a:gd name="connsiteX4627" fmla="*/ 11792704 w 21052571"/>
              <a:gd name="connsiteY4627" fmla="*/ 1980979 h 8402012"/>
              <a:gd name="connsiteX4628" fmla="*/ 11754229 w 21052571"/>
              <a:gd name="connsiteY4628" fmla="*/ 1968052 h 8402012"/>
              <a:gd name="connsiteX4629" fmla="*/ 11824767 w 21052571"/>
              <a:gd name="connsiteY4629" fmla="*/ 1898034 h 8402012"/>
              <a:gd name="connsiteX4630" fmla="*/ 11958362 w 21052571"/>
              <a:gd name="connsiteY4630" fmla="*/ 1872181 h 8402012"/>
              <a:gd name="connsiteX4631" fmla="*/ 16363748 w 21052571"/>
              <a:gd name="connsiteY4631" fmla="*/ 1869283 h 8402012"/>
              <a:gd name="connsiteX4632" fmla="*/ 16318338 w 21052571"/>
              <a:gd name="connsiteY4632" fmla="*/ 1874926 h 8402012"/>
              <a:gd name="connsiteX4633" fmla="*/ 16394646 w 21052571"/>
              <a:gd name="connsiteY4633" fmla="*/ 1907166 h 8402012"/>
              <a:gd name="connsiteX4634" fmla="*/ 16363748 w 21052571"/>
              <a:gd name="connsiteY4634" fmla="*/ 1869283 h 8402012"/>
              <a:gd name="connsiteX4635" fmla="*/ 19033467 w 21052571"/>
              <a:gd name="connsiteY4635" fmla="*/ 1848478 h 8402012"/>
              <a:gd name="connsiteX4636" fmla="*/ 19015507 w 21052571"/>
              <a:gd name="connsiteY4636" fmla="*/ 1875778 h 8402012"/>
              <a:gd name="connsiteX4637" fmla="*/ 19033467 w 21052571"/>
              <a:gd name="connsiteY4637" fmla="*/ 1848478 h 8402012"/>
              <a:gd name="connsiteX4638" fmla="*/ 12029867 w 21052571"/>
              <a:gd name="connsiteY4638" fmla="*/ 1846457 h 8402012"/>
              <a:gd name="connsiteX4639" fmla="*/ 12113368 w 21052571"/>
              <a:gd name="connsiteY4639" fmla="*/ 1890055 h 8402012"/>
              <a:gd name="connsiteX4640" fmla="*/ 11991217 w 21052571"/>
              <a:gd name="connsiteY4640" fmla="*/ 1877096 h 8402012"/>
              <a:gd name="connsiteX4641" fmla="*/ 12029867 w 21052571"/>
              <a:gd name="connsiteY4641" fmla="*/ 1846457 h 8402012"/>
              <a:gd name="connsiteX4642" fmla="*/ 16267558 w 21052571"/>
              <a:gd name="connsiteY4642" fmla="*/ 1842686 h 8402012"/>
              <a:gd name="connsiteX4643" fmla="*/ 16221614 w 21052571"/>
              <a:gd name="connsiteY4643" fmla="*/ 1849134 h 8402012"/>
              <a:gd name="connsiteX4644" fmla="*/ 16298994 w 21052571"/>
              <a:gd name="connsiteY4644" fmla="*/ 1874926 h 8402012"/>
              <a:gd name="connsiteX4645" fmla="*/ 16267558 w 21052571"/>
              <a:gd name="connsiteY4645" fmla="*/ 1842686 h 8402012"/>
              <a:gd name="connsiteX4646" fmla="*/ 12897459 w 21052571"/>
              <a:gd name="connsiteY4646" fmla="*/ 1819784 h 8402012"/>
              <a:gd name="connsiteX4647" fmla="*/ 12919133 w 21052571"/>
              <a:gd name="connsiteY4647" fmla="*/ 1847453 h 8402012"/>
              <a:gd name="connsiteX4648" fmla="*/ 12887024 w 21052571"/>
              <a:gd name="connsiteY4648" fmla="*/ 1829007 h 8402012"/>
              <a:gd name="connsiteX4649" fmla="*/ 12897459 w 21052571"/>
              <a:gd name="connsiteY4649" fmla="*/ 1819784 h 8402012"/>
              <a:gd name="connsiteX4650" fmla="*/ 16163578 w 21052571"/>
              <a:gd name="connsiteY4650" fmla="*/ 1816895 h 8402012"/>
              <a:gd name="connsiteX4651" fmla="*/ 16202270 w 21052571"/>
              <a:gd name="connsiteY4651" fmla="*/ 1849134 h 8402012"/>
              <a:gd name="connsiteX4652" fmla="*/ 16163578 w 21052571"/>
              <a:gd name="connsiteY4652" fmla="*/ 1816895 h 8402012"/>
              <a:gd name="connsiteX4653" fmla="*/ 16125962 w 21052571"/>
              <a:gd name="connsiteY4653" fmla="*/ 1816895 h 8402012"/>
              <a:gd name="connsiteX4654" fmla="*/ 16145308 w 21052571"/>
              <a:gd name="connsiteY4654" fmla="*/ 1849134 h 8402012"/>
              <a:gd name="connsiteX4655" fmla="*/ 16125962 w 21052571"/>
              <a:gd name="connsiteY4655" fmla="*/ 1816895 h 8402012"/>
              <a:gd name="connsiteX4656" fmla="*/ 18976519 w 21052571"/>
              <a:gd name="connsiteY4656" fmla="*/ 1816710 h 8402012"/>
              <a:gd name="connsiteX4657" fmla="*/ 18944411 w 21052571"/>
              <a:gd name="connsiteY4657" fmla="*/ 1847453 h 8402012"/>
              <a:gd name="connsiteX4658" fmla="*/ 18976519 w 21052571"/>
              <a:gd name="connsiteY4658" fmla="*/ 1816710 h 8402012"/>
              <a:gd name="connsiteX4659" fmla="*/ 12468929 w 21052571"/>
              <a:gd name="connsiteY4659" fmla="*/ 1815299 h 8402012"/>
              <a:gd name="connsiteX4660" fmla="*/ 12450967 w 21052571"/>
              <a:gd name="connsiteY4660" fmla="*/ 1847408 h 8402012"/>
              <a:gd name="connsiteX4661" fmla="*/ 12468929 w 21052571"/>
              <a:gd name="connsiteY4661" fmla="*/ 1815299 h 8402012"/>
              <a:gd name="connsiteX4662" fmla="*/ 17792655 w 21052571"/>
              <a:gd name="connsiteY4662" fmla="*/ 1815299 h 8402012"/>
              <a:gd name="connsiteX4663" fmla="*/ 17810559 w 21052571"/>
              <a:gd name="connsiteY4663" fmla="*/ 1847408 h 8402012"/>
              <a:gd name="connsiteX4664" fmla="*/ 17792655 w 21052571"/>
              <a:gd name="connsiteY4664" fmla="*/ 1815299 h 8402012"/>
              <a:gd name="connsiteX4665" fmla="*/ 18039119 w 21052571"/>
              <a:gd name="connsiteY4665" fmla="*/ 1815299 h 8402012"/>
              <a:gd name="connsiteX4666" fmla="*/ 18052243 w 21052571"/>
              <a:gd name="connsiteY4666" fmla="*/ 1847407 h 8402012"/>
              <a:gd name="connsiteX4667" fmla="*/ 18039119 w 21052571"/>
              <a:gd name="connsiteY4667" fmla="*/ 1815299 h 8402012"/>
              <a:gd name="connsiteX4668" fmla="*/ 12866517 w 21052571"/>
              <a:gd name="connsiteY4668" fmla="*/ 1813923 h 8402012"/>
              <a:gd name="connsiteX4669" fmla="*/ 12863851 w 21052571"/>
              <a:gd name="connsiteY4669" fmla="*/ 1833118 h 8402012"/>
              <a:gd name="connsiteX4670" fmla="*/ 12863193 w 21052571"/>
              <a:gd name="connsiteY4670" fmla="*/ 1826293 h 8402012"/>
              <a:gd name="connsiteX4671" fmla="*/ 12861645 w 21052571"/>
              <a:gd name="connsiteY4671" fmla="*/ 1824001 h 8402012"/>
              <a:gd name="connsiteX4672" fmla="*/ 12862144 w 21052571"/>
              <a:gd name="connsiteY4672" fmla="*/ 1828427 h 8402012"/>
              <a:gd name="connsiteX4673" fmla="*/ 12856218 w 21052571"/>
              <a:gd name="connsiteY4673" fmla="*/ 1815299 h 8402012"/>
              <a:gd name="connsiteX4674" fmla="*/ 12859182 w 21052571"/>
              <a:gd name="connsiteY4674" fmla="*/ 1819051 h 8402012"/>
              <a:gd name="connsiteX4675" fmla="*/ 18908283 w 21052571"/>
              <a:gd name="connsiteY4675" fmla="*/ 1787523 h 8402012"/>
              <a:gd name="connsiteX4676" fmla="*/ 18924423 w 21052571"/>
              <a:gd name="connsiteY4676" fmla="*/ 1818937 h 8402012"/>
              <a:gd name="connsiteX4677" fmla="*/ 18887531 w 21052571"/>
              <a:gd name="connsiteY4677" fmla="*/ 1805710 h 8402012"/>
              <a:gd name="connsiteX4678" fmla="*/ 18908283 w 21052571"/>
              <a:gd name="connsiteY4678" fmla="*/ 1787523 h 8402012"/>
              <a:gd name="connsiteX4679" fmla="*/ 16055030 w 21052571"/>
              <a:gd name="connsiteY4679" fmla="*/ 1784655 h 8402012"/>
              <a:gd name="connsiteX4680" fmla="*/ 16087274 w 21052571"/>
              <a:gd name="connsiteY4680" fmla="*/ 1816895 h 8402012"/>
              <a:gd name="connsiteX4681" fmla="*/ 16055030 w 21052571"/>
              <a:gd name="connsiteY4681" fmla="*/ 1784655 h 8402012"/>
              <a:gd name="connsiteX4682" fmla="*/ 19450567 w 21052571"/>
              <a:gd name="connsiteY4682" fmla="*/ 1782119 h 8402012"/>
              <a:gd name="connsiteX4683" fmla="*/ 19432603 w 21052571"/>
              <a:gd name="connsiteY4683" fmla="*/ 1814225 h 8402012"/>
              <a:gd name="connsiteX4684" fmla="*/ 19450567 w 21052571"/>
              <a:gd name="connsiteY4684" fmla="*/ 1782119 h 8402012"/>
              <a:gd name="connsiteX4685" fmla="*/ 13695273 w 21052571"/>
              <a:gd name="connsiteY4685" fmla="*/ 1778260 h 8402012"/>
              <a:gd name="connsiteX4686" fmla="*/ 13701260 w 21052571"/>
              <a:gd name="connsiteY4686" fmla="*/ 1785484 h 8402012"/>
              <a:gd name="connsiteX4687" fmla="*/ 13696271 w 21052571"/>
              <a:gd name="connsiteY4687" fmla="*/ 1804748 h 8402012"/>
              <a:gd name="connsiteX4688" fmla="*/ 13683298 w 21052571"/>
              <a:gd name="connsiteY4688" fmla="*/ 1785484 h 8402012"/>
              <a:gd name="connsiteX4689" fmla="*/ 13695273 w 21052571"/>
              <a:gd name="connsiteY4689" fmla="*/ 1778260 h 8402012"/>
              <a:gd name="connsiteX4690" fmla="*/ 15920690 w 21052571"/>
              <a:gd name="connsiteY4690" fmla="*/ 1758863 h 8402012"/>
              <a:gd name="connsiteX4691" fmla="*/ 15940034 w 21052571"/>
              <a:gd name="connsiteY4691" fmla="*/ 1784655 h 8402012"/>
              <a:gd name="connsiteX4692" fmla="*/ 15920690 w 21052571"/>
              <a:gd name="connsiteY4692" fmla="*/ 1758863 h 8402012"/>
              <a:gd name="connsiteX4693" fmla="*/ 17674159 w 21052571"/>
              <a:gd name="connsiteY4693" fmla="*/ 1758421 h 8402012"/>
              <a:gd name="connsiteX4694" fmla="*/ 17701459 w 21052571"/>
              <a:gd name="connsiteY4694" fmla="*/ 1785720 h 8402012"/>
              <a:gd name="connsiteX4695" fmla="*/ 17674159 w 21052571"/>
              <a:gd name="connsiteY4695" fmla="*/ 1758421 h 8402012"/>
              <a:gd name="connsiteX4696" fmla="*/ 18855803 w 21052571"/>
              <a:gd name="connsiteY4696" fmla="*/ 1757267 h 8402012"/>
              <a:gd name="connsiteX4697" fmla="*/ 18886479 w 21052571"/>
              <a:gd name="connsiteY4697" fmla="*/ 1768796 h 8402012"/>
              <a:gd name="connsiteX4698" fmla="*/ 18873839 w 21052571"/>
              <a:gd name="connsiteY4698" fmla="*/ 1781094 h 8402012"/>
              <a:gd name="connsiteX4699" fmla="*/ 18830655 w 21052571"/>
              <a:gd name="connsiteY4699" fmla="*/ 1768796 h 8402012"/>
              <a:gd name="connsiteX4700" fmla="*/ 18855803 w 21052571"/>
              <a:gd name="connsiteY4700" fmla="*/ 1757267 h 8402012"/>
              <a:gd name="connsiteX4701" fmla="*/ 13497861 w 21052571"/>
              <a:gd name="connsiteY4701" fmla="*/ 1747265 h 8402012"/>
              <a:gd name="connsiteX4702" fmla="*/ 13630100 w 21052571"/>
              <a:gd name="connsiteY4702" fmla="*/ 1786368 h 8402012"/>
              <a:gd name="connsiteX4703" fmla="*/ 13375221 w 21052571"/>
              <a:gd name="connsiteY4703" fmla="*/ 1818954 h 8402012"/>
              <a:gd name="connsiteX4704" fmla="*/ 13497861 w 21052571"/>
              <a:gd name="connsiteY4704" fmla="*/ 1747265 h 8402012"/>
              <a:gd name="connsiteX4705" fmla="*/ 18801699 w 21052571"/>
              <a:gd name="connsiteY4705" fmla="*/ 1728798 h 8402012"/>
              <a:gd name="connsiteX4706" fmla="*/ 18829619 w 21052571"/>
              <a:gd name="connsiteY4706" fmla="*/ 1741042 h 8402012"/>
              <a:gd name="connsiteX4707" fmla="*/ 18773779 w 21052571"/>
              <a:gd name="connsiteY4707" fmla="*/ 1741042 h 8402012"/>
              <a:gd name="connsiteX4708" fmla="*/ 18801699 w 21052571"/>
              <a:gd name="connsiteY4708" fmla="*/ 1728798 h 8402012"/>
              <a:gd name="connsiteX4709" fmla="*/ 14094163 w 21052571"/>
              <a:gd name="connsiteY4709" fmla="*/ 1728691 h 8402012"/>
              <a:gd name="connsiteX4710" fmla="*/ 14113540 w 21052571"/>
              <a:gd name="connsiteY4710" fmla="*/ 1785780 h 8402012"/>
              <a:gd name="connsiteX4711" fmla="*/ 13773355 w 21052571"/>
              <a:gd name="connsiteY4711" fmla="*/ 1785780 h 8402012"/>
              <a:gd name="connsiteX4712" fmla="*/ 13883162 w 21052571"/>
              <a:gd name="connsiteY4712" fmla="*/ 1741617 h 8402012"/>
              <a:gd name="connsiteX4713" fmla="*/ 14094163 w 21052571"/>
              <a:gd name="connsiteY4713" fmla="*/ 1728691 h 8402012"/>
              <a:gd name="connsiteX4714" fmla="*/ 13095574 w 21052571"/>
              <a:gd name="connsiteY4714" fmla="*/ 1726822 h 8402012"/>
              <a:gd name="connsiteX4715" fmla="*/ 13127683 w 21052571"/>
              <a:gd name="connsiteY4715" fmla="*/ 1757366 h 8402012"/>
              <a:gd name="connsiteX4716" fmla="*/ 13095574 w 21052571"/>
              <a:gd name="connsiteY4716" fmla="*/ 1726822 h 8402012"/>
              <a:gd name="connsiteX4717" fmla="*/ 17849531 w 21052571"/>
              <a:gd name="connsiteY4717" fmla="*/ 1725244 h 8402012"/>
              <a:gd name="connsiteX4718" fmla="*/ 17905371 w 21052571"/>
              <a:gd name="connsiteY4718" fmla="*/ 1737883 h 8402012"/>
              <a:gd name="connsiteX4719" fmla="*/ 17849531 w 21052571"/>
              <a:gd name="connsiteY4719" fmla="*/ 1755788 h 8402012"/>
              <a:gd name="connsiteX4720" fmla="*/ 17849531 w 21052571"/>
              <a:gd name="connsiteY4720" fmla="*/ 1725244 h 8402012"/>
              <a:gd name="connsiteX4721" fmla="*/ 12799195 w 21052571"/>
              <a:gd name="connsiteY4721" fmla="*/ 1725244 h 8402012"/>
              <a:gd name="connsiteX4722" fmla="*/ 13061326 w 21052571"/>
              <a:gd name="connsiteY4722" fmla="*/ 1749732 h 8402012"/>
              <a:gd name="connsiteX4723" fmla="*/ 12900838 w 21052571"/>
              <a:gd name="connsiteY4723" fmla="*/ 1794450 h 8402012"/>
              <a:gd name="connsiteX4724" fmla="*/ 12773517 w 21052571"/>
              <a:gd name="connsiteY4724" fmla="*/ 1794450 h 8402012"/>
              <a:gd name="connsiteX4725" fmla="*/ 12709322 w 21052571"/>
              <a:gd name="connsiteY4725" fmla="*/ 1839168 h 8402012"/>
              <a:gd name="connsiteX4726" fmla="*/ 12652616 w 21052571"/>
              <a:gd name="connsiteY4726" fmla="*/ 1864722 h 8402012"/>
              <a:gd name="connsiteX4727" fmla="*/ 12588421 w 21052571"/>
              <a:gd name="connsiteY4727" fmla="*/ 1807227 h 8402012"/>
              <a:gd name="connsiteX4728" fmla="*/ 12696483 w 21052571"/>
              <a:gd name="connsiteY4728" fmla="*/ 1749732 h 8402012"/>
              <a:gd name="connsiteX4729" fmla="*/ 12760678 w 21052571"/>
              <a:gd name="connsiteY4729" fmla="*/ 1738020 h 8402012"/>
              <a:gd name="connsiteX4730" fmla="*/ 12799195 w 21052571"/>
              <a:gd name="connsiteY4730" fmla="*/ 1725244 h 8402012"/>
              <a:gd name="connsiteX4731" fmla="*/ 13704364 w 21052571"/>
              <a:gd name="connsiteY4731" fmla="*/ 1725242 h 8402012"/>
              <a:gd name="connsiteX4732" fmla="*/ 13729642 w 21052571"/>
              <a:gd name="connsiteY4732" fmla="*/ 1755787 h 8402012"/>
              <a:gd name="connsiteX4733" fmla="*/ 13704364 w 21052571"/>
              <a:gd name="connsiteY4733" fmla="*/ 1781066 h 8402012"/>
              <a:gd name="connsiteX4734" fmla="*/ 13704364 w 21052571"/>
              <a:gd name="connsiteY4734" fmla="*/ 1725242 h 8402012"/>
              <a:gd name="connsiteX4735" fmla="*/ 19272751 w 21052571"/>
              <a:gd name="connsiteY4735" fmla="*/ 1696806 h 8402012"/>
              <a:gd name="connsiteX4736" fmla="*/ 19324211 w 21052571"/>
              <a:gd name="connsiteY4736" fmla="*/ 1715970 h 8402012"/>
              <a:gd name="connsiteX4737" fmla="*/ 19407831 w 21052571"/>
              <a:gd name="connsiteY4737" fmla="*/ 1797954 h 8402012"/>
              <a:gd name="connsiteX4738" fmla="*/ 19382103 w 21052571"/>
              <a:gd name="connsiteY4738" fmla="*/ 1842672 h 8402012"/>
              <a:gd name="connsiteX4739" fmla="*/ 19228795 w 21052571"/>
              <a:gd name="connsiteY4739" fmla="*/ 1741524 h 8402012"/>
              <a:gd name="connsiteX4740" fmla="*/ 19272751 w 21052571"/>
              <a:gd name="connsiteY4740" fmla="*/ 1696806 h 8402012"/>
              <a:gd name="connsiteX4741" fmla="*/ 13413135 w 21052571"/>
              <a:gd name="connsiteY4741" fmla="*/ 1696804 h 8402012"/>
              <a:gd name="connsiteX4742" fmla="*/ 13431097 w 21052571"/>
              <a:gd name="connsiteY4742" fmla="*/ 1728910 h 8402012"/>
              <a:gd name="connsiteX4743" fmla="*/ 13413135 w 21052571"/>
              <a:gd name="connsiteY4743" fmla="*/ 1696804 h 8402012"/>
              <a:gd name="connsiteX4744" fmla="*/ 13541106 w 21052571"/>
              <a:gd name="connsiteY4744" fmla="*/ 1696804 h 8402012"/>
              <a:gd name="connsiteX4745" fmla="*/ 13559068 w 21052571"/>
              <a:gd name="connsiteY4745" fmla="*/ 1728909 h 8402012"/>
              <a:gd name="connsiteX4746" fmla="*/ 13541106 w 21052571"/>
              <a:gd name="connsiteY4746" fmla="*/ 1696804 h 8402012"/>
              <a:gd name="connsiteX4747" fmla="*/ 18724571 w 21052571"/>
              <a:gd name="connsiteY4747" fmla="*/ 1696803 h 8402012"/>
              <a:gd name="connsiteX4748" fmla="*/ 18768007 w 21052571"/>
              <a:gd name="connsiteY4748" fmla="*/ 1709646 h 8402012"/>
              <a:gd name="connsiteX4749" fmla="*/ 18712163 w 21052571"/>
              <a:gd name="connsiteY4749" fmla="*/ 1709646 h 8402012"/>
              <a:gd name="connsiteX4750" fmla="*/ 18724571 w 21052571"/>
              <a:gd name="connsiteY4750" fmla="*/ 1696803 h 8402012"/>
              <a:gd name="connsiteX4751" fmla="*/ 17799911 w 21052571"/>
              <a:gd name="connsiteY4751" fmla="*/ 1693674 h 8402012"/>
              <a:gd name="connsiteX4752" fmla="*/ 17810559 w 21052571"/>
              <a:gd name="connsiteY4752" fmla="*/ 1694097 h 8402012"/>
              <a:gd name="connsiteX4753" fmla="*/ 17773695 w 21052571"/>
              <a:gd name="connsiteY4753" fmla="*/ 1727953 h 8402012"/>
              <a:gd name="connsiteX4754" fmla="*/ 17799911 w 21052571"/>
              <a:gd name="connsiteY4754" fmla="*/ 1693674 h 8402012"/>
              <a:gd name="connsiteX4755" fmla="*/ 14430369 w 21052571"/>
              <a:gd name="connsiteY4755" fmla="*/ 1677843 h 8402012"/>
              <a:gd name="connsiteX4756" fmla="*/ 14473803 w 21052571"/>
              <a:gd name="connsiteY4756" fmla="*/ 1728915 h 8402012"/>
              <a:gd name="connsiteX4757" fmla="*/ 14417959 w 21052571"/>
              <a:gd name="connsiteY4757" fmla="*/ 1728915 h 8402012"/>
              <a:gd name="connsiteX4758" fmla="*/ 14430369 w 21052571"/>
              <a:gd name="connsiteY4758" fmla="*/ 1677843 h 8402012"/>
              <a:gd name="connsiteX4759" fmla="*/ 19265619 w 21052571"/>
              <a:gd name="connsiteY4759" fmla="*/ 1677842 h 8402012"/>
              <a:gd name="connsiteX4760" fmla="*/ 19252495 w 21052571"/>
              <a:gd name="connsiteY4760" fmla="*/ 1695804 h 8402012"/>
              <a:gd name="connsiteX4761" fmla="*/ 19265619 w 21052571"/>
              <a:gd name="connsiteY4761" fmla="*/ 1677842 h 8402012"/>
              <a:gd name="connsiteX4762" fmla="*/ 14361488 w 21052571"/>
              <a:gd name="connsiteY4762" fmla="*/ 1671350 h 8402012"/>
              <a:gd name="connsiteX4763" fmla="*/ 14362330 w 21052571"/>
              <a:gd name="connsiteY4763" fmla="*/ 1695733 h 8402012"/>
              <a:gd name="connsiteX4764" fmla="*/ 14356343 w 21052571"/>
              <a:gd name="connsiteY4764" fmla="*/ 1676468 h 8402012"/>
              <a:gd name="connsiteX4765" fmla="*/ 14361488 w 21052571"/>
              <a:gd name="connsiteY4765" fmla="*/ 1671350 h 8402012"/>
              <a:gd name="connsiteX4766" fmla="*/ 18664767 w 21052571"/>
              <a:gd name="connsiteY4766" fmla="*/ 1663624 h 8402012"/>
              <a:gd name="connsiteX4767" fmla="*/ 18715839 w 21052571"/>
              <a:gd name="connsiteY4767" fmla="*/ 1676393 h 8402012"/>
              <a:gd name="connsiteX4768" fmla="*/ 18664767 w 21052571"/>
              <a:gd name="connsiteY4768" fmla="*/ 1663624 h 8402012"/>
              <a:gd name="connsiteX4769" fmla="*/ 18635275 w 21052571"/>
              <a:gd name="connsiteY4769" fmla="*/ 1630447 h 8402012"/>
              <a:gd name="connsiteX4770" fmla="*/ 18617367 w 21052571"/>
              <a:gd name="connsiteY4770" fmla="*/ 1662553 h 8402012"/>
              <a:gd name="connsiteX4771" fmla="*/ 18635275 w 21052571"/>
              <a:gd name="connsiteY4771" fmla="*/ 1630447 h 8402012"/>
              <a:gd name="connsiteX4772" fmla="*/ 17361339 w 21052571"/>
              <a:gd name="connsiteY4772" fmla="*/ 1630447 h 8402012"/>
              <a:gd name="connsiteX4773" fmla="*/ 17374467 w 21052571"/>
              <a:gd name="connsiteY4773" fmla="*/ 1662553 h 8402012"/>
              <a:gd name="connsiteX4774" fmla="*/ 17361339 w 21052571"/>
              <a:gd name="connsiteY4774" fmla="*/ 1630447 h 8402012"/>
              <a:gd name="connsiteX4775" fmla="*/ 14316122 w 21052571"/>
              <a:gd name="connsiteY4775" fmla="*/ 1598740 h 8402012"/>
              <a:gd name="connsiteX4776" fmla="*/ 14335467 w 21052571"/>
              <a:gd name="connsiteY4776" fmla="*/ 1630979 h 8402012"/>
              <a:gd name="connsiteX4777" fmla="*/ 14316122 w 21052571"/>
              <a:gd name="connsiteY4777" fmla="*/ 1598740 h 8402012"/>
              <a:gd name="connsiteX4778" fmla="*/ 13299383 w 21052571"/>
              <a:gd name="connsiteY4778" fmla="*/ 1597266 h 8402012"/>
              <a:gd name="connsiteX4779" fmla="*/ 13620611 w 21052571"/>
              <a:gd name="connsiteY4779" fmla="*/ 1630080 h 8402012"/>
              <a:gd name="connsiteX4780" fmla="*/ 13466980 w 21052571"/>
              <a:gd name="connsiteY4780" fmla="*/ 1662894 h 8402012"/>
              <a:gd name="connsiteX4781" fmla="*/ 13363843 w 21052571"/>
              <a:gd name="connsiteY4781" fmla="*/ 1662894 h 8402012"/>
              <a:gd name="connsiteX4782" fmla="*/ 13299383 w 21052571"/>
              <a:gd name="connsiteY4782" fmla="*/ 1662894 h 8402012"/>
              <a:gd name="connsiteX4783" fmla="*/ 13299383 w 21052571"/>
              <a:gd name="connsiteY4783" fmla="*/ 1597266 h 8402012"/>
              <a:gd name="connsiteX4784" fmla="*/ 17529707 w 21052571"/>
              <a:gd name="connsiteY4784" fmla="*/ 1596145 h 8402012"/>
              <a:gd name="connsiteX4785" fmla="*/ 17579795 w 21052571"/>
              <a:gd name="connsiteY4785" fmla="*/ 1612270 h 8402012"/>
              <a:gd name="connsiteX4786" fmla="*/ 17701519 w 21052571"/>
              <a:gd name="connsiteY4786" fmla="*/ 1676770 h 8402012"/>
              <a:gd name="connsiteX4787" fmla="*/ 17489311 w 21052571"/>
              <a:gd name="connsiteY4787" fmla="*/ 1618720 h 8402012"/>
              <a:gd name="connsiteX4788" fmla="*/ 17529707 w 21052571"/>
              <a:gd name="connsiteY4788" fmla="*/ 1596145 h 8402012"/>
              <a:gd name="connsiteX4789" fmla="*/ 16853975 w 21052571"/>
              <a:gd name="connsiteY4789" fmla="*/ 1593818 h 8402012"/>
              <a:gd name="connsiteX4790" fmla="*/ 16886259 w 21052571"/>
              <a:gd name="connsiteY4790" fmla="*/ 1631886 h 8402012"/>
              <a:gd name="connsiteX4791" fmla="*/ 16806791 w 21052571"/>
              <a:gd name="connsiteY4791" fmla="*/ 1599488 h 8402012"/>
              <a:gd name="connsiteX4792" fmla="*/ 16853975 w 21052571"/>
              <a:gd name="connsiteY4792" fmla="*/ 1593818 h 8402012"/>
              <a:gd name="connsiteX4793" fmla="*/ 9923617 w 21052571"/>
              <a:gd name="connsiteY4793" fmla="*/ 1577913 h 8402012"/>
              <a:gd name="connsiteX4794" fmla="*/ 9885021 w 21052571"/>
              <a:gd name="connsiteY4794" fmla="*/ 1598740 h 8402012"/>
              <a:gd name="connsiteX4795" fmla="*/ 9826986 w 21052571"/>
              <a:gd name="connsiteY4795" fmla="*/ 1630979 h 8402012"/>
              <a:gd name="connsiteX4796" fmla="*/ 9904367 w 21052571"/>
              <a:gd name="connsiteY4796" fmla="*/ 1618084 h 8402012"/>
              <a:gd name="connsiteX4797" fmla="*/ 9943057 w 21052571"/>
              <a:gd name="connsiteY4797" fmla="*/ 1598740 h 8402012"/>
              <a:gd name="connsiteX4798" fmla="*/ 9935803 w 21052571"/>
              <a:gd name="connsiteY4798" fmla="*/ 1578791 h 8402012"/>
              <a:gd name="connsiteX4799" fmla="*/ 9923617 w 21052571"/>
              <a:gd name="connsiteY4799" fmla="*/ 1577913 h 8402012"/>
              <a:gd name="connsiteX4800" fmla="*/ 13185628 w 21052571"/>
              <a:gd name="connsiteY4800" fmla="*/ 1573569 h 8402012"/>
              <a:gd name="connsiteX4801" fmla="*/ 13203590 w 21052571"/>
              <a:gd name="connsiteY4801" fmla="*/ 1600868 h 8402012"/>
              <a:gd name="connsiteX4802" fmla="*/ 13185628 w 21052571"/>
              <a:gd name="connsiteY4802" fmla="*/ 1573569 h 8402012"/>
              <a:gd name="connsiteX4803" fmla="*/ 17451391 w 21052571"/>
              <a:gd name="connsiteY4803" fmla="*/ 1573569 h 8402012"/>
              <a:gd name="connsiteX4804" fmla="*/ 17488283 w 21052571"/>
              <a:gd name="connsiteY4804" fmla="*/ 1587219 h 8402012"/>
              <a:gd name="connsiteX4805" fmla="*/ 17482135 w 21052571"/>
              <a:gd name="connsiteY4805" fmla="*/ 1600868 h 8402012"/>
              <a:gd name="connsiteX4806" fmla="*/ 17451391 w 21052571"/>
              <a:gd name="connsiteY4806" fmla="*/ 1573569 h 8402012"/>
              <a:gd name="connsiteX4807" fmla="*/ 13113024 w 21052571"/>
              <a:gd name="connsiteY4807" fmla="*/ 1542860 h 8402012"/>
              <a:gd name="connsiteX4808" fmla="*/ 13151469 w 21052571"/>
              <a:gd name="connsiteY4808" fmla="*/ 1575445 h 8402012"/>
              <a:gd name="connsiteX4809" fmla="*/ 13113024 w 21052571"/>
              <a:gd name="connsiteY4809" fmla="*/ 1542860 h 8402012"/>
              <a:gd name="connsiteX4810" fmla="*/ 14842739 w 21052571"/>
              <a:gd name="connsiteY4810" fmla="*/ 1540708 h 8402012"/>
              <a:gd name="connsiteX4811" fmla="*/ 14842739 w 21052571"/>
              <a:gd name="connsiteY4811" fmla="*/ 1572949 h 8402012"/>
              <a:gd name="connsiteX4812" fmla="*/ 14842739 w 21052571"/>
              <a:gd name="connsiteY4812" fmla="*/ 1540708 h 8402012"/>
              <a:gd name="connsiteX4813" fmla="*/ 10012914 w 21052571"/>
              <a:gd name="connsiteY4813" fmla="*/ 1540708 h 8402012"/>
              <a:gd name="connsiteX4814" fmla="*/ 10032259 w 21052571"/>
              <a:gd name="connsiteY4814" fmla="*/ 1572949 h 8402012"/>
              <a:gd name="connsiteX4815" fmla="*/ 10012914 w 21052571"/>
              <a:gd name="connsiteY4815" fmla="*/ 1540708 h 8402012"/>
              <a:gd name="connsiteX4816" fmla="*/ 18977591 w 21052571"/>
              <a:gd name="connsiteY4816" fmla="*/ 1540388 h 8402012"/>
              <a:gd name="connsiteX4817" fmla="*/ 19057059 w 21052571"/>
              <a:gd name="connsiteY4817" fmla="*/ 1540388 h 8402012"/>
              <a:gd name="connsiteX4818" fmla="*/ 19037191 w 21052571"/>
              <a:gd name="connsiteY4818" fmla="*/ 1596231 h 8402012"/>
              <a:gd name="connsiteX4819" fmla="*/ 18977591 w 21052571"/>
              <a:gd name="connsiteY4819" fmla="*/ 1540388 h 8402012"/>
              <a:gd name="connsiteX4820" fmla="*/ 16678428 w 21052571"/>
              <a:gd name="connsiteY4820" fmla="*/ 1521110 h 8402012"/>
              <a:gd name="connsiteX4821" fmla="*/ 16711168 w 21052571"/>
              <a:gd name="connsiteY4821" fmla="*/ 1551811 h 8402012"/>
              <a:gd name="connsiteX4822" fmla="*/ 16786767 w 21052571"/>
              <a:gd name="connsiteY4822" fmla="*/ 1571200 h 8402012"/>
              <a:gd name="connsiteX4823" fmla="*/ 16743110 w 21052571"/>
              <a:gd name="connsiteY4823" fmla="*/ 1616443 h 8402012"/>
              <a:gd name="connsiteX4824" fmla="*/ 16640896 w 21052571"/>
              <a:gd name="connsiteY4824" fmla="*/ 1551811 h 8402012"/>
              <a:gd name="connsiteX4825" fmla="*/ 16678428 w 21052571"/>
              <a:gd name="connsiteY4825" fmla="*/ 1521110 h 8402012"/>
              <a:gd name="connsiteX4826" fmla="*/ 12450967 w 21052571"/>
              <a:gd name="connsiteY4826" fmla="*/ 1507211 h 8402012"/>
              <a:gd name="connsiteX4827" fmla="*/ 12468929 w 21052571"/>
              <a:gd name="connsiteY4827" fmla="*/ 1539281 h 8402012"/>
              <a:gd name="connsiteX4828" fmla="*/ 12450967 w 21052571"/>
              <a:gd name="connsiteY4828" fmla="*/ 1507211 h 8402012"/>
              <a:gd name="connsiteX4829" fmla="*/ 14462017 w 21052571"/>
              <a:gd name="connsiteY4829" fmla="*/ 1506186 h 8402012"/>
              <a:gd name="connsiteX4830" fmla="*/ 14425745 w 21052571"/>
              <a:gd name="connsiteY4830" fmla="*/ 1509543 h 8402012"/>
              <a:gd name="connsiteX4831" fmla="*/ 14483780 w 21052571"/>
              <a:gd name="connsiteY4831" fmla="*/ 1540708 h 8402012"/>
              <a:gd name="connsiteX4832" fmla="*/ 14462017 w 21052571"/>
              <a:gd name="connsiteY4832" fmla="*/ 1506186 h 8402012"/>
              <a:gd name="connsiteX4833" fmla="*/ 16585860 w 21052571"/>
              <a:gd name="connsiteY4833" fmla="*/ 1504277 h 8402012"/>
              <a:gd name="connsiteX4834" fmla="*/ 16620882 w 21052571"/>
              <a:gd name="connsiteY4834" fmla="*/ 1507643 h 8402012"/>
              <a:gd name="connsiteX4835" fmla="*/ 16565058 w 21052571"/>
              <a:gd name="connsiteY4835" fmla="*/ 1538881 h 8402012"/>
              <a:gd name="connsiteX4836" fmla="*/ 16585860 w 21052571"/>
              <a:gd name="connsiteY4836" fmla="*/ 1504277 h 8402012"/>
              <a:gd name="connsiteX4837" fmla="*/ 12443410 w 21052571"/>
              <a:gd name="connsiteY4837" fmla="*/ 1503902 h 8402012"/>
              <a:gd name="connsiteX4838" fmla="*/ 12334325 w 21052571"/>
              <a:gd name="connsiteY4838" fmla="*/ 1522439 h 8402012"/>
              <a:gd name="connsiteX4839" fmla="*/ 12353670 w 21052571"/>
              <a:gd name="connsiteY4839" fmla="*/ 1553604 h 8402012"/>
              <a:gd name="connsiteX4840" fmla="*/ 12289187 w 21052571"/>
              <a:gd name="connsiteY4840" fmla="*/ 1592292 h 8402012"/>
              <a:gd name="connsiteX4841" fmla="*/ 12321428 w 21052571"/>
              <a:gd name="connsiteY4841" fmla="*/ 1643876 h 8402012"/>
              <a:gd name="connsiteX4842" fmla="*/ 12385912 w 21052571"/>
              <a:gd name="connsiteY4842" fmla="*/ 1663219 h 8402012"/>
              <a:gd name="connsiteX4843" fmla="*/ 12475114 w 21052571"/>
              <a:gd name="connsiteY4843" fmla="*/ 1676115 h 8402012"/>
              <a:gd name="connsiteX4844" fmla="*/ 12558943 w 21052571"/>
              <a:gd name="connsiteY4844" fmla="*/ 1598740 h 8402012"/>
              <a:gd name="connsiteX4845" fmla="*/ 12449321 w 21052571"/>
              <a:gd name="connsiteY4845" fmla="*/ 1598740 h 8402012"/>
              <a:gd name="connsiteX4846" fmla="*/ 12552495 w 21052571"/>
              <a:gd name="connsiteY4846" fmla="*/ 1509543 h 8402012"/>
              <a:gd name="connsiteX4847" fmla="*/ 12443410 w 21052571"/>
              <a:gd name="connsiteY4847" fmla="*/ 1503902 h 8402012"/>
              <a:gd name="connsiteX4848" fmla="*/ 14306988 w 21052571"/>
              <a:gd name="connsiteY4848" fmla="*/ 1503096 h 8402012"/>
              <a:gd name="connsiteX4849" fmla="*/ 14201127 w 21052571"/>
              <a:gd name="connsiteY4849" fmla="*/ 1522439 h 8402012"/>
              <a:gd name="connsiteX4850" fmla="*/ 14310749 w 21052571"/>
              <a:gd name="connsiteY4850" fmla="*/ 1566500 h 8402012"/>
              <a:gd name="connsiteX4851" fmla="*/ 14412848 w 21052571"/>
              <a:gd name="connsiteY4851" fmla="*/ 1522439 h 8402012"/>
              <a:gd name="connsiteX4852" fmla="*/ 14306988 w 21052571"/>
              <a:gd name="connsiteY4852" fmla="*/ 1503096 h 8402012"/>
              <a:gd name="connsiteX4853" fmla="*/ 14147122 w 21052571"/>
              <a:gd name="connsiteY4853" fmla="*/ 1501350 h 8402012"/>
              <a:gd name="connsiteX4854" fmla="*/ 14091504 w 21052571"/>
              <a:gd name="connsiteY4854" fmla="*/ 1509543 h 8402012"/>
              <a:gd name="connsiteX4855" fmla="*/ 14188230 w 21052571"/>
              <a:gd name="connsiteY4855" fmla="*/ 1540708 h 8402012"/>
              <a:gd name="connsiteX4856" fmla="*/ 14147122 w 21052571"/>
              <a:gd name="connsiteY4856" fmla="*/ 1501350 h 8402012"/>
              <a:gd name="connsiteX4857" fmla="*/ 13906114 w 21052571"/>
              <a:gd name="connsiteY4857" fmla="*/ 1492618 h 8402012"/>
              <a:gd name="connsiteX4858" fmla="*/ 13874409 w 21052571"/>
              <a:gd name="connsiteY4858" fmla="*/ 1509543 h 8402012"/>
              <a:gd name="connsiteX4859" fmla="*/ 13937818 w 21052571"/>
              <a:gd name="connsiteY4859" fmla="*/ 1509543 h 8402012"/>
              <a:gd name="connsiteX4860" fmla="*/ 13906114 w 21052571"/>
              <a:gd name="connsiteY4860" fmla="*/ 1492618 h 8402012"/>
              <a:gd name="connsiteX4861" fmla="*/ 14521395 w 21052571"/>
              <a:gd name="connsiteY4861" fmla="*/ 1483753 h 8402012"/>
              <a:gd name="connsiteX4862" fmla="*/ 14502050 w 21052571"/>
              <a:gd name="connsiteY4862" fmla="*/ 1540708 h 8402012"/>
              <a:gd name="connsiteX4863" fmla="*/ 14656811 w 21052571"/>
              <a:gd name="connsiteY4863" fmla="*/ 1540708 h 8402012"/>
              <a:gd name="connsiteX4864" fmla="*/ 14721295 w 21052571"/>
              <a:gd name="connsiteY4864" fmla="*/ 1515992 h 8402012"/>
              <a:gd name="connsiteX4865" fmla="*/ 14521395 w 21052571"/>
              <a:gd name="connsiteY4865" fmla="*/ 1483753 h 8402012"/>
              <a:gd name="connsiteX4866" fmla="*/ 13260395 w 21052571"/>
              <a:gd name="connsiteY4866" fmla="*/ 1478775 h 8402012"/>
              <a:gd name="connsiteX4867" fmla="*/ 13241173 w 21052571"/>
              <a:gd name="connsiteY4867" fmla="*/ 1562411 h 8402012"/>
              <a:gd name="connsiteX4868" fmla="*/ 13189913 w 21052571"/>
              <a:gd name="connsiteY4868" fmla="*/ 1542860 h 8402012"/>
              <a:gd name="connsiteX4869" fmla="*/ 13151469 w 21052571"/>
              <a:gd name="connsiteY4869" fmla="*/ 1601514 h 8402012"/>
              <a:gd name="connsiteX4870" fmla="*/ 13137853 w 21052571"/>
              <a:gd name="connsiteY4870" fmla="*/ 1622694 h 8402012"/>
              <a:gd name="connsiteX4871" fmla="*/ 13131159 w 21052571"/>
              <a:gd name="connsiteY4871" fmla="*/ 1624684 h 8402012"/>
              <a:gd name="connsiteX4872" fmla="*/ 13137235 w 21052571"/>
              <a:gd name="connsiteY4872" fmla="*/ 1629878 h 8402012"/>
              <a:gd name="connsiteX4873" fmla="*/ 13123763 w 21052571"/>
              <a:gd name="connsiteY4873" fmla="*/ 1636596 h 8402012"/>
              <a:gd name="connsiteX4874" fmla="*/ 13121080 w 21052571"/>
              <a:gd name="connsiteY4874" fmla="*/ 1632582 h 8402012"/>
              <a:gd name="connsiteX4875" fmla="*/ 13119432 w 21052571"/>
              <a:gd name="connsiteY4875" fmla="*/ 1634099 h 8402012"/>
              <a:gd name="connsiteX4876" fmla="*/ 13125839 w 21052571"/>
              <a:gd name="connsiteY4876" fmla="*/ 1647133 h 8402012"/>
              <a:gd name="connsiteX4877" fmla="*/ 13011573 w 21052571"/>
              <a:gd name="connsiteY4877" fmla="*/ 1679719 h 8402012"/>
              <a:gd name="connsiteX4878" fmla="*/ 12960314 w 21052571"/>
              <a:gd name="connsiteY4878" fmla="*/ 1640616 h 8402012"/>
              <a:gd name="connsiteX4879" fmla="*/ 13082055 w 21052571"/>
              <a:gd name="connsiteY4879" fmla="*/ 1601514 h 8402012"/>
              <a:gd name="connsiteX4880" fmla="*/ 12921869 w 21052571"/>
              <a:gd name="connsiteY4880" fmla="*/ 1575445 h 8402012"/>
              <a:gd name="connsiteX4881" fmla="*/ 12941092 w 21052571"/>
              <a:gd name="connsiteY4881" fmla="*/ 1511361 h 8402012"/>
              <a:gd name="connsiteX4882" fmla="*/ 13050018 w 21052571"/>
              <a:gd name="connsiteY4882" fmla="*/ 1498326 h 8402012"/>
              <a:gd name="connsiteX4883" fmla="*/ 13260395 w 21052571"/>
              <a:gd name="connsiteY4883" fmla="*/ 1478775 h 8402012"/>
              <a:gd name="connsiteX4884" fmla="*/ 18304543 w 21052571"/>
              <a:gd name="connsiteY4884" fmla="*/ 1478773 h 8402012"/>
              <a:gd name="connsiteX4885" fmla="*/ 18322507 w 21052571"/>
              <a:gd name="connsiteY4885" fmla="*/ 1510879 h 8402012"/>
              <a:gd name="connsiteX4886" fmla="*/ 18304543 w 21052571"/>
              <a:gd name="connsiteY4886" fmla="*/ 1478773 h 8402012"/>
              <a:gd name="connsiteX4887" fmla="*/ 13957163 w 21052571"/>
              <a:gd name="connsiteY4887" fmla="*/ 1477304 h 8402012"/>
              <a:gd name="connsiteX4888" fmla="*/ 13957163 w 21052571"/>
              <a:gd name="connsiteY4888" fmla="*/ 1540708 h 8402012"/>
              <a:gd name="connsiteX4889" fmla="*/ 14002302 w 21052571"/>
              <a:gd name="connsiteY4889" fmla="*/ 1540708 h 8402012"/>
              <a:gd name="connsiteX4890" fmla="*/ 14073234 w 21052571"/>
              <a:gd name="connsiteY4890" fmla="*/ 1540708 h 8402012"/>
              <a:gd name="connsiteX4891" fmla="*/ 13957163 w 21052571"/>
              <a:gd name="connsiteY4891" fmla="*/ 1477304 h 8402012"/>
              <a:gd name="connsiteX4892" fmla="*/ 18830659 w 21052571"/>
              <a:gd name="connsiteY4892" fmla="*/ 1445595 h 8402012"/>
              <a:gd name="connsiteX4893" fmla="*/ 18957563 w 21052571"/>
              <a:gd name="connsiteY4893" fmla="*/ 1509164 h 8402012"/>
              <a:gd name="connsiteX4894" fmla="*/ 18830659 w 21052571"/>
              <a:gd name="connsiteY4894" fmla="*/ 1445595 h 8402012"/>
              <a:gd name="connsiteX4895" fmla="*/ 16584018 w 21052571"/>
              <a:gd name="connsiteY4895" fmla="*/ 1445595 h 8402012"/>
              <a:gd name="connsiteX4896" fmla="*/ 16601982 w 21052571"/>
              <a:gd name="connsiteY4896" fmla="*/ 1477704 h 8402012"/>
              <a:gd name="connsiteX4897" fmla="*/ 16584018 w 21052571"/>
              <a:gd name="connsiteY4897" fmla="*/ 1445595 h 8402012"/>
              <a:gd name="connsiteX4898" fmla="*/ 18247671 w 21052571"/>
              <a:gd name="connsiteY4898" fmla="*/ 1445595 h 8402012"/>
              <a:gd name="connsiteX4899" fmla="*/ 18265631 w 21052571"/>
              <a:gd name="connsiteY4899" fmla="*/ 1477703 h 8402012"/>
              <a:gd name="connsiteX4900" fmla="*/ 18247671 w 21052571"/>
              <a:gd name="connsiteY4900" fmla="*/ 1445595 h 8402012"/>
              <a:gd name="connsiteX4901" fmla="*/ 9737784 w 21052571"/>
              <a:gd name="connsiteY4901" fmla="*/ 1406377 h 8402012"/>
              <a:gd name="connsiteX4902" fmla="*/ 9621713 w 21052571"/>
              <a:gd name="connsiteY4902" fmla="*/ 1503096 h 8402012"/>
              <a:gd name="connsiteX4903" fmla="*/ 9500269 w 21052571"/>
              <a:gd name="connsiteY4903" fmla="*/ 1527813 h 8402012"/>
              <a:gd name="connsiteX4904" fmla="*/ 9435785 w 21052571"/>
              <a:gd name="connsiteY4904" fmla="*/ 1579396 h 8402012"/>
              <a:gd name="connsiteX4905" fmla="*/ 9371302 w 21052571"/>
              <a:gd name="connsiteY4905" fmla="*/ 1598740 h 8402012"/>
              <a:gd name="connsiteX4906" fmla="*/ 9282099 w 21052571"/>
              <a:gd name="connsiteY4906" fmla="*/ 1643876 h 8402012"/>
              <a:gd name="connsiteX4907" fmla="*/ 9333686 w 21052571"/>
              <a:gd name="connsiteY4907" fmla="*/ 1669667 h 8402012"/>
              <a:gd name="connsiteX4908" fmla="*/ 9378825 w 21052571"/>
              <a:gd name="connsiteY4908" fmla="*/ 1637427 h 8402012"/>
              <a:gd name="connsiteX4909" fmla="*/ 9435785 w 21052571"/>
              <a:gd name="connsiteY4909" fmla="*/ 1618084 h 8402012"/>
              <a:gd name="connsiteX4910" fmla="*/ 9737784 w 21052571"/>
              <a:gd name="connsiteY4910" fmla="*/ 1483753 h 8402012"/>
              <a:gd name="connsiteX4911" fmla="*/ 9737784 w 21052571"/>
              <a:gd name="connsiteY4911" fmla="*/ 1406377 h 8402012"/>
              <a:gd name="connsiteX4912" fmla="*/ 16351776 w 21052571"/>
              <a:gd name="connsiteY4912" fmla="*/ 1388716 h 8402012"/>
              <a:gd name="connsiteX4913" fmla="*/ 16374484 w 21052571"/>
              <a:gd name="connsiteY4913" fmla="*/ 1416016 h 8402012"/>
              <a:gd name="connsiteX4914" fmla="*/ 16351776 w 21052571"/>
              <a:gd name="connsiteY4914" fmla="*/ 1388716 h 8402012"/>
              <a:gd name="connsiteX4915" fmla="*/ 9904367 w 21052571"/>
              <a:gd name="connsiteY4915" fmla="*/ 1387034 h 8402012"/>
              <a:gd name="connsiteX4916" fmla="*/ 9807641 w 21052571"/>
              <a:gd name="connsiteY4916" fmla="*/ 1406377 h 8402012"/>
              <a:gd name="connsiteX4917" fmla="*/ 9878573 w 21052571"/>
              <a:gd name="connsiteY4917" fmla="*/ 1445064 h 8402012"/>
              <a:gd name="connsiteX4918" fmla="*/ 9904367 w 21052571"/>
              <a:gd name="connsiteY4918" fmla="*/ 1387034 h 8402012"/>
              <a:gd name="connsiteX4919" fmla="*/ 16242756 w 21052571"/>
              <a:gd name="connsiteY4919" fmla="*/ 1355540 h 8402012"/>
              <a:gd name="connsiteX4920" fmla="*/ 16260718 w 21052571"/>
              <a:gd name="connsiteY4920" fmla="*/ 1387645 h 8402012"/>
              <a:gd name="connsiteX4921" fmla="*/ 16242756 w 21052571"/>
              <a:gd name="connsiteY4921" fmla="*/ 1355540 h 8402012"/>
              <a:gd name="connsiteX4922" fmla="*/ 16000036 w 21052571"/>
              <a:gd name="connsiteY4922" fmla="*/ 1355540 h 8402012"/>
              <a:gd name="connsiteX4923" fmla="*/ 15982074 w 21052571"/>
              <a:gd name="connsiteY4923" fmla="*/ 1387646 h 8402012"/>
              <a:gd name="connsiteX4924" fmla="*/ 16000036 w 21052571"/>
              <a:gd name="connsiteY4924" fmla="*/ 1355540 h 8402012"/>
              <a:gd name="connsiteX4925" fmla="*/ 17261807 w 21052571"/>
              <a:gd name="connsiteY4925" fmla="*/ 1355537 h 8402012"/>
              <a:gd name="connsiteX4926" fmla="*/ 17341275 w 21052571"/>
              <a:gd name="connsiteY4926" fmla="*/ 1398971 h 8402012"/>
              <a:gd name="connsiteX4927" fmla="*/ 17261807 w 21052571"/>
              <a:gd name="connsiteY4927" fmla="*/ 1355537 h 8402012"/>
              <a:gd name="connsiteX4928" fmla="*/ 18042939 w 21052571"/>
              <a:gd name="connsiteY4928" fmla="*/ 1347424 h 8402012"/>
              <a:gd name="connsiteX4929" fmla="*/ 18132827 w 21052571"/>
              <a:gd name="connsiteY4929" fmla="*/ 1386083 h 8402012"/>
              <a:gd name="connsiteX4930" fmla="*/ 18132827 w 21052571"/>
              <a:gd name="connsiteY4930" fmla="*/ 1411362 h 8402012"/>
              <a:gd name="connsiteX4931" fmla="*/ 18015419 w 21052571"/>
              <a:gd name="connsiteY4931" fmla="*/ 1367124 h 8402012"/>
              <a:gd name="connsiteX4932" fmla="*/ 18042939 w 21052571"/>
              <a:gd name="connsiteY4932" fmla="*/ 1347424 h 8402012"/>
              <a:gd name="connsiteX4933" fmla="*/ 17167011 w 21052571"/>
              <a:gd name="connsiteY4933" fmla="*/ 1332460 h 8402012"/>
              <a:gd name="connsiteX4934" fmla="*/ 17241791 w 21052571"/>
              <a:gd name="connsiteY4934" fmla="*/ 1383919 h 8402012"/>
              <a:gd name="connsiteX4935" fmla="*/ 17167011 w 21052571"/>
              <a:gd name="connsiteY4935" fmla="*/ 1332460 h 8402012"/>
              <a:gd name="connsiteX4936" fmla="*/ 17076955 w 21052571"/>
              <a:gd name="connsiteY4936" fmla="*/ 1322361 h 8402012"/>
              <a:gd name="connsiteX4937" fmla="*/ 17090083 w 21052571"/>
              <a:gd name="connsiteY4937" fmla="*/ 1354469 h 8402012"/>
              <a:gd name="connsiteX4938" fmla="*/ 17076955 w 21052571"/>
              <a:gd name="connsiteY4938" fmla="*/ 1322361 h 8402012"/>
              <a:gd name="connsiteX4939" fmla="*/ 17508271 w 21052571"/>
              <a:gd name="connsiteY4939" fmla="*/ 1322360 h 8402012"/>
              <a:gd name="connsiteX4940" fmla="*/ 17526231 w 21052571"/>
              <a:gd name="connsiteY4940" fmla="*/ 1354469 h 8402012"/>
              <a:gd name="connsiteX4941" fmla="*/ 17508271 w 21052571"/>
              <a:gd name="connsiteY4941" fmla="*/ 1322360 h 8402012"/>
              <a:gd name="connsiteX4942" fmla="*/ 17982243 w 21052571"/>
              <a:gd name="connsiteY4942" fmla="*/ 1322357 h 8402012"/>
              <a:gd name="connsiteX4943" fmla="*/ 18014315 w 21052571"/>
              <a:gd name="connsiteY4943" fmla="*/ 1340803 h 8402012"/>
              <a:gd name="connsiteX4944" fmla="*/ 17982243 w 21052571"/>
              <a:gd name="connsiteY4944" fmla="*/ 1322357 h 8402012"/>
              <a:gd name="connsiteX4945" fmla="*/ 14316122 w 21052571"/>
              <a:gd name="connsiteY4945" fmla="*/ 1297837 h 8402012"/>
              <a:gd name="connsiteX4946" fmla="*/ 14354813 w 21052571"/>
              <a:gd name="connsiteY4946" fmla="*/ 1322555 h 8402012"/>
              <a:gd name="connsiteX4947" fmla="*/ 14316122 w 21052571"/>
              <a:gd name="connsiteY4947" fmla="*/ 1297837 h 8402012"/>
              <a:gd name="connsiteX4948" fmla="*/ 15944156 w 21052571"/>
              <a:gd name="connsiteY4948" fmla="*/ 1265483 h 8402012"/>
              <a:gd name="connsiteX4949" fmla="*/ 15962062 w 21052571"/>
              <a:gd name="connsiteY4949" fmla="*/ 1297592 h 8402012"/>
              <a:gd name="connsiteX4950" fmla="*/ 15944156 w 21052571"/>
              <a:gd name="connsiteY4950" fmla="*/ 1265483 h 8402012"/>
              <a:gd name="connsiteX4951" fmla="*/ 16000036 w 21052571"/>
              <a:gd name="connsiteY4951" fmla="*/ 1265483 h 8402012"/>
              <a:gd name="connsiteX4952" fmla="*/ 15982074 w 21052571"/>
              <a:gd name="connsiteY4952" fmla="*/ 1297592 h 8402012"/>
              <a:gd name="connsiteX4953" fmla="*/ 16000036 w 21052571"/>
              <a:gd name="connsiteY4953" fmla="*/ 1265483 h 8402012"/>
              <a:gd name="connsiteX4954" fmla="*/ 16166922 w 21052571"/>
              <a:gd name="connsiteY4954" fmla="*/ 1265483 h 8402012"/>
              <a:gd name="connsiteX4955" fmla="*/ 16184884 w 21052571"/>
              <a:gd name="connsiteY4955" fmla="*/ 1297591 h 8402012"/>
              <a:gd name="connsiteX4956" fmla="*/ 16166922 w 21052571"/>
              <a:gd name="connsiteY4956" fmla="*/ 1265483 h 8402012"/>
              <a:gd name="connsiteX4957" fmla="*/ 17148051 w 21052571"/>
              <a:gd name="connsiteY4957" fmla="*/ 1265483 h 8402012"/>
              <a:gd name="connsiteX4958" fmla="*/ 17184943 w 21052571"/>
              <a:gd name="connsiteY4958" fmla="*/ 1265483 h 8402012"/>
              <a:gd name="connsiteX4959" fmla="*/ 17184943 w 21052571"/>
              <a:gd name="connsiteY4959" fmla="*/ 1297591 h 8402012"/>
              <a:gd name="connsiteX4960" fmla="*/ 17148051 w 21052571"/>
              <a:gd name="connsiteY4960" fmla="*/ 1297591 h 8402012"/>
              <a:gd name="connsiteX4961" fmla="*/ 17148051 w 21052571"/>
              <a:gd name="connsiteY4961" fmla="*/ 1265483 h 8402012"/>
              <a:gd name="connsiteX4962" fmla="*/ 15773526 w 21052571"/>
              <a:gd name="connsiteY4962" fmla="*/ 1246523 h 8402012"/>
              <a:gd name="connsiteX4963" fmla="*/ 15924108 w 21052571"/>
              <a:gd name="connsiteY4963" fmla="*/ 1278921 h 8402012"/>
              <a:gd name="connsiteX4964" fmla="*/ 15858638 w 21052571"/>
              <a:gd name="connsiteY4964" fmla="*/ 1317799 h 8402012"/>
              <a:gd name="connsiteX4965" fmla="*/ 15806262 w 21052571"/>
              <a:gd name="connsiteY4965" fmla="*/ 1311320 h 8402012"/>
              <a:gd name="connsiteX4966" fmla="*/ 15825902 w 21052571"/>
              <a:gd name="connsiteY4966" fmla="*/ 1278921 h 8402012"/>
              <a:gd name="connsiteX4967" fmla="*/ 15773526 w 21052571"/>
              <a:gd name="connsiteY4967" fmla="*/ 1246523 h 8402012"/>
              <a:gd name="connsiteX4968" fmla="*/ 17810559 w 21052571"/>
              <a:gd name="connsiteY4968" fmla="*/ 1200999 h 8402012"/>
              <a:gd name="connsiteX4969" fmla="*/ 17773695 w 21052571"/>
              <a:gd name="connsiteY4969" fmla="*/ 1234067 h 8402012"/>
              <a:gd name="connsiteX4970" fmla="*/ 17810559 w 21052571"/>
              <a:gd name="connsiteY4970" fmla="*/ 1200999 h 8402012"/>
              <a:gd name="connsiteX4971" fmla="*/ 15678730 w 21052571"/>
              <a:gd name="connsiteY4971" fmla="*/ 1199127 h 8402012"/>
              <a:gd name="connsiteX4972" fmla="*/ 15696694 w 21052571"/>
              <a:gd name="connsiteY4972" fmla="*/ 1231236 h 8402012"/>
              <a:gd name="connsiteX4973" fmla="*/ 15678730 w 21052571"/>
              <a:gd name="connsiteY4973" fmla="*/ 1199127 h 8402012"/>
              <a:gd name="connsiteX4974" fmla="*/ 16824751 w 21052571"/>
              <a:gd name="connsiteY4974" fmla="*/ 1199127 h 8402012"/>
              <a:gd name="connsiteX4975" fmla="*/ 16806787 w 21052571"/>
              <a:gd name="connsiteY4975" fmla="*/ 1231236 h 8402012"/>
              <a:gd name="connsiteX4976" fmla="*/ 16824751 w 21052571"/>
              <a:gd name="connsiteY4976" fmla="*/ 1199127 h 8402012"/>
              <a:gd name="connsiteX4977" fmla="*/ 15526532 w 21052571"/>
              <a:gd name="connsiteY4977" fmla="*/ 1161698 h 8402012"/>
              <a:gd name="connsiteX4978" fmla="*/ 15582882 w 21052571"/>
              <a:gd name="connsiteY4978" fmla="*/ 1169761 h 8402012"/>
              <a:gd name="connsiteX4979" fmla="*/ 15489142 w 21052571"/>
              <a:gd name="connsiteY4979" fmla="*/ 1202011 h 8402012"/>
              <a:gd name="connsiteX4980" fmla="*/ 15526532 w 21052571"/>
              <a:gd name="connsiteY4980" fmla="*/ 1161698 h 8402012"/>
              <a:gd name="connsiteX4981" fmla="*/ 15342210 w 21052571"/>
              <a:gd name="connsiteY4981" fmla="*/ 1137507 h 8402012"/>
              <a:gd name="connsiteX4982" fmla="*/ 15405268 w 21052571"/>
              <a:gd name="connsiteY4982" fmla="*/ 1137507 h 8402012"/>
              <a:gd name="connsiteX4983" fmla="*/ 15450158 w 21052571"/>
              <a:gd name="connsiteY4983" fmla="*/ 1137507 h 8402012"/>
              <a:gd name="connsiteX4984" fmla="*/ 15450158 w 21052571"/>
              <a:gd name="connsiteY4984" fmla="*/ 1169613 h 8402012"/>
              <a:gd name="connsiteX4985" fmla="*/ 15379618 w 21052571"/>
              <a:gd name="connsiteY4985" fmla="*/ 1169613 h 8402012"/>
              <a:gd name="connsiteX4986" fmla="*/ 15342210 w 21052571"/>
              <a:gd name="connsiteY4986" fmla="*/ 1169613 h 8402012"/>
              <a:gd name="connsiteX4987" fmla="*/ 15342210 w 21052571"/>
              <a:gd name="connsiteY4987" fmla="*/ 1137507 h 8402012"/>
              <a:gd name="connsiteX4988" fmla="*/ 16824751 w 21052571"/>
              <a:gd name="connsiteY4988" fmla="*/ 1137507 h 8402012"/>
              <a:gd name="connsiteX4989" fmla="*/ 16806787 w 21052571"/>
              <a:gd name="connsiteY4989" fmla="*/ 1169613 h 8402012"/>
              <a:gd name="connsiteX4990" fmla="*/ 16824751 w 21052571"/>
              <a:gd name="connsiteY4990" fmla="*/ 1137507 h 8402012"/>
              <a:gd name="connsiteX4991" fmla="*/ 10314912 w 21052571"/>
              <a:gd name="connsiteY4991" fmla="*/ 1136639 h 8402012"/>
              <a:gd name="connsiteX4992" fmla="*/ 10334257 w 21052571"/>
              <a:gd name="connsiteY4992" fmla="*/ 1168880 h 8402012"/>
              <a:gd name="connsiteX4993" fmla="*/ 10314912 w 21052571"/>
              <a:gd name="connsiteY4993" fmla="*/ 1136639 h 8402012"/>
              <a:gd name="connsiteX4994" fmla="*/ 10372948 w 21052571"/>
              <a:gd name="connsiteY4994" fmla="*/ 1111922 h 8402012"/>
              <a:gd name="connsiteX4995" fmla="*/ 10392293 w 21052571"/>
              <a:gd name="connsiteY4995" fmla="*/ 1136639 h 8402012"/>
              <a:gd name="connsiteX4996" fmla="*/ 10372948 w 21052571"/>
              <a:gd name="connsiteY4996" fmla="*/ 1111922 h 8402012"/>
              <a:gd name="connsiteX4997" fmla="*/ 15848742 w 21052571"/>
              <a:gd name="connsiteY4997" fmla="*/ 1111643 h 8402012"/>
              <a:gd name="connsiteX4998" fmla="*/ 15868094 w 21052571"/>
              <a:gd name="connsiteY4998" fmla="*/ 1136372 h 8402012"/>
              <a:gd name="connsiteX4999" fmla="*/ 15848742 w 21052571"/>
              <a:gd name="connsiteY4999" fmla="*/ 1111643 h 8402012"/>
              <a:gd name="connsiteX5000" fmla="*/ 17584747 w 21052571"/>
              <a:gd name="connsiteY5000" fmla="*/ 1108531 h 8402012"/>
              <a:gd name="connsiteX5001" fmla="*/ 17606195 w 21052571"/>
              <a:gd name="connsiteY5001" fmla="*/ 1137320 h 8402012"/>
              <a:gd name="connsiteX5002" fmla="*/ 17568307 w 21052571"/>
              <a:gd name="connsiteY5002" fmla="*/ 1170048 h 8402012"/>
              <a:gd name="connsiteX5003" fmla="*/ 17619455 w 21052571"/>
              <a:gd name="connsiteY5003" fmla="*/ 1178332 h 8402012"/>
              <a:gd name="connsiteX5004" fmla="*/ 17624883 w 21052571"/>
              <a:gd name="connsiteY5004" fmla="*/ 1199651 h 8402012"/>
              <a:gd name="connsiteX5005" fmla="*/ 17642891 w 21052571"/>
              <a:gd name="connsiteY5005" fmla="*/ 1202967 h 8402012"/>
              <a:gd name="connsiteX5006" fmla="*/ 17654131 w 21052571"/>
              <a:gd name="connsiteY5006" fmla="*/ 1229868 h 8402012"/>
              <a:gd name="connsiteX5007" fmla="*/ 17625235 w 21052571"/>
              <a:gd name="connsiteY5007" fmla="*/ 1219492 h 8402012"/>
              <a:gd name="connsiteX5008" fmla="*/ 17622539 w 21052571"/>
              <a:gd name="connsiteY5008" fmla="*/ 1202380 h 8402012"/>
              <a:gd name="connsiteX5009" fmla="*/ 17582463 w 21052571"/>
              <a:gd name="connsiteY5009" fmla="*/ 1197354 h 8402012"/>
              <a:gd name="connsiteX5010" fmla="*/ 17451395 w 21052571"/>
              <a:gd name="connsiteY5010" fmla="*/ 1150411 h 8402012"/>
              <a:gd name="connsiteX5011" fmla="*/ 17584747 w 21052571"/>
              <a:gd name="connsiteY5011" fmla="*/ 1108531 h 8402012"/>
              <a:gd name="connsiteX5012" fmla="*/ 15265552 w 21052571"/>
              <a:gd name="connsiteY5012" fmla="*/ 1103815 h 8402012"/>
              <a:gd name="connsiteX5013" fmla="*/ 15322156 w 21052571"/>
              <a:gd name="connsiteY5013" fmla="*/ 1112794 h 8402012"/>
              <a:gd name="connsiteX5014" fmla="*/ 15223716 w 21052571"/>
              <a:gd name="connsiteY5014" fmla="*/ 1137451 h 8402012"/>
              <a:gd name="connsiteX5015" fmla="*/ 15265552 w 21052571"/>
              <a:gd name="connsiteY5015" fmla="*/ 1103815 h 8402012"/>
              <a:gd name="connsiteX5016" fmla="*/ 16408650 w 21052571"/>
              <a:gd name="connsiteY5016" fmla="*/ 1080632 h 8402012"/>
              <a:gd name="connsiteX5017" fmla="*/ 16426612 w 21052571"/>
              <a:gd name="connsiteY5017" fmla="*/ 1112737 h 8402012"/>
              <a:gd name="connsiteX5018" fmla="*/ 16408650 w 21052571"/>
              <a:gd name="connsiteY5018" fmla="*/ 1080632 h 8402012"/>
              <a:gd name="connsiteX5019" fmla="*/ 17304463 w 21052571"/>
              <a:gd name="connsiteY5019" fmla="*/ 1080632 h 8402012"/>
              <a:gd name="connsiteX5020" fmla="*/ 17317591 w 21052571"/>
              <a:gd name="connsiteY5020" fmla="*/ 1112737 h 8402012"/>
              <a:gd name="connsiteX5021" fmla="*/ 17304463 w 21052571"/>
              <a:gd name="connsiteY5021" fmla="*/ 1080632 h 8402012"/>
              <a:gd name="connsiteX5022" fmla="*/ 15073768 w 21052571"/>
              <a:gd name="connsiteY5022" fmla="*/ 1077829 h 8402012"/>
              <a:gd name="connsiteX5023" fmla="*/ 15094708 w 21052571"/>
              <a:gd name="connsiteY5023" fmla="*/ 1113376 h 8402012"/>
              <a:gd name="connsiteX5024" fmla="*/ 15038866 w 21052571"/>
              <a:gd name="connsiteY5024" fmla="*/ 1081061 h 8402012"/>
              <a:gd name="connsiteX5025" fmla="*/ 15073768 w 21052571"/>
              <a:gd name="connsiteY5025" fmla="*/ 1077829 h 8402012"/>
              <a:gd name="connsiteX5026" fmla="*/ 15472422 w 21052571"/>
              <a:gd name="connsiteY5026" fmla="*/ 1077500 h 8402012"/>
              <a:gd name="connsiteX5027" fmla="*/ 15483374 w 21052571"/>
              <a:gd name="connsiteY5027" fmla="*/ 1077923 h 8402012"/>
              <a:gd name="connsiteX5028" fmla="*/ 15446482 w 21052571"/>
              <a:gd name="connsiteY5028" fmla="*/ 1111778 h 8402012"/>
              <a:gd name="connsiteX5029" fmla="*/ 15472422 w 21052571"/>
              <a:gd name="connsiteY5029" fmla="*/ 1077500 h 8402012"/>
              <a:gd name="connsiteX5030" fmla="*/ 17496291 w 21052571"/>
              <a:gd name="connsiteY5030" fmla="*/ 1077499 h 8402012"/>
              <a:gd name="connsiteX5031" fmla="*/ 17507243 w 21052571"/>
              <a:gd name="connsiteY5031" fmla="*/ 1077922 h 8402012"/>
              <a:gd name="connsiteX5032" fmla="*/ 17470351 w 21052571"/>
              <a:gd name="connsiteY5032" fmla="*/ 1111778 h 8402012"/>
              <a:gd name="connsiteX5033" fmla="*/ 17496291 w 21052571"/>
              <a:gd name="connsiteY5033" fmla="*/ 1077499 h 8402012"/>
              <a:gd name="connsiteX5034" fmla="*/ 17033203 w 21052571"/>
              <a:gd name="connsiteY5034" fmla="*/ 1047453 h 8402012"/>
              <a:gd name="connsiteX5035" fmla="*/ 17020075 w 21052571"/>
              <a:gd name="connsiteY5035" fmla="*/ 1079562 h 8402012"/>
              <a:gd name="connsiteX5036" fmla="*/ 17033203 w 21052571"/>
              <a:gd name="connsiteY5036" fmla="*/ 1047453 h 8402012"/>
              <a:gd name="connsiteX5037" fmla="*/ 16280676 w 21052571"/>
              <a:gd name="connsiteY5037" fmla="*/ 1047453 h 8402012"/>
              <a:gd name="connsiteX5038" fmla="*/ 16298638 w 21052571"/>
              <a:gd name="connsiteY5038" fmla="*/ 1079562 h 8402012"/>
              <a:gd name="connsiteX5039" fmla="*/ 16280676 w 21052571"/>
              <a:gd name="connsiteY5039" fmla="*/ 1047453 h 8402012"/>
              <a:gd name="connsiteX5040" fmla="*/ 16223798 w 21052571"/>
              <a:gd name="connsiteY5040" fmla="*/ 1044121 h 8402012"/>
              <a:gd name="connsiteX5041" fmla="*/ 16260692 w 21052571"/>
              <a:gd name="connsiteY5041" fmla="*/ 1074864 h 8402012"/>
              <a:gd name="connsiteX5042" fmla="*/ 16223798 w 21052571"/>
              <a:gd name="connsiteY5042" fmla="*/ 1044121 h 8402012"/>
              <a:gd name="connsiteX5043" fmla="*/ 17431379 w 21052571"/>
              <a:gd name="connsiteY5043" fmla="*/ 1044120 h 8402012"/>
              <a:gd name="connsiteX5044" fmla="*/ 17394519 w 21052571"/>
              <a:gd name="connsiteY5044" fmla="*/ 1074864 h 8402012"/>
              <a:gd name="connsiteX5045" fmla="*/ 17431379 w 21052571"/>
              <a:gd name="connsiteY5045" fmla="*/ 1044120 h 8402012"/>
              <a:gd name="connsiteX5046" fmla="*/ 11093277 w 21052571"/>
              <a:gd name="connsiteY5046" fmla="*/ 1043667 h 8402012"/>
              <a:gd name="connsiteX5047" fmla="*/ 11109384 w 21052571"/>
              <a:gd name="connsiteY5047" fmla="*/ 1046077 h 8402012"/>
              <a:gd name="connsiteX5048" fmla="*/ 11090615 w 21052571"/>
              <a:gd name="connsiteY5048" fmla="*/ 1044067 h 8402012"/>
              <a:gd name="connsiteX5049" fmla="*/ 16165868 w 21052571"/>
              <a:gd name="connsiteY5049" fmla="*/ 1022268 h 8402012"/>
              <a:gd name="connsiteX5050" fmla="*/ 16165868 w 21052571"/>
              <a:gd name="connsiteY5050" fmla="*/ 1079570 h 8402012"/>
              <a:gd name="connsiteX5051" fmla="*/ 16072126 w 21052571"/>
              <a:gd name="connsiteY5051" fmla="*/ 1066836 h 8402012"/>
              <a:gd name="connsiteX5052" fmla="*/ 16165868 w 21052571"/>
              <a:gd name="connsiteY5052" fmla="*/ 1022268 h 8402012"/>
              <a:gd name="connsiteX5053" fmla="*/ 15263666 w 21052571"/>
              <a:gd name="connsiteY5053" fmla="*/ 1016154 h 8402012"/>
              <a:gd name="connsiteX5054" fmla="*/ 15321558 w 21052571"/>
              <a:gd name="connsiteY5054" fmla="*/ 1022776 h 8402012"/>
              <a:gd name="connsiteX5055" fmla="*/ 15302260 w 21052571"/>
              <a:gd name="connsiteY5055" fmla="*/ 1082382 h 8402012"/>
              <a:gd name="connsiteX5056" fmla="*/ 15244368 w 21052571"/>
              <a:gd name="connsiteY5056" fmla="*/ 1082382 h 8402012"/>
              <a:gd name="connsiteX5057" fmla="*/ 15263666 w 21052571"/>
              <a:gd name="connsiteY5057" fmla="*/ 1016154 h 8402012"/>
              <a:gd name="connsiteX5058" fmla="*/ 10865077 w 21052571"/>
              <a:gd name="connsiteY5058" fmla="*/ 986522 h 8402012"/>
              <a:gd name="connsiteX5059" fmla="*/ 10885828 w 21052571"/>
              <a:gd name="connsiteY5059" fmla="*/ 987298 h 8402012"/>
              <a:gd name="connsiteX5060" fmla="*/ 10848936 w 21052571"/>
              <a:gd name="connsiteY5060" fmla="*/ 999708 h 8402012"/>
              <a:gd name="connsiteX5061" fmla="*/ 10865077 w 21052571"/>
              <a:gd name="connsiteY5061" fmla="*/ 986522 h 8402012"/>
              <a:gd name="connsiteX5062" fmla="*/ 17138571 w 21052571"/>
              <a:gd name="connsiteY5062" fmla="*/ 977964 h 8402012"/>
              <a:gd name="connsiteX5063" fmla="*/ 17346031 w 21052571"/>
              <a:gd name="connsiteY5063" fmla="*/ 1035119 h 8402012"/>
              <a:gd name="connsiteX5064" fmla="*/ 17267827 w 21052571"/>
              <a:gd name="connsiteY5064" fmla="*/ 1079573 h 8402012"/>
              <a:gd name="connsiteX5065" fmla="*/ 17267827 w 21052571"/>
              <a:gd name="connsiteY5065" fmla="*/ 1022418 h 8402012"/>
              <a:gd name="connsiteX5066" fmla="*/ 17184191 w 21052571"/>
              <a:gd name="connsiteY5066" fmla="*/ 1035119 h 8402012"/>
              <a:gd name="connsiteX5067" fmla="*/ 17138571 w 21052571"/>
              <a:gd name="connsiteY5067" fmla="*/ 977964 h 8402012"/>
              <a:gd name="connsiteX5068" fmla="*/ 15863578 w 21052571"/>
              <a:gd name="connsiteY5068" fmla="*/ 957394 h 8402012"/>
              <a:gd name="connsiteX5069" fmla="*/ 15881542 w 21052571"/>
              <a:gd name="connsiteY5069" fmla="*/ 989500 h 8402012"/>
              <a:gd name="connsiteX5070" fmla="*/ 15863578 w 21052571"/>
              <a:gd name="connsiteY5070" fmla="*/ 957394 h 8402012"/>
              <a:gd name="connsiteX5071" fmla="*/ 16129004 w 21052571"/>
              <a:gd name="connsiteY5071" fmla="*/ 957394 h 8402012"/>
              <a:gd name="connsiteX5072" fmla="*/ 16146966 w 21052571"/>
              <a:gd name="connsiteY5072" fmla="*/ 989500 h 8402012"/>
              <a:gd name="connsiteX5073" fmla="*/ 16129004 w 21052571"/>
              <a:gd name="connsiteY5073" fmla="*/ 957394 h 8402012"/>
              <a:gd name="connsiteX5074" fmla="*/ 16740434 w 21052571"/>
              <a:gd name="connsiteY5074" fmla="*/ 957394 h 8402012"/>
              <a:gd name="connsiteX5075" fmla="*/ 16753558 w 21052571"/>
              <a:gd name="connsiteY5075" fmla="*/ 989500 h 8402012"/>
              <a:gd name="connsiteX5076" fmla="*/ 16740434 w 21052571"/>
              <a:gd name="connsiteY5076" fmla="*/ 957394 h 8402012"/>
              <a:gd name="connsiteX5077" fmla="*/ 17033191 w 21052571"/>
              <a:gd name="connsiteY5077" fmla="*/ 925119 h 8402012"/>
              <a:gd name="connsiteX5078" fmla="*/ 17001119 w 21052571"/>
              <a:gd name="connsiteY5078" fmla="*/ 958974 h 8402012"/>
              <a:gd name="connsiteX5079" fmla="*/ 17033191 w 21052571"/>
              <a:gd name="connsiteY5079" fmla="*/ 925119 h 8402012"/>
              <a:gd name="connsiteX5080" fmla="*/ 11341645 w 21052571"/>
              <a:gd name="connsiteY5080" fmla="*/ 915543 h 8402012"/>
              <a:gd name="connsiteX5081" fmla="*/ 11506688 w 21052571"/>
              <a:gd name="connsiteY5081" fmla="*/ 1046077 h 8402012"/>
              <a:gd name="connsiteX5082" fmla="*/ 11398235 w 21052571"/>
              <a:gd name="connsiteY5082" fmla="*/ 1046077 h 8402012"/>
              <a:gd name="connsiteX5083" fmla="*/ 11391792 w 21052571"/>
              <a:gd name="connsiteY5083" fmla="*/ 969016 h 8402012"/>
              <a:gd name="connsiteX5084" fmla="*/ 11333807 w 21052571"/>
              <a:gd name="connsiteY5084" fmla="*/ 956173 h 8402012"/>
              <a:gd name="connsiteX5085" fmla="*/ 11346692 w 21052571"/>
              <a:gd name="connsiteY5085" fmla="*/ 1052499 h 8402012"/>
              <a:gd name="connsiteX5086" fmla="*/ 10770064 w 21052571"/>
              <a:gd name="connsiteY5086" fmla="*/ 1231233 h 8402012"/>
              <a:gd name="connsiteX5087" fmla="*/ 10795835 w 21052571"/>
              <a:gd name="connsiteY5087" fmla="*/ 1115644 h 8402012"/>
              <a:gd name="connsiteX5088" fmla="*/ 10897846 w 21052571"/>
              <a:gd name="connsiteY5088" fmla="*/ 1078185 h 8402012"/>
              <a:gd name="connsiteX5089" fmla="*/ 11000930 w 21052571"/>
              <a:gd name="connsiteY5089" fmla="*/ 1046077 h 8402012"/>
              <a:gd name="connsiteX5090" fmla="*/ 11020258 w 21052571"/>
              <a:gd name="connsiteY5090" fmla="*/ 1071764 h 8402012"/>
              <a:gd name="connsiteX5091" fmla="*/ 11051398 w 21052571"/>
              <a:gd name="connsiteY5091" fmla="*/ 1078185 h 8402012"/>
              <a:gd name="connsiteX5092" fmla="*/ 11020258 w 21052571"/>
              <a:gd name="connsiteY5092" fmla="*/ 1046077 h 8402012"/>
              <a:gd name="connsiteX5093" fmla="*/ 11064418 w 21052571"/>
              <a:gd name="connsiteY5093" fmla="*/ 1041259 h 8402012"/>
              <a:gd name="connsiteX5094" fmla="*/ 11090615 w 21052571"/>
              <a:gd name="connsiteY5094" fmla="*/ 1044067 h 8402012"/>
              <a:gd name="connsiteX5095" fmla="*/ 11077170 w 21052571"/>
              <a:gd name="connsiteY5095" fmla="*/ 1046077 h 8402012"/>
              <a:gd name="connsiteX5096" fmla="*/ 11077170 w 21052571"/>
              <a:gd name="connsiteY5096" fmla="*/ 1078185 h 8402012"/>
              <a:gd name="connsiteX5097" fmla="*/ 11122269 w 21052571"/>
              <a:gd name="connsiteY5097" fmla="*/ 1046077 h 8402012"/>
              <a:gd name="connsiteX5098" fmla="*/ 11206025 w 21052571"/>
              <a:gd name="connsiteY5098" fmla="*/ 1039654 h 8402012"/>
              <a:gd name="connsiteX5099" fmla="*/ 11225354 w 21052571"/>
              <a:gd name="connsiteY5099" fmla="*/ 924065 h 8402012"/>
              <a:gd name="connsiteX5100" fmla="*/ 11341645 w 21052571"/>
              <a:gd name="connsiteY5100" fmla="*/ 915543 h 8402012"/>
              <a:gd name="connsiteX5101" fmla="*/ 11568284 w 21052571"/>
              <a:gd name="connsiteY5101" fmla="*/ 905254 h 8402012"/>
              <a:gd name="connsiteX5102" fmla="*/ 11555159 w 21052571"/>
              <a:gd name="connsiteY5102" fmla="*/ 923161 h 8402012"/>
              <a:gd name="connsiteX5103" fmla="*/ 11568284 w 21052571"/>
              <a:gd name="connsiteY5103" fmla="*/ 905254 h 8402012"/>
              <a:gd name="connsiteX5104" fmla="*/ 11506728 w 21052571"/>
              <a:gd name="connsiteY5104" fmla="*/ 891038 h 8402012"/>
              <a:gd name="connsiteX5105" fmla="*/ 11506728 w 21052571"/>
              <a:gd name="connsiteY5105" fmla="*/ 921583 h 8402012"/>
              <a:gd name="connsiteX5106" fmla="*/ 11462227 w 21052571"/>
              <a:gd name="connsiteY5106" fmla="*/ 916695 h 8402012"/>
              <a:gd name="connsiteX5107" fmla="*/ 11452907 w 21052571"/>
              <a:gd name="connsiteY5107" fmla="*/ 905999 h 8402012"/>
              <a:gd name="connsiteX5108" fmla="*/ 11457633 w 21052571"/>
              <a:gd name="connsiteY5108" fmla="*/ 923783 h 8402012"/>
              <a:gd name="connsiteX5109" fmla="*/ 11452710 w 21052571"/>
              <a:gd name="connsiteY5109" fmla="*/ 937331 h 8402012"/>
              <a:gd name="connsiteX5110" fmla="*/ 11447787 w 21052571"/>
              <a:gd name="connsiteY5110" fmla="*/ 923783 h 8402012"/>
              <a:gd name="connsiteX5111" fmla="*/ 11452605 w 21052571"/>
              <a:gd name="connsiteY5111" fmla="*/ 905652 h 8402012"/>
              <a:gd name="connsiteX5112" fmla="*/ 11450884 w 21052571"/>
              <a:gd name="connsiteY5112" fmla="*/ 903677 h 8402012"/>
              <a:gd name="connsiteX5113" fmla="*/ 11506728 w 21052571"/>
              <a:gd name="connsiteY5113" fmla="*/ 891038 h 8402012"/>
              <a:gd name="connsiteX5114" fmla="*/ 15678730 w 21052571"/>
              <a:gd name="connsiteY5114" fmla="*/ 891038 h 8402012"/>
              <a:gd name="connsiteX5115" fmla="*/ 15696694 w 21052571"/>
              <a:gd name="connsiteY5115" fmla="*/ 923108 h 8402012"/>
              <a:gd name="connsiteX5116" fmla="*/ 15678730 w 21052571"/>
              <a:gd name="connsiteY5116" fmla="*/ 891038 h 8402012"/>
              <a:gd name="connsiteX5117" fmla="*/ 15469696 w 21052571"/>
              <a:gd name="connsiteY5117" fmla="*/ 886905 h 8402012"/>
              <a:gd name="connsiteX5118" fmla="*/ 15507042 w 21052571"/>
              <a:gd name="connsiteY5118" fmla="*/ 926687 h 8402012"/>
              <a:gd name="connsiteX5119" fmla="*/ 15418046 w 21052571"/>
              <a:gd name="connsiteY5119" fmla="*/ 895187 h 8402012"/>
              <a:gd name="connsiteX5120" fmla="*/ 15469696 w 21052571"/>
              <a:gd name="connsiteY5120" fmla="*/ 886905 h 8402012"/>
              <a:gd name="connsiteX5121" fmla="*/ 16787831 w 21052571"/>
              <a:gd name="connsiteY5121" fmla="*/ 862601 h 8402012"/>
              <a:gd name="connsiteX5122" fmla="*/ 16962123 w 21052571"/>
              <a:gd name="connsiteY5122" fmla="*/ 908896 h 8402012"/>
              <a:gd name="connsiteX5123" fmla="*/ 16787831 w 21052571"/>
              <a:gd name="connsiteY5123" fmla="*/ 862601 h 8402012"/>
              <a:gd name="connsiteX5124" fmla="*/ 11623835 w 21052571"/>
              <a:gd name="connsiteY5124" fmla="*/ 857110 h 8402012"/>
              <a:gd name="connsiteX5125" fmla="*/ 11654776 w 21052571"/>
              <a:gd name="connsiteY5125" fmla="*/ 859503 h 8402012"/>
              <a:gd name="connsiteX5126" fmla="*/ 11617594 w 21052571"/>
              <a:gd name="connsiteY5126" fmla="*/ 922242 h 8402012"/>
              <a:gd name="connsiteX5127" fmla="*/ 11661150 w 21052571"/>
              <a:gd name="connsiteY5127" fmla="*/ 973284 h 8402012"/>
              <a:gd name="connsiteX5128" fmla="*/ 11528355 w 21052571"/>
              <a:gd name="connsiteY5128" fmla="*/ 1017947 h 8402012"/>
              <a:gd name="connsiteX5129" fmla="*/ 11534729 w 21052571"/>
              <a:gd name="connsiteY5129" fmla="*/ 947763 h 8402012"/>
              <a:gd name="connsiteX5130" fmla="*/ 11572974 w 21052571"/>
              <a:gd name="connsiteY5130" fmla="*/ 916925 h 8402012"/>
              <a:gd name="connsiteX5131" fmla="*/ 11592097 w 21052571"/>
              <a:gd name="connsiteY5131" fmla="*/ 859503 h 8402012"/>
              <a:gd name="connsiteX5132" fmla="*/ 11623835 w 21052571"/>
              <a:gd name="connsiteY5132" fmla="*/ 857110 h 8402012"/>
              <a:gd name="connsiteX5133" fmla="*/ 11225206 w 21052571"/>
              <a:gd name="connsiteY5133" fmla="*/ 835722 h 8402012"/>
              <a:gd name="connsiteX5134" fmla="*/ 11256374 w 21052571"/>
              <a:gd name="connsiteY5134" fmla="*/ 861514 h 8402012"/>
              <a:gd name="connsiteX5135" fmla="*/ 11225206 w 21052571"/>
              <a:gd name="connsiteY5135" fmla="*/ 835722 h 8402012"/>
              <a:gd name="connsiteX5136" fmla="*/ 16736772 w 21052571"/>
              <a:gd name="connsiteY5136" fmla="*/ 835129 h 8402012"/>
              <a:gd name="connsiteX5137" fmla="*/ 16770790 w 21052571"/>
              <a:gd name="connsiteY5137" fmla="*/ 848999 h 8402012"/>
              <a:gd name="connsiteX5138" fmla="*/ 16693034 w 21052571"/>
              <a:gd name="connsiteY5138" fmla="*/ 835945 h 8402012"/>
              <a:gd name="connsiteX5139" fmla="*/ 16736772 w 21052571"/>
              <a:gd name="connsiteY5139" fmla="*/ 835129 h 8402012"/>
              <a:gd name="connsiteX5140" fmla="*/ 15582938 w 21052571"/>
              <a:gd name="connsiteY5140" fmla="*/ 834163 h 8402012"/>
              <a:gd name="connsiteX5141" fmla="*/ 15564976 w 21052571"/>
              <a:gd name="connsiteY5141" fmla="*/ 861463 h 8402012"/>
              <a:gd name="connsiteX5142" fmla="*/ 15582938 w 21052571"/>
              <a:gd name="connsiteY5142" fmla="*/ 834163 h 8402012"/>
              <a:gd name="connsiteX5143" fmla="*/ 17568159 w 21052571"/>
              <a:gd name="connsiteY5143" fmla="*/ 831207 h 8402012"/>
              <a:gd name="connsiteX5144" fmla="*/ 17641459 w 21052571"/>
              <a:gd name="connsiteY5144" fmla="*/ 852116 h 8402012"/>
              <a:gd name="connsiteX5145" fmla="*/ 17706015 w 21052571"/>
              <a:gd name="connsiteY5145" fmla="*/ 903585 h 8402012"/>
              <a:gd name="connsiteX5146" fmla="*/ 17796399 w 21052571"/>
              <a:gd name="connsiteY5146" fmla="*/ 934681 h 8402012"/>
              <a:gd name="connsiteX5147" fmla="*/ 18136403 w 21052571"/>
              <a:gd name="connsiteY5147" fmla="*/ 1076222 h 8402012"/>
              <a:gd name="connsiteX5148" fmla="*/ 18482863 w 21052571"/>
              <a:gd name="connsiteY5148" fmla="*/ 1235990 h 8402012"/>
              <a:gd name="connsiteX5149" fmla="*/ 18656091 w 21052571"/>
              <a:gd name="connsiteY5149" fmla="*/ 1318555 h 8402012"/>
              <a:gd name="connsiteX5150" fmla="*/ 18746475 w 21052571"/>
              <a:gd name="connsiteY5150" fmla="*/ 1363591 h 8402012"/>
              <a:gd name="connsiteX5151" fmla="*/ 18791663 w 21052571"/>
              <a:gd name="connsiteY5151" fmla="*/ 1382891 h 8402012"/>
              <a:gd name="connsiteX5152" fmla="*/ 18791663 w 21052571"/>
              <a:gd name="connsiteY5152" fmla="*/ 1427927 h 8402012"/>
              <a:gd name="connsiteX5153" fmla="*/ 18681915 w 21052571"/>
              <a:gd name="connsiteY5153" fmla="*/ 1402192 h 8402012"/>
              <a:gd name="connsiteX5154" fmla="*/ 18528051 w 21052571"/>
              <a:gd name="connsiteY5154" fmla="*/ 1326061 h 8402012"/>
              <a:gd name="connsiteX5155" fmla="*/ 18181591 w 21052571"/>
              <a:gd name="connsiteY5155" fmla="*/ 1171654 h 8402012"/>
              <a:gd name="connsiteX5156" fmla="*/ 17494051 w 21052571"/>
              <a:gd name="connsiteY5156" fmla="*/ 858550 h 8402012"/>
              <a:gd name="connsiteX5157" fmla="*/ 17568159 w 21052571"/>
              <a:gd name="connsiteY5157" fmla="*/ 831207 h 8402012"/>
              <a:gd name="connsiteX5158" fmla="*/ 12382469 w 21052571"/>
              <a:gd name="connsiteY5158" fmla="*/ 827846 h 8402012"/>
              <a:gd name="connsiteX5159" fmla="*/ 12416704 w 21052571"/>
              <a:gd name="connsiteY5159" fmla="*/ 863443 h 8402012"/>
              <a:gd name="connsiteX5160" fmla="*/ 12273245 w 21052571"/>
              <a:gd name="connsiteY5160" fmla="*/ 889934 h 8402012"/>
              <a:gd name="connsiteX5161" fmla="*/ 12338453 w 21052571"/>
              <a:gd name="connsiteY5161" fmla="*/ 836953 h 8402012"/>
              <a:gd name="connsiteX5162" fmla="*/ 12382469 w 21052571"/>
              <a:gd name="connsiteY5162" fmla="*/ 827846 h 8402012"/>
              <a:gd name="connsiteX5163" fmla="*/ 12084950 w 21052571"/>
              <a:gd name="connsiteY5163" fmla="*/ 822623 h 8402012"/>
              <a:gd name="connsiteX5164" fmla="*/ 12083793 w 21052571"/>
              <a:gd name="connsiteY5164" fmla="*/ 825913 h 8402012"/>
              <a:gd name="connsiteX5165" fmla="*/ 12081267 w 21052571"/>
              <a:gd name="connsiteY5165" fmla="*/ 833096 h 8402012"/>
              <a:gd name="connsiteX5166" fmla="*/ 17391355 w 21052571"/>
              <a:gd name="connsiteY5166" fmla="*/ 815200 h 8402012"/>
              <a:gd name="connsiteX5167" fmla="*/ 17402939 w 21052571"/>
              <a:gd name="connsiteY5167" fmla="*/ 834463 h 8402012"/>
              <a:gd name="connsiteX5168" fmla="*/ 17391355 w 21052571"/>
              <a:gd name="connsiteY5168" fmla="*/ 847305 h 8402012"/>
              <a:gd name="connsiteX5169" fmla="*/ 17390975 w 21052571"/>
              <a:gd name="connsiteY5169" fmla="*/ 846016 h 8402012"/>
              <a:gd name="connsiteX5170" fmla="*/ 17380087 w 21052571"/>
              <a:gd name="connsiteY5170" fmla="*/ 851544 h 8402012"/>
              <a:gd name="connsiteX5171" fmla="*/ 17342379 w 21052571"/>
              <a:gd name="connsiteY5171" fmla="*/ 832348 h 8402012"/>
              <a:gd name="connsiteX5172" fmla="*/ 17367915 w 21052571"/>
              <a:gd name="connsiteY5172" fmla="*/ 829245 h 8402012"/>
              <a:gd name="connsiteX5173" fmla="*/ 17381883 w 21052571"/>
              <a:gd name="connsiteY5173" fmla="*/ 832348 h 8402012"/>
              <a:gd name="connsiteX5174" fmla="*/ 17389279 w 21052571"/>
              <a:gd name="connsiteY5174" fmla="*/ 840284 h 8402012"/>
              <a:gd name="connsiteX5175" fmla="*/ 17386615 w 21052571"/>
              <a:gd name="connsiteY5175" fmla="*/ 831253 h 8402012"/>
              <a:gd name="connsiteX5176" fmla="*/ 17391355 w 21052571"/>
              <a:gd name="connsiteY5176" fmla="*/ 815200 h 8402012"/>
              <a:gd name="connsiteX5177" fmla="*/ 13682197 w 21052571"/>
              <a:gd name="connsiteY5177" fmla="*/ 813388 h 8402012"/>
              <a:gd name="connsiteX5178" fmla="*/ 13602728 w 21052571"/>
              <a:gd name="connsiteY5178" fmla="*/ 856822 h 8402012"/>
              <a:gd name="connsiteX5179" fmla="*/ 13682197 w 21052571"/>
              <a:gd name="connsiteY5179" fmla="*/ 813388 h 8402012"/>
              <a:gd name="connsiteX5180" fmla="*/ 11450884 w 21052571"/>
              <a:gd name="connsiteY5180" fmla="*/ 800980 h 8402012"/>
              <a:gd name="connsiteX5181" fmla="*/ 11468846 w 21052571"/>
              <a:gd name="connsiteY5181" fmla="*/ 833089 h 8402012"/>
              <a:gd name="connsiteX5182" fmla="*/ 11450884 w 21052571"/>
              <a:gd name="connsiteY5182" fmla="*/ 800980 h 8402012"/>
              <a:gd name="connsiteX5183" fmla="*/ 17431379 w 21052571"/>
              <a:gd name="connsiteY5183" fmla="*/ 800980 h 8402012"/>
              <a:gd name="connsiteX5184" fmla="*/ 17394519 w 21052571"/>
              <a:gd name="connsiteY5184" fmla="*/ 813824 h 8402012"/>
              <a:gd name="connsiteX5185" fmla="*/ 17431379 w 21052571"/>
              <a:gd name="connsiteY5185" fmla="*/ 800980 h 8402012"/>
              <a:gd name="connsiteX5186" fmla="*/ 16628722 w 21052571"/>
              <a:gd name="connsiteY5186" fmla="*/ 793569 h 8402012"/>
              <a:gd name="connsiteX5187" fmla="*/ 16663492 w 21052571"/>
              <a:gd name="connsiteY5187" fmla="*/ 833125 h 8402012"/>
              <a:gd name="connsiteX5188" fmla="*/ 16584018 w 21052571"/>
              <a:gd name="connsiteY5188" fmla="*/ 814510 h 8402012"/>
              <a:gd name="connsiteX5189" fmla="*/ 16628722 w 21052571"/>
              <a:gd name="connsiteY5189" fmla="*/ 793569 h 8402012"/>
              <a:gd name="connsiteX5190" fmla="*/ 12113375 w 21052571"/>
              <a:gd name="connsiteY5190" fmla="*/ 772545 h 8402012"/>
              <a:gd name="connsiteX5191" fmla="*/ 12100485 w 21052571"/>
              <a:gd name="connsiteY5191" fmla="*/ 837178 h 8402012"/>
              <a:gd name="connsiteX5192" fmla="*/ 12089727 w 21052571"/>
              <a:gd name="connsiteY5192" fmla="*/ 819808 h 8402012"/>
              <a:gd name="connsiteX5193" fmla="*/ 12085398 w 21052571"/>
              <a:gd name="connsiteY5193" fmla="*/ 821350 h 8402012"/>
              <a:gd name="connsiteX5194" fmla="*/ 12077256 w 21052571"/>
              <a:gd name="connsiteY5194" fmla="*/ 824251 h 8402012"/>
              <a:gd name="connsiteX5195" fmla="*/ 12049999 w 21052571"/>
              <a:gd name="connsiteY5195" fmla="*/ 830715 h 8402012"/>
              <a:gd name="connsiteX5196" fmla="*/ 12037109 w 21052571"/>
              <a:gd name="connsiteY5196" fmla="*/ 850104 h 8402012"/>
              <a:gd name="connsiteX5197" fmla="*/ 11735269 w 21052571"/>
              <a:gd name="connsiteY5197" fmla="*/ 901810 h 8402012"/>
              <a:gd name="connsiteX5198" fmla="*/ 11888874 w 21052571"/>
              <a:gd name="connsiteY5198" fmla="*/ 791935 h 8402012"/>
              <a:gd name="connsiteX5199" fmla="*/ 12113375 w 21052571"/>
              <a:gd name="connsiteY5199" fmla="*/ 772545 h 8402012"/>
              <a:gd name="connsiteX5200" fmla="*/ 15318510 w 21052571"/>
              <a:gd name="connsiteY5200" fmla="*/ 772543 h 8402012"/>
              <a:gd name="connsiteX5201" fmla="*/ 15336474 w 21052571"/>
              <a:gd name="connsiteY5201" fmla="*/ 804652 h 8402012"/>
              <a:gd name="connsiteX5202" fmla="*/ 15318510 w 21052571"/>
              <a:gd name="connsiteY5202" fmla="*/ 772543 h 8402012"/>
              <a:gd name="connsiteX5203" fmla="*/ 14811358 w 21052571"/>
              <a:gd name="connsiteY5203" fmla="*/ 772540 h 8402012"/>
              <a:gd name="connsiteX5204" fmla="*/ 14843467 w 21052571"/>
              <a:gd name="connsiteY5204" fmla="*/ 790986 h 8402012"/>
              <a:gd name="connsiteX5205" fmla="*/ 14811358 w 21052571"/>
              <a:gd name="connsiteY5205" fmla="*/ 772540 h 8402012"/>
              <a:gd name="connsiteX5206" fmla="*/ 16489224 w 21052571"/>
              <a:gd name="connsiteY5206" fmla="*/ 772540 h 8402012"/>
              <a:gd name="connsiteX5207" fmla="*/ 16582966 w 21052571"/>
              <a:gd name="connsiteY5207" fmla="*/ 791154 h 8402012"/>
              <a:gd name="connsiteX5208" fmla="*/ 16489224 w 21052571"/>
              <a:gd name="connsiteY5208" fmla="*/ 772540 h 8402012"/>
              <a:gd name="connsiteX5209" fmla="*/ 13019098 w 21052571"/>
              <a:gd name="connsiteY5209" fmla="*/ 745785 h 8402012"/>
              <a:gd name="connsiteX5210" fmla="*/ 13032933 w 21052571"/>
              <a:gd name="connsiteY5210" fmla="*/ 771469 h 8402012"/>
              <a:gd name="connsiteX5211" fmla="*/ 12996041 w 21052571"/>
              <a:gd name="connsiteY5211" fmla="*/ 758627 h 8402012"/>
              <a:gd name="connsiteX5212" fmla="*/ 13019098 w 21052571"/>
              <a:gd name="connsiteY5212" fmla="*/ 745785 h 8402012"/>
              <a:gd name="connsiteX5213" fmla="*/ 13493756 w 21052571"/>
              <a:gd name="connsiteY5213" fmla="*/ 739366 h 8402012"/>
              <a:gd name="connsiteX5214" fmla="*/ 13524975 w 21052571"/>
              <a:gd name="connsiteY5214" fmla="*/ 828888 h 8402012"/>
              <a:gd name="connsiteX5215" fmla="*/ 13563730 w 21052571"/>
              <a:gd name="connsiteY5215" fmla="*/ 860860 h 8402012"/>
              <a:gd name="connsiteX5216" fmla="*/ 13223545 w 21052571"/>
              <a:gd name="connsiteY5216" fmla="*/ 835282 h 8402012"/>
              <a:gd name="connsiteX5217" fmla="*/ 13262300 w 21052571"/>
              <a:gd name="connsiteY5217" fmla="*/ 835282 h 8402012"/>
              <a:gd name="connsiteX5218" fmla="*/ 13262300 w 21052571"/>
              <a:gd name="connsiteY5218" fmla="*/ 771338 h 8402012"/>
              <a:gd name="connsiteX5219" fmla="*/ 13319357 w 21052571"/>
              <a:gd name="connsiteY5219" fmla="*/ 784127 h 8402012"/>
              <a:gd name="connsiteX5220" fmla="*/ 13299979 w 21052571"/>
              <a:gd name="connsiteY5220" fmla="*/ 816099 h 8402012"/>
              <a:gd name="connsiteX5221" fmla="*/ 13435623 w 21052571"/>
              <a:gd name="connsiteY5221" fmla="*/ 816099 h 8402012"/>
              <a:gd name="connsiteX5222" fmla="*/ 13416245 w 21052571"/>
              <a:gd name="connsiteY5222" fmla="*/ 784127 h 8402012"/>
              <a:gd name="connsiteX5223" fmla="*/ 13493756 w 21052571"/>
              <a:gd name="connsiteY5223" fmla="*/ 739366 h 8402012"/>
              <a:gd name="connsiteX5224" fmla="*/ 15075758 w 21052571"/>
              <a:gd name="connsiteY5224" fmla="*/ 736500 h 8402012"/>
              <a:gd name="connsiteX5225" fmla="*/ 15038866 w 21052571"/>
              <a:gd name="connsiteY5225" fmla="*/ 769567 h 8402012"/>
              <a:gd name="connsiteX5226" fmla="*/ 15075758 w 21052571"/>
              <a:gd name="connsiteY5226" fmla="*/ 736500 h 8402012"/>
              <a:gd name="connsiteX5227" fmla="*/ 11568850 w 21052571"/>
              <a:gd name="connsiteY5227" fmla="*/ 733767 h 8402012"/>
              <a:gd name="connsiteX5228" fmla="*/ 11526130 w 21052571"/>
              <a:gd name="connsiteY5228" fmla="*/ 739005 h 8402012"/>
              <a:gd name="connsiteX5229" fmla="*/ 11597062 w 21052571"/>
              <a:gd name="connsiteY5229" fmla="*/ 771244 h 8402012"/>
              <a:gd name="connsiteX5230" fmla="*/ 11568850 w 21052571"/>
              <a:gd name="connsiteY5230" fmla="*/ 733767 h 8402012"/>
              <a:gd name="connsiteX5231" fmla="*/ 11744314 w 21052571"/>
              <a:gd name="connsiteY5231" fmla="*/ 726040 h 8402012"/>
              <a:gd name="connsiteX5232" fmla="*/ 11742534 w 21052571"/>
              <a:gd name="connsiteY5232" fmla="*/ 731101 h 8402012"/>
              <a:gd name="connsiteX5233" fmla="*/ 11740008 w 21052571"/>
              <a:gd name="connsiteY5233" fmla="*/ 738280 h 8402012"/>
              <a:gd name="connsiteX5234" fmla="*/ 13443216 w 21052571"/>
              <a:gd name="connsiteY5234" fmla="*/ 723397 h 8402012"/>
              <a:gd name="connsiteX5235" fmla="*/ 13454700 w 21052571"/>
              <a:gd name="connsiteY5235" fmla="*/ 726390 h 8402012"/>
              <a:gd name="connsiteX5236" fmla="*/ 13441575 w 21052571"/>
              <a:gd name="connsiteY5236" fmla="*/ 738365 h 8402012"/>
              <a:gd name="connsiteX5237" fmla="*/ 13443216 w 21052571"/>
              <a:gd name="connsiteY5237" fmla="*/ 723397 h 8402012"/>
              <a:gd name="connsiteX5238" fmla="*/ 11745513 w 21052571"/>
              <a:gd name="connsiteY5238" fmla="*/ 722634 h 8402012"/>
              <a:gd name="connsiteX5239" fmla="*/ 11744314 w 21052571"/>
              <a:gd name="connsiteY5239" fmla="*/ 726040 h 8402012"/>
              <a:gd name="connsiteX5240" fmla="*/ 11745165 w 21052571"/>
              <a:gd name="connsiteY5240" fmla="*/ 723622 h 8402012"/>
              <a:gd name="connsiteX5241" fmla="*/ 13946986 w 21052571"/>
              <a:gd name="connsiteY5241" fmla="*/ 715666 h 8402012"/>
              <a:gd name="connsiteX5242" fmla="*/ 13959889 w 21052571"/>
              <a:gd name="connsiteY5242" fmla="*/ 804040 h 8402012"/>
              <a:gd name="connsiteX5243" fmla="*/ 14005051 w 21052571"/>
              <a:gd name="connsiteY5243" fmla="*/ 804040 h 8402012"/>
              <a:gd name="connsiteX5244" fmla="*/ 14056665 w 21052571"/>
              <a:gd name="connsiteY5244" fmla="*/ 804040 h 8402012"/>
              <a:gd name="connsiteX5245" fmla="*/ 14056665 w 21052571"/>
              <a:gd name="connsiteY5245" fmla="*/ 861535 h 8402012"/>
              <a:gd name="connsiteX5246" fmla="*/ 13902899 w 21052571"/>
              <a:gd name="connsiteY5246" fmla="*/ 835982 h 8402012"/>
              <a:gd name="connsiteX5247" fmla="*/ 13697520 w 21052571"/>
              <a:gd name="connsiteY5247" fmla="*/ 861535 h 8402012"/>
              <a:gd name="connsiteX5248" fmla="*/ 13799672 w 21052571"/>
              <a:gd name="connsiteY5248" fmla="*/ 797651 h 8402012"/>
              <a:gd name="connsiteX5249" fmla="*/ 13946986 w 21052571"/>
              <a:gd name="connsiteY5249" fmla="*/ 715666 h 8402012"/>
              <a:gd name="connsiteX5250" fmla="*/ 12397752 w 21052571"/>
              <a:gd name="connsiteY5250" fmla="*/ 706185 h 8402012"/>
              <a:gd name="connsiteX5251" fmla="*/ 12320067 w 21052571"/>
              <a:gd name="connsiteY5251" fmla="*/ 738921 h 8402012"/>
              <a:gd name="connsiteX5252" fmla="*/ 12300645 w 21052571"/>
              <a:gd name="connsiteY5252" fmla="*/ 810938 h 8402012"/>
              <a:gd name="connsiteX5253" fmla="*/ 12236986 w 21052571"/>
              <a:gd name="connsiteY5253" fmla="*/ 837126 h 8402012"/>
              <a:gd name="connsiteX5254" fmla="*/ 12152827 w 21052571"/>
              <a:gd name="connsiteY5254" fmla="*/ 810938 h 8402012"/>
              <a:gd name="connsiteX5255" fmla="*/ 12224039 w 21052571"/>
              <a:gd name="connsiteY5255" fmla="*/ 725827 h 8402012"/>
              <a:gd name="connsiteX5256" fmla="*/ 12397752 w 21052571"/>
              <a:gd name="connsiteY5256" fmla="*/ 706185 h 8402012"/>
              <a:gd name="connsiteX5257" fmla="*/ 14768702 w 21052571"/>
              <a:gd name="connsiteY5257" fmla="*/ 706184 h 8402012"/>
              <a:gd name="connsiteX5258" fmla="*/ 14789177 w 21052571"/>
              <a:gd name="connsiteY5258" fmla="*/ 771455 h 8402012"/>
              <a:gd name="connsiteX5259" fmla="*/ 14768702 w 21052571"/>
              <a:gd name="connsiteY5259" fmla="*/ 706184 h 8402012"/>
              <a:gd name="connsiteX5260" fmla="*/ 13849192 w 21052571"/>
              <a:gd name="connsiteY5260" fmla="*/ 706184 h 8402012"/>
              <a:gd name="connsiteX5261" fmla="*/ 13862317 w 21052571"/>
              <a:gd name="connsiteY5261" fmla="*/ 738292 h 8402012"/>
              <a:gd name="connsiteX5262" fmla="*/ 13849192 w 21052571"/>
              <a:gd name="connsiteY5262" fmla="*/ 706184 h 8402012"/>
              <a:gd name="connsiteX5263" fmla="*/ 14056741 w 21052571"/>
              <a:gd name="connsiteY5263" fmla="*/ 706184 h 8402012"/>
              <a:gd name="connsiteX5264" fmla="*/ 14038779 w 21052571"/>
              <a:gd name="connsiteY5264" fmla="*/ 738292 h 8402012"/>
              <a:gd name="connsiteX5265" fmla="*/ 14056741 w 21052571"/>
              <a:gd name="connsiteY5265" fmla="*/ 706184 h 8402012"/>
              <a:gd name="connsiteX5266" fmla="*/ 14882454 w 21052571"/>
              <a:gd name="connsiteY5266" fmla="*/ 706183 h 8402012"/>
              <a:gd name="connsiteX5267" fmla="*/ 14900416 w 21052571"/>
              <a:gd name="connsiteY5267" fmla="*/ 738292 h 8402012"/>
              <a:gd name="connsiteX5268" fmla="*/ 14882454 w 21052571"/>
              <a:gd name="connsiteY5268" fmla="*/ 706183 h 8402012"/>
              <a:gd name="connsiteX5269" fmla="*/ 14602811 w 21052571"/>
              <a:gd name="connsiteY5269" fmla="*/ 673007 h 8402012"/>
              <a:gd name="connsiteX5270" fmla="*/ 14674560 w 21052571"/>
              <a:gd name="connsiteY5270" fmla="*/ 673007 h 8402012"/>
              <a:gd name="connsiteX5271" fmla="*/ 14720218 w 21052571"/>
              <a:gd name="connsiteY5271" fmla="*/ 673007 h 8402012"/>
              <a:gd name="connsiteX5272" fmla="*/ 14720218 w 21052571"/>
              <a:gd name="connsiteY5272" fmla="*/ 705077 h 8402012"/>
              <a:gd name="connsiteX5273" fmla="*/ 14648469 w 21052571"/>
              <a:gd name="connsiteY5273" fmla="*/ 705077 h 8402012"/>
              <a:gd name="connsiteX5274" fmla="*/ 14602811 w 21052571"/>
              <a:gd name="connsiteY5274" fmla="*/ 705077 h 8402012"/>
              <a:gd name="connsiteX5275" fmla="*/ 14602811 w 21052571"/>
              <a:gd name="connsiteY5275" fmla="*/ 673007 h 8402012"/>
              <a:gd name="connsiteX5276" fmla="*/ 13223548 w 21052571"/>
              <a:gd name="connsiteY5276" fmla="*/ 673006 h 8402012"/>
              <a:gd name="connsiteX5277" fmla="*/ 13260440 w 21052571"/>
              <a:gd name="connsiteY5277" fmla="*/ 673006 h 8402012"/>
              <a:gd name="connsiteX5278" fmla="*/ 13223548 w 21052571"/>
              <a:gd name="connsiteY5278" fmla="*/ 766747 h 8402012"/>
              <a:gd name="connsiteX5279" fmla="*/ 13223548 w 21052571"/>
              <a:gd name="connsiteY5279" fmla="*/ 673006 h 8402012"/>
              <a:gd name="connsiteX5280" fmla="*/ 14414802 w 21052571"/>
              <a:gd name="connsiteY5280" fmla="*/ 673004 h 8402012"/>
              <a:gd name="connsiteX5281" fmla="*/ 14502224 w 21052571"/>
              <a:gd name="connsiteY5281" fmla="*/ 673004 h 8402012"/>
              <a:gd name="connsiteX5282" fmla="*/ 14465359 w 21052571"/>
              <a:gd name="connsiteY5282" fmla="*/ 716959 h 8402012"/>
              <a:gd name="connsiteX5283" fmla="*/ 14421121 w 21052571"/>
              <a:gd name="connsiteY5283" fmla="*/ 736256 h 8402012"/>
              <a:gd name="connsiteX5284" fmla="*/ 14414802 w 21052571"/>
              <a:gd name="connsiteY5284" fmla="*/ 673004 h 8402012"/>
              <a:gd name="connsiteX5285" fmla="*/ 16178126 w 21052571"/>
              <a:gd name="connsiteY5285" fmla="*/ 671295 h 8402012"/>
              <a:gd name="connsiteX5286" fmla="*/ 16450238 w 21052571"/>
              <a:gd name="connsiteY5286" fmla="*/ 758286 h 8402012"/>
              <a:gd name="connsiteX5287" fmla="*/ 16252242 w 21052571"/>
              <a:gd name="connsiteY5287" fmla="*/ 771062 h 8402012"/>
              <a:gd name="connsiteX5288" fmla="*/ 16086350 w 21052571"/>
              <a:gd name="connsiteY5288" fmla="*/ 676302 h 8402012"/>
              <a:gd name="connsiteX5289" fmla="*/ 16178126 w 21052571"/>
              <a:gd name="connsiteY5289" fmla="*/ 671295 h 8402012"/>
              <a:gd name="connsiteX5290" fmla="*/ 13732922 w 21052571"/>
              <a:gd name="connsiteY5290" fmla="*/ 660993 h 8402012"/>
              <a:gd name="connsiteX5291" fmla="*/ 13805450 w 21052571"/>
              <a:gd name="connsiteY5291" fmla="*/ 739400 h 8402012"/>
              <a:gd name="connsiteX5292" fmla="*/ 13708024 w 21052571"/>
              <a:gd name="connsiteY5292" fmla="*/ 739400 h 8402012"/>
              <a:gd name="connsiteX5293" fmla="*/ 13631165 w 21052571"/>
              <a:gd name="connsiteY5293" fmla="*/ 675038 h 8402012"/>
              <a:gd name="connsiteX5294" fmla="*/ 13732922 w 21052571"/>
              <a:gd name="connsiteY5294" fmla="*/ 660993 h 8402012"/>
              <a:gd name="connsiteX5295" fmla="*/ 14270365 w 21052571"/>
              <a:gd name="connsiteY5295" fmla="*/ 655771 h 8402012"/>
              <a:gd name="connsiteX5296" fmla="*/ 14289718 w 21052571"/>
              <a:gd name="connsiteY5296" fmla="*/ 668673 h 8402012"/>
              <a:gd name="connsiteX5297" fmla="*/ 14251011 w 21052571"/>
              <a:gd name="connsiteY5297" fmla="*/ 681575 h 8402012"/>
              <a:gd name="connsiteX5298" fmla="*/ 14289718 w 21052571"/>
              <a:gd name="connsiteY5298" fmla="*/ 713830 h 8402012"/>
              <a:gd name="connsiteX5299" fmla="*/ 14340252 w 21052571"/>
              <a:gd name="connsiteY5299" fmla="*/ 725657 h 8402012"/>
              <a:gd name="connsiteX5300" fmla="*/ 14309071 w 21052571"/>
              <a:gd name="connsiteY5300" fmla="*/ 738559 h 8402012"/>
              <a:gd name="connsiteX5301" fmla="*/ 14263913 w 21052571"/>
              <a:gd name="connsiteY5301" fmla="*/ 738559 h 8402012"/>
              <a:gd name="connsiteX5302" fmla="*/ 14251011 w 21052571"/>
              <a:gd name="connsiteY5302" fmla="*/ 809520 h 8402012"/>
              <a:gd name="connsiteX5303" fmla="*/ 14320898 w 21052571"/>
              <a:gd name="connsiteY5303" fmla="*/ 835324 h 8402012"/>
              <a:gd name="connsiteX5304" fmla="*/ 14327350 w 21052571"/>
              <a:gd name="connsiteY5304" fmla="*/ 770814 h 8402012"/>
              <a:gd name="connsiteX5305" fmla="*/ 14359605 w 21052571"/>
              <a:gd name="connsiteY5305" fmla="*/ 770814 h 8402012"/>
              <a:gd name="connsiteX5306" fmla="*/ 14359605 w 21052571"/>
              <a:gd name="connsiteY5306" fmla="*/ 828873 h 8402012"/>
              <a:gd name="connsiteX5307" fmla="*/ 14398312 w 21052571"/>
              <a:gd name="connsiteY5307" fmla="*/ 835324 h 8402012"/>
              <a:gd name="connsiteX5308" fmla="*/ 14456372 w 21052571"/>
              <a:gd name="connsiteY5308" fmla="*/ 751461 h 8402012"/>
              <a:gd name="connsiteX5309" fmla="*/ 14506906 w 21052571"/>
              <a:gd name="connsiteY5309" fmla="*/ 783716 h 8402012"/>
              <a:gd name="connsiteX5310" fmla="*/ 14488628 w 21052571"/>
              <a:gd name="connsiteY5310" fmla="*/ 815971 h 8402012"/>
              <a:gd name="connsiteX5311" fmla="*/ 14545613 w 21052571"/>
              <a:gd name="connsiteY5311" fmla="*/ 835324 h 8402012"/>
              <a:gd name="connsiteX5312" fmla="*/ 14571417 w 21052571"/>
              <a:gd name="connsiteY5312" fmla="*/ 764363 h 8402012"/>
              <a:gd name="connsiteX5313" fmla="*/ 14635929 w 21052571"/>
              <a:gd name="connsiteY5313" fmla="*/ 757912 h 8402012"/>
              <a:gd name="connsiteX5314" fmla="*/ 14712267 w 21052571"/>
              <a:gd name="connsiteY5314" fmla="*/ 764363 h 8402012"/>
              <a:gd name="connsiteX5315" fmla="*/ 14681087 w 21052571"/>
              <a:gd name="connsiteY5315" fmla="*/ 777265 h 8402012"/>
              <a:gd name="connsiteX5316" fmla="*/ 14661733 w 21052571"/>
              <a:gd name="connsiteY5316" fmla="*/ 841775 h 8402012"/>
              <a:gd name="connsiteX5317" fmla="*/ 14847741 w 21052571"/>
              <a:gd name="connsiteY5317" fmla="*/ 861128 h 8402012"/>
              <a:gd name="connsiteX5318" fmla="*/ 14860643 w 21052571"/>
              <a:gd name="connsiteY5318" fmla="*/ 803069 h 8402012"/>
              <a:gd name="connsiteX5319" fmla="*/ 14925154 w 21052571"/>
              <a:gd name="connsiteY5319" fmla="*/ 815971 h 8402012"/>
              <a:gd name="connsiteX5320" fmla="*/ 14912252 w 21052571"/>
              <a:gd name="connsiteY5320" fmla="*/ 861128 h 8402012"/>
              <a:gd name="connsiteX5321" fmla="*/ 14988590 w 21052571"/>
              <a:gd name="connsiteY5321" fmla="*/ 893383 h 8402012"/>
              <a:gd name="connsiteX5322" fmla="*/ 15026692 w 21052571"/>
              <a:gd name="connsiteY5322" fmla="*/ 867982 h 8402012"/>
              <a:gd name="connsiteX5323" fmla="*/ 15031764 w 21052571"/>
              <a:gd name="connsiteY5323" fmla="*/ 872674 h 8402012"/>
              <a:gd name="connsiteX5324" fmla="*/ 15024646 w 21052571"/>
              <a:gd name="connsiteY5324" fmla="*/ 861223 h 8402012"/>
              <a:gd name="connsiteX5325" fmla="*/ 15042608 w 21052571"/>
              <a:gd name="connsiteY5325" fmla="*/ 861223 h 8402012"/>
              <a:gd name="connsiteX5326" fmla="*/ 15037422 w 21052571"/>
              <a:gd name="connsiteY5326" fmla="*/ 877910 h 8402012"/>
              <a:gd name="connsiteX5327" fmla="*/ 15040200 w 21052571"/>
              <a:gd name="connsiteY5327" fmla="*/ 880481 h 8402012"/>
              <a:gd name="connsiteX5328" fmla="*/ 15040200 w 21052571"/>
              <a:gd name="connsiteY5328" fmla="*/ 848226 h 8402012"/>
              <a:gd name="connsiteX5329" fmla="*/ 15091808 w 21052571"/>
              <a:gd name="connsiteY5329" fmla="*/ 848226 h 8402012"/>
              <a:gd name="connsiteX5330" fmla="*/ 15122990 w 21052571"/>
              <a:gd name="connsiteY5330" fmla="*/ 886932 h 8402012"/>
              <a:gd name="connsiteX5331" fmla="*/ 15277816 w 21052571"/>
              <a:gd name="connsiteY5331" fmla="*/ 899834 h 8402012"/>
              <a:gd name="connsiteX5332" fmla="*/ 15277816 w 21052571"/>
              <a:gd name="connsiteY5332" fmla="*/ 841775 h 8402012"/>
              <a:gd name="connsiteX5333" fmla="*/ 15328350 w 21052571"/>
              <a:gd name="connsiteY5333" fmla="*/ 854677 h 8402012"/>
              <a:gd name="connsiteX5334" fmla="*/ 15335876 w 21052571"/>
              <a:gd name="connsiteY5334" fmla="*/ 937465 h 8402012"/>
              <a:gd name="connsiteX5335" fmla="*/ 15476726 w 21052571"/>
              <a:gd name="connsiteY5335" fmla="*/ 969720 h 8402012"/>
              <a:gd name="connsiteX5336" fmla="*/ 15578870 w 21052571"/>
              <a:gd name="connsiteY5336" fmla="*/ 982622 h 8402012"/>
              <a:gd name="connsiteX5337" fmla="*/ 15636930 w 21052571"/>
              <a:gd name="connsiteY5337" fmla="*/ 1014876 h 8402012"/>
              <a:gd name="connsiteX5338" fmla="*/ 15764876 w 21052571"/>
              <a:gd name="connsiteY5338" fmla="*/ 989073 h 8402012"/>
              <a:gd name="connsiteX5339" fmla="*/ 15803584 w 21052571"/>
              <a:gd name="connsiteY5339" fmla="*/ 1040681 h 8402012"/>
              <a:gd name="connsiteX5340" fmla="*/ 15880998 w 21052571"/>
              <a:gd name="connsiteY5340" fmla="*/ 1014876 h 8402012"/>
              <a:gd name="connsiteX5341" fmla="*/ 15958410 w 21052571"/>
              <a:gd name="connsiteY5341" fmla="*/ 1014876 h 8402012"/>
              <a:gd name="connsiteX5342" fmla="*/ 16015396 w 21052571"/>
              <a:gd name="connsiteY5342" fmla="*/ 1085839 h 8402012"/>
              <a:gd name="connsiteX5343" fmla="*/ 16343328 w 21052571"/>
              <a:gd name="connsiteY5343" fmla="*/ 1168627 h 8402012"/>
              <a:gd name="connsiteX5344" fmla="*/ 16356230 w 21052571"/>
              <a:gd name="connsiteY5344" fmla="*/ 1111643 h 8402012"/>
              <a:gd name="connsiteX5345" fmla="*/ 16356230 w 21052571"/>
              <a:gd name="connsiteY5345" fmla="*/ 1168627 h 8402012"/>
              <a:gd name="connsiteX5346" fmla="*/ 16400314 w 21052571"/>
              <a:gd name="connsiteY5346" fmla="*/ 1168627 h 8402012"/>
              <a:gd name="connsiteX5347" fmla="*/ 16432568 w 21052571"/>
              <a:gd name="connsiteY5347" fmla="*/ 1200882 h 8402012"/>
              <a:gd name="connsiteX5348" fmla="*/ 16484178 w 21052571"/>
              <a:gd name="connsiteY5348" fmla="*/ 1175078 h 8402012"/>
              <a:gd name="connsiteX5349" fmla="*/ 16490630 w 21052571"/>
              <a:gd name="connsiteY5349" fmla="*/ 1124546 h 8402012"/>
              <a:gd name="connsiteX5350" fmla="*/ 16509982 w 21052571"/>
              <a:gd name="connsiteY5350" fmla="*/ 1200882 h 8402012"/>
              <a:gd name="connsiteX5351" fmla="*/ 16555140 w 21052571"/>
              <a:gd name="connsiteY5351" fmla="*/ 1213784 h 8402012"/>
              <a:gd name="connsiteX5352" fmla="*/ 16605674 w 21052571"/>
              <a:gd name="connsiteY5352" fmla="*/ 1233137 h 8402012"/>
              <a:gd name="connsiteX5353" fmla="*/ 16612126 w 21052571"/>
              <a:gd name="connsiteY5353" fmla="*/ 1168627 h 8402012"/>
              <a:gd name="connsiteX5354" fmla="*/ 16644382 w 21052571"/>
              <a:gd name="connsiteY5354" fmla="*/ 1258942 h 8402012"/>
              <a:gd name="connsiteX5355" fmla="*/ 16741148 w 21052571"/>
              <a:gd name="connsiteY5355" fmla="*/ 1200882 h 8402012"/>
              <a:gd name="connsiteX5356" fmla="*/ 16734696 w 21052571"/>
              <a:gd name="connsiteY5356" fmla="*/ 1265392 h 8402012"/>
              <a:gd name="connsiteX5357" fmla="*/ 16811035 w 21052571"/>
              <a:gd name="connsiteY5357" fmla="*/ 1291197 h 8402012"/>
              <a:gd name="connsiteX5358" fmla="*/ 16907803 w 21052571"/>
              <a:gd name="connsiteY5358" fmla="*/ 1317000 h 8402012"/>
              <a:gd name="connsiteX5359" fmla="*/ 16990591 w 21052571"/>
              <a:gd name="connsiteY5359" fmla="*/ 1322376 h 8402012"/>
              <a:gd name="connsiteX5360" fmla="*/ 17048651 w 21052571"/>
              <a:gd name="connsiteY5360" fmla="*/ 1393337 h 8402012"/>
              <a:gd name="connsiteX5361" fmla="*/ 17158323 w 21052571"/>
              <a:gd name="connsiteY5361" fmla="*/ 1425592 h 8402012"/>
              <a:gd name="connsiteX5362" fmla="*/ 17350779 w 21052571"/>
              <a:gd name="connsiteY5362" fmla="*/ 1509455 h 8402012"/>
              <a:gd name="connsiteX5363" fmla="*/ 17331427 w 21052571"/>
              <a:gd name="connsiteY5363" fmla="*/ 1553537 h 8402012"/>
              <a:gd name="connsiteX5364" fmla="*/ 17286267 w 21052571"/>
              <a:gd name="connsiteY5364" fmla="*/ 1540635 h 8402012"/>
              <a:gd name="connsiteX5365" fmla="*/ 17195951 w 21052571"/>
              <a:gd name="connsiteY5365" fmla="*/ 1515907 h 8402012"/>
              <a:gd name="connsiteX5366" fmla="*/ 17022847 w 21052571"/>
              <a:gd name="connsiteY5366" fmla="*/ 1464298 h 8402012"/>
              <a:gd name="connsiteX5367" fmla="*/ 16676636 w 21052571"/>
              <a:gd name="connsiteY5367" fmla="*/ 1367533 h 8402012"/>
              <a:gd name="connsiteX5368" fmla="*/ 16317524 w 21052571"/>
              <a:gd name="connsiteY5368" fmla="*/ 1278294 h 8402012"/>
              <a:gd name="connsiteX5369" fmla="*/ 16137968 w 21052571"/>
              <a:gd name="connsiteY5369" fmla="*/ 1239589 h 8402012"/>
              <a:gd name="connsiteX5370" fmla="*/ 16079906 w 21052571"/>
              <a:gd name="connsiteY5370" fmla="*/ 1200882 h 8402012"/>
              <a:gd name="connsiteX5371" fmla="*/ 16021846 w 21052571"/>
              <a:gd name="connsiteY5371" fmla="*/ 1181529 h 8402012"/>
              <a:gd name="connsiteX5372" fmla="*/ 16041200 w 21052571"/>
              <a:gd name="connsiteY5372" fmla="*/ 1149274 h 8402012"/>
              <a:gd name="connsiteX5373" fmla="*/ 15822936 w 21052571"/>
              <a:gd name="connsiteY5373" fmla="*/ 1136372 h 8402012"/>
              <a:gd name="connsiteX5374" fmla="*/ 15829388 w 21052571"/>
              <a:gd name="connsiteY5374" fmla="*/ 1092290 h 8402012"/>
              <a:gd name="connsiteX5375" fmla="*/ 15682088 w 21052571"/>
              <a:gd name="connsiteY5375" fmla="*/ 1092290 h 8402012"/>
              <a:gd name="connsiteX5376" fmla="*/ 15701440 w 21052571"/>
              <a:gd name="connsiteY5376" fmla="*/ 1124546 h 8402012"/>
              <a:gd name="connsiteX5377" fmla="*/ 15604674 w 21052571"/>
              <a:gd name="connsiteY5377" fmla="*/ 1136372 h 8402012"/>
              <a:gd name="connsiteX5378" fmla="*/ 15604674 w 21052571"/>
              <a:gd name="connsiteY5378" fmla="*/ 1079389 h 8402012"/>
              <a:gd name="connsiteX5379" fmla="*/ 15643380 w 21052571"/>
              <a:gd name="connsiteY5379" fmla="*/ 1105192 h 8402012"/>
              <a:gd name="connsiteX5380" fmla="*/ 15662734 w 21052571"/>
              <a:gd name="connsiteY5380" fmla="*/ 1047134 h 8402012"/>
              <a:gd name="connsiteX5381" fmla="*/ 15547688 w 21052571"/>
              <a:gd name="connsiteY5381" fmla="*/ 1047134 h 8402012"/>
              <a:gd name="connsiteX5382" fmla="*/ 15585320 w 21052571"/>
              <a:gd name="connsiteY5382" fmla="*/ 1079389 h 8402012"/>
              <a:gd name="connsiteX5383" fmla="*/ 15547688 w 21052571"/>
              <a:gd name="connsiteY5383" fmla="*/ 1111643 h 8402012"/>
              <a:gd name="connsiteX5384" fmla="*/ 15515432 w 21052571"/>
              <a:gd name="connsiteY5384" fmla="*/ 1047134 h 8402012"/>
              <a:gd name="connsiteX5385" fmla="*/ 14828387 w 21052571"/>
              <a:gd name="connsiteY5385" fmla="*/ 931014 h 8402012"/>
              <a:gd name="connsiteX5386" fmla="*/ 14775770 w 21052571"/>
              <a:gd name="connsiteY5386" fmla="*/ 910149 h 8402012"/>
              <a:gd name="connsiteX5387" fmla="*/ 14770946 w 21052571"/>
              <a:gd name="connsiteY5387" fmla="*/ 909133 h 8402012"/>
              <a:gd name="connsiteX5388" fmla="*/ 14781783 w 21052571"/>
              <a:gd name="connsiteY5388" fmla="*/ 924059 h 8402012"/>
              <a:gd name="connsiteX5389" fmla="*/ 14767280 w 21052571"/>
              <a:gd name="connsiteY5389" fmla="*/ 926686 h 8402012"/>
              <a:gd name="connsiteX5390" fmla="*/ 14768003 w 21052571"/>
              <a:gd name="connsiteY5390" fmla="*/ 908513 h 8402012"/>
              <a:gd name="connsiteX5391" fmla="*/ 14757425 w 21052571"/>
              <a:gd name="connsiteY5391" fmla="*/ 906285 h 8402012"/>
              <a:gd name="connsiteX5392" fmla="*/ 14668184 w 21052571"/>
              <a:gd name="connsiteY5392" fmla="*/ 899834 h 8402012"/>
              <a:gd name="connsiteX5393" fmla="*/ 14501530 w 21052571"/>
              <a:gd name="connsiteY5393" fmla="*/ 886932 h 8402012"/>
              <a:gd name="connsiteX5394" fmla="*/ 14147793 w 21052571"/>
              <a:gd name="connsiteY5394" fmla="*/ 861128 h 8402012"/>
              <a:gd name="connsiteX5395" fmla="*/ 14192951 w 21052571"/>
              <a:gd name="connsiteY5395" fmla="*/ 783716 h 8402012"/>
              <a:gd name="connsiteX5396" fmla="*/ 14225207 w 21052571"/>
              <a:gd name="connsiteY5396" fmla="*/ 738559 h 8402012"/>
              <a:gd name="connsiteX5397" fmla="*/ 14167146 w 21052571"/>
              <a:gd name="connsiteY5397" fmla="*/ 738559 h 8402012"/>
              <a:gd name="connsiteX5398" fmla="*/ 14251011 w 21052571"/>
              <a:gd name="connsiteY5398" fmla="*/ 662222 h 8402012"/>
              <a:gd name="connsiteX5399" fmla="*/ 14270365 w 21052571"/>
              <a:gd name="connsiteY5399" fmla="*/ 655771 h 8402012"/>
              <a:gd name="connsiteX5400" fmla="*/ 12014056 w 21052571"/>
              <a:gd name="connsiteY5400" fmla="*/ 649811 h 8402012"/>
              <a:gd name="connsiteX5401" fmla="*/ 12033401 w 21052571"/>
              <a:gd name="connsiteY5401" fmla="*/ 675602 h 8402012"/>
              <a:gd name="connsiteX5402" fmla="*/ 12014056 w 21052571"/>
              <a:gd name="connsiteY5402" fmla="*/ 649811 h 8402012"/>
              <a:gd name="connsiteX5403" fmla="*/ 11897986 w 21052571"/>
              <a:gd name="connsiteY5403" fmla="*/ 649811 h 8402012"/>
              <a:gd name="connsiteX5404" fmla="*/ 11923779 w 21052571"/>
              <a:gd name="connsiteY5404" fmla="*/ 675602 h 8402012"/>
              <a:gd name="connsiteX5405" fmla="*/ 11897986 w 21052571"/>
              <a:gd name="connsiteY5405" fmla="*/ 649811 h 8402012"/>
              <a:gd name="connsiteX5406" fmla="*/ 14113619 w 21052571"/>
              <a:gd name="connsiteY5406" fmla="*/ 649309 h 8402012"/>
              <a:gd name="connsiteX5407" fmla="*/ 14095657 w 21052571"/>
              <a:gd name="connsiteY5407" fmla="*/ 676608 h 8402012"/>
              <a:gd name="connsiteX5408" fmla="*/ 14113619 w 21052571"/>
              <a:gd name="connsiteY5408" fmla="*/ 649309 h 8402012"/>
              <a:gd name="connsiteX5409" fmla="*/ 13988245 w 21052571"/>
              <a:gd name="connsiteY5409" fmla="*/ 638642 h 8402012"/>
              <a:gd name="connsiteX5410" fmla="*/ 14075621 w 21052571"/>
              <a:gd name="connsiteY5410" fmla="*/ 649865 h 8402012"/>
              <a:gd name="connsiteX5411" fmla="*/ 13920286 w 21052571"/>
              <a:gd name="connsiteY5411" fmla="*/ 675516 h 8402012"/>
              <a:gd name="connsiteX5412" fmla="*/ 13988245 w 21052571"/>
              <a:gd name="connsiteY5412" fmla="*/ 638642 h 8402012"/>
              <a:gd name="connsiteX5413" fmla="*/ 14966848 w 21052571"/>
              <a:gd name="connsiteY5413" fmla="*/ 632600 h 8402012"/>
              <a:gd name="connsiteX5414" fmla="*/ 15018854 w 21052571"/>
              <a:gd name="connsiteY5414" fmla="*/ 676658 h 8402012"/>
              <a:gd name="connsiteX5415" fmla="*/ 14906153 w 21052571"/>
              <a:gd name="connsiteY5415" fmla="*/ 676658 h 8402012"/>
              <a:gd name="connsiteX5416" fmla="*/ 14966848 w 21052571"/>
              <a:gd name="connsiteY5416" fmla="*/ 632600 h 8402012"/>
              <a:gd name="connsiteX5417" fmla="*/ 13454765 w 21052571"/>
              <a:gd name="connsiteY5417" fmla="*/ 625642 h 8402012"/>
              <a:gd name="connsiteX5418" fmla="*/ 13521084 w 21052571"/>
              <a:gd name="connsiteY5418" fmla="*/ 673754 h 8402012"/>
              <a:gd name="connsiteX5419" fmla="*/ 13349640 w 21052571"/>
              <a:gd name="connsiteY5419" fmla="*/ 705102 h 8402012"/>
              <a:gd name="connsiteX5420" fmla="*/ 13280423 w 21052571"/>
              <a:gd name="connsiteY5420" fmla="*/ 647810 h 8402012"/>
              <a:gd name="connsiteX5421" fmla="*/ 13454765 w 21052571"/>
              <a:gd name="connsiteY5421" fmla="*/ 625642 h 8402012"/>
              <a:gd name="connsiteX5422" fmla="*/ 12167742 w 21052571"/>
              <a:gd name="connsiteY5422" fmla="*/ 617572 h 8402012"/>
              <a:gd name="connsiteX5423" fmla="*/ 12187087 w 21052571"/>
              <a:gd name="connsiteY5423" fmla="*/ 649811 h 8402012"/>
              <a:gd name="connsiteX5424" fmla="*/ 12167742 w 21052571"/>
              <a:gd name="connsiteY5424" fmla="*/ 617572 h 8402012"/>
              <a:gd name="connsiteX5425" fmla="*/ 15944156 w 21052571"/>
              <a:gd name="connsiteY5425" fmla="*/ 616130 h 8402012"/>
              <a:gd name="connsiteX5426" fmla="*/ 16037898 w 21052571"/>
              <a:gd name="connsiteY5426" fmla="*/ 648292 h 8402012"/>
              <a:gd name="connsiteX5427" fmla="*/ 15981020 w 21052571"/>
              <a:gd name="connsiteY5427" fmla="*/ 705111 h 8402012"/>
              <a:gd name="connsiteX5428" fmla="*/ 15944156 w 21052571"/>
              <a:gd name="connsiteY5428" fmla="*/ 674021 h 8402012"/>
              <a:gd name="connsiteX5429" fmla="*/ 15944156 w 21052571"/>
              <a:gd name="connsiteY5429" fmla="*/ 616130 h 8402012"/>
              <a:gd name="connsiteX5430" fmla="*/ 14844536 w 21052571"/>
              <a:gd name="connsiteY5430" fmla="*/ 616129 h 8402012"/>
              <a:gd name="connsiteX5431" fmla="*/ 14862498 w 21052571"/>
              <a:gd name="connsiteY5431" fmla="*/ 648235 h 8402012"/>
              <a:gd name="connsiteX5432" fmla="*/ 14844536 w 21052571"/>
              <a:gd name="connsiteY5432" fmla="*/ 616129 h 8402012"/>
              <a:gd name="connsiteX5433" fmla="*/ 14474837 w 21052571"/>
              <a:gd name="connsiteY5433" fmla="*/ 582950 h 8402012"/>
              <a:gd name="connsiteX5434" fmla="*/ 14487962 w 21052571"/>
              <a:gd name="connsiteY5434" fmla="*/ 615059 h 8402012"/>
              <a:gd name="connsiteX5435" fmla="*/ 14474837 w 21052571"/>
              <a:gd name="connsiteY5435" fmla="*/ 582950 h 8402012"/>
              <a:gd name="connsiteX5436" fmla="*/ 12242167 w 21052571"/>
              <a:gd name="connsiteY5436" fmla="*/ 582109 h 8402012"/>
              <a:gd name="connsiteX5437" fmla="*/ 12206433 w 21052571"/>
              <a:gd name="connsiteY5437" fmla="*/ 585333 h 8402012"/>
              <a:gd name="connsiteX5438" fmla="*/ 12263393 w 21052571"/>
              <a:gd name="connsiteY5438" fmla="*/ 617572 h 8402012"/>
              <a:gd name="connsiteX5439" fmla="*/ 12242167 w 21052571"/>
              <a:gd name="connsiteY5439" fmla="*/ 582109 h 8402012"/>
              <a:gd name="connsiteX5440" fmla="*/ 14199329 w 21052571"/>
              <a:gd name="connsiteY5440" fmla="*/ 577557 h 8402012"/>
              <a:gd name="connsiteX5441" fmla="*/ 14222597 w 21052571"/>
              <a:gd name="connsiteY5441" fmla="*/ 615065 h 8402012"/>
              <a:gd name="connsiteX5442" fmla="*/ 14166753 w 21052571"/>
              <a:gd name="connsiteY5442" fmla="*/ 602296 h 8402012"/>
              <a:gd name="connsiteX5443" fmla="*/ 14199329 w 21052571"/>
              <a:gd name="connsiteY5443" fmla="*/ 577557 h 8402012"/>
              <a:gd name="connsiteX5444" fmla="*/ 13668243 w 21052571"/>
              <a:gd name="connsiteY5444" fmla="*/ 571593 h 8402012"/>
              <a:gd name="connsiteX5445" fmla="*/ 13688143 w 21052571"/>
              <a:gd name="connsiteY5445" fmla="*/ 572052 h 8402012"/>
              <a:gd name="connsiteX5446" fmla="*/ 13711239 w 21052571"/>
              <a:gd name="connsiteY5446" fmla="*/ 574091 h 8402012"/>
              <a:gd name="connsiteX5447" fmla="*/ 13886031 w 21052571"/>
              <a:gd name="connsiteY5447" fmla="*/ 574091 h 8402012"/>
              <a:gd name="connsiteX5448" fmla="*/ 13621685 w 21052571"/>
              <a:gd name="connsiteY5448" fmla="*/ 619780 h 8402012"/>
              <a:gd name="connsiteX5449" fmla="*/ 13668243 w 21052571"/>
              <a:gd name="connsiteY5449" fmla="*/ 571593 h 8402012"/>
              <a:gd name="connsiteX5450" fmla="*/ 14158289 w 21052571"/>
              <a:gd name="connsiteY5450" fmla="*/ 566983 h 8402012"/>
              <a:gd name="connsiteX5451" fmla="*/ 14165399 w 21052571"/>
              <a:gd name="connsiteY5451" fmla="*/ 569977 h 8402012"/>
              <a:gd name="connsiteX5452" fmla="*/ 14157273 w 21052571"/>
              <a:gd name="connsiteY5452" fmla="*/ 581951 h 8402012"/>
              <a:gd name="connsiteX5453" fmla="*/ 14158289 w 21052571"/>
              <a:gd name="connsiteY5453" fmla="*/ 566983 h 8402012"/>
              <a:gd name="connsiteX5454" fmla="*/ 11506785 w 21052571"/>
              <a:gd name="connsiteY5454" fmla="*/ 559541 h 8402012"/>
              <a:gd name="connsiteX5455" fmla="*/ 11526130 w 21052571"/>
              <a:gd name="connsiteY5455" fmla="*/ 585333 h 8402012"/>
              <a:gd name="connsiteX5456" fmla="*/ 11506785 w 21052571"/>
              <a:gd name="connsiteY5456" fmla="*/ 559541 h 8402012"/>
              <a:gd name="connsiteX5457" fmla="*/ 13920286 w 21052571"/>
              <a:gd name="connsiteY5457" fmla="*/ 559254 h 8402012"/>
              <a:gd name="connsiteX5458" fmla="*/ 13938248 w 21052571"/>
              <a:gd name="connsiteY5458" fmla="*/ 586553 h 8402012"/>
              <a:gd name="connsiteX5459" fmla="*/ 13920286 w 21052571"/>
              <a:gd name="connsiteY5459" fmla="*/ 559254 h 8402012"/>
              <a:gd name="connsiteX5460" fmla="*/ 15604568 w 21052571"/>
              <a:gd name="connsiteY5460" fmla="*/ 559251 h 8402012"/>
              <a:gd name="connsiteX5461" fmla="*/ 15924130 w 21052571"/>
              <a:gd name="connsiteY5461" fmla="*/ 616362 h 8402012"/>
              <a:gd name="connsiteX5462" fmla="*/ 15802290 w 21052571"/>
              <a:gd name="connsiteY5462" fmla="*/ 648091 h 8402012"/>
              <a:gd name="connsiteX5463" fmla="*/ 15662282 w 21052571"/>
              <a:gd name="connsiteY5463" fmla="*/ 622708 h 8402012"/>
              <a:gd name="connsiteX5464" fmla="*/ 15610980 w 21052571"/>
              <a:gd name="connsiteY5464" fmla="*/ 622708 h 8402012"/>
              <a:gd name="connsiteX5465" fmla="*/ 15604568 w 21052571"/>
              <a:gd name="connsiteY5465" fmla="*/ 559251 h 8402012"/>
              <a:gd name="connsiteX5466" fmla="*/ 14308592 w 21052571"/>
              <a:gd name="connsiteY5466" fmla="*/ 558611 h 8402012"/>
              <a:gd name="connsiteX5467" fmla="*/ 14402667 w 21052571"/>
              <a:gd name="connsiteY5467" fmla="*/ 581883 h 8402012"/>
              <a:gd name="connsiteX5468" fmla="*/ 14242591 w 21052571"/>
              <a:gd name="connsiteY5468" fmla="*/ 581883 h 8402012"/>
              <a:gd name="connsiteX5469" fmla="*/ 14275761 w 21052571"/>
              <a:gd name="connsiteY5469" fmla="*/ 559439 h 8402012"/>
              <a:gd name="connsiteX5470" fmla="*/ 14308592 w 21052571"/>
              <a:gd name="connsiteY5470" fmla="*/ 558611 h 8402012"/>
              <a:gd name="connsiteX5471" fmla="*/ 14038648 w 21052571"/>
              <a:gd name="connsiteY5471" fmla="*/ 548746 h 8402012"/>
              <a:gd name="connsiteX5472" fmla="*/ 14094604 w 21052571"/>
              <a:gd name="connsiteY5472" fmla="*/ 560033 h 8402012"/>
              <a:gd name="connsiteX5473" fmla="*/ 14000862 w 21052571"/>
              <a:gd name="connsiteY5473" fmla="*/ 585833 h 8402012"/>
              <a:gd name="connsiteX5474" fmla="*/ 14038648 w 21052571"/>
              <a:gd name="connsiteY5474" fmla="*/ 548746 h 8402012"/>
              <a:gd name="connsiteX5475" fmla="*/ 13957208 w 21052571"/>
              <a:gd name="connsiteY5475" fmla="*/ 497634 h 8402012"/>
              <a:gd name="connsiteX5476" fmla="*/ 13939246 w 21052571"/>
              <a:gd name="connsiteY5476" fmla="*/ 529707 h 8402012"/>
              <a:gd name="connsiteX5477" fmla="*/ 13957208 w 21052571"/>
              <a:gd name="connsiteY5477" fmla="*/ 497634 h 8402012"/>
              <a:gd name="connsiteX5478" fmla="*/ 13563987 w 21052571"/>
              <a:gd name="connsiteY5478" fmla="*/ 483352 h 8402012"/>
              <a:gd name="connsiteX5479" fmla="*/ 13620591 w 21052571"/>
              <a:gd name="connsiteY5479" fmla="*/ 494078 h 8402012"/>
              <a:gd name="connsiteX5480" fmla="*/ 13522149 w 21052571"/>
              <a:gd name="connsiteY5480" fmla="*/ 525578 h 8402012"/>
              <a:gd name="connsiteX5481" fmla="*/ 13563987 w 21052571"/>
              <a:gd name="connsiteY5481" fmla="*/ 483352 h 8402012"/>
              <a:gd name="connsiteX5482" fmla="*/ 13394797 w 21052571"/>
              <a:gd name="connsiteY5482" fmla="*/ 464807 h 8402012"/>
              <a:gd name="connsiteX5483" fmla="*/ 13427727 w 21052571"/>
              <a:gd name="connsiteY5483" fmla="*/ 467969 h 8402012"/>
              <a:gd name="connsiteX5484" fmla="*/ 13503531 w 21052571"/>
              <a:gd name="connsiteY5484" fmla="*/ 493950 h 8402012"/>
              <a:gd name="connsiteX5485" fmla="*/ 13503531 w 21052571"/>
              <a:gd name="connsiteY5485" fmla="*/ 557819 h 8402012"/>
              <a:gd name="connsiteX5486" fmla="*/ 13382886 w 21052571"/>
              <a:gd name="connsiteY5486" fmla="*/ 603284 h 8402012"/>
              <a:gd name="connsiteX5487" fmla="*/ 13204588 w 21052571"/>
              <a:gd name="connsiteY5487" fmla="*/ 616274 h 8402012"/>
              <a:gd name="connsiteX5488" fmla="*/ 13338044 w 21052571"/>
              <a:gd name="connsiteY5488" fmla="*/ 557819 h 8402012"/>
              <a:gd name="connsiteX5489" fmla="*/ 13394797 w 21052571"/>
              <a:gd name="connsiteY5489" fmla="*/ 464807 h 8402012"/>
              <a:gd name="connsiteX5490" fmla="*/ 15519158 w 21052571"/>
              <a:gd name="connsiteY5490" fmla="*/ 464455 h 8402012"/>
              <a:gd name="connsiteX5491" fmla="*/ 15525636 w 21052571"/>
              <a:gd name="connsiteY5491" fmla="*/ 527512 h 8402012"/>
              <a:gd name="connsiteX5492" fmla="*/ 15582856 w 21052571"/>
              <a:gd name="connsiteY5492" fmla="*/ 527512 h 8402012"/>
              <a:gd name="connsiteX5493" fmla="*/ 15556944 w 21052571"/>
              <a:gd name="connsiteY5493" fmla="*/ 572400 h 8402012"/>
              <a:gd name="connsiteX5494" fmla="*/ 15506202 w 21052571"/>
              <a:gd name="connsiteY5494" fmla="*/ 565988 h 8402012"/>
              <a:gd name="connsiteX5495" fmla="*/ 15389604 w 21052571"/>
              <a:gd name="connsiteY5495" fmla="*/ 509343 h 8402012"/>
              <a:gd name="connsiteX5496" fmla="*/ 15467336 w 21052571"/>
              <a:gd name="connsiteY5496" fmla="*/ 509343 h 8402012"/>
              <a:gd name="connsiteX5497" fmla="*/ 15519158 w 21052571"/>
              <a:gd name="connsiteY5497" fmla="*/ 464455 h 8402012"/>
              <a:gd name="connsiteX5498" fmla="*/ 13765350 w 21052571"/>
              <a:gd name="connsiteY5498" fmla="*/ 461326 h 8402012"/>
              <a:gd name="connsiteX5499" fmla="*/ 13791290 w 21052571"/>
              <a:gd name="connsiteY5499" fmla="*/ 495604 h 8402012"/>
              <a:gd name="connsiteX5500" fmla="*/ 13754398 w 21052571"/>
              <a:gd name="connsiteY5500" fmla="*/ 461749 h 8402012"/>
              <a:gd name="connsiteX5501" fmla="*/ 13765350 w 21052571"/>
              <a:gd name="connsiteY5501" fmla="*/ 461326 h 8402012"/>
              <a:gd name="connsiteX5502" fmla="*/ 15318510 w 21052571"/>
              <a:gd name="connsiteY5502" fmla="*/ 398101 h 8402012"/>
              <a:gd name="connsiteX5503" fmla="*/ 15336474 w 21052571"/>
              <a:gd name="connsiteY5503" fmla="*/ 430207 h 8402012"/>
              <a:gd name="connsiteX5504" fmla="*/ 15318510 w 21052571"/>
              <a:gd name="connsiteY5504" fmla="*/ 398101 h 8402012"/>
              <a:gd name="connsiteX5505" fmla="*/ 12650983 w 21052571"/>
              <a:gd name="connsiteY5505" fmla="*/ 396298 h 8402012"/>
              <a:gd name="connsiteX5506" fmla="*/ 12558943 w 21052571"/>
              <a:gd name="connsiteY5506" fmla="*/ 431660 h 8402012"/>
              <a:gd name="connsiteX5507" fmla="*/ 12699732 w 21052571"/>
              <a:gd name="connsiteY5507" fmla="*/ 399421 h 8402012"/>
              <a:gd name="connsiteX5508" fmla="*/ 12650983 w 21052571"/>
              <a:gd name="connsiteY5508" fmla="*/ 396298 h 8402012"/>
              <a:gd name="connsiteX5509" fmla="*/ 12437499 w 21052571"/>
              <a:gd name="connsiteY5509" fmla="*/ 386525 h 8402012"/>
              <a:gd name="connsiteX5510" fmla="*/ 12398809 w 21052571"/>
              <a:gd name="connsiteY5510" fmla="*/ 438108 h 8402012"/>
              <a:gd name="connsiteX5511" fmla="*/ 12295635 w 21052571"/>
              <a:gd name="connsiteY5511" fmla="*/ 431660 h 8402012"/>
              <a:gd name="connsiteX5512" fmla="*/ 12295635 w 21052571"/>
              <a:gd name="connsiteY5512" fmla="*/ 463899 h 8402012"/>
              <a:gd name="connsiteX5513" fmla="*/ 12500908 w 21052571"/>
              <a:gd name="connsiteY5513" fmla="*/ 412316 h 8402012"/>
              <a:gd name="connsiteX5514" fmla="*/ 12437499 w 21052571"/>
              <a:gd name="connsiteY5514" fmla="*/ 386525 h 8402012"/>
              <a:gd name="connsiteX5515" fmla="*/ 12353670 w 21052571"/>
              <a:gd name="connsiteY5515" fmla="*/ 373629 h 8402012"/>
              <a:gd name="connsiteX5516" fmla="*/ 12392360 w 21052571"/>
              <a:gd name="connsiteY5516" fmla="*/ 399421 h 8402012"/>
              <a:gd name="connsiteX5517" fmla="*/ 12353670 w 21052571"/>
              <a:gd name="connsiteY5517" fmla="*/ 373629 h 8402012"/>
              <a:gd name="connsiteX5518" fmla="*/ 12558943 w 21052571"/>
              <a:gd name="connsiteY5518" fmla="*/ 341390 h 8402012"/>
              <a:gd name="connsiteX5519" fmla="*/ 12578288 w 21052571"/>
              <a:gd name="connsiteY5519" fmla="*/ 373629 h 8402012"/>
              <a:gd name="connsiteX5520" fmla="*/ 12558943 w 21052571"/>
              <a:gd name="connsiteY5520" fmla="*/ 341390 h 8402012"/>
              <a:gd name="connsiteX5521" fmla="*/ 14713667 w 21052571"/>
              <a:gd name="connsiteY5521" fmla="*/ 304568 h 8402012"/>
              <a:gd name="connsiteX5522" fmla="*/ 14734470 w 21052571"/>
              <a:gd name="connsiteY5522" fmla="*/ 339712 h 8402012"/>
              <a:gd name="connsiteX5523" fmla="*/ 14678645 w 21052571"/>
              <a:gd name="connsiteY5523" fmla="*/ 307396 h 8402012"/>
              <a:gd name="connsiteX5524" fmla="*/ 14713667 w 21052571"/>
              <a:gd name="connsiteY5524" fmla="*/ 304568 h 8402012"/>
              <a:gd name="connsiteX5525" fmla="*/ 13436834 w 21052571"/>
              <a:gd name="connsiteY5525" fmla="*/ 284347 h 8402012"/>
              <a:gd name="connsiteX5526" fmla="*/ 13454796 w 21052571"/>
              <a:gd name="connsiteY5526" fmla="*/ 307056 h 8402012"/>
              <a:gd name="connsiteX5527" fmla="*/ 13436834 w 21052571"/>
              <a:gd name="connsiteY5527" fmla="*/ 284347 h 8402012"/>
              <a:gd name="connsiteX5528" fmla="*/ 14337383 w 21052571"/>
              <a:gd name="connsiteY5528" fmla="*/ 284347 h 8402012"/>
              <a:gd name="connsiteX5529" fmla="*/ 14409132 w 21052571"/>
              <a:gd name="connsiteY5529" fmla="*/ 284347 h 8402012"/>
              <a:gd name="connsiteX5530" fmla="*/ 14454790 w 21052571"/>
              <a:gd name="connsiteY5530" fmla="*/ 284347 h 8402012"/>
              <a:gd name="connsiteX5531" fmla="*/ 14454790 w 21052571"/>
              <a:gd name="connsiteY5531" fmla="*/ 307056 h 8402012"/>
              <a:gd name="connsiteX5532" fmla="*/ 14383041 w 21052571"/>
              <a:gd name="connsiteY5532" fmla="*/ 307056 h 8402012"/>
              <a:gd name="connsiteX5533" fmla="*/ 14337383 w 21052571"/>
              <a:gd name="connsiteY5533" fmla="*/ 307056 h 8402012"/>
              <a:gd name="connsiteX5534" fmla="*/ 14337383 w 21052571"/>
              <a:gd name="connsiteY5534" fmla="*/ 284347 h 8402012"/>
              <a:gd name="connsiteX5535" fmla="*/ 13691975 w 21052571"/>
              <a:gd name="connsiteY5535" fmla="*/ 240912 h 8402012"/>
              <a:gd name="connsiteX5536" fmla="*/ 13687810 w 21052571"/>
              <a:gd name="connsiteY5536" fmla="*/ 245748 h 8402012"/>
              <a:gd name="connsiteX5537" fmla="*/ 13688089 w 21052571"/>
              <a:gd name="connsiteY5537" fmla="*/ 246505 h 8402012"/>
              <a:gd name="connsiteX5538" fmla="*/ 13694072 w 21052571"/>
              <a:gd name="connsiteY5538" fmla="*/ 241390 h 8402012"/>
              <a:gd name="connsiteX5539" fmla="*/ 13855064 w 21052571"/>
              <a:gd name="connsiteY5539" fmla="*/ 1806 h 8402012"/>
              <a:gd name="connsiteX5540" fmla="*/ 13880858 w 21052571"/>
              <a:gd name="connsiteY5540" fmla="*/ 34045 h 8402012"/>
              <a:gd name="connsiteX5541" fmla="*/ 13931370 w 21052571"/>
              <a:gd name="connsiteY5541" fmla="*/ 34045 h 8402012"/>
              <a:gd name="connsiteX5542" fmla="*/ 14021647 w 21052571"/>
              <a:gd name="connsiteY5542" fmla="*/ 34045 h 8402012"/>
              <a:gd name="connsiteX5543" fmla="*/ 14393503 w 21052571"/>
              <a:gd name="connsiteY5543" fmla="*/ 98523 h 8402012"/>
              <a:gd name="connsiteX5544" fmla="*/ 14393503 w 21052571"/>
              <a:gd name="connsiteY5544" fmla="*/ 34045 h 8402012"/>
              <a:gd name="connsiteX5545" fmla="*/ 14451538 w 21052571"/>
              <a:gd name="connsiteY5545" fmla="*/ 40493 h 8402012"/>
              <a:gd name="connsiteX5546" fmla="*/ 14836290 w 21052571"/>
              <a:gd name="connsiteY5546" fmla="*/ 72732 h 8402012"/>
              <a:gd name="connsiteX5547" fmla="*/ 15022218 w 21052571"/>
              <a:gd name="connsiteY5547" fmla="*/ 116792 h 8402012"/>
              <a:gd name="connsiteX5548" fmla="*/ 15188802 w 21052571"/>
              <a:gd name="connsiteY5548" fmla="*/ 187718 h 8402012"/>
              <a:gd name="connsiteX5549" fmla="*/ 15567106 w 21052571"/>
              <a:gd name="connsiteY5549" fmla="*/ 252196 h 8402012"/>
              <a:gd name="connsiteX5550" fmla="*/ 15946484 w 21052571"/>
              <a:gd name="connsiteY5550" fmla="*/ 334943 h 8402012"/>
              <a:gd name="connsiteX5551" fmla="*/ 16331236 w 21052571"/>
              <a:gd name="connsiteY5551" fmla="*/ 425212 h 8402012"/>
              <a:gd name="connsiteX5552" fmla="*/ 16703092 w 21052571"/>
              <a:gd name="connsiteY5552" fmla="*/ 520854 h 8402012"/>
              <a:gd name="connsiteX5553" fmla="*/ 17074947 w 21052571"/>
              <a:gd name="connsiteY5553" fmla="*/ 675602 h 8402012"/>
              <a:gd name="connsiteX5554" fmla="*/ 17260875 w 21052571"/>
              <a:gd name="connsiteY5554" fmla="*/ 751901 h 8402012"/>
              <a:gd name="connsiteX5555" fmla="*/ 17338255 w 21052571"/>
              <a:gd name="connsiteY5555" fmla="*/ 835722 h 8402012"/>
              <a:gd name="connsiteX5556" fmla="*/ 17139431 w 21052571"/>
              <a:gd name="connsiteY5556" fmla="*/ 777692 h 8402012"/>
              <a:gd name="connsiteX5557" fmla="*/ 15605794 w 21052571"/>
              <a:gd name="connsiteY5557" fmla="*/ 392973 h 8402012"/>
              <a:gd name="connsiteX5558" fmla="*/ 14053889 w 21052571"/>
              <a:gd name="connsiteY5558" fmla="*/ 219957 h 8402012"/>
              <a:gd name="connsiteX5559" fmla="*/ 14040992 w 21052571"/>
              <a:gd name="connsiteY5559" fmla="*/ 284435 h 8402012"/>
              <a:gd name="connsiteX5560" fmla="*/ 14021647 w 21052571"/>
              <a:gd name="connsiteY5560" fmla="*/ 219957 h 8402012"/>
              <a:gd name="connsiteX5561" fmla="*/ 13809926 w 21052571"/>
              <a:gd name="connsiteY5561" fmla="*/ 219957 h 8402012"/>
              <a:gd name="connsiteX5562" fmla="*/ 13713200 w 21052571"/>
              <a:gd name="connsiteY5562" fmla="*/ 245748 h 8402012"/>
              <a:gd name="connsiteX5563" fmla="*/ 13696151 w 21052571"/>
              <a:gd name="connsiteY5563" fmla="*/ 241864 h 8402012"/>
              <a:gd name="connsiteX5564" fmla="*/ 13701260 w 21052571"/>
              <a:gd name="connsiteY5564" fmla="*/ 250600 h 8402012"/>
              <a:gd name="connsiteX5565" fmla="*/ 13695273 w 21052571"/>
              <a:gd name="connsiteY5565" fmla="*/ 258278 h 8402012"/>
              <a:gd name="connsiteX5566" fmla="*/ 13692173 w 21052571"/>
              <a:gd name="connsiteY5566" fmla="*/ 257601 h 8402012"/>
              <a:gd name="connsiteX5567" fmla="*/ 13694930 w 21052571"/>
              <a:gd name="connsiteY5567" fmla="*/ 265091 h 8402012"/>
              <a:gd name="connsiteX5568" fmla="*/ 13412277 w 21052571"/>
              <a:gd name="connsiteY5568" fmla="*/ 252196 h 8402012"/>
              <a:gd name="connsiteX5569" fmla="*/ 13412277 w 21052571"/>
              <a:gd name="connsiteY5569" fmla="*/ 303778 h 8402012"/>
              <a:gd name="connsiteX5570" fmla="*/ 13360690 w 21052571"/>
              <a:gd name="connsiteY5570" fmla="*/ 315599 h 8402012"/>
              <a:gd name="connsiteX5571" fmla="*/ 13322000 w 21052571"/>
              <a:gd name="connsiteY5571" fmla="*/ 258644 h 8402012"/>
              <a:gd name="connsiteX5572" fmla="*/ 13277936 w 21052571"/>
              <a:gd name="connsiteY5572" fmla="*/ 284435 h 8402012"/>
              <a:gd name="connsiteX5573" fmla="*/ 13315551 w 21052571"/>
              <a:gd name="connsiteY5573" fmla="*/ 284435 h 8402012"/>
              <a:gd name="connsiteX5574" fmla="*/ 13270413 w 21052571"/>
              <a:gd name="connsiteY5574" fmla="*/ 309151 h 8402012"/>
              <a:gd name="connsiteX5575" fmla="*/ 13258591 w 21052571"/>
              <a:gd name="connsiteY5575" fmla="*/ 252196 h 8402012"/>
              <a:gd name="connsiteX5576" fmla="*/ 13116727 w 21052571"/>
              <a:gd name="connsiteY5576" fmla="*/ 290883 h 8402012"/>
              <a:gd name="connsiteX5577" fmla="*/ 13079111 w 21052571"/>
              <a:gd name="connsiteY5577" fmla="*/ 303778 h 8402012"/>
              <a:gd name="connsiteX5578" fmla="*/ 13046869 w 21052571"/>
              <a:gd name="connsiteY5578" fmla="*/ 347838 h 8402012"/>
              <a:gd name="connsiteX5579" fmla="*/ 12924350 w 21052571"/>
              <a:gd name="connsiteY5579" fmla="*/ 360734 h 8402012"/>
              <a:gd name="connsiteX5580" fmla="*/ 12770664 w 21052571"/>
              <a:gd name="connsiteY5580" fmla="*/ 386525 h 8402012"/>
              <a:gd name="connsiteX5581" fmla="*/ 13148968 w 21052571"/>
              <a:gd name="connsiteY5581" fmla="*/ 373629 h 8402012"/>
              <a:gd name="connsiteX5582" fmla="*/ 13252142 w 21052571"/>
              <a:gd name="connsiteY5582" fmla="*/ 380077 h 8402012"/>
              <a:gd name="connsiteX5583" fmla="*/ 13322000 w 21052571"/>
              <a:gd name="connsiteY5583" fmla="*/ 347838 h 8402012"/>
              <a:gd name="connsiteX5584" fmla="*/ 13470312 w 21052571"/>
              <a:gd name="connsiteY5584" fmla="*/ 341390 h 8402012"/>
              <a:gd name="connsiteX5585" fmla="*/ 13855064 w 21052571"/>
              <a:gd name="connsiteY5585" fmla="*/ 347838 h 8402012"/>
              <a:gd name="connsiteX5586" fmla="*/ 14175333 w 21052571"/>
              <a:gd name="connsiteY5586" fmla="*/ 373629 h 8402012"/>
              <a:gd name="connsiteX5587" fmla="*/ 14226920 w 21052571"/>
              <a:gd name="connsiteY5587" fmla="*/ 360734 h 8402012"/>
              <a:gd name="connsiteX5588" fmla="*/ 14252713 w 21052571"/>
              <a:gd name="connsiteY5588" fmla="*/ 322047 h 8402012"/>
              <a:gd name="connsiteX5589" fmla="*/ 14361261 w 21052571"/>
              <a:gd name="connsiteY5589" fmla="*/ 373629 h 8402012"/>
              <a:gd name="connsiteX5590" fmla="*/ 14540740 w 21052571"/>
              <a:gd name="connsiteY5590" fmla="*/ 392973 h 8402012"/>
              <a:gd name="connsiteX5591" fmla="*/ 14726668 w 21052571"/>
              <a:gd name="connsiteY5591" fmla="*/ 412316 h 8402012"/>
              <a:gd name="connsiteX5592" fmla="*/ 15117870 w 21052571"/>
              <a:gd name="connsiteY5592" fmla="*/ 463899 h 8402012"/>
              <a:gd name="connsiteX5593" fmla="*/ 15266182 w 21052571"/>
              <a:gd name="connsiteY5593" fmla="*/ 476794 h 8402012"/>
              <a:gd name="connsiteX5594" fmla="*/ 15337114 w 21052571"/>
              <a:gd name="connsiteY5594" fmla="*/ 527302 h 8402012"/>
              <a:gd name="connsiteX5595" fmla="*/ 14977080 w 21052571"/>
              <a:gd name="connsiteY5595" fmla="*/ 509033 h 8402012"/>
              <a:gd name="connsiteX5596" fmla="*/ 14926568 w 21052571"/>
              <a:gd name="connsiteY5596" fmla="*/ 496138 h 8402012"/>
              <a:gd name="connsiteX5597" fmla="*/ 14874981 w 21052571"/>
              <a:gd name="connsiteY5597" fmla="*/ 470347 h 8402012"/>
              <a:gd name="connsiteX5598" fmla="*/ 14701950 w 21052571"/>
              <a:gd name="connsiteY5598" fmla="*/ 476794 h 8402012"/>
              <a:gd name="connsiteX5599" fmla="*/ 13931370 w 21052571"/>
              <a:gd name="connsiteY5599" fmla="*/ 438108 h 8402012"/>
              <a:gd name="connsiteX5600" fmla="*/ 13540169 w 21052571"/>
              <a:gd name="connsiteY5600" fmla="*/ 438108 h 8402012"/>
              <a:gd name="connsiteX5601" fmla="*/ 13380035 w 21052571"/>
              <a:gd name="connsiteY5601" fmla="*/ 438108 h 8402012"/>
              <a:gd name="connsiteX5602" fmla="*/ 13334896 w 21052571"/>
              <a:gd name="connsiteY5602" fmla="*/ 463899 h 8402012"/>
              <a:gd name="connsiteX5603" fmla="*/ 13289758 w 21052571"/>
              <a:gd name="connsiteY5603" fmla="*/ 457451 h 8402012"/>
              <a:gd name="connsiteX5604" fmla="*/ 12956592 w 21052571"/>
              <a:gd name="connsiteY5604" fmla="*/ 501511 h 8402012"/>
              <a:gd name="connsiteX5605" fmla="*/ 12571840 w 21052571"/>
              <a:gd name="connsiteY5605" fmla="*/ 546646 h 8402012"/>
              <a:gd name="connsiteX5606" fmla="*/ 12373015 w 21052571"/>
              <a:gd name="connsiteY5606" fmla="*/ 572437 h 8402012"/>
              <a:gd name="connsiteX5607" fmla="*/ 12302083 w 21052571"/>
              <a:gd name="connsiteY5607" fmla="*/ 585333 h 8402012"/>
              <a:gd name="connsiteX5608" fmla="*/ 12295635 w 21052571"/>
              <a:gd name="connsiteY5608" fmla="*/ 636915 h 8402012"/>
              <a:gd name="connsiteX5609" fmla="*/ 12148397 w 21052571"/>
              <a:gd name="connsiteY5609" fmla="*/ 675602 h 8402012"/>
              <a:gd name="connsiteX5610" fmla="*/ 12129052 w 21052571"/>
              <a:gd name="connsiteY5610" fmla="*/ 617572 h 8402012"/>
              <a:gd name="connsiteX5611" fmla="*/ 12071017 w 21052571"/>
              <a:gd name="connsiteY5611" fmla="*/ 617572 h 8402012"/>
              <a:gd name="connsiteX5612" fmla="*/ 12109707 w 21052571"/>
              <a:gd name="connsiteY5612" fmla="*/ 675602 h 8402012"/>
              <a:gd name="connsiteX5613" fmla="*/ 11994711 w 21052571"/>
              <a:gd name="connsiteY5613" fmla="*/ 706766 h 8402012"/>
              <a:gd name="connsiteX5614" fmla="*/ 11994711 w 21052571"/>
              <a:gd name="connsiteY5614" fmla="*/ 649811 h 8402012"/>
              <a:gd name="connsiteX5615" fmla="*/ 11897986 w 21052571"/>
              <a:gd name="connsiteY5615" fmla="*/ 732557 h 8402012"/>
              <a:gd name="connsiteX5616" fmla="*/ 11782990 w 21052571"/>
              <a:gd name="connsiteY5616" fmla="*/ 675602 h 8402012"/>
              <a:gd name="connsiteX5617" fmla="*/ 11776542 w 21052571"/>
              <a:gd name="connsiteY5617" fmla="*/ 706766 h 8402012"/>
              <a:gd name="connsiteX5618" fmla="*/ 11841025 w 21052571"/>
              <a:gd name="connsiteY5618" fmla="*/ 706766 h 8402012"/>
              <a:gd name="connsiteX5619" fmla="*/ 11865744 w 21052571"/>
              <a:gd name="connsiteY5619" fmla="*/ 739005 h 8402012"/>
              <a:gd name="connsiteX5620" fmla="*/ 11795887 w 21052571"/>
              <a:gd name="connsiteY5620" fmla="*/ 739005 h 8402012"/>
              <a:gd name="connsiteX5621" fmla="*/ 11757197 w 21052571"/>
              <a:gd name="connsiteY5621" fmla="*/ 726244 h 8402012"/>
              <a:gd name="connsiteX5622" fmla="*/ 11745513 w 21052571"/>
              <a:gd name="connsiteY5622" fmla="*/ 722634 h 8402012"/>
              <a:gd name="connsiteX5623" fmla="*/ 11718506 w 21052571"/>
              <a:gd name="connsiteY5623" fmla="*/ 714289 h 8402012"/>
              <a:gd name="connsiteX5624" fmla="*/ 11635752 w 21052571"/>
              <a:gd name="connsiteY5624" fmla="*/ 706766 h 8402012"/>
              <a:gd name="connsiteX5625" fmla="*/ 11673368 w 21052571"/>
              <a:gd name="connsiteY5625" fmla="*/ 803483 h 8402012"/>
              <a:gd name="connsiteX5626" fmla="*/ 11603510 w 21052571"/>
              <a:gd name="connsiteY5626" fmla="*/ 809931 h 8402012"/>
              <a:gd name="connsiteX5627" fmla="*/ 11519682 w 21052571"/>
              <a:gd name="connsiteY5627" fmla="*/ 822827 h 8402012"/>
              <a:gd name="connsiteX5628" fmla="*/ 11468095 w 21052571"/>
              <a:gd name="connsiteY5628" fmla="*/ 771244 h 8402012"/>
              <a:gd name="connsiteX5629" fmla="*/ 11417583 w 21052571"/>
              <a:gd name="connsiteY5629" fmla="*/ 809931 h 8402012"/>
              <a:gd name="connsiteX5630" fmla="*/ 11327306 w 21052571"/>
              <a:gd name="connsiteY5630" fmla="*/ 848618 h 8402012"/>
              <a:gd name="connsiteX5631" fmla="*/ 11314409 w 21052571"/>
              <a:gd name="connsiteY5631" fmla="*/ 803483 h 8402012"/>
              <a:gd name="connsiteX5632" fmla="*/ 11275719 w 21052571"/>
              <a:gd name="connsiteY5632" fmla="*/ 816379 h 8402012"/>
              <a:gd name="connsiteX5633" fmla="*/ 11288615 w 21052571"/>
              <a:gd name="connsiteY5633" fmla="*/ 861514 h 8402012"/>
              <a:gd name="connsiteX5634" fmla="*/ 11051101 w 21052571"/>
              <a:gd name="connsiteY5634" fmla="*/ 937813 h 8402012"/>
              <a:gd name="connsiteX5635" fmla="*/ 11147826 w 21052571"/>
              <a:gd name="connsiteY5635" fmla="*/ 874409 h 8402012"/>
              <a:gd name="connsiteX5636" fmla="*/ 11012410 w 21052571"/>
              <a:gd name="connsiteY5636" fmla="*/ 900201 h 8402012"/>
              <a:gd name="connsiteX5637" fmla="*/ 10890966 w 21052571"/>
              <a:gd name="connsiteY5637" fmla="*/ 957156 h 8402012"/>
              <a:gd name="connsiteX5638" fmla="*/ 10756625 w 21052571"/>
              <a:gd name="connsiteY5638" fmla="*/ 1015186 h 8402012"/>
              <a:gd name="connsiteX5639" fmla="*/ 10653451 w 21052571"/>
              <a:gd name="connsiteY5639" fmla="*/ 1079682 h 8402012"/>
              <a:gd name="connsiteX5640" fmla="*/ 10640555 w 21052571"/>
              <a:gd name="connsiteY5640" fmla="*/ 1021634 h 8402012"/>
              <a:gd name="connsiteX5641" fmla="*/ 10544904 w 21052571"/>
              <a:gd name="connsiteY5641" fmla="*/ 1092579 h 8402012"/>
              <a:gd name="connsiteX5642" fmla="*/ 10475047 w 21052571"/>
              <a:gd name="connsiteY5642" fmla="*/ 1124818 h 8402012"/>
              <a:gd name="connsiteX5643" fmla="*/ 10327809 w 21052571"/>
              <a:gd name="connsiteY5643" fmla="*/ 1214014 h 8402012"/>
              <a:gd name="connsiteX5644" fmla="*/ 10231084 w 21052571"/>
              <a:gd name="connsiteY5644" fmla="*/ 1259150 h 8402012"/>
              <a:gd name="connsiteX5645" fmla="*/ 10135433 w 21052571"/>
              <a:gd name="connsiteY5645" fmla="*/ 1278493 h 8402012"/>
              <a:gd name="connsiteX5646" fmla="*/ 9943057 w 21052571"/>
              <a:gd name="connsiteY5646" fmla="*/ 1367690 h 8402012"/>
              <a:gd name="connsiteX5647" fmla="*/ 10174123 w 21052571"/>
              <a:gd name="connsiteY5647" fmla="*/ 1335450 h 8402012"/>
              <a:gd name="connsiteX5648" fmla="*/ 10237532 w 21052571"/>
              <a:gd name="connsiteY5648" fmla="*/ 1317181 h 8402012"/>
              <a:gd name="connsiteX5649" fmla="*/ 10263325 w 21052571"/>
              <a:gd name="connsiteY5649" fmla="*/ 1265598 h 8402012"/>
              <a:gd name="connsiteX5650" fmla="*/ 10372948 w 21052571"/>
              <a:gd name="connsiteY5650" fmla="*/ 1259150 h 8402012"/>
              <a:gd name="connsiteX5651" fmla="*/ 10475047 w 21052571"/>
              <a:gd name="connsiteY5651" fmla="*/ 1233358 h 8402012"/>
              <a:gd name="connsiteX5652" fmla="*/ 10583594 w 21052571"/>
              <a:gd name="connsiteY5652" fmla="*/ 1214014 h 8402012"/>
              <a:gd name="connsiteX5653" fmla="*/ 10621210 w 21052571"/>
              <a:gd name="connsiteY5653" fmla="*/ 1201118 h 8402012"/>
              <a:gd name="connsiteX5654" fmla="*/ 10596760 w 21052571"/>
              <a:gd name="connsiteY5654" fmla="*/ 1198700 h 8402012"/>
              <a:gd name="connsiteX5655" fmla="*/ 10582800 w 21052571"/>
              <a:gd name="connsiteY5655" fmla="*/ 1186653 h 8402012"/>
              <a:gd name="connsiteX5656" fmla="*/ 10591854 w 21052571"/>
              <a:gd name="connsiteY5656" fmla="*/ 1199432 h 8402012"/>
              <a:gd name="connsiteX5657" fmla="*/ 10577351 w 21052571"/>
              <a:gd name="connsiteY5657" fmla="*/ 1204248 h 8402012"/>
              <a:gd name="connsiteX5658" fmla="*/ 10578117 w 21052571"/>
              <a:gd name="connsiteY5658" fmla="*/ 1182613 h 8402012"/>
              <a:gd name="connsiteX5659" fmla="*/ 10577146 w 21052571"/>
              <a:gd name="connsiteY5659" fmla="*/ 1181774 h 8402012"/>
              <a:gd name="connsiteX5660" fmla="*/ 10578145 w 21052571"/>
              <a:gd name="connsiteY5660" fmla="*/ 1181822 h 8402012"/>
              <a:gd name="connsiteX5661" fmla="*/ 10578204 w 21052571"/>
              <a:gd name="connsiteY5661" fmla="*/ 1180167 h 8402012"/>
              <a:gd name="connsiteX5662" fmla="*/ 10579420 w 21052571"/>
              <a:gd name="connsiteY5662" fmla="*/ 1181883 h 8402012"/>
              <a:gd name="connsiteX5663" fmla="*/ 10610866 w 21052571"/>
              <a:gd name="connsiteY5663" fmla="*/ 1183386 h 8402012"/>
              <a:gd name="connsiteX5664" fmla="*/ 10640555 w 21052571"/>
              <a:gd name="connsiteY5664" fmla="*/ 1175327 h 8402012"/>
              <a:gd name="connsiteX5665" fmla="*/ 10653451 w 21052571"/>
              <a:gd name="connsiteY5665" fmla="*/ 1111922 h 8402012"/>
              <a:gd name="connsiteX5666" fmla="*/ 10692142 w 21052571"/>
              <a:gd name="connsiteY5666" fmla="*/ 1259150 h 8402012"/>
              <a:gd name="connsiteX5667" fmla="*/ 10526634 w 21052571"/>
              <a:gd name="connsiteY5667" fmla="*/ 1322555 h 8402012"/>
              <a:gd name="connsiteX5668" fmla="*/ 10507289 w 21052571"/>
              <a:gd name="connsiteY5668" fmla="*/ 1265598 h 8402012"/>
              <a:gd name="connsiteX5669" fmla="*/ 10507289 w 21052571"/>
              <a:gd name="connsiteY5669" fmla="*/ 1341898 h 8402012"/>
              <a:gd name="connsiteX5670" fmla="*/ 10442805 w 21052571"/>
              <a:gd name="connsiteY5670" fmla="*/ 1354794 h 8402012"/>
              <a:gd name="connsiteX5671" fmla="*/ 10353603 w 21052571"/>
              <a:gd name="connsiteY5671" fmla="*/ 1354794 h 8402012"/>
              <a:gd name="connsiteX5672" fmla="*/ 10314912 w 21052571"/>
              <a:gd name="connsiteY5672" fmla="*/ 1419273 h 8402012"/>
              <a:gd name="connsiteX5673" fmla="*/ 10250429 w 21052571"/>
              <a:gd name="connsiteY5673" fmla="*/ 1451512 h 8402012"/>
              <a:gd name="connsiteX5674" fmla="*/ 10174123 w 21052571"/>
              <a:gd name="connsiteY5674" fmla="*/ 1490200 h 8402012"/>
              <a:gd name="connsiteX5675" fmla="*/ 10090294 w 21052571"/>
              <a:gd name="connsiteY5675" fmla="*/ 1509543 h 8402012"/>
              <a:gd name="connsiteX5676" fmla="*/ 10051604 w 21052571"/>
              <a:gd name="connsiteY5676" fmla="*/ 1540708 h 8402012"/>
              <a:gd name="connsiteX5677" fmla="*/ 10379396 w 21052571"/>
              <a:gd name="connsiteY5677" fmla="*/ 1457960 h 8402012"/>
              <a:gd name="connsiteX5678" fmla="*/ 10717935 w 21052571"/>
              <a:gd name="connsiteY5678" fmla="*/ 1361242 h 8402012"/>
              <a:gd name="connsiteX5679" fmla="*/ 10795316 w 21052571"/>
              <a:gd name="connsiteY5679" fmla="*/ 1317181 h 8402012"/>
              <a:gd name="connsiteX5680" fmla="*/ 10878070 w 21052571"/>
              <a:gd name="connsiteY5680" fmla="*/ 1297837 h 8402012"/>
              <a:gd name="connsiteX5681" fmla="*/ 11044652 w 21052571"/>
              <a:gd name="connsiteY5681" fmla="*/ 1252702 h 8402012"/>
              <a:gd name="connsiteX5682" fmla="*/ 11378892 w 21052571"/>
              <a:gd name="connsiteY5682" fmla="*/ 1168880 h 8402012"/>
              <a:gd name="connsiteX5683" fmla="*/ 12790010 w 21052571"/>
              <a:gd name="connsiteY5683" fmla="*/ 893753 h 8402012"/>
              <a:gd name="connsiteX5684" fmla="*/ 12751319 w 21052571"/>
              <a:gd name="connsiteY5684" fmla="*/ 957156 h 8402012"/>
              <a:gd name="connsiteX5685" fmla="*/ 12809355 w 21052571"/>
              <a:gd name="connsiteY5685" fmla="*/ 957156 h 8402012"/>
              <a:gd name="connsiteX5686" fmla="*/ 12809355 w 21052571"/>
              <a:gd name="connsiteY5686" fmla="*/ 893753 h 8402012"/>
              <a:gd name="connsiteX5687" fmla="*/ 12885660 w 21052571"/>
              <a:gd name="connsiteY5687" fmla="*/ 919544 h 8402012"/>
              <a:gd name="connsiteX5688" fmla="*/ 12885660 w 21052571"/>
              <a:gd name="connsiteY5688" fmla="*/ 822827 h 8402012"/>
              <a:gd name="connsiteX5689" fmla="*/ 12917902 w 21052571"/>
              <a:gd name="connsiteY5689" fmla="*/ 784140 h 8402012"/>
              <a:gd name="connsiteX5690" fmla="*/ 12859867 w 21052571"/>
              <a:gd name="connsiteY5690" fmla="*/ 726110 h 8402012"/>
              <a:gd name="connsiteX5691" fmla="*/ 12917902 w 21052571"/>
              <a:gd name="connsiteY5691" fmla="*/ 675602 h 8402012"/>
              <a:gd name="connsiteX5692" fmla="*/ 12809355 w 21052571"/>
              <a:gd name="connsiteY5692" fmla="*/ 701393 h 8402012"/>
              <a:gd name="connsiteX5693" fmla="*/ 12719078 w 21052571"/>
              <a:gd name="connsiteY5693" fmla="*/ 784140 h 8402012"/>
              <a:gd name="connsiteX5694" fmla="*/ 12431051 w 21052571"/>
              <a:gd name="connsiteY5694" fmla="*/ 861514 h 8402012"/>
              <a:gd name="connsiteX5695" fmla="*/ 12437499 w 21052571"/>
              <a:gd name="connsiteY5695" fmla="*/ 719662 h 8402012"/>
              <a:gd name="connsiteX5696" fmla="*/ 12500908 w 21052571"/>
              <a:gd name="connsiteY5696" fmla="*/ 682050 h 8402012"/>
              <a:gd name="connsiteX5697" fmla="*/ 12578288 w 21052571"/>
              <a:gd name="connsiteY5697" fmla="*/ 662706 h 8402012"/>
              <a:gd name="connsiteX5698" fmla="*/ 12905005 w 21052571"/>
              <a:gd name="connsiteY5698" fmla="*/ 598228 h 8402012"/>
              <a:gd name="connsiteX5699" fmla="*/ 13065140 w 21052571"/>
              <a:gd name="connsiteY5699" fmla="*/ 611124 h 8402012"/>
              <a:gd name="connsiteX5700" fmla="*/ 13123175 w 21052571"/>
              <a:gd name="connsiteY5700" fmla="*/ 630467 h 8402012"/>
              <a:gd name="connsiteX5701" fmla="*/ 13097382 w 21052571"/>
              <a:gd name="connsiteY5701" fmla="*/ 656258 h 8402012"/>
              <a:gd name="connsiteX5702" fmla="*/ 12995282 w 21052571"/>
              <a:gd name="connsiteY5702" fmla="*/ 706766 h 8402012"/>
              <a:gd name="connsiteX5703" fmla="*/ 12956592 w 21052571"/>
              <a:gd name="connsiteY5703" fmla="*/ 739005 h 8402012"/>
              <a:gd name="connsiteX5704" fmla="*/ 12943696 w 21052571"/>
              <a:gd name="connsiteY5704" fmla="*/ 842170 h 8402012"/>
              <a:gd name="connsiteX5705" fmla="*/ 13027524 w 21052571"/>
              <a:gd name="connsiteY5705" fmla="*/ 848618 h 8402012"/>
              <a:gd name="connsiteX5706" fmla="*/ 13103830 w 21052571"/>
              <a:gd name="connsiteY5706" fmla="*/ 861514 h 8402012"/>
              <a:gd name="connsiteX5707" fmla="*/ 13079111 w 21052571"/>
              <a:gd name="connsiteY5707" fmla="*/ 900201 h 8402012"/>
              <a:gd name="connsiteX5708" fmla="*/ 13001731 w 21052571"/>
              <a:gd name="connsiteY5708" fmla="*/ 893753 h 8402012"/>
              <a:gd name="connsiteX5709" fmla="*/ 12937247 w 21052571"/>
              <a:gd name="connsiteY5709" fmla="*/ 906648 h 8402012"/>
              <a:gd name="connsiteX5710" fmla="*/ 12975937 w 21052571"/>
              <a:gd name="connsiteY5710" fmla="*/ 931365 h 8402012"/>
              <a:gd name="connsiteX5711" fmla="*/ 13142520 w 21052571"/>
              <a:gd name="connsiteY5711" fmla="*/ 924917 h 8402012"/>
              <a:gd name="connsiteX5712" fmla="*/ 13855064 w 21052571"/>
              <a:gd name="connsiteY5712" fmla="*/ 912021 h 8402012"/>
              <a:gd name="connsiteX5713" fmla="*/ 14585879 w 21052571"/>
              <a:gd name="connsiteY5713" fmla="*/ 919544 h 8402012"/>
              <a:gd name="connsiteX5714" fmla="*/ 14739565 w 21052571"/>
              <a:gd name="connsiteY5714" fmla="*/ 924917 h 8402012"/>
              <a:gd name="connsiteX5715" fmla="*/ 14810497 w 21052571"/>
              <a:gd name="connsiteY5715" fmla="*/ 950708 h 8402012"/>
              <a:gd name="connsiteX5716" fmla="*/ 14874981 w 21052571"/>
              <a:gd name="connsiteY5716" fmla="*/ 944261 h 8402012"/>
              <a:gd name="connsiteX5717" fmla="*/ 14944838 w 21052571"/>
              <a:gd name="connsiteY5717" fmla="*/ 982947 h 8402012"/>
              <a:gd name="connsiteX5718" fmla="*/ 15028666 w 21052571"/>
              <a:gd name="connsiteY5718" fmla="*/ 995843 h 8402012"/>
              <a:gd name="connsiteX5719" fmla="*/ 15150110 w 21052571"/>
              <a:gd name="connsiteY5719" fmla="*/ 1034530 h 8402012"/>
              <a:gd name="connsiteX5720" fmla="*/ 14220472 w 21052571"/>
              <a:gd name="connsiteY5720" fmla="*/ 1002291 h 8402012"/>
              <a:gd name="connsiteX5721" fmla="*/ 14669708 w 21052571"/>
              <a:gd name="connsiteY5721" fmla="*/ 1079682 h 8402012"/>
              <a:gd name="connsiteX5722" fmla="*/ 14887877 w 21052571"/>
              <a:gd name="connsiteY5722" fmla="*/ 1124818 h 8402012"/>
              <a:gd name="connsiteX5723" fmla="*/ 15080254 w 21052571"/>
              <a:gd name="connsiteY5723" fmla="*/ 1188223 h 8402012"/>
              <a:gd name="connsiteX5724" fmla="*/ 15528414 w 21052571"/>
              <a:gd name="connsiteY5724" fmla="*/ 1272046 h 8402012"/>
              <a:gd name="connsiteX5725" fmla="*/ 15747658 w 21052571"/>
              <a:gd name="connsiteY5725" fmla="*/ 1317181 h 8402012"/>
              <a:gd name="connsiteX5726" fmla="*/ 15849758 w 21052571"/>
              <a:gd name="connsiteY5726" fmla="*/ 1341898 h 8402012"/>
              <a:gd name="connsiteX5727" fmla="*/ 15882000 w 21052571"/>
              <a:gd name="connsiteY5727" fmla="*/ 1322555 h 8402012"/>
              <a:gd name="connsiteX5728" fmla="*/ 15920690 w 21052571"/>
              <a:gd name="connsiteY5728" fmla="*/ 1322555 h 8402012"/>
              <a:gd name="connsiteX5729" fmla="*/ 15882000 w 21052571"/>
              <a:gd name="connsiteY5729" fmla="*/ 1387034 h 8402012"/>
              <a:gd name="connsiteX5730" fmla="*/ 16439784 w 21052571"/>
              <a:gd name="connsiteY5730" fmla="*/ 1547156 h 8402012"/>
              <a:gd name="connsiteX5731" fmla="*/ 16709540 w 21052571"/>
              <a:gd name="connsiteY5731" fmla="*/ 1637427 h 8402012"/>
              <a:gd name="connsiteX5732" fmla="*/ 16830987 w 21052571"/>
              <a:gd name="connsiteY5732" fmla="*/ 1689010 h 8402012"/>
              <a:gd name="connsiteX5733" fmla="*/ 16863227 w 21052571"/>
              <a:gd name="connsiteY5733" fmla="*/ 1758863 h 8402012"/>
              <a:gd name="connsiteX5734" fmla="*/ 16882571 w 21052571"/>
              <a:gd name="connsiteY5734" fmla="*/ 1689010 h 8402012"/>
              <a:gd name="connsiteX5735" fmla="*/ 16901919 w 21052571"/>
              <a:gd name="connsiteY5735" fmla="*/ 1630979 h 8402012"/>
              <a:gd name="connsiteX5736" fmla="*/ 17254427 w 21052571"/>
              <a:gd name="connsiteY5736" fmla="*/ 1695459 h 8402012"/>
              <a:gd name="connsiteX5737" fmla="*/ 17409187 w 21052571"/>
              <a:gd name="connsiteY5737" fmla="*/ 1784655 h 8402012"/>
              <a:gd name="connsiteX5738" fmla="*/ 17562875 w 21052571"/>
              <a:gd name="connsiteY5738" fmla="*/ 1816895 h 8402012"/>
              <a:gd name="connsiteX5739" fmla="*/ 18248551 w 21052571"/>
              <a:gd name="connsiteY5739" fmla="*/ 2054393 h 8402012"/>
              <a:gd name="connsiteX5740" fmla="*/ 19576915 w 21052571"/>
              <a:gd name="connsiteY5740" fmla="*/ 2843195 h 8402012"/>
              <a:gd name="connsiteX5741" fmla="*/ 19551119 w 21052571"/>
              <a:gd name="connsiteY5741" fmla="*/ 2888327 h 8402012"/>
              <a:gd name="connsiteX5742" fmla="*/ 19550419 w 21052571"/>
              <a:gd name="connsiteY5742" fmla="*/ 2888216 h 8402012"/>
              <a:gd name="connsiteX5743" fmla="*/ 19551099 w 21052571"/>
              <a:gd name="connsiteY5743" fmla="*/ 2893081 h 8402012"/>
              <a:gd name="connsiteX5744" fmla="*/ 19548851 w 21052571"/>
              <a:gd name="connsiteY5744" fmla="*/ 2909137 h 8402012"/>
              <a:gd name="connsiteX5745" fmla="*/ 19542119 w 21052571"/>
              <a:gd name="connsiteY5745" fmla="*/ 2893081 h 8402012"/>
              <a:gd name="connsiteX5746" fmla="*/ 19544547 w 21052571"/>
              <a:gd name="connsiteY5746" fmla="*/ 2887289 h 8402012"/>
              <a:gd name="connsiteX5747" fmla="*/ 19535803 w 21052571"/>
              <a:gd name="connsiteY5747" fmla="*/ 2885909 h 8402012"/>
              <a:gd name="connsiteX5748" fmla="*/ 19525327 w 21052571"/>
              <a:gd name="connsiteY5748" fmla="*/ 2888327 h 8402012"/>
              <a:gd name="connsiteX5749" fmla="*/ 19583363 w 21052571"/>
              <a:gd name="connsiteY5749" fmla="*/ 2946355 h 8402012"/>
              <a:gd name="connsiteX5750" fmla="*/ 19654295 w 21052571"/>
              <a:gd name="connsiteY5750" fmla="*/ 3003312 h 8402012"/>
              <a:gd name="connsiteX5751" fmla="*/ 19564019 w 21052571"/>
              <a:gd name="connsiteY5751" fmla="*/ 2958175 h 8402012"/>
              <a:gd name="connsiteX5752" fmla="*/ 19436123 w 21052571"/>
              <a:gd name="connsiteY5752" fmla="*/ 2888327 h 8402012"/>
              <a:gd name="connsiteX5753" fmla="*/ 19423227 w 21052571"/>
              <a:gd name="connsiteY5753" fmla="*/ 2810946 h 8402012"/>
              <a:gd name="connsiteX5754" fmla="*/ 19384539 w 21052571"/>
              <a:gd name="connsiteY5754" fmla="*/ 2759362 h 8402012"/>
              <a:gd name="connsiteX5755" fmla="*/ 19243747 w 21052571"/>
              <a:gd name="connsiteY5755" fmla="*/ 2695958 h 8402012"/>
              <a:gd name="connsiteX5756" fmla="*/ 19088987 w 21052571"/>
              <a:gd name="connsiteY5756" fmla="*/ 2631480 h 8402012"/>
              <a:gd name="connsiteX5757" fmla="*/ 18961095 w 21052571"/>
              <a:gd name="connsiteY5757" fmla="*/ 2547657 h 8402012"/>
              <a:gd name="connsiteX5758" fmla="*/ 18883715 w 21052571"/>
              <a:gd name="connsiteY5758" fmla="*/ 2510046 h 8402012"/>
              <a:gd name="connsiteX5759" fmla="*/ 18775167 w 21052571"/>
              <a:gd name="connsiteY5759" fmla="*/ 2445566 h 8402012"/>
              <a:gd name="connsiteX5760" fmla="*/ 18127107 w 21052571"/>
              <a:gd name="connsiteY5760" fmla="*/ 2162932 h 8402012"/>
              <a:gd name="connsiteX5761" fmla="*/ 17978275 w 21052571"/>
              <a:gd name="connsiteY5761" fmla="*/ 2099225 h 8402012"/>
              <a:gd name="connsiteX5762" fmla="*/ 17977047 w 21052571"/>
              <a:gd name="connsiteY5762" fmla="*/ 2101046 h 8402012"/>
              <a:gd name="connsiteX5763" fmla="*/ 17968023 w 21052571"/>
              <a:gd name="connsiteY5763" fmla="*/ 2094952 h 8402012"/>
              <a:gd name="connsiteX5764" fmla="*/ 17968335 w 21052571"/>
              <a:gd name="connsiteY5764" fmla="*/ 2094952 h 8402012"/>
              <a:gd name="connsiteX5765" fmla="*/ 17805763 w 21052571"/>
              <a:gd name="connsiteY5765" fmla="*/ 2022153 h 8402012"/>
              <a:gd name="connsiteX5766" fmla="*/ 17658527 w 21052571"/>
              <a:gd name="connsiteY5766" fmla="*/ 1957674 h 8402012"/>
              <a:gd name="connsiteX5767" fmla="*/ 17511287 w 21052571"/>
              <a:gd name="connsiteY5767" fmla="*/ 1970570 h 8402012"/>
              <a:gd name="connsiteX5768" fmla="*/ 17934731 w 21052571"/>
              <a:gd name="connsiteY5768" fmla="*/ 2156485 h 8402012"/>
              <a:gd name="connsiteX5769" fmla="*/ 18127107 w 21052571"/>
              <a:gd name="connsiteY5769" fmla="*/ 2253207 h 8402012"/>
              <a:gd name="connsiteX5770" fmla="*/ 18165795 w 21052571"/>
              <a:gd name="connsiteY5770" fmla="*/ 2285443 h 8402012"/>
              <a:gd name="connsiteX5771" fmla="*/ 18127107 w 21052571"/>
              <a:gd name="connsiteY5771" fmla="*/ 2337027 h 8402012"/>
              <a:gd name="connsiteX5772" fmla="*/ 18185143 w 21052571"/>
              <a:gd name="connsiteY5772" fmla="*/ 2361740 h 8402012"/>
              <a:gd name="connsiteX5773" fmla="*/ 18191591 w 21052571"/>
              <a:gd name="connsiteY5773" fmla="*/ 2304791 h 8402012"/>
              <a:gd name="connsiteX5774" fmla="*/ 18242103 w 21052571"/>
              <a:gd name="connsiteY5774" fmla="*/ 2291889 h 8402012"/>
              <a:gd name="connsiteX5775" fmla="*/ 18238071 w 21052571"/>
              <a:gd name="connsiteY5775" fmla="*/ 2335818 h 8402012"/>
              <a:gd name="connsiteX5776" fmla="*/ 18239139 w 21052571"/>
              <a:gd name="connsiteY5776" fmla="*/ 2336553 h 8402012"/>
              <a:gd name="connsiteX5777" fmla="*/ 18245035 w 21052571"/>
              <a:gd name="connsiteY5777" fmla="*/ 2322465 h 8402012"/>
              <a:gd name="connsiteX5778" fmla="*/ 18247403 w 21052571"/>
              <a:gd name="connsiteY5778" fmla="*/ 2338518 h 8402012"/>
              <a:gd name="connsiteX5779" fmla="*/ 18246903 w 21052571"/>
              <a:gd name="connsiteY5779" fmla="*/ 2341904 h 8402012"/>
              <a:gd name="connsiteX5780" fmla="*/ 18267895 w 21052571"/>
              <a:gd name="connsiteY5780" fmla="*/ 2356369 h 8402012"/>
              <a:gd name="connsiteX5781" fmla="*/ 18306587 w 21052571"/>
              <a:gd name="connsiteY5781" fmla="*/ 2343474 h 8402012"/>
              <a:gd name="connsiteX5782" fmla="*/ 18351723 w 21052571"/>
              <a:gd name="connsiteY5782" fmla="*/ 2356369 h 8402012"/>
              <a:gd name="connsiteX5783" fmla="*/ 18300139 w 21052571"/>
              <a:gd name="connsiteY5783" fmla="*/ 2413338 h 8402012"/>
              <a:gd name="connsiteX5784" fmla="*/ 18371071 w 21052571"/>
              <a:gd name="connsiteY5784" fmla="*/ 2477804 h 8402012"/>
              <a:gd name="connsiteX5785" fmla="*/ 18293691 w 21052571"/>
              <a:gd name="connsiteY5785" fmla="*/ 2458463 h 8402012"/>
              <a:gd name="connsiteX5786" fmla="*/ 18204487 w 21052571"/>
              <a:gd name="connsiteY5786" fmla="*/ 2413338 h 8402012"/>
              <a:gd name="connsiteX5787" fmla="*/ 18005663 w 21052571"/>
              <a:gd name="connsiteY5787" fmla="*/ 2311236 h 8402012"/>
              <a:gd name="connsiteX5788" fmla="*/ 17838007 w 21052571"/>
              <a:gd name="connsiteY5788" fmla="*/ 2220961 h 8402012"/>
              <a:gd name="connsiteX5789" fmla="*/ 17652079 w 21052571"/>
              <a:gd name="connsiteY5789" fmla="*/ 2162932 h 8402012"/>
              <a:gd name="connsiteX5790" fmla="*/ 16811639 w 21052571"/>
              <a:gd name="connsiteY5790" fmla="*/ 1894269 h 8402012"/>
              <a:gd name="connsiteX5791" fmla="*/ 16055030 w 21052571"/>
              <a:gd name="connsiteY5791" fmla="*/ 1663219 h 8402012"/>
              <a:gd name="connsiteX5792" fmla="*/ 15683176 w 21052571"/>
              <a:gd name="connsiteY5792" fmla="*/ 1560052 h 8402012"/>
              <a:gd name="connsiteX5793" fmla="*/ 15503696 w 21052571"/>
              <a:gd name="connsiteY5793" fmla="*/ 1503096 h 8402012"/>
              <a:gd name="connsiteX5794" fmla="*/ 15355384 w 21052571"/>
              <a:gd name="connsiteY5794" fmla="*/ 1451512 h 8402012"/>
              <a:gd name="connsiteX5795" fmla="*/ 15201698 w 21052571"/>
              <a:gd name="connsiteY5795" fmla="*/ 1432169 h 8402012"/>
              <a:gd name="connsiteX5796" fmla="*/ 15035114 w 21052571"/>
              <a:gd name="connsiteY5796" fmla="*/ 1380585 h 8402012"/>
              <a:gd name="connsiteX5797" fmla="*/ 14682604 w 21052571"/>
              <a:gd name="connsiteY5797" fmla="*/ 1335450 h 8402012"/>
              <a:gd name="connsiteX5798" fmla="*/ 14393503 w 21052571"/>
              <a:gd name="connsiteY5798" fmla="*/ 1322555 h 8402012"/>
              <a:gd name="connsiteX5799" fmla="*/ 14553637 w 21052571"/>
              <a:gd name="connsiteY5799" fmla="*/ 1322555 h 8402012"/>
              <a:gd name="connsiteX5800" fmla="*/ 14578113 w 21052571"/>
              <a:gd name="connsiteY5800" fmla="*/ 1332752 h 8402012"/>
              <a:gd name="connsiteX5801" fmla="*/ 14574370 w 21052571"/>
              <a:gd name="connsiteY5801" fmla="*/ 1320307 h 8402012"/>
              <a:gd name="connsiteX5802" fmla="*/ 14592332 w 21052571"/>
              <a:gd name="connsiteY5802" fmla="*/ 1320307 h 8402012"/>
              <a:gd name="connsiteX5803" fmla="*/ 14583496 w 21052571"/>
              <a:gd name="connsiteY5803" fmla="*/ 1334995 h 8402012"/>
              <a:gd name="connsiteX5804" fmla="*/ 14621345 w 21052571"/>
              <a:gd name="connsiteY5804" fmla="*/ 1350764 h 8402012"/>
              <a:gd name="connsiteX5805" fmla="*/ 14689053 w 21052571"/>
              <a:gd name="connsiteY5805" fmla="*/ 1374138 h 8402012"/>
              <a:gd name="connsiteX5806" fmla="*/ 15009322 w 21052571"/>
              <a:gd name="connsiteY5806" fmla="*/ 1457960 h 8402012"/>
              <a:gd name="connsiteX5807" fmla="*/ 15644486 w 21052571"/>
              <a:gd name="connsiteY5807" fmla="*/ 1637427 h 8402012"/>
              <a:gd name="connsiteX5808" fmla="*/ 16273202 w 21052571"/>
              <a:gd name="connsiteY5808" fmla="*/ 1823342 h 8402012"/>
              <a:gd name="connsiteX5809" fmla="*/ 16599918 w 21052571"/>
              <a:gd name="connsiteY5809" fmla="*/ 1920063 h 8402012"/>
              <a:gd name="connsiteX5810" fmla="*/ 16741782 w 21052571"/>
              <a:gd name="connsiteY5810" fmla="*/ 1957674 h 8402012"/>
              <a:gd name="connsiteX5811" fmla="*/ 16767576 w 21052571"/>
              <a:gd name="connsiteY5811" fmla="*/ 2060841 h 8402012"/>
              <a:gd name="connsiteX5812" fmla="*/ 16811639 w 21052571"/>
              <a:gd name="connsiteY5812" fmla="*/ 2060841 h 8402012"/>
              <a:gd name="connsiteX5813" fmla="*/ 16818087 w 21052571"/>
              <a:gd name="connsiteY5813" fmla="*/ 2093081 h 8402012"/>
              <a:gd name="connsiteX5814" fmla="*/ 16696644 w 21052571"/>
              <a:gd name="connsiteY5814" fmla="*/ 2060841 h 8402012"/>
              <a:gd name="connsiteX5815" fmla="*/ 16350582 w 21052571"/>
              <a:gd name="connsiteY5815" fmla="*/ 1957674 h 8402012"/>
              <a:gd name="connsiteX5816" fmla="*/ 15657382 w 21052571"/>
              <a:gd name="connsiteY5816" fmla="*/ 1816895 h 8402012"/>
              <a:gd name="connsiteX5817" fmla="*/ 15644486 w 21052571"/>
              <a:gd name="connsiteY5817" fmla="*/ 1874926 h 8402012"/>
              <a:gd name="connsiteX5818" fmla="*/ 15599346 w 21052571"/>
              <a:gd name="connsiteY5818" fmla="*/ 1797550 h 8402012"/>
              <a:gd name="connsiteX5819" fmla="*/ 15542386 w 21052571"/>
              <a:gd name="connsiteY5819" fmla="*/ 1784655 h 8402012"/>
              <a:gd name="connsiteX5820" fmla="*/ 15368280 w 21052571"/>
              <a:gd name="connsiteY5820" fmla="*/ 1771759 h 8402012"/>
              <a:gd name="connsiteX5821" fmla="*/ 15035114 w 21052571"/>
              <a:gd name="connsiteY5821" fmla="*/ 1727698 h 8402012"/>
              <a:gd name="connsiteX5822" fmla="*/ 14354813 w 21052571"/>
              <a:gd name="connsiteY5822" fmla="*/ 1598740 h 8402012"/>
              <a:gd name="connsiteX5823" fmla="*/ 14259162 w 21052571"/>
              <a:gd name="connsiteY5823" fmla="*/ 1708354 h 8402012"/>
              <a:gd name="connsiteX5824" fmla="*/ 14445090 w 21052571"/>
              <a:gd name="connsiteY5824" fmla="*/ 1752415 h 8402012"/>
              <a:gd name="connsiteX5825" fmla="*/ 14509573 w 21052571"/>
              <a:gd name="connsiteY5825" fmla="*/ 1758863 h 8402012"/>
              <a:gd name="connsiteX5826" fmla="*/ 14534292 w 21052571"/>
              <a:gd name="connsiteY5826" fmla="*/ 1701906 h 8402012"/>
              <a:gd name="connsiteX5827" fmla="*/ 14689053 w 21052571"/>
              <a:gd name="connsiteY5827" fmla="*/ 1740594 h 8402012"/>
              <a:gd name="connsiteX5828" fmla="*/ 14778255 w 21052571"/>
              <a:gd name="connsiteY5828" fmla="*/ 1778207 h 8402012"/>
              <a:gd name="connsiteX5829" fmla="*/ 14804049 w 21052571"/>
              <a:gd name="connsiteY5829" fmla="*/ 1727698 h 8402012"/>
              <a:gd name="connsiteX5830" fmla="*/ 15240388 w 21052571"/>
              <a:gd name="connsiteY5830" fmla="*/ 1862030 h 8402012"/>
              <a:gd name="connsiteX5831" fmla="*/ 15374730 w 21052571"/>
              <a:gd name="connsiteY5831" fmla="*/ 1855581 h 8402012"/>
              <a:gd name="connsiteX5832" fmla="*/ 15432764 w 21052571"/>
              <a:gd name="connsiteY5832" fmla="*/ 1849134 h 8402012"/>
              <a:gd name="connsiteX5833" fmla="*/ 15471454 w 21052571"/>
              <a:gd name="connsiteY5833" fmla="*/ 1881373 h 8402012"/>
              <a:gd name="connsiteX5834" fmla="*/ 15586450 w 21052571"/>
              <a:gd name="connsiteY5834" fmla="*/ 1887821 h 8402012"/>
              <a:gd name="connsiteX5835" fmla="*/ 15663830 w 21052571"/>
              <a:gd name="connsiteY5835" fmla="*/ 1874926 h 8402012"/>
              <a:gd name="connsiteX5836" fmla="*/ 15676726 w 21052571"/>
              <a:gd name="connsiteY5836" fmla="*/ 1938330 h 8402012"/>
              <a:gd name="connsiteX5837" fmla="*/ 15702522 w 21052571"/>
              <a:gd name="connsiteY5837" fmla="*/ 1945853 h 8402012"/>
              <a:gd name="connsiteX5838" fmla="*/ 15778826 w 21052571"/>
              <a:gd name="connsiteY5838" fmla="*/ 1964122 h 8402012"/>
              <a:gd name="connsiteX5839" fmla="*/ 15901346 w 21052571"/>
              <a:gd name="connsiteY5839" fmla="*/ 2015705 h 8402012"/>
              <a:gd name="connsiteX5840" fmla="*/ 15573554 w 21052571"/>
              <a:gd name="connsiteY5840" fmla="*/ 1977018 h 8402012"/>
              <a:gd name="connsiteX5841" fmla="*/ 15439212 w 21052571"/>
              <a:gd name="connsiteY5841" fmla="*/ 1964122 h 8402012"/>
              <a:gd name="connsiteX5842" fmla="*/ 15435056 w 21052571"/>
              <a:gd name="connsiteY5842" fmla="*/ 1958224 h 8402012"/>
              <a:gd name="connsiteX5843" fmla="*/ 15436004 w 21052571"/>
              <a:gd name="connsiteY5843" fmla="*/ 1965833 h 8402012"/>
              <a:gd name="connsiteX5844" fmla="*/ 15432090 w 21052571"/>
              <a:gd name="connsiteY5844" fmla="*/ 1964842 h 8402012"/>
              <a:gd name="connsiteX5845" fmla="*/ 15436004 w 21052571"/>
              <a:gd name="connsiteY5845" fmla="*/ 1970714 h 8402012"/>
              <a:gd name="connsiteX5846" fmla="*/ 15418042 w 21052571"/>
              <a:gd name="connsiteY5846" fmla="*/ 1970714 h 8402012"/>
              <a:gd name="connsiteX5847" fmla="*/ 15423422 w 21052571"/>
              <a:gd name="connsiteY5847" fmla="*/ 1962646 h 8402012"/>
              <a:gd name="connsiteX5848" fmla="*/ 15422532 w 21052571"/>
              <a:gd name="connsiteY5848" fmla="*/ 1962421 h 8402012"/>
              <a:gd name="connsiteX5849" fmla="*/ 15419164 w 21052571"/>
              <a:gd name="connsiteY5849" fmla="*/ 1954316 h 8402012"/>
              <a:gd name="connsiteX5850" fmla="*/ 15418200 w 21052571"/>
              <a:gd name="connsiteY5850" fmla="*/ 1940768 h 8402012"/>
              <a:gd name="connsiteX5851" fmla="*/ 15413418 w 21052571"/>
              <a:gd name="connsiteY5851" fmla="*/ 1945853 h 8402012"/>
              <a:gd name="connsiteX5852" fmla="*/ 15374730 w 21052571"/>
              <a:gd name="connsiteY5852" fmla="*/ 1957674 h 8402012"/>
              <a:gd name="connsiteX5853" fmla="*/ 15285526 w 21052571"/>
              <a:gd name="connsiteY5853" fmla="*/ 1951226 h 8402012"/>
              <a:gd name="connsiteX5854" fmla="*/ 15259734 w 21052571"/>
              <a:gd name="connsiteY5854" fmla="*/ 1894269 h 8402012"/>
              <a:gd name="connsiteX5855" fmla="*/ 15221042 w 21052571"/>
              <a:gd name="connsiteY5855" fmla="*/ 1868478 h 8402012"/>
              <a:gd name="connsiteX5856" fmla="*/ 15163008 w 21052571"/>
              <a:gd name="connsiteY5856" fmla="*/ 1907166 h 8402012"/>
              <a:gd name="connsiteX5857" fmla="*/ 15221042 w 21052571"/>
              <a:gd name="connsiteY5857" fmla="*/ 1938330 h 8402012"/>
              <a:gd name="connsiteX5858" fmla="*/ 14194678 w 21052571"/>
              <a:gd name="connsiteY5858" fmla="*/ 1791103 h 8402012"/>
              <a:gd name="connsiteX5859" fmla="*/ 14233368 w 21052571"/>
              <a:gd name="connsiteY5859" fmla="*/ 1714803 h 8402012"/>
              <a:gd name="connsiteX5860" fmla="*/ 13803477 w 21052571"/>
              <a:gd name="connsiteY5860" fmla="*/ 1663219 h 8402012"/>
              <a:gd name="connsiteX5861" fmla="*/ 13848616 w 21052571"/>
              <a:gd name="connsiteY5861" fmla="*/ 1598740 h 8402012"/>
              <a:gd name="connsiteX5862" fmla="*/ 13738994 w 21052571"/>
              <a:gd name="connsiteY5862" fmla="*/ 1598740 h 8402012"/>
              <a:gd name="connsiteX5863" fmla="*/ 13719649 w 21052571"/>
              <a:gd name="connsiteY5863" fmla="*/ 1535335 h 8402012"/>
              <a:gd name="connsiteX5864" fmla="*/ 13643343 w 21052571"/>
              <a:gd name="connsiteY5864" fmla="*/ 1496648 h 8402012"/>
              <a:gd name="connsiteX5865" fmla="*/ 13603847 w 21052571"/>
              <a:gd name="connsiteY5865" fmla="*/ 1470856 h 8402012"/>
              <a:gd name="connsiteX5866" fmla="*/ 13600816 w 21052571"/>
              <a:gd name="connsiteY5866" fmla="*/ 1469093 h 8402012"/>
              <a:gd name="connsiteX5867" fmla="*/ 13603909 w 21052571"/>
              <a:gd name="connsiteY5867" fmla="*/ 1483018 h 8402012"/>
              <a:gd name="connsiteX5868" fmla="*/ 13593245 w 21052571"/>
              <a:gd name="connsiteY5868" fmla="*/ 1477398 h 8402012"/>
              <a:gd name="connsiteX5869" fmla="*/ 13596527 w 21052571"/>
              <a:gd name="connsiteY5869" fmla="*/ 1468569 h 8402012"/>
              <a:gd name="connsiteX5870" fmla="*/ 13597619 w 21052571"/>
              <a:gd name="connsiteY5870" fmla="*/ 1467233 h 8402012"/>
              <a:gd name="connsiteX5871" fmla="*/ 13559514 w 21052571"/>
              <a:gd name="connsiteY5871" fmla="*/ 1445064 h 8402012"/>
              <a:gd name="connsiteX5872" fmla="*/ 13572411 w 21052571"/>
              <a:gd name="connsiteY5872" fmla="*/ 1477304 h 8402012"/>
              <a:gd name="connsiteX5873" fmla="*/ 13598205 w 21052571"/>
              <a:gd name="connsiteY5873" fmla="*/ 1483753 h 8402012"/>
              <a:gd name="connsiteX5874" fmla="*/ 13598205 w 21052571"/>
              <a:gd name="connsiteY5874" fmla="*/ 1540708 h 8402012"/>
              <a:gd name="connsiteX5875" fmla="*/ 13302654 w 21052571"/>
              <a:gd name="connsiteY5875" fmla="*/ 1509543 h 8402012"/>
              <a:gd name="connsiteX5876" fmla="*/ 13520824 w 21052571"/>
              <a:gd name="connsiteY5876" fmla="*/ 1477304 h 8402012"/>
              <a:gd name="connsiteX5877" fmla="*/ 13540169 w 21052571"/>
              <a:gd name="connsiteY5877" fmla="*/ 1412826 h 8402012"/>
              <a:gd name="connsiteX5878" fmla="*/ 13591756 w 21052571"/>
              <a:gd name="connsiteY5878" fmla="*/ 1419273 h 8402012"/>
              <a:gd name="connsiteX5879" fmla="*/ 13656240 w 21052571"/>
              <a:gd name="connsiteY5879" fmla="*/ 1387034 h 8402012"/>
              <a:gd name="connsiteX5880" fmla="*/ 13200555 w 21052571"/>
              <a:gd name="connsiteY5880" fmla="*/ 1374138 h 8402012"/>
              <a:gd name="connsiteX5881" fmla="*/ 12777113 w 21052571"/>
              <a:gd name="connsiteY5881" fmla="*/ 1477304 h 8402012"/>
              <a:gd name="connsiteX5882" fmla="*/ 12898557 w 21052571"/>
              <a:gd name="connsiteY5882" fmla="*/ 1509543 h 8402012"/>
              <a:gd name="connsiteX5883" fmla="*/ 12892109 w 21052571"/>
              <a:gd name="connsiteY5883" fmla="*/ 1572949 h 8402012"/>
              <a:gd name="connsiteX5884" fmla="*/ 12848045 w 21052571"/>
              <a:gd name="connsiteY5884" fmla="*/ 1579396 h 8402012"/>
              <a:gd name="connsiteX5885" fmla="*/ 12898557 w 21052571"/>
              <a:gd name="connsiteY5885" fmla="*/ 1669667 h 8402012"/>
              <a:gd name="connsiteX5886" fmla="*/ 12822251 w 21052571"/>
              <a:gd name="connsiteY5886" fmla="*/ 1689010 h 8402012"/>
              <a:gd name="connsiteX5887" fmla="*/ 12744871 w 21052571"/>
              <a:gd name="connsiteY5887" fmla="*/ 1727698 h 8402012"/>
              <a:gd name="connsiteX5888" fmla="*/ 12629875 w 21052571"/>
              <a:gd name="connsiteY5888" fmla="*/ 1740594 h 8402012"/>
              <a:gd name="connsiteX5889" fmla="*/ 12526701 w 21052571"/>
              <a:gd name="connsiteY5889" fmla="*/ 1745967 h 8402012"/>
              <a:gd name="connsiteX5890" fmla="*/ 12302083 w 21052571"/>
              <a:gd name="connsiteY5890" fmla="*/ 1778207 h 8402012"/>
              <a:gd name="connsiteX5891" fmla="*/ 12077465 w 21052571"/>
              <a:gd name="connsiteY5891" fmla="*/ 1816895 h 8402012"/>
              <a:gd name="connsiteX5892" fmla="*/ 11988263 w 21052571"/>
              <a:gd name="connsiteY5892" fmla="*/ 1849134 h 8402012"/>
              <a:gd name="connsiteX5893" fmla="*/ 11897986 w 21052571"/>
              <a:gd name="connsiteY5893" fmla="*/ 1862030 h 8402012"/>
              <a:gd name="connsiteX5894" fmla="*/ 11699161 w 21052571"/>
              <a:gd name="connsiteY5894" fmla="*/ 1920063 h 8402012"/>
              <a:gd name="connsiteX5895" fmla="*/ 11635752 w 21052571"/>
              <a:gd name="connsiteY5895" fmla="*/ 1920063 h 8402012"/>
              <a:gd name="connsiteX5896" fmla="*/ 11635483 w 21052571"/>
              <a:gd name="connsiteY5896" fmla="*/ 1919987 h 8402012"/>
              <a:gd name="connsiteX5897" fmla="*/ 11616508 w 21052571"/>
              <a:gd name="connsiteY5897" fmla="*/ 1914622 h 8402012"/>
              <a:gd name="connsiteX5898" fmla="*/ 11564820 w 21052571"/>
              <a:gd name="connsiteY5898" fmla="*/ 1920063 h 8402012"/>
              <a:gd name="connsiteX5899" fmla="*/ 11692713 w 21052571"/>
              <a:gd name="connsiteY5899" fmla="*/ 1989913 h 8402012"/>
              <a:gd name="connsiteX5900" fmla="*/ 11019934 w 21052571"/>
              <a:gd name="connsiteY5900" fmla="*/ 2195172 h 8402012"/>
              <a:gd name="connsiteX5901" fmla="*/ 10692142 w 21052571"/>
              <a:gd name="connsiteY5901" fmla="*/ 2311236 h 8402012"/>
              <a:gd name="connsiteX5902" fmla="*/ 10538456 w 21052571"/>
              <a:gd name="connsiteY5902" fmla="*/ 2393980 h 8402012"/>
              <a:gd name="connsiteX5903" fmla="*/ 10468598 w 21052571"/>
              <a:gd name="connsiteY5903" fmla="*/ 2406870 h 8402012"/>
              <a:gd name="connsiteX5904" fmla="*/ 10449253 w 21052571"/>
              <a:gd name="connsiteY5904" fmla="*/ 2464911 h 8402012"/>
              <a:gd name="connsiteX5905" fmla="*/ 11070446 w 21052571"/>
              <a:gd name="connsiteY5905" fmla="*/ 2246753 h 8402012"/>
              <a:gd name="connsiteX5906" fmla="*/ 11070446 w 21052571"/>
              <a:gd name="connsiteY5906" fmla="*/ 2311236 h 8402012"/>
              <a:gd name="connsiteX5907" fmla="*/ 11545475 w 21052571"/>
              <a:gd name="connsiteY5907" fmla="*/ 2169380 h 8402012"/>
              <a:gd name="connsiteX5908" fmla="*/ 11763645 w 21052571"/>
              <a:gd name="connsiteY5908" fmla="*/ 2156485 h 8402012"/>
              <a:gd name="connsiteX5909" fmla="*/ 11815232 w 21052571"/>
              <a:gd name="connsiteY5909" fmla="*/ 2125320 h 8402012"/>
              <a:gd name="connsiteX5910" fmla="*/ 11846399 w 21052571"/>
              <a:gd name="connsiteY5910" fmla="*/ 2080184 h 8402012"/>
              <a:gd name="connsiteX5911" fmla="*/ 11943124 w 21052571"/>
              <a:gd name="connsiteY5911" fmla="*/ 2099528 h 8402012"/>
              <a:gd name="connsiteX5912" fmla="*/ 11968918 w 21052571"/>
              <a:gd name="connsiteY5912" fmla="*/ 2125320 h 8402012"/>
              <a:gd name="connsiteX5913" fmla="*/ 12026953 w 21052571"/>
              <a:gd name="connsiteY5913" fmla="*/ 2125320 h 8402012"/>
              <a:gd name="connsiteX5914" fmla="*/ 12033401 w 21052571"/>
              <a:gd name="connsiteY5914" fmla="*/ 2099528 h 8402012"/>
              <a:gd name="connsiteX5915" fmla="*/ 12058120 w 21052571"/>
              <a:gd name="connsiteY5915" fmla="*/ 2086632 h 8402012"/>
              <a:gd name="connsiteX5916" fmla="*/ 12116155 w 21052571"/>
              <a:gd name="connsiteY5916" fmla="*/ 2086632 h 8402012"/>
              <a:gd name="connsiteX5917" fmla="*/ 12212881 w 21052571"/>
              <a:gd name="connsiteY5917" fmla="*/ 2035049 h 8402012"/>
              <a:gd name="connsiteX5918" fmla="*/ 12135501 w 21052571"/>
              <a:gd name="connsiteY5918" fmla="*/ 1907166 h 8402012"/>
              <a:gd name="connsiteX5919" fmla="*/ 12129052 w 21052571"/>
              <a:gd name="connsiteY5919" fmla="*/ 1849134 h 8402012"/>
              <a:gd name="connsiteX5920" fmla="*/ 12431051 w 21052571"/>
              <a:gd name="connsiteY5920" fmla="*/ 1829790 h 8402012"/>
              <a:gd name="connsiteX5921" fmla="*/ 12276290 w 21052571"/>
              <a:gd name="connsiteY5921" fmla="*/ 1868478 h 8402012"/>
              <a:gd name="connsiteX5922" fmla="*/ 12353670 w 21052571"/>
              <a:gd name="connsiteY5922" fmla="*/ 1920063 h 8402012"/>
              <a:gd name="connsiteX5923" fmla="*/ 12276290 w 21052571"/>
              <a:gd name="connsiteY5923" fmla="*/ 1983465 h 8402012"/>
              <a:gd name="connsiteX5924" fmla="*/ 12327877 w 21052571"/>
              <a:gd name="connsiteY5924" fmla="*/ 2041497 h 8402012"/>
              <a:gd name="connsiteX5925" fmla="*/ 12623427 w 21052571"/>
              <a:gd name="connsiteY5925" fmla="*/ 2002809 h 8402012"/>
              <a:gd name="connsiteX5926" fmla="*/ 12802906 w 21052571"/>
              <a:gd name="connsiteY5926" fmla="*/ 1989913 h 8402012"/>
              <a:gd name="connsiteX5927" fmla="*/ 13001731 w 21052571"/>
              <a:gd name="connsiteY5927" fmla="*/ 1977018 h 8402012"/>
              <a:gd name="connsiteX5928" fmla="*/ 13103830 w 21052571"/>
              <a:gd name="connsiteY5928" fmla="*/ 1977018 h 8402012"/>
              <a:gd name="connsiteX5929" fmla="*/ 13168314 w 21052571"/>
              <a:gd name="connsiteY5929" fmla="*/ 1970570 h 8402012"/>
              <a:gd name="connsiteX5930" fmla="*/ 13174762 w 21052571"/>
              <a:gd name="connsiteY5930" fmla="*/ 2002809 h 8402012"/>
              <a:gd name="connsiteX5931" fmla="*/ 13123175 w 21052571"/>
              <a:gd name="connsiteY5931" fmla="*/ 2002809 h 8402012"/>
              <a:gd name="connsiteX5932" fmla="*/ 13213452 w 21052571"/>
              <a:gd name="connsiteY5932" fmla="*/ 2054393 h 8402012"/>
              <a:gd name="connsiteX5933" fmla="*/ 13252142 w 21052571"/>
              <a:gd name="connsiteY5933" fmla="*/ 2073737 h 8402012"/>
              <a:gd name="connsiteX5934" fmla="*/ 13309103 w 21052571"/>
              <a:gd name="connsiteY5934" fmla="*/ 2086632 h 8402012"/>
              <a:gd name="connsiteX5935" fmla="*/ 13399380 w 21052571"/>
              <a:gd name="connsiteY5935" fmla="*/ 2067288 h 8402012"/>
              <a:gd name="connsiteX5936" fmla="*/ 13470312 w 21052571"/>
              <a:gd name="connsiteY5936" fmla="*/ 2054393 h 8402012"/>
              <a:gd name="connsiteX5937" fmla="*/ 13617550 w 21052571"/>
              <a:gd name="connsiteY5937" fmla="*/ 2035049 h 8402012"/>
              <a:gd name="connsiteX5938" fmla="*/ 13572411 w 21052571"/>
              <a:gd name="connsiteY5938" fmla="*/ 1970570 h 8402012"/>
              <a:gd name="connsiteX5939" fmla="*/ 13675585 w 21052571"/>
              <a:gd name="connsiteY5939" fmla="*/ 1983465 h 8402012"/>
              <a:gd name="connsiteX5940" fmla="*/ 13636895 w 21052571"/>
              <a:gd name="connsiteY5940" fmla="*/ 2015705 h 8402012"/>
              <a:gd name="connsiteX5941" fmla="*/ 13675585 w 21052571"/>
              <a:gd name="connsiteY5941" fmla="*/ 2060841 h 8402012"/>
              <a:gd name="connsiteX5942" fmla="*/ 13713200 w 21052571"/>
              <a:gd name="connsiteY5942" fmla="*/ 2035049 h 8402012"/>
              <a:gd name="connsiteX5943" fmla="*/ 13751891 w 21052571"/>
              <a:gd name="connsiteY5943" fmla="*/ 2060841 h 8402012"/>
              <a:gd name="connsiteX5944" fmla="*/ 13797029 w 21052571"/>
              <a:gd name="connsiteY5944" fmla="*/ 2067288 h 8402012"/>
              <a:gd name="connsiteX5945" fmla="*/ 13777684 w 21052571"/>
              <a:gd name="connsiteY5945" fmla="*/ 2093081 h 8402012"/>
              <a:gd name="connsiteX5946" fmla="*/ 13680959 w 21052571"/>
              <a:gd name="connsiteY5946" fmla="*/ 2099528 h 8402012"/>
              <a:gd name="connsiteX5947" fmla="*/ 13444518 w 21052571"/>
              <a:gd name="connsiteY5947" fmla="*/ 2112430 h 8402012"/>
              <a:gd name="connsiteX5948" fmla="*/ 13328448 w 21052571"/>
              <a:gd name="connsiteY5948" fmla="*/ 2118874 h 8402012"/>
              <a:gd name="connsiteX5949" fmla="*/ 13239246 w 21052571"/>
              <a:gd name="connsiteY5949" fmla="*/ 2151111 h 8402012"/>
              <a:gd name="connsiteX5950" fmla="*/ 13322000 w 21052571"/>
              <a:gd name="connsiteY5950" fmla="*/ 2195172 h 8402012"/>
              <a:gd name="connsiteX5951" fmla="*/ 13284384 w 21052571"/>
              <a:gd name="connsiteY5951" fmla="*/ 2220961 h 8402012"/>
              <a:gd name="connsiteX5952" fmla="*/ 13207004 w 21052571"/>
              <a:gd name="connsiteY5952" fmla="*/ 2220961 h 8402012"/>
              <a:gd name="connsiteX5953" fmla="*/ 13181210 w 21052571"/>
              <a:gd name="connsiteY5953" fmla="*/ 2151111 h 8402012"/>
              <a:gd name="connsiteX5954" fmla="*/ 12859867 w 21052571"/>
              <a:gd name="connsiteY5954" fmla="*/ 2188728 h 8402012"/>
              <a:gd name="connsiteX5955" fmla="*/ 12693284 w 21052571"/>
              <a:gd name="connsiteY5955" fmla="*/ 2208069 h 8402012"/>
              <a:gd name="connsiteX5956" fmla="*/ 12597633 w 21052571"/>
              <a:gd name="connsiteY5956" fmla="*/ 2240307 h 8402012"/>
              <a:gd name="connsiteX5957" fmla="*/ 12591185 w 21052571"/>
              <a:gd name="connsiteY5957" fmla="*/ 2311236 h 8402012"/>
              <a:gd name="connsiteX5958" fmla="*/ 12546046 w 21052571"/>
              <a:gd name="connsiteY5958" fmla="*/ 2324131 h 8402012"/>
              <a:gd name="connsiteX5959" fmla="*/ 12385912 w 21052571"/>
              <a:gd name="connsiteY5959" fmla="*/ 2343474 h 8402012"/>
              <a:gd name="connsiteX5960" fmla="*/ 12071017 w 21052571"/>
              <a:gd name="connsiteY5960" fmla="*/ 2406870 h 8402012"/>
              <a:gd name="connsiteX5961" fmla="*/ 11430479 w 21052571"/>
              <a:gd name="connsiteY5961" fmla="*/ 2561628 h 8402012"/>
              <a:gd name="connsiteX5962" fmla="*/ 11141378 w 21052571"/>
              <a:gd name="connsiteY5962" fmla="*/ 2618587 h 8402012"/>
              <a:gd name="connsiteX5963" fmla="*/ 11089791 w 21052571"/>
              <a:gd name="connsiteY5963" fmla="*/ 2631480 h 8402012"/>
              <a:gd name="connsiteX5964" fmla="*/ 11070446 w 21052571"/>
              <a:gd name="connsiteY5964" fmla="*/ 2689511 h 8402012"/>
              <a:gd name="connsiteX5965" fmla="*/ 10961898 w 21052571"/>
              <a:gd name="connsiteY5965" fmla="*/ 2676615 h 8402012"/>
              <a:gd name="connsiteX5966" fmla="*/ 10961898 w 21052571"/>
              <a:gd name="connsiteY5966" fmla="*/ 2741094 h 8402012"/>
              <a:gd name="connsiteX5967" fmla="*/ 10750177 w 21052571"/>
              <a:gd name="connsiteY5967" fmla="*/ 2785149 h 8402012"/>
              <a:gd name="connsiteX5968" fmla="*/ 10916760 w 21052571"/>
              <a:gd name="connsiteY5968" fmla="*/ 2752914 h 8402012"/>
              <a:gd name="connsiteX5969" fmla="*/ 11070446 w 21052571"/>
              <a:gd name="connsiteY5969" fmla="*/ 2715302 h 8402012"/>
              <a:gd name="connsiteX5970" fmla="*/ 11398238 w 21052571"/>
              <a:gd name="connsiteY5970" fmla="*/ 2650824 h 8402012"/>
              <a:gd name="connsiteX5971" fmla="*/ 12071017 w 21052571"/>
              <a:gd name="connsiteY5971" fmla="*/ 2497149 h 8402012"/>
              <a:gd name="connsiteX5972" fmla="*/ 12090362 w 21052571"/>
              <a:gd name="connsiteY5972" fmla="*/ 2554106 h 8402012"/>
              <a:gd name="connsiteX5973" fmla="*/ 12090362 w 21052571"/>
              <a:gd name="connsiteY5973" fmla="*/ 2497149 h 8402012"/>
              <a:gd name="connsiteX5974" fmla="*/ 12135501 w 21052571"/>
              <a:gd name="connsiteY5974" fmla="*/ 2484256 h 8402012"/>
              <a:gd name="connsiteX5975" fmla="*/ 12206433 w 21052571"/>
              <a:gd name="connsiteY5975" fmla="*/ 2477804 h 8402012"/>
              <a:gd name="connsiteX5976" fmla="*/ 12187087 w 21052571"/>
              <a:gd name="connsiteY5976" fmla="*/ 2510046 h 8402012"/>
              <a:gd name="connsiteX5977" fmla="*/ 12219329 w 21052571"/>
              <a:gd name="connsiteY5977" fmla="*/ 2522941 h 8402012"/>
              <a:gd name="connsiteX5978" fmla="*/ 12340773 w 21052571"/>
              <a:gd name="connsiteY5978" fmla="*/ 2432672 h 8402012"/>
              <a:gd name="connsiteX5979" fmla="*/ 12565391 w 21052571"/>
              <a:gd name="connsiteY5979" fmla="*/ 2387533 h 8402012"/>
              <a:gd name="connsiteX5980" fmla="*/ 12654594 w 21052571"/>
              <a:gd name="connsiteY5980" fmla="*/ 2374638 h 8402012"/>
              <a:gd name="connsiteX5981" fmla="*/ 12719078 w 21052571"/>
              <a:gd name="connsiteY5981" fmla="*/ 2400427 h 8402012"/>
              <a:gd name="connsiteX5982" fmla="*/ 12950144 w 21052571"/>
              <a:gd name="connsiteY5982" fmla="*/ 2374638 h 8402012"/>
              <a:gd name="connsiteX5983" fmla="*/ 13880858 w 21052571"/>
              <a:gd name="connsiteY5983" fmla="*/ 2337027 h 8402012"/>
              <a:gd name="connsiteX5984" fmla="*/ 13803477 w 21052571"/>
              <a:gd name="connsiteY5984" fmla="*/ 2348847 h 8402012"/>
              <a:gd name="connsiteX5985" fmla="*/ 13822823 w 21052571"/>
              <a:gd name="connsiteY5985" fmla="*/ 2381086 h 8402012"/>
              <a:gd name="connsiteX5986" fmla="*/ 13732545 w 21052571"/>
              <a:gd name="connsiteY5986" fmla="*/ 2445566 h 8402012"/>
              <a:gd name="connsiteX5987" fmla="*/ 13694930 w 21052571"/>
              <a:gd name="connsiteY5987" fmla="*/ 2497149 h 8402012"/>
              <a:gd name="connsiteX5988" fmla="*/ 13738994 w 21052571"/>
              <a:gd name="connsiteY5988" fmla="*/ 2471358 h 8402012"/>
              <a:gd name="connsiteX5989" fmla="*/ 13784132 w 21052571"/>
              <a:gd name="connsiteY5989" fmla="*/ 2497149 h 8402012"/>
              <a:gd name="connsiteX5990" fmla="*/ 13848616 w 21052571"/>
              <a:gd name="connsiteY5990" fmla="*/ 2471358 h 8402012"/>
              <a:gd name="connsiteX5991" fmla="*/ 13867961 w 21052571"/>
              <a:gd name="connsiteY5991" fmla="*/ 2381086 h 8402012"/>
              <a:gd name="connsiteX5992" fmla="*/ 13893755 w 21052571"/>
              <a:gd name="connsiteY5992" fmla="*/ 2361740 h 8402012"/>
              <a:gd name="connsiteX5993" fmla="*/ 13905577 w 21052571"/>
              <a:gd name="connsiteY5993" fmla="*/ 2317683 h 8402012"/>
              <a:gd name="connsiteX5994" fmla="*/ 13976509 w 21052571"/>
              <a:gd name="connsiteY5994" fmla="*/ 2304791 h 8402012"/>
              <a:gd name="connsiteX5995" fmla="*/ 14099027 w 21052571"/>
              <a:gd name="connsiteY5995" fmla="*/ 2291889 h 8402012"/>
              <a:gd name="connsiteX5996" fmla="*/ 14201127 w 21052571"/>
              <a:gd name="connsiteY5996" fmla="*/ 2285443 h 8402012"/>
              <a:gd name="connsiteX5997" fmla="*/ 14212411 w 21052571"/>
              <a:gd name="connsiteY5997" fmla="*/ 2324803 h 8402012"/>
              <a:gd name="connsiteX5998" fmla="*/ 14213855 w 21052571"/>
              <a:gd name="connsiteY5998" fmla="*/ 2363672 h 8402012"/>
              <a:gd name="connsiteX5999" fmla="*/ 14217894 w 21052571"/>
              <a:gd name="connsiteY5999" fmla="*/ 2366503 h 8402012"/>
              <a:gd name="connsiteX6000" fmla="*/ 14199932 w 21052571"/>
              <a:gd name="connsiteY6000" fmla="*/ 2366503 h 8402012"/>
              <a:gd name="connsiteX6001" fmla="*/ 14204446 w 21052571"/>
              <a:gd name="connsiteY6001" fmla="*/ 2363340 h 8402012"/>
              <a:gd name="connsiteX6002" fmla="*/ 14169506 w 21052571"/>
              <a:gd name="connsiteY6002" fmla="*/ 2345640 h 8402012"/>
              <a:gd name="connsiteX6003" fmla="*/ 14034544 w 21052571"/>
              <a:gd name="connsiteY6003" fmla="*/ 2337027 h 8402012"/>
              <a:gd name="connsiteX6004" fmla="*/ 14110849 w 21052571"/>
              <a:gd name="connsiteY6004" fmla="*/ 2368190 h 8402012"/>
              <a:gd name="connsiteX6005" fmla="*/ 14073234 w 21052571"/>
              <a:gd name="connsiteY6005" fmla="*/ 2419778 h 8402012"/>
              <a:gd name="connsiteX6006" fmla="*/ 14015199 w 21052571"/>
              <a:gd name="connsiteY6006" fmla="*/ 2497149 h 8402012"/>
              <a:gd name="connsiteX6007" fmla="*/ 14073234 w 21052571"/>
              <a:gd name="connsiteY6007" fmla="*/ 2522941 h 8402012"/>
              <a:gd name="connsiteX6008" fmla="*/ 14091504 w 21052571"/>
              <a:gd name="connsiteY6008" fmla="*/ 2464911 h 8402012"/>
              <a:gd name="connsiteX6009" fmla="*/ 14130195 w 21052571"/>
              <a:gd name="connsiteY6009" fmla="*/ 2529389 h 8402012"/>
              <a:gd name="connsiteX6010" fmla="*/ 14188230 w 21052571"/>
              <a:gd name="connsiteY6010" fmla="*/ 2497149 h 8402012"/>
              <a:gd name="connsiteX6011" fmla="*/ 14143091 w 21052571"/>
              <a:gd name="connsiteY6011" fmla="*/ 2497149 h 8402012"/>
              <a:gd name="connsiteX6012" fmla="*/ 14143091 w 21052571"/>
              <a:gd name="connsiteY6012" fmla="*/ 2432672 h 8402012"/>
              <a:gd name="connsiteX6013" fmla="*/ 14259162 w 21052571"/>
              <a:gd name="connsiteY6013" fmla="*/ 2477804 h 8402012"/>
              <a:gd name="connsiteX6014" fmla="*/ 14233368 w 21052571"/>
              <a:gd name="connsiteY6014" fmla="*/ 2522941 h 8402012"/>
              <a:gd name="connsiteX6015" fmla="*/ 14278507 w 21052571"/>
              <a:gd name="connsiteY6015" fmla="*/ 2542284 h 8402012"/>
              <a:gd name="connsiteX6016" fmla="*/ 14284955 w 21052571"/>
              <a:gd name="connsiteY6016" fmla="*/ 2464911 h 8402012"/>
              <a:gd name="connsiteX6017" fmla="*/ 14348364 w 21052571"/>
              <a:gd name="connsiteY6017" fmla="*/ 2458463 h 8402012"/>
              <a:gd name="connsiteX6018" fmla="*/ 14374158 w 21052571"/>
              <a:gd name="connsiteY6018" fmla="*/ 2484256 h 8402012"/>
              <a:gd name="connsiteX6019" fmla="*/ 14316122 w 21052571"/>
              <a:gd name="connsiteY6019" fmla="*/ 2497149 h 8402012"/>
              <a:gd name="connsiteX6020" fmla="*/ 14322571 w 21052571"/>
              <a:gd name="connsiteY6020" fmla="*/ 2554106 h 8402012"/>
              <a:gd name="connsiteX6021" fmla="*/ 14534292 w 21052571"/>
              <a:gd name="connsiteY6021" fmla="*/ 2547657 h 8402012"/>
              <a:gd name="connsiteX6022" fmla="*/ 14393503 w 21052571"/>
              <a:gd name="connsiteY6022" fmla="*/ 2510046 h 8402012"/>
              <a:gd name="connsiteX6023" fmla="*/ 14637466 w 21052571"/>
              <a:gd name="connsiteY6023" fmla="*/ 2510046 h 8402012"/>
              <a:gd name="connsiteX6024" fmla="*/ 14579431 w 21052571"/>
              <a:gd name="connsiteY6024" fmla="*/ 2605690 h 8402012"/>
              <a:gd name="connsiteX6025" fmla="*/ 14637466 w 21052571"/>
              <a:gd name="connsiteY6025" fmla="*/ 2644376 h 8402012"/>
              <a:gd name="connsiteX6026" fmla="*/ 14079682 w 21052571"/>
              <a:gd name="connsiteY6026" fmla="*/ 2561628 h 8402012"/>
              <a:gd name="connsiteX6027" fmla="*/ 13809926 w 21052571"/>
              <a:gd name="connsiteY6027" fmla="*/ 2535836 h 8402012"/>
              <a:gd name="connsiteX6028" fmla="*/ 13700304 w 21052571"/>
              <a:gd name="connsiteY6028" fmla="*/ 2535836 h 8402012"/>
              <a:gd name="connsiteX6029" fmla="*/ 13688482 w 21052571"/>
              <a:gd name="connsiteY6029" fmla="*/ 2419778 h 8402012"/>
              <a:gd name="connsiteX6030" fmla="*/ 13438070 w 21052571"/>
              <a:gd name="connsiteY6030" fmla="*/ 2432672 h 8402012"/>
              <a:gd name="connsiteX6031" fmla="*/ 13499431 w 21052571"/>
              <a:gd name="connsiteY6031" fmla="*/ 2462859 h 8402012"/>
              <a:gd name="connsiteX6032" fmla="*/ 13505185 w 21052571"/>
              <a:gd name="connsiteY6032" fmla="*/ 2450516 h 8402012"/>
              <a:gd name="connsiteX6033" fmla="*/ 13516412 w 21052571"/>
              <a:gd name="connsiteY6033" fmla="*/ 2464962 h 8402012"/>
              <a:gd name="connsiteX6034" fmla="*/ 13512292 w 21052571"/>
              <a:gd name="connsiteY6034" fmla="*/ 2468496 h 8402012"/>
              <a:gd name="connsiteX6035" fmla="*/ 13538725 w 21052571"/>
              <a:gd name="connsiteY6035" fmla="*/ 2478915 h 8402012"/>
              <a:gd name="connsiteX6036" fmla="*/ 13572411 w 21052571"/>
              <a:gd name="connsiteY6036" fmla="*/ 2484256 h 8402012"/>
              <a:gd name="connsiteX6037" fmla="*/ 13636895 w 21052571"/>
              <a:gd name="connsiteY6037" fmla="*/ 2522941 h 8402012"/>
              <a:gd name="connsiteX6038" fmla="*/ 13392932 w 21052571"/>
              <a:gd name="connsiteY6038" fmla="*/ 2522941 h 8402012"/>
              <a:gd name="connsiteX6039" fmla="*/ 13399380 w 21052571"/>
              <a:gd name="connsiteY6039" fmla="*/ 2464911 h 8402012"/>
              <a:gd name="connsiteX6040" fmla="*/ 13403724 w 21052571"/>
              <a:gd name="connsiteY6040" fmla="*/ 2467517 h 8402012"/>
              <a:gd name="connsiteX6041" fmla="*/ 13403655 w 21052571"/>
              <a:gd name="connsiteY6041" fmla="*/ 2467412 h 8402012"/>
              <a:gd name="connsiteX6042" fmla="*/ 13412636 w 21052571"/>
              <a:gd name="connsiteY6042" fmla="*/ 2452532 h 8402012"/>
              <a:gd name="connsiteX6043" fmla="*/ 13413461 w 21052571"/>
              <a:gd name="connsiteY6043" fmla="*/ 2453899 h 8402012"/>
              <a:gd name="connsiteX6044" fmla="*/ 13409959 w 21052571"/>
              <a:gd name="connsiteY6044" fmla="*/ 2446573 h 8402012"/>
              <a:gd name="connsiteX6045" fmla="*/ 13380035 w 21052571"/>
              <a:gd name="connsiteY6045" fmla="*/ 2393980 h 8402012"/>
              <a:gd name="connsiteX6046" fmla="*/ 13302654 w 21052571"/>
              <a:gd name="connsiteY6046" fmla="*/ 2400427 h 8402012"/>
              <a:gd name="connsiteX6047" fmla="*/ 13252142 w 21052571"/>
              <a:gd name="connsiteY6047" fmla="*/ 2400427 h 8402012"/>
              <a:gd name="connsiteX6048" fmla="*/ 13239246 w 21052571"/>
              <a:gd name="connsiteY6048" fmla="*/ 2497149 h 8402012"/>
              <a:gd name="connsiteX6049" fmla="*/ 13284384 w 21052571"/>
              <a:gd name="connsiteY6049" fmla="*/ 2464911 h 8402012"/>
              <a:gd name="connsiteX6050" fmla="*/ 13296206 w 21052571"/>
              <a:gd name="connsiteY6050" fmla="*/ 2522941 h 8402012"/>
              <a:gd name="connsiteX6051" fmla="*/ 13200555 w 21052571"/>
              <a:gd name="connsiteY6051" fmla="*/ 2510046 h 8402012"/>
              <a:gd name="connsiteX6052" fmla="*/ 13213452 w 21052571"/>
              <a:gd name="connsiteY6052" fmla="*/ 2452014 h 8402012"/>
              <a:gd name="connsiteX6053" fmla="*/ 13174762 w 21052571"/>
              <a:gd name="connsiteY6053" fmla="*/ 2406870 h 8402012"/>
              <a:gd name="connsiteX6054" fmla="*/ 13090933 w 21052571"/>
              <a:gd name="connsiteY6054" fmla="*/ 2426225 h 8402012"/>
              <a:gd name="connsiteX6055" fmla="*/ 12892109 w 21052571"/>
              <a:gd name="connsiteY6055" fmla="*/ 2464911 h 8402012"/>
              <a:gd name="connsiteX6056" fmla="*/ 12680387 w 21052571"/>
              <a:gd name="connsiteY6056" fmla="*/ 2484256 h 8402012"/>
              <a:gd name="connsiteX6057" fmla="*/ 12500908 w 21052571"/>
              <a:gd name="connsiteY6057" fmla="*/ 2535836 h 8402012"/>
              <a:gd name="connsiteX6058" fmla="*/ 12546046 w 21052571"/>
              <a:gd name="connsiteY6058" fmla="*/ 2566999 h 8402012"/>
              <a:gd name="connsiteX6059" fmla="*/ 12526701 w 21052571"/>
              <a:gd name="connsiteY6059" fmla="*/ 2599243 h 8402012"/>
              <a:gd name="connsiteX6060" fmla="*/ 13675585 w 21052571"/>
              <a:gd name="connsiteY6060" fmla="*/ 2612137 h 8402012"/>
              <a:gd name="connsiteX6061" fmla="*/ 13483209 w 21052571"/>
              <a:gd name="connsiteY6061" fmla="*/ 2631480 h 8402012"/>
              <a:gd name="connsiteX6062" fmla="*/ 13405828 w 21052571"/>
              <a:gd name="connsiteY6062" fmla="*/ 2644376 h 8402012"/>
              <a:gd name="connsiteX6063" fmla="*/ 13392932 w 21052571"/>
              <a:gd name="connsiteY6063" fmla="*/ 2708855 h 8402012"/>
              <a:gd name="connsiteX6064" fmla="*/ 13598205 w 21052571"/>
              <a:gd name="connsiteY6064" fmla="*/ 2689511 h 8402012"/>
              <a:gd name="connsiteX6065" fmla="*/ 13675585 w 21052571"/>
              <a:gd name="connsiteY6065" fmla="*/ 2657271 h 8402012"/>
              <a:gd name="connsiteX6066" fmla="*/ 13764787 w 21052571"/>
              <a:gd name="connsiteY6066" fmla="*/ 2612137 h 8402012"/>
              <a:gd name="connsiteX6067" fmla="*/ 13867961 w 21052571"/>
              <a:gd name="connsiteY6067" fmla="*/ 2605690 h 8402012"/>
              <a:gd name="connsiteX6068" fmla="*/ 13950715 w 21052571"/>
              <a:gd name="connsiteY6068" fmla="*/ 2618587 h 8402012"/>
              <a:gd name="connsiteX6069" fmla="*/ 13893755 w 21052571"/>
              <a:gd name="connsiteY6069" fmla="*/ 2644376 h 8402012"/>
              <a:gd name="connsiteX6070" fmla="*/ 13829271 w 21052571"/>
              <a:gd name="connsiteY6070" fmla="*/ 2644376 h 8402012"/>
              <a:gd name="connsiteX6071" fmla="*/ 13732545 w 21052571"/>
              <a:gd name="connsiteY6071" fmla="*/ 2670168 h 8402012"/>
              <a:gd name="connsiteX6072" fmla="*/ 13764787 w 21052571"/>
              <a:gd name="connsiteY6072" fmla="*/ 2702408 h 8402012"/>
              <a:gd name="connsiteX6073" fmla="*/ 13874409 w 21052571"/>
              <a:gd name="connsiteY6073" fmla="*/ 2695958 h 8402012"/>
              <a:gd name="connsiteX6074" fmla="*/ 14110849 w 21052571"/>
              <a:gd name="connsiteY6074" fmla="*/ 2676615 h 8402012"/>
              <a:gd name="connsiteX6075" fmla="*/ 14110849 w 21052571"/>
              <a:gd name="connsiteY6075" fmla="*/ 2741094 h 8402012"/>
              <a:gd name="connsiteX6076" fmla="*/ 14155988 w 21052571"/>
              <a:gd name="connsiteY6076" fmla="*/ 2741094 h 8402012"/>
              <a:gd name="connsiteX6077" fmla="*/ 14246265 w 21052571"/>
              <a:gd name="connsiteY6077" fmla="*/ 2747539 h 8402012"/>
              <a:gd name="connsiteX6078" fmla="*/ 14425745 w 21052571"/>
              <a:gd name="connsiteY6078" fmla="*/ 2752914 h 8402012"/>
              <a:gd name="connsiteX6079" fmla="*/ 14592327 w 21052571"/>
              <a:gd name="connsiteY6079" fmla="*/ 2766883 h 8402012"/>
              <a:gd name="connsiteX6080" fmla="*/ 14637466 w 21052571"/>
              <a:gd name="connsiteY6080" fmla="*/ 2830301 h 8402012"/>
              <a:gd name="connsiteX6081" fmla="*/ 14326333 w 21052571"/>
              <a:gd name="connsiteY6081" fmla="*/ 2801257 h 8402012"/>
              <a:gd name="connsiteX6082" fmla="*/ 14262063 w 21052571"/>
              <a:gd name="connsiteY6082" fmla="*/ 2796778 h 8402012"/>
              <a:gd name="connsiteX6083" fmla="*/ 14275019 w 21052571"/>
              <a:gd name="connsiteY6083" fmla="*/ 2805263 h 8402012"/>
              <a:gd name="connsiteX6084" fmla="*/ 14279510 w 21052571"/>
              <a:gd name="connsiteY6084" fmla="*/ 2828558 h 8402012"/>
              <a:gd name="connsiteX6085" fmla="*/ 14266038 w 21052571"/>
              <a:gd name="connsiteY6085" fmla="*/ 2819735 h 8402012"/>
              <a:gd name="connsiteX6086" fmla="*/ 14261607 w 21052571"/>
              <a:gd name="connsiteY6086" fmla="*/ 2796747 h 8402012"/>
              <a:gd name="connsiteX6087" fmla="*/ 14170161 w 21052571"/>
              <a:gd name="connsiteY6087" fmla="*/ 2790378 h 8402012"/>
              <a:gd name="connsiteX6088" fmla="*/ 14015199 w 21052571"/>
              <a:gd name="connsiteY6088" fmla="*/ 2772256 h 8402012"/>
              <a:gd name="connsiteX6089" fmla="*/ 13758339 w 21052571"/>
              <a:gd name="connsiteY6089" fmla="*/ 2785149 h 8402012"/>
              <a:gd name="connsiteX6090" fmla="*/ 13713200 w 21052571"/>
              <a:gd name="connsiteY6090" fmla="*/ 2766883 h 8402012"/>
              <a:gd name="connsiteX6091" fmla="*/ 13662688 w 21052571"/>
              <a:gd name="connsiteY6091" fmla="*/ 2752914 h 8402012"/>
              <a:gd name="connsiteX6092" fmla="*/ 13598205 w 21052571"/>
              <a:gd name="connsiteY6092" fmla="*/ 2798035 h 8402012"/>
              <a:gd name="connsiteX6093" fmla="*/ 13572411 w 21052571"/>
              <a:gd name="connsiteY6093" fmla="*/ 2741094 h 8402012"/>
              <a:gd name="connsiteX6094" fmla="*/ 13431622 w 21052571"/>
              <a:gd name="connsiteY6094" fmla="*/ 2798035 h 8402012"/>
              <a:gd name="connsiteX6095" fmla="*/ 13239246 w 21052571"/>
              <a:gd name="connsiteY6095" fmla="*/ 2785149 h 8402012"/>
              <a:gd name="connsiteX6096" fmla="*/ 13252142 w 21052571"/>
              <a:gd name="connsiteY6096" fmla="*/ 2772256 h 8402012"/>
              <a:gd name="connsiteX6097" fmla="*/ 13194107 w 21052571"/>
              <a:gd name="connsiteY6097" fmla="*/ 2766883 h 8402012"/>
              <a:gd name="connsiteX6098" fmla="*/ 13103830 w 21052571"/>
              <a:gd name="connsiteY6098" fmla="*/ 2772256 h 8402012"/>
              <a:gd name="connsiteX6099" fmla="*/ 12982386 w 21052571"/>
              <a:gd name="connsiteY6099" fmla="*/ 2830301 h 8402012"/>
              <a:gd name="connsiteX6100" fmla="*/ 12790010 w 21052571"/>
              <a:gd name="connsiteY6100" fmla="*/ 2791595 h 8402012"/>
              <a:gd name="connsiteX6101" fmla="*/ 12654594 w 21052571"/>
              <a:gd name="connsiteY6101" fmla="*/ 2862535 h 8402012"/>
              <a:gd name="connsiteX6102" fmla="*/ 12546046 w 21052571"/>
              <a:gd name="connsiteY6102" fmla="*/ 2836748 h 8402012"/>
              <a:gd name="connsiteX6103" fmla="*/ 12456844 w 21052571"/>
              <a:gd name="connsiteY6103" fmla="*/ 2894774 h 8402012"/>
              <a:gd name="connsiteX6104" fmla="*/ 12340773 w 21052571"/>
              <a:gd name="connsiteY6104" fmla="*/ 2901221 h 8402012"/>
              <a:gd name="connsiteX6105" fmla="*/ 12219329 w 21052571"/>
              <a:gd name="connsiteY6105" fmla="*/ 2907666 h 8402012"/>
              <a:gd name="connsiteX6106" fmla="*/ 12232226 w 21052571"/>
              <a:gd name="connsiteY6106" fmla="*/ 2888327 h 8402012"/>
              <a:gd name="connsiteX6107" fmla="*/ 12090362 w 21052571"/>
              <a:gd name="connsiteY6107" fmla="*/ 2888327 h 8402012"/>
              <a:gd name="connsiteX6108" fmla="*/ 12058120 w 21052571"/>
              <a:gd name="connsiteY6108" fmla="*/ 2958175 h 8402012"/>
              <a:gd name="connsiteX6109" fmla="*/ 11981815 w 21052571"/>
              <a:gd name="connsiteY6109" fmla="*/ 2964624 h 8402012"/>
              <a:gd name="connsiteX6110" fmla="*/ 11808783 w 21052571"/>
              <a:gd name="connsiteY6110" fmla="*/ 3029103 h 8402012"/>
              <a:gd name="connsiteX6111" fmla="*/ 12167742 w 21052571"/>
              <a:gd name="connsiteY6111" fmla="*/ 3048447 h 8402012"/>
              <a:gd name="connsiteX6112" fmla="*/ 12174191 w 21052571"/>
              <a:gd name="connsiteY6112" fmla="*/ 2983968 h 8402012"/>
              <a:gd name="connsiteX6113" fmla="*/ 12238674 w 21052571"/>
              <a:gd name="connsiteY6113" fmla="*/ 2983968 h 8402012"/>
              <a:gd name="connsiteX6114" fmla="*/ 12219329 w 21052571"/>
              <a:gd name="connsiteY6114" fmla="*/ 3067798 h 8402012"/>
              <a:gd name="connsiteX6115" fmla="*/ 12295635 w 21052571"/>
              <a:gd name="connsiteY6115" fmla="*/ 3061340 h 8402012"/>
              <a:gd name="connsiteX6116" fmla="*/ 12539598 w 21052571"/>
              <a:gd name="connsiteY6116" fmla="*/ 2983968 h 8402012"/>
              <a:gd name="connsiteX6117" fmla="*/ 12662117 w 21052571"/>
              <a:gd name="connsiteY6117" fmla="*/ 2977523 h 8402012"/>
              <a:gd name="connsiteX6118" fmla="*/ 12764216 w 21052571"/>
              <a:gd name="connsiteY6118" fmla="*/ 3022655 h 8402012"/>
              <a:gd name="connsiteX6119" fmla="*/ 12769727 w 21052571"/>
              <a:gd name="connsiteY6119" fmla="*/ 3023950 h 8402012"/>
              <a:gd name="connsiteX6120" fmla="*/ 12759050 w 21052571"/>
              <a:gd name="connsiteY6120" fmla="*/ 3014790 h 8402012"/>
              <a:gd name="connsiteX6121" fmla="*/ 12777012 w 21052571"/>
              <a:gd name="connsiteY6121" fmla="*/ 3014790 h 8402012"/>
              <a:gd name="connsiteX6122" fmla="*/ 12770482 w 21052571"/>
              <a:gd name="connsiteY6122" fmla="*/ 3024128 h 8402012"/>
              <a:gd name="connsiteX6123" fmla="*/ 12794225 w 21052571"/>
              <a:gd name="connsiteY6123" fmla="*/ 3029707 h 8402012"/>
              <a:gd name="connsiteX6124" fmla="*/ 12885660 w 21052571"/>
              <a:gd name="connsiteY6124" fmla="*/ 3009759 h 8402012"/>
              <a:gd name="connsiteX6125" fmla="*/ 12956592 w 21052571"/>
              <a:gd name="connsiteY6125" fmla="*/ 2983968 h 8402012"/>
              <a:gd name="connsiteX6126" fmla="*/ 13001731 w 21052571"/>
              <a:gd name="connsiteY6126" fmla="*/ 2977523 h 8402012"/>
              <a:gd name="connsiteX6127" fmla="*/ 13021076 w 21052571"/>
              <a:gd name="connsiteY6127" fmla="*/ 2946355 h 8402012"/>
              <a:gd name="connsiteX6128" fmla="*/ 13052814 w 21052571"/>
              <a:gd name="connsiteY6128" fmla="*/ 2962222 h 8402012"/>
              <a:gd name="connsiteX6129" fmla="*/ 13056973 w 21052571"/>
              <a:gd name="connsiteY6129" fmla="*/ 2968159 h 8402012"/>
              <a:gd name="connsiteX6130" fmla="*/ 13059766 w 21052571"/>
              <a:gd name="connsiteY6130" fmla="*/ 2972146 h 8402012"/>
              <a:gd name="connsiteX6131" fmla="*/ 13110278 w 21052571"/>
              <a:gd name="connsiteY6131" fmla="*/ 2972146 h 8402012"/>
              <a:gd name="connsiteX6132" fmla="*/ 13373586 w 21052571"/>
              <a:gd name="connsiteY6132" fmla="*/ 2914116 h 8402012"/>
              <a:gd name="connsiteX6133" fmla="*/ 13636895 w 21052571"/>
              <a:gd name="connsiteY6133" fmla="*/ 2907666 h 8402012"/>
              <a:gd name="connsiteX6134" fmla="*/ 13676487 w 21052571"/>
              <a:gd name="connsiteY6134" fmla="*/ 2893083 h 8402012"/>
              <a:gd name="connsiteX6135" fmla="*/ 13680018 w 21052571"/>
              <a:gd name="connsiteY6135" fmla="*/ 2911699 h 8402012"/>
              <a:gd name="connsiteX6136" fmla="*/ 13694930 w 21052571"/>
              <a:gd name="connsiteY6136" fmla="*/ 2920566 h 8402012"/>
              <a:gd name="connsiteX6137" fmla="*/ 13690094 w 21052571"/>
              <a:gd name="connsiteY6137" fmla="*/ 2897191 h 8402012"/>
              <a:gd name="connsiteX6138" fmla="*/ 13680782 w 21052571"/>
              <a:gd name="connsiteY6138" fmla="*/ 2891501 h 8402012"/>
              <a:gd name="connsiteX6139" fmla="*/ 13695417 w 21052571"/>
              <a:gd name="connsiteY6139" fmla="*/ 2886110 h 8402012"/>
              <a:gd name="connsiteX6140" fmla="*/ 13880858 w 21052571"/>
              <a:gd name="connsiteY6140" fmla="*/ 2862535 h 8402012"/>
              <a:gd name="connsiteX6141" fmla="*/ 13880858 w 21052571"/>
              <a:gd name="connsiteY6141" fmla="*/ 2920566 h 8402012"/>
              <a:gd name="connsiteX6142" fmla="*/ 14393503 w 21052571"/>
              <a:gd name="connsiteY6142" fmla="*/ 2952806 h 8402012"/>
              <a:gd name="connsiteX6143" fmla="*/ 14335467 w 21052571"/>
              <a:gd name="connsiteY6143" fmla="*/ 2888327 h 8402012"/>
              <a:gd name="connsiteX6144" fmla="*/ 14432193 w 21052571"/>
              <a:gd name="connsiteY6144" fmla="*/ 2888327 h 8402012"/>
              <a:gd name="connsiteX6145" fmla="*/ 14470883 w 21052571"/>
              <a:gd name="connsiteY6145" fmla="*/ 2952806 h 8402012"/>
              <a:gd name="connsiteX6146" fmla="*/ 14553637 w 21052571"/>
              <a:gd name="connsiteY6146" fmla="*/ 2972146 h 8402012"/>
              <a:gd name="connsiteX6147" fmla="*/ 14701950 w 21052571"/>
              <a:gd name="connsiteY6147" fmla="*/ 2983968 h 8402012"/>
              <a:gd name="connsiteX6148" fmla="*/ 14938390 w 21052571"/>
              <a:gd name="connsiteY6148" fmla="*/ 3061340 h 8402012"/>
              <a:gd name="connsiteX6149" fmla="*/ 14374158 w 21052571"/>
              <a:gd name="connsiteY6149" fmla="*/ 3029103 h 8402012"/>
              <a:gd name="connsiteX6150" fmla="*/ 14399951 w 21052571"/>
              <a:gd name="connsiteY6150" fmla="*/ 3074240 h 8402012"/>
              <a:gd name="connsiteX6151" fmla="*/ 14220472 w 21052571"/>
              <a:gd name="connsiteY6151" fmla="*/ 3106481 h 8402012"/>
              <a:gd name="connsiteX6152" fmla="*/ 14278507 w 21052571"/>
              <a:gd name="connsiteY6152" fmla="*/ 3074240 h 8402012"/>
              <a:gd name="connsiteX6153" fmla="*/ 14259162 w 21052571"/>
              <a:gd name="connsiteY6153" fmla="*/ 3009759 h 8402012"/>
              <a:gd name="connsiteX6154" fmla="*/ 14194678 w 21052571"/>
              <a:gd name="connsiteY6154" fmla="*/ 3009759 h 8402012"/>
              <a:gd name="connsiteX6155" fmla="*/ 14040992 w 21052571"/>
              <a:gd name="connsiteY6155" fmla="*/ 3003312 h 8402012"/>
              <a:gd name="connsiteX6156" fmla="*/ 13993733 w 21052571"/>
              <a:gd name="connsiteY6156" fmla="*/ 3009219 h 8402012"/>
              <a:gd name="connsiteX6157" fmla="*/ 13976509 w 21052571"/>
              <a:gd name="connsiteY6157" fmla="*/ 3011371 h 8402012"/>
              <a:gd name="connsiteX6158" fmla="*/ 13912025 w 21052571"/>
              <a:gd name="connsiteY6158" fmla="*/ 3009759 h 8402012"/>
              <a:gd name="connsiteX6159" fmla="*/ 13880858 w 21052571"/>
              <a:gd name="connsiteY6159" fmla="*/ 3029103 h 8402012"/>
              <a:gd name="connsiteX6160" fmla="*/ 13816374 w 21052571"/>
              <a:gd name="connsiteY6160" fmla="*/ 3074240 h 8402012"/>
              <a:gd name="connsiteX6161" fmla="*/ 13784132 w 21052571"/>
              <a:gd name="connsiteY6161" fmla="*/ 3048447 h 8402012"/>
              <a:gd name="connsiteX6162" fmla="*/ 13758339 w 21052571"/>
              <a:gd name="connsiteY6162" fmla="*/ 3048447 h 8402012"/>
              <a:gd name="connsiteX6163" fmla="*/ 13662688 w 21052571"/>
              <a:gd name="connsiteY6163" fmla="*/ 3048447 h 8402012"/>
              <a:gd name="connsiteX6164" fmla="*/ 13656240 w 21052571"/>
              <a:gd name="connsiteY6164" fmla="*/ 2983968 h 8402012"/>
              <a:gd name="connsiteX6165" fmla="*/ 13598205 w 21052571"/>
              <a:gd name="connsiteY6165" fmla="*/ 3048447 h 8402012"/>
              <a:gd name="connsiteX6166" fmla="*/ 13598205 w 21052571"/>
              <a:gd name="connsiteY6166" fmla="*/ 2983968 h 8402012"/>
              <a:gd name="connsiteX6167" fmla="*/ 13252142 w 21052571"/>
              <a:gd name="connsiteY6167" fmla="*/ 3042000 h 8402012"/>
              <a:gd name="connsiteX6168" fmla="*/ 12905005 w 21052571"/>
              <a:gd name="connsiteY6168" fmla="*/ 3087134 h 8402012"/>
              <a:gd name="connsiteX6169" fmla="*/ 12263393 w 21052571"/>
              <a:gd name="connsiteY6169" fmla="*/ 3169883 h 8402012"/>
              <a:gd name="connsiteX6170" fmla="*/ 11750748 w 21052571"/>
              <a:gd name="connsiteY6170" fmla="*/ 3234361 h 8402012"/>
              <a:gd name="connsiteX6171" fmla="*/ 11770093 w 21052571"/>
              <a:gd name="connsiteY6171" fmla="*/ 3215019 h 8402012"/>
              <a:gd name="connsiteX6172" fmla="*/ 11737851 w 21052571"/>
              <a:gd name="connsiteY6172" fmla="*/ 3195674 h 8402012"/>
              <a:gd name="connsiteX6173" fmla="*/ 11686264 w 21052571"/>
              <a:gd name="connsiteY6173" fmla="*/ 3273049 h 8402012"/>
              <a:gd name="connsiteX6174" fmla="*/ 11597062 w 21052571"/>
              <a:gd name="connsiteY6174" fmla="*/ 3279496 h 8402012"/>
              <a:gd name="connsiteX6175" fmla="*/ 11564820 w 21052571"/>
              <a:gd name="connsiteY6175" fmla="*/ 3350421 h 8402012"/>
              <a:gd name="connsiteX6176" fmla="*/ 11564820 w 21052571"/>
              <a:gd name="connsiteY6176" fmla="*/ 3260153 h 8402012"/>
              <a:gd name="connsiteX6177" fmla="*/ 11295064 w 21052571"/>
              <a:gd name="connsiteY6177" fmla="*/ 3382670 h 8402012"/>
              <a:gd name="connsiteX6178" fmla="*/ 11199413 w 21052571"/>
              <a:gd name="connsiteY6178" fmla="*/ 3413830 h 8402012"/>
              <a:gd name="connsiteX6179" fmla="*/ 11160723 w 21052571"/>
              <a:gd name="connsiteY6179" fmla="*/ 3388041 h 8402012"/>
              <a:gd name="connsiteX6180" fmla="*/ 11147826 w 21052571"/>
              <a:gd name="connsiteY6180" fmla="*/ 3446069 h 8402012"/>
              <a:gd name="connsiteX6181" fmla="*/ 11083342 w 21052571"/>
              <a:gd name="connsiteY6181" fmla="*/ 3458965 h 8402012"/>
              <a:gd name="connsiteX6182" fmla="*/ 10942553 w 21052571"/>
              <a:gd name="connsiteY6182" fmla="*/ 3510547 h 8402012"/>
              <a:gd name="connsiteX6183" fmla="*/ 10659900 w 21052571"/>
              <a:gd name="connsiteY6183" fmla="*/ 3625537 h 8402012"/>
              <a:gd name="connsiteX6184" fmla="*/ 10058053 w 21052571"/>
              <a:gd name="connsiteY6184" fmla="*/ 3908169 h 8402012"/>
              <a:gd name="connsiteX6185" fmla="*/ 9448682 w 21052571"/>
              <a:gd name="connsiteY6185" fmla="*/ 4196035 h 8402012"/>
              <a:gd name="connsiteX6186" fmla="*/ 9147758 w 21052571"/>
              <a:gd name="connsiteY6186" fmla="*/ 4336814 h 8402012"/>
              <a:gd name="connsiteX6187" fmla="*/ 9025240 w 21052571"/>
              <a:gd name="connsiteY6187" fmla="*/ 4393771 h 8402012"/>
              <a:gd name="connsiteX6188" fmla="*/ 8968279 w 21052571"/>
              <a:gd name="connsiteY6188" fmla="*/ 4426011 h 8402012"/>
              <a:gd name="connsiteX6189" fmla="*/ 8941411 w 21052571"/>
              <a:gd name="connsiteY6189" fmla="*/ 4458250 h 8402012"/>
              <a:gd name="connsiteX6190" fmla="*/ 9243409 w 21052571"/>
              <a:gd name="connsiteY6190" fmla="*/ 4426011 h 8402012"/>
              <a:gd name="connsiteX6191" fmla="*/ 9185374 w 21052571"/>
              <a:gd name="connsiteY6191" fmla="*/ 4381950 h 8402012"/>
              <a:gd name="connsiteX6192" fmla="*/ 9307893 w 21052571"/>
              <a:gd name="connsiteY6192" fmla="*/ 4317471 h 8402012"/>
              <a:gd name="connsiteX6193" fmla="*/ 9435785 w 21052571"/>
              <a:gd name="connsiteY6193" fmla="*/ 4291679 h 8402012"/>
              <a:gd name="connsiteX6194" fmla="*/ 9422889 w 21052571"/>
              <a:gd name="connsiteY6194" fmla="*/ 4304575 h 8402012"/>
              <a:gd name="connsiteX6195" fmla="*/ 9487372 w 21052571"/>
              <a:gd name="connsiteY6195" fmla="*/ 4291679 h 8402012"/>
              <a:gd name="connsiteX6196" fmla="*/ 9584098 w 21052571"/>
              <a:gd name="connsiteY6196" fmla="*/ 4272335 h 8402012"/>
              <a:gd name="connsiteX6197" fmla="*/ 9564753 w 21052571"/>
              <a:gd name="connsiteY6197" fmla="*/ 4214304 h 8402012"/>
              <a:gd name="connsiteX6198" fmla="*/ 9526062 w 21052571"/>
              <a:gd name="connsiteY6198" fmla="*/ 4246544 h 8402012"/>
              <a:gd name="connsiteX6199" fmla="*/ 9551856 w 21052571"/>
              <a:gd name="connsiteY6199" fmla="*/ 4184354 h 8402012"/>
              <a:gd name="connsiteX6200" fmla="*/ 9628162 w 21052571"/>
              <a:gd name="connsiteY6200" fmla="*/ 4177906 h 8402012"/>
              <a:gd name="connsiteX6201" fmla="*/ 9686197 w 21052571"/>
              <a:gd name="connsiteY6201" fmla="*/ 4152114 h 8402012"/>
              <a:gd name="connsiteX6202" fmla="*/ 9705542 w 21052571"/>
              <a:gd name="connsiteY6202" fmla="*/ 4189587 h 8402012"/>
              <a:gd name="connsiteX6203" fmla="*/ 9776474 w 21052571"/>
              <a:gd name="connsiteY6203" fmla="*/ 4177906 h 8402012"/>
              <a:gd name="connsiteX6204" fmla="*/ 9865676 w 21052571"/>
              <a:gd name="connsiteY6204" fmla="*/ 4132769 h 8402012"/>
              <a:gd name="connsiteX6205" fmla="*/ 9904367 w 21052571"/>
              <a:gd name="connsiteY6205" fmla="*/ 4036052 h 8402012"/>
              <a:gd name="connsiteX6206" fmla="*/ 9930340 w 21052571"/>
              <a:gd name="connsiteY6206" fmla="*/ 4033882 h 8402012"/>
              <a:gd name="connsiteX6207" fmla="*/ 9952595 w 21052571"/>
              <a:gd name="connsiteY6207" fmla="*/ 4032023 h 8402012"/>
              <a:gd name="connsiteX6208" fmla="*/ 10000017 w 21052571"/>
              <a:gd name="connsiteY6208" fmla="*/ 4003812 h 8402012"/>
              <a:gd name="connsiteX6209" fmla="*/ 10103191 w 21052571"/>
              <a:gd name="connsiteY6209" fmla="*/ 3990915 h 8402012"/>
              <a:gd name="connsiteX6210" fmla="*/ 10174123 w 21052571"/>
              <a:gd name="connsiteY6210" fmla="*/ 4003812 h 8402012"/>
              <a:gd name="connsiteX6211" fmla="*/ 10462150 w 21052571"/>
              <a:gd name="connsiteY6211" fmla="*/ 3895275 h 8402012"/>
              <a:gd name="connsiteX6212" fmla="*/ 10289119 w 21052571"/>
              <a:gd name="connsiteY6212" fmla="*/ 3998439 h 8402012"/>
              <a:gd name="connsiteX6213" fmla="*/ 10224635 w 21052571"/>
              <a:gd name="connsiteY6213" fmla="*/ 4068293 h 8402012"/>
              <a:gd name="connsiteX6214" fmla="*/ 10148330 w 21052571"/>
              <a:gd name="connsiteY6214" fmla="*/ 4074739 h 8402012"/>
              <a:gd name="connsiteX6215" fmla="*/ 10077398 w 21052571"/>
              <a:gd name="connsiteY6215" fmla="*/ 4145668 h 8402012"/>
              <a:gd name="connsiteX6216" fmla="*/ 9975299 w 21052571"/>
              <a:gd name="connsiteY6216" fmla="*/ 4165011 h 8402012"/>
              <a:gd name="connsiteX6217" fmla="*/ 9904367 w 21052571"/>
              <a:gd name="connsiteY6217" fmla="*/ 4207856 h 8402012"/>
              <a:gd name="connsiteX6218" fmla="*/ 9876156 w 21052571"/>
              <a:gd name="connsiteY6218" fmla="*/ 4212020 h 8402012"/>
              <a:gd name="connsiteX6219" fmla="*/ 9865805 w 21052571"/>
              <a:gd name="connsiteY6219" fmla="*/ 4207797 h 8402012"/>
              <a:gd name="connsiteX6220" fmla="*/ 9866316 w 21052571"/>
              <a:gd name="connsiteY6220" fmla="*/ 4208037 h 8402012"/>
              <a:gd name="connsiteX6221" fmla="*/ 9865567 w 21052571"/>
              <a:gd name="connsiteY6221" fmla="*/ 4226700 h 8402012"/>
              <a:gd name="connsiteX6222" fmla="*/ 9864944 w 21052571"/>
              <a:gd name="connsiteY6222" fmla="*/ 4225750 h 8402012"/>
              <a:gd name="connsiteX6223" fmla="*/ 9865676 w 21052571"/>
              <a:gd name="connsiteY6223" fmla="*/ 4227200 h 8402012"/>
              <a:gd name="connsiteX6224" fmla="*/ 9794744 w 21052571"/>
              <a:gd name="connsiteY6224" fmla="*/ 4246544 h 8402012"/>
              <a:gd name="connsiteX6225" fmla="*/ 9781848 w 21052571"/>
              <a:gd name="connsiteY6225" fmla="*/ 4278783 h 8402012"/>
              <a:gd name="connsiteX6226" fmla="*/ 9653955 w 21052571"/>
              <a:gd name="connsiteY6226" fmla="*/ 4330366 h 8402012"/>
              <a:gd name="connsiteX6227" fmla="*/ 9397095 w 21052571"/>
              <a:gd name="connsiteY6227" fmla="*/ 4413115 h 8402012"/>
              <a:gd name="connsiteX6228" fmla="*/ 9416440 w 21052571"/>
              <a:gd name="connsiteY6228" fmla="*/ 4445354 h 8402012"/>
              <a:gd name="connsiteX6229" fmla="*/ 9353031 w 21052571"/>
              <a:gd name="connsiteY6229" fmla="*/ 4445354 h 8402012"/>
              <a:gd name="connsiteX6230" fmla="*/ 9294996 w 21052571"/>
              <a:gd name="connsiteY6230" fmla="*/ 4496938 h 8402012"/>
              <a:gd name="connsiteX6231" fmla="*/ 9173552 w 21052571"/>
              <a:gd name="connsiteY6231" fmla="*/ 4561417 h 8402012"/>
              <a:gd name="connsiteX6232" fmla="*/ 8916692 w 21052571"/>
              <a:gd name="connsiteY6232" fmla="*/ 4708644 h 8402012"/>
              <a:gd name="connsiteX6233" fmla="*/ 8390076 w 21052571"/>
              <a:gd name="connsiteY6233" fmla="*/ 4990203 h 8402012"/>
              <a:gd name="connsiteX6234" fmla="*/ 8133216 w 21052571"/>
              <a:gd name="connsiteY6234" fmla="*/ 5132057 h 8402012"/>
              <a:gd name="connsiteX6235" fmla="*/ 8011772 w 21052571"/>
              <a:gd name="connsiteY6235" fmla="*/ 5195462 h 8402012"/>
              <a:gd name="connsiteX6236" fmla="*/ 7909672 w 21052571"/>
              <a:gd name="connsiteY6236" fmla="*/ 5259941 h 8402012"/>
              <a:gd name="connsiteX6237" fmla="*/ 7966633 w 21052571"/>
              <a:gd name="connsiteY6237" fmla="*/ 5292180 h 8402012"/>
              <a:gd name="connsiteX6238" fmla="*/ 7979530 w 21052571"/>
              <a:gd name="connsiteY6238" fmla="*/ 5337316 h 8402012"/>
              <a:gd name="connsiteX6239" fmla="*/ 7992426 w 21052571"/>
              <a:gd name="connsiteY6239" fmla="*/ 5388899 h 8402012"/>
              <a:gd name="connsiteX6240" fmla="*/ 7934391 w 21052571"/>
              <a:gd name="connsiteY6240" fmla="*/ 5478095 h 8402012"/>
              <a:gd name="connsiteX6241" fmla="*/ 7864534 w 21052571"/>
              <a:gd name="connsiteY6241" fmla="*/ 5542574 h 8402012"/>
              <a:gd name="connsiteX6242" fmla="*/ 7909672 w 21052571"/>
              <a:gd name="connsiteY6242" fmla="*/ 5516783 h 8402012"/>
              <a:gd name="connsiteX6243" fmla="*/ 7973082 w 21052571"/>
              <a:gd name="connsiteY6243" fmla="*/ 5490991 h 8402012"/>
              <a:gd name="connsiteX6244" fmla="*/ 8031116 w 21052571"/>
              <a:gd name="connsiteY6244" fmla="*/ 5452304 h 8402012"/>
              <a:gd name="connsiteX6245" fmla="*/ 8069807 w 21052571"/>
              <a:gd name="connsiteY6245" fmla="*/ 5414691 h 8402012"/>
              <a:gd name="connsiteX6246" fmla="*/ 8089152 w 21052571"/>
              <a:gd name="connsiteY6246" fmla="*/ 5420064 h 8402012"/>
              <a:gd name="connsiteX6247" fmla="*/ 8121394 w 21052571"/>
              <a:gd name="connsiteY6247" fmla="*/ 5388899 h 8402012"/>
              <a:gd name="connsiteX6248" fmla="*/ 8184802 w 21052571"/>
              <a:gd name="connsiteY6248" fmla="*/ 5382451 h 8402012"/>
              <a:gd name="connsiteX6249" fmla="*/ 8281528 w 21052571"/>
              <a:gd name="connsiteY6249" fmla="*/ 5285733 h 8402012"/>
              <a:gd name="connsiteX6250" fmla="*/ 8182700 w 21052571"/>
              <a:gd name="connsiteY6250" fmla="*/ 5319320 h 8402012"/>
              <a:gd name="connsiteX6251" fmla="*/ 8173922 w 21052571"/>
              <a:gd name="connsiteY6251" fmla="*/ 5307736 h 8402012"/>
              <a:gd name="connsiteX6252" fmla="*/ 8174231 w 21052571"/>
              <a:gd name="connsiteY6252" fmla="*/ 5310551 h 8402012"/>
              <a:gd name="connsiteX6253" fmla="*/ 8179469 w 21052571"/>
              <a:gd name="connsiteY6253" fmla="*/ 5317376 h 8402012"/>
              <a:gd name="connsiteX6254" fmla="*/ 8167495 w 21052571"/>
              <a:gd name="connsiteY6254" fmla="*/ 5320789 h 8402012"/>
              <a:gd name="connsiteX6255" fmla="*/ 8172660 w 21052571"/>
              <a:gd name="connsiteY6255" fmla="*/ 5306070 h 8402012"/>
              <a:gd name="connsiteX6256" fmla="*/ 8171906 w 21052571"/>
              <a:gd name="connsiteY6256" fmla="*/ 5305076 h 8402012"/>
              <a:gd name="connsiteX6257" fmla="*/ 8320218 w 21052571"/>
              <a:gd name="connsiteY6257" fmla="*/ 5157849 h 8402012"/>
              <a:gd name="connsiteX6258" fmla="*/ 8396524 w 21052571"/>
              <a:gd name="connsiteY6258" fmla="*/ 5119161 h 8402012"/>
              <a:gd name="connsiteX6259" fmla="*/ 8398315 w 21052571"/>
              <a:gd name="connsiteY6259" fmla="*/ 5105641 h 8402012"/>
              <a:gd name="connsiteX6260" fmla="*/ 8397856 w 21052571"/>
              <a:gd name="connsiteY6260" fmla="*/ 5102556 h 8402012"/>
              <a:gd name="connsiteX6261" fmla="*/ 8397548 w 21052571"/>
              <a:gd name="connsiteY6261" fmla="*/ 5093425 h 8402012"/>
              <a:gd name="connsiteX6262" fmla="*/ 8398918 w 21052571"/>
              <a:gd name="connsiteY6262" fmla="*/ 5092780 h 8402012"/>
              <a:gd name="connsiteX6263" fmla="*/ 8409421 w 21052571"/>
              <a:gd name="connsiteY6263" fmla="*/ 5074026 h 8402012"/>
              <a:gd name="connsiteX6264" fmla="*/ 8441663 w 21052571"/>
              <a:gd name="connsiteY6264" fmla="*/ 5041786 h 8402012"/>
              <a:gd name="connsiteX6265" fmla="*/ 8530865 w 21052571"/>
              <a:gd name="connsiteY6265" fmla="*/ 4984830 h 8402012"/>
              <a:gd name="connsiteX6266" fmla="*/ 8530865 w 21052571"/>
              <a:gd name="connsiteY6266" fmla="*/ 5041786 h 8402012"/>
              <a:gd name="connsiteX6267" fmla="*/ 8486801 w 21052571"/>
              <a:gd name="connsiteY6267" fmla="*/ 5074026 h 8402012"/>
              <a:gd name="connsiteX6268" fmla="*/ 8543762 w 21052571"/>
              <a:gd name="connsiteY6268" fmla="*/ 5074026 h 8402012"/>
              <a:gd name="connsiteX6269" fmla="*/ 8563107 w 21052571"/>
              <a:gd name="connsiteY6269" fmla="*/ 4997726 h 8402012"/>
              <a:gd name="connsiteX6270" fmla="*/ 8595349 w 21052571"/>
              <a:gd name="connsiteY6270" fmla="*/ 5041786 h 8402012"/>
              <a:gd name="connsiteX6271" fmla="*/ 8679177 w 21052571"/>
              <a:gd name="connsiteY6271" fmla="*/ 4952590 h 8402012"/>
              <a:gd name="connsiteX6272" fmla="*/ 8685626 w 21052571"/>
              <a:gd name="connsiteY6272" fmla="*/ 5041786 h 8402012"/>
              <a:gd name="connsiteX6273" fmla="*/ 8698522 w 21052571"/>
              <a:gd name="connsiteY6273" fmla="*/ 5028891 h 8402012"/>
              <a:gd name="connsiteX6274" fmla="*/ 8698522 w 21052571"/>
              <a:gd name="connsiteY6274" fmla="*/ 4965486 h 8402012"/>
              <a:gd name="connsiteX6275" fmla="*/ 8749035 w 21052571"/>
              <a:gd name="connsiteY6275" fmla="*/ 4868767 h 8402012"/>
              <a:gd name="connsiteX6276" fmla="*/ 8871553 w 21052571"/>
              <a:gd name="connsiteY6276" fmla="*/ 4868767 h 8402012"/>
              <a:gd name="connsiteX6277" fmla="*/ 8813518 w 21052571"/>
              <a:gd name="connsiteY6277" fmla="*/ 4907455 h 8402012"/>
              <a:gd name="connsiteX6278" fmla="*/ 8960756 w 21052571"/>
              <a:gd name="connsiteY6278" fmla="*/ 4888111 h 8402012"/>
              <a:gd name="connsiteX6279" fmla="*/ 8960756 w 21052571"/>
              <a:gd name="connsiteY6279" fmla="*/ 4798915 h 8402012"/>
              <a:gd name="connsiteX6280" fmla="*/ 8929589 w 21052571"/>
              <a:gd name="connsiteY6280" fmla="*/ 4792467 h 8402012"/>
              <a:gd name="connsiteX6281" fmla="*/ 8948934 w 21052571"/>
              <a:gd name="connsiteY6281" fmla="*/ 4747332 h 8402012"/>
              <a:gd name="connsiteX6282" fmla="*/ 9063930 w 21052571"/>
              <a:gd name="connsiteY6282" fmla="*/ 4734436 h 8402012"/>
              <a:gd name="connsiteX6283" fmla="*/ 9076826 w 21052571"/>
              <a:gd name="connsiteY6283" fmla="*/ 4888111 h 8402012"/>
              <a:gd name="connsiteX6284" fmla="*/ 8903795 w 21052571"/>
              <a:gd name="connsiteY6284" fmla="*/ 4959038 h 8402012"/>
              <a:gd name="connsiteX6285" fmla="*/ 8832863 w 21052571"/>
              <a:gd name="connsiteY6285" fmla="*/ 5004174 h 8402012"/>
              <a:gd name="connsiteX6286" fmla="*/ 8781276 w 21052571"/>
              <a:gd name="connsiteY6286" fmla="*/ 5035338 h 8402012"/>
              <a:gd name="connsiteX6287" fmla="*/ 8773438 w 21052571"/>
              <a:gd name="connsiteY6287" fmla="*/ 5035965 h 8402012"/>
              <a:gd name="connsiteX6288" fmla="*/ 8781360 w 21052571"/>
              <a:gd name="connsiteY6288" fmla="*/ 5042472 h 8402012"/>
              <a:gd name="connsiteX6289" fmla="*/ 8772012 w 21052571"/>
              <a:gd name="connsiteY6289" fmla="*/ 5050150 h 8402012"/>
              <a:gd name="connsiteX6290" fmla="*/ 8767963 w 21052571"/>
              <a:gd name="connsiteY6290" fmla="*/ 5049272 h 8402012"/>
              <a:gd name="connsiteX6291" fmla="*/ 8770472 w 21052571"/>
              <a:gd name="connsiteY6291" fmla="*/ 5059093 h 8402012"/>
              <a:gd name="connsiteX6292" fmla="*/ 8766370 w 21052571"/>
              <a:gd name="connsiteY6292" fmla="*/ 5075146 h 8402012"/>
              <a:gd name="connsiteX6293" fmla="*/ 8758714 w 21052571"/>
              <a:gd name="connsiteY6293" fmla="*/ 5055883 h 8402012"/>
              <a:gd name="connsiteX6294" fmla="*/ 8762542 w 21052571"/>
              <a:gd name="connsiteY6294" fmla="*/ 5051869 h 8402012"/>
              <a:gd name="connsiteX6295" fmla="*/ 8765308 w 21052571"/>
              <a:gd name="connsiteY6295" fmla="*/ 5045489 h 8402012"/>
              <a:gd name="connsiteX6296" fmla="*/ 8763453 w 21052571"/>
              <a:gd name="connsiteY6296" fmla="*/ 5042472 h 8402012"/>
              <a:gd name="connsiteX6297" fmla="*/ 8767145 w 21052571"/>
              <a:gd name="connsiteY6297" fmla="*/ 5036469 h 8402012"/>
              <a:gd name="connsiteX6298" fmla="*/ 8761126 w 21052571"/>
              <a:gd name="connsiteY6298" fmla="*/ 5036950 h 8402012"/>
              <a:gd name="connsiteX6299" fmla="*/ 8736138 w 21052571"/>
              <a:gd name="connsiteY6299" fmla="*/ 5048234 h 8402012"/>
              <a:gd name="connsiteX6300" fmla="*/ 8736138 w 21052571"/>
              <a:gd name="connsiteY6300" fmla="*/ 5093370 h 8402012"/>
              <a:gd name="connsiteX6301" fmla="*/ 8794173 w 21052571"/>
              <a:gd name="connsiteY6301" fmla="*/ 5074026 h 8402012"/>
              <a:gd name="connsiteX6302" fmla="*/ 8852208 w 21052571"/>
              <a:gd name="connsiteY6302" fmla="*/ 5054682 h 8402012"/>
              <a:gd name="connsiteX6303" fmla="*/ 8923140 w 21052571"/>
              <a:gd name="connsiteY6303" fmla="*/ 5028891 h 8402012"/>
              <a:gd name="connsiteX6304" fmla="*/ 8980101 w 21052571"/>
              <a:gd name="connsiteY6304" fmla="*/ 4990203 h 8402012"/>
              <a:gd name="connsiteX6305" fmla="*/ 9089723 w 21052571"/>
              <a:gd name="connsiteY6305" fmla="*/ 4933247 h 8402012"/>
              <a:gd name="connsiteX6306" fmla="*/ 9134862 w 21052571"/>
              <a:gd name="connsiteY6306" fmla="*/ 4894559 h 8402012"/>
              <a:gd name="connsiteX6307" fmla="*/ 9128413 w 21052571"/>
              <a:gd name="connsiteY6307" fmla="*/ 4823632 h 8402012"/>
              <a:gd name="connsiteX6308" fmla="*/ 9166029 w 21052571"/>
              <a:gd name="connsiteY6308" fmla="*/ 4792467 h 8402012"/>
              <a:gd name="connsiteX6309" fmla="*/ 9178926 w 21052571"/>
              <a:gd name="connsiteY6309" fmla="*/ 4734436 h 8402012"/>
              <a:gd name="connsiteX6310" fmla="*/ 9198271 w 21052571"/>
              <a:gd name="connsiteY6310" fmla="*/ 4855872 h 8402012"/>
              <a:gd name="connsiteX6311" fmla="*/ 9288548 w 21052571"/>
              <a:gd name="connsiteY6311" fmla="*/ 4823632 h 8402012"/>
              <a:gd name="connsiteX6312" fmla="*/ 9448682 w 21052571"/>
              <a:gd name="connsiteY6312" fmla="*/ 4753780 h 8402012"/>
              <a:gd name="connsiteX6313" fmla="*/ 9589471 w 21052571"/>
              <a:gd name="connsiteY6313" fmla="*/ 4650613 h 8402012"/>
              <a:gd name="connsiteX6314" fmla="*/ 9718439 w 21052571"/>
              <a:gd name="connsiteY6314" fmla="*/ 4605477 h 8402012"/>
              <a:gd name="connsiteX6315" fmla="*/ 9852780 w 21052571"/>
              <a:gd name="connsiteY6315" fmla="*/ 4548521 h 8402012"/>
              <a:gd name="connsiteX6316" fmla="*/ 9833435 w 21052571"/>
              <a:gd name="connsiteY6316" fmla="*/ 4484042 h 8402012"/>
              <a:gd name="connsiteX6317" fmla="*/ 9826986 w 21052571"/>
              <a:gd name="connsiteY6317" fmla="*/ 4400219 h 8402012"/>
              <a:gd name="connsiteX6318" fmla="*/ 9846331 w 21052571"/>
              <a:gd name="connsiteY6318" fmla="*/ 4330366 h 8402012"/>
              <a:gd name="connsiteX6319" fmla="*/ 9910815 w 21052571"/>
              <a:gd name="connsiteY6319" fmla="*/ 4330366 h 8402012"/>
              <a:gd name="connsiteX6320" fmla="*/ 10038707 w 21052571"/>
              <a:gd name="connsiteY6320" fmla="*/ 4246544 h 8402012"/>
              <a:gd name="connsiteX6321" fmla="*/ 10025811 w 21052571"/>
              <a:gd name="connsiteY6321" fmla="*/ 4381950 h 8402012"/>
              <a:gd name="connsiteX6322" fmla="*/ 9962402 w 21052571"/>
              <a:gd name="connsiteY6322" fmla="*/ 4393771 h 8402012"/>
              <a:gd name="connsiteX6323" fmla="*/ 9943057 w 21052571"/>
              <a:gd name="connsiteY6323" fmla="*/ 4438906 h 8402012"/>
              <a:gd name="connsiteX6324" fmla="*/ 9917263 w 21052571"/>
              <a:gd name="connsiteY6324" fmla="*/ 4451802 h 8402012"/>
              <a:gd name="connsiteX6325" fmla="*/ 9904367 w 21052571"/>
              <a:gd name="connsiteY6325" fmla="*/ 4548521 h 8402012"/>
              <a:gd name="connsiteX6326" fmla="*/ 10487943 w 21052571"/>
              <a:gd name="connsiteY6326" fmla="*/ 4298127 h 8402012"/>
              <a:gd name="connsiteX6327" fmla="*/ 10775970 w 21052571"/>
              <a:gd name="connsiteY6327" fmla="*/ 4189587 h 8402012"/>
              <a:gd name="connsiteX6328" fmla="*/ 10903863 w 21052571"/>
              <a:gd name="connsiteY6328" fmla="*/ 4139219 h 8402012"/>
              <a:gd name="connsiteX6329" fmla="*/ 11031756 w 21052571"/>
              <a:gd name="connsiteY6329" fmla="*/ 4100532 h 8402012"/>
              <a:gd name="connsiteX6330" fmla="*/ 10730832 w 21052571"/>
              <a:gd name="connsiteY6330" fmla="*/ 4265887 h 8402012"/>
              <a:gd name="connsiteX6331" fmla="*/ 10436357 w 21052571"/>
              <a:gd name="connsiteY6331" fmla="*/ 4381950 h 8402012"/>
              <a:gd name="connsiteX6332" fmla="*/ 10282671 w 21052571"/>
              <a:gd name="connsiteY6332" fmla="*/ 4458250 h 8402012"/>
              <a:gd name="connsiteX6333" fmla="*/ 10148330 w 21052571"/>
              <a:gd name="connsiteY6333" fmla="*/ 4490490 h 8402012"/>
              <a:gd name="connsiteX6334" fmla="*/ 9852780 w 21052571"/>
              <a:gd name="connsiteY6334" fmla="*/ 4618373 h 8402012"/>
              <a:gd name="connsiteX6335" fmla="*/ 9705542 w 21052571"/>
              <a:gd name="connsiteY6335" fmla="*/ 4715092 h 8402012"/>
              <a:gd name="connsiteX6336" fmla="*/ 9571201 w 21052571"/>
              <a:gd name="connsiteY6336" fmla="*/ 4798915 h 8402012"/>
              <a:gd name="connsiteX6337" fmla="*/ 9429337 w 21052571"/>
              <a:gd name="connsiteY6337" fmla="*/ 4830080 h 8402012"/>
              <a:gd name="connsiteX6338" fmla="*/ 9288548 w 21052571"/>
              <a:gd name="connsiteY6338" fmla="*/ 4888111 h 8402012"/>
              <a:gd name="connsiteX6339" fmla="*/ 8992998 w 21052571"/>
              <a:gd name="connsiteY6339" fmla="*/ 5061130 h 8402012"/>
              <a:gd name="connsiteX6340" fmla="*/ 8832863 w 21052571"/>
              <a:gd name="connsiteY6340" fmla="*/ 5144953 h 8402012"/>
              <a:gd name="connsiteX6341" fmla="*/ 8698522 w 21052571"/>
              <a:gd name="connsiteY6341" fmla="*/ 5195462 h 8402012"/>
              <a:gd name="connsiteX6342" fmla="*/ 8711419 w 21052571"/>
              <a:gd name="connsiteY6342" fmla="*/ 5324420 h 8402012"/>
              <a:gd name="connsiteX6343" fmla="*/ 8653384 w 21052571"/>
              <a:gd name="connsiteY6343" fmla="*/ 5343764 h 8402012"/>
              <a:gd name="connsiteX6344" fmla="*/ 8569555 w 21052571"/>
              <a:gd name="connsiteY6344" fmla="*/ 5388899 h 8402012"/>
              <a:gd name="connsiteX6345" fmla="*/ 8506146 w 21052571"/>
              <a:gd name="connsiteY6345" fmla="*/ 5445856 h 8402012"/>
              <a:gd name="connsiteX6346" fmla="*/ 8313770 w 21052571"/>
              <a:gd name="connsiteY6346" fmla="*/ 5549022 h 8402012"/>
              <a:gd name="connsiteX6347" fmla="*/ 8139664 w 21052571"/>
              <a:gd name="connsiteY6347" fmla="*/ 5683354 h 8402012"/>
              <a:gd name="connsiteX6348" fmla="*/ 8396524 w 21052571"/>
              <a:gd name="connsiteY6348" fmla="*/ 5605979 h 8402012"/>
              <a:gd name="connsiteX6349" fmla="*/ 8467456 w 21052571"/>
              <a:gd name="connsiteY6349" fmla="*/ 5549022 h 8402012"/>
              <a:gd name="connsiteX6350" fmla="*/ 8506146 w 21052571"/>
              <a:gd name="connsiteY6350" fmla="*/ 5484543 h 8402012"/>
              <a:gd name="connsiteX6351" fmla="*/ 8486801 w 21052571"/>
              <a:gd name="connsiteY6351" fmla="*/ 5516783 h 8402012"/>
              <a:gd name="connsiteX6352" fmla="*/ 8538388 w 21052571"/>
              <a:gd name="connsiteY6352" fmla="*/ 5510335 h 8402012"/>
              <a:gd name="connsiteX6353" fmla="*/ 8582452 w 21052571"/>
              <a:gd name="connsiteY6353" fmla="*/ 5458752 h 8402012"/>
              <a:gd name="connsiteX6354" fmla="*/ 8576003 w 21052571"/>
              <a:gd name="connsiteY6354" fmla="*/ 5471647 h 8402012"/>
              <a:gd name="connsiteX6355" fmla="*/ 8582452 w 21052571"/>
              <a:gd name="connsiteY6355" fmla="*/ 5490991 h 8402012"/>
              <a:gd name="connsiteX6356" fmla="*/ 8692074 w 21052571"/>
              <a:gd name="connsiteY6356" fmla="*/ 5426512 h 8402012"/>
              <a:gd name="connsiteX6357" fmla="*/ 8865105 w 21052571"/>
              <a:gd name="connsiteY6357" fmla="*/ 5343764 h 8402012"/>
              <a:gd name="connsiteX6358" fmla="*/ 9191822 w 21052571"/>
              <a:gd name="connsiteY6358" fmla="*/ 5170745 h 8402012"/>
              <a:gd name="connsiteX6359" fmla="*/ 9538959 w 21052571"/>
              <a:gd name="connsiteY6359" fmla="*/ 4990203 h 8402012"/>
              <a:gd name="connsiteX6360" fmla="*/ 9686197 w 21052571"/>
              <a:gd name="connsiteY6360" fmla="*/ 4894559 h 8402012"/>
              <a:gd name="connsiteX6361" fmla="*/ 9744232 w 21052571"/>
              <a:gd name="connsiteY6361" fmla="*/ 4894559 h 8402012"/>
              <a:gd name="connsiteX6362" fmla="*/ 9750680 w 21052571"/>
              <a:gd name="connsiteY6362" fmla="*/ 4823632 h 8402012"/>
              <a:gd name="connsiteX6363" fmla="*/ 9500269 w 21052571"/>
              <a:gd name="connsiteY6363" fmla="*/ 4946142 h 8402012"/>
              <a:gd name="connsiteX6364" fmla="*/ 9390647 w 21052571"/>
              <a:gd name="connsiteY6364" fmla="*/ 4997726 h 8402012"/>
              <a:gd name="connsiteX6365" fmla="*/ 9346583 w 21052571"/>
              <a:gd name="connsiteY6365" fmla="*/ 5067578 h 8402012"/>
              <a:gd name="connsiteX6366" fmla="*/ 9275651 w 21052571"/>
              <a:gd name="connsiteY6366" fmla="*/ 5080474 h 8402012"/>
              <a:gd name="connsiteX6367" fmla="*/ 9147758 w 21052571"/>
              <a:gd name="connsiteY6367" fmla="*/ 5125609 h 8402012"/>
              <a:gd name="connsiteX6368" fmla="*/ 8916692 w 21052571"/>
              <a:gd name="connsiteY6368" fmla="*/ 5195462 h 8402012"/>
              <a:gd name="connsiteX6369" fmla="*/ 9005894 w 21052571"/>
              <a:gd name="connsiteY6369" fmla="*/ 5119161 h 8402012"/>
              <a:gd name="connsiteX6370" fmla="*/ 9134862 w 21052571"/>
              <a:gd name="connsiteY6370" fmla="*/ 5041786 h 8402012"/>
              <a:gd name="connsiteX6371" fmla="*/ 9468027 w 21052571"/>
              <a:gd name="connsiteY6371" fmla="*/ 4875215 h 8402012"/>
              <a:gd name="connsiteX6372" fmla="*/ 9807641 w 21052571"/>
              <a:gd name="connsiteY6372" fmla="*/ 4721540 h 8402012"/>
              <a:gd name="connsiteX6373" fmla="*/ 10128985 w 21052571"/>
              <a:gd name="connsiteY6373" fmla="*/ 4580760 h 8402012"/>
              <a:gd name="connsiteX6374" fmla="*/ 10058053 w 21052571"/>
              <a:gd name="connsiteY6374" fmla="*/ 4663509 h 8402012"/>
              <a:gd name="connsiteX6375" fmla="*/ 9955953 w 21052571"/>
              <a:gd name="connsiteY6375" fmla="*/ 4715092 h 8402012"/>
              <a:gd name="connsiteX6376" fmla="*/ 9852780 w 21052571"/>
              <a:gd name="connsiteY6376" fmla="*/ 4760227 h 8402012"/>
              <a:gd name="connsiteX6377" fmla="*/ 9770026 w 21052571"/>
              <a:gd name="connsiteY6377" fmla="*/ 4823632 h 8402012"/>
              <a:gd name="connsiteX6378" fmla="*/ 9789371 w 21052571"/>
              <a:gd name="connsiteY6378" fmla="*/ 4894559 h 8402012"/>
              <a:gd name="connsiteX6379" fmla="*/ 9826986 w 21052571"/>
              <a:gd name="connsiteY6379" fmla="*/ 4849424 h 8402012"/>
              <a:gd name="connsiteX6380" fmla="*/ 9865676 w 21052571"/>
              <a:gd name="connsiteY6380" fmla="*/ 4842976 h 8402012"/>
              <a:gd name="connsiteX6381" fmla="*/ 9867618 w 21052571"/>
              <a:gd name="connsiteY6381" fmla="*/ 4830031 h 8402012"/>
              <a:gd name="connsiteX6382" fmla="*/ 9867175 w 21052571"/>
              <a:gd name="connsiteY6382" fmla="*/ 4826849 h 8402012"/>
              <a:gd name="connsiteX6383" fmla="*/ 9866965 w 21052571"/>
              <a:gd name="connsiteY6383" fmla="*/ 4819327 h 8402012"/>
              <a:gd name="connsiteX6384" fmla="*/ 9865676 w 21052571"/>
              <a:gd name="connsiteY6384" fmla="*/ 4810736 h 8402012"/>
              <a:gd name="connsiteX6385" fmla="*/ 9949505 w 21052571"/>
              <a:gd name="connsiteY6385" fmla="*/ 4786019 h 8402012"/>
              <a:gd name="connsiteX6386" fmla="*/ 9994644 w 21052571"/>
              <a:gd name="connsiteY6386" fmla="*/ 4760227 h 8402012"/>
              <a:gd name="connsiteX6387" fmla="*/ 9955953 w 21052571"/>
              <a:gd name="connsiteY6387" fmla="*/ 4868767 h 8402012"/>
              <a:gd name="connsiteX6388" fmla="*/ 10025811 w 21052571"/>
              <a:gd name="connsiteY6388" fmla="*/ 4920351 h 8402012"/>
              <a:gd name="connsiteX6389" fmla="*/ 9865676 w 21052571"/>
              <a:gd name="connsiteY6389" fmla="*/ 5015995 h 8402012"/>
              <a:gd name="connsiteX6390" fmla="*/ 9666852 w 21052571"/>
              <a:gd name="connsiteY6390" fmla="*/ 5106266 h 8402012"/>
              <a:gd name="connsiteX6391" fmla="*/ 9558304 w 21052571"/>
              <a:gd name="connsiteY6391" fmla="*/ 5151401 h 8402012"/>
              <a:gd name="connsiteX6392" fmla="*/ 9474476 w 21052571"/>
              <a:gd name="connsiteY6392" fmla="*/ 5157849 h 8402012"/>
              <a:gd name="connsiteX6393" fmla="*/ 9472484 w 21052571"/>
              <a:gd name="connsiteY6393" fmla="*/ 5156878 h 8402012"/>
              <a:gd name="connsiteX6394" fmla="*/ 9476907 w 21052571"/>
              <a:gd name="connsiteY6394" fmla="*/ 5170517 h 8402012"/>
              <a:gd name="connsiteX6395" fmla="*/ 9464932 w 21052571"/>
              <a:gd name="connsiteY6395" fmla="*/ 5164898 h 8402012"/>
              <a:gd name="connsiteX6396" fmla="*/ 9467926 w 21052571"/>
              <a:gd name="connsiteY6396" fmla="*/ 5156068 h 8402012"/>
              <a:gd name="connsiteX6397" fmla="*/ 9468697 w 21052571"/>
              <a:gd name="connsiteY6397" fmla="*/ 5155034 h 8402012"/>
              <a:gd name="connsiteX6398" fmla="*/ 9443040 w 21052571"/>
              <a:gd name="connsiteY6398" fmla="*/ 5142535 h 8402012"/>
              <a:gd name="connsiteX6399" fmla="*/ 9416440 w 21052571"/>
              <a:gd name="connsiteY6399" fmla="*/ 5151401 h 8402012"/>
              <a:gd name="connsiteX6400" fmla="*/ 9378825 w 21052571"/>
              <a:gd name="connsiteY6400" fmla="*/ 5195462 h 8402012"/>
              <a:gd name="connsiteX6401" fmla="*/ 9468027 w 21052571"/>
              <a:gd name="connsiteY6401" fmla="*/ 5183641 h 8402012"/>
              <a:gd name="connsiteX6402" fmla="*/ 9211167 w 21052571"/>
              <a:gd name="connsiteY6402" fmla="*/ 5343764 h 8402012"/>
              <a:gd name="connsiteX6403" fmla="*/ 9102620 w 21052571"/>
              <a:gd name="connsiteY6403" fmla="*/ 5400720 h 8402012"/>
              <a:gd name="connsiteX6404" fmla="*/ 9057481 w 21052571"/>
              <a:gd name="connsiteY6404" fmla="*/ 5414691 h 8402012"/>
              <a:gd name="connsiteX6405" fmla="*/ 9025240 w 21052571"/>
              <a:gd name="connsiteY6405" fmla="*/ 5395347 h 8402012"/>
              <a:gd name="connsiteX6406" fmla="*/ 9027860 w 21052571"/>
              <a:gd name="connsiteY6406" fmla="*/ 5405607 h 8402012"/>
              <a:gd name="connsiteX6407" fmla="*/ 9029904 w 21052571"/>
              <a:gd name="connsiteY6407" fmla="*/ 5415120 h 8402012"/>
              <a:gd name="connsiteX6408" fmla="*/ 9037858 w 21052571"/>
              <a:gd name="connsiteY6408" fmla="*/ 5406503 h 8402012"/>
              <a:gd name="connsiteX6409" fmla="*/ 9046839 w 21052571"/>
              <a:gd name="connsiteY6409" fmla="*/ 5416233 h 8402012"/>
              <a:gd name="connsiteX6410" fmla="*/ 9030144 w 21052571"/>
              <a:gd name="connsiteY6410" fmla="*/ 5416233 h 8402012"/>
              <a:gd name="connsiteX6411" fmla="*/ 9031689 w 21052571"/>
              <a:gd name="connsiteY6411" fmla="*/ 5423422 h 8402012"/>
              <a:gd name="connsiteX6412" fmla="*/ 9018791 w 21052571"/>
              <a:gd name="connsiteY6412" fmla="*/ 5452304 h 8402012"/>
              <a:gd name="connsiteX6413" fmla="*/ 8968279 w 21052571"/>
              <a:gd name="connsiteY6413" fmla="*/ 5439408 h 8402012"/>
              <a:gd name="connsiteX6414" fmla="*/ 8929589 w 21052571"/>
              <a:gd name="connsiteY6414" fmla="*/ 5426512 h 8402012"/>
              <a:gd name="connsiteX6415" fmla="*/ 8903795 w 21052571"/>
              <a:gd name="connsiteY6415" fmla="*/ 5458752 h 8402012"/>
              <a:gd name="connsiteX6416" fmla="*/ 8884450 w 21052571"/>
              <a:gd name="connsiteY6416" fmla="*/ 5490991 h 8402012"/>
              <a:gd name="connsiteX6417" fmla="*/ 8415869 w 21052571"/>
              <a:gd name="connsiteY6417" fmla="*/ 5741385 h 8402012"/>
              <a:gd name="connsiteX6418" fmla="*/ 8171906 w 21052571"/>
              <a:gd name="connsiteY6418" fmla="*/ 5856373 h 8402012"/>
              <a:gd name="connsiteX6419" fmla="*/ 7922569 w 21052571"/>
              <a:gd name="connsiteY6419" fmla="*/ 6011123 h 8402012"/>
              <a:gd name="connsiteX6420" fmla="*/ 8005323 w 21052571"/>
              <a:gd name="connsiteY6420" fmla="*/ 6030467 h 8402012"/>
              <a:gd name="connsiteX6421" fmla="*/ 8056910 w 21052571"/>
              <a:gd name="connsiteY6421" fmla="*/ 6042288 h 8402012"/>
              <a:gd name="connsiteX6422" fmla="*/ 8058033 w 21052571"/>
              <a:gd name="connsiteY6422" fmla="*/ 6038764 h 8402012"/>
              <a:gd name="connsiteX6423" fmla="*/ 8054135 w 21052571"/>
              <a:gd name="connsiteY6423" fmla="*/ 6026397 h 8402012"/>
              <a:gd name="connsiteX6424" fmla="*/ 8057813 w 21052571"/>
              <a:gd name="connsiteY6424" fmla="*/ 6014107 h 8402012"/>
              <a:gd name="connsiteX6425" fmla="*/ 8056910 w 21052571"/>
              <a:gd name="connsiteY6425" fmla="*/ 6011123 h 8402012"/>
              <a:gd name="connsiteX6426" fmla="*/ 8223493 w 21052571"/>
              <a:gd name="connsiteY6426" fmla="*/ 5914404 h 8402012"/>
              <a:gd name="connsiteX6427" fmla="*/ 8390076 w 21052571"/>
              <a:gd name="connsiteY6427" fmla="*/ 5830581 h 8402012"/>
              <a:gd name="connsiteX6428" fmla="*/ 8711419 w 21052571"/>
              <a:gd name="connsiteY6428" fmla="*/ 5638219 h 8402012"/>
              <a:gd name="connsiteX6429" fmla="*/ 8807070 w 21052571"/>
              <a:gd name="connsiteY6429" fmla="*/ 5600606 h 8402012"/>
              <a:gd name="connsiteX6430" fmla="*/ 8824041 w 21052571"/>
              <a:gd name="connsiteY6430" fmla="*/ 5601471 h 8402012"/>
              <a:gd name="connsiteX6431" fmla="*/ 8820327 w 21052571"/>
              <a:gd name="connsiteY6431" fmla="*/ 5593734 h 8402012"/>
              <a:gd name="connsiteX6432" fmla="*/ 8838289 w 21052571"/>
              <a:gd name="connsiteY6432" fmla="*/ 5593734 h 8402012"/>
              <a:gd name="connsiteX6433" fmla="*/ 8833196 w 21052571"/>
              <a:gd name="connsiteY6433" fmla="*/ 5601939 h 8402012"/>
              <a:gd name="connsiteX6434" fmla="*/ 8846567 w 21052571"/>
              <a:gd name="connsiteY6434" fmla="*/ 5602621 h 8402012"/>
              <a:gd name="connsiteX6435" fmla="*/ 8890899 w 21052571"/>
              <a:gd name="connsiteY6435" fmla="*/ 5600606 h 8402012"/>
              <a:gd name="connsiteX6436" fmla="*/ 9070378 w 21052571"/>
              <a:gd name="connsiteY6436" fmla="*/ 5510335 h 8402012"/>
              <a:gd name="connsiteX6437" fmla="*/ 9249858 w 21052571"/>
              <a:gd name="connsiteY6437" fmla="*/ 5395347 h 8402012"/>
              <a:gd name="connsiteX6438" fmla="*/ 9327238 w 21052571"/>
              <a:gd name="connsiteY6438" fmla="*/ 5343764 h 8402012"/>
              <a:gd name="connsiteX6439" fmla="*/ 9384198 w 21052571"/>
              <a:gd name="connsiteY6439" fmla="*/ 5382451 h 8402012"/>
              <a:gd name="connsiteX6440" fmla="*/ 9340135 w 21052571"/>
              <a:gd name="connsiteY6440" fmla="*/ 5432960 h 8402012"/>
              <a:gd name="connsiteX6441" fmla="*/ 9269203 w 21052571"/>
              <a:gd name="connsiteY6441" fmla="*/ 5471647 h 8402012"/>
              <a:gd name="connsiteX6442" fmla="*/ 9109068 w 21052571"/>
              <a:gd name="connsiteY6442" fmla="*/ 5549022 h 8402012"/>
              <a:gd name="connsiteX6443" fmla="*/ 8794173 w 21052571"/>
              <a:gd name="connsiteY6443" fmla="*/ 5709146 h 8402012"/>
              <a:gd name="connsiteX6444" fmla="*/ 8473904 w 21052571"/>
              <a:gd name="connsiteY6444" fmla="*/ 5869269 h 8402012"/>
              <a:gd name="connsiteX6445" fmla="*/ 8313770 w 21052571"/>
              <a:gd name="connsiteY6445" fmla="*/ 5959540 h 8402012"/>
              <a:gd name="connsiteX6446" fmla="*/ 8171906 w 21052571"/>
              <a:gd name="connsiteY6446" fmla="*/ 6042288 h 8402012"/>
              <a:gd name="connsiteX6447" fmla="*/ 8102048 w 21052571"/>
              <a:gd name="connsiteY6447" fmla="*/ 6061632 h 8402012"/>
              <a:gd name="connsiteX6448" fmla="*/ 8056910 w 21052571"/>
              <a:gd name="connsiteY6448" fmla="*/ 6087423 h 8402012"/>
              <a:gd name="connsiteX6449" fmla="*/ 7934391 w 21052571"/>
              <a:gd name="connsiteY6449" fmla="*/ 6158350 h 8402012"/>
              <a:gd name="connsiteX6450" fmla="*/ 7646364 w 21052571"/>
              <a:gd name="connsiteY6450" fmla="*/ 6305578 h 8402012"/>
              <a:gd name="connsiteX6451" fmla="*/ 7350814 w 21052571"/>
              <a:gd name="connsiteY6451" fmla="*/ 6446357 h 8402012"/>
              <a:gd name="connsiteX6452" fmla="*/ 7280957 w 21052571"/>
              <a:gd name="connsiteY6452" fmla="*/ 6478597 h 8402012"/>
              <a:gd name="connsiteX6453" fmla="*/ 7229370 w 21052571"/>
              <a:gd name="connsiteY6453" fmla="*/ 6523732 h 8402012"/>
              <a:gd name="connsiteX6454" fmla="*/ 7171335 w 21052571"/>
              <a:gd name="connsiteY6454" fmla="*/ 6555972 h 8402012"/>
              <a:gd name="connsiteX6455" fmla="*/ 7101478 w 21052571"/>
              <a:gd name="connsiteY6455" fmla="*/ 6575316 h 8402012"/>
              <a:gd name="connsiteX6456" fmla="*/ 7248715 w 21052571"/>
              <a:gd name="connsiteY6456" fmla="*/ 6530180 h 8402012"/>
              <a:gd name="connsiteX6457" fmla="*/ 7408850 w 21052571"/>
              <a:gd name="connsiteY6457" fmla="*/ 6452805 h 8402012"/>
              <a:gd name="connsiteX6458" fmla="*/ 7568984 w 21052571"/>
              <a:gd name="connsiteY6458" fmla="*/ 6370057 h 8402012"/>
              <a:gd name="connsiteX6459" fmla="*/ 7646364 w 21052571"/>
              <a:gd name="connsiteY6459" fmla="*/ 6331369 h 8402012"/>
              <a:gd name="connsiteX6460" fmla="*/ 7717296 w 21052571"/>
              <a:gd name="connsiteY6460" fmla="*/ 6279786 h 8402012"/>
              <a:gd name="connsiteX6461" fmla="*/ 7870982 w 21052571"/>
              <a:gd name="connsiteY6461" fmla="*/ 6209934 h 8402012"/>
              <a:gd name="connsiteX6462" fmla="*/ 8037565 w 21052571"/>
              <a:gd name="connsiteY6462" fmla="*/ 6119663 h 8402012"/>
              <a:gd name="connsiteX6463" fmla="*/ 8184802 w 21052571"/>
              <a:gd name="connsiteY6463" fmla="*/ 6048736 h 8402012"/>
              <a:gd name="connsiteX6464" fmla="*/ 8325592 w 21052571"/>
              <a:gd name="connsiteY6464" fmla="*/ 5998227 h 8402012"/>
              <a:gd name="connsiteX6465" fmla="*/ 8390076 w 21052571"/>
              <a:gd name="connsiteY6465" fmla="*/ 5946644 h 8402012"/>
              <a:gd name="connsiteX6466" fmla="*/ 8467456 w 21052571"/>
              <a:gd name="connsiteY6466" fmla="*/ 5907956 h 8402012"/>
              <a:gd name="connsiteX6467" fmla="*/ 8640487 w 21052571"/>
              <a:gd name="connsiteY6467" fmla="*/ 5825208 h 8402012"/>
              <a:gd name="connsiteX6468" fmla="*/ 8992998 w 21052571"/>
              <a:gd name="connsiteY6468" fmla="*/ 5664010 h 8402012"/>
              <a:gd name="connsiteX6469" fmla="*/ 9346583 w 21052571"/>
              <a:gd name="connsiteY6469" fmla="*/ 5490991 h 8402012"/>
              <a:gd name="connsiteX6470" fmla="*/ 9506717 w 21052571"/>
              <a:gd name="connsiteY6470" fmla="*/ 5414691 h 8402012"/>
              <a:gd name="connsiteX6471" fmla="*/ 9584098 w 21052571"/>
              <a:gd name="connsiteY6471" fmla="*/ 5395347 h 8402012"/>
              <a:gd name="connsiteX6472" fmla="*/ 8968279 w 21052571"/>
              <a:gd name="connsiteY6472" fmla="*/ 5728489 h 8402012"/>
              <a:gd name="connsiteX6473" fmla="*/ 8325592 w 21052571"/>
              <a:gd name="connsiteY6473" fmla="*/ 6061632 h 8402012"/>
              <a:gd name="connsiteX6474" fmla="*/ 7685054 w 21052571"/>
              <a:gd name="connsiteY6474" fmla="*/ 6395849 h 8402012"/>
              <a:gd name="connsiteX6475" fmla="*/ 7363711 w 21052571"/>
              <a:gd name="connsiteY6475" fmla="*/ 6555972 h 8402012"/>
              <a:gd name="connsiteX6476" fmla="*/ 7203576 w 21052571"/>
              <a:gd name="connsiteY6476" fmla="*/ 6638720 h 8402012"/>
              <a:gd name="connsiteX6477" fmla="*/ 7095029 w 21052571"/>
              <a:gd name="connsiteY6477" fmla="*/ 6716095 h 8402012"/>
              <a:gd name="connsiteX6478" fmla="*/ 7113300 w 21052571"/>
              <a:gd name="connsiteY6478" fmla="*/ 6748335 h 8402012"/>
              <a:gd name="connsiteX6479" fmla="*/ 7088447 w 21052571"/>
              <a:gd name="connsiteY6479" fmla="*/ 6754782 h 8402012"/>
              <a:gd name="connsiteX6480" fmla="*/ 7064365 w 21052571"/>
              <a:gd name="connsiteY6480" fmla="*/ 6760834 h 8402012"/>
              <a:gd name="connsiteX6481" fmla="*/ 7065628 w 21052571"/>
              <a:gd name="connsiteY6481" fmla="*/ 6762189 h 8402012"/>
              <a:gd name="connsiteX6482" fmla="*/ 7059641 w 21052571"/>
              <a:gd name="connsiteY6482" fmla="*/ 6781452 h 8402012"/>
              <a:gd name="connsiteX6483" fmla="*/ 7047666 w 21052571"/>
              <a:gd name="connsiteY6483" fmla="*/ 6762189 h 8402012"/>
              <a:gd name="connsiteX6484" fmla="*/ 7056647 w 21052571"/>
              <a:gd name="connsiteY6484" fmla="*/ 6752557 h 8402012"/>
              <a:gd name="connsiteX6485" fmla="*/ 7062228 w 21052571"/>
              <a:gd name="connsiteY6485" fmla="*/ 6758542 h 8402012"/>
              <a:gd name="connsiteX6486" fmla="*/ 7058758 w 21052571"/>
              <a:gd name="connsiteY6486" fmla="*/ 6741887 h 8402012"/>
              <a:gd name="connsiteX6487" fmla="*/ 7069236 w 21052571"/>
              <a:gd name="connsiteY6487" fmla="*/ 6722543 h 8402012"/>
              <a:gd name="connsiteX6488" fmla="*/ 6793031 w 21052571"/>
              <a:gd name="connsiteY6488" fmla="*/ 6889114 h 8402012"/>
              <a:gd name="connsiteX6489" fmla="*/ 6722098 w 21052571"/>
              <a:gd name="connsiteY6489" fmla="*/ 6882666 h 8402012"/>
              <a:gd name="connsiteX6490" fmla="*/ 6620000 w 21052571"/>
              <a:gd name="connsiteY6490" fmla="*/ 6934249 h 8402012"/>
              <a:gd name="connsiteX6491" fmla="*/ 6402328 w 21052571"/>
              <a:gd name="connsiteY6491" fmla="*/ 7042789 h 8402012"/>
              <a:gd name="connsiteX6492" fmla="*/ 6286252 w 21052571"/>
              <a:gd name="connsiteY6492" fmla="*/ 7094373 h 8402012"/>
              <a:gd name="connsiteX6493" fmla="*/ 6177698 w 21052571"/>
              <a:gd name="connsiteY6493" fmla="*/ 7126612 h 8402012"/>
              <a:gd name="connsiteX6494" fmla="*/ 6093865 w 21052571"/>
              <a:gd name="connsiteY6494" fmla="*/ 7191091 h 8402012"/>
              <a:gd name="connsiteX6495" fmla="*/ 6004658 w 21052571"/>
              <a:gd name="connsiteY6495" fmla="*/ 7216883 h 8402012"/>
              <a:gd name="connsiteX6496" fmla="*/ 5548951 w 21052571"/>
              <a:gd name="connsiteY6496" fmla="*/ 7377006 h 8402012"/>
              <a:gd name="connsiteX6497" fmla="*/ 5304973 w 21052571"/>
              <a:gd name="connsiteY6497" fmla="*/ 7466202 h 8402012"/>
              <a:gd name="connsiteX6498" fmla="*/ 5189970 w 21052571"/>
              <a:gd name="connsiteY6498" fmla="*/ 7498442 h 8402012"/>
              <a:gd name="connsiteX6499" fmla="*/ 5151276 w 21052571"/>
              <a:gd name="connsiteY6499" fmla="*/ 7530682 h 8402012"/>
              <a:gd name="connsiteX6500" fmla="*/ 5235114 w 21052571"/>
              <a:gd name="connsiteY6500" fmla="*/ 7517786 h 8402012"/>
              <a:gd name="connsiteX6501" fmla="*/ 5304973 w 21052571"/>
              <a:gd name="connsiteY6501" fmla="*/ 7485546 h 8402012"/>
              <a:gd name="connsiteX6502" fmla="*/ 5490908 w 21052571"/>
              <a:gd name="connsiteY6502" fmla="*/ 7428590 h 8402012"/>
              <a:gd name="connsiteX6503" fmla="*/ 5882127 w 21052571"/>
              <a:gd name="connsiteY6503" fmla="*/ 7299631 h 8402012"/>
              <a:gd name="connsiteX6504" fmla="*/ 6274430 w 21052571"/>
              <a:gd name="connsiteY6504" fmla="*/ 7165300 h 8402012"/>
              <a:gd name="connsiteX6505" fmla="*/ 6466813 w 21052571"/>
              <a:gd name="connsiteY6505" fmla="*/ 7094373 h 8402012"/>
              <a:gd name="connsiteX6506" fmla="*/ 6639344 w 21052571"/>
              <a:gd name="connsiteY6506" fmla="*/ 7055685 h 8402012"/>
              <a:gd name="connsiteX6507" fmla="*/ 6543125 w 21052571"/>
              <a:gd name="connsiteY6507" fmla="*/ 7120164 h 8402012"/>
              <a:gd name="connsiteX6508" fmla="*/ 6434572 w 21052571"/>
              <a:gd name="connsiteY6508" fmla="*/ 7171748 h 8402012"/>
              <a:gd name="connsiteX6509" fmla="*/ 6209943 w 21052571"/>
              <a:gd name="connsiteY6509" fmla="*/ 7267392 h 8402012"/>
              <a:gd name="connsiteX6510" fmla="*/ 5453293 w 21052571"/>
              <a:gd name="connsiteY6510" fmla="*/ 7517786 h 8402012"/>
              <a:gd name="connsiteX6511" fmla="*/ 4695573 w 21052571"/>
              <a:gd name="connsiteY6511" fmla="*/ 7729492 h 8402012"/>
              <a:gd name="connsiteX6512" fmla="*/ 3150021 w 21052571"/>
              <a:gd name="connsiteY6512" fmla="*/ 7915407 h 8402012"/>
              <a:gd name="connsiteX6513" fmla="*/ 3265023 w 21052571"/>
              <a:gd name="connsiteY6513" fmla="*/ 8025022 h 8402012"/>
              <a:gd name="connsiteX6514" fmla="*/ 3111328 w 21052571"/>
              <a:gd name="connsiteY6514" fmla="*/ 8050813 h 8402012"/>
              <a:gd name="connsiteX6515" fmla="*/ 3874433 w 21052571"/>
              <a:gd name="connsiteY6515" fmla="*/ 8094874 h 8402012"/>
              <a:gd name="connsiteX6516" fmla="*/ 4612814 w 21052571"/>
              <a:gd name="connsiteY6516" fmla="*/ 8069083 h 8402012"/>
              <a:gd name="connsiteX6517" fmla="*/ 4753610 w 21052571"/>
              <a:gd name="connsiteY6517" fmla="*/ 8018574 h 8402012"/>
              <a:gd name="connsiteX6518" fmla="*/ 4887959 w 21052571"/>
              <a:gd name="connsiteY6518" fmla="*/ 7986334 h 8402012"/>
              <a:gd name="connsiteX6519" fmla="*/ 5029830 w 21052571"/>
              <a:gd name="connsiteY6519" fmla="*/ 7960543 h 8402012"/>
              <a:gd name="connsiteX6520" fmla="*/ 5202869 w 21052571"/>
              <a:gd name="connsiteY6520" fmla="*/ 7928303 h 8402012"/>
              <a:gd name="connsiteX6521" fmla="*/ 5940167 w 21052571"/>
              <a:gd name="connsiteY6521" fmla="*/ 7716596 h 8402012"/>
              <a:gd name="connsiteX6522" fmla="*/ 5805820 w 21052571"/>
              <a:gd name="connsiteY6522" fmla="*/ 7819763 h 8402012"/>
              <a:gd name="connsiteX6523" fmla="*/ 5581194 w 21052571"/>
              <a:gd name="connsiteY6523" fmla="*/ 7883168 h 8402012"/>
              <a:gd name="connsiteX6524" fmla="*/ 5125486 w 21052571"/>
              <a:gd name="connsiteY6524" fmla="*/ 8005678 h 8402012"/>
              <a:gd name="connsiteX6525" fmla="*/ 4208695 w 21052571"/>
              <a:gd name="connsiteY6525" fmla="*/ 8191593 h 8402012"/>
              <a:gd name="connsiteX6526" fmla="*/ 4297902 w 21052571"/>
              <a:gd name="connsiteY6526" fmla="*/ 8256072 h 8402012"/>
              <a:gd name="connsiteX6527" fmla="*/ 2642716 w 21052571"/>
              <a:gd name="connsiteY6527" fmla="*/ 8281864 h 8402012"/>
              <a:gd name="connsiteX6528" fmla="*/ 1918385 w 21052571"/>
              <a:gd name="connsiteY6528" fmla="*/ 7992782 h 8402012"/>
              <a:gd name="connsiteX6529" fmla="*/ 1552977 w 21052571"/>
              <a:gd name="connsiteY6529" fmla="*/ 7793971 h 8402012"/>
              <a:gd name="connsiteX6530" fmla="*/ 1456250 w 21052571"/>
              <a:gd name="connsiteY6530" fmla="*/ 7735940 h 8402012"/>
              <a:gd name="connsiteX6531" fmla="*/ 1321914 w 21052571"/>
              <a:gd name="connsiteY6531" fmla="*/ 7684357 h 8402012"/>
              <a:gd name="connsiteX6532" fmla="*/ 1238084 w 21052571"/>
              <a:gd name="connsiteY6532" fmla="*/ 7653192 h 8402012"/>
              <a:gd name="connsiteX6533" fmla="*/ 1065052 w 21052571"/>
              <a:gd name="connsiteY6533" fmla="*/ 7562921 h 8402012"/>
              <a:gd name="connsiteX6534" fmla="*/ 885576 w 21052571"/>
              <a:gd name="connsiteY6534" fmla="*/ 7562921 h 8402012"/>
              <a:gd name="connsiteX6535" fmla="*/ 699644 w 21052571"/>
              <a:gd name="connsiteY6535" fmla="*/ 7550025 h 8402012"/>
              <a:gd name="connsiteX6536" fmla="*/ 756601 w 21052571"/>
              <a:gd name="connsiteY6536" fmla="*/ 7485546 h 8402012"/>
              <a:gd name="connsiteX6537" fmla="*/ 911364 w 21052571"/>
              <a:gd name="connsiteY6537" fmla="*/ 7459755 h 8402012"/>
              <a:gd name="connsiteX6538" fmla="*/ 955422 w 21052571"/>
              <a:gd name="connsiteY6538" fmla="*/ 7409246 h 8402012"/>
              <a:gd name="connsiteX6539" fmla="*/ 994116 w 21052571"/>
              <a:gd name="connsiteY6539" fmla="*/ 7383454 h 8402012"/>
              <a:gd name="connsiteX6540" fmla="*/ 1058602 w 21052571"/>
              <a:gd name="connsiteY6540" fmla="*/ 7383454 h 8402012"/>
              <a:gd name="connsiteX6541" fmla="*/ 1031593 w 21052571"/>
              <a:gd name="connsiteY6541" fmla="*/ 7376301 h 8402012"/>
              <a:gd name="connsiteX6542" fmla="*/ 1023024 w 21052571"/>
              <a:gd name="connsiteY6542" fmla="*/ 7370645 h 8402012"/>
              <a:gd name="connsiteX6543" fmla="*/ 1027510 w 21052571"/>
              <a:gd name="connsiteY6543" fmla="*/ 7385989 h 8402012"/>
              <a:gd name="connsiteX6544" fmla="*/ 1017780 w 21052571"/>
              <a:gd name="connsiteY6544" fmla="*/ 7385989 h 8402012"/>
              <a:gd name="connsiteX6545" fmla="*/ 1020847 w 21052571"/>
              <a:gd name="connsiteY6545" fmla="*/ 7369209 h 8402012"/>
              <a:gd name="connsiteX6546" fmla="*/ 1007013 w 21052571"/>
              <a:gd name="connsiteY6546" fmla="*/ 7360080 h 8402012"/>
              <a:gd name="connsiteX6547" fmla="*/ 955422 w 21052571"/>
              <a:gd name="connsiteY6547" fmla="*/ 7331871 h 8402012"/>
              <a:gd name="connsiteX6548" fmla="*/ 840431 w 21052571"/>
              <a:gd name="connsiteY6548" fmla="*/ 7318975 h 8402012"/>
              <a:gd name="connsiteX6549" fmla="*/ 737259 w 21052571"/>
              <a:gd name="connsiteY6549" fmla="*/ 7299631 h 8402012"/>
              <a:gd name="connsiteX6550" fmla="*/ 756601 w 21052571"/>
              <a:gd name="connsiteY6550" fmla="*/ 7210435 h 8402012"/>
              <a:gd name="connsiteX6551" fmla="*/ 827532 w 21052571"/>
              <a:gd name="connsiteY6551" fmla="*/ 7191091 h 8402012"/>
              <a:gd name="connsiteX6552" fmla="*/ 1058602 w 21052571"/>
              <a:gd name="connsiteY6552" fmla="*/ 7178196 h 8402012"/>
              <a:gd name="connsiteX6553" fmla="*/ 731887 w 21052571"/>
              <a:gd name="connsiteY6553" fmla="*/ 6843979 h 8402012"/>
              <a:gd name="connsiteX6554" fmla="*/ 570676 w 21052571"/>
              <a:gd name="connsiteY6554" fmla="*/ 6670960 h 8402012"/>
              <a:gd name="connsiteX6555" fmla="*/ 243959 w 21052571"/>
              <a:gd name="connsiteY6555" fmla="*/ 6376505 h 8402012"/>
              <a:gd name="connsiteX6556" fmla="*/ 192373 w 21052571"/>
              <a:gd name="connsiteY6556" fmla="*/ 6318474 h 8402012"/>
              <a:gd name="connsiteX6557" fmla="*/ 160132 w 21052571"/>
              <a:gd name="connsiteY6557" fmla="*/ 6247547 h 8402012"/>
              <a:gd name="connsiteX6558" fmla="*/ 58034 w 21052571"/>
              <a:gd name="connsiteY6558" fmla="*/ 6221755 h 8402012"/>
              <a:gd name="connsiteX6559" fmla="*/ 134339 w 21052571"/>
              <a:gd name="connsiteY6559" fmla="*/ 6197038 h 8402012"/>
              <a:gd name="connsiteX6560" fmla="*/ 160132 w 21052571"/>
              <a:gd name="connsiteY6560" fmla="*/ 6106767 h 8402012"/>
              <a:gd name="connsiteX6561" fmla="*/ 224614 w 21052571"/>
              <a:gd name="connsiteY6561" fmla="*/ 6061632 h 8402012"/>
              <a:gd name="connsiteX6562" fmla="*/ 185924 w 21052571"/>
              <a:gd name="connsiteY6562" fmla="*/ 5978883 h 8402012"/>
              <a:gd name="connsiteX6563" fmla="*/ 358957 w 21052571"/>
              <a:gd name="connsiteY6563" fmla="*/ 5998227 h 8402012"/>
              <a:gd name="connsiteX6564" fmla="*/ 500824 w 21052571"/>
              <a:gd name="connsiteY6564" fmla="*/ 5991779 h 8402012"/>
              <a:gd name="connsiteX6565" fmla="*/ 243959 w 21052571"/>
              <a:gd name="connsiteY6565" fmla="*/ 5728489 h 8402012"/>
              <a:gd name="connsiteX6566" fmla="*/ 185924 w 21052571"/>
              <a:gd name="connsiteY6566" fmla="*/ 5683354 h 8402012"/>
              <a:gd name="connsiteX6567" fmla="*/ 153683 w 21052571"/>
              <a:gd name="connsiteY6567" fmla="*/ 5651114 h 8402012"/>
              <a:gd name="connsiteX6568" fmla="*/ 153683 w 21052571"/>
              <a:gd name="connsiteY6568" fmla="*/ 5594158 h 8402012"/>
              <a:gd name="connsiteX6569" fmla="*/ 121442 w 21052571"/>
              <a:gd name="connsiteY6569" fmla="*/ 5581262 h 8402012"/>
              <a:gd name="connsiteX6570" fmla="*/ 64482 w 21052571"/>
              <a:gd name="connsiteY6570" fmla="*/ 5561918 h 8402012"/>
              <a:gd name="connsiteX6571" fmla="*/ 0 w 21052571"/>
              <a:gd name="connsiteY6571" fmla="*/ 5503887 h 8402012"/>
              <a:gd name="connsiteX6572" fmla="*/ 58034 w 21052571"/>
              <a:gd name="connsiteY6572" fmla="*/ 5452304 h 8402012"/>
              <a:gd name="connsiteX6573" fmla="*/ 295546 w 21052571"/>
              <a:gd name="connsiteY6573" fmla="*/ 5408243 h 8402012"/>
              <a:gd name="connsiteX6574" fmla="*/ 358957 w 21052571"/>
              <a:gd name="connsiteY6574" fmla="*/ 5458752 h 8402012"/>
              <a:gd name="connsiteX6575" fmla="*/ 384753 w 21052571"/>
              <a:gd name="connsiteY6575" fmla="*/ 5363108 h 8402012"/>
              <a:gd name="connsiteX6576" fmla="*/ 397647 w 21052571"/>
              <a:gd name="connsiteY6576" fmla="*/ 5484543 h 8402012"/>
              <a:gd name="connsiteX6577" fmla="*/ 866231 w 21052571"/>
              <a:gd name="connsiteY6577" fmla="*/ 5722041 h 8402012"/>
              <a:gd name="connsiteX6578" fmla="*/ 872681 w 21052571"/>
              <a:gd name="connsiteY6578" fmla="*/ 5657562 h 8402012"/>
              <a:gd name="connsiteX6579" fmla="*/ 924259 w 21052571"/>
              <a:gd name="connsiteY6579" fmla="*/ 5644666 h 8402012"/>
              <a:gd name="connsiteX6580" fmla="*/ 846884 w 21052571"/>
              <a:gd name="connsiteY6580" fmla="*/ 5561918 h 8402012"/>
              <a:gd name="connsiteX6581" fmla="*/ 775945 w 21052571"/>
              <a:gd name="connsiteY6581" fmla="*/ 5478095 h 8402012"/>
              <a:gd name="connsiteX6582" fmla="*/ 699644 w 21052571"/>
              <a:gd name="connsiteY6582" fmla="*/ 5400720 h 8402012"/>
              <a:gd name="connsiteX6583" fmla="*/ 622265 w 21052571"/>
              <a:gd name="connsiteY6583" fmla="*/ 5343764 h 8402012"/>
              <a:gd name="connsiteX6584" fmla="*/ 590021 w 21052571"/>
              <a:gd name="connsiteY6584" fmla="*/ 5272837 h 8402012"/>
              <a:gd name="connsiteX6585" fmla="*/ 481474 w 21052571"/>
              <a:gd name="connsiteY6585" fmla="*/ 5227701 h 8402012"/>
              <a:gd name="connsiteX6586" fmla="*/ 276200 w 21052571"/>
              <a:gd name="connsiteY6586" fmla="*/ 5099818 h 8402012"/>
              <a:gd name="connsiteX6587" fmla="*/ 321342 w 21052571"/>
              <a:gd name="connsiteY6587" fmla="*/ 5054682 h 8402012"/>
              <a:gd name="connsiteX6588" fmla="*/ 250408 w 21052571"/>
              <a:gd name="connsiteY6588" fmla="*/ 5022443 h 8402012"/>
              <a:gd name="connsiteX6589" fmla="*/ 218166 w 21052571"/>
              <a:gd name="connsiteY6589" fmla="*/ 4952590 h 8402012"/>
              <a:gd name="connsiteX6590" fmla="*/ 77379 w 21052571"/>
              <a:gd name="connsiteY6590" fmla="*/ 4849424 h 8402012"/>
              <a:gd name="connsiteX6591" fmla="*/ 218166 w 21052571"/>
              <a:gd name="connsiteY6591" fmla="*/ 4830080 h 8402012"/>
              <a:gd name="connsiteX6592" fmla="*/ 308442 w 21052571"/>
              <a:gd name="connsiteY6592" fmla="*/ 4939694 h 8402012"/>
              <a:gd name="connsiteX6593" fmla="*/ 481474 w 21052571"/>
              <a:gd name="connsiteY6593" fmla="*/ 4933247 h 8402012"/>
              <a:gd name="connsiteX6594" fmla="*/ 628715 w 21052571"/>
              <a:gd name="connsiteY6594" fmla="*/ 4901007 h 8402012"/>
              <a:gd name="connsiteX6595" fmla="*/ 622265 w 21052571"/>
              <a:gd name="connsiteY6595" fmla="*/ 4855872 h 8402012"/>
              <a:gd name="connsiteX6596" fmla="*/ 557782 w 21052571"/>
              <a:gd name="connsiteY6596" fmla="*/ 4836528 h 8402012"/>
              <a:gd name="connsiteX6597" fmla="*/ 494372 w 21052571"/>
              <a:gd name="connsiteY6597" fmla="*/ 4792467 h 8402012"/>
              <a:gd name="connsiteX6598" fmla="*/ 519093 w 21052571"/>
              <a:gd name="connsiteY6598" fmla="*/ 4727988 h 8402012"/>
              <a:gd name="connsiteX6599" fmla="*/ 795292 w 21052571"/>
              <a:gd name="connsiteY6599" fmla="*/ 4907455 h 8402012"/>
              <a:gd name="connsiteX6600" fmla="*/ 821085 w 21052571"/>
              <a:gd name="connsiteY6600" fmla="*/ 4855872 h 8402012"/>
              <a:gd name="connsiteX6601" fmla="*/ 840431 w 21052571"/>
              <a:gd name="connsiteY6601" fmla="*/ 4881663 h 8402012"/>
              <a:gd name="connsiteX6602" fmla="*/ 898470 w 21052571"/>
              <a:gd name="connsiteY6602" fmla="*/ 4907455 h 8402012"/>
              <a:gd name="connsiteX6603" fmla="*/ 942526 w 21052571"/>
              <a:gd name="connsiteY6603" fmla="*/ 4984830 h 8402012"/>
              <a:gd name="connsiteX6604" fmla="*/ 1097291 w 21052571"/>
              <a:gd name="connsiteY6604" fmla="*/ 4855872 h 8402012"/>
              <a:gd name="connsiteX6605" fmla="*/ 961871 w 21052571"/>
              <a:gd name="connsiteY6605" fmla="*/ 4830080 h 8402012"/>
              <a:gd name="connsiteX6606" fmla="*/ 846884 w 21052571"/>
              <a:gd name="connsiteY6606" fmla="*/ 4810736 h 8402012"/>
              <a:gd name="connsiteX6607" fmla="*/ 808190 w 21052571"/>
              <a:gd name="connsiteY6607" fmla="*/ 4721540 h 8402012"/>
              <a:gd name="connsiteX6608" fmla="*/ 750154 w 21052571"/>
              <a:gd name="connsiteY6608" fmla="*/ 4702196 h 8402012"/>
              <a:gd name="connsiteX6609" fmla="*/ 641609 w 21052571"/>
              <a:gd name="connsiteY6609" fmla="*/ 4644165 h 8402012"/>
              <a:gd name="connsiteX6610" fmla="*/ 577123 w 21052571"/>
              <a:gd name="connsiteY6610" fmla="*/ 4593656 h 8402012"/>
              <a:gd name="connsiteX6611" fmla="*/ 526613 w 21052571"/>
              <a:gd name="connsiteY6611" fmla="*/ 4496938 h 8402012"/>
              <a:gd name="connsiteX6612" fmla="*/ 449232 w 21052571"/>
              <a:gd name="connsiteY6612" fmla="*/ 4471146 h 8402012"/>
              <a:gd name="connsiteX6613" fmla="*/ 602922 w 21052571"/>
              <a:gd name="connsiteY6613" fmla="*/ 4272335 h 8402012"/>
              <a:gd name="connsiteX6614" fmla="*/ 449232 w 21052571"/>
              <a:gd name="connsiteY6614" fmla="*/ 4227200 h 8402012"/>
              <a:gd name="connsiteX6615" fmla="*/ 358957 w 21052571"/>
              <a:gd name="connsiteY6615" fmla="*/ 4196035 h 8402012"/>
              <a:gd name="connsiteX6616" fmla="*/ 462128 w 21052571"/>
              <a:gd name="connsiteY6616" fmla="*/ 4184354 h 8402012"/>
              <a:gd name="connsiteX6617" fmla="*/ 507270 w 21052571"/>
              <a:gd name="connsiteY6617" fmla="*/ 4158563 h 8402012"/>
              <a:gd name="connsiteX6618" fmla="*/ 410555 w 21052571"/>
              <a:gd name="connsiteY6618" fmla="*/ 4119876 h 8402012"/>
              <a:gd name="connsiteX6619" fmla="*/ 108546 w 21052571"/>
              <a:gd name="connsiteY6619" fmla="*/ 4087636 h 8402012"/>
              <a:gd name="connsiteX6620" fmla="*/ 282648 w 21052571"/>
              <a:gd name="connsiteY6620" fmla="*/ 4010258 h 8402012"/>
              <a:gd name="connsiteX6621" fmla="*/ 468577 w 21052571"/>
              <a:gd name="connsiteY6621" fmla="*/ 4023156 h 8402012"/>
              <a:gd name="connsiteX6622" fmla="*/ 564229 w 21052571"/>
              <a:gd name="connsiteY6622" fmla="*/ 3998439 h 8402012"/>
              <a:gd name="connsiteX6623" fmla="*/ 609368 w 21052571"/>
              <a:gd name="connsiteY6623" fmla="*/ 3984469 h 8402012"/>
              <a:gd name="connsiteX6624" fmla="*/ 622265 w 21052571"/>
              <a:gd name="connsiteY6624" fmla="*/ 3940409 h 8402012"/>
              <a:gd name="connsiteX6625" fmla="*/ 378306 w 21052571"/>
              <a:gd name="connsiteY6625" fmla="*/ 3888822 h 8402012"/>
              <a:gd name="connsiteX6626" fmla="*/ 699644 w 21052571"/>
              <a:gd name="connsiteY6626" fmla="*/ 3908169 h 8402012"/>
              <a:gd name="connsiteX6627" fmla="*/ 846884 w 21052571"/>
              <a:gd name="connsiteY6627" fmla="*/ 3979098 h 8402012"/>
              <a:gd name="connsiteX6628" fmla="*/ 929631 w 21052571"/>
              <a:gd name="connsiteY6628" fmla="*/ 3998439 h 8402012"/>
              <a:gd name="connsiteX6629" fmla="*/ 981220 w 21052571"/>
              <a:gd name="connsiteY6629" fmla="*/ 4029605 h 8402012"/>
              <a:gd name="connsiteX6630" fmla="*/ 862945 w 21052571"/>
              <a:gd name="connsiteY6630" fmla="*/ 3973605 h 8402012"/>
              <a:gd name="connsiteX6631" fmla="*/ 861166 w 21052571"/>
              <a:gd name="connsiteY6631" fmla="*/ 3973165 h 8402012"/>
              <a:gd name="connsiteX6632" fmla="*/ 861361 w 21052571"/>
              <a:gd name="connsiteY6632" fmla="*/ 3973462 h 8402012"/>
              <a:gd name="connsiteX6633" fmla="*/ 844300 w 21052571"/>
              <a:gd name="connsiteY6633" fmla="*/ 3973462 h 8402012"/>
              <a:gd name="connsiteX6634" fmla="*/ 845016 w 21052571"/>
              <a:gd name="connsiteY6634" fmla="*/ 3969164 h 8402012"/>
              <a:gd name="connsiteX6635" fmla="*/ 835225 w 21052571"/>
              <a:gd name="connsiteY6635" fmla="*/ 3966739 h 8402012"/>
              <a:gd name="connsiteX6636" fmla="*/ 808190 w 21052571"/>
              <a:gd name="connsiteY6636" fmla="*/ 3908169 h 8402012"/>
              <a:gd name="connsiteX6637" fmla="*/ 872681 w 21052571"/>
              <a:gd name="connsiteY6637" fmla="*/ 3901721 h 8402012"/>
              <a:gd name="connsiteX6638" fmla="*/ 872681 w 21052571"/>
              <a:gd name="connsiteY6638" fmla="*/ 3869481 h 8402012"/>
              <a:gd name="connsiteX6639" fmla="*/ 814638 w 21052571"/>
              <a:gd name="connsiteY6639" fmla="*/ 3843691 h 8402012"/>
              <a:gd name="connsiteX6640" fmla="*/ 775945 w 21052571"/>
              <a:gd name="connsiteY6640" fmla="*/ 3798554 h 8402012"/>
              <a:gd name="connsiteX6641" fmla="*/ 1000565 w 21052571"/>
              <a:gd name="connsiteY6641" fmla="*/ 3824343 h 8402012"/>
              <a:gd name="connsiteX6642" fmla="*/ 737259 w 21052571"/>
              <a:gd name="connsiteY6642" fmla="*/ 3644881 h 8402012"/>
              <a:gd name="connsiteX6643" fmla="*/ 840431 w 21052571"/>
              <a:gd name="connsiteY6643" fmla="*/ 3631983 h 8402012"/>
              <a:gd name="connsiteX6644" fmla="*/ 833981 w 21052571"/>
              <a:gd name="connsiteY6644" fmla="*/ 3516994 h 8402012"/>
              <a:gd name="connsiteX6645" fmla="*/ 782393 w 21052571"/>
              <a:gd name="connsiteY6645" fmla="*/ 3452516 h 8402012"/>
              <a:gd name="connsiteX6646" fmla="*/ 731887 w 21052571"/>
              <a:gd name="connsiteY6646" fmla="*/ 3260153 h 8402012"/>
              <a:gd name="connsiteX6647" fmla="*/ 641609 w 21052571"/>
              <a:gd name="connsiteY6647" fmla="*/ 3151613 h 8402012"/>
              <a:gd name="connsiteX6648" fmla="*/ 475027 w 21052571"/>
              <a:gd name="connsiteY6648" fmla="*/ 3029103 h 8402012"/>
              <a:gd name="connsiteX6649" fmla="*/ 564229 w 21052571"/>
              <a:gd name="connsiteY6649" fmla="*/ 3035555 h 8402012"/>
              <a:gd name="connsiteX6650" fmla="*/ 680297 w 21052571"/>
              <a:gd name="connsiteY6650" fmla="*/ 3054895 h 8402012"/>
              <a:gd name="connsiteX6651" fmla="*/ 859780 w 21052571"/>
              <a:gd name="connsiteY6651" fmla="*/ 2983968 h 8402012"/>
              <a:gd name="connsiteX6652" fmla="*/ 436338 w 21052571"/>
              <a:gd name="connsiteY6652" fmla="*/ 2752914 h 8402012"/>
              <a:gd name="connsiteX6653" fmla="*/ 904916 w 21052571"/>
              <a:gd name="connsiteY6653" fmla="*/ 2637928 h 8402012"/>
              <a:gd name="connsiteX6654" fmla="*/ 1147800 w 21052571"/>
              <a:gd name="connsiteY6654" fmla="*/ 2657271 h 8402012"/>
              <a:gd name="connsiteX6655" fmla="*/ 1263872 w 21052571"/>
              <a:gd name="connsiteY6655" fmla="*/ 2683064 h 8402012"/>
              <a:gd name="connsiteX6656" fmla="*/ 1378873 w 21052571"/>
              <a:gd name="connsiteY6656" fmla="*/ 2657271 h 8402012"/>
              <a:gd name="connsiteX6657" fmla="*/ 1359525 w 21052571"/>
              <a:gd name="connsiteY6657" fmla="*/ 2625034 h 8402012"/>
              <a:gd name="connsiteX6658" fmla="*/ 1597039 w 21052571"/>
              <a:gd name="connsiteY6658" fmla="*/ 2579897 h 8402012"/>
              <a:gd name="connsiteX6659" fmla="*/ 1828106 w 21052571"/>
              <a:gd name="connsiteY6659" fmla="*/ 2503598 h 8402012"/>
              <a:gd name="connsiteX6660" fmla="*/ 2316022 w 21052571"/>
              <a:gd name="connsiteY6660" fmla="*/ 2490703 h 8402012"/>
              <a:gd name="connsiteX6661" fmla="*/ 3079083 w 21052571"/>
              <a:gd name="connsiteY6661" fmla="*/ 2605690 h 8402012"/>
              <a:gd name="connsiteX6662" fmla="*/ 3855086 w 21052571"/>
              <a:gd name="connsiteY6662" fmla="*/ 2618587 h 8402012"/>
              <a:gd name="connsiteX6663" fmla="*/ 4638608 w 21052571"/>
              <a:gd name="connsiteY6663" fmla="*/ 2605690 h 8402012"/>
              <a:gd name="connsiteX6664" fmla="*/ 5388806 w 21052571"/>
              <a:gd name="connsiteY6664" fmla="*/ 2445566 h 8402012"/>
              <a:gd name="connsiteX6665" fmla="*/ 6896204 w 21052571"/>
              <a:gd name="connsiteY6665" fmla="*/ 1926509 h 8402012"/>
              <a:gd name="connsiteX6666" fmla="*/ 7652812 w 21052571"/>
              <a:gd name="connsiteY6666" fmla="*/ 1689010 h 8402012"/>
              <a:gd name="connsiteX6667" fmla="*/ 8024668 w 21052571"/>
              <a:gd name="connsiteY6667" fmla="*/ 1566500 h 8402012"/>
              <a:gd name="connsiteX6668" fmla="*/ 8530865 w 21052571"/>
              <a:gd name="connsiteY6668" fmla="*/ 1348346 h 8402012"/>
              <a:gd name="connsiteX6669" fmla="*/ 8711419 w 21052571"/>
              <a:gd name="connsiteY6669" fmla="*/ 1284941 h 8402012"/>
              <a:gd name="connsiteX6670" fmla="*/ 9089723 w 21052571"/>
              <a:gd name="connsiteY6670" fmla="*/ 1136639 h 8402012"/>
              <a:gd name="connsiteX6671" fmla="*/ 9846331 w 21052571"/>
              <a:gd name="connsiteY6671" fmla="*/ 848618 h 8402012"/>
              <a:gd name="connsiteX6672" fmla="*/ 11359547 w 21052571"/>
              <a:gd name="connsiteY6672" fmla="*/ 347838 h 8402012"/>
              <a:gd name="connsiteX6673" fmla="*/ 12122604 w 21052571"/>
              <a:gd name="connsiteY6673" fmla="*/ 174822 h 8402012"/>
              <a:gd name="connsiteX6674" fmla="*/ 12898557 w 21052571"/>
              <a:gd name="connsiteY6674" fmla="*/ 79180 h 8402012"/>
              <a:gd name="connsiteX6675" fmla="*/ 13675585 w 21052571"/>
              <a:gd name="connsiteY6675" fmla="*/ 14702 h 8402012"/>
              <a:gd name="connsiteX6676" fmla="*/ 13777684 w 21052571"/>
              <a:gd name="connsiteY6676" fmla="*/ 8254 h 8402012"/>
              <a:gd name="connsiteX6677" fmla="*/ 13855064 w 21052571"/>
              <a:gd name="connsiteY6677" fmla="*/ 1806 h 840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Lst>
            <a:rect l="l" t="t" r="r" b="b"/>
            <a:pathLst>
              <a:path w="21052571" h="8402012">
                <a:moveTo>
                  <a:pt x="4359535" y="8270801"/>
                </a:moveTo>
                <a:cubicBezTo>
                  <a:pt x="4359535" y="8289603"/>
                  <a:pt x="4359535" y="8302874"/>
                  <a:pt x="4346406" y="8302874"/>
                </a:cubicBezTo>
                <a:cubicBezTo>
                  <a:pt x="4346406" y="8284073"/>
                  <a:pt x="4346406" y="8270801"/>
                  <a:pt x="4359535" y="8270801"/>
                </a:cubicBezTo>
                <a:close/>
                <a:moveTo>
                  <a:pt x="4550214" y="8202009"/>
                </a:moveTo>
                <a:cubicBezTo>
                  <a:pt x="4591016" y="8202197"/>
                  <a:pt x="4631781" y="8210614"/>
                  <a:pt x="4672394" y="8237067"/>
                </a:cubicBezTo>
                <a:cubicBezTo>
                  <a:pt x="4609127" y="8243479"/>
                  <a:pt x="4551224" y="8249892"/>
                  <a:pt x="4493316" y="8256305"/>
                </a:cubicBezTo>
                <a:cubicBezTo>
                  <a:pt x="4467582" y="8262718"/>
                  <a:pt x="4441846" y="8274474"/>
                  <a:pt x="4417181" y="8269130"/>
                </a:cubicBezTo>
                <a:cubicBezTo>
                  <a:pt x="4391446" y="8256305"/>
                  <a:pt x="4365710" y="8237067"/>
                  <a:pt x="4346406" y="8224241"/>
                </a:cubicBezTo>
                <a:cubicBezTo>
                  <a:pt x="4414098" y="8224241"/>
                  <a:pt x="4482209" y="8201696"/>
                  <a:pt x="4550214" y="8202009"/>
                </a:cubicBezTo>
                <a:close/>
                <a:moveTo>
                  <a:pt x="5056320" y="8161791"/>
                </a:moveTo>
                <a:cubicBezTo>
                  <a:pt x="4907890" y="8228016"/>
                  <a:pt x="4907890" y="8228016"/>
                  <a:pt x="4791963" y="8241261"/>
                </a:cubicBezTo>
                <a:cubicBezTo>
                  <a:pt x="4868889" y="8194903"/>
                  <a:pt x="4868889" y="8194903"/>
                  <a:pt x="5056320" y="8161791"/>
                </a:cubicBezTo>
                <a:close/>
                <a:moveTo>
                  <a:pt x="3625921" y="8024337"/>
                </a:moveTo>
                <a:cubicBezTo>
                  <a:pt x="3631909" y="8024337"/>
                  <a:pt x="3643884" y="8031162"/>
                  <a:pt x="3643884" y="8051637"/>
                </a:cubicBezTo>
                <a:cubicBezTo>
                  <a:pt x="3631909" y="8051637"/>
                  <a:pt x="3625921" y="8044812"/>
                  <a:pt x="3625921" y="8024337"/>
                </a:cubicBezTo>
                <a:close/>
                <a:moveTo>
                  <a:pt x="2886695" y="7992782"/>
                </a:moveTo>
                <a:cubicBezTo>
                  <a:pt x="2886695" y="8012126"/>
                  <a:pt x="2893143" y="8025022"/>
                  <a:pt x="2906042" y="8025022"/>
                </a:cubicBezTo>
                <a:cubicBezTo>
                  <a:pt x="2906042" y="8005678"/>
                  <a:pt x="2899594" y="7992782"/>
                  <a:pt x="2886695" y="7992782"/>
                </a:cubicBezTo>
                <a:close/>
                <a:moveTo>
                  <a:pt x="5678744" y="7989786"/>
                </a:moveTo>
                <a:cubicBezTo>
                  <a:pt x="5684077" y="7988506"/>
                  <a:pt x="5688571" y="7998744"/>
                  <a:pt x="5679589" y="8008981"/>
                </a:cubicBezTo>
                <a:cubicBezTo>
                  <a:pt x="5679589" y="8008981"/>
                  <a:pt x="5673597" y="8002156"/>
                  <a:pt x="5673597" y="7995331"/>
                </a:cubicBezTo>
                <a:cubicBezTo>
                  <a:pt x="5675094" y="7991919"/>
                  <a:pt x="5676966" y="7990212"/>
                  <a:pt x="5678744" y="7989786"/>
                </a:cubicBezTo>
                <a:close/>
                <a:moveTo>
                  <a:pt x="3008685" y="7984722"/>
                </a:moveTo>
                <a:cubicBezTo>
                  <a:pt x="2975099" y="7984722"/>
                  <a:pt x="2938285" y="7992782"/>
                  <a:pt x="2925388" y="7992782"/>
                </a:cubicBezTo>
                <a:cubicBezTo>
                  <a:pt x="2925388" y="8057261"/>
                  <a:pt x="3053288" y="8025022"/>
                  <a:pt x="3072634" y="8025022"/>
                </a:cubicBezTo>
                <a:cubicBezTo>
                  <a:pt x="3072634" y="7992782"/>
                  <a:pt x="3042273" y="7984722"/>
                  <a:pt x="3008685" y="7984722"/>
                </a:cubicBezTo>
                <a:close/>
                <a:moveTo>
                  <a:pt x="5645056" y="7982520"/>
                </a:moveTo>
                <a:cubicBezTo>
                  <a:pt x="5656983" y="7984752"/>
                  <a:pt x="5667962" y="7992463"/>
                  <a:pt x="5677278" y="8008698"/>
                </a:cubicBezTo>
                <a:cubicBezTo>
                  <a:pt x="5646401" y="8028179"/>
                  <a:pt x="5614459" y="8041166"/>
                  <a:pt x="5582515" y="8060648"/>
                </a:cubicBezTo>
                <a:cubicBezTo>
                  <a:pt x="5569737" y="8067141"/>
                  <a:pt x="5556960" y="8072553"/>
                  <a:pt x="5544182" y="8080129"/>
                </a:cubicBezTo>
                <a:cubicBezTo>
                  <a:pt x="5537791" y="8060648"/>
                  <a:pt x="5531403" y="8047660"/>
                  <a:pt x="5531403" y="8028179"/>
                </a:cubicBezTo>
                <a:cubicBezTo>
                  <a:pt x="5564946" y="8018438"/>
                  <a:pt x="5609269" y="7975823"/>
                  <a:pt x="5645056" y="7982520"/>
                </a:cubicBezTo>
                <a:close/>
                <a:moveTo>
                  <a:pt x="5813583" y="7956299"/>
                </a:moveTo>
                <a:cubicBezTo>
                  <a:pt x="5828511" y="7956401"/>
                  <a:pt x="5843186" y="7958439"/>
                  <a:pt x="5857390" y="7963331"/>
                </a:cubicBezTo>
                <a:cubicBezTo>
                  <a:pt x="5807002" y="7989420"/>
                  <a:pt x="5729802" y="8061167"/>
                  <a:pt x="5678342" y="7982898"/>
                </a:cubicBezTo>
                <a:cubicBezTo>
                  <a:pt x="5721764" y="7973114"/>
                  <a:pt x="5768803" y="7955993"/>
                  <a:pt x="5813583" y="7956299"/>
                </a:cubicBezTo>
                <a:close/>
                <a:moveTo>
                  <a:pt x="2780828" y="7954901"/>
                </a:moveTo>
                <a:cubicBezTo>
                  <a:pt x="2764974" y="7954095"/>
                  <a:pt x="2745896" y="7960543"/>
                  <a:pt x="2733001" y="7960543"/>
                </a:cubicBezTo>
                <a:cubicBezTo>
                  <a:pt x="2733001" y="8018574"/>
                  <a:pt x="2789962" y="7992782"/>
                  <a:pt x="2809310" y="7992782"/>
                </a:cubicBezTo>
                <a:cubicBezTo>
                  <a:pt x="2809310" y="7963766"/>
                  <a:pt x="2796682" y="7955707"/>
                  <a:pt x="2780828" y="7954901"/>
                </a:cubicBezTo>
                <a:close/>
                <a:moveTo>
                  <a:pt x="2659645" y="7930721"/>
                </a:moveTo>
                <a:cubicBezTo>
                  <a:pt x="2647553" y="7929915"/>
                  <a:pt x="2633044" y="7934751"/>
                  <a:pt x="2623371" y="7934751"/>
                </a:cubicBezTo>
                <a:cubicBezTo>
                  <a:pt x="2623371" y="7979886"/>
                  <a:pt x="2662064" y="7960543"/>
                  <a:pt x="2681409" y="7960543"/>
                </a:cubicBezTo>
                <a:cubicBezTo>
                  <a:pt x="2681409" y="7937975"/>
                  <a:pt x="2671738" y="7931527"/>
                  <a:pt x="2659645" y="7930721"/>
                </a:cubicBezTo>
                <a:close/>
                <a:moveTo>
                  <a:pt x="2508366" y="7902511"/>
                </a:moveTo>
                <a:cubicBezTo>
                  <a:pt x="2508366" y="7934751"/>
                  <a:pt x="2527714" y="7934751"/>
                  <a:pt x="2547060" y="7934751"/>
                </a:cubicBezTo>
                <a:cubicBezTo>
                  <a:pt x="2547060" y="7896063"/>
                  <a:pt x="2527714" y="7902511"/>
                  <a:pt x="2508366" y="7902511"/>
                </a:cubicBezTo>
                <a:close/>
                <a:moveTo>
                  <a:pt x="2421442" y="7863152"/>
                </a:moveTo>
                <a:cubicBezTo>
                  <a:pt x="2405491" y="7863286"/>
                  <a:pt x="2386415" y="7871346"/>
                  <a:pt x="2374056" y="7871346"/>
                </a:cubicBezTo>
                <a:cubicBezTo>
                  <a:pt x="2374056" y="7928303"/>
                  <a:pt x="2430983" y="7902511"/>
                  <a:pt x="2450329" y="7902511"/>
                </a:cubicBezTo>
                <a:cubicBezTo>
                  <a:pt x="2450329" y="7870809"/>
                  <a:pt x="2437431" y="7863018"/>
                  <a:pt x="2421442" y="7863152"/>
                </a:cubicBezTo>
                <a:close/>
                <a:moveTo>
                  <a:pt x="2320053" y="7835883"/>
                </a:moveTo>
                <a:cubicBezTo>
                  <a:pt x="2307963" y="7834271"/>
                  <a:pt x="2293452" y="7839107"/>
                  <a:pt x="2283781" y="7839107"/>
                </a:cubicBezTo>
                <a:cubicBezTo>
                  <a:pt x="2283781" y="7889616"/>
                  <a:pt x="2322470" y="7871346"/>
                  <a:pt x="2341814" y="7871346"/>
                </a:cubicBezTo>
                <a:cubicBezTo>
                  <a:pt x="2341814" y="7845555"/>
                  <a:pt x="2332143" y="7837495"/>
                  <a:pt x="2320053" y="7835883"/>
                </a:cubicBezTo>
                <a:close/>
                <a:moveTo>
                  <a:pt x="6285584" y="7782608"/>
                </a:moveTo>
                <a:cubicBezTo>
                  <a:pt x="6291902" y="7801678"/>
                  <a:pt x="6298222" y="7820748"/>
                  <a:pt x="6298222" y="7839818"/>
                </a:cubicBezTo>
                <a:cubicBezTo>
                  <a:pt x="6273998" y="7852532"/>
                  <a:pt x="6248718" y="7858888"/>
                  <a:pt x="6223439" y="7871602"/>
                </a:cubicBezTo>
                <a:cubicBezTo>
                  <a:pt x="6242399" y="7839818"/>
                  <a:pt x="6267676" y="7808035"/>
                  <a:pt x="6285584" y="7782608"/>
                </a:cubicBezTo>
                <a:close/>
                <a:moveTo>
                  <a:pt x="6359901" y="7773131"/>
                </a:moveTo>
                <a:cubicBezTo>
                  <a:pt x="6359901" y="7798816"/>
                  <a:pt x="6353913" y="7805237"/>
                  <a:pt x="6341937" y="7805237"/>
                </a:cubicBezTo>
                <a:cubicBezTo>
                  <a:pt x="6341937" y="7785974"/>
                  <a:pt x="6347926" y="7773131"/>
                  <a:pt x="6359901" y="7773131"/>
                </a:cubicBezTo>
                <a:close/>
                <a:moveTo>
                  <a:pt x="6492563" y="7716253"/>
                </a:moveTo>
                <a:cubicBezTo>
                  <a:pt x="6492563" y="7735517"/>
                  <a:pt x="6487296" y="7748359"/>
                  <a:pt x="6474654" y="7748359"/>
                </a:cubicBezTo>
                <a:cubicBezTo>
                  <a:pt x="6474654" y="7729096"/>
                  <a:pt x="6480977" y="7716253"/>
                  <a:pt x="6492563" y="7716253"/>
                </a:cubicBezTo>
                <a:close/>
                <a:moveTo>
                  <a:pt x="6023013" y="7713609"/>
                </a:moveTo>
                <a:cubicBezTo>
                  <a:pt x="6035430" y="7711956"/>
                  <a:pt x="6050332" y="7718569"/>
                  <a:pt x="6060265" y="7728489"/>
                </a:cubicBezTo>
                <a:cubicBezTo>
                  <a:pt x="6080132" y="7748330"/>
                  <a:pt x="6007281" y="7748330"/>
                  <a:pt x="6000662" y="7748330"/>
                </a:cubicBezTo>
                <a:cubicBezTo>
                  <a:pt x="6000662" y="7725183"/>
                  <a:pt x="6010595" y="7715262"/>
                  <a:pt x="6023013" y="7713609"/>
                </a:cubicBezTo>
                <a:close/>
                <a:moveTo>
                  <a:pt x="6132352" y="7684485"/>
                </a:moveTo>
                <a:cubicBezTo>
                  <a:pt x="6132352" y="7715228"/>
                  <a:pt x="6113906" y="7715228"/>
                  <a:pt x="6095460" y="7715228"/>
                </a:cubicBezTo>
                <a:cubicBezTo>
                  <a:pt x="6095460" y="7678336"/>
                  <a:pt x="6113906" y="7684485"/>
                  <a:pt x="6132352" y="7684485"/>
                </a:cubicBezTo>
                <a:close/>
                <a:moveTo>
                  <a:pt x="6611612" y="7659376"/>
                </a:moveTo>
                <a:cubicBezTo>
                  <a:pt x="6630765" y="7659376"/>
                  <a:pt x="6649918" y="7659376"/>
                  <a:pt x="6662687" y="7671786"/>
                </a:cubicBezTo>
                <a:cubicBezTo>
                  <a:pt x="6643534" y="7684196"/>
                  <a:pt x="6624381" y="7696605"/>
                  <a:pt x="6611612" y="7715220"/>
                </a:cubicBezTo>
                <a:cubicBezTo>
                  <a:pt x="6611612" y="7696605"/>
                  <a:pt x="6611612" y="7677991"/>
                  <a:pt x="6611612" y="7659376"/>
                </a:cubicBezTo>
                <a:close/>
                <a:moveTo>
                  <a:pt x="6656227" y="7650005"/>
                </a:moveTo>
                <a:lnTo>
                  <a:pt x="6654271" y="7658323"/>
                </a:lnTo>
                <a:cubicBezTo>
                  <a:pt x="6654271" y="7658323"/>
                  <a:pt x="6654733" y="7656360"/>
                  <a:pt x="6655396" y="7653539"/>
                </a:cubicBezTo>
                <a:close/>
                <a:moveTo>
                  <a:pt x="6659809" y="7634772"/>
                </a:moveTo>
                <a:cubicBezTo>
                  <a:pt x="6659501" y="7636080"/>
                  <a:pt x="6658937" y="7638479"/>
                  <a:pt x="6658040" y="7642295"/>
                </a:cubicBezTo>
                <a:lnTo>
                  <a:pt x="6656227" y="7650005"/>
                </a:lnTo>
                <a:lnTo>
                  <a:pt x="6657732" y="7643603"/>
                </a:lnTo>
                <a:cubicBezTo>
                  <a:pt x="6659347" y="7636734"/>
                  <a:pt x="6660732" y="7630846"/>
                  <a:pt x="6659809" y="7634772"/>
                </a:cubicBezTo>
                <a:close/>
                <a:moveTo>
                  <a:pt x="6695874" y="7626197"/>
                </a:moveTo>
                <a:cubicBezTo>
                  <a:pt x="6695874" y="7652740"/>
                  <a:pt x="6684288" y="7658270"/>
                  <a:pt x="6671649" y="7658270"/>
                </a:cubicBezTo>
                <a:cubicBezTo>
                  <a:pt x="6665330" y="7652740"/>
                  <a:pt x="6665330" y="7646105"/>
                  <a:pt x="6659010" y="7639469"/>
                </a:cubicBezTo>
                <a:cubicBezTo>
                  <a:pt x="6671649" y="7632833"/>
                  <a:pt x="6684288" y="7626197"/>
                  <a:pt x="6695874" y="7626197"/>
                </a:cubicBezTo>
                <a:close/>
                <a:moveTo>
                  <a:pt x="4731845" y="7624042"/>
                </a:moveTo>
                <a:cubicBezTo>
                  <a:pt x="4719754" y="7622564"/>
                  <a:pt x="4705245" y="7627400"/>
                  <a:pt x="4695573" y="7627400"/>
                </a:cubicBezTo>
                <a:cubicBezTo>
                  <a:pt x="4695573" y="7671461"/>
                  <a:pt x="4734263" y="7658565"/>
                  <a:pt x="4753610" y="7658565"/>
                </a:cubicBezTo>
                <a:cubicBezTo>
                  <a:pt x="4753610" y="7633311"/>
                  <a:pt x="4743938" y="7625520"/>
                  <a:pt x="4731845" y="7624042"/>
                </a:cubicBezTo>
                <a:close/>
                <a:moveTo>
                  <a:pt x="6736842" y="7622692"/>
                </a:moveTo>
                <a:cubicBezTo>
                  <a:pt x="6739087" y="7623545"/>
                  <a:pt x="6742081" y="7626958"/>
                  <a:pt x="6748068" y="7630370"/>
                </a:cubicBezTo>
                <a:cubicBezTo>
                  <a:pt x="6736093" y="7637195"/>
                  <a:pt x="6736093" y="7644020"/>
                  <a:pt x="6730106" y="7630370"/>
                </a:cubicBezTo>
                <a:cubicBezTo>
                  <a:pt x="6733100" y="7623545"/>
                  <a:pt x="6734596" y="7621839"/>
                  <a:pt x="6736842" y="7622692"/>
                </a:cubicBezTo>
                <a:close/>
                <a:moveTo>
                  <a:pt x="4772956" y="7595161"/>
                </a:moveTo>
                <a:cubicBezTo>
                  <a:pt x="4772956" y="7627400"/>
                  <a:pt x="4792303" y="7627400"/>
                  <a:pt x="4811647" y="7627400"/>
                </a:cubicBezTo>
                <a:cubicBezTo>
                  <a:pt x="4811647" y="7588713"/>
                  <a:pt x="4792303" y="7595161"/>
                  <a:pt x="4772956" y="7595161"/>
                </a:cubicBezTo>
                <a:close/>
                <a:moveTo>
                  <a:pt x="6362875" y="7580021"/>
                </a:moveTo>
                <a:cubicBezTo>
                  <a:pt x="6385705" y="7576013"/>
                  <a:pt x="6406906" y="7579220"/>
                  <a:pt x="6416689" y="7608077"/>
                </a:cubicBezTo>
                <a:cubicBezTo>
                  <a:pt x="6377552" y="7627315"/>
                  <a:pt x="6338415" y="7640141"/>
                  <a:pt x="6299276" y="7658310"/>
                </a:cubicBezTo>
                <a:cubicBezTo>
                  <a:pt x="6299276" y="7633728"/>
                  <a:pt x="6299276" y="7614490"/>
                  <a:pt x="6299276" y="7595252"/>
                </a:cubicBezTo>
                <a:cubicBezTo>
                  <a:pt x="6315584" y="7595252"/>
                  <a:pt x="6340046" y="7584029"/>
                  <a:pt x="6362875" y="7580021"/>
                </a:cubicBezTo>
                <a:close/>
                <a:moveTo>
                  <a:pt x="6923436" y="7564581"/>
                </a:moveTo>
                <a:cubicBezTo>
                  <a:pt x="6923436" y="7590266"/>
                  <a:pt x="6917449" y="7596687"/>
                  <a:pt x="6905474" y="7596687"/>
                </a:cubicBezTo>
                <a:cubicBezTo>
                  <a:pt x="6905474" y="7571002"/>
                  <a:pt x="6917449" y="7564581"/>
                  <a:pt x="6923436" y="7564581"/>
                </a:cubicBezTo>
                <a:close/>
                <a:moveTo>
                  <a:pt x="6961258" y="7531402"/>
                </a:moveTo>
                <a:cubicBezTo>
                  <a:pt x="6961258" y="7550667"/>
                  <a:pt x="6961258" y="7563511"/>
                  <a:pt x="6948133" y="7563511"/>
                </a:cubicBezTo>
                <a:cubicBezTo>
                  <a:pt x="6948133" y="7544246"/>
                  <a:pt x="6948133" y="7531402"/>
                  <a:pt x="6961258" y="7531402"/>
                </a:cubicBezTo>
                <a:close/>
                <a:moveTo>
                  <a:pt x="6519027" y="7531284"/>
                </a:moveTo>
                <a:cubicBezTo>
                  <a:pt x="6530892" y="7532276"/>
                  <a:pt x="6542686" y="7536242"/>
                  <a:pt x="6554142" y="7544174"/>
                </a:cubicBezTo>
                <a:cubicBezTo>
                  <a:pt x="6519779" y="7571937"/>
                  <a:pt x="6471213" y="7623993"/>
                  <a:pt x="6433300" y="7594061"/>
                </a:cubicBezTo>
                <a:lnTo>
                  <a:pt x="6421498" y="7580258"/>
                </a:lnTo>
                <a:lnTo>
                  <a:pt x="6424521" y="7590114"/>
                </a:lnTo>
                <a:cubicBezTo>
                  <a:pt x="6424521" y="7594930"/>
                  <a:pt x="6422880" y="7599746"/>
                  <a:pt x="6419597" y="7606167"/>
                </a:cubicBezTo>
                <a:cubicBezTo>
                  <a:pt x="6419597" y="7599746"/>
                  <a:pt x="6413034" y="7593325"/>
                  <a:pt x="6413034" y="7593325"/>
                </a:cubicBezTo>
                <a:lnTo>
                  <a:pt x="6418629" y="7576903"/>
                </a:lnTo>
                <a:lnTo>
                  <a:pt x="6417775" y="7575903"/>
                </a:lnTo>
                <a:lnTo>
                  <a:pt x="6419363" y="7574751"/>
                </a:lnTo>
                <a:lnTo>
                  <a:pt x="6419597" y="7574061"/>
                </a:lnTo>
                <a:lnTo>
                  <a:pt x="6419729" y="7574486"/>
                </a:lnTo>
                <a:lnTo>
                  <a:pt x="6449207" y="7553098"/>
                </a:lnTo>
                <a:cubicBezTo>
                  <a:pt x="6471299" y="7539217"/>
                  <a:pt x="6495301" y="7529301"/>
                  <a:pt x="6519027" y="7531284"/>
                </a:cubicBezTo>
                <a:close/>
                <a:moveTo>
                  <a:pt x="5068791" y="7529070"/>
                </a:moveTo>
                <a:cubicBezTo>
                  <a:pt x="5047295" y="7529070"/>
                  <a:pt x="5026605" y="7533906"/>
                  <a:pt x="5010483" y="7556473"/>
                </a:cubicBezTo>
                <a:cubicBezTo>
                  <a:pt x="4991136" y="7582265"/>
                  <a:pt x="4958894" y="7575817"/>
                  <a:pt x="4939550" y="7582265"/>
                </a:cubicBezTo>
                <a:cubicBezTo>
                  <a:pt x="4913753" y="7588713"/>
                  <a:pt x="4887959" y="7595161"/>
                  <a:pt x="4868614" y="7595161"/>
                </a:cubicBezTo>
                <a:cubicBezTo>
                  <a:pt x="4868614" y="7627400"/>
                  <a:pt x="4887959" y="7633848"/>
                  <a:pt x="4900855" y="7620952"/>
                </a:cubicBezTo>
                <a:cubicBezTo>
                  <a:pt x="4926648" y="7601609"/>
                  <a:pt x="4939550" y="7588713"/>
                  <a:pt x="4965343" y="7588713"/>
                </a:cubicBezTo>
                <a:cubicBezTo>
                  <a:pt x="4984689" y="7582265"/>
                  <a:pt x="5004034" y="7582265"/>
                  <a:pt x="5023382" y="7575817"/>
                </a:cubicBezTo>
                <a:cubicBezTo>
                  <a:pt x="5023382" y="7569369"/>
                  <a:pt x="5035204" y="7562921"/>
                  <a:pt x="5042726" y="7562921"/>
                </a:cubicBezTo>
                <a:cubicBezTo>
                  <a:pt x="5073896" y="7562921"/>
                  <a:pt x="5099688" y="7562921"/>
                  <a:pt x="5131933" y="7562921"/>
                </a:cubicBezTo>
                <a:cubicBezTo>
                  <a:pt x="5131933" y="7556473"/>
                  <a:pt x="5131933" y="7543577"/>
                  <a:pt x="5131933" y="7530682"/>
                </a:cubicBezTo>
                <a:cubicBezTo>
                  <a:pt x="5112588" y="7533906"/>
                  <a:pt x="5090284" y="7529070"/>
                  <a:pt x="5068791" y="7529070"/>
                </a:cubicBezTo>
                <a:close/>
                <a:moveTo>
                  <a:pt x="6549994" y="7520599"/>
                </a:moveTo>
                <a:cubicBezTo>
                  <a:pt x="6552988" y="7520599"/>
                  <a:pt x="6555979" y="7524011"/>
                  <a:pt x="6558974" y="7530836"/>
                </a:cubicBezTo>
                <a:cubicBezTo>
                  <a:pt x="6552988" y="7544486"/>
                  <a:pt x="6546999" y="7544486"/>
                  <a:pt x="6541012" y="7530836"/>
                </a:cubicBezTo>
                <a:cubicBezTo>
                  <a:pt x="6544004" y="7524011"/>
                  <a:pt x="6546999" y="7520599"/>
                  <a:pt x="6549994" y="7520599"/>
                </a:cubicBezTo>
                <a:close/>
                <a:moveTo>
                  <a:pt x="7037161" y="7498226"/>
                </a:moveTo>
                <a:cubicBezTo>
                  <a:pt x="7037161" y="7535118"/>
                  <a:pt x="7018715" y="7528970"/>
                  <a:pt x="7000269" y="7528970"/>
                </a:cubicBezTo>
                <a:cubicBezTo>
                  <a:pt x="7000269" y="7498226"/>
                  <a:pt x="7024864" y="7498226"/>
                  <a:pt x="7037161" y="7498226"/>
                </a:cubicBezTo>
                <a:close/>
                <a:moveTo>
                  <a:pt x="6675160" y="7469436"/>
                </a:moveTo>
                <a:cubicBezTo>
                  <a:pt x="6688968" y="7469996"/>
                  <a:pt x="6702327" y="7474748"/>
                  <a:pt x="6714821" y="7485882"/>
                </a:cubicBezTo>
                <a:cubicBezTo>
                  <a:pt x="6664842" y="7511950"/>
                  <a:pt x="6595157" y="7596673"/>
                  <a:pt x="6550492" y="7518468"/>
                </a:cubicBezTo>
                <a:cubicBezTo>
                  <a:pt x="6588775" y="7503804"/>
                  <a:pt x="6633738" y="7467756"/>
                  <a:pt x="6675160" y="7469436"/>
                </a:cubicBezTo>
                <a:close/>
                <a:moveTo>
                  <a:pt x="6708736" y="7466812"/>
                </a:moveTo>
                <a:lnTo>
                  <a:pt x="6707944" y="7469064"/>
                </a:lnTo>
                <a:cubicBezTo>
                  <a:pt x="6707036" y="7471644"/>
                  <a:pt x="6706404" y="7473438"/>
                  <a:pt x="6706404" y="7473438"/>
                </a:cubicBezTo>
                <a:close/>
                <a:moveTo>
                  <a:pt x="6713340" y="7453728"/>
                </a:moveTo>
                <a:lnTo>
                  <a:pt x="6711562" y="7458781"/>
                </a:lnTo>
                <a:lnTo>
                  <a:pt x="6708736" y="7466812"/>
                </a:lnTo>
                <a:lnTo>
                  <a:pt x="6711140" y="7459978"/>
                </a:lnTo>
                <a:close/>
                <a:moveTo>
                  <a:pt x="6713982" y="7451902"/>
                </a:moveTo>
                <a:cubicBezTo>
                  <a:pt x="6714614" y="7450107"/>
                  <a:pt x="6714456" y="7450556"/>
                  <a:pt x="6713864" y="7452238"/>
                </a:cubicBezTo>
                <a:lnTo>
                  <a:pt x="6713340" y="7453728"/>
                </a:lnTo>
                <a:close/>
                <a:moveTo>
                  <a:pt x="7157576" y="7408170"/>
                </a:moveTo>
                <a:cubicBezTo>
                  <a:pt x="7163725" y="7428078"/>
                  <a:pt x="7163725" y="7453515"/>
                  <a:pt x="7169873" y="7473422"/>
                </a:cubicBezTo>
                <a:cubicBezTo>
                  <a:pt x="7157576" y="7473422"/>
                  <a:pt x="7145278" y="7473422"/>
                  <a:pt x="7132981" y="7473422"/>
                </a:cubicBezTo>
                <a:cubicBezTo>
                  <a:pt x="7139130" y="7447985"/>
                  <a:pt x="7145278" y="7428078"/>
                  <a:pt x="7157576" y="7408170"/>
                </a:cubicBezTo>
                <a:close/>
                <a:moveTo>
                  <a:pt x="6859755" y="7367654"/>
                </a:moveTo>
                <a:cubicBezTo>
                  <a:pt x="6875043" y="7368179"/>
                  <a:pt x="6888787" y="7376704"/>
                  <a:pt x="6899676" y="7397813"/>
                </a:cubicBezTo>
                <a:cubicBezTo>
                  <a:pt x="6862493" y="7410804"/>
                  <a:pt x="6830622" y="7423794"/>
                  <a:pt x="6792377" y="7443280"/>
                </a:cubicBezTo>
                <a:cubicBezTo>
                  <a:pt x="6766880" y="7455188"/>
                  <a:pt x="6735010" y="7487664"/>
                  <a:pt x="6715887" y="7455188"/>
                </a:cubicBezTo>
                <a:cubicBezTo>
                  <a:pt x="6754132" y="7436514"/>
                  <a:pt x="6813890" y="7366081"/>
                  <a:pt x="6859755" y="7367654"/>
                </a:cubicBezTo>
                <a:close/>
                <a:moveTo>
                  <a:pt x="6906002" y="7365514"/>
                </a:moveTo>
                <a:cubicBezTo>
                  <a:pt x="6912322" y="7371935"/>
                  <a:pt x="6918642" y="7378357"/>
                  <a:pt x="6918642" y="7384778"/>
                </a:cubicBezTo>
                <a:cubicBezTo>
                  <a:pt x="6912322" y="7391199"/>
                  <a:pt x="6906002" y="7397620"/>
                  <a:pt x="6900735" y="7384778"/>
                </a:cubicBezTo>
                <a:cubicBezTo>
                  <a:pt x="6900735" y="7371935"/>
                  <a:pt x="6906002" y="7365514"/>
                  <a:pt x="6906002" y="7365514"/>
                </a:cubicBezTo>
                <a:close/>
                <a:moveTo>
                  <a:pt x="6951772" y="7346553"/>
                </a:moveTo>
                <a:cubicBezTo>
                  <a:pt x="6951772" y="7383445"/>
                  <a:pt x="6918704" y="7383445"/>
                  <a:pt x="6905477" y="7364999"/>
                </a:cubicBezTo>
                <a:cubicBezTo>
                  <a:pt x="6918704" y="7358851"/>
                  <a:pt x="6931931" y="7352702"/>
                  <a:pt x="6951772" y="7346553"/>
                </a:cubicBezTo>
                <a:close/>
                <a:moveTo>
                  <a:pt x="7174557" y="7199619"/>
                </a:moveTo>
                <a:cubicBezTo>
                  <a:pt x="7174557" y="7249662"/>
                  <a:pt x="7155005" y="7268827"/>
                  <a:pt x="7128936" y="7287993"/>
                </a:cubicBezTo>
                <a:cubicBezTo>
                  <a:pt x="7090919" y="7307158"/>
                  <a:pt x="7058332" y="7326323"/>
                  <a:pt x="7019229" y="7345489"/>
                </a:cubicBezTo>
                <a:cubicBezTo>
                  <a:pt x="7051815" y="7256050"/>
                  <a:pt x="7122419" y="7244338"/>
                  <a:pt x="7174557" y="7199619"/>
                </a:cubicBezTo>
                <a:close/>
                <a:moveTo>
                  <a:pt x="7300454" y="7180662"/>
                </a:moveTo>
                <a:cubicBezTo>
                  <a:pt x="7306774" y="7187084"/>
                  <a:pt x="7306774" y="7193506"/>
                  <a:pt x="7312041" y="7199927"/>
                </a:cubicBezTo>
                <a:cubicBezTo>
                  <a:pt x="7306774" y="7206349"/>
                  <a:pt x="7300454" y="7212771"/>
                  <a:pt x="7294134" y="7199927"/>
                </a:cubicBezTo>
                <a:cubicBezTo>
                  <a:pt x="7294134" y="7193506"/>
                  <a:pt x="7300454" y="7187084"/>
                  <a:pt x="7300454" y="7180662"/>
                </a:cubicBezTo>
                <a:close/>
                <a:moveTo>
                  <a:pt x="7393171" y="7122257"/>
                </a:moveTo>
                <a:cubicBezTo>
                  <a:pt x="7396165" y="7122257"/>
                  <a:pt x="7399159" y="7125468"/>
                  <a:pt x="7402152" y="7131889"/>
                </a:cubicBezTo>
                <a:cubicBezTo>
                  <a:pt x="7402152" y="7135099"/>
                  <a:pt x="7400656" y="7136704"/>
                  <a:pt x="7399159" y="7139112"/>
                </a:cubicBezTo>
                <a:lnTo>
                  <a:pt x="7396276" y="7150706"/>
                </a:lnTo>
                <a:lnTo>
                  <a:pt x="7397356" y="7152336"/>
                </a:lnTo>
                <a:cubicBezTo>
                  <a:pt x="7372077" y="7165050"/>
                  <a:pt x="7327839" y="7222262"/>
                  <a:pt x="7303614" y="7177764"/>
                </a:cubicBezTo>
                <a:cubicBezTo>
                  <a:pt x="7327839" y="7158693"/>
                  <a:pt x="7359438" y="7145979"/>
                  <a:pt x="7384716" y="7133265"/>
                </a:cubicBezTo>
                <a:lnTo>
                  <a:pt x="7390024" y="7141273"/>
                </a:lnTo>
                <a:lnTo>
                  <a:pt x="7384190" y="7131889"/>
                </a:lnTo>
                <a:cubicBezTo>
                  <a:pt x="7387184" y="7125468"/>
                  <a:pt x="7390178" y="7122257"/>
                  <a:pt x="7393171" y="7122257"/>
                </a:cubicBezTo>
                <a:close/>
                <a:moveTo>
                  <a:pt x="5888581" y="7100821"/>
                </a:moveTo>
                <a:cubicBezTo>
                  <a:pt x="5888581" y="7126612"/>
                  <a:pt x="5895025" y="7133060"/>
                  <a:pt x="5907924" y="7133060"/>
                </a:cubicBezTo>
                <a:cubicBezTo>
                  <a:pt x="5907924" y="7107269"/>
                  <a:pt x="5895025" y="7100821"/>
                  <a:pt x="5888581" y="7100821"/>
                </a:cubicBezTo>
                <a:close/>
                <a:moveTo>
                  <a:pt x="7447974" y="7098071"/>
                </a:moveTo>
                <a:cubicBezTo>
                  <a:pt x="7453481" y="7098362"/>
                  <a:pt x="7458784" y="7099913"/>
                  <a:pt x="7463679" y="7103016"/>
                </a:cubicBezTo>
                <a:cubicBezTo>
                  <a:pt x="7444098" y="7109221"/>
                  <a:pt x="7417990" y="7146450"/>
                  <a:pt x="7398409" y="7121631"/>
                </a:cubicBezTo>
                <a:cubicBezTo>
                  <a:pt x="7413095" y="7107669"/>
                  <a:pt x="7431452" y="7097199"/>
                  <a:pt x="7447974" y="7098071"/>
                </a:cubicBezTo>
                <a:close/>
                <a:moveTo>
                  <a:pt x="6649030" y="7074116"/>
                </a:moveTo>
                <a:cubicBezTo>
                  <a:pt x="6650527" y="7075822"/>
                  <a:pt x="6652024" y="7082647"/>
                  <a:pt x="6658011" y="7089472"/>
                </a:cubicBezTo>
                <a:cubicBezTo>
                  <a:pt x="6652024" y="7089472"/>
                  <a:pt x="6646036" y="7089472"/>
                  <a:pt x="6640049" y="7089472"/>
                </a:cubicBezTo>
                <a:cubicBezTo>
                  <a:pt x="6646037" y="7075822"/>
                  <a:pt x="6647534" y="7072410"/>
                  <a:pt x="6649030" y="7074116"/>
                </a:cubicBezTo>
                <a:close/>
                <a:moveTo>
                  <a:pt x="6017553" y="7068581"/>
                </a:moveTo>
                <a:cubicBezTo>
                  <a:pt x="6017553" y="7094373"/>
                  <a:pt x="6024004" y="7100821"/>
                  <a:pt x="6036900" y="7100821"/>
                </a:cubicBezTo>
                <a:cubicBezTo>
                  <a:pt x="6036900" y="7081477"/>
                  <a:pt x="6030452" y="7068581"/>
                  <a:pt x="6017553" y="7068581"/>
                </a:cubicBezTo>
                <a:close/>
                <a:moveTo>
                  <a:pt x="7572643" y="7066910"/>
                </a:moveTo>
                <a:cubicBezTo>
                  <a:pt x="7572643" y="7092597"/>
                  <a:pt x="7565818" y="7099019"/>
                  <a:pt x="7545343" y="7099019"/>
                </a:cubicBezTo>
                <a:cubicBezTo>
                  <a:pt x="7545343" y="7079754"/>
                  <a:pt x="7552168" y="7066910"/>
                  <a:pt x="7572643" y="7066910"/>
                </a:cubicBezTo>
                <a:close/>
                <a:moveTo>
                  <a:pt x="7601219" y="7038470"/>
                </a:moveTo>
                <a:cubicBezTo>
                  <a:pt x="7601219" y="7063907"/>
                  <a:pt x="7595232" y="7070543"/>
                  <a:pt x="7583257" y="7070543"/>
                </a:cubicBezTo>
                <a:cubicBezTo>
                  <a:pt x="7583257" y="7050636"/>
                  <a:pt x="7589244" y="7038470"/>
                  <a:pt x="7601219" y="7038470"/>
                </a:cubicBezTo>
                <a:close/>
                <a:moveTo>
                  <a:pt x="5831615" y="6979385"/>
                </a:moveTo>
                <a:cubicBezTo>
                  <a:pt x="5831615" y="7018072"/>
                  <a:pt x="5850962" y="7011624"/>
                  <a:pt x="5870308" y="7011624"/>
                </a:cubicBezTo>
                <a:cubicBezTo>
                  <a:pt x="5870308" y="6972937"/>
                  <a:pt x="5844514" y="6979385"/>
                  <a:pt x="5831615" y="6979385"/>
                </a:cubicBezTo>
                <a:close/>
                <a:moveTo>
                  <a:pt x="7684776" y="6978552"/>
                </a:moveTo>
                <a:cubicBezTo>
                  <a:pt x="7696410" y="6976961"/>
                  <a:pt x="7710371" y="6981736"/>
                  <a:pt x="7719678" y="6981736"/>
                </a:cubicBezTo>
                <a:cubicBezTo>
                  <a:pt x="7719678" y="7032670"/>
                  <a:pt x="7682449" y="7013570"/>
                  <a:pt x="7663834" y="7013570"/>
                </a:cubicBezTo>
                <a:cubicBezTo>
                  <a:pt x="7663834" y="6988103"/>
                  <a:pt x="7673142" y="6980144"/>
                  <a:pt x="7684776" y="6978552"/>
                </a:cubicBezTo>
                <a:close/>
                <a:moveTo>
                  <a:pt x="5959516" y="6947145"/>
                </a:moveTo>
                <a:cubicBezTo>
                  <a:pt x="5940167" y="6953593"/>
                  <a:pt x="5927275" y="6972937"/>
                  <a:pt x="5907924" y="6979385"/>
                </a:cubicBezTo>
                <a:cubicBezTo>
                  <a:pt x="5895025" y="6985833"/>
                  <a:pt x="5888581" y="6992281"/>
                  <a:pt x="5888581" y="7011624"/>
                </a:cubicBezTo>
                <a:cubicBezTo>
                  <a:pt x="5901477" y="6998729"/>
                  <a:pt x="5920820" y="6998729"/>
                  <a:pt x="5933720" y="6979385"/>
                </a:cubicBezTo>
                <a:cubicBezTo>
                  <a:pt x="5946619" y="6979385"/>
                  <a:pt x="5959516" y="6972937"/>
                  <a:pt x="5959516" y="6947145"/>
                </a:cubicBezTo>
                <a:close/>
                <a:moveTo>
                  <a:pt x="6863995" y="6945961"/>
                </a:moveTo>
                <a:cubicBezTo>
                  <a:pt x="6874213" y="6945596"/>
                  <a:pt x="6884521" y="6946509"/>
                  <a:pt x="6894929" y="6948945"/>
                </a:cubicBezTo>
                <a:cubicBezTo>
                  <a:pt x="6862904" y="7007401"/>
                  <a:pt x="6811664" y="7013896"/>
                  <a:pt x="6766828" y="7033381"/>
                </a:cubicBezTo>
                <a:cubicBezTo>
                  <a:pt x="6742809" y="7042312"/>
                  <a:pt x="6712185" y="7077426"/>
                  <a:pt x="6684864" y="7075244"/>
                </a:cubicBezTo>
                <a:lnTo>
                  <a:pt x="6671792" y="7070841"/>
                </a:lnTo>
                <a:lnTo>
                  <a:pt x="6661007" y="7084722"/>
                </a:lnTo>
                <a:cubicBezTo>
                  <a:pt x="6658761" y="7084722"/>
                  <a:pt x="6657265" y="7079906"/>
                  <a:pt x="6654271" y="7070274"/>
                </a:cubicBezTo>
                <a:cubicBezTo>
                  <a:pt x="6657265" y="7063852"/>
                  <a:pt x="6658762" y="7060641"/>
                  <a:pt x="6661007" y="7060641"/>
                </a:cubicBezTo>
                <a:lnTo>
                  <a:pt x="6663692" y="7062945"/>
                </a:lnTo>
                <a:lnTo>
                  <a:pt x="6659010" y="7058279"/>
                </a:lnTo>
                <a:cubicBezTo>
                  <a:pt x="6725329" y="7013760"/>
                  <a:pt x="6792466" y="6948522"/>
                  <a:pt x="6863995" y="6945961"/>
                </a:cubicBezTo>
                <a:close/>
                <a:moveTo>
                  <a:pt x="6951737" y="6919979"/>
                </a:moveTo>
                <a:cubicBezTo>
                  <a:pt x="6951737" y="6940454"/>
                  <a:pt x="6938087" y="6947279"/>
                  <a:pt x="6924437" y="6947279"/>
                </a:cubicBezTo>
                <a:cubicBezTo>
                  <a:pt x="6924437" y="6926804"/>
                  <a:pt x="6938087" y="6919979"/>
                  <a:pt x="6951737" y="6919979"/>
                </a:cubicBezTo>
                <a:close/>
                <a:moveTo>
                  <a:pt x="6999271" y="6891539"/>
                </a:moveTo>
                <a:cubicBezTo>
                  <a:pt x="6999271" y="6910803"/>
                  <a:pt x="6993284" y="6923645"/>
                  <a:pt x="6981309" y="6923645"/>
                </a:cubicBezTo>
                <a:cubicBezTo>
                  <a:pt x="6981309" y="6897960"/>
                  <a:pt x="6987296" y="6891539"/>
                  <a:pt x="6999271" y="6891539"/>
                </a:cubicBezTo>
                <a:close/>
                <a:moveTo>
                  <a:pt x="6056249" y="6889114"/>
                </a:moveTo>
                <a:cubicBezTo>
                  <a:pt x="6056249" y="6927802"/>
                  <a:pt x="6080968" y="6921354"/>
                  <a:pt x="6093865" y="6921354"/>
                </a:cubicBezTo>
                <a:cubicBezTo>
                  <a:pt x="6093865" y="6882666"/>
                  <a:pt x="6075587" y="6889114"/>
                  <a:pt x="6056249" y="6889114"/>
                </a:cubicBezTo>
                <a:close/>
                <a:moveTo>
                  <a:pt x="7913961" y="6858360"/>
                </a:moveTo>
                <a:cubicBezTo>
                  <a:pt x="7913961" y="6909960"/>
                  <a:pt x="7901017" y="6929310"/>
                  <a:pt x="7868655" y="6935760"/>
                </a:cubicBezTo>
                <a:cubicBezTo>
                  <a:pt x="7829821" y="6948660"/>
                  <a:pt x="7790988" y="6961560"/>
                  <a:pt x="7758626" y="6948660"/>
                </a:cubicBezTo>
                <a:cubicBezTo>
                  <a:pt x="7797460" y="6884160"/>
                  <a:pt x="7855711" y="6877710"/>
                  <a:pt x="7913961" y="6858360"/>
                </a:cubicBezTo>
                <a:close/>
                <a:moveTo>
                  <a:pt x="7040171" y="6855718"/>
                </a:moveTo>
                <a:cubicBezTo>
                  <a:pt x="7051805" y="6854086"/>
                  <a:pt x="7065766" y="6858981"/>
                  <a:pt x="7075073" y="6858981"/>
                </a:cubicBezTo>
                <a:cubicBezTo>
                  <a:pt x="7075073" y="6904670"/>
                  <a:pt x="7037844" y="6891616"/>
                  <a:pt x="7019229" y="6891616"/>
                </a:cubicBezTo>
                <a:cubicBezTo>
                  <a:pt x="7019229" y="6865508"/>
                  <a:pt x="7028536" y="6857349"/>
                  <a:pt x="7040171" y="6855718"/>
                </a:cubicBezTo>
                <a:close/>
                <a:moveTo>
                  <a:pt x="8302674" y="6855494"/>
                </a:moveTo>
                <a:cubicBezTo>
                  <a:pt x="8302674" y="6895175"/>
                  <a:pt x="8284228" y="6888561"/>
                  <a:pt x="8265782" y="6888561"/>
                </a:cubicBezTo>
                <a:cubicBezTo>
                  <a:pt x="8265782" y="6848880"/>
                  <a:pt x="8290377" y="6855494"/>
                  <a:pt x="8302674" y="6855494"/>
                </a:cubicBezTo>
                <a:close/>
                <a:moveTo>
                  <a:pt x="7151945" y="6792002"/>
                </a:moveTo>
                <a:cubicBezTo>
                  <a:pt x="7158770" y="6805274"/>
                  <a:pt x="7172420" y="6811910"/>
                  <a:pt x="7179245" y="6825181"/>
                </a:cubicBezTo>
                <a:cubicBezTo>
                  <a:pt x="7172420" y="6831817"/>
                  <a:pt x="7158770" y="6837347"/>
                  <a:pt x="7151945" y="6857254"/>
                </a:cubicBezTo>
                <a:cubicBezTo>
                  <a:pt x="7151945" y="6831817"/>
                  <a:pt x="7151945" y="6811910"/>
                  <a:pt x="7151945" y="6792002"/>
                </a:cubicBezTo>
                <a:close/>
                <a:moveTo>
                  <a:pt x="7321499" y="6749346"/>
                </a:moveTo>
                <a:cubicBezTo>
                  <a:pt x="7290409" y="6775836"/>
                  <a:pt x="7258247" y="6802326"/>
                  <a:pt x="7232518" y="6828816"/>
                </a:cubicBezTo>
                <a:cubicBezTo>
                  <a:pt x="7232518" y="6808948"/>
                  <a:pt x="7232518" y="6789081"/>
                  <a:pt x="7232518" y="6762591"/>
                </a:cubicBezTo>
                <a:cubicBezTo>
                  <a:pt x="7258247" y="6755969"/>
                  <a:pt x="7290409" y="6755969"/>
                  <a:pt x="7321499" y="6749346"/>
                </a:cubicBezTo>
                <a:close/>
                <a:moveTo>
                  <a:pt x="6793031" y="6735439"/>
                </a:moveTo>
                <a:cubicBezTo>
                  <a:pt x="6793031" y="6754782"/>
                  <a:pt x="6799479" y="6761230"/>
                  <a:pt x="6812376" y="6761230"/>
                </a:cubicBezTo>
                <a:cubicBezTo>
                  <a:pt x="6812376" y="6741887"/>
                  <a:pt x="6805928" y="6735439"/>
                  <a:pt x="6793031" y="6735439"/>
                </a:cubicBezTo>
                <a:close/>
                <a:moveTo>
                  <a:pt x="8137805" y="6735125"/>
                </a:moveTo>
                <a:cubicBezTo>
                  <a:pt x="8151127" y="6735125"/>
                  <a:pt x="8162400" y="6735125"/>
                  <a:pt x="8174697" y="6735125"/>
                </a:cubicBezTo>
                <a:cubicBezTo>
                  <a:pt x="8174697" y="6753740"/>
                  <a:pt x="8174697" y="6772354"/>
                  <a:pt x="8174697" y="6790969"/>
                </a:cubicBezTo>
                <a:cubicBezTo>
                  <a:pt x="8162400" y="6790969"/>
                  <a:pt x="8151127" y="6790969"/>
                  <a:pt x="8137805" y="6790969"/>
                </a:cubicBezTo>
                <a:cubicBezTo>
                  <a:pt x="8137805" y="6772354"/>
                  <a:pt x="8137805" y="6753740"/>
                  <a:pt x="8137805" y="6735125"/>
                </a:cubicBezTo>
                <a:close/>
                <a:moveTo>
                  <a:pt x="7184054" y="6703356"/>
                </a:moveTo>
                <a:cubicBezTo>
                  <a:pt x="7184054" y="6734099"/>
                  <a:pt x="7164788" y="6734099"/>
                  <a:pt x="7151945" y="6734099"/>
                </a:cubicBezTo>
                <a:cubicBezTo>
                  <a:pt x="7151945" y="6697207"/>
                  <a:pt x="7171210" y="6703356"/>
                  <a:pt x="7184054" y="6703356"/>
                </a:cubicBezTo>
                <a:close/>
                <a:moveTo>
                  <a:pt x="6831721" y="6703199"/>
                </a:moveTo>
                <a:cubicBezTo>
                  <a:pt x="6831721" y="6735439"/>
                  <a:pt x="6851066" y="6735439"/>
                  <a:pt x="6870411" y="6735439"/>
                </a:cubicBezTo>
                <a:cubicBezTo>
                  <a:pt x="6870411" y="6696751"/>
                  <a:pt x="6844618" y="6703199"/>
                  <a:pt x="6831721" y="6703199"/>
                </a:cubicBezTo>
                <a:close/>
                <a:moveTo>
                  <a:pt x="6434572" y="6703199"/>
                </a:moveTo>
                <a:cubicBezTo>
                  <a:pt x="6434572" y="6735439"/>
                  <a:pt x="6453917" y="6735439"/>
                  <a:pt x="6473263" y="6735439"/>
                </a:cubicBezTo>
                <a:cubicBezTo>
                  <a:pt x="6473263" y="6696751"/>
                  <a:pt x="6453917" y="6703199"/>
                  <a:pt x="6434572" y="6703199"/>
                </a:cubicBezTo>
                <a:close/>
                <a:moveTo>
                  <a:pt x="8265779" y="6701949"/>
                </a:moveTo>
                <a:cubicBezTo>
                  <a:pt x="8277754" y="6701949"/>
                  <a:pt x="8283741" y="6708370"/>
                  <a:pt x="8283741" y="6734055"/>
                </a:cubicBezTo>
                <a:cubicBezTo>
                  <a:pt x="8271766" y="6734055"/>
                  <a:pt x="8265779" y="6721213"/>
                  <a:pt x="8265779" y="6701949"/>
                </a:cubicBezTo>
                <a:close/>
                <a:moveTo>
                  <a:pt x="7378379" y="6701949"/>
                </a:moveTo>
                <a:cubicBezTo>
                  <a:pt x="7371958" y="6720564"/>
                  <a:pt x="7365536" y="6739178"/>
                  <a:pt x="7359115" y="6757793"/>
                </a:cubicBezTo>
                <a:cubicBezTo>
                  <a:pt x="7352694" y="6745383"/>
                  <a:pt x="7346273" y="6732974"/>
                  <a:pt x="7346273" y="6720564"/>
                </a:cubicBezTo>
                <a:cubicBezTo>
                  <a:pt x="7352694" y="6714359"/>
                  <a:pt x="7365536" y="6708154"/>
                  <a:pt x="7378379" y="6701949"/>
                </a:cubicBezTo>
                <a:close/>
                <a:moveTo>
                  <a:pt x="8227862" y="6673512"/>
                </a:moveTo>
                <a:cubicBezTo>
                  <a:pt x="8233849" y="6673512"/>
                  <a:pt x="8239837" y="6673512"/>
                  <a:pt x="8245824" y="6673512"/>
                </a:cubicBezTo>
                <a:cubicBezTo>
                  <a:pt x="8245824" y="6693093"/>
                  <a:pt x="8245824" y="6712674"/>
                  <a:pt x="8245824" y="6738782"/>
                </a:cubicBezTo>
                <a:cubicBezTo>
                  <a:pt x="8239837" y="6738782"/>
                  <a:pt x="8233849" y="6738782"/>
                  <a:pt x="8227862" y="6738782"/>
                </a:cubicBezTo>
                <a:cubicBezTo>
                  <a:pt x="8227862" y="6712674"/>
                  <a:pt x="8227862" y="6693093"/>
                  <a:pt x="8227862" y="6673512"/>
                </a:cubicBezTo>
                <a:close/>
                <a:moveTo>
                  <a:pt x="7417366" y="6673512"/>
                </a:moveTo>
                <a:cubicBezTo>
                  <a:pt x="7429341" y="6673512"/>
                  <a:pt x="7435328" y="6679933"/>
                  <a:pt x="7435328" y="6705618"/>
                </a:cubicBezTo>
                <a:cubicBezTo>
                  <a:pt x="7423353" y="6705618"/>
                  <a:pt x="7417366" y="6692776"/>
                  <a:pt x="7417366" y="6673512"/>
                </a:cubicBezTo>
                <a:close/>
                <a:moveTo>
                  <a:pt x="6901578" y="6670960"/>
                </a:moveTo>
                <a:cubicBezTo>
                  <a:pt x="6901578" y="6690303"/>
                  <a:pt x="6908026" y="6703199"/>
                  <a:pt x="6920924" y="6703199"/>
                </a:cubicBezTo>
                <a:cubicBezTo>
                  <a:pt x="6920924" y="6677408"/>
                  <a:pt x="6914475" y="6670960"/>
                  <a:pt x="6901578" y="6670960"/>
                </a:cubicBezTo>
                <a:close/>
                <a:moveTo>
                  <a:pt x="6530226" y="6670960"/>
                </a:moveTo>
                <a:cubicBezTo>
                  <a:pt x="6530226" y="6703199"/>
                  <a:pt x="6549573" y="6703199"/>
                  <a:pt x="6562470" y="6703199"/>
                </a:cubicBezTo>
                <a:cubicBezTo>
                  <a:pt x="6562470" y="6664512"/>
                  <a:pt x="6543125" y="6670960"/>
                  <a:pt x="6530226" y="6670960"/>
                </a:cubicBezTo>
                <a:close/>
                <a:moveTo>
                  <a:pt x="7473745" y="6664909"/>
                </a:moveTo>
                <a:cubicBezTo>
                  <a:pt x="7476739" y="6665712"/>
                  <a:pt x="7479733" y="6668923"/>
                  <a:pt x="7482726" y="6672134"/>
                </a:cubicBezTo>
                <a:cubicBezTo>
                  <a:pt x="7482726" y="6672134"/>
                  <a:pt x="7476739" y="6678555"/>
                  <a:pt x="7476739" y="6691399"/>
                </a:cubicBezTo>
                <a:cubicBezTo>
                  <a:pt x="7470751" y="6684977"/>
                  <a:pt x="7470751" y="6678555"/>
                  <a:pt x="7464764" y="6672134"/>
                </a:cubicBezTo>
                <a:cubicBezTo>
                  <a:pt x="7467758" y="6665712"/>
                  <a:pt x="7470752" y="6664106"/>
                  <a:pt x="7473745" y="6664909"/>
                </a:cubicBezTo>
                <a:close/>
                <a:moveTo>
                  <a:pt x="7492690" y="6650186"/>
                </a:moveTo>
                <a:cubicBezTo>
                  <a:pt x="7498839" y="6649495"/>
                  <a:pt x="7504988" y="6651153"/>
                  <a:pt x="7511136" y="6657236"/>
                </a:cubicBezTo>
                <a:cubicBezTo>
                  <a:pt x="7498839" y="6657236"/>
                  <a:pt x="7480393" y="6677141"/>
                  <a:pt x="7474244" y="6657236"/>
                </a:cubicBezTo>
                <a:cubicBezTo>
                  <a:pt x="7480393" y="6653918"/>
                  <a:pt x="7486542" y="6650877"/>
                  <a:pt x="7492690" y="6650186"/>
                </a:cubicBezTo>
                <a:close/>
                <a:moveTo>
                  <a:pt x="6959614" y="6638720"/>
                </a:moveTo>
                <a:cubicBezTo>
                  <a:pt x="6959614" y="6677408"/>
                  <a:pt x="6985407" y="6670960"/>
                  <a:pt x="6998304" y="6670960"/>
                </a:cubicBezTo>
                <a:cubicBezTo>
                  <a:pt x="6998304" y="6632272"/>
                  <a:pt x="6972510" y="6638720"/>
                  <a:pt x="6959614" y="6638720"/>
                </a:cubicBezTo>
                <a:close/>
                <a:moveTo>
                  <a:pt x="7507300" y="6626078"/>
                </a:moveTo>
                <a:lnTo>
                  <a:pt x="7504216" y="6634870"/>
                </a:lnTo>
                <a:cubicBezTo>
                  <a:pt x="7503311" y="6637449"/>
                  <a:pt x="7502681" y="6639244"/>
                  <a:pt x="7502681" y="6639244"/>
                </a:cubicBezTo>
                <a:close/>
                <a:moveTo>
                  <a:pt x="7507470" y="6625594"/>
                </a:moveTo>
                <a:lnTo>
                  <a:pt x="7507300" y="6626078"/>
                </a:lnTo>
                <a:lnTo>
                  <a:pt x="7507403" y="6625784"/>
                </a:lnTo>
                <a:close/>
                <a:moveTo>
                  <a:pt x="7509878" y="6618728"/>
                </a:moveTo>
                <a:lnTo>
                  <a:pt x="7507470" y="6625594"/>
                </a:lnTo>
                <a:lnTo>
                  <a:pt x="7507823" y="6624587"/>
                </a:lnTo>
                <a:close/>
                <a:moveTo>
                  <a:pt x="7510236" y="6617708"/>
                </a:moveTo>
                <a:cubicBezTo>
                  <a:pt x="7510866" y="6615913"/>
                  <a:pt x="7510708" y="6616362"/>
                  <a:pt x="7510118" y="6618044"/>
                </a:cubicBezTo>
                <a:lnTo>
                  <a:pt x="7509878" y="6618728"/>
                </a:lnTo>
                <a:close/>
                <a:moveTo>
                  <a:pt x="7601148" y="6592935"/>
                </a:moveTo>
                <a:cubicBezTo>
                  <a:pt x="7581850" y="6626790"/>
                  <a:pt x="7549687" y="6632433"/>
                  <a:pt x="7517524" y="6639204"/>
                </a:cubicBezTo>
                <a:cubicBezTo>
                  <a:pt x="7517524" y="6632433"/>
                  <a:pt x="7512164" y="6626790"/>
                  <a:pt x="7512164" y="6626790"/>
                </a:cubicBezTo>
                <a:cubicBezTo>
                  <a:pt x="7543255" y="6613248"/>
                  <a:pt x="7568985" y="6599706"/>
                  <a:pt x="7601148" y="6592935"/>
                </a:cubicBezTo>
                <a:close/>
                <a:moveTo>
                  <a:pt x="6171250" y="6517284"/>
                </a:moveTo>
                <a:cubicBezTo>
                  <a:pt x="6171250" y="6555972"/>
                  <a:pt x="6190595" y="6549524"/>
                  <a:pt x="6209943" y="6549524"/>
                </a:cubicBezTo>
                <a:cubicBezTo>
                  <a:pt x="6209943" y="6510836"/>
                  <a:pt x="6184148" y="6517284"/>
                  <a:pt x="6171250" y="6517284"/>
                </a:cubicBezTo>
                <a:close/>
                <a:moveTo>
                  <a:pt x="7718890" y="6517098"/>
                </a:moveTo>
                <a:cubicBezTo>
                  <a:pt x="7718890" y="6548851"/>
                  <a:pt x="7738578" y="6612356"/>
                  <a:pt x="7705765" y="6618706"/>
                </a:cubicBezTo>
                <a:cubicBezTo>
                  <a:pt x="7679514" y="6625057"/>
                  <a:pt x="7659826" y="6606005"/>
                  <a:pt x="7640138" y="6606005"/>
                </a:cubicBezTo>
                <a:cubicBezTo>
                  <a:pt x="7659826" y="6567902"/>
                  <a:pt x="7686077" y="6536150"/>
                  <a:pt x="7718890" y="6517098"/>
                </a:cubicBezTo>
                <a:close/>
                <a:moveTo>
                  <a:pt x="7804924" y="6512359"/>
                </a:moveTo>
                <a:cubicBezTo>
                  <a:pt x="7791697" y="6524657"/>
                  <a:pt x="7771856" y="6536954"/>
                  <a:pt x="7758629" y="6549251"/>
                </a:cubicBezTo>
                <a:cubicBezTo>
                  <a:pt x="7771856" y="6512359"/>
                  <a:pt x="7771856" y="6512359"/>
                  <a:pt x="7804924" y="6512359"/>
                </a:cubicBezTo>
                <a:close/>
                <a:moveTo>
                  <a:pt x="8643876" y="6498140"/>
                </a:moveTo>
                <a:cubicBezTo>
                  <a:pt x="8624375" y="6530457"/>
                  <a:pt x="8624375" y="6530457"/>
                  <a:pt x="8417452" y="6639255"/>
                </a:cubicBezTo>
                <a:cubicBezTo>
                  <a:pt x="8449953" y="6530457"/>
                  <a:pt x="8578874" y="6523993"/>
                  <a:pt x="8643876" y="6498140"/>
                </a:cubicBezTo>
                <a:close/>
                <a:moveTo>
                  <a:pt x="6998304" y="6497941"/>
                </a:moveTo>
                <a:cubicBezTo>
                  <a:pt x="6857514" y="6497941"/>
                  <a:pt x="6799479" y="6523732"/>
                  <a:pt x="6678035" y="6638720"/>
                </a:cubicBezTo>
                <a:cubicBezTo>
                  <a:pt x="6786582" y="6594659"/>
                  <a:pt x="6896204" y="6543076"/>
                  <a:pt x="6998304" y="6497941"/>
                </a:cubicBezTo>
                <a:close/>
                <a:moveTo>
                  <a:pt x="6434572" y="6485045"/>
                </a:moveTo>
                <a:cubicBezTo>
                  <a:pt x="6434572" y="6523732"/>
                  <a:pt x="6453917" y="6517284"/>
                  <a:pt x="6473263" y="6517284"/>
                </a:cubicBezTo>
                <a:cubicBezTo>
                  <a:pt x="6473263" y="6485045"/>
                  <a:pt x="6453917" y="6485045"/>
                  <a:pt x="6434572" y="6485045"/>
                </a:cubicBezTo>
                <a:close/>
                <a:moveTo>
                  <a:pt x="7834466" y="6461630"/>
                </a:moveTo>
                <a:cubicBezTo>
                  <a:pt x="7847309" y="6461630"/>
                  <a:pt x="7866575" y="6455481"/>
                  <a:pt x="7866575" y="6486225"/>
                </a:cubicBezTo>
                <a:cubicBezTo>
                  <a:pt x="7853731" y="6486225"/>
                  <a:pt x="7834466" y="6492373"/>
                  <a:pt x="7834466" y="6461630"/>
                </a:cubicBezTo>
                <a:close/>
                <a:moveTo>
                  <a:pt x="6527809" y="6455626"/>
                </a:moveTo>
                <a:cubicBezTo>
                  <a:pt x="6515718" y="6454686"/>
                  <a:pt x="6501208" y="6459253"/>
                  <a:pt x="6491535" y="6459253"/>
                </a:cubicBezTo>
                <a:cubicBezTo>
                  <a:pt x="6491535" y="6504388"/>
                  <a:pt x="6530226" y="6485045"/>
                  <a:pt x="6549573" y="6485045"/>
                </a:cubicBezTo>
                <a:cubicBezTo>
                  <a:pt x="6549573" y="6463014"/>
                  <a:pt x="6539899" y="6456566"/>
                  <a:pt x="6527809" y="6455626"/>
                </a:cubicBezTo>
                <a:close/>
                <a:moveTo>
                  <a:pt x="8689650" y="6452844"/>
                </a:moveTo>
                <a:lnTo>
                  <a:pt x="8689155" y="6454383"/>
                </a:lnTo>
                <a:cubicBezTo>
                  <a:pt x="8688247" y="6457204"/>
                  <a:pt x="8687615" y="6459167"/>
                  <a:pt x="8687615" y="6459167"/>
                </a:cubicBezTo>
                <a:close/>
                <a:moveTo>
                  <a:pt x="8694544" y="6437633"/>
                </a:moveTo>
                <a:lnTo>
                  <a:pt x="8692773" y="6443139"/>
                </a:lnTo>
                <a:lnTo>
                  <a:pt x="8689650" y="6452844"/>
                </a:lnTo>
                <a:lnTo>
                  <a:pt x="8692351" y="6444447"/>
                </a:lnTo>
                <a:close/>
                <a:moveTo>
                  <a:pt x="8695193" y="6435616"/>
                </a:moveTo>
                <a:cubicBezTo>
                  <a:pt x="8695825" y="6433653"/>
                  <a:pt x="8695667" y="6434144"/>
                  <a:pt x="8695075" y="6435984"/>
                </a:cubicBezTo>
                <a:lnTo>
                  <a:pt x="8694544" y="6437633"/>
                </a:lnTo>
                <a:close/>
                <a:moveTo>
                  <a:pt x="8738701" y="6427044"/>
                </a:moveTo>
                <a:cubicBezTo>
                  <a:pt x="8738701" y="6452729"/>
                  <a:pt x="8720796" y="6459150"/>
                  <a:pt x="8708156" y="6459150"/>
                </a:cubicBezTo>
                <a:cubicBezTo>
                  <a:pt x="8708156" y="6452729"/>
                  <a:pt x="8708156" y="6446308"/>
                  <a:pt x="8701837" y="6440957"/>
                </a:cubicBezTo>
                <a:cubicBezTo>
                  <a:pt x="8714476" y="6433465"/>
                  <a:pt x="8727115" y="6427044"/>
                  <a:pt x="8738701" y="6427044"/>
                </a:cubicBezTo>
                <a:close/>
                <a:moveTo>
                  <a:pt x="6562470" y="6427013"/>
                </a:moveTo>
                <a:cubicBezTo>
                  <a:pt x="6562470" y="6446357"/>
                  <a:pt x="6568920" y="6459253"/>
                  <a:pt x="6581816" y="6459253"/>
                </a:cubicBezTo>
                <a:cubicBezTo>
                  <a:pt x="6581816" y="6433461"/>
                  <a:pt x="6575366" y="6427013"/>
                  <a:pt x="6562470" y="6427013"/>
                </a:cubicBezTo>
                <a:close/>
                <a:moveTo>
                  <a:pt x="8829238" y="6396940"/>
                </a:moveTo>
                <a:cubicBezTo>
                  <a:pt x="8836461" y="6394542"/>
                  <a:pt x="8844488" y="6401313"/>
                  <a:pt x="8847698" y="6418240"/>
                </a:cubicBezTo>
                <a:cubicBezTo>
                  <a:pt x="8834855" y="6418240"/>
                  <a:pt x="8828434" y="6425011"/>
                  <a:pt x="8815592" y="6430654"/>
                </a:cubicBezTo>
                <a:cubicBezTo>
                  <a:pt x="8815592" y="6410905"/>
                  <a:pt x="8822014" y="6399338"/>
                  <a:pt x="8829238" y="6396940"/>
                </a:cubicBezTo>
                <a:close/>
                <a:moveTo>
                  <a:pt x="6620000" y="6395849"/>
                </a:moveTo>
                <a:cubicBezTo>
                  <a:pt x="6620000" y="6415192"/>
                  <a:pt x="6626448" y="6427013"/>
                  <a:pt x="6639344" y="6427013"/>
                </a:cubicBezTo>
                <a:cubicBezTo>
                  <a:pt x="6639344" y="6402296"/>
                  <a:pt x="6632896" y="6395849"/>
                  <a:pt x="6620000" y="6395849"/>
                </a:cubicBezTo>
                <a:close/>
                <a:moveTo>
                  <a:pt x="7943480" y="6393865"/>
                </a:moveTo>
                <a:cubicBezTo>
                  <a:pt x="7955645" y="6400501"/>
                  <a:pt x="7962280" y="6413773"/>
                  <a:pt x="7975550" y="6420408"/>
                </a:cubicBezTo>
                <a:cubicBezTo>
                  <a:pt x="7962280" y="6425938"/>
                  <a:pt x="7955645" y="6445846"/>
                  <a:pt x="7943480" y="6459117"/>
                </a:cubicBezTo>
                <a:cubicBezTo>
                  <a:pt x="7943480" y="6432574"/>
                  <a:pt x="7943480" y="6413773"/>
                  <a:pt x="7943480" y="6393865"/>
                </a:cubicBezTo>
                <a:close/>
                <a:moveTo>
                  <a:pt x="8879017" y="6369515"/>
                </a:moveTo>
                <a:cubicBezTo>
                  <a:pt x="8889100" y="6367121"/>
                  <a:pt x="8898407" y="6368717"/>
                  <a:pt x="8904612" y="6381486"/>
                </a:cubicBezTo>
                <a:cubicBezTo>
                  <a:pt x="8890651" y="6381486"/>
                  <a:pt x="8876690" y="6395851"/>
                  <a:pt x="8862729" y="6392259"/>
                </a:cubicBezTo>
                <a:lnTo>
                  <a:pt x="8853277" y="6384965"/>
                </a:lnTo>
                <a:lnTo>
                  <a:pt x="8853053" y="6391814"/>
                </a:lnTo>
                <a:cubicBezTo>
                  <a:pt x="8852233" y="6399500"/>
                  <a:pt x="8850592" y="6408723"/>
                  <a:pt x="8850592" y="6411797"/>
                </a:cubicBezTo>
                <a:cubicBezTo>
                  <a:pt x="8850592" y="6399500"/>
                  <a:pt x="8850592" y="6399500"/>
                  <a:pt x="8844029" y="6393351"/>
                </a:cubicBezTo>
                <a:cubicBezTo>
                  <a:pt x="8844029" y="6390277"/>
                  <a:pt x="8845670" y="6387203"/>
                  <a:pt x="8847311" y="6384897"/>
                </a:cubicBezTo>
                <a:lnTo>
                  <a:pt x="8849645" y="6382163"/>
                </a:lnTo>
                <a:lnTo>
                  <a:pt x="8848768" y="6381486"/>
                </a:lnTo>
                <a:cubicBezTo>
                  <a:pt x="8858076" y="6378293"/>
                  <a:pt x="8868934" y="6371909"/>
                  <a:pt x="8879017" y="6369515"/>
                </a:cubicBezTo>
                <a:close/>
                <a:moveTo>
                  <a:pt x="8056234" y="6365428"/>
                </a:moveTo>
                <a:cubicBezTo>
                  <a:pt x="8056234" y="6391115"/>
                  <a:pt x="8050247" y="6397537"/>
                  <a:pt x="8038272" y="6397537"/>
                </a:cubicBezTo>
                <a:cubicBezTo>
                  <a:pt x="8038272" y="6371850"/>
                  <a:pt x="8044259" y="6365428"/>
                  <a:pt x="8056234" y="6365428"/>
                </a:cubicBezTo>
                <a:close/>
                <a:moveTo>
                  <a:pt x="622265" y="6344265"/>
                </a:moveTo>
                <a:cubicBezTo>
                  <a:pt x="596471" y="6389401"/>
                  <a:pt x="673850" y="6452805"/>
                  <a:pt x="686749" y="6472149"/>
                </a:cubicBezTo>
                <a:cubicBezTo>
                  <a:pt x="699644" y="6459253"/>
                  <a:pt x="718991" y="6446357"/>
                  <a:pt x="737259" y="6440984"/>
                </a:cubicBezTo>
                <a:cubicBezTo>
                  <a:pt x="699644" y="6408744"/>
                  <a:pt x="654504" y="6395849"/>
                  <a:pt x="622265" y="6344265"/>
                </a:cubicBezTo>
                <a:close/>
                <a:moveTo>
                  <a:pt x="8999387" y="6313289"/>
                </a:moveTo>
                <a:cubicBezTo>
                  <a:pt x="8968842" y="6332441"/>
                  <a:pt x="8942510" y="6351593"/>
                  <a:pt x="8918284" y="6364361"/>
                </a:cubicBezTo>
                <a:lnTo>
                  <a:pt x="8907470" y="6347975"/>
                </a:lnTo>
                <a:lnTo>
                  <a:pt x="8907470" y="6383360"/>
                </a:lnTo>
                <a:cubicBezTo>
                  <a:pt x="8907470" y="6377212"/>
                  <a:pt x="8900907" y="6371063"/>
                  <a:pt x="8900907" y="6364914"/>
                </a:cubicBezTo>
                <a:lnTo>
                  <a:pt x="8907122" y="6347447"/>
                </a:lnTo>
                <a:lnTo>
                  <a:pt x="8905645" y="6345209"/>
                </a:lnTo>
                <a:cubicBezTo>
                  <a:pt x="8937243" y="6326057"/>
                  <a:pt x="8968842" y="6313289"/>
                  <a:pt x="8999387" y="6313289"/>
                </a:cubicBezTo>
                <a:close/>
                <a:moveTo>
                  <a:pt x="7415298" y="6299130"/>
                </a:moveTo>
                <a:cubicBezTo>
                  <a:pt x="7395953" y="6312026"/>
                  <a:pt x="7376608" y="6331369"/>
                  <a:pt x="7357262" y="6344265"/>
                </a:cubicBezTo>
                <a:cubicBezTo>
                  <a:pt x="7376608" y="6344265"/>
                  <a:pt x="7395953" y="6337817"/>
                  <a:pt x="7415298" y="6331369"/>
                </a:cubicBezTo>
                <a:cubicBezTo>
                  <a:pt x="7415298" y="6324921"/>
                  <a:pt x="7415298" y="6312026"/>
                  <a:pt x="7415298" y="6299130"/>
                </a:cubicBezTo>
                <a:close/>
                <a:moveTo>
                  <a:pt x="564229" y="6299130"/>
                </a:moveTo>
                <a:cubicBezTo>
                  <a:pt x="564229" y="6324921"/>
                  <a:pt x="570676" y="6331369"/>
                  <a:pt x="583570" y="6331369"/>
                </a:cubicBezTo>
                <a:cubicBezTo>
                  <a:pt x="583570" y="6312026"/>
                  <a:pt x="577123" y="6299130"/>
                  <a:pt x="564229" y="6299130"/>
                </a:cubicBezTo>
                <a:close/>
                <a:moveTo>
                  <a:pt x="6879379" y="6282003"/>
                </a:moveTo>
                <a:cubicBezTo>
                  <a:pt x="6839177" y="6283816"/>
                  <a:pt x="6757565" y="6334593"/>
                  <a:pt x="6747892" y="6363609"/>
                </a:cubicBezTo>
                <a:cubicBezTo>
                  <a:pt x="6728547" y="6363609"/>
                  <a:pt x="6715650" y="6363609"/>
                  <a:pt x="6696306" y="6363609"/>
                </a:cubicBezTo>
                <a:cubicBezTo>
                  <a:pt x="6696306" y="6421640"/>
                  <a:pt x="6754340" y="6376505"/>
                  <a:pt x="6767238" y="6363609"/>
                </a:cubicBezTo>
                <a:cubicBezTo>
                  <a:pt x="6805928" y="6331369"/>
                  <a:pt x="6857514" y="6299130"/>
                  <a:pt x="6901578" y="6299130"/>
                </a:cubicBezTo>
                <a:cubicBezTo>
                  <a:pt x="6901578" y="6286234"/>
                  <a:pt x="6892779" y="6281398"/>
                  <a:pt x="6879379" y="6282003"/>
                </a:cubicBezTo>
                <a:close/>
                <a:moveTo>
                  <a:pt x="8154840" y="6281133"/>
                </a:moveTo>
                <a:cubicBezTo>
                  <a:pt x="8159333" y="6280140"/>
                  <a:pt x="8163875" y="6280140"/>
                  <a:pt x="8168351" y="6281729"/>
                </a:cubicBezTo>
                <a:cubicBezTo>
                  <a:pt x="8187310" y="6288086"/>
                  <a:pt x="8187310" y="6319869"/>
                  <a:pt x="8193630" y="6332582"/>
                </a:cubicBezTo>
                <a:cubicBezTo>
                  <a:pt x="8168351" y="6332582"/>
                  <a:pt x="8150446" y="6338939"/>
                  <a:pt x="8136753" y="6364366"/>
                </a:cubicBezTo>
                <a:cubicBezTo>
                  <a:pt x="8131487" y="6345296"/>
                  <a:pt x="8125168" y="6326226"/>
                  <a:pt x="8118848" y="6300799"/>
                </a:cubicBezTo>
                <a:cubicBezTo>
                  <a:pt x="8128328" y="6296031"/>
                  <a:pt x="8141362" y="6284113"/>
                  <a:pt x="8154840" y="6281133"/>
                </a:cubicBezTo>
                <a:close/>
                <a:moveTo>
                  <a:pt x="7504366" y="6265278"/>
                </a:moveTo>
                <a:cubicBezTo>
                  <a:pt x="7492410" y="6266890"/>
                  <a:pt x="7476558" y="6273338"/>
                  <a:pt x="7473333" y="6273338"/>
                </a:cubicBezTo>
                <a:cubicBezTo>
                  <a:pt x="7473333" y="6312026"/>
                  <a:pt x="7499126" y="6292682"/>
                  <a:pt x="7512024" y="6286234"/>
                </a:cubicBezTo>
                <a:cubicBezTo>
                  <a:pt x="7524383" y="6266890"/>
                  <a:pt x="7516323" y="6263666"/>
                  <a:pt x="7504366" y="6265278"/>
                </a:cubicBezTo>
                <a:close/>
                <a:moveTo>
                  <a:pt x="9126779" y="6248991"/>
                </a:moveTo>
                <a:cubicBezTo>
                  <a:pt x="9130334" y="6249040"/>
                  <a:pt x="9133792" y="6250883"/>
                  <a:pt x="9136866" y="6255359"/>
                </a:cubicBezTo>
                <a:cubicBezTo>
                  <a:pt x="9124569" y="6261679"/>
                  <a:pt x="9112271" y="6267998"/>
                  <a:pt x="9099974" y="6274318"/>
                </a:cubicBezTo>
                <a:cubicBezTo>
                  <a:pt x="9104586" y="6264839"/>
                  <a:pt x="9116115" y="6248843"/>
                  <a:pt x="9126779" y="6248991"/>
                </a:cubicBezTo>
                <a:close/>
                <a:moveTo>
                  <a:pt x="6715650" y="6241099"/>
                </a:moveTo>
                <a:cubicBezTo>
                  <a:pt x="6715650" y="6260442"/>
                  <a:pt x="6722098" y="6273338"/>
                  <a:pt x="6734996" y="6273338"/>
                </a:cubicBezTo>
                <a:cubicBezTo>
                  <a:pt x="6734996" y="6253994"/>
                  <a:pt x="6728547" y="6241099"/>
                  <a:pt x="6715650" y="6241099"/>
                </a:cubicBezTo>
                <a:close/>
                <a:moveTo>
                  <a:pt x="9126317" y="6233591"/>
                </a:moveTo>
                <a:lnTo>
                  <a:pt x="9125212" y="6236733"/>
                </a:lnTo>
                <a:cubicBezTo>
                  <a:pt x="9124304" y="6239313"/>
                  <a:pt x="9123672" y="6241107"/>
                  <a:pt x="9123672" y="6241107"/>
                </a:cubicBezTo>
                <a:close/>
                <a:moveTo>
                  <a:pt x="9130440" y="6221873"/>
                </a:moveTo>
                <a:lnTo>
                  <a:pt x="9128830" y="6226450"/>
                </a:lnTo>
                <a:lnTo>
                  <a:pt x="9126317" y="6233591"/>
                </a:lnTo>
                <a:lnTo>
                  <a:pt x="9128408" y="6227647"/>
                </a:lnTo>
                <a:close/>
                <a:moveTo>
                  <a:pt x="9131250" y="6219571"/>
                </a:moveTo>
                <a:cubicBezTo>
                  <a:pt x="9131882" y="6217776"/>
                  <a:pt x="9131724" y="6218225"/>
                  <a:pt x="9131132" y="6219907"/>
                </a:cubicBezTo>
                <a:lnTo>
                  <a:pt x="9130440" y="6221873"/>
                </a:lnTo>
                <a:close/>
                <a:moveTo>
                  <a:pt x="7581880" y="6209934"/>
                </a:moveTo>
                <a:cubicBezTo>
                  <a:pt x="7581880" y="6229277"/>
                  <a:pt x="7588329" y="6241099"/>
                  <a:pt x="7601226" y="6241099"/>
                </a:cubicBezTo>
                <a:cubicBezTo>
                  <a:pt x="7601226" y="6221755"/>
                  <a:pt x="7594778" y="6209934"/>
                  <a:pt x="7581880" y="6209934"/>
                </a:cubicBezTo>
                <a:close/>
                <a:moveTo>
                  <a:pt x="9226875" y="6209017"/>
                </a:moveTo>
                <a:cubicBezTo>
                  <a:pt x="9226875" y="6228925"/>
                  <a:pt x="9226875" y="6254362"/>
                  <a:pt x="9226875" y="6274269"/>
                </a:cubicBezTo>
                <a:cubicBezTo>
                  <a:pt x="9201146" y="6260998"/>
                  <a:pt x="9168984" y="6247726"/>
                  <a:pt x="9144326" y="6241090"/>
                </a:cubicBezTo>
                <a:cubicBezTo>
                  <a:pt x="9137894" y="6235560"/>
                  <a:pt x="9137894" y="6235560"/>
                  <a:pt x="9137894" y="6228925"/>
                </a:cubicBezTo>
                <a:cubicBezTo>
                  <a:pt x="9162551" y="6215653"/>
                  <a:pt x="9194713" y="6215653"/>
                  <a:pt x="9226875" y="6209017"/>
                </a:cubicBezTo>
                <a:close/>
                <a:moveTo>
                  <a:pt x="8340564" y="6209017"/>
                </a:moveTo>
                <a:cubicBezTo>
                  <a:pt x="8340564" y="6228923"/>
                  <a:pt x="8335297" y="6241087"/>
                  <a:pt x="8322657" y="6241087"/>
                </a:cubicBezTo>
                <a:cubicBezTo>
                  <a:pt x="8322657" y="6221182"/>
                  <a:pt x="8327924" y="6209017"/>
                  <a:pt x="8340564" y="6209017"/>
                </a:cubicBezTo>
                <a:close/>
                <a:moveTo>
                  <a:pt x="6920924" y="6164798"/>
                </a:moveTo>
                <a:cubicBezTo>
                  <a:pt x="6831721" y="6197038"/>
                  <a:pt x="6831721" y="6197038"/>
                  <a:pt x="6793031" y="6241099"/>
                </a:cubicBezTo>
                <a:cubicBezTo>
                  <a:pt x="6831721" y="6216382"/>
                  <a:pt x="6876860" y="6184142"/>
                  <a:pt x="6920924" y="6164798"/>
                </a:cubicBezTo>
                <a:close/>
                <a:moveTo>
                  <a:pt x="7774257" y="6119663"/>
                </a:moveTo>
                <a:cubicBezTo>
                  <a:pt x="7748464" y="6119663"/>
                  <a:pt x="7678606" y="6119663"/>
                  <a:pt x="7678606" y="6184142"/>
                </a:cubicBezTo>
                <a:cubicBezTo>
                  <a:pt x="7710848" y="6158350"/>
                  <a:pt x="7742015" y="6151902"/>
                  <a:pt x="7774257" y="6151902"/>
                </a:cubicBezTo>
                <a:cubicBezTo>
                  <a:pt x="7774257" y="6139007"/>
                  <a:pt x="7774257" y="6126111"/>
                  <a:pt x="7774257" y="6119663"/>
                </a:cubicBezTo>
                <a:close/>
                <a:moveTo>
                  <a:pt x="8455372" y="6118961"/>
                </a:moveTo>
                <a:cubicBezTo>
                  <a:pt x="8462197" y="6125488"/>
                  <a:pt x="8475847" y="6138542"/>
                  <a:pt x="8482672" y="6145069"/>
                </a:cubicBezTo>
                <a:cubicBezTo>
                  <a:pt x="8469022" y="6151596"/>
                  <a:pt x="8462197" y="6164650"/>
                  <a:pt x="8455372" y="6184231"/>
                </a:cubicBezTo>
                <a:cubicBezTo>
                  <a:pt x="8455372" y="6158123"/>
                  <a:pt x="8455372" y="6138542"/>
                  <a:pt x="8455372" y="6118961"/>
                </a:cubicBezTo>
                <a:close/>
                <a:moveTo>
                  <a:pt x="8545423" y="6085782"/>
                </a:moveTo>
                <a:cubicBezTo>
                  <a:pt x="8558396" y="6085782"/>
                  <a:pt x="8563385" y="6092203"/>
                  <a:pt x="8563385" y="6117888"/>
                </a:cubicBezTo>
                <a:cubicBezTo>
                  <a:pt x="8551410" y="6117888"/>
                  <a:pt x="8545423" y="6111467"/>
                  <a:pt x="8545423" y="6085782"/>
                </a:cubicBezTo>
                <a:close/>
                <a:moveTo>
                  <a:pt x="7033386" y="6084385"/>
                </a:moveTo>
                <a:cubicBezTo>
                  <a:pt x="7029816" y="6083356"/>
                  <a:pt x="7026416" y="6083545"/>
                  <a:pt x="7023695" y="6085207"/>
                </a:cubicBezTo>
                <a:cubicBezTo>
                  <a:pt x="7020067" y="6087423"/>
                  <a:pt x="7017649" y="6092259"/>
                  <a:pt x="7017649" y="6100319"/>
                </a:cubicBezTo>
                <a:cubicBezTo>
                  <a:pt x="7017649" y="6139007"/>
                  <a:pt x="6978958" y="6119663"/>
                  <a:pt x="6966062" y="6119663"/>
                </a:cubicBezTo>
                <a:cubicBezTo>
                  <a:pt x="6933820" y="6113215"/>
                  <a:pt x="6946717" y="6158350"/>
                  <a:pt x="6972510" y="6151902"/>
                </a:cubicBezTo>
                <a:cubicBezTo>
                  <a:pt x="6985407" y="6145455"/>
                  <a:pt x="6998304" y="6139007"/>
                  <a:pt x="7011200" y="6126111"/>
                </a:cubicBezTo>
                <a:cubicBezTo>
                  <a:pt x="7024097" y="6113215"/>
                  <a:pt x="7043442" y="6119663"/>
                  <a:pt x="7056339" y="6119663"/>
                </a:cubicBezTo>
                <a:cubicBezTo>
                  <a:pt x="7056339" y="6101528"/>
                  <a:pt x="7044098" y="6087474"/>
                  <a:pt x="7033386" y="6084385"/>
                </a:cubicBezTo>
                <a:close/>
                <a:moveTo>
                  <a:pt x="9496976" y="6057344"/>
                </a:moveTo>
                <a:cubicBezTo>
                  <a:pt x="9496976" y="6083029"/>
                  <a:pt x="9490151" y="6089450"/>
                  <a:pt x="9469676" y="6089450"/>
                </a:cubicBezTo>
                <a:cubicBezTo>
                  <a:pt x="9469676" y="6070187"/>
                  <a:pt x="9476501" y="6057344"/>
                  <a:pt x="9496976" y="6057344"/>
                </a:cubicBezTo>
                <a:close/>
                <a:moveTo>
                  <a:pt x="8602300" y="6057344"/>
                </a:moveTo>
                <a:cubicBezTo>
                  <a:pt x="8614275" y="6057344"/>
                  <a:pt x="8620262" y="6070187"/>
                  <a:pt x="8620262" y="6089450"/>
                </a:cubicBezTo>
                <a:cubicBezTo>
                  <a:pt x="8608287" y="6089450"/>
                  <a:pt x="8602300" y="6083029"/>
                  <a:pt x="8602300" y="6057344"/>
                </a:cubicBezTo>
                <a:close/>
                <a:moveTo>
                  <a:pt x="7909672" y="6035840"/>
                </a:moveTo>
                <a:cubicBezTo>
                  <a:pt x="7870982" y="6035840"/>
                  <a:pt x="7832292" y="6055184"/>
                  <a:pt x="7800050" y="6087423"/>
                </a:cubicBezTo>
                <a:cubicBezTo>
                  <a:pt x="7825844" y="6087423"/>
                  <a:pt x="7851637" y="6087423"/>
                  <a:pt x="7870982" y="6087423"/>
                </a:cubicBezTo>
                <a:cubicBezTo>
                  <a:pt x="7883879" y="6087423"/>
                  <a:pt x="7896776" y="6068080"/>
                  <a:pt x="7909672" y="6055184"/>
                </a:cubicBezTo>
                <a:cubicBezTo>
                  <a:pt x="7909672" y="6048736"/>
                  <a:pt x="7909672" y="6042288"/>
                  <a:pt x="7909672" y="6035840"/>
                </a:cubicBezTo>
                <a:close/>
                <a:moveTo>
                  <a:pt x="564229" y="6024019"/>
                </a:moveTo>
                <a:cubicBezTo>
                  <a:pt x="544887" y="6024019"/>
                  <a:pt x="551334" y="6068080"/>
                  <a:pt x="557782" y="6087423"/>
                </a:cubicBezTo>
                <a:cubicBezTo>
                  <a:pt x="570676" y="6113215"/>
                  <a:pt x="551334" y="6151902"/>
                  <a:pt x="544887" y="6184142"/>
                </a:cubicBezTo>
                <a:cubicBezTo>
                  <a:pt x="628715" y="6229277"/>
                  <a:pt x="699644" y="6318474"/>
                  <a:pt x="775945" y="6382953"/>
                </a:cubicBezTo>
                <a:cubicBezTo>
                  <a:pt x="795292" y="6350713"/>
                  <a:pt x="756601" y="6337817"/>
                  <a:pt x="743708" y="6331369"/>
                </a:cubicBezTo>
                <a:cubicBezTo>
                  <a:pt x="712539" y="6305578"/>
                  <a:pt x="693198" y="6260442"/>
                  <a:pt x="667405" y="6235725"/>
                </a:cubicBezTo>
                <a:cubicBezTo>
                  <a:pt x="622265" y="6190590"/>
                  <a:pt x="564229" y="6126111"/>
                  <a:pt x="564229" y="6024019"/>
                </a:cubicBezTo>
                <a:close/>
                <a:moveTo>
                  <a:pt x="8696596" y="6013265"/>
                </a:moveTo>
                <a:cubicBezTo>
                  <a:pt x="8699590" y="6013265"/>
                  <a:pt x="8702584" y="6016582"/>
                  <a:pt x="8705577" y="6023218"/>
                </a:cubicBezTo>
                <a:cubicBezTo>
                  <a:pt x="8705577" y="6029853"/>
                  <a:pt x="8699590" y="6035382"/>
                  <a:pt x="8699590" y="6042017"/>
                </a:cubicBezTo>
                <a:cubicBezTo>
                  <a:pt x="8693602" y="6035382"/>
                  <a:pt x="8693602" y="6029853"/>
                  <a:pt x="8687615" y="6023218"/>
                </a:cubicBezTo>
                <a:cubicBezTo>
                  <a:pt x="8690609" y="6016582"/>
                  <a:pt x="8693603" y="6013265"/>
                  <a:pt x="8696596" y="6013265"/>
                </a:cubicBezTo>
                <a:close/>
                <a:moveTo>
                  <a:pt x="7232998" y="6003264"/>
                </a:moveTo>
                <a:cubicBezTo>
                  <a:pt x="7216071" y="5997824"/>
                  <a:pt x="7181008" y="6030467"/>
                  <a:pt x="7171335" y="6030467"/>
                </a:cubicBezTo>
                <a:cubicBezTo>
                  <a:pt x="7145542" y="6035840"/>
                  <a:pt x="7095029" y="6035840"/>
                  <a:pt x="7095029" y="6087423"/>
                </a:cubicBezTo>
                <a:cubicBezTo>
                  <a:pt x="7113300" y="6068080"/>
                  <a:pt x="7139093" y="6055184"/>
                  <a:pt x="7164886" y="6048736"/>
                </a:cubicBezTo>
                <a:cubicBezTo>
                  <a:pt x="7184232" y="6048736"/>
                  <a:pt x="7203576" y="6048736"/>
                  <a:pt x="7216474" y="6024019"/>
                </a:cubicBezTo>
                <a:cubicBezTo>
                  <a:pt x="7222922" y="6024019"/>
                  <a:pt x="7235818" y="6024019"/>
                  <a:pt x="7242267" y="6024019"/>
                </a:cubicBezTo>
                <a:cubicBezTo>
                  <a:pt x="7242267" y="6011123"/>
                  <a:pt x="7238640" y="6005078"/>
                  <a:pt x="7232998" y="6003264"/>
                </a:cubicBezTo>
                <a:close/>
                <a:moveTo>
                  <a:pt x="8725009" y="6001748"/>
                </a:moveTo>
                <a:cubicBezTo>
                  <a:pt x="8732645" y="6001748"/>
                  <a:pt x="8738701" y="6006359"/>
                  <a:pt x="8738701" y="6021731"/>
                </a:cubicBezTo>
                <a:cubicBezTo>
                  <a:pt x="8727115" y="6021731"/>
                  <a:pt x="8714476" y="6027879"/>
                  <a:pt x="8701837" y="6009433"/>
                </a:cubicBezTo>
                <a:cubicBezTo>
                  <a:pt x="8708157" y="6006359"/>
                  <a:pt x="8717373" y="6001748"/>
                  <a:pt x="8725009" y="6001748"/>
                </a:cubicBezTo>
                <a:close/>
                <a:moveTo>
                  <a:pt x="9696114" y="5963957"/>
                </a:moveTo>
                <a:cubicBezTo>
                  <a:pt x="9696114" y="5994700"/>
                  <a:pt x="9676848" y="5994700"/>
                  <a:pt x="9664005" y="5994700"/>
                </a:cubicBezTo>
                <a:cubicBezTo>
                  <a:pt x="9664005" y="5957808"/>
                  <a:pt x="9683270" y="5963957"/>
                  <a:pt x="9696114" y="5963957"/>
                </a:cubicBezTo>
                <a:close/>
                <a:moveTo>
                  <a:pt x="19597495" y="5934112"/>
                </a:moveTo>
                <a:cubicBezTo>
                  <a:pt x="19597495" y="5953376"/>
                  <a:pt x="19591507" y="5966218"/>
                  <a:pt x="19579535" y="5966218"/>
                </a:cubicBezTo>
                <a:cubicBezTo>
                  <a:pt x="19579535" y="5940533"/>
                  <a:pt x="19585523" y="5934112"/>
                  <a:pt x="19597495" y="5934112"/>
                </a:cubicBezTo>
                <a:close/>
                <a:moveTo>
                  <a:pt x="19488483" y="5934112"/>
                </a:moveTo>
                <a:cubicBezTo>
                  <a:pt x="19488483" y="5953376"/>
                  <a:pt x="19482495" y="5966218"/>
                  <a:pt x="19470519" y="5966218"/>
                </a:cubicBezTo>
                <a:cubicBezTo>
                  <a:pt x="19470519" y="5940533"/>
                  <a:pt x="19476507" y="5934112"/>
                  <a:pt x="19488483" y="5934112"/>
                </a:cubicBezTo>
                <a:close/>
                <a:moveTo>
                  <a:pt x="9753060" y="5934112"/>
                </a:moveTo>
                <a:cubicBezTo>
                  <a:pt x="9753060" y="5953376"/>
                  <a:pt x="9747073" y="5966218"/>
                  <a:pt x="9735098" y="5966218"/>
                </a:cubicBezTo>
                <a:cubicBezTo>
                  <a:pt x="9735098" y="5940533"/>
                  <a:pt x="9741085" y="5934112"/>
                  <a:pt x="9753060" y="5934112"/>
                </a:cubicBezTo>
                <a:close/>
                <a:moveTo>
                  <a:pt x="19450567" y="5900933"/>
                </a:moveTo>
                <a:cubicBezTo>
                  <a:pt x="19450567" y="5926620"/>
                  <a:pt x="19444579" y="5933042"/>
                  <a:pt x="19432603" y="5933042"/>
                </a:cubicBezTo>
                <a:cubicBezTo>
                  <a:pt x="19432603" y="5907355"/>
                  <a:pt x="19438591" y="5900933"/>
                  <a:pt x="19450567" y="5900933"/>
                </a:cubicBezTo>
                <a:close/>
                <a:moveTo>
                  <a:pt x="7661679" y="5898284"/>
                </a:moveTo>
                <a:cubicBezTo>
                  <a:pt x="7649589" y="5899896"/>
                  <a:pt x="7639916" y="5907956"/>
                  <a:pt x="7639916" y="5933748"/>
                </a:cubicBezTo>
                <a:cubicBezTo>
                  <a:pt x="7659261" y="5933748"/>
                  <a:pt x="7697951" y="5953092"/>
                  <a:pt x="7697951" y="5901508"/>
                </a:cubicBezTo>
                <a:cubicBezTo>
                  <a:pt x="7688279" y="5901508"/>
                  <a:pt x="7673770" y="5896672"/>
                  <a:pt x="7661679" y="5898284"/>
                </a:cubicBezTo>
                <a:close/>
                <a:moveTo>
                  <a:pt x="7492678" y="5869269"/>
                </a:moveTo>
                <a:cubicBezTo>
                  <a:pt x="7479782" y="5869269"/>
                  <a:pt x="7473333" y="5882165"/>
                  <a:pt x="7473333" y="5901508"/>
                </a:cubicBezTo>
                <a:cubicBezTo>
                  <a:pt x="7486230" y="5901508"/>
                  <a:pt x="7492678" y="5895060"/>
                  <a:pt x="7492678" y="5869269"/>
                </a:cubicBezTo>
                <a:close/>
                <a:moveTo>
                  <a:pt x="7434643" y="5869269"/>
                </a:moveTo>
                <a:cubicBezTo>
                  <a:pt x="7395953" y="5888613"/>
                  <a:pt x="7363711" y="5901508"/>
                  <a:pt x="7331469" y="5927300"/>
                </a:cubicBezTo>
                <a:cubicBezTo>
                  <a:pt x="7312124" y="5946644"/>
                  <a:pt x="7300302" y="5959540"/>
                  <a:pt x="7280957" y="5959540"/>
                </a:cubicBezTo>
                <a:cubicBezTo>
                  <a:pt x="7268060" y="5959540"/>
                  <a:pt x="7255164" y="5972435"/>
                  <a:pt x="7268060" y="5991779"/>
                </a:cubicBezTo>
                <a:cubicBezTo>
                  <a:pt x="7287406" y="6030467"/>
                  <a:pt x="7306750" y="5959540"/>
                  <a:pt x="7325021" y="5959540"/>
                </a:cubicBezTo>
                <a:cubicBezTo>
                  <a:pt x="7357262" y="5953092"/>
                  <a:pt x="7395953" y="5940196"/>
                  <a:pt x="7434643" y="5933748"/>
                </a:cubicBezTo>
                <a:cubicBezTo>
                  <a:pt x="7434643" y="5914404"/>
                  <a:pt x="7434643" y="5895060"/>
                  <a:pt x="7434643" y="5869269"/>
                </a:cubicBezTo>
                <a:close/>
                <a:moveTo>
                  <a:pt x="19526399" y="5867755"/>
                </a:moveTo>
                <a:cubicBezTo>
                  <a:pt x="19526399" y="5887019"/>
                  <a:pt x="19520411" y="5899861"/>
                  <a:pt x="19508439" y="5899861"/>
                </a:cubicBezTo>
                <a:cubicBezTo>
                  <a:pt x="19508439" y="5880598"/>
                  <a:pt x="19514423" y="5867755"/>
                  <a:pt x="19526399" y="5867755"/>
                </a:cubicBezTo>
                <a:close/>
                <a:moveTo>
                  <a:pt x="19412647" y="5867755"/>
                </a:moveTo>
                <a:cubicBezTo>
                  <a:pt x="19412647" y="5887019"/>
                  <a:pt x="19406659" y="5899861"/>
                  <a:pt x="19394687" y="5899861"/>
                </a:cubicBezTo>
                <a:cubicBezTo>
                  <a:pt x="19394687" y="5880598"/>
                  <a:pt x="19400671" y="5867755"/>
                  <a:pt x="19412647" y="5867755"/>
                </a:cubicBezTo>
                <a:close/>
                <a:moveTo>
                  <a:pt x="9847855" y="5867755"/>
                </a:moveTo>
                <a:cubicBezTo>
                  <a:pt x="9847855" y="5887019"/>
                  <a:pt x="9841868" y="5899861"/>
                  <a:pt x="9829893" y="5899861"/>
                </a:cubicBezTo>
                <a:cubicBezTo>
                  <a:pt x="9829893" y="5880598"/>
                  <a:pt x="9835880" y="5867755"/>
                  <a:pt x="9847855" y="5867755"/>
                </a:cubicBezTo>
                <a:close/>
                <a:moveTo>
                  <a:pt x="7753417" y="5863425"/>
                </a:moveTo>
                <a:cubicBezTo>
                  <a:pt x="7739262" y="5861612"/>
                  <a:pt x="7726163" y="5887001"/>
                  <a:pt x="7717296" y="5901508"/>
                </a:cubicBezTo>
                <a:cubicBezTo>
                  <a:pt x="7736642" y="5895060"/>
                  <a:pt x="7748464" y="5888613"/>
                  <a:pt x="7767808" y="5875717"/>
                </a:cubicBezTo>
                <a:cubicBezTo>
                  <a:pt x="7762972" y="5867657"/>
                  <a:pt x="7758136" y="5864030"/>
                  <a:pt x="7753417" y="5863425"/>
                </a:cubicBezTo>
                <a:close/>
                <a:moveTo>
                  <a:pt x="9904733" y="5839317"/>
                </a:moveTo>
                <a:cubicBezTo>
                  <a:pt x="9904733" y="5858581"/>
                  <a:pt x="9898746" y="5871423"/>
                  <a:pt x="9886771" y="5871423"/>
                </a:cubicBezTo>
                <a:cubicBezTo>
                  <a:pt x="9886771" y="5852160"/>
                  <a:pt x="9892758" y="5839317"/>
                  <a:pt x="9904733" y="5839317"/>
                </a:cubicBezTo>
                <a:close/>
                <a:moveTo>
                  <a:pt x="7512024" y="5837029"/>
                </a:moveTo>
                <a:cubicBezTo>
                  <a:pt x="7512024" y="5875717"/>
                  <a:pt x="7531368" y="5869269"/>
                  <a:pt x="7543190" y="5869269"/>
                </a:cubicBezTo>
                <a:cubicBezTo>
                  <a:pt x="7543190" y="5837029"/>
                  <a:pt x="7523846" y="5837029"/>
                  <a:pt x="7512024" y="5837029"/>
                </a:cubicBezTo>
                <a:close/>
                <a:moveTo>
                  <a:pt x="7568984" y="5811238"/>
                </a:moveTo>
                <a:cubicBezTo>
                  <a:pt x="7568984" y="5849925"/>
                  <a:pt x="7588329" y="5837029"/>
                  <a:pt x="7601226" y="5837029"/>
                </a:cubicBezTo>
                <a:cubicBezTo>
                  <a:pt x="7601226" y="5805864"/>
                  <a:pt x="7581880" y="5811238"/>
                  <a:pt x="7568984" y="5811238"/>
                </a:cubicBezTo>
                <a:close/>
                <a:moveTo>
                  <a:pt x="7318572" y="5811238"/>
                </a:moveTo>
                <a:cubicBezTo>
                  <a:pt x="7318572" y="5830581"/>
                  <a:pt x="7325021" y="5837029"/>
                  <a:pt x="7337918" y="5837029"/>
                </a:cubicBezTo>
                <a:cubicBezTo>
                  <a:pt x="7337918" y="5818760"/>
                  <a:pt x="7331469" y="5811238"/>
                  <a:pt x="7318572" y="5811238"/>
                </a:cubicBezTo>
                <a:close/>
                <a:moveTo>
                  <a:pt x="507270" y="5811238"/>
                </a:moveTo>
                <a:cubicBezTo>
                  <a:pt x="507270" y="5830581"/>
                  <a:pt x="513723" y="5837029"/>
                  <a:pt x="526613" y="5837029"/>
                </a:cubicBezTo>
                <a:cubicBezTo>
                  <a:pt x="526613" y="5818760"/>
                  <a:pt x="519093" y="5811238"/>
                  <a:pt x="507270" y="5811238"/>
                </a:cubicBezTo>
                <a:close/>
                <a:moveTo>
                  <a:pt x="9975826" y="5810880"/>
                </a:moveTo>
                <a:cubicBezTo>
                  <a:pt x="9975826" y="5831355"/>
                  <a:pt x="9969839" y="5838180"/>
                  <a:pt x="9957864" y="5838180"/>
                </a:cubicBezTo>
                <a:cubicBezTo>
                  <a:pt x="9957864" y="5818843"/>
                  <a:pt x="9969839" y="5810880"/>
                  <a:pt x="9975826" y="5810880"/>
                </a:cubicBezTo>
                <a:close/>
                <a:moveTo>
                  <a:pt x="19331147" y="5810877"/>
                </a:moveTo>
                <a:cubicBezTo>
                  <a:pt x="19337299" y="5818369"/>
                  <a:pt x="19349595" y="5824790"/>
                  <a:pt x="19355743" y="5824790"/>
                </a:cubicBezTo>
                <a:cubicBezTo>
                  <a:pt x="19343447" y="5842983"/>
                  <a:pt x="19331147" y="5830141"/>
                  <a:pt x="19318851" y="5824790"/>
                </a:cubicBezTo>
                <a:cubicBezTo>
                  <a:pt x="19324999" y="5824790"/>
                  <a:pt x="19324999" y="5818369"/>
                  <a:pt x="19331147" y="5810877"/>
                </a:cubicBezTo>
                <a:close/>
                <a:moveTo>
                  <a:pt x="19412647" y="5782440"/>
                </a:moveTo>
                <a:cubicBezTo>
                  <a:pt x="19412647" y="5802346"/>
                  <a:pt x="19406659" y="5814510"/>
                  <a:pt x="19394687" y="5814510"/>
                </a:cubicBezTo>
                <a:cubicBezTo>
                  <a:pt x="19394687" y="5795711"/>
                  <a:pt x="19400671" y="5782440"/>
                  <a:pt x="19412647" y="5782440"/>
                </a:cubicBezTo>
                <a:close/>
                <a:moveTo>
                  <a:pt x="19285671" y="5782440"/>
                </a:moveTo>
                <a:cubicBezTo>
                  <a:pt x="19298515" y="5788589"/>
                  <a:pt x="19304939" y="5794738"/>
                  <a:pt x="19317779" y="5794738"/>
                </a:cubicBezTo>
                <a:cubicBezTo>
                  <a:pt x="19304939" y="5812159"/>
                  <a:pt x="19285671" y="5819332"/>
                  <a:pt x="19285671" y="5782440"/>
                </a:cubicBezTo>
                <a:close/>
                <a:moveTo>
                  <a:pt x="7922569" y="5780073"/>
                </a:moveTo>
                <a:cubicBezTo>
                  <a:pt x="7922569" y="5799416"/>
                  <a:pt x="7927943" y="5811238"/>
                  <a:pt x="7941914" y="5811238"/>
                </a:cubicBezTo>
                <a:cubicBezTo>
                  <a:pt x="7941914" y="5792969"/>
                  <a:pt x="7934391" y="5780073"/>
                  <a:pt x="7922569" y="5780073"/>
                </a:cubicBezTo>
                <a:close/>
                <a:moveTo>
                  <a:pt x="7639916" y="5780073"/>
                </a:moveTo>
                <a:cubicBezTo>
                  <a:pt x="7639916" y="5792969"/>
                  <a:pt x="7639916" y="5799416"/>
                  <a:pt x="7639916" y="5811238"/>
                </a:cubicBezTo>
                <a:cubicBezTo>
                  <a:pt x="7652812" y="5811238"/>
                  <a:pt x="7665710" y="5811238"/>
                  <a:pt x="7678606" y="5811238"/>
                </a:cubicBezTo>
                <a:cubicBezTo>
                  <a:pt x="7678606" y="5799416"/>
                  <a:pt x="7678606" y="5792969"/>
                  <a:pt x="7678606" y="5780073"/>
                </a:cubicBezTo>
                <a:cubicBezTo>
                  <a:pt x="7665710" y="5780073"/>
                  <a:pt x="7652812" y="5780073"/>
                  <a:pt x="7639916" y="5780073"/>
                </a:cubicBezTo>
                <a:close/>
                <a:moveTo>
                  <a:pt x="7376608" y="5780073"/>
                </a:moveTo>
                <a:cubicBezTo>
                  <a:pt x="7363711" y="5780073"/>
                  <a:pt x="7357262" y="5792969"/>
                  <a:pt x="7357262" y="5811238"/>
                </a:cubicBezTo>
                <a:cubicBezTo>
                  <a:pt x="7370160" y="5811238"/>
                  <a:pt x="7376608" y="5799416"/>
                  <a:pt x="7376608" y="5780073"/>
                </a:cubicBezTo>
                <a:close/>
                <a:moveTo>
                  <a:pt x="833981" y="5780073"/>
                </a:moveTo>
                <a:cubicBezTo>
                  <a:pt x="833981" y="5799416"/>
                  <a:pt x="833981" y="5811238"/>
                  <a:pt x="846884" y="5811238"/>
                </a:cubicBezTo>
                <a:cubicBezTo>
                  <a:pt x="846884" y="5792969"/>
                  <a:pt x="846884" y="5780073"/>
                  <a:pt x="833981" y="5780073"/>
                </a:cubicBezTo>
                <a:close/>
                <a:moveTo>
                  <a:pt x="9258384" y="5749261"/>
                </a:moveTo>
                <a:cubicBezTo>
                  <a:pt x="9258384" y="5755694"/>
                  <a:pt x="9264796" y="5762126"/>
                  <a:pt x="9264796" y="5768559"/>
                </a:cubicBezTo>
                <a:cubicBezTo>
                  <a:pt x="9226321" y="5787857"/>
                  <a:pt x="9187845" y="5812515"/>
                  <a:pt x="9156851" y="5838245"/>
                </a:cubicBezTo>
                <a:cubicBezTo>
                  <a:pt x="9156851" y="5820020"/>
                  <a:pt x="9156851" y="5800722"/>
                  <a:pt x="9156851" y="5781424"/>
                </a:cubicBezTo>
                <a:cubicBezTo>
                  <a:pt x="9162195" y="5774992"/>
                  <a:pt x="9176089" y="5774992"/>
                  <a:pt x="9181433" y="5768559"/>
                </a:cubicBezTo>
                <a:cubicBezTo>
                  <a:pt x="9207083" y="5762126"/>
                  <a:pt x="9232733" y="5755694"/>
                  <a:pt x="9258384" y="5749261"/>
                </a:cubicBezTo>
                <a:close/>
                <a:moveTo>
                  <a:pt x="19215983" y="5722699"/>
                </a:moveTo>
                <a:cubicBezTo>
                  <a:pt x="19222131" y="5722699"/>
                  <a:pt x="19246727" y="5716085"/>
                  <a:pt x="19240579" y="5742539"/>
                </a:cubicBezTo>
                <a:cubicBezTo>
                  <a:pt x="19240579" y="5762380"/>
                  <a:pt x="19215983" y="5735926"/>
                  <a:pt x="19209835" y="5735926"/>
                </a:cubicBezTo>
                <a:cubicBezTo>
                  <a:pt x="19209835" y="5729312"/>
                  <a:pt x="19215983" y="5722699"/>
                  <a:pt x="19215983" y="5722699"/>
                </a:cubicBezTo>
                <a:close/>
                <a:moveTo>
                  <a:pt x="7979530" y="5722041"/>
                </a:moveTo>
                <a:cubicBezTo>
                  <a:pt x="7979530" y="5741385"/>
                  <a:pt x="7979530" y="5760729"/>
                  <a:pt x="7979530" y="5780073"/>
                </a:cubicBezTo>
                <a:cubicBezTo>
                  <a:pt x="7992426" y="5767177"/>
                  <a:pt x="8011772" y="5754281"/>
                  <a:pt x="8024668" y="5747833"/>
                </a:cubicBezTo>
                <a:cubicBezTo>
                  <a:pt x="8011772" y="5741385"/>
                  <a:pt x="7992426" y="5728489"/>
                  <a:pt x="7979530" y="5722041"/>
                </a:cubicBezTo>
                <a:close/>
                <a:moveTo>
                  <a:pt x="19322947" y="5721336"/>
                </a:moveTo>
                <a:cubicBezTo>
                  <a:pt x="19330635" y="5722104"/>
                  <a:pt x="19336783" y="5729790"/>
                  <a:pt x="19336783" y="5748236"/>
                </a:cubicBezTo>
                <a:cubicBezTo>
                  <a:pt x="19324483" y="5742088"/>
                  <a:pt x="19312187" y="5742088"/>
                  <a:pt x="19299891" y="5735939"/>
                </a:cubicBezTo>
                <a:cubicBezTo>
                  <a:pt x="19306039" y="5726716"/>
                  <a:pt x="19315263" y="5720567"/>
                  <a:pt x="19322947" y="5721336"/>
                </a:cubicBezTo>
                <a:close/>
                <a:moveTo>
                  <a:pt x="20507471" y="5720824"/>
                </a:moveTo>
                <a:cubicBezTo>
                  <a:pt x="20507471" y="5741299"/>
                  <a:pt x="20494831" y="5748124"/>
                  <a:pt x="20489563" y="5748124"/>
                </a:cubicBezTo>
                <a:cubicBezTo>
                  <a:pt x="20489563" y="5727649"/>
                  <a:pt x="20494831" y="5720824"/>
                  <a:pt x="20507471" y="5720824"/>
                </a:cubicBezTo>
                <a:close/>
                <a:moveTo>
                  <a:pt x="18929051" y="5720821"/>
                </a:moveTo>
                <a:cubicBezTo>
                  <a:pt x="18929051" y="5745641"/>
                  <a:pt x="18929051" y="5776665"/>
                  <a:pt x="18908579" y="5776665"/>
                </a:cubicBezTo>
                <a:cubicBezTo>
                  <a:pt x="18908579" y="5751846"/>
                  <a:pt x="18901755" y="5720821"/>
                  <a:pt x="18929051" y="5720821"/>
                </a:cubicBezTo>
                <a:close/>
                <a:moveTo>
                  <a:pt x="9383272" y="5701863"/>
                </a:moveTo>
                <a:cubicBezTo>
                  <a:pt x="9363704" y="5708477"/>
                  <a:pt x="9345767" y="5715090"/>
                  <a:pt x="9328645" y="5722530"/>
                </a:cubicBezTo>
                <a:lnTo>
                  <a:pt x="9278922" y="5748152"/>
                </a:lnTo>
                <a:lnTo>
                  <a:pt x="9267113" y="5767148"/>
                </a:lnTo>
                <a:cubicBezTo>
                  <a:pt x="9267113" y="5760727"/>
                  <a:pt x="9261126" y="5754306"/>
                  <a:pt x="9261126" y="5747885"/>
                </a:cubicBezTo>
                <a:lnTo>
                  <a:pt x="9269638" y="5738756"/>
                </a:lnTo>
                <a:lnTo>
                  <a:pt x="9265865" y="5734931"/>
                </a:lnTo>
                <a:cubicBezTo>
                  <a:pt x="9305001" y="5721704"/>
                  <a:pt x="9344136" y="5708477"/>
                  <a:pt x="9383272" y="5701863"/>
                </a:cubicBezTo>
                <a:close/>
                <a:moveTo>
                  <a:pt x="19197255" y="5701391"/>
                </a:moveTo>
                <a:cubicBezTo>
                  <a:pt x="19198895" y="5698831"/>
                  <a:pt x="19202179" y="5700538"/>
                  <a:pt x="19208739" y="5703950"/>
                </a:cubicBezTo>
                <a:cubicBezTo>
                  <a:pt x="19202179" y="5710775"/>
                  <a:pt x="19202179" y="5710775"/>
                  <a:pt x="19195615" y="5724425"/>
                </a:cubicBezTo>
                <a:cubicBezTo>
                  <a:pt x="19195615" y="5710775"/>
                  <a:pt x="19195615" y="5703950"/>
                  <a:pt x="19197255" y="5701391"/>
                </a:cubicBezTo>
                <a:close/>
                <a:moveTo>
                  <a:pt x="19886619" y="5692386"/>
                </a:moveTo>
                <a:cubicBezTo>
                  <a:pt x="19886619" y="5711651"/>
                  <a:pt x="19880631" y="5724495"/>
                  <a:pt x="19868659" y="5724495"/>
                </a:cubicBezTo>
                <a:cubicBezTo>
                  <a:pt x="19868659" y="5698808"/>
                  <a:pt x="19874643" y="5692386"/>
                  <a:pt x="19886619" y="5692386"/>
                </a:cubicBezTo>
                <a:close/>
                <a:moveTo>
                  <a:pt x="8056910" y="5689802"/>
                </a:moveTo>
                <a:cubicBezTo>
                  <a:pt x="8056910" y="5709146"/>
                  <a:pt x="8056910" y="5728489"/>
                  <a:pt x="8056910" y="5747833"/>
                </a:cubicBezTo>
                <a:cubicBezTo>
                  <a:pt x="8076255" y="5741385"/>
                  <a:pt x="8095600" y="5741385"/>
                  <a:pt x="8114946" y="5734937"/>
                </a:cubicBezTo>
                <a:cubicBezTo>
                  <a:pt x="8095600" y="5715594"/>
                  <a:pt x="8076255" y="5702698"/>
                  <a:pt x="8056910" y="5689802"/>
                </a:cubicBezTo>
                <a:close/>
                <a:moveTo>
                  <a:pt x="321342" y="5689802"/>
                </a:moveTo>
                <a:cubicBezTo>
                  <a:pt x="321342" y="5722041"/>
                  <a:pt x="346059" y="5715594"/>
                  <a:pt x="358957" y="5734937"/>
                </a:cubicBezTo>
                <a:cubicBezTo>
                  <a:pt x="371854" y="5741385"/>
                  <a:pt x="384753" y="5741385"/>
                  <a:pt x="397647" y="5747833"/>
                </a:cubicBezTo>
                <a:cubicBezTo>
                  <a:pt x="397647" y="5709146"/>
                  <a:pt x="339610" y="5696250"/>
                  <a:pt x="321342" y="5689802"/>
                </a:cubicBezTo>
                <a:close/>
                <a:moveTo>
                  <a:pt x="10273257" y="5681344"/>
                </a:moveTo>
                <a:lnTo>
                  <a:pt x="10270689" y="5686619"/>
                </a:lnTo>
                <a:cubicBezTo>
                  <a:pt x="10270689" y="5686619"/>
                  <a:pt x="10271320" y="5685322"/>
                  <a:pt x="10272228" y="5683458"/>
                </a:cubicBezTo>
                <a:close/>
                <a:moveTo>
                  <a:pt x="19249731" y="5676443"/>
                </a:moveTo>
                <a:cubicBezTo>
                  <a:pt x="19267911" y="5676749"/>
                  <a:pt x="19293967" y="5700001"/>
                  <a:pt x="19298811" y="5704896"/>
                </a:cubicBezTo>
                <a:cubicBezTo>
                  <a:pt x="19298811" y="5711423"/>
                  <a:pt x="19292351" y="5717950"/>
                  <a:pt x="19292351" y="5724477"/>
                </a:cubicBezTo>
                <a:cubicBezTo>
                  <a:pt x="19285887" y="5724477"/>
                  <a:pt x="19269999" y="5722846"/>
                  <a:pt x="19256531" y="5717134"/>
                </a:cubicBezTo>
                <a:lnTo>
                  <a:pt x="19244083" y="5708343"/>
                </a:lnTo>
                <a:lnTo>
                  <a:pt x="19251507" y="5722338"/>
                </a:lnTo>
                <a:cubicBezTo>
                  <a:pt x="19249039" y="5725750"/>
                  <a:pt x="19243359" y="5725750"/>
                  <a:pt x="19239779" y="5722338"/>
                </a:cubicBezTo>
                <a:lnTo>
                  <a:pt x="19240479" y="5705798"/>
                </a:lnTo>
                <a:lnTo>
                  <a:pt x="19239635" y="5705202"/>
                </a:lnTo>
                <a:cubicBezTo>
                  <a:pt x="19235595" y="5700001"/>
                  <a:pt x="19233643" y="5693474"/>
                  <a:pt x="19235259" y="5685315"/>
                </a:cubicBezTo>
                <a:cubicBezTo>
                  <a:pt x="19238491" y="5678788"/>
                  <a:pt x="19243675" y="5676341"/>
                  <a:pt x="19249731" y="5676443"/>
                </a:cubicBezTo>
                <a:close/>
                <a:moveTo>
                  <a:pt x="10275971" y="5675771"/>
                </a:moveTo>
                <a:lnTo>
                  <a:pt x="10275425" y="5676892"/>
                </a:lnTo>
                <a:lnTo>
                  <a:pt x="10273257" y="5681344"/>
                </a:lnTo>
                <a:close/>
                <a:moveTo>
                  <a:pt x="10278267" y="5671055"/>
                </a:moveTo>
                <a:lnTo>
                  <a:pt x="10275971" y="5675771"/>
                </a:lnTo>
                <a:lnTo>
                  <a:pt x="10278148" y="5671298"/>
                </a:lnTo>
                <a:cubicBezTo>
                  <a:pt x="10278741" y="5670082"/>
                  <a:pt x="10278898" y="5669758"/>
                  <a:pt x="10278267" y="5671055"/>
                </a:cubicBezTo>
                <a:close/>
                <a:moveTo>
                  <a:pt x="8415869" y="5657562"/>
                </a:moveTo>
                <a:cubicBezTo>
                  <a:pt x="8415869" y="5676906"/>
                  <a:pt x="8422317" y="5689802"/>
                  <a:pt x="8435214" y="5689802"/>
                </a:cubicBezTo>
                <a:cubicBezTo>
                  <a:pt x="8435214" y="5670458"/>
                  <a:pt x="8428766" y="5657562"/>
                  <a:pt x="8415869" y="5657562"/>
                </a:cubicBezTo>
                <a:close/>
                <a:moveTo>
                  <a:pt x="7581880" y="5657562"/>
                </a:moveTo>
                <a:cubicBezTo>
                  <a:pt x="7581880" y="5676906"/>
                  <a:pt x="7588329" y="5689802"/>
                  <a:pt x="7601226" y="5689802"/>
                </a:cubicBezTo>
                <a:cubicBezTo>
                  <a:pt x="7601226" y="5664010"/>
                  <a:pt x="7594778" y="5657562"/>
                  <a:pt x="7581880" y="5657562"/>
                </a:cubicBezTo>
                <a:close/>
                <a:moveTo>
                  <a:pt x="9454956" y="5650608"/>
                </a:moveTo>
                <a:cubicBezTo>
                  <a:pt x="9457950" y="5651411"/>
                  <a:pt x="9460944" y="5654622"/>
                  <a:pt x="9463937" y="5657833"/>
                </a:cubicBezTo>
                <a:cubicBezTo>
                  <a:pt x="9457950" y="5657833"/>
                  <a:pt x="9457950" y="5664254"/>
                  <a:pt x="9451962" y="5677098"/>
                </a:cubicBezTo>
                <a:cubicBezTo>
                  <a:pt x="9451962" y="5664254"/>
                  <a:pt x="9451962" y="5657833"/>
                  <a:pt x="9445975" y="5657833"/>
                </a:cubicBezTo>
                <a:cubicBezTo>
                  <a:pt x="9448969" y="5651411"/>
                  <a:pt x="9451963" y="5649806"/>
                  <a:pt x="9454956" y="5650608"/>
                </a:cubicBezTo>
                <a:close/>
                <a:moveTo>
                  <a:pt x="10297753" y="5644986"/>
                </a:moveTo>
                <a:cubicBezTo>
                  <a:pt x="10304174" y="5658213"/>
                  <a:pt x="10310596" y="5671440"/>
                  <a:pt x="10317017" y="5691281"/>
                </a:cubicBezTo>
                <a:cubicBezTo>
                  <a:pt x="10304174" y="5691281"/>
                  <a:pt x="10291332" y="5691281"/>
                  <a:pt x="10284911" y="5678054"/>
                </a:cubicBezTo>
                <a:cubicBezTo>
                  <a:pt x="10284911" y="5664827"/>
                  <a:pt x="10291332" y="5651600"/>
                  <a:pt x="10297753" y="5644986"/>
                </a:cubicBezTo>
                <a:close/>
                <a:moveTo>
                  <a:pt x="9473864" y="5634183"/>
                </a:moveTo>
                <a:cubicBezTo>
                  <a:pt x="9482131" y="5634183"/>
                  <a:pt x="9490398" y="5637595"/>
                  <a:pt x="9497011" y="5644420"/>
                </a:cubicBezTo>
                <a:cubicBezTo>
                  <a:pt x="9483784" y="5644420"/>
                  <a:pt x="9463943" y="5658070"/>
                  <a:pt x="9450716" y="5644420"/>
                </a:cubicBezTo>
                <a:cubicBezTo>
                  <a:pt x="9457330" y="5637595"/>
                  <a:pt x="9465597" y="5634183"/>
                  <a:pt x="9473864" y="5634183"/>
                </a:cubicBezTo>
                <a:close/>
                <a:moveTo>
                  <a:pt x="7261612" y="5625323"/>
                </a:moveTo>
                <a:cubicBezTo>
                  <a:pt x="7255164" y="5625323"/>
                  <a:pt x="7242267" y="5631771"/>
                  <a:pt x="7242267" y="5657562"/>
                </a:cubicBezTo>
                <a:cubicBezTo>
                  <a:pt x="7255164" y="5657562"/>
                  <a:pt x="7261612" y="5651114"/>
                  <a:pt x="7261612" y="5625323"/>
                </a:cubicBezTo>
                <a:close/>
                <a:moveTo>
                  <a:pt x="9486616" y="5614347"/>
                </a:moveTo>
                <a:lnTo>
                  <a:pt x="9483892" y="5624940"/>
                </a:lnTo>
                <a:cubicBezTo>
                  <a:pt x="9483892" y="5624940"/>
                  <a:pt x="9484713" y="5621750"/>
                  <a:pt x="9485738" y="5617761"/>
                </a:cubicBezTo>
                <a:close/>
                <a:moveTo>
                  <a:pt x="9488543" y="5606855"/>
                </a:moveTo>
                <a:lnTo>
                  <a:pt x="9486616" y="5614347"/>
                </a:lnTo>
                <a:lnTo>
                  <a:pt x="9487661" y="5610283"/>
                </a:lnTo>
                <a:close/>
                <a:moveTo>
                  <a:pt x="9489431" y="5603404"/>
                </a:moveTo>
                <a:lnTo>
                  <a:pt x="9488543" y="5606855"/>
                </a:lnTo>
                <a:lnTo>
                  <a:pt x="9488815" y="5605797"/>
                </a:lnTo>
                <a:cubicBezTo>
                  <a:pt x="9489636" y="5602606"/>
                  <a:pt x="9490046" y="5601011"/>
                  <a:pt x="9489431" y="5603404"/>
                </a:cubicBezTo>
                <a:close/>
                <a:moveTo>
                  <a:pt x="7678606" y="5594158"/>
                </a:moveTo>
                <a:cubicBezTo>
                  <a:pt x="7665710" y="5594158"/>
                  <a:pt x="7659261" y="5605979"/>
                  <a:pt x="7659261" y="5625323"/>
                </a:cubicBezTo>
                <a:cubicBezTo>
                  <a:pt x="7672158" y="5625323"/>
                  <a:pt x="7678606" y="5619949"/>
                  <a:pt x="7678606" y="5594158"/>
                </a:cubicBezTo>
                <a:close/>
                <a:moveTo>
                  <a:pt x="19090347" y="5592850"/>
                </a:moveTo>
                <a:cubicBezTo>
                  <a:pt x="19090347" y="5619391"/>
                  <a:pt x="19084359" y="5624920"/>
                  <a:pt x="19072383" y="5624920"/>
                </a:cubicBezTo>
                <a:cubicBezTo>
                  <a:pt x="19072383" y="5605015"/>
                  <a:pt x="19078371" y="5592850"/>
                  <a:pt x="19090347" y="5592850"/>
                </a:cubicBezTo>
                <a:close/>
                <a:moveTo>
                  <a:pt x="20374811" y="5564413"/>
                </a:moveTo>
                <a:cubicBezTo>
                  <a:pt x="20374811" y="5583677"/>
                  <a:pt x="20368823" y="5596519"/>
                  <a:pt x="20356851" y="5596519"/>
                </a:cubicBezTo>
                <a:cubicBezTo>
                  <a:pt x="20356851" y="5577256"/>
                  <a:pt x="20362839" y="5564413"/>
                  <a:pt x="20374811" y="5564413"/>
                </a:cubicBezTo>
                <a:close/>
                <a:moveTo>
                  <a:pt x="19810783" y="5564413"/>
                </a:moveTo>
                <a:cubicBezTo>
                  <a:pt x="19810783" y="5583677"/>
                  <a:pt x="19804795" y="5596519"/>
                  <a:pt x="19792823" y="5596519"/>
                </a:cubicBezTo>
                <a:cubicBezTo>
                  <a:pt x="19792823" y="5577256"/>
                  <a:pt x="19798811" y="5564413"/>
                  <a:pt x="19810783" y="5564413"/>
                </a:cubicBezTo>
                <a:close/>
                <a:moveTo>
                  <a:pt x="10828980" y="5564413"/>
                </a:moveTo>
                <a:cubicBezTo>
                  <a:pt x="10828980" y="5590098"/>
                  <a:pt x="10822993" y="5596519"/>
                  <a:pt x="10811018" y="5596519"/>
                </a:cubicBezTo>
                <a:cubicBezTo>
                  <a:pt x="10811018" y="5577256"/>
                  <a:pt x="10818003" y="5564413"/>
                  <a:pt x="10828980" y="5564413"/>
                </a:cubicBezTo>
                <a:close/>
                <a:moveTo>
                  <a:pt x="7774257" y="5561918"/>
                </a:moveTo>
                <a:cubicBezTo>
                  <a:pt x="7761360" y="5561918"/>
                  <a:pt x="7754912" y="5574814"/>
                  <a:pt x="7754912" y="5594158"/>
                </a:cubicBezTo>
                <a:cubicBezTo>
                  <a:pt x="7767808" y="5594158"/>
                  <a:pt x="7774257" y="5587710"/>
                  <a:pt x="7774257" y="5561918"/>
                </a:cubicBezTo>
                <a:close/>
                <a:moveTo>
                  <a:pt x="9600691" y="5555468"/>
                </a:moveTo>
                <a:cubicBezTo>
                  <a:pt x="9606090" y="5556433"/>
                  <a:pt x="9610973" y="5558930"/>
                  <a:pt x="9615105" y="5563402"/>
                </a:cubicBezTo>
                <a:lnTo>
                  <a:pt x="9619348" y="5571868"/>
                </a:lnTo>
                <a:lnTo>
                  <a:pt x="9616604" y="5563038"/>
                </a:lnTo>
                <a:cubicBezTo>
                  <a:pt x="9622591" y="5550194"/>
                  <a:pt x="9622591" y="5556616"/>
                  <a:pt x="9634566" y="5563038"/>
                </a:cubicBezTo>
                <a:lnTo>
                  <a:pt x="9623691" y="5580533"/>
                </a:lnTo>
                <a:lnTo>
                  <a:pt x="9625019" y="5583182"/>
                </a:lnTo>
                <a:cubicBezTo>
                  <a:pt x="9587694" y="5607892"/>
                  <a:pt x="9530107" y="5672352"/>
                  <a:pt x="9498114" y="5607892"/>
                </a:cubicBezTo>
                <a:cubicBezTo>
                  <a:pt x="9517310" y="5599029"/>
                  <a:pt x="9568298" y="5549676"/>
                  <a:pt x="9600691" y="5555468"/>
                </a:cubicBezTo>
                <a:close/>
                <a:moveTo>
                  <a:pt x="9649142" y="5541994"/>
                </a:moveTo>
                <a:cubicBezTo>
                  <a:pt x="9656828" y="5541995"/>
                  <a:pt x="9662976" y="5546606"/>
                  <a:pt x="9662976" y="5561978"/>
                </a:cubicBezTo>
                <a:cubicBezTo>
                  <a:pt x="9650679" y="5561978"/>
                  <a:pt x="9632233" y="5568126"/>
                  <a:pt x="9626084" y="5549680"/>
                </a:cubicBezTo>
                <a:cubicBezTo>
                  <a:pt x="9632233" y="5546606"/>
                  <a:pt x="9641456" y="5541994"/>
                  <a:pt x="9649142" y="5541994"/>
                </a:cubicBezTo>
                <a:close/>
                <a:moveTo>
                  <a:pt x="904916" y="5536127"/>
                </a:moveTo>
                <a:cubicBezTo>
                  <a:pt x="904916" y="5555470"/>
                  <a:pt x="911364" y="5561918"/>
                  <a:pt x="924259" y="5561918"/>
                </a:cubicBezTo>
                <a:cubicBezTo>
                  <a:pt x="924259" y="5542574"/>
                  <a:pt x="917812" y="5536127"/>
                  <a:pt x="904916" y="5536127"/>
                </a:cubicBezTo>
                <a:close/>
                <a:moveTo>
                  <a:pt x="20336891" y="5535975"/>
                </a:moveTo>
                <a:cubicBezTo>
                  <a:pt x="20336891" y="5556450"/>
                  <a:pt x="20330903" y="5563275"/>
                  <a:pt x="20318931" y="5563275"/>
                </a:cubicBezTo>
                <a:cubicBezTo>
                  <a:pt x="20318931" y="5542800"/>
                  <a:pt x="20324919" y="5535975"/>
                  <a:pt x="20336891" y="5535975"/>
                </a:cubicBezTo>
                <a:close/>
                <a:moveTo>
                  <a:pt x="20298975" y="5502796"/>
                </a:moveTo>
                <a:cubicBezTo>
                  <a:pt x="20298975" y="5522061"/>
                  <a:pt x="20292987" y="5534905"/>
                  <a:pt x="20281015" y="5534905"/>
                </a:cubicBezTo>
                <a:cubicBezTo>
                  <a:pt x="20281015" y="5515640"/>
                  <a:pt x="20286999" y="5502796"/>
                  <a:pt x="20298975" y="5502796"/>
                </a:cubicBezTo>
                <a:close/>
                <a:moveTo>
                  <a:pt x="18451479" y="5502793"/>
                </a:moveTo>
                <a:cubicBezTo>
                  <a:pt x="18458099" y="5502793"/>
                  <a:pt x="18464723" y="5502793"/>
                  <a:pt x="18471347" y="5502793"/>
                </a:cubicBezTo>
                <a:cubicBezTo>
                  <a:pt x="18491215" y="5509178"/>
                  <a:pt x="18511083" y="5509178"/>
                  <a:pt x="18530951" y="5515562"/>
                </a:cubicBezTo>
                <a:cubicBezTo>
                  <a:pt x="18504459" y="5553868"/>
                  <a:pt x="18471347" y="5509178"/>
                  <a:pt x="18451479" y="5502793"/>
                </a:cubicBezTo>
                <a:close/>
                <a:moveTo>
                  <a:pt x="8200538" y="5493610"/>
                </a:moveTo>
                <a:cubicBezTo>
                  <a:pt x="8182452" y="5491797"/>
                  <a:pt x="8160890" y="5528067"/>
                  <a:pt x="8147187" y="5542574"/>
                </a:cubicBezTo>
                <a:cubicBezTo>
                  <a:pt x="8114946" y="5568366"/>
                  <a:pt x="8082704" y="5568366"/>
                  <a:pt x="8056910" y="5587710"/>
                </a:cubicBezTo>
                <a:cubicBezTo>
                  <a:pt x="8024668" y="5600606"/>
                  <a:pt x="7992426" y="5600606"/>
                  <a:pt x="7960184" y="5631771"/>
                </a:cubicBezTo>
                <a:cubicBezTo>
                  <a:pt x="7934391" y="5657562"/>
                  <a:pt x="7896776" y="5657562"/>
                  <a:pt x="7864534" y="5676906"/>
                </a:cubicBezTo>
                <a:cubicBezTo>
                  <a:pt x="7858086" y="5689802"/>
                  <a:pt x="7845189" y="5689802"/>
                  <a:pt x="7832292" y="5689802"/>
                </a:cubicBezTo>
                <a:cubicBezTo>
                  <a:pt x="7819396" y="5702698"/>
                  <a:pt x="7806498" y="5722041"/>
                  <a:pt x="7793602" y="5728489"/>
                </a:cubicBezTo>
                <a:cubicBezTo>
                  <a:pt x="7761360" y="5734937"/>
                  <a:pt x="7729118" y="5747833"/>
                  <a:pt x="7697951" y="5760729"/>
                </a:cubicBezTo>
                <a:cubicBezTo>
                  <a:pt x="7787154" y="5760729"/>
                  <a:pt x="7883879" y="5696250"/>
                  <a:pt x="7966633" y="5644666"/>
                </a:cubicBezTo>
                <a:cubicBezTo>
                  <a:pt x="8050462" y="5594158"/>
                  <a:pt x="8133216" y="5561918"/>
                  <a:pt x="8217044" y="5510335"/>
                </a:cubicBezTo>
                <a:cubicBezTo>
                  <a:pt x="8212208" y="5499051"/>
                  <a:pt x="8206566" y="5494215"/>
                  <a:pt x="8200538" y="5493610"/>
                </a:cubicBezTo>
                <a:close/>
                <a:moveTo>
                  <a:pt x="7531368" y="5478095"/>
                </a:moveTo>
                <a:cubicBezTo>
                  <a:pt x="7517397" y="5484543"/>
                  <a:pt x="7505575" y="5497439"/>
                  <a:pt x="7486230" y="5503887"/>
                </a:cubicBezTo>
                <a:cubicBezTo>
                  <a:pt x="7466885" y="5523231"/>
                  <a:pt x="7447540" y="5536127"/>
                  <a:pt x="7428194" y="5555470"/>
                </a:cubicBezTo>
                <a:cubicBezTo>
                  <a:pt x="7389504" y="5587710"/>
                  <a:pt x="7357262" y="5625323"/>
                  <a:pt x="7318572" y="5625323"/>
                </a:cubicBezTo>
                <a:cubicBezTo>
                  <a:pt x="7318572" y="5670458"/>
                  <a:pt x="7357262" y="5638219"/>
                  <a:pt x="7370160" y="5625323"/>
                </a:cubicBezTo>
                <a:cubicBezTo>
                  <a:pt x="7428194" y="5594158"/>
                  <a:pt x="7486230" y="5561918"/>
                  <a:pt x="7543190" y="5536127"/>
                </a:cubicBezTo>
                <a:cubicBezTo>
                  <a:pt x="7543190" y="5516783"/>
                  <a:pt x="7536742" y="5497439"/>
                  <a:pt x="7531368" y="5478095"/>
                </a:cubicBezTo>
                <a:close/>
                <a:moveTo>
                  <a:pt x="10653612" y="5469618"/>
                </a:moveTo>
                <a:cubicBezTo>
                  <a:pt x="10653612" y="5488882"/>
                  <a:pt x="10647625" y="5501724"/>
                  <a:pt x="10635650" y="5501724"/>
                </a:cubicBezTo>
                <a:cubicBezTo>
                  <a:pt x="10635650" y="5482461"/>
                  <a:pt x="10641637" y="5469618"/>
                  <a:pt x="10653612" y="5469618"/>
                </a:cubicBezTo>
                <a:close/>
                <a:moveTo>
                  <a:pt x="8890927" y="5465756"/>
                </a:moveTo>
                <a:cubicBezTo>
                  <a:pt x="8893921" y="5466558"/>
                  <a:pt x="8896915" y="5469769"/>
                  <a:pt x="8899908" y="5472980"/>
                </a:cubicBezTo>
                <a:cubicBezTo>
                  <a:pt x="8893921" y="5479401"/>
                  <a:pt x="8893921" y="5479401"/>
                  <a:pt x="8887933" y="5492243"/>
                </a:cubicBezTo>
                <a:cubicBezTo>
                  <a:pt x="8887933" y="5485822"/>
                  <a:pt x="8881946" y="5479401"/>
                  <a:pt x="8881946" y="5472980"/>
                </a:cubicBezTo>
                <a:cubicBezTo>
                  <a:pt x="8884940" y="5466558"/>
                  <a:pt x="8887934" y="5464953"/>
                  <a:pt x="8890927" y="5465756"/>
                </a:cubicBezTo>
                <a:close/>
                <a:moveTo>
                  <a:pt x="8594024" y="5442358"/>
                </a:moveTo>
                <a:lnTo>
                  <a:pt x="8596889" y="5446490"/>
                </a:lnTo>
                <a:cubicBezTo>
                  <a:pt x="8598394" y="5448660"/>
                  <a:pt x="8597391" y="5447213"/>
                  <a:pt x="8595384" y="5444320"/>
                </a:cubicBezTo>
                <a:close/>
                <a:moveTo>
                  <a:pt x="8583343" y="5426959"/>
                </a:moveTo>
                <a:cubicBezTo>
                  <a:pt x="8583343" y="5426959"/>
                  <a:pt x="8585350" y="5429853"/>
                  <a:pt x="8587859" y="5433469"/>
                </a:cubicBezTo>
                <a:lnTo>
                  <a:pt x="8594024" y="5442358"/>
                </a:lnTo>
                <a:lnTo>
                  <a:pt x="8592562" y="5440251"/>
                </a:lnTo>
                <a:cubicBezTo>
                  <a:pt x="8590367" y="5437086"/>
                  <a:pt x="8587357" y="5432746"/>
                  <a:pt x="8583343" y="5426959"/>
                </a:cubicBezTo>
                <a:close/>
                <a:moveTo>
                  <a:pt x="18830935" y="5411343"/>
                </a:moveTo>
                <a:cubicBezTo>
                  <a:pt x="18850931" y="5407556"/>
                  <a:pt x="18872259" y="5434823"/>
                  <a:pt x="18886479" y="5459060"/>
                </a:cubicBezTo>
                <a:cubicBezTo>
                  <a:pt x="18861199" y="5446133"/>
                  <a:pt x="18835923" y="5433207"/>
                  <a:pt x="18811699" y="5426744"/>
                </a:cubicBezTo>
                <a:cubicBezTo>
                  <a:pt x="18817755" y="5417318"/>
                  <a:pt x="18824271" y="5412605"/>
                  <a:pt x="18830935" y="5411343"/>
                </a:cubicBezTo>
                <a:close/>
                <a:moveTo>
                  <a:pt x="18799939" y="5393307"/>
                </a:moveTo>
                <a:cubicBezTo>
                  <a:pt x="18800759" y="5390747"/>
                  <a:pt x="18804039" y="5392454"/>
                  <a:pt x="18810603" y="5395866"/>
                </a:cubicBezTo>
                <a:cubicBezTo>
                  <a:pt x="18810603" y="5401554"/>
                  <a:pt x="18804039" y="5409516"/>
                  <a:pt x="18804039" y="5416341"/>
                </a:cubicBezTo>
                <a:cubicBezTo>
                  <a:pt x="18800759" y="5402691"/>
                  <a:pt x="18799119" y="5395866"/>
                  <a:pt x="18799939" y="5393307"/>
                </a:cubicBezTo>
                <a:close/>
                <a:moveTo>
                  <a:pt x="8700838" y="5384303"/>
                </a:moveTo>
                <a:cubicBezTo>
                  <a:pt x="8700838" y="5402497"/>
                  <a:pt x="8694851" y="5416409"/>
                  <a:pt x="8682876" y="5416409"/>
                </a:cubicBezTo>
                <a:cubicBezTo>
                  <a:pt x="8682876" y="5390724"/>
                  <a:pt x="8688863" y="5384303"/>
                  <a:pt x="8700838" y="5384303"/>
                </a:cubicBezTo>
                <a:close/>
                <a:moveTo>
                  <a:pt x="18245035" y="5365343"/>
                </a:moveTo>
                <a:cubicBezTo>
                  <a:pt x="18248195" y="5371764"/>
                  <a:pt x="18248195" y="5376580"/>
                  <a:pt x="18247403" y="5381396"/>
                </a:cubicBezTo>
                <a:lnTo>
                  <a:pt x="18245399" y="5394978"/>
                </a:lnTo>
                <a:lnTo>
                  <a:pt x="18246615" y="5396535"/>
                </a:lnTo>
                <a:lnTo>
                  <a:pt x="18245043" y="5397380"/>
                </a:lnTo>
                <a:lnTo>
                  <a:pt x="18245035" y="5397449"/>
                </a:lnTo>
                <a:lnTo>
                  <a:pt x="18245003" y="5397403"/>
                </a:lnTo>
                <a:lnTo>
                  <a:pt x="18209751" y="5416376"/>
                </a:lnTo>
                <a:cubicBezTo>
                  <a:pt x="18209751" y="5396535"/>
                  <a:pt x="18216071" y="5384962"/>
                  <a:pt x="18223839" y="5381655"/>
                </a:cubicBezTo>
                <a:lnTo>
                  <a:pt x="18234563" y="5382751"/>
                </a:lnTo>
                <a:close/>
                <a:moveTo>
                  <a:pt x="9586345" y="5365343"/>
                </a:moveTo>
                <a:cubicBezTo>
                  <a:pt x="9591815" y="5371764"/>
                  <a:pt x="9591815" y="5378186"/>
                  <a:pt x="9591815" y="5384607"/>
                </a:cubicBezTo>
                <a:cubicBezTo>
                  <a:pt x="9591815" y="5384607"/>
                  <a:pt x="9586345" y="5391028"/>
                  <a:pt x="9586345" y="5397449"/>
                </a:cubicBezTo>
                <a:cubicBezTo>
                  <a:pt x="9578687" y="5384607"/>
                  <a:pt x="9578687" y="5378186"/>
                  <a:pt x="9586345" y="5365343"/>
                </a:cubicBezTo>
                <a:close/>
                <a:moveTo>
                  <a:pt x="8002180" y="5365343"/>
                </a:moveTo>
                <a:cubicBezTo>
                  <a:pt x="8008744" y="5371764"/>
                  <a:pt x="8008744" y="5378186"/>
                  <a:pt x="8008744" y="5384607"/>
                </a:cubicBezTo>
                <a:cubicBezTo>
                  <a:pt x="8008744" y="5384607"/>
                  <a:pt x="8002180" y="5391028"/>
                  <a:pt x="8002180" y="5397449"/>
                </a:cubicBezTo>
                <a:cubicBezTo>
                  <a:pt x="7995616" y="5384607"/>
                  <a:pt x="7995616" y="5378186"/>
                  <a:pt x="8002180" y="5365343"/>
                </a:cubicBezTo>
                <a:close/>
                <a:moveTo>
                  <a:pt x="9618055" y="5351565"/>
                </a:moveTo>
                <a:cubicBezTo>
                  <a:pt x="9628193" y="5349911"/>
                  <a:pt x="9637672" y="5351565"/>
                  <a:pt x="9643992" y="5361485"/>
                </a:cubicBezTo>
                <a:cubicBezTo>
                  <a:pt x="9625032" y="5368098"/>
                  <a:pt x="9599753" y="5387939"/>
                  <a:pt x="9588167" y="5361485"/>
                </a:cubicBezTo>
                <a:cubicBezTo>
                  <a:pt x="9597120" y="5358178"/>
                  <a:pt x="9607917" y="5353218"/>
                  <a:pt x="9618055" y="5351565"/>
                </a:cubicBezTo>
                <a:close/>
                <a:moveTo>
                  <a:pt x="20116531" y="5351124"/>
                </a:moveTo>
                <a:cubicBezTo>
                  <a:pt x="20128831" y="5357546"/>
                  <a:pt x="20134979" y="5363968"/>
                  <a:pt x="20147275" y="5363968"/>
                </a:cubicBezTo>
                <a:cubicBezTo>
                  <a:pt x="20134979" y="5383233"/>
                  <a:pt x="20122679" y="5370389"/>
                  <a:pt x="20110383" y="5363968"/>
                </a:cubicBezTo>
                <a:cubicBezTo>
                  <a:pt x="20110383" y="5363968"/>
                  <a:pt x="20116531" y="5357546"/>
                  <a:pt x="20116531" y="5351124"/>
                </a:cubicBezTo>
                <a:close/>
                <a:moveTo>
                  <a:pt x="18772783" y="5351124"/>
                </a:moveTo>
                <a:cubicBezTo>
                  <a:pt x="18772783" y="5376811"/>
                  <a:pt x="18766795" y="5383233"/>
                  <a:pt x="18754819" y="5383233"/>
                </a:cubicBezTo>
                <a:cubicBezTo>
                  <a:pt x="18754819" y="5357546"/>
                  <a:pt x="18760807" y="5351124"/>
                  <a:pt x="18772783" y="5351124"/>
                </a:cubicBezTo>
                <a:close/>
                <a:moveTo>
                  <a:pt x="9642129" y="5332164"/>
                </a:moveTo>
                <a:cubicBezTo>
                  <a:pt x="9648693" y="5338313"/>
                  <a:pt x="9648693" y="5344462"/>
                  <a:pt x="9648693" y="5350610"/>
                </a:cubicBezTo>
                <a:cubicBezTo>
                  <a:pt x="9635565" y="5369056"/>
                  <a:pt x="9635565" y="5344462"/>
                  <a:pt x="9642129" y="5332164"/>
                </a:cubicBezTo>
                <a:close/>
                <a:moveTo>
                  <a:pt x="7806498" y="5330868"/>
                </a:moveTo>
                <a:cubicBezTo>
                  <a:pt x="7787154" y="5330868"/>
                  <a:pt x="7761360" y="5369555"/>
                  <a:pt x="7742015" y="5382451"/>
                </a:cubicBezTo>
                <a:cubicBezTo>
                  <a:pt x="7691503" y="5420064"/>
                  <a:pt x="7633468" y="5426512"/>
                  <a:pt x="7581880" y="5445856"/>
                </a:cubicBezTo>
                <a:cubicBezTo>
                  <a:pt x="7588329" y="5471647"/>
                  <a:pt x="7594778" y="5503887"/>
                  <a:pt x="7601226" y="5536127"/>
                </a:cubicBezTo>
                <a:cubicBezTo>
                  <a:pt x="7685054" y="5484543"/>
                  <a:pt x="7761360" y="5432960"/>
                  <a:pt x="7845189" y="5382451"/>
                </a:cubicBezTo>
                <a:cubicBezTo>
                  <a:pt x="7832292" y="5363108"/>
                  <a:pt x="7825844" y="5330868"/>
                  <a:pt x="7806498" y="5330868"/>
                </a:cubicBezTo>
                <a:close/>
                <a:moveTo>
                  <a:pt x="7922569" y="5317972"/>
                </a:moveTo>
                <a:cubicBezTo>
                  <a:pt x="7922569" y="5343764"/>
                  <a:pt x="7927943" y="5350212"/>
                  <a:pt x="7941914" y="5350212"/>
                </a:cubicBezTo>
                <a:cubicBezTo>
                  <a:pt x="7941914" y="5330868"/>
                  <a:pt x="7934391" y="5317972"/>
                  <a:pt x="7922569" y="5317972"/>
                </a:cubicBezTo>
                <a:close/>
                <a:moveTo>
                  <a:pt x="7864534" y="5317972"/>
                </a:moveTo>
                <a:cubicBezTo>
                  <a:pt x="7864534" y="5343764"/>
                  <a:pt x="7870982" y="5350212"/>
                  <a:pt x="7883879" y="5350212"/>
                </a:cubicBezTo>
                <a:cubicBezTo>
                  <a:pt x="7883879" y="5330868"/>
                  <a:pt x="7877430" y="5317972"/>
                  <a:pt x="7864534" y="5317972"/>
                </a:cubicBezTo>
                <a:close/>
                <a:moveTo>
                  <a:pt x="20848783" y="5317945"/>
                </a:moveTo>
                <a:cubicBezTo>
                  <a:pt x="20848783" y="5343630"/>
                  <a:pt x="20842795" y="5350051"/>
                  <a:pt x="20830823" y="5350051"/>
                </a:cubicBezTo>
                <a:cubicBezTo>
                  <a:pt x="20830823" y="5330788"/>
                  <a:pt x="20836811" y="5317945"/>
                  <a:pt x="20848783" y="5317945"/>
                </a:cubicBezTo>
                <a:close/>
                <a:moveTo>
                  <a:pt x="20079639" y="5317945"/>
                </a:moveTo>
                <a:cubicBezTo>
                  <a:pt x="20090911" y="5324366"/>
                  <a:pt x="20097059" y="5330788"/>
                  <a:pt x="20109359" y="5330788"/>
                </a:cubicBezTo>
                <a:cubicBezTo>
                  <a:pt x="20097059" y="5350051"/>
                  <a:pt x="20084763" y="5337209"/>
                  <a:pt x="20072467" y="5330788"/>
                </a:cubicBezTo>
                <a:cubicBezTo>
                  <a:pt x="20079639" y="5330788"/>
                  <a:pt x="20079639" y="5324366"/>
                  <a:pt x="20079639" y="5317945"/>
                </a:cubicBezTo>
                <a:close/>
                <a:moveTo>
                  <a:pt x="18692207" y="5317945"/>
                </a:moveTo>
                <a:cubicBezTo>
                  <a:pt x="18692207" y="5343630"/>
                  <a:pt x="18686219" y="5350051"/>
                  <a:pt x="18674243" y="5350051"/>
                </a:cubicBezTo>
                <a:cubicBezTo>
                  <a:pt x="18674243" y="5330788"/>
                  <a:pt x="18680231" y="5317945"/>
                  <a:pt x="18692207" y="5317945"/>
                </a:cubicBezTo>
                <a:close/>
                <a:moveTo>
                  <a:pt x="9706095" y="5307543"/>
                </a:moveTo>
                <a:cubicBezTo>
                  <a:pt x="9713486" y="5307344"/>
                  <a:pt x="9721181" y="5308538"/>
                  <a:pt x="9729280" y="5311721"/>
                </a:cubicBezTo>
                <a:cubicBezTo>
                  <a:pt x="9703362" y="5324454"/>
                  <a:pt x="9670963" y="5369020"/>
                  <a:pt x="9645045" y="5330821"/>
                </a:cubicBezTo>
                <a:cubicBezTo>
                  <a:pt x="9664484" y="5321271"/>
                  <a:pt x="9683923" y="5308140"/>
                  <a:pt x="9706095" y="5307543"/>
                </a:cubicBezTo>
                <a:close/>
                <a:moveTo>
                  <a:pt x="20810867" y="5284766"/>
                </a:moveTo>
                <a:cubicBezTo>
                  <a:pt x="20810867" y="5310453"/>
                  <a:pt x="20804879" y="5316875"/>
                  <a:pt x="20792907" y="5316875"/>
                </a:cubicBezTo>
                <a:cubicBezTo>
                  <a:pt x="20792907" y="5297610"/>
                  <a:pt x="20798891" y="5284766"/>
                  <a:pt x="20810867" y="5284766"/>
                </a:cubicBezTo>
                <a:close/>
                <a:moveTo>
                  <a:pt x="8102340" y="5284766"/>
                </a:moveTo>
                <a:cubicBezTo>
                  <a:pt x="8108714" y="5297458"/>
                  <a:pt x="8184141" y="5316495"/>
                  <a:pt x="8165018" y="5348224"/>
                </a:cubicBezTo>
                <a:cubicBezTo>
                  <a:pt x="8133148" y="5397933"/>
                  <a:pt x="8083218" y="5354570"/>
                  <a:pt x="8051348" y="5411683"/>
                </a:cubicBezTo>
                <a:cubicBezTo>
                  <a:pt x="8032225" y="5392645"/>
                  <a:pt x="8013103" y="5386299"/>
                  <a:pt x="8000355" y="5360916"/>
                </a:cubicBezTo>
                <a:cubicBezTo>
                  <a:pt x="8025851" y="5360916"/>
                  <a:pt x="8051348" y="5360916"/>
                  <a:pt x="8076844" y="5354570"/>
                </a:cubicBezTo>
                <a:cubicBezTo>
                  <a:pt x="8095966" y="5348224"/>
                  <a:pt x="8095966" y="5316495"/>
                  <a:pt x="8102340" y="5284766"/>
                </a:cubicBezTo>
                <a:close/>
                <a:moveTo>
                  <a:pt x="8584081" y="5279889"/>
                </a:moveTo>
                <a:cubicBezTo>
                  <a:pt x="8559950" y="5281703"/>
                  <a:pt x="8535970" y="5303464"/>
                  <a:pt x="8512595" y="5317972"/>
                </a:cubicBezTo>
                <a:cubicBezTo>
                  <a:pt x="8486801" y="5337316"/>
                  <a:pt x="8454559" y="5350212"/>
                  <a:pt x="8428766" y="5369555"/>
                </a:cubicBezTo>
                <a:cubicBezTo>
                  <a:pt x="8409421" y="5382451"/>
                  <a:pt x="8396524" y="5395347"/>
                  <a:pt x="8390076" y="5414691"/>
                </a:cubicBezTo>
                <a:cubicBezTo>
                  <a:pt x="8370730" y="5400720"/>
                  <a:pt x="8352460" y="5400720"/>
                  <a:pt x="8333115" y="5408243"/>
                </a:cubicBezTo>
                <a:cubicBezTo>
                  <a:pt x="8307322" y="5414691"/>
                  <a:pt x="8275080" y="5432960"/>
                  <a:pt x="8242838" y="5445856"/>
                </a:cubicBezTo>
                <a:cubicBezTo>
                  <a:pt x="8242838" y="5465199"/>
                  <a:pt x="8242838" y="5484543"/>
                  <a:pt x="8242838" y="5503887"/>
                </a:cubicBezTo>
                <a:cubicBezTo>
                  <a:pt x="8307322" y="5465199"/>
                  <a:pt x="8377179" y="5439408"/>
                  <a:pt x="8435214" y="5388899"/>
                </a:cubicBezTo>
                <a:cubicBezTo>
                  <a:pt x="8493249" y="5343764"/>
                  <a:pt x="8550210" y="5317972"/>
                  <a:pt x="8608245" y="5285733"/>
                </a:cubicBezTo>
                <a:cubicBezTo>
                  <a:pt x="8600185" y="5280897"/>
                  <a:pt x="8592124" y="5279285"/>
                  <a:pt x="8584081" y="5279889"/>
                </a:cubicBezTo>
                <a:close/>
                <a:moveTo>
                  <a:pt x="9449896" y="5275286"/>
                </a:moveTo>
                <a:cubicBezTo>
                  <a:pt x="9469312" y="5319740"/>
                  <a:pt x="9495202" y="5307039"/>
                  <a:pt x="9521091" y="5287987"/>
                </a:cubicBezTo>
                <a:cubicBezTo>
                  <a:pt x="9534035" y="5287987"/>
                  <a:pt x="9553452" y="5275286"/>
                  <a:pt x="9566397" y="5294338"/>
                </a:cubicBezTo>
                <a:cubicBezTo>
                  <a:pt x="9572869" y="5313389"/>
                  <a:pt x="9559925" y="5326090"/>
                  <a:pt x="9546980" y="5332441"/>
                </a:cubicBezTo>
                <a:cubicBezTo>
                  <a:pt x="9501674" y="5345142"/>
                  <a:pt x="9456368" y="5357843"/>
                  <a:pt x="9417534" y="5383245"/>
                </a:cubicBezTo>
                <a:cubicBezTo>
                  <a:pt x="9424006" y="5338791"/>
                  <a:pt x="9436951" y="5307039"/>
                  <a:pt x="9449896" y="5275286"/>
                </a:cubicBezTo>
                <a:close/>
                <a:moveTo>
                  <a:pt x="9629789" y="5262125"/>
                </a:moveTo>
                <a:cubicBezTo>
                  <a:pt x="9634512" y="5262605"/>
                  <a:pt x="9639252" y="5265296"/>
                  <a:pt x="9643992" y="5271444"/>
                </a:cubicBezTo>
                <a:cubicBezTo>
                  <a:pt x="9625032" y="5277593"/>
                  <a:pt x="9606073" y="5277593"/>
                  <a:pt x="9588167" y="5283741"/>
                </a:cubicBezTo>
                <a:cubicBezTo>
                  <a:pt x="9601597" y="5279130"/>
                  <a:pt x="9615619" y="5260684"/>
                  <a:pt x="9629789" y="5262125"/>
                </a:cubicBezTo>
                <a:close/>
                <a:moveTo>
                  <a:pt x="18583191" y="5261070"/>
                </a:moveTo>
                <a:cubicBezTo>
                  <a:pt x="18583191" y="5281545"/>
                  <a:pt x="18571215" y="5288370"/>
                  <a:pt x="18565231" y="5288370"/>
                </a:cubicBezTo>
                <a:cubicBezTo>
                  <a:pt x="18565231" y="5267895"/>
                  <a:pt x="18571215" y="5261070"/>
                  <a:pt x="18583191" y="5261070"/>
                </a:cubicBezTo>
                <a:close/>
                <a:moveTo>
                  <a:pt x="8365316" y="5261070"/>
                </a:moveTo>
                <a:cubicBezTo>
                  <a:pt x="8378444" y="5267895"/>
                  <a:pt x="8378444" y="5281545"/>
                  <a:pt x="8365316" y="5288370"/>
                </a:cubicBezTo>
                <a:cubicBezTo>
                  <a:pt x="8365316" y="5281545"/>
                  <a:pt x="8365316" y="5267895"/>
                  <a:pt x="8365316" y="5261070"/>
                </a:cubicBezTo>
                <a:close/>
                <a:moveTo>
                  <a:pt x="19977671" y="5242110"/>
                </a:moveTo>
                <a:cubicBezTo>
                  <a:pt x="20015591" y="5242110"/>
                  <a:pt x="20047187" y="5273894"/>
                  <a:pt x="20071411" y="5305677"/>
                </a:cubicBezTo>
                <a:cubicBezTo>
                  <a:pt x="20040867" y="5331104"/>
                  <a:pt x="20002951" y="5261180"/>
                  <a:pt x="19977671" y="5242110"/>
                </a:cubicBezTo>
                <a:close/>
                <a:moveTo>
                  <a:pt x="9642129" y="5242110"/>
                </a:moveTo>
                <a:cubicBezTo>
                  <a:pt x="9648693" y="5254408"/>
                  <a:pt x="9642129" y="5279002"/>
                  <a:pt x="9635565" y="5260556"/>
                </a:cubicBezTo>
                <a:cubicBezTo>
                  <a:pt x="9635565" y="5254408"/>
                  <a:pt x="9635565" y="5248259"/>
                  <a:pt x="9642129" y="5242110"/>
                </a:cubicBezTo>
                <a:close/>
                <a:moveTo>
                  <a:pt x="8718550" y="5242110"/>
                </a:moveTo>
                <a:cubicBezTo>
                  <a:pt x="8718550" y="5248935"/>
                  <a:pt x="8724537" y="5255760"/>
                  <a:pt x="8724537" y="5262585"/>
                </a:cubicBezTo>
                <a:cubicBezTo>
                  <a:pt x="8718550" y="5269410"/>
                  <a:pt x="8706575" y="5262585"/>
                  <a:pt x="8718550" y="5242110"/>
                </a:cubicBezTo>
                <a:close/>
                <a:moveTo>
                  <a:pt x="18905495" y="5227892"/>
                </a:moveTo>
                <a:cubicBezTo>
                  <a:pt x="18905495" y="5247157"/>
                  <a:pt x="18899507" y="5260001"/>
                  <a:pt x="18887531" y="5260001"/>
                </a:cubicBezTo>
                <a:cubicBezTo>
                  <a:pt x="18887531" y="5240736"/>
                  <a:pt x="18887531" y="5227892"/>
                  <a:pt x="18905495" y="5227892"/>
                </a:cubicBezTo>
                <a:close/>
                <a:moveTo>
                  <a:pt x="18507355" y="5227892"/>
                </a:moveTo>
                <a:cubicBezTo>
                  <a:pt x="18507355" y="5247157"/>
                  <a:pt x="18501367" y="5260001"/>
                  <a:pt x="18489391" y="5260001"/>
                </a:cubicBezTo>
                <a:cubicBezTo>
                  <a:pt x="18489391" y="5240736"/>
                  <a:pt x="18495379" y="5227892"/>
                  <a:pt x="18507355" y="5227892"/>
                </a:cubicBezTo>
                <a:close/>
                <a:moveTo>
                  <a:pt x="9262754" y="5227701"/>
                </a:moveTo>
                <a:cubicBezTo>
                  <a:pt x="9262754" y="5259941"/>
                  <a:pt x="9288548" y="5259941"/>
                  <a:pt x="9301444" y="5259941"/>
                </a:cubicBezTo>
                <a:cubicBezTo>
                  <a:pt x="9301444" y="5221253"/>
                  <a:pt x="9282099" y="5227701"/>
                  <a:pt x="9262754" y="5227701"/>
                </a:cubicBezTo>
                <a:close/>
                <a:moveTo>
                  <a:pt x="8640487" y="5227701"/>
                </a:moveTo>
                <a:cubicBezTo>
                  <a:pt x="8640487" y="5259941"/>
                  <a:pt x="8659832" y="5259941"/>
                  <a:pt x="8679177" y="5259941"/>
                </a:cubicBezTo>
                <a:cubicBezTo>
                  <a:pt x="8679177" y="5221253"/>
                  <a:pt x="8659832" y="5227701"/>
                  <a:pt x="8640487" y="5227701"/>
                </a:cubicBezTo>
                <a:close/>
                <a:moveTo>
                  <a:pt x="8444887" y="5213596"/>
                </a:moveTo>
                <a:cubicBezTo>
                  <a:pt x="8436826" y="5213731"/>
                  <a:pt x="8428766" y="5215343"/>
                  <a:pt x="8422317" y="5221253"/>
                </a:cubicBezTo>
                <a:cubicBezTo>
                  <a:pt x="8409421" y="5227701"/>
                  <a:pt x="8402972" y="5247045"/>
                  <a:pt x="8390076" y="5253493"/>
                </a:cubicBezTo>
                <a:lnTo>
                  <a:pt x="8387050" y="5252196"/>
                </a:lnTo>
                <a:lnTo>
                  <a:pt x="8392755" y="5261374"/>
                </a:lnTo>
                <a:cubicBezTo>
                  <a:pt x="8386768" y="5261374"/>
                  <a:pt x="8380780" y="5267795"/>
                  <a:pt x="8380780" y="5274216"/>
                </a:cubicBezTo>
                <a:cubicBezTo>
                  <a:pt x="8377787" y="5267795"/>
                  <a:pt x="8376290" y="5262979"/>
                  <a:pt x="8376290" y="5258163"/>
                </a:cubicBezTo>
                <a:lnTo>
                  <a:pt x="8378932" y="5248717"/>
                </a:lnTo>
                <a:lnTo>
                  <a:pt x="8367506" y="5243821"/>
                </a:lnTo>
                <a:cubicBezTo>
                  <a:pt x="8361058" y="5238985"/>
                  <a:pt x="8354610" y="5234149"/>
                  <a:pt x="8344937" y="5234149"/>
                </a:cubicBezTo>
                <a:cubicBezTo>
                  <a:pt x="8333115" y="5227701"/>
                  <a:pt x="8320218" y="5227701"/>
                  <a:pt x="8300874" y="5227701"/>
                </a:cubicBezTo>
                <a:cubicBezTo>
                  <a:pt x="8300874" y="5247045"/>
                  <a:pt x="8300874" y="5266389"/>
                  <a:pt x="8300874" y="5285733"/>
                </a:cubicBezTo>
                <a:cubicBezTo>
                  <a:pt x="8313770" y="5285733"/>
                  <a:pt x="8320218" y="5292180"/>
                  <a:pt x="8333115" y="5292180"/>
                </a:cubicBezTo>
                <a:cubicBezTo>
                  <a:pt x="8344937" y="5298628"/>
                  <a:pt x="8357834" y="5311524"/>
                  <a:pt x="8370730" y="5298628"/>
                </a:cubicBezTo>
                <a:cubicBezTo>
                  <a:pt x="8409421" y="5285733"/>
                  <a:pt x="8441663" y="5259941"/>
                  <a:pt x="8467456" y="5214805"/>
                </a:cubicBezTo>
                <a:cubicBezTo>
                  <a:pt x="8461008" y="5214805"/>
                  <a:pt x="8452947" y="5213462"/>
                  <a:pt x="8444887" y="5213596"/>
                </a:cubicBezTo>
                <a:close/>
                <a:moveTo>
                  <a:pt x="9340135" y="5195462"/>
                </a:moveTo>
                <a:cubicBezTo>
                  <a:pt x="9340135" y="5214805"/>
                  <a:pt x="9346583" y="5227701"/>
                  <a:pt x="9359480" y="5227701"/>
                </a:cubicBezTo>
                <a:cubicBezTo>
                  <a:pt x="9359480" y="5202984"/>
                  <a:pt x="9353031" y="5195462"/>
                  <a:pt x="9340135" y="5195462"/>
                </a:cubicBezTo>
                <a:close/>
                <a:moveTo>
                  <a:pt x="8768815" y="5195360"/>
                </a:moveTo>
                <a:cubicBezTo>
                  <a:pt x="8788396" y="5202901"/>
                  <a:pt x="8814504" y="5227677"/>
                  <a:pt x="8814504" y="5259993"/>
                </a:cubicBezTo>
                <a:cubicBezTo>
                  <a:pt x="8794923" y="5259993"/>
                  <a:pt x="8775342" y="5259993"/>
                  <a:pt x="8755761" y="5259993"/>
                </a:cubicBezTo>
                <a:cubicBezTo>
                  <a:pt x="8755761" y="5240603"/>
                  <a:pt x="8749234" y="5189974"/>
                  <a:pt x="8768815" y="5195360"/>
                </a:cubicBezTo>
                <a:close/>
                <a:moveTo>
                  <a:pt x="19166179" y="5194713"/>
                </a:moveTo>
                <a:cubicBezTo>
                  <a:pt x="19166179" y="5213977"/>
                  <a:pt x="19160191" y="5226819"/>
                  <a:pt x="19148219" y="5226819"/>
                </a:cubicBezTo>
                <a:cubicBezTo>
                  <a:pt x="19148219" y="5202205"/>
                  <a:pt x="19154207" y="5194713"/>
                  <a:pt x="19166179" y="5194713"/>
                </a:cubicBezTo>
                <a:close/>
                <a:moveTo>
                  <a:pt x="8876071" y="5194713"/>
                </a:moveTo>
                <a:cubicBezTo>
                  <a:pt x="8876071" y="5213977"/>
                  <a:pt x="8869246" y="5226819"/>
                  <a:pt x="8848771" y="5226819"/>
                </a:cubicBezTo>
                <a:cubicBezTo>
                  <a:pt x="8848771" y="5202205"/>
                  <a:pt x="8855596" y="5194713"/>
                  <a:pt x="8876071" y="5194713"/>
                </a:cubicBezTo>
                <a:close/>
                <a:moveTo>
                  <a:pt x="8175723" y="5194713"/>
                </a:moveTo>
                <a:cubicBezTo>
                  <a:pt x="8187698" y="5194713"/>
                  <a:pt x="8193685" y="5202205"/>
                  <a:pt x="8193685" y="5226819"/>
                </a:cubicBezTo>
                <a:cubicBezTo>
                  <a:pt x="8181710" y="5226819"/>
                  <a:pt x="8175723" y="5213977"/>
                  <a:pt x="8175723" y="5194713"/>
                </a:cubicBezTo>
                <a:close/>
                <a:moveTo>
                  <a:pt x="20714899" y="5166276"/>
                </a:moveTo>
                <a:cubicBezTo>
                  <a:pt x="20714899" y="5192819"/>
                  <a:pt x="20720823" y="5231528"/>
                  <a:pt x="20698115" y="5231528"/>
                </a:cubicBezTo>
                <a:cubicBezTo>
                  <a:pt x="20698115" y="5206091"/>
                  <a:pt x="20698115" y="5166276"/>
                  <a:pt x="20714899" y="5166276"/>
                </a:cubicBezTo>
                <a:close/>
                <a:moveTo>
                  <a:pt x="9875939" y="5166276"/>
                </a:moveTo>
                <a:cubicBezTo>
                  <a:pt x="9875939" y="5179547"/>
                  <a:pt x="9875939" y="5186182"/>
                  <a:pt x="9875939" y="5198346"/>
                </a:cubicBezTo>
                <a:cubicBezTo>
                  <a:pt x="9867813" y="5192817"/>
                  <a:pt x="9867813" y="5179547"/>
                  <a:pt x="9875939" y="5166276"/>
                </a:cubicBezTo>
                <a:close/>
                <a:moveTo>
                  <a:pt x="8486801" y="5164297"/>
                </a:moveTo>
                <a:cubicBezTo>
                  <a:pt x="8486801" y="5190088"/>
                  <a:pt x="8499698" y="5195462"/>
                  <a:pt x="8506146" y="5195462"/>
                </a:cubicBezTo>
                <a:cubicBezTo>
                  <a:pt x="8506146" y="5177193"/>
                  <a:pt x="8499698" y="5164297"/>
                  <a:pt x="8486801" y="5164297"/>
                </a:cubicBezTo>
                <a:close/>
                <a:moveTo>
                  <a:pt x="9707680" y="5150309"/>
                </a:moveTo>
                <a:cubicBezTo>
                  <a:pt x="9708696" y="5148812"/>
                  <a:pt x="9710727" y="5150309"/>
                  <a:pt x="9714790" y="5153303"/>
                </a:cubicBezTo>
                <a:cubicBezTo>
                  <a:pt x="9714790" y="5153303"/>
                  <a:pt x="9706664" y="5159290"/>
                  <a:pt x="9706664" y="5165277"/>
                </a:cubicBezTo>
                <a:cubicBezTo>
                  <a:pt x="9706664" y="5156296"/>
                  <a:pt x="9706664" y="5151806"/>
                  <a:pt x="9707680" y="5150309"/>
                </a:cubicBezTo>
                <a:close/>
                <a:moveTo>
                  <a:pt x="19071331" y="5133097"/>
                </a:moveTo>
                <a:cubicBezTo>
                  <a:pt x="19071331" y="5152362"/>
                  <a:pt x="19065011" y="5165206"/>
                  <a:pt x="19053423" y="5165206"/>
                </a:cubicBezTo>
                <a:cubicBezTo>
                  <a:pt x="19053423" y="5145941"/>
                  <a:pt x="19058691" y="5133097"/>
                  <a:pt x="19071331" y="5133097"/>
                </a:cubicBezTo>
                <a:close/>
                <a:moveTo>
                  <a:pt x="18355683" y="5133097"/>
                </a:moveTo>
                <a:cubicBezTo>
                  <a:pt x="18355683" y="5158784"/>
                  <a:pt x="18349695" y="5165206"/>
                  <a:pt x="18337723" y="5165206"/>
                </a:cubicBezTo>
                <a:cubicBezTo>
                  <a:pt x="18337723" y="5145941"/>
                  <a:pt x="18343711" y="5133097"/>
                  <a:pt x="18355683" y="5133097"/>
                </a:cubicBezTo>
                <a:close/>
                <a:moveTo>
                  <a:pt x="17848535" y="5133094"/>
                </a:moveTo>
                <a:cubicBezTo>
                  <a:pt x="17848535" y="5159637"/>
                  <a:pt x="17848535" y="5198346"/>
                  <a:pt x="17830571" y="5198346"/>
                </a:cubicBezTo>
                <a:cubicBezTo>
                  <a:pt x="17830571" y="5172909"/>
                  <a:pt x="17830571" y="5133094"/>
                  <a:pt x="17848535" y="5133094"/>
                </a:cubicBezTo>
                <a:close/>
                <a:moveTo>
                  <a:pt x="8530865" y="5132057"/>
                </a:moveTo>
                <a:cubicBezTo>
                  <a:pt x="8530865" y="5170745"/>
                  <a:pt x="8550210" y="5164297"/>
                  <a:pt x="8563107" y="5164297"/>
                </a:cubicBezTo>
                <a:cubicBezTo>
                  <a:pt x="8563107" y="5132057"/>
                  <a:pt x="8543762" y="5132057"/>
                  <a:pt x="8530865" y="5132057"/>
                </a:cubicBezTo>
                <a:close/>
                <a:moveTo>
                  <a:pt x="10132162" y="5118878"/>
                </a:moveTo>
                <a:cubicBezTo>
                  <a:pt x="10022145" y="5177177"/>
                  <a:pt x="9913206" y="5247351"/>
                  <a:pt x="9803189" y="5312127"/>
                </a:cubicBezTo>
                <a:cubicBezTo>
                  <a:pt x="9798335" y="5268403"/>
                  <a:pt x="9811683" y="5224679"/>
                  <a:pt x="9832311" y="5205550"/>
                </a:cubicBezTo>
                <a:lnTo>
                  <a:pt x="9854815" y="5195595"/>
                </a:lnTo>
                <a:lnTo>
                  <a:pt x="9853592" y="5193658"/>
                </a:lnTo>
                <a:cubicBezTo>
                  <a:pt x="9859579" y="5188392"/>
                  <a:pt x="9859579" y="5188392"/>
                  <a:pt x="9859579" y="5182073"/>
                </a:cubicBezTo>
                <a:cubicBezTo>
                  <a:pt x="9865567" y="5178913"/>
                  <a:pt x="9867064" y="5186549"/>
                  <a:pt x="9867064" y="5194975"/>
                </a:cubicBezTo>
                <a:lnTo>
                  <a:pt x="9866331" y="5206713"/>
                </a:lnTo>
                <a:lnTo>
                  <a:pt x="9867640" y="5208000"/>
                </a:lnTo>
                <a:cubicBezTo>
                  <a:pt x="9898342" y="5227159"/>
                  <a:pt x="9935857" y="5181225"/>
                  <a:pt x="9958507" y="5164221"/>
                </a:cubicBezTo>
                <a:cubicBezTo>
                  <a:pt x="10015673" y="5131833"/>
                  <a:pt x="10073918" y="5131833"/>
                  <a:pt x="10132162" y="5118878"/>
                </a:cubicBezTo>
                <a:close/>
                <a:moveTo>
                  <a:pt x="19597495" y="5099918"/>
                </a:moveTo>
                <a:cubicBezTo>
                  <a:pt x="19597495" y="5125603"/>
                  <a:pt x="19591507" y="5132024"/>
                  <a:pt x="19579535" y="5132024"/>
                </a:cubicBezTo>
                <a:cubicBezTo>
                  <a:pt x="19579535" y="5112761"/>
                  <a:pt x="19585523" y="5099918"/>
                  <a:pt x="19597495" y="5099918"/>
                </a:cubicBezTo>
                <a:close/>
                <a:moveTo>
                  <a:pt x="17810559" y="5099918"/>
                </a:moveTo>
                <a:cubicBezTo>
                  <a:pt x="17810559" y="5125603"/>
                  <a:pt x="17805295" y="5132024"/>
                  <a:pt x="17792655" y="5132024"/>
                </a:cubicBezTo>
                <a:cubicBezTo>
                  <a:pt x="17792655" y="5112761"/>
                  <a:pt x="17798975" y="5099918"/>
                  <a:pt x="17810559" y="5099918"/>
                </a:cubicBezTo>
                <a:close/>
                <a:moveTo>
                  <a:pt x="9894469" y="5094662"/>
                </a:moveTo>
                <a:cubicBezTo>
                  <a:pt x="9907276" y="5093952"/>
                  <a:pt x="9920184" y="5095575"/>
                  <a:pt x="9933092" y="5100447"/>
                </a:cubicBezTo>
                <a:cubicBezTo>
                  <a:pt x="9907276" y="5119932"/>
                  <a:pt x="9875006" y="5126427"/>
                  <a:pt x="9855643" y="5165398"/>
                </a:cubicBezTo>
                <a:cubicBezTo>
                  <a:pt x="9797557" y="5191378"/>
                  <a:pt x="9740545" y="5229266"/>
                  <a:pt x="9682459" y="5248752"/>
                </a:cubicBezTo>
                <a:cubicBezTo>
                  <a:pt x="9669551" y="5248752"/>
                  <a:pt x="9650188" y="5255247"/>
                  <a:pt x="9643734" y="5242257"/>
                </a:cubicBezTo>
                <a:cubicBezTo>
                  <a:pt x="9630826" y="5222771"/>
                  <a:pt x="9650188" y="5191378"/>
                  <a:pt x="9656642" y="5184883"/>
                </a:cubicBezTo>
                <a:cubicBezTo>
                  <a:pt x="9676005" y="5178388"/>
                  <a:pt x="9695367" y="5184883"/>
                  <a:pt x="9714729" y="5178388"/>
                </a:cubicBezTo>
                <a:cubicBezTo>
                  <a:pt x="9740545" y="5171893"/>
                  <a:pt x="9766362" y="5152407"/>
                  <a:pt x="9784648" y="5139417"/>
                </a:cubicBezTo>
                <a:cubicBezTo>
                  <a:pt x="9818533" y="5119932"/>
                  <a:pt x="9856047" y="5096793"/>
                  <a:pt x="9894469" y="5094662"/>
                </a:cubicBezTo>
                <a:close/>
                <a:moveTo>
                  <a:pt x="10170157" y="5076219"/>
                </a:moveTo>
                <a:cubicBezTo>
                  <a:pt x="10170157" y="5096694"/>
                  <a:pt x="10164170" y="5103519"/>
                  <a:pt x="10152195" y="5103519"/>
                </a:cubicBezTo>
                <a:cubicBezTo>
                  <a:pt x="10152195" y="5083044"/>
                  <a:pt x="10158182" y="5076219"/>
                  <a:pt x="10170157" y="5076219"/>
                </a:cubicBezTo>
                <a:close/>
                <a:moveTo>
                  <a:pt x="8640487" y="5074026"/>
                </a:moveTo>
                <a:cubicBezTo>
                  <a:pt x="8634039" y="5106266"/>
                  <a:pt x="8627590" y="5138505"/>
                  <a:pt x="8621142" y="5164297"/>
                </a:cubicBezTo>
                <a:cubicBezTo>
                  <a:pt x="8653384" y="5151401"/>
                  <a:pt x="8685626" y="5132057"/>
                  <a:pt x="8717867" y="5119161"/>
                </a:cubicBezTo>
                <a:cubicBezTo>
                  <a:pt x="8692074" y="5099818"/>
                  <a:pt x="8666281" y="5086922"/>
                  <a:pt x="8640487" y="5074026"/>
                </a:cubicBezTo>
                <a:close/>
                <a:moveTo>
                  <a:pt x="8454559" y="5074026"/>
                </a:moveTo>
                <a:cubicBezTo>
                  <a:pt x="8454559" y="5093370"/>
                  <a:pt x="8461008" y="5099818"/>
                  <a:pt x="8473904" y="5099818"/>
                </a:cubicBezTo>
                <a:cubicBezTo>
                  <a:pt x="8473904" y="5080474"/>
                  <a:pt x="8467456" y="5074026"/>
                  <a:pt x="8454559" y="5074026"/>
                </a:cubicBezTo>
                <a:close/>
                <a:moveTo>
                  <a:pt x="19004927" y="5073353"/>
                </a:moveTo>
                <a:cubicBezTo>
                  <a:pt x="19004927" y="5113034"/>
                  <a:pt x="18978471" y="5099807"/>
                  <a:pt x="18958631" y="5099807"/>
                </a:cubicBezTo>
                <a:cubicBezTo>
                  <a:pt x="18958631" y="5066739"/>
                  <a:pt x="18985087" y="5073353"/>
                  <a:pt x="19004927" y="5073353"/>
                </a:cubicBezTo>
                <a:close/>
                <a:moveTo>
                  <a:pt x="564229" y="5054682"/>
                </a:moveTo>
                <a:cubicBezTo>
                  <a:pt x="557782" y="5067578"/>
                  <a:pt x="557782" y="5080474"/>
                  <a:pt x="564229" y="5086922"/>
                </a:cubicBezTo>
                <a:cubicBezTo>
                  <a:pt x="596471" y="5099818"/>
                  <a:pt x="628715" y="5106266"/>
                  <a:pt x="660959" y="5119161"/>
                </a:cubicBezTo>
                <a:cubicBezTo>
                  <a:pt x="636772" y="5104654"/>
                  <a:pt x="608966" y="5101027"/>
                  <a:pt x="585687" y="5081078"/>
                </a:cubicBezTo>
                <a:lnTo>
                  <a:pt x="579117" y="5072998"/>
                </a:lnTo>
                <a:lnTo>
                  <a:pt x="564732" y="5072998"/>
                </a:lnTo>
                <a:lnTo>
                  <a:pt x="567180" y="5058312"/>
                </a:lnTo>
                <a:close/>
                <a:moveTo>
                  <a:pt x="10246302" y="5014603"/>
                </a:moveTo>
                <a:cubicBezTo>
                  <a:pt x="10258712" y="5020808"/>
                  <a:pt x="10258712" y="5051832"/>
                  <a:pt x="10264917" y="5070447"/>
                </a:cubicBezTo>
                <a:cubicBezTo>
                  <a:pt x="10246302" y="5070447"/>
                  <a:pt x="10227688" y="5070447"/>
                  <a:pt x="10209073" y="5070447"/>
                </a:cubicBezTo>
                <a:cubicBezTo>
                  <a:pt x="10209073" y="5045628"/>
                  <a:pt x="10227688" y="5014603"/>
                  <a:pt x="10246302" y="5014603"/>
                </a:cubicBezTo>
                <a:close/>
                <a:moveTo>
                  <a:pt x="19470519" y="5009861"/>
                </a:moveTo>
                <a:cubicBezTo>
                  <a:pt x="19482819" y="5016010"/>
                  <a:pt x="19495115" y="5022159"/>
                  <a:pt x="19507411" y="5028307"/>
                </a:cubicBezTo>
                <a:cubicBezTo>
                  <a:pt x="19495115" y="5040605"/>
                  <a:pt x="19470519" y="5046753"/>
                  <a:pt x="19470519" y="5009861"/>
                </a:cubicBezTo>
                <a:close/>
                <a:moveTo>
                  <a:pt x="756601" y="5009547"/>
                </a:moveTo>
                <a:cubicBezTo>
                  <a:pt x="756601" y="5028891"/>
                  <a:pt x="763047" y="5041786"/>
                  <a:pt x="775945" y="5041786"/>
                </a:cubicBezTo>
                <a:cubicBezTo>
                  <a:pt x="775945" y="5022443"/>
                  <a:pt x="769495" y="5009547"/>
                  <a:pt x="756601" y="5009547"/>
                </a:cubicBezTo>
                <a:close/>
                <a:moveTo>
                  <a:pt x="20526483" y="4986166"/>
                </a:moveTo>
                <a:cubicBezTo>
                  <a:pt x="20526483" y="5003938"/>
                  <a:pt x="20520495" y="5008875"/>
                  <a:pt x="20508519" y="5008875"/>
                </a:cubicBezTo>
                <a:cubicBezTo>
                  <a:pt x="20508519" y="4991103"/>
                  <a:pt x="20514507" y="4986166"/>
                  <a:pt x="20526483" y="4986166"/>
                </a:cubicBezTo>
                <a:close/>
                <a:moveTo>
                  <a:pt x="10620430" y="4986166"/>
                </a:moveTo>
                <a:cubicBezTo>
                  <a:pt x="10620430" y="5003938"/>
                  <a:pt x="10609453" y="5008875"/>
                  <a:pt x="10602468" y="5008875"/>
                </a:cubicBezTo>
                <a:cubicBezTo>
                  <a:pt x="10602468" y="4991103"/>
                  <a:pt x="10609453" y="4986166"/>
                  <a:pt x="10620430" y="4986166"/>
                </a:cubicBezTo>
                <a:close/>
                <a:moveTo>
                  <a:pt x="18511955" y="4986163"/>
                </a:moveTo>
                <a:cubicBezTo>
                  <a:pt x="18511955" y="5005123"/>
                  <a:pt x="18511955" y="5041988"/>
                  <a:pt x="18491479" y="5041988"/>
                </a:cubicBezTo>
                <a:cubicBezTo>
                  <a:pt x="18491479" y="5016709"/>
                  <a:pt x="18484655" y="4986163"/>
                  <a:pt x="18511955" y="4986163"/>
                </a:cubicBezTo>
                <a:close/>
                <a:moveTo>
                  <a:pt x="10471575" y="4953900"/>
                </a:moveTo>
                <a:cubicBezTo>
                  <a:pt x="10484820" y="4954708"/>
                  <a:pt x="10498065" y="4957940"/>
                  <a:pt x="10511311" y="4967634"/>
                </a:cubicBezTo>
                <a:cubicBezTo>
                  <a:pt x="10484820" y="4980560"/>
                  <a:pt x="10445084" y="5018261"/>
                  <a:pt x="10431839" y="4954708"/>
                </a:cubicBezTo>
                <a:cubicBezTo>
                  <a:pt x="10445085" y="4954708"/>
                  <a:pt x="10458330" y="4953092"/>
                  <a:pt x="10471575" y="4953900"/>
                </a:cubicBezTo>
                <a:close/>
                <a:moveTo>
                  <a:pt x="20071411" y="4952987"/>
                </a:moveTo>
                <a:cubicBezTo>
                  <a:pt x="20071411" y="4972252"/>
                  <a:pt x="20066147" y="4985096"/>
                  <a:pt x="20053507" y="4985096"/>
                </a:cubicBezTo>
                <a:cubicBezTo>
                  <a:pt x="20053507" y="4959409"/>
                  <a:pt x="20059827" y="4952987"/>
                  <a:pt x="20071411" y="4952987"/>
                </a:cubicBezTo>
                <a:close/>
                <a:moveTo>
                  <a:pt x="10507348" y="4939596"/>
                </a:moveTo>
                <a:lnTo>
                  <a:pt x="10498199" y="4951959"/>
                </a:lnTo>
                <a:cubicBezTo>
                  <a:pt x="10498199" y="4951959"/>
                  <a:pt x="10502038" y="4946771"/>
                  <a:pt x="10505397" y="4942232"/>
                </a:cubicBezTo>
                <a:close/>
                <a:moveTo>
                  <a:pt x="9030624" y="4938515"/>
                </a:moveTo>
                <a:cubicBezTo>
                  <a:pt x="9032869" y="4938515"/>
                  <a:pt x="9034366" y="4943005"/>
                  <a:pt x="9037359" y="4951986"/>
                </a:cubicBezTo>
                <a:cubicBezTo>
                  <a:pt x="9031372" y="4951986"/>
                  <a:pt x="9025384" y="4951986"/>
                  <a:pt x="9019397" y="4951986"/>
                </a:cubicBezTo>
                <a:cubicBezTo>
                  <a:pt x="9025385" y="4943005"/>
                  <a:pt x="9028378" y="4938515"/>
                  <a:pt x="9030624" y="4938515"/>
                </a:cubicBezTo>
                <a:close/>
                <a:moveTo>
                  <a:pt x="10509716" y="4936395"/>
                </a:moveTo>
                <a:cubicBezTo>
                  <a:pt x="10510676" y="4935098"/>
                  <a:pt x="10510436" y="4935423"/>
                  <a:pt x="10509536" y="4936639"/>
                </a:cubicBezTo>
                <a:lnTo>
                  <a:pt x="10507348" y="4939596"/>
                </a:lnTo>
                <a:close/>
                <a:moveTo>
                  <a:pt x="20469607" y="4919808"/>
                </a:moveTo>
                <a:cubicBezTo>
                  <a:pt x="20469607" y="4939072"/>
                  <a:pt x="20463619" y="4951914"/>
                  <a:pt x="20451647" y="4951914"/>
                </a:cubicBezTo>
                <a:cubicBezTo>
                  <a:pt x="20451647" y="4926229"/>
                  <a:pt x="20457631" y="4919808"/>
                  <a:pt x="20469607" y="4919808"/>
                </a:cubicBezTo>
                <a:close/>
                <a:moveTo>
                  <a:pt x="20033551" y="4919808"/>
                </a:moveTo>
                <a:cubicBezTo>
                  <a:pt x="20033551" y="4939072"/>
                  <a:pt x="20027563" y="4951914"/>
                  <a:pt x="20015587" y="4951914"/>
                </a:cubicBezTo>
                <a:cubicBezTo>
                  <a:pt x="20015587" y="4932651"/>
                  <a:pt x="20021575" y="4919808"/>
                  <a:pt x="20033551" y="4919808"/>
                </a:cubicBezTo>
                <a:close/>
                <a:moveTo>
                  <a:pt x="19318851" y="4919808"/>
                </a:moveTo>
                <a:cubicBezTo>
                  <a:pt x="19331147" y="4919808"/>
                  <a:pt x="19343447" y="4925957"/>
                  <a:pt x="19355743" y="4938254"/>
                </a:cubicBezTo>
                <a:cubicBezTo>
                  <a:pt x="19343447" y="4956700"/>
                  <a:pt x="19318851" y="4950552"/>
                  <a:pt x="19318851" y="4919808"/>
                </a:cubicBezTo>
                <a:close/>
                <a:moveTo>
                  <a:pt x="18811699" y="4919808"/>
                </a:moveTo>
                <a:cubicBezTo>
                  <a:pt x="18817623" y="4926335"/>
                  <a:pt x="18829471" y="4939389"/>
                  <a:pt x="18834407" y="4945916"/>
                </a:cubicBezTo>
                <a:cubicBezTo>
                  <a:pt x="18829471" y="4952443"/>
                  <a:pt x="18817623" y="4972024"/>
                  <a:pt x="18811699" y="4985078"/>
                </a:cubicBezTo>
                <a:cubicBezTo>
                  <a:pt x="18811699" y="4958970"/>
                  <a:pt x="18811699" y="4939389"/>
                  <a:pt x="18811699" y="4919808"/>
                </a:cubicBezTo>
                <a:close/>
                <a:moveTo>
                  <a:pt x="10360246" y="4911208"/>
                </a:moveTo>
                <a:cubicBezTo>
                  <a:pt x="10363240" y="4912011"/>
                  <a:pt x="10366234" y="4915222"/>
                  <a:pt x="10369227" y="4918433"/>
                </a:cubicBezTo>
                <a:cubicBezTo>
                  <a:pt x="10363240" y="4918433"/>
                  <a:pt x="10357252" y="4924854"/>
                  <a:pt x="10357252" y="4937698"/>
                </a:cubicBezTo>
                <a:cubicBezTo>
                  <a:pt x="10357252" y="4924854"/>
                  <a:pt x="10351265" y="4918433"/>
                  <a:pt x="10351265" y="4918433"/>
                </a:cubicBezTo>
                <a:cubicBezTo>
                  <a:pt x="10354259" y="4912011"/>
                  <a:pt x="10357252" y="4910406"/>
                  <a:pt x="10360246" y="4911208"/>
                </a:cubicBezTo>
                <a:close/>
                <a:moveTo>
                  <a:pt x="8774828" y="4907455"/>
                </a:moveTo>
                <a:cubicBezTo>
                  <a:pt x="8768380" y="4920351"/>
                  <a:pt x="8763006" y="4933247"/>
                  <a:pt x="8755483" y="4952590"/>
                </a:cubicBezTo>
                <a:cubicBezTo>
                  <a:pt x="8768380" y="4952590"/>
                  <a:pt x="8781276" y="4952590"/>
                  <a:pt x="8794173" y="4952590"/>
                </a:cubicBezTo>
                <a:cubicBezTo>
                  <a:pt x="8787725" y="4933247"/>
                  <a:pt x="8781276" y="4920351"/>
                  <a:pt x="8774828" y="4907455"/>
                </a:cubicBezTo>
                <a:close/>
                <a:moveTo>
                  <a:pt x="10303105" y="4893974"/>
                </a:moveTo>
                <a:cubicBezTo>
                  <a:pt x="10310996" y="4895284"/>
                  <a:pt x="10316662" y="4901736"/>
                  <a:pt x="10318280" y="4916251"/>
                </a:cubicBezTo>
                <a:cubicBezTo>
                  <a:pt x="10331229" y="4987216"/>
                  <a:pt x="10195265" y="5000119"/>
                  <a:pt x="10170446" y="5011947"/>
                </a:cubicBezTo>
                <a:cubicBezTo>
                  <a:pt x="10099227" y="5037752"/>
                  <a:pt x="10028007" y="5063558"/>
                  <a:pt x="9957867" y="5089363"/>
                </a:cubicBezTo>
                <a:cubicBezTo>
                  <a:pt x="9977290" y="5063558"/>
                  <a:pt x="9996714" y="5044203"/>
                  <a:pt x="10015058" y="5044203"/>
                </a:cubicBezTo>
                <a:cubicBezTo>
                  <a:pt x="10086278" y="5011947"/>
                  <a:pt x="10151022" y="4980765"/>
                  <a:pt x="10221163" y="4942057"/>
                </a:cubicBezTo>
                <a:cubicBezTo>
                  <a:pt x="10235730" y="4932380"/>
                  <a:pt x="10279433" y="4890043"/>
                  <a:pt x="10303105" y="4893974"/>
                </a:cubicBezTo>
                <a:close/>
                <a:moveTo>
                  <a:pt x="18749055" y="4888505"/>
                </a:moveTo>
                <a:cubicBezTo>
                  <a:pt x="18749055" y="4928186"/>
                  <a:pt x="18730611" y="4921572"/>
                  <a:pt x="18712163" y="4921572"/>
                </a:cubicBezTo>
                <a:cubicBezTo>
                  <a:pt x="18712163" y="4881891"/>
                  <a:pt x="18736759" y="4888505"/>
                  <a:pt x="18749055" y="4888505"/>
                </a:cubicBezTo>
                <a:close/>
                <a:moveTo>
                  <a:pt x="18673219" y="4888505"/>
                </a:moveTo>
                <a:cubicBezTo>
                  <a:pt x="18673219" y="4928186"/>
                  <a:pt x="18654771" y="4921572"/>
                  <a:pt x="18636327" y="4921572"/>
                </a:cubicBezTo>
                <a:cubicBezTo>
                  <a:pt x="18636327" y="4881891"/>
                  <a:pt x="18660919" y="4888505"/>
                  <a:pt x="18673219" y="4888505"/>
                </a:cubicBezTo>
                <a:close/>
                <a:moveTo>
                  <a:pt x="10319911" y="4867669"/>
                </a:moveTo>
                <a:cubicBezTo>
                  <a:pt x="10326473" y="4879967"/>
                  <a:pt x="10326473" y="4892264"/>
                  <a:pt x="10319911" y="4904561"/>
                </a:cubicBezTo>
                <a:cubicBezTo>
                  <a:pt x="10319911" y="4898413"/>
                  <a:pt x="10319911" y="4892264"/>
                  <a:pt x="10313348" y="4886115"/>
                </a:cubicBezTo>
                <a:cubicBezTo>
                  <a:pt x="10313348" y="4879967"/>
                  <a:pt x="10319911" y="4873818"/>
                  <a:pt x="10319911" y="4867669"/>
                </a:cubicBezTo>
                <a:close/>
                <a:moveTo>
                  <a:pt x="17791655" y="4858192"/>
                </a:moveTo>
                <a:cubicBezTo>
                  <a:pt x="17791655" y="4883879"/>
                  <a:pt x="17785667" y="4890301"/>
                  <a:pt x="17773695" y="4890301"/>
                </a:cubicBezTo>
                <a:cubicBezTo>
                  <a:pt x="17773695" y="4871036"/>
                  <a:pt x="17779683" y="4858192"/>
                  <a:pt x="17791655" y="4858192"/>
                </a:cubicBezTo>
                <a:close/>
                <a:moveTo>
                  <a:pt x="10473929" y="4849945"/>
                </a:moveTo>
                <a:cubicBezTo>
                  <a:pt x="10477341" y="4850798"/>
                  <a:pt x="10480754" y="4854211"/>
                  <a:pt x="10487579" y="4857623"/>
                </a:cubicBezTo>
                <a:cubicBezTo>
                  <a:pt x="10473929" y="4864448"/>
                  <a:pt x="10473929" y="4871273"/>
                  <a:pt x="10460279" y="4857623"/>
                </a:cubicBezTo>
                <a:cubicBezTo>
                  <a:pt x="10467104" y="4850798"/>
                  <a:pt x="10470516" y="4849092"/>
                  <a:pt x="10473929" y="4849945"/>
                </a:cubicBezTo>
                <a:close/>
                <a:moveTo>
                  <a:pt x="10433287" y="4848262"/>
                </a:moveTo>
                <a:cubicBezTo>
                  <a:pt x="10446584" y="4847453"/>
                  <a:pt x="10459224" y="4850692"/>
                  <a:pt x="10468703" y="4866891"/>
                </a:cubicBezTo>
                <a:cubicBezTo>
                  <a:pt x="10443424" y="4886330"/>
                  <a:pt x="10418146" y="4899289"/>
                  <a:pt x="10393921" y="4918728"/>
                </a:cubicBezTo>
                <a:cubicBezTo>
                  <a:pt x="10393921" y="4899289"/>
                  <a:pt x="10393921" y="4873371"/>
                  <a:pt x="10393921" y="4853932"/>
                </a:cubicBezTo>
                <a:cubicBezTo>
                  <a:pt x="10406034" y="4853932"/>
                  <a:pt x="10419989" y="4849072"/>
                  <a:pt x="10433287" y="4848262"/>
                </a:cubicBezTo>
                <a:close/>
                <a:moveTo>
                  <a:pt x="18692207" y="4825013"/>
                </a:moveTo>
                <a:cubicBezTo>
                  <a:pt x="18692207" y="4850698"/>
                  <a:pt x="18686219" y="4857119"/>
                  <a:pt x="18674243" y="4857119"/>
                </a:cubicBezTo>
                <a:cubicBezTo>
                  <a:pt x="18674243" y="4837856"/>
                  <a:pt x="18680231" y="4825013"/>
                  <a:pt x="18692207" y="4825013"/>
                </a:cubicBezTo>
                <a:close/>
                <a:moveTo>
                  <a:pt x="17034299" y="4825013"/>
                </a:moveTo>
                <a:cubicBezTo>
                  <a:pt x="17060787" y="4825013"/>
                  <a:pt x="17087279" y="4825013"/>
                  <a:pt x="17113767" y="4825013"/>
                </a:cubicBezTo>
                <a:cubicBezTo>
                  <a:pt x="17107143" y="4844594"/>
                  <a:pt x="17100523" y="4870702"/>
                  <a:pt x="17093899" y="4890283"/>
                </a:cubicBezTo>
                <a:cubicBezTo>
                  <a:pt x="17074031" y="4883756"/>
                  <a:pt x="17034299" y="4877229"/>
                  <a:pt x="17034299" y="4825013"/>
                </a:cubicBezTo>
                <a:close/>
                <a:moveTo>
                  <a:pt x="18128179" y="4801314"/>
                </a:moveTo>
                <a:cubicBezTo>
                  <a:pt x="18128179" y="4818101"/>
                  <a:pt x="18122191" y="4824026"/>
                  <a:pt x="18110215" y="4824026"/>
                </a:cubicBezTo>
                <a:cubicBezTo>
                  <a:pt x="18110215" y="4806252"/>
                  <a:pt x="18116203" y="4801314"/>
                  <a:pt x="18128179" y="4801314"/>
                </a:cubicBezTo>
                <a:close/>
                <a:moveTo>
                  <a:pt x="10792058" y="4801314"/>
                </a:moveTo>
                <a:cubicBezTo>
                  <a:pt x="10809964" y="4801314"/>
                  <a:pt x="10828923" y="4801314"/>
                  <a:pt x="10847883" y="4813728"/>
                </a:cubicBezTo>
                <a:cubicBezTo>
                  <a:pt x="10835243" y="4820499"/>
                  <a:pt x="10792058" y="4847583"/>
                  <a:pt x="10792058" y="4801314"/>
                </a:cubicBezTo>
                <a:close/>
                <a:moveTo>
                  <a:pt x="16981131" y="4798154"/>
                </a:moveTo>
                <a:cubicBezTo>
                  <a:pt x="16981131" y="4828698"/>
                  <a:pt x="16956535" y="4822378"/>
                  <a:pt x="16944239" y="4822378"/>
                </a:cubicBezTo>
                <a:cubicBezTo>
                  <a:pt x="16944239" y="4791834"/>
                  <a:pt x="16962683" y="4798154"/>
                  <a:pt x="16981131" y="4798154"/>
                </a:cubicBezTo>
                <a:close/>
                <a:moveTo>
                  <a:pt x="10836717" y="4794560"/>
                </a:moveTo>
                <a:lnTo>
                  <a:pt x="10836256" y="4795871"/>
                </a:lnTo>
                <a:cubicBezTo>
                  <a:pt x="10835348" y="4798452"/>
                  <a:pt x="10834717" y="4800247"/>
                  <a:pt x="10834717" y="4800247"/>
                </a:cubicBezTo>
                <a:close/>
                <a:moveTo>
                  <a:pt x="10839455" y="4786775"/>
                </a:moveTo>
                <a:lnTo>
                  <a:pt x="10839453" y="4786781"/>
                </a:lnTo>
                <a:lnTo>
                  <a:pt x="10836717" y="4794560"/>
                </a:lnTo>
                <a:close/>
                <a:moveTo>
                  <a:pt x="10841932" y="4779733"/>
                </a:moveTo>
                <a:lnTo>
                  <a:pt x="10839874" y="4785584"/>
                </a:lnTo>
                <a:lnTo>
                  <a:pt x="10839455" y="4786775"/>
                </a:lnTo>
                <a:close/>
                <a:moveTo>
                  <a:pt x="18546271" y="4779392"/>
                </a:moveTo>
                <a:cubicBezTo>
                  <a:pt x="18578435" y="4779392"/>
                  <a:pt x="18617031" y="4772874"/>
                  <a:pt x="18635255" y="4810892"/>
                </a:cubicBezTo>
                <a:cubicBezTo>
                  <a:pt x="18623463" y="4817410"/>
                  <a:pt x="18604167" y="4823927"/>
                  <a:pt x="18584867" y="4823927"/>
                </a:cubicBezTo>
                <a:cubicBezTo>
                  <a:pt x="18572003" y="4810892"/>
                  <a:pt x="18559139" y="4792426"/>
                  <a:pt x="18546271" y="4779392"/>
                </a:cubicBezTo>
                <a:close/>
                <a:moveTo>
                  <a:pt x="10842295" y="4778701"/>
                </a:moveTo>
                <a:cubicBezTo>
                  <a:pt x="10842926" y="4776906"/>
                  <a:pt x="10842769" y="4777355"/>
                  <a:pt x="10842177" y="4779038"/>
                </a:cubicBezTo>
                <a:lnTo>
                  <a:pt x="10841932" y="4779733"/>
                </a:lnTo>
                <a:close/>
                <a:moveTo>
                  <a:pt x="10137816" y="4777406"/>
                </a:moveTo>
                <a:cubicBezTo>
                  <a:pt x="10141947" y="4777106"/>
                  <a:pt x="10146559" y="4777953"/>
                  <a:pt x="10151170" y="4779645"/>
                </a:cubicBezTo>
                <a:cubicBezTo>
                  <a:pt x="10138873" y="4793187"/>
                  <a:pt x="10132724" y="4805601"/>
                  <a:pt x="10126575" y="4819143"/>
                </a:cubicBezTo>
                <a:cubicBezTo>
                  <a:pt x="10117353" y="4789520"/>
                  <a:pt x="10125423" y="4778305"/>
                  <a:pt x="10137816" y="4777406"/>
                </a:cubicBezTo>
                <a:close/>
                <a:moveTo>
                  <a:pt x="9125313" y="4777143"/>
                </a:moveTo>
                <a:cubicBezTo>
                  <a:pt x="9126954" y="4774583"/>
                  <a:pt x="9130236" y="4776290"/>
                  <a:pt x="9136800" y="4779702"/>
                </a:cubicBezTo>
                <a:cubicBezTo>
                  <a:pt x="9130236" y="4786527"/>
                  <a:pt x="9130236" y="4793352"/>
                  <a:pt x="9123672" y="4800177"/>
                </a:cubicBezTo>
                <a:cubicBezTo>
                  <a:pt x="9123672" y="4786527"/>
                  <a:pt x="9123672" y="4779702"/>
                  <a:pt x="9125313" y="4777143"/>
                </a:cubicBezTo>
                <a:close/>
                <a:moveTo>
                  <a:pt x="10876858" y="4773666"/>
                </a:moveTo>
                <a:cubicBezTo>
                  <a:pt x="10886165" y="4772876"/>
                  <a:pt x="10895472" y="4774456"/>
                  <a:pt x="10904780" y="4780775"/>
                </a:cubicBezTo>
                <a:cubicBezTo>
                  <a:pt x="10886165" y="4805000"/>
                  <a:pt x="10861346" y="4805000"/>
                  <a:pt x="10848936" y="4780775"/>
                </a:cubicBezTo>
                <a:cubicBezTo>
                  <a:pt x="10858244" y="4777615"/>
                  <a:pt x="10867551" y="4774456"/>
                  <a:pt x="10876858" y="4773666"/>
                </a:cubicBezTo>
                <a:close/>
                <a:moveTo>
                  <a:pt x="10603896" y="4772874"/>
                </a:moveTo>
                <a:cubicBezTo>
                  <a:pt x="10611443" y="4792172"/>
                  <a:pt x="10616834" y="4803965"/>
                  <a:pt x="10623303" y="4823262"/>
                </a:cubicBezTo>
                <a:cubicBezTo>
                  <a:pt x="10603896" y="4823262"/>
                  <a:pt x="10585568" y="4823262"/>
                  <a:pt x="10566161" y="4823262"/>
                </a:cubicBezTo>
                <a:cubicBezTo>
                  <a:pt x="10566161" y="4881155"/>
                  <a:pt x="10611443" y="4861857"/>
                  <a:pt x="10629772" y="4861857"/>
                </a:cubicBezTo>
                <a:cubicBezTo>
                  <a:pt x="10649179" y="4855425"/>
                  <a:pt x="10668585" y="4842560"/>
                  <a:pt x="10687992" y="4855425"/>
                </a:cubicBezTo>
                <a:cubicBezTo>
                  <a:pt x="10700930" y="4861857"/>
                  <a:pt x="10694461" y="4887587"/>
                  <a:pt x="10681523" y="4894020"/>
                </a:cubicBezTo>
                <a:cubicBezTo>
                  <a:pt x="10629772" y="4913317"/>
                  <a:pt x="10579099" y="4939047"/>
                  <a:pt x="10528426" y="4945480"/>
                </a:cubicBezTo>
                <a:cubicBezTo>
                  <a:pt x="10502550" y="4951912"/>
                  <a:pt x="10533817" y="4894020"/>
                  <a:pt x="10540285" y="4881155"/>
                </a:cubicBezTo>
                <a:cubicBezTo>
                  <a:pt x="10527348" y="4874722"/>
                  <a:pt x="10450799" y="4861857"/>
                  <a:pt x="10483144" y="4816830"/>
                </a:cubicBezTo>
                <a:cubicBezTo>
                  <a:pt x="10502550" y="4792172"/>
                  <a:pt x="10533817" y="4792172"/>
                  <a:pt x="10553223" y="4785739"/>
                </a:cubicBezTo>
                <a:cubicBezTo>
                  <a:pt x="10572630" y="4779307"/>
                  <a:pt x="10592037" y="4779307"/>
                  <a:pt x="10603896" y="4772874"/>
                </a:cubicBezTo>
                <a:close/>
                <a:moveTo>
                  <a:pt x="18469435" y="4768136"/>
                </a:moveTo>
                <a:cubicBezTo>
                  <a:pt x="18469435" y="4787400"/>
                  <a:pt x="18463447" y="4800242"/>
                  <a:pt x="18451475" y="4800242"/>
                </a:cubicBezTo>
                <a:cubicBezTo>
                  <a:pt x="18451475" y="4780979"/>
                  <a:pt x="18457463" y="4768136"/>
                  <a:pt x="18469435" y="4768136"/>
                </a:cubicBezTo>
                <a:close/>
                <a:moveTo>
                  <a:pt x="18052243" y="4768136"/>
                </a:moveTo>
                <a:cubicBezTo>
                  <a:pt x="18052243" y="4787400"/>
                  <a:pt x="18052243" y="4800242"/>
                  <a:pt x="18039119" y="4800242"/>
                </a:cubicBezTo>
                <a:cubicBezTo>
                  <a:pt x="18039119" y="4780979"/>
                  <a:pt x="18039119" y="4768136"/>
                  <a:pt x="18052243" y="4768136"/>
                </a:cubicBezTo>
                <a:close/>
                <a:moveTo>
                  <a:pt x="17791655" y="4768136"/>
                </a:moveTo>
                <a:cubicBezTo>
                  <a:pt x="17791655" y="4787400"/>
                  <a:pt x="17785667" y="4800242"/>
                  <a:pt x="17773695" y="4800242"/>
                </a:cubicBezTo>
                <a:cubicBezTo>
                  <a:pt x="17773695" y="4780979"/>
                  <a:pt x="17779683" y="4768136"/>
                  <a:pt x="17791655" y="4768136"/>
                </a:cubicBezTo>
                <a:close/>
                <a:moveTo>
                  <a:pt x="10635650" y="4768136"/>
                </a:moveTo>
                <a:cubicBezTo>
                  <a:pt x="10647947" y="4768136"/>
                  <a:pt x="10660245" y="4768136"/>
                  <a:pt x="10672542" y="4768136"/>
                </a:cubicBezTo>
                <a:cubicBezTo>
                  <a:pt x="10672542" y="4780979"/>
                  <a:pt x="10672542" y="4787400"/>
                  <a:pt x="10672542" y="4800242"/>
                </a:cubicBezTo>
                <a:cubicBezTo>
                  <a:pt x="10660245" y="4800242"/>
                  <a:pt x="10647947" y="4800242"/>
                  <a:pt x="10635650" y="4800242"/>
                </a:cubicBezTo>
                <a:cubicBezTo>
                  <a:pt x="10635650" y="4787400"/>
                  <a:pt x="10635650" y="4780979"/>
                  <a:pt x="10635650" y="4768136"/>
                </a:cubicBezTo>
                <a:close/>
                <a:moveTo>
                  <a:pt x="10949944" y="4767878"/>
                </a:moveTo>
                <a:cubicBezTo>
                  <a:pt x="10962049" y="4763267"/>
                  <a:pt x="10975884" y="4772490"/>
                  <a:pt x="10975884" y="4795547"/>
                </a:cubicBezTo>
                <a:cubicBezTo>
                  <a:pt x="10963587" y="4789399"/>
                  <a:pt x="10951289" y="4783250"/>
                  <a:pt x="10938992" y="4777101"/>
                </a:cubicBezTo>
                <a:cubicBezTo>
                  <a:pt x="10942066" y="4772490"/>
                  <a:pt x="10945909" y="4769415"/>
                  <a:pt x="10949944" y="4767878"/>
                </a:cubicBezTo>
                <a:close/>
                <a:moveTo>
                  <a:pt x="10185638" y="4763302"/>
                </a:moveTo>
                <a:cubicBezTo>
                  <a:pt x="10189325" y="4764155"/>
                  <a:pt x="10193801" y="4767567"/>
                  <a:pt x="10193801" y="4767567"/>
                </a:cubicBezTo>
                <a:cubicBezTo>
                  <a:pt x="10193801" y="4767567"/>
                  <a:pt x="10188534" y="4774392"/>
                  <a:pt x="10188534" y="4781217"/>
                </a:cubicBezTo>
                <a:cubicBezTo>
                  <a:pt x="10182214" y="4781217"/>
                  <a:pt x="10182214" y="4774392"/>
                  <a:pt x="10182214" y="4774392"/>
                </a:cubicBezTo>
                <a:cubicBezTo>
                  <a:pt x="10179054" y="4764155"/>
                  <a:pt x="10181951" y="4762448"/>
                  <a:pt x="10185638" y="4763302"/>
                </a:cubicBezTo>
                <a:close/>
                <a:moveTo>
                  <a:pt x="10895156" y="4759796"/>
                </a:moveTo>
                <a:lnTo>
                  <a:pt x="10894121" y="4761922"/>
                </a:lnTo>
                <a:cubicBezTo>
                  <a:pt x="10892718" y="4764805"/>
                  <a:pt x="10891595" y="4767110"/>
                  <a:pt x="10891595" y="4767110"/>
                </a:cubicBezTo>
                <a:close/>
                <a:moveTo>
                  <a:pt x="10899173" y="4751546"/>
                </a:moveTo>
                <a:cubicBezTo>
                  <a:pt x="10900015" y="4749817"/>
                  <a:pt x="10899453" y="4750970"/>
                  <a:pt x="10898331" y="4753276"/>
                </a:cubicBezTo>
                <a:lnTo>
                  <a:pt x="10895156" y="4759796"/>
                </a:lnTo>
                <a:close/>
                <a:moveTo>
                  <a:pt x="16830587" y="4734957"/>
                </a:moveTo>
                <a:cubicBezTo>
                  <a:pt x="16830587" y="4753916"/>
                  <a:pt x="16843623" y="4785514"/>
                  <a:pt x="16824071" y="4798153"/>
                </a:cubicBezTo>
                <a:cubicBezTo>
                  <a:pt x="16804519" y="4809739"/>
                  <a:pt x="16779535" y="4798153"/>
                  <a:pt x="16753468" y="4798153"/>
                </a:cubicBezTo>
                <a:cubicBezTo>
                  <a:pt x="16746950" y="4785514"/>
                  <a:pt x="16746950" y="4772875"/>
                  <a:pt x="16740434" y="4760236"/>
                </a:cubicBezTo>
                <a:cubicBezTo>
                  <a:pt x="16773018" y="4747596"/>
                  <a:pt x="16799087" y="4741277"/>
                  <a:pt x="16830587" y="4734957"/>
                </a:cubicBezTo>
                <a:close/>
                <a:moveTo>
                  <a:pt x="10772103" y="4734957"/>
                </a:moveTo>
                <a:cubicBezTo>
                  <a:pt x="10772103" y="4754222"/>
                  <a:pt x="10766116" y="4767066"/>
                  <a:pt x="10754141" y="4767066"/>
                </a:cubicBezTo>
                <a:cubicBezTo>
                  <a:pt x="10754141" y="4747801"/>
                  <a:pt x="10760128" y="4734957"/>
                  <a:pt x="10772103" y="4734957"/>
                </a:cubicBezTo>
                <a:close/>
                <a:moveTo>
                  <a:pt x="17720955" y="4731916"/>
                </a:moveTo>
                <a:cubicBezTo>
                  <a:pt x="17731327" y="4730325"/>
                  <a:pt x="17744095" y="4735100"/>
                  <a:pt x="17753671" y="4735100"/>
                </a:cubicBezTo>
                <a:cubicBezTo>
                  <a:pt x="17753671" y="4786034"/>
                  <a:pt x="17721751" y="4766934"/>
                  <a:pt x="17702599" y="4766934"/>
                </a:cubicBezTo>
                <a:cubicBezTo>
                  <a:pt x="17702599" y="4741466"/>
                  <a:pt x="17710579" y="4733508"/>
                  <a:pt x="17720955" y="4731916"/>
                </a:cubicBezTo>
                <a:close/>
                <a:moveTo>
                  <a:pt x="10073497" y="4706519"/>
                </a:moveTo>
                <a:cubicBezTo>
                  <a:pt x="10086724" y="4706519"/>
                  <a:pt x="10099951" y="4706519"/>
                  <a:pt x="10113178" y="4706519"/>
                </a:cubicBezTo>
                <a:cubicBezTo>
                  <a:pt x="10113178" y="4719345"/>
                  <a:pt x="10113178" y="4732170"/>
                  <a:pt x="10113178" y="4751409"/>
                </a:cubicBezTo>
                <a:cubicBezTo>
                  <a:pt x="10093337" y="4764234"/>
                  <a:pt x="10080110" y="4789885"/>
                  <a:pt x="10066883" y="4814467"/>
                </a:cubicBezTo>
                <a:cubicBezTo>
                  <a:pt x="10066883" y="4777060"/>
                  <a:pt x="10073497" y="4738583"/>
                  <a:pt x="10073497" y="4706519"/>
                </a:cubicBezTo>
                <a:close/>
                <a:moveTo>
                  <a:pt x="11170162" y="4687559"/>
                </a:moveTo>
                <a:cubicBezTo>
                  <a:pt x="11150746" y="4720673"/>
                  <a:pt x="11150746" y="4720673"/>
                  <a:pt x="11014830" y="4767031"/>
                </a:cubicBezTo>
                <a:cubicBezTo>
                  <a:pt x="11079552" y="4687559"/>
                  <a:pt x="11086024" y="4687559"/>
                  <a:pt x="11170162" y="4687559"/>
                </a:cubicBezTo>
                <a:close/>
                <a:moveTo>
                  <a:pt x="18254091" y="4678082"/>
                </a:moveTo>
                <a:cubicBezTo>
                  <a:pt x="18266931" y="4678082"/>
                  <a:pt x="18279775" y="4678082"/>
                  <a:pt x="18279775" y="4710191"/>
                </a:cubicBezTo>
                <a:cubicBezTo>
                  <a:pt x="18273355" y="4697347"/>
                  <a:pt x="18260511" y="4697347"/>
                  <a:pt x="18247671" y="4690926"/>
                </a:cubicBezTo>
                <a:cubicBezTo>
                  <a:pt x="18247671" y="4684504"/>
                  <a:pt x="18254091" y="4678082"/>
                  <a:pt x="18254091" y="4678082"/>
                </a:cubicBezTo>
                <a:close/>
                <a:moveTo>
                  <a:pt x="15943158" y="4678082"/>
                </a:moveTo>
                <a:cubicBezTo>
                  <a:pt x="15943158" y="4697347"/>
                  <a:pt x="15937170" y="4710191"/>
                  <a:pt x="15925194" y="4710191"/>
                </a:cubicBezTo>
                <a:cubicBezTo>
                  <a:pt x="15925194" y="4684504"/>
                  <a:pt x="15931182" y="4678082"/>
                  <a:pt x="15943158" y="4678082"/>
                </a:cubicBezTo>
                <a:close/>
                <a:moveTo>
                  <a:pt x="9137891" y="4678082"/>
                </a:moveTo>
                <a:cubicBezTo>
                  <a:pt x="9149866" y="4678082"/>
                  <a:pt x="9155853" y="4684504"/>
                  <a:pt x="9155853" y="4710191"/>
                </a:cubicBezTo>
                <a:cubicBezTo>
                  <a:pt x="9143878" y="4710191"/>
                  <a:pt x="9137891" y="4697347"/>
                  <a:pt x="9137891" y="4678082"/>
                </a:cubicBezTo>
                <a:close/>
                <a:moveTo>
                  <a:pt x="10144541" y="4678079"/>
                </a:moveTo>
                <a:cubicBezTo>
                  <a:pt x="10144541" y="4678079"/>
                  <a:pt x="10144541" y="4684643"/>
                  <a:pt x="10151105" y="4691207"/>
                </a:cubicBezTo>
                <a:cubicBezTo>
                  <a:pt x="10137977" y="4691207"/>
                  <a:pt x="10137977" y="4691207"/>
                  <a:pt x="10144541" y="4678079"/>
                </a:cubicBezTo>
                <a:close/>
                <a:moveTo>
                  <a:pt x="18415403" y="4675440"/>
                </a:moveTo>
                <a:cubicBezTo>
                  <a:pt x="18426991" y="4673808"/>
                  <a:pt x="18440947" y="4678703"/>
                  <a:pt x="18450423" y="4678703"/>
                </a:cubicBezTo>
                <a:cubicBezTo>
                  <a:pt x="18450423" y="4724392"/>
                  <a:pt x="18413559" y="4711338"/>
                  <a:pt x="18394599" y="4711338"/>
                </a:cubicBezTo>
                <a:cubicBezTo>
                  <a:pt x="18394599" y="4685230"/>
                  <a:pt x="18403815" y="4677071"/>
                  <a:pt x="18415403" y="4675440"/>
                </a:cubicBezTo>
                <a:close/>
                <a:moveTo>
                  <a:pt x="17583079" y="4675216"/>
                </a:moveTo>
                <a:cubicBezTo>
                  <a:pt x="17583079" y="4714897"/>
                  <a:pt x="17558483" y="4708283"/>
                  <a:pt x="17546187" y="4708283"/>
                </a:cubicBezTo>
                <a:cubicBezTo>
                  <a:pt x="17546187" y="4668602"/>
                  <a:pt x="17564635" y="4675216"/>
                  <a:pt x="17583079" y="4675216"/>
                </a:cubicBezTo>
                <a:close/>
                <a:moveTo>
                  <a:pt x="10144937" y="4662858"/>
                </a:moveTo>
                <a:lnTo>
                  <a:pt x="10142715" y="4672307"/>
                </a:lnTo>
                <a:cubicBezTo>
                  <a:pt x="10142715" y="4672307"/>
                  <a:pt x="10143536" y="4668817"/>
                  <a:pt x="10144561" y="4664454"/>
                </a:cubicBezTo>
                <a:close/>
                <a:moveTo>
                  <a:pt x="11203470" y="4659122"/>
                </a:moveTo>
                <a:cubicBezTo>
                  <a:pt x="11210105" y="4665507"/>
                  <a:pt x="11216741" y="4671891"/>
                  <a:pt x="11222271" y="4678275"/>
                </a:cubicBezTo>
                <a:cubicBezTo>
                  <a:pt x="11210105" y="4691044"/>
                  <a:pt x="11196834" y="4697428"/>
                  <a:pt x="11190198" y="4710197"/>
                </a:cubicBezTo>
                <a:cubicBezTo>
                  <a:pt x="11196834" y="4691044"/>
                  <a:pt x="11196834" y="4671891"/>
                  <a:pt x="11203470" y="4659122"/>
                </a:cubicBezTo>
                <a:close/>
                <a:moveTo>
                  <a:pt x="10152195" y="4659122"/>
                </a:moveTo>
                <a:cubicBezTo>
                  <a:pt x="10171154" y="4659122"/>
                  <a:pt x="10190114" y="4659122"/>
                  <a:pt x="10208020" y="4659122"/>
                </a:cubicBezTo>
                <a:cubicBezTo>
                  <a:pt x="10190114" y="4678387"/>
                  <a:pt x="10171154" y="4691231"/>
                  <a:pt x="10152195" y="4659122"/>
                </a:cubicBezTo>
                <a:close/>
                <a:moveTo>
                  <a:pt x="10146747" y="4655152"/>
                </a:moveTo>
                <a:lnTo>
                  <a:pt x="10146484" y="4656274"/>
                </a:lnTo>
                <a:lnTo>
                  <a:pt x="10144937" y="4662858"/>
                </a:lnTo>
                <a:close/>
                <a:moveTo>
                  <a:pt x="10148253" y="4648748"/>
                </a:moveTo>
                <a:lnTo>
                  <a:pt x="10146747" y="4655152"/>
                </a:lnTo>
                <a:lnTo>
                  <a:pt x="10147637" y="4651366"/>
                </a:lnTo>
                <a:cubicBezTo>
                  <a:pt x="10148458" y="4647875"/>
                  <a:pt x="10148868" y="4646130"/>
                  <a:pt x="10148253" y="4648748"/>
                </a:cubicBezTo>
                <a:close/>
                <a:moveTo>
                  <a:pt x="11273693" y="4647442"/>
                </a:moveTo>
                <a:lnTo>
                  <a:pt x="11276244" y="4651947"/>
                </a:lnTo>
                <a:lnTo>
                  <a:pt x="11276013" y="4649220"/>
                </a:lnTo>
                <a:close/>
                <a:moveTo>
                  <a:pt x="18209751" y="4644903"/>
                </a:moveTo>
                <a:cubicBezTo>
                  <a:pt x="18221335" y="4644903"/>
                  <a:pt x="18235031" y="4651052"/>
                  <a:pt x="18246615" y="4657201"/>
                </a:cubicBezTo>
                <a:cubicBezTo>
                  <a:pt x="18235031" y="4681795"/>
                  <a:pt x="18209751" y="4675647"/>
                  <a:pt x="18209751" y="4644903"/>
                </a:cubicBezTo>
                <a:close/>
                <a:moveTo>
                  <a:pt x="17488315" y="4644903"/>
                </a:moveTo>
                <a:cubicBezTo>
                  <a:pt x="17488315" y="4664167"/>
                  <a:pt x="17482327" y="4677009"/>
                  <a:pt x="17470351" y="4677009"/>
                </a:cubicBezTo>
                <a:cubicBezTo>
                  <a:pt x="17470351" y="4657746"/>
                  <a:pt x="17476339" y="4644903"/>
                  <a:pt x="17488315" y="4644903"/>
                </a:cubicBezTo>
                <a:close/>
                <a:moveTo>
                  <a:pt x="9178628" y="4644903"/>
                </a:moveTo>
                <a:cubicBezTo>
                  <a:pt x="9184777" y="4651430"/>
                  <a:pt x="9190926" y="4664484"/>
                  <a:pt x="9203223" y="4677538"/>
                </a:cubicBezTo>
                <a:cubicBezTo>
                  <a:pt x="9190926" y="4690592"/>
                  <a:pt x="9178628" y="4697119"/>
                  <a:pt x="9166331" y="4710173"/>
                </a:cubicBezTo>
                <a:cubicBezTo>
                  <a:pt x="9173504" y="4684065"/>
                  <a:pt x="9173504" y="4664484"/>
                  <a:pt x="9178628" y="4644903"/>
                </a:cubicBezTo>
                <a:close/>
                <a:moveTo>
                  <a:pt x="8530865" y="4644165"/>
                </a:moveTo>
                <a:cubicBezTo>
                  <a:pt x="8530865" y="4663509"/>
                  <a:pt x="8530865" y="4676405"/>
                  <a:pt x="8543762" y="4676405"/>
                </a:cubicBezTo>
                <a:cubicBezTo>
                  <a:pt x="8543762" y="4657061"/>
                  <a:pt x="8543762" y="4644165"/>
                  <a:pt x="8530865" y="4644165"/>
                </a:cubicBezTo>
                <a:close/>
                <a:moveTo>
                  <a:pt x="10433502" y="4642838"/>
                </a:moveTo>
                <a:cubicBezTo>
                  <a:pt x="10433502" y="4674957"/>
                  <a:pt x="10452805" y="4674957"/>
                  <a:pt x="10472107" y="4674957"/>
                </a:cubicBezTo>
                <a:cubicBezTo>
                  <a:pt x="10472107" y="4636415"/>
                  <a:pt x="10446370" y="4642838"/>
                  <a:pt x="10433502" y="4642838"/>
                </a:cubicBezTo>
                <a:close/>
                <a:moveTo>
                  <a:pt x="10395969" y="4642838"/>
                </a:moveTo>
                <a:cubicBezTo>
                  <a:pt x="10395969" y="4662110"/>
                  <a:pt x="10401331" y="4674957"/>
                  <a:pt x="10414199" y="4674957"/>
                </a:cubicBezTo>
                <a:cubicBezTo>
                  <a:pt x="10414199" y="4655686"/>
                  <a:pt x="10408837" y="4642838"/>
                  <a:pt x="10395969" y="4642838"/>
                </a:cubicBezTo>
                <a:close/>
                <a:moveTo>
                  <a:pt x="18906391" y="4640853"/>
                </a:moveTo>
                <a:cubicBezTo>
                  <a:pt x="18932711" y="4641454"/>
                  <a:pt x="18976275" y="4687143"/>
                  <a:pt x="18990799" y="4696762"/>
                </a:cubicBezTo>
                <a:cubicBezTo>
                  <a:pt x="19055339" y="4754475"/>
                  <a:pt x="19118803" y="4786538"/>
                  <a:pt x="19189799" y="4823944"/>
                </a:cubicBezTo>
                <a:cubicBezTo>
                  <a:pt x="19080079" y="4823944"/>
                  <a:pt x="18984343" y="4728825"/>
                  <a:pt x="18887531" y="4658287"/>
                </a:cubicBezTo>
                <a:cubicBezTo>
                  <a:pt x="18890759" y="4645462"/>
                  <a:pt x="18897615" y="4640652"/>
                  <a:pt x="18906391" y="4640853"/>
                </a:cubicBezTo>
                <a:close/>
                <a:moveTo>
                  <a:pt x="17702599" y="4625946"/>
                </a:moveTo>
                <a:cubicBezTo>
                  <a:pt x="17753999" y="4638934"/>
                  <a:pt x="17810751" y="4664909"/>
                  <a:pt x="17868579" y="4645427"/>
                </a:cubicBezTo>
                <a:cubicBezTo>
                  <a:pt x="17900703" y="4697377"/>
                  <a:pt x="17952103" y="4710365"/>
                  <a:pt x="17990655" y="4736340"/>
                </a:cubicBezTo>
                <a:cubicBezTo>
                  <a:pt x="17887851" y="4762315"/>
                  <a:pt x="17786123" y="4710365"/>
                  <a:pt x="17702599" y="4625946"/>
                </a:cubicBezTo>
                <a:close/>
                <a:moveTo>
                  <a:pt x="11276761" y="4625943"/>
                </a:moveTo>
                <a:cubicBezTo>
                  <a:pt x="11282749" y="4632364"/>
                  <a:pt x="11284246" y="4637180"/>
                  <a:pt x="11283497" y="4641996"/>
                </a:cubicBezTo>
                <a:lnTo>
                  <a:pt x="11278012" y="4655068"/>
                </a:lnTo>
                <a:lnTo>
                  <a:pt x="11279185" y="4657139"/>
                </a:lnTo>
                <a:cubicBezTo>
                  <a:pt x="11266341" y="4663753"/>
                  <a:pt x="11259919" y="4670366"/>
                  <a:pt x="11247076" y="4676980"/>
                </a:cubicBezTo>
                <a:cubicBezTo>
                  <a:pt x="11247076" y="4657139"/>
                  <a:pt x="11253498" y="4645566"/>
                  <a:pt x="11260722" y="4642259"/>
                </a:cubicBezTo>
                <a:lnTo>
                  <a:pt x="11271310" y="4643482"/>
                </a:lnTo>
                <a:close/>
                <a:moveTo>
                  <a:pt x="9296740" y="4618208"/>
                </a:moveTo>
                <a:cubicBezTo>
                  <a:pt x="9315955" y="4616605"/>
                  <a:pt x="9335170" y="4623018"/>
                  <a:pt x="9360790" y="4639049"/>
                </a:cubicBezTo>
                <a:cubicBezTo>
                  <a:pt x="9398153" y="4658287"/>
                  <a:pt x="9436583" y="4645462"/>
                  <a:pt x="9468608" y="4645462"/>
                </a:cubicBezTo>
                <a:cubicBezTo>
                  <a:pt x="9423773" y="4748063"/>
                  <a:pt x="9335170" y="4748063"/>
                  <a:pt x="9264714" y="4767300"/>
                </a:cubicBezTo>
                <a:cubicBezTo>
                  <a:pt x="9264714" y="4786538"/>
                  <a:pt x="9264714" y="4811119"/>
                  <a:pt x="9258309" y="4823944"/>
                </a:cubicBezTo>
                <a:cubicBezTo>
                  <a:pt x="9258309" y="4786538"/>
                  <a:pt x="9258309" y="4748063"/>
                  <a:pt x="9258309" y="4709587"/>
                </a:cubicBezTo>
                <a:cubicBezTo>
                  <a:pt x="9277524" y="4716000"/>
                  <a:pt x="9290334" y="4722412"/>
                  <a:pt x="9303145" y="4735237"/>
                </a:cubicBezTo>
                <a:cubicBezTo>
                  <a:pt x="9303145" y="4722412"/>
                  <a:pt x="9315955" y="4658287"/>
                  <a:pt x="9303145" y="4658287"/>
                </a:cubicBezTo>
                <a:cubicBezTo>
                  <a:pt x="9296740" y="4658287"/>
                  <a:pt x="9290334" y="4671112"/>
                  <a:pt x="9277524" y="4671112"/>
                </a:cubicBezTo>
                <a:cubicBezTo>
                  <a:pt x="9258309" y="4664699"/>
                  <a:pt x="9251904" y="4651874"/>
                  <a:pt x="9232689" y="4645462"/>
                </a:cubicBezTo>
                <a:cubicBezTo>
                  <a:pt x="9258309" y="4629430"/>
                  <a:pt x="9277525" y="4619811"/>
                  <a:pt x="9296740" y="4618208"/>
                </a:cubicBezTo>
                <a:close/>
                <a:moveTo>
                  <a:pt x="17431379" y="4613600"/>
                </a:moveTo>
                <a:cubicBezTo>
                  <a:pt x="17431379" y="4653281"/>
                  <a:pt x="17413475" y="4646667"/>
                  <a:pt x="17394519" y="4646667"/>
                </a:cubicBezTo>
                <a:cubicBezTo>
                  <a:pt x="17394519" y="4606986"/>
                  <a:pt x="17418743" y="4613600"/>
                  <a:pt x="17431379" y="4613600"/>
                </a:cubicBezTo>
                <a:close/>
                <a:moveTo>
                  <a:pt x="11298217" y="4611724"/>
                </a:moveTo>
                <a:cubicBezTo>
                  <a:pt x="11298217" y="4637411"/>
                  <a:pt x="11292230" y="4643833"/>
                  <a:pt x="11280255" y="4624568"/>
                </a:cubicBezTo>
                <a:cubicBezTo>
                  <a:pt x="11286242" y="4624568"/>
                  <a:pt x="11292230" y="4618146"/>
                  <a:pt x="11298217" y="4611724"/>
                </a:cubicBezTo>
                <a:close/>
                <a:moveTo>
                  <a:pt x="8777674" y="4578549"/>
                </a:moveTo>
                <a:cubicBezTo>
                  <a:pt x="8789971" y="4585320"/>
                  <a:pt x="8802269" y="4592091"/>
                  <a:pt x="8814566" y="4592091"/>
                </a:cubicBezTo>
                <a:cubicBezTo>
                  <a:pt x="8796120" y="4604505"/>
                  <a:pt x="8777674" y="4624818"/>
                  <a:pt x="8777674" y="4578549"/>
                </a:cubicBezTo>
                <a:close/>
                <a:moveTo>
                  <a:pt x="17673163" y="4578546"/>
                </a:moveTo>
                <a:cubicBezTo>
                  <a:pt x="17673163" y="4603981"/>
                  <a:pt x="17667175" y="4610616"/>
                  <a:pt x="17655199" y="4610616"/>
                </a:cubicBezTo>
                <a:cubicBezTo>
                  <a:pt x="17655199" y="4591817"/>
                  <a:pt x="17661187" y="4578546"/>
                  <a:pt x="17673163" y="4578546"/>
                </a:cubicBezTo>
                <a:close/>
                <a:moveTo>
                  <a:pt x="8738767" y="4578546"/>
                </a:moveTo>
                <a:cubicBezTo>
                  <a:pt x="8736298" y="4587947"/>
                  <a:pt x="8735064" y="4597624"/>
                  <a:pt x="8733706" y="4608269"/>
                </a:cubicBezTo>
                <a:lnTo>
                  <a:pt x="8728037" y="4642987"/>
                </a:lnTo>
                <a:lnTo>
                  <a:pt x="8729183" y="4644335"/>
                </a:lnTo>
                <a:cubicBezTo>
                  <a:pt x="8729183" y="4644335"/>
                  <a:pt x="8722619" y="4651160"/>
                  <a:pt x="8722619" y="4657985"/>
                </a:cubicBezTo>
                <a:cubicBezTo>
                  <a:pt x="8717696" y="4647748"/>
                  <a:pt x="8720158" y="4637510"/>
                  <a:pt x="8724465" y="4638790"/>
                </a:cubicBezTo>
                <a:lnTo>
                  <a:pt x="8727446" y="4642293"/>
                </a:lnTo>
                <a:lnTo>
                  <a:pt x="8722242" y="4625204"/>
                </a:lnTo>
                <a:cubicBezTo>
                  <a:pt x="8719697" y="4604053"/>
                  <a:pt x="8726177" y="4578546"/>
                  <a:pt x="8738767" y="4578546"/>
                </a:cubicBezTo>
                <a:close/>
                <a:moveTo>
                  <a:pt x="18831843" y="4554847"/>
                </a:moveTo>
                <a:cubicBezTo>
                  <a:pt x="18837271" y="4573807"/>
                  <a:pt x="18843791" y="4592766"/>
                  <a:pt x="18837271" y="4610672"/>
                </a:cubicBezTo>
                <a:cubicBezTo>
                  <a:pt x="18825323" y="4610672"/>
                  <a:pt x="18805771" y="4610672"/>
                  <a:pt x="18792739" y="4610672"/>
                </a:cubicBezTo>
                <a:cubicBezTo>
                  <a:pt x="18792739" y="4573807"/>
                  <a:pt x="18818807" y="4567487"/>
                  <a:pt x="18831843" y="4554847"/>
                </a:cubicBezTo>
                <a:close/>
                <a:moveTo>
                  <a:pt x="18886479" y="4550108"/>
                </a:moveTo>
                <a:cubicBezTo>
                  <a:pt x="18886479" y="4594346"/>
                  <a:pt x="18880159" y="4643850"/>
                  <a:pt x="18849615" y="4624891"/>
                </a:cubicBezTo>
                <a:cubicBezTo>
                  <a:pt x="18861199" y="4605932"/>
                  <a:pt x="18861199" y="4550108"/>
                  <a:pt x="18886479" y="4550108"/>
                </a:cubicBezTo>
                <a:close/>
                <a:moveTo>
                  <a:pt x="17242847" y="4550108"/>
                </a:moveTo>
                <a:cubicBezTo>
                  <a:pt x="17261459" y="4556625"/>
                  <a:pt x="17280075" y="4563142"/>
                  <a:pt x="17298687" y="4569659"/>
                </a:cubicBezTo>
                <a:cubicBezTo>
                  <a:pt x="17280075" y="4582693"/>
                  <a:pt x="17242847" y="4601158"/>
                  <a:pt x="17242847" y="4550108"/>
                </a:cubicBezTo>
                <a:close/>
                <a:moveTo>
                  <a:pt x="9398577" y="4550108"/>
                </a:moveTo>
                <a:cubicBezTo>
                  <a:pt x="9410552" y="4550108"/>
                  <a:pt x="9416539" y="4562951"/>
                  <a:pt x="9416539" y="4582214"/>
                </a:cubicBezTo>
                <a:cubicBezTo>
                  <a:pt x="9404564" y="4582214"/>
                  <a:pt x="9398577" y="4575793"/>
                  <a:pt x="9398577" y="4550108"/>
                </a:cubicBezTo>
                <a:close/>
                <a:moveTo>
                  <a:pt x="18211595" y="4547306"/>
                </a:moveTo>
                <a:cubicBezTo>
                  <a:pt x="18223179" y="4545690"/>
                  <a:pt x="18237135" y="4550537"/>
                  <a:pt x="18246615" y="4550537"/>
                </a:cubicBezTo>
                <a:cubicBezTo>
                  <a:pt x="18246615" y="4601164"/>
                  <a:pt x="18209751" y="4582852"/>
                  <a:pt x="18190791" y="4582852"/>
                </a:cubicBezTo>
                <a:cubicBezTo>
                  <a:pt x="18190791" y="4557000"/>
                  <a:pt x="18200007" y="4548921"/>
                  <a:pt x="18211595" y="4547306"/>
                </a:cubicBezTo>
                <a:close/>
                <a:moveTo>
                  <a:pt x="17521595" y="4541769"/>
                </a:moveTo>
                <a:cubicBezTo>
                  <a:pt x="17538979" y="4540965"/>
                  <a:pt x="17558847" y="4547398"/>
                  <a:pt x="17568783" y="4547398"/>
                </a:cubicBezTo>
                <a:cubicBezTo>
                  <a:pt x="17568783" y="4610649"/>
                  <a:pt x="17509179" y="4579559"/>
                  <a:pt x="17489311" y="4579559"/>
                </a:cubicBezTo>
                <a:cubicBezTo>
                  <a:pt x="17489311" y="4550614"/>
                  <a:pt x="17504211" y="4542573"/>
                  <a:pt x="17521595" y="4541769"/>
                </a:cubicBezTo>
                <a:close/>
                <a:moveTo>
                  <a:pt x="10380437" y="4534505"/>
                </a:moveTo>
                <a:cubicBezTo>
                  <a:pt x="10350126" y="4535107"/>
                  <a:pt x="10328410" y="4541129"/>
                  <a:pt x="10299456" y="4579672"/>
                </a:cubicBezTo>
                <a:cubicBezTo>
                  <a:pt x="10338061" y="4560400"/>
                  <a:pt x="10376666" y="4547553"/>
                  <a:pt x="10414199" y="4534705"/>
                </a:cubicBezTo>
                <a:cubicBezTo>
                  <a:pt x="10401599" y="4534705"/>
                  <a:pt x="10390540" y="4534304"/>
                  <a:pt x="10380437" y="4534505"/>
                </a:cubicBezTo>
                <a:close/>
                <a:moveTo>
                  <a:pt x="10828389" y="4522962"/>
                </a:moveTo>
                <a:cubicBezTo>
                  <a:pt x="10828389" y="4555279"/>
                  <a:pt x="10847746" y="4548816"/>
                  <a:pt x="10867104" y="4548816"/>
                </a:cubicBezTo>
                <a:cubicBezTo>
                  <a:pt x="10867104" y="4516499"/>
                  <a:pt x="10841294" y="4522962"/>
                  <a:pt x="10828389" y="4522962"/>
                </a:cubicBezTo>
                <a:close/>
                <a:moveTo>
                  <a:pt x="10433502" y="4521858"/>
                </a:moveTo>
                <a:cubicBezTo>
                  <a:pt x="10433502" y="4541129"/>
                  <a:pt x="10439936" y="4547553"/>
                  <a:pt x="10452805" y="4547553"/>
                </a:cubicBezTo>
                <a:cubicBezTo>
                  <a:pt x="10452805" y="4528282"/>
                  <a:pt x="10446370" y="4521858"/>
                  <a:pt x="10433502" y="4521858"/>
                </a:cubicBezTo>
                <a:close/>
                <a:moveTo>
                  <a:pt x="17469355" y="4521671"/>
                </a:moveTo>
                <a:cubicBezTo>
                  <a:pt x="17469355" y="4542146"/>
                  <a:pt x="17463367" y="4548971"/>
                  <a:pt x="17451391" y="4548971"/>
                </a:cubicBezTo>
                <a:cubicBezTo>
                  <a:pt x="17451391" y="4528496"/>
                  <a:pt x="17457379" y="4521671"/>
                  <a:pt x="17469355" y="4521671"/>
                </a:cubicBezTo>
                <a:close/>
                <a:moveTo>
                  <a:pt x="12132408" y="4521671"/>
                </a:moveTo>
                <a:cubicBezTo>
                  <a:pt x="12132408" y="4542146"/>
                  <a:pt x="12126421" y="4548971"/>
                  <a:pt x="12114446" y="4548971"/>
                </a:cubicBezTo>
                <a:cubicBezTo>
                  <a:pt x="12114446" y="4528496"/>
                  <a:pt x="12120433" y="4521671"/>
                  <a:pt x="12132408" y="4521671"/>
                </a:cubicBezTo>
                <a:close/>
                <a:moveTo>
                  <a:pt x="15988222" y="4521668"/>
                </a:moveTo>
                <a:cubicBezTo>
                  <a:pt x="16000520" y="4521668"/>
                  <a:pt x="16006668" y="4521668"/>
                  <a:pt x="16018966" y="4521668"/>
                </a:cubicBezTo>
                <a:cubicBezTo>
                  <a:pt x="16012816" y="4540283"/>
                  <a:pt x="16012816" y="4558897"/>
                  <a:pt x="16006668" y="4577512"/>
                </a:cubicBezTo>
                <a:cubicBezTo>
                  <a:pt x="16000520" y="4565102"/>
                  <a:pt x="15988222" y="4546488"/>
                  <a:pt x="15982074" y="4534078"/>
                </a:cubicBezTo>
                <a:cubicBezTo>
                  <a:pt x="15982074" y="4527873"/>
                  <a:pt x="15988222" y="4527873"/>
                  <a:pt x="15988222" y="4521668"/>
                </a:cubicBezTo>
                <a:close/>
                <a:moveTo>
                  <a:pt x="11593073" y="4513221"/>
                </a:moveTo>
                <a:cubicBezTo>
                  <a:pt x="11603005" y="4515503"/>
                  <a:pt x="11612329" y="4521853"/>
                  <a:pt x="11620436" y="4534554"/>
                </a:cubicBezTo>
                <a:cubicBezTo>
                  <a:pt x="11542604" y="4553605"/>
                  <a:pt x="11458287" y="4572656"/>
                  <a:pt x="11375050" y="4591707"/>
                </a:cubicBezTo>
                <a:cubicBezTo>
                  <a:pt x="11407480" y="4540904"/>
                  <a:pt x="11458287" y="4547255"/>
                  <a:pt x="11503688" y="4540904"/>
                </a:cubicBezTo>
                <a:cubicBezTo>
                  <a:pt x="11528011" y="4536141"/>
                  <a:pt x="11563278" y="4506374"/>
                  <a:pt x="11593073" y="4513221"/>
                </a:cubicBezTo>
                <a:close/>
                <a:moveTo>
                  <a:pt x="15504608" y="4502711"/>
                </a:moveTo>
                <a:cubicBezTo>
                  <a:pt x="15510596" y="4509132"/>
                  <a:pt x="15510596" y="4515554"/>
                  <a:pt x="15516584" y="4521975"/>
                </a:cubicBezTo>
                <a:cubicBezTo>
                  <a:pt x="15510596" y="4528396"/>
                  <a:pt x="15504608" y="4534817"/>
                  <a:pt x="15498622" y="4521975"/>
                </a:cubicBezTo>
                <a:cubicBezTo>
                  <a:pt x="15498622" y="4515554"/>
                  <a:pt x="15504608" y="4509132"/>
                  <a:pt x="15504608" y="4502711"/>
                </a:cubicBezTo>
                <a:close/>
                <a:moveTo>
                  <a:pt x="15969496" y="4502238"/>
                </a:moveTo>
                <a:cubicBezTo>
                  <a:pt x="15971136" y="4499679"/>
                  <a:pt x="15974418" y="4501385"/>
                  <a:pt x="15980982" y="4504797"/>
                </a:cubicBezTo>
                <a:cubicBezTo>
                  <a:pt x="15974418" y="4511622"/>
                  <a:pt x="15974418" y="4511622"/>
                  <a:pt x="15967854" y="4525272"/>
                </a:cubicBezTo>
                <a:cubicBezTo>
                  <a:pt x="15967854" y="4511622"/>
                  <a:pt x="15967854" y="4504797"/>
                  <a:pt x="15969496" y="4502238"/>
                </a:cubicBezTo>
                <a:close/>
                <a:moveTo>
                  <a:pt x="18128483" y="4497969"/>
                </a:moveTo>
                <a:cubicBezTo>
                  <a:pt x="18140895" y="4504354"/>
                  <a:pt x="18140895" y="4536275"/>
                  <a:pt x="18147099" y="4549044"/>
                </a:cubicBezTo>
                <a:cubicBezTo>
                  <a:pt x="18128483" y="4549044"/>
                  <a:pt x="18109871" y="4549044"/>
                  <a:pt x="18091255" y="4549044"/>
                </a:cubicBezTo>
                <a:cubicBezTo>
                  <a:pt x="18091255" y="4523507"/>
                  <a:pt x="18116075" y="4497969"/>
                  <a:pt x="18128483" y="4497969"/>
                </a:cubicBezTo>
                <a:close/>
                <a:moveTo>
                  <a:pt x="10605081" y="4496163"/>
                </a:moveTo>
                <a:cubicBezTo>
                  <a:pt x="10593285" y="4496163"/>
                  <a:pt x="10586851" y="4502587"/>
                  <a:pt x="10580417" y="4509010"/>
                </a:cubicBezTo>
                <a:cubicBezTo>
                  <a:pt x="10554680" y="4521858"/>
                  <a:pt x="10530015" y="4534705"/>
                  <a:pt x="10510713" y="4547553"/>
                </a:cubicBezTo>
                <a:cubicBezTo>
                  <a:pt x="10510713" y="4573248"/>
                  <a:pt x="10510713" y="4592519"/>
                  <a:pt x="10510713" y="4610720"/>
                </a:cubicBezTo>
                <a:cubicBezTo>
                  <a:pt x="10535377" y="4604296"/>
                  <a:pt x="10554680" y="4617143"/>
                  <a:pt x="10573983" y="4586095"/>
                </a:cubicBezTo>
                <a:cubicBezTo>
                  <a:pt x="10586851" y="4560400"/>
                  <a:pt x="10605081" y="4547553"/>
                  <a:pt x="10624384" y="4547553"/>
                </a:cubicBezTo>
                <a:cubicBezTo>
                  <a:pt x="10617950" y="4528282"/>
                  <a:pt x="10612588" y="4509010"/>
                  <a:pt x="10605081" y="4496163"/>
                </a:cubicBezTo>
                <a:close/>
                <a:moveTo>
                  <a:pt x="11329787" y="4494038"/>
                </a:moveTo>
                <a:cubicBezTo>
                  <a:pt x="11338533" y="4495148"/>
                  <a:pt x="11346978" y="4498375"/>
                  <a:pt x="11355020" y="4504829"/>
                </a:cubicBezTo>
                <a:cubicBezTo>
                  <a:pt x="11245645" y="4550007"/>
                  <a:pt x="11143776" y="4613472"/>
                  <a:pt x="11027968" y="4639289"/>
                </a:cubicBezTo>
                <a:cubicBezTo>
                  <a:pt x="10990437" y="4652197"/>
                  <a:pt x="10951834" y="4645743"/>
                  <a:pt x="10945400" y="4729646"/>
                </a:cubicBezTo>
                <a:cubicBezTo>
                  <a:pt x="10938966" y="4781279"/>
                  <a:pt x="10900364" y="4755462"/>
                  <a:pt x="10913231" y="4723192"/>
                </a:cubicBezTo>
                <a:cubicBezTo>
                  <a:pt x="10874628" y="4723192"/>
                  <a:pt x="10836025" y="4723192"/>
                  <a:pt x="10792061" y="4723192"/>
                </a:cubicBezTo>
                <a:cubicBezTo>
                  <a:pt x="10810290" y="4703830"/>
                  <a:pt x="10836025" y="4703830"/>
                  <a:pt x="10848893" y="4678013"/>
                </a:cubicBezTo>
                <a:cubicBezTo>
                  <a:pt x="10861761" y="4665105"/>
                  <a:pt x="10861761" y="4652197"/>
                  <a:pt x="10861761" y="4632835"/>
                </a:cubicBezTo>
                <a:cubicBezTo>
                  <a:pt x="10868194" y="4600564"/>
                  <a:pt x="10893930" y="4613472"/>
                  <a:pt x="10913231" y="4613472"/>
                </a:cubicBezTo>
                <a:cubicBezTo>
                  <a:pt x="10951834" y="4607018"/>
                  <a:pt x="10990437" y="4588732"/>
                  <a:pt x="11027968" y="4582278"/>
                </a:cubicBezTo>
                <a:cubicBezTo>
                  <a:pt x="11040835" y="4575824"/>
                  <a:pt x="11060137" y="4569369"/>
                  <a:pt x="11079438" y="4569369"/>
                </a:cubicBezTo>
                <a:cubicBezTo>
                  <a:pt x="11098739" y="4569369"/>
                  <a:pt x="11085872" y="4562915"/>
                  <a:pt x="11105173" y="4550007"/>
                </a:cubicBezTo>
                <a:cubicBezTo>
                  <a:pt x="11150210" y="4537099"/>
                  <a:pt x="11201680" y="4524191"/>
                  <a:pt x="11245645" y="4511283"/>
                </a:cubicBezTo>
                <a:cubicBezTo>
                  <a:pt x="11274597" y="4506442"/>
                  <a:pt x="11303550" y="4490710"/>
                  <a:pt x="11329787" y="4494038"/>
                </a:cubicBezTo>
                <a:close/>
                <a:moveTo>
                  <a:pt x="10886462" y="4490646"/>
                </a:moveTo>
                <a:cubicBezTo>
                  <a:pt x="10886462" y="4510036"/>
                  <a:pt x="10892915" y="4522962"/>
                  <a:pt x="10905820" y="4522962"/>
                </a:cubicBezTo>
                <a:cubicBezTo>
                  <a:pt x="10905820" y="4497109"/>
                  <a:pt x="10899367" y="4490646"/>
                  <a:pt x="10886462" y="4490646"/>
                </a:cubicBezTo>
                <a:close/>
                <a:moveTo>
                  <a:pt x="19298799" y="4488492"/>
                </a:moveTo>
                <a:cubicBezTo>
                  <a:pt x="19298799" y="4507757"/>
                  <a:pt x="19298799" y="4520601"/>
                  <a:pt x="19285671" y="4520601"/>
                </a:cubicBezTo>
                <a:cubicBezTo>
                  <a:pt x="19285671" y="4501336"/>
                  <a:pt x="19285671" y="4488492"/>
                  <a:pt x="19298799" y="4488492"/>
                </a:cubicBezTo>
                <a:close/>
                <a:moveTo>
                  <a:pt x="18045543" y="4488492"/>
                </a:moveTo>
                <a:cubicBezTo>
                  <a:pt x="18058387" y="4488492"/>
                  <a:pt x="18071227" y="4494914"/>
                  <a:pt x="18071227" y="4520601"/>
                </a:cubicBezTo>
                <a:cubicBezTo>
                  <a:pt x="18058387" y="4514179"/>
                  <a:pt x="18045543" y="4507757"/>
                  <a:pt x="18039123" y="4501336"/>
                </a:cubicBezTo>
                <a:cubicBezTo>
                  <a:pt x="18039123" y="4494914"/>
                  <a:pt x="18039123" y="4494914"/>
                  <a:pt x="18045543" y="4488492"/>
                </a:cubicBezTo>
                <a:close/>
                <a:moveTo>
                  <a:pt x="16786775" y="4488492"/>
                </a:moveTo>
                <a:cubicBezTo>
                  <a:pt x="16786775" y="4507757"/>
                  <a:pt x="16780455" y="4520601"/>
                  <a:pt x="16768870" y="4520601"/>
                </a:cubicBezTo>
                <a:cubicBezTo>
                  <a:pt x="16768870" y="4494914"/>
                  <a:pt x="16775190" y="4488492"/>
                  <a:pt x="16786775" y="4488492"/>
                </a:cubicBezTo>
                <a:close/>
                <a:moveTo>
                  <a:pt x="15824664" y="4488492"/>
                </a:moveTo>
                <a:cubicBezTo>
                  <a:pt x="15824664" y="4507757"/>
                  <a:pt x="15818676" y="4520601"/>
                  <a:pt x="15806702" y="4520601"/>
                </a:cubicBezTo>
                <a:cubicBezTo>
                  <a:pt x="15806702" y="4494914"/>
                  <a:pt x="15812690" y="4488492"/>
                  <a:pt x="15824664" y="4488492"/>
                </a:cubicBezTo>
                <a:close/>
                <a:moveTo>
                  <a:pt x="15203758" y="4488492"/>
                </a:moveTo>
                <a:cubicBezTo>
                  <a:pt x="15203758" y="4507757"/>
                  <a:pt x="15197770" y="4520601"/>
                  <a:pt x="15185796" y="4520601"/>
                </a:cubicBezTo>
                <a:cubicBezTo>
                  <a:pt x="15185796" y="4494914"/>
                  <a:pt x="15191784" y="4488492"/>
                  <a:pt x="15203758" y="4488492"/>
                </a:cubicBezTo>
                <a:close/>
                <a:moveTo>
                  <a:pt x="21021827" y="4488489"/>
                </a:moveTo>
                <a:cubicBezTo>
                  <a:pt x="21034123" y="4500899"/>
                  <a:pt x="21040271" y="4519514"/>
                  <a:pt x="21052571" y="4531923"/>
                </a:cubicBezTo>
                <a:cubicBezTo>
                  <a:pt x="21040271" y="4544333"/>
                  <a:pt x="21027975" y="4544333"/>
                  <a:pt x="21015679" y="4544333"/>
                </a:cubicBezTo>
                <a:cubicBezTo>
                  <a:pt x="21015679" y="4525718"/>
                  <a:pt x="21021827" y="4507104"/>
                  <a:pt x="21021827" y="4488489"/>
                </a:cubicBezTo>
                <a:close/>
                <a:moveTo>
                  <a:pt x="11356548" y="4476785"/>
                </a:moveTo>
                <a:lnTo>
                  <a:pt x="11351348" y="4487464"/>
                </a:lnTo>
                <a:cubicBezTo>
                  <a:pt x="11351348" y="4487464"/>
                  <a:pt x="11352471" y="4485158"/>
                  <a:pt x="11353874" y="4482276"/>
                </a:cubicBezTo>
                <a:close/>
                <a:moveTo>
                  <a:pt x="11358926" y="4471900"/>
                </a:moveTo>
                <a:lnTo>
                  <a:pt x="11356548" y="4476785"/>
                </a:lnTo>
                <a:lnTo>
                  <a:pt x="11358084" y="4473630"/>
                </a:lnTo>
                <a:cubicBezTo>
                  <a:pt x="11359206" y="4471324"/>
                  <a:pt x="11359768" y="4470171"/>
                  <a:pt x="11358926" y="4471900"/>
                </a:cubicBezTo>
                <a:close/>
                <a:moveTo>
                  <a:pt x="8903997" y="4461474"/>
                </a:moveTo>
                <a:cubicBezTo>
                  <a:pt x="8888883" y="4456638"/>
                  <a:pt x="8868329" y="4480818"/>
                  <a:pt x="8858657" y="4490490"/>
                </a:cubicBezTo>
                <a:cubicBezTo>
                  <a:pt x="8832863" y="4516281"/>
                  <a:pt x="8794173" y="4529177"/>
                  <a:pt x="8755483" y="4542073"/>
                </a:cubicBezTo>
                <a:cubicBezTo>
                  <a:pt x="8717867" y="4561417"/>
                  <a:pt x="8679177" y="4574313"/>
                  <a:pt x="8640487" y="4593656"/>
                </a:cubicBezTo>
                <a:cubicBezTo>
                  <a:pt x="8653384" y="4605477"/>
                  <a:pt x="8717867" y="4618373"/>
                  <a:pt x="8711419" y="4657061"/>
                </a:cubicBezTo>
                <a:cubicBezTo>
                  <a:pt x="8711419" y="4682852"/>
                  <a:pt x="8679177" y="4676405"/>
                  <a:pt x="8679177" y="4708644"/>
                </a:cubicBezTo>
                <a:cubicBezTo>
                  <a:pt x="8749035" y="4650613"/>
                  <a:pt x="8826415" y="4605477"/>
                  <a:pt x="8903795" y="4580760"/>
                </a:cubicBezTo>
                <a:cubicBezTo>
                  <a:pt x="8910244" y="4548521"/>
                  <a:pt x="8923140" y="4509833"/>
                  <a:pt x="8916692" y="4477594"/>
                </a:cubicBezTo>
                <a:cubicBezTo>
                  <a:pt x="8913468" y="4467922"/>
                  <a:pt x="8909035" y="4463086"/>
                  <a:pt x="8903997" y="4461474"/>
                </a:cubicBezTo>
                <a:close/>
                <a:moveTo>
                  <a:pt x="9096172" y="4458250"/>
                </a:moveTo>
                <a:cubicBezTo>
                  <a:pt x="9096172" y="4477594"/>
                  <a:pt x="9096172" y="4490490"/>
                  <a:pt x="9109068" y="4490490"/>
                </a:cubicBezTo>
                <a:cubicBezTo>
                  <a:pt x="9109068" y="4471146"/>
                  <a:pt x="9109068" y="4458250"/>
                  <a:pt x="9096172" y="4458250"/>
                </a:cubicBezTo>
                <a:close/>
                <a:moveTo>
                  <a:pt x="9018791" y="4458250"/>
                </a:moveTo>
                <a:cubicBezTo>
                  <a:pt x="9018791" y="4477594"/>
                  <a:pt x="9025240" y="4490490"/>
                  <a:pt x="9038136" y="4490490"/>
                </a:cubicBezTo>
                <a:cubicBezTo>
                  <a:pt x="9038136" y="4464698"/>
                  <a:pt x="9031688" y="4458250"/>
                  <a:pt x="9018791" y="4458250"/>
                </a:cubicBezTo>
                <a:close/>
                <a:moveTo>
                  <a:pt x="15336444" y="4456721"/>
                </a:moveTo>
                <a:cubicBezTo>
                  <a:pt x="15336444" y="4487464"/>
                  <a:pt x="15311848" y="4487464"/>
                  <a:pt x="15299550" y="4487464"/>
                </a:cubicBezTo>
                <a:cubicBezTo>
                  <a:pt x="15299550" y="4450572"/>
                  <a:pt x="15317998" y="4456721"/>
                  <a:pt x="15336444" y="4456721"/>
                </a:cubicBezTo>
                <a:close/>
                <a:moveTo>
                  <a:pt x="10955021" y="4455098"/>
                </a:moveTo>
                <a:cubicBezTo>
                  <a:pt x="10942922" y="4453482"/>
                  <a:pt x="10928404" y="4458330"/>
                  <a:pt x="10918725" y="4458330"/>
                </a:cubicBezTo>
                <a:cubicBezTo>
                  <a:pt x="10918725" y="4510036"/>
                  <a:pt x="10957441" y="4490646"/>
                  <a:pt x="10976799" y="4490646"/>
                </a:cubicBezTo>
                <a:cubicBezTo>
                  <a:pt x="10976799" y="4464793"/>
                  <a:pt x="10967120" y="4456714"/>
                  <a:pt x="10955021" y="4455098"/>
                </a:cubicBezTo>
                <a:close/>
                <a:moveTo>
                  <a:pt x="17957795" y="4453298"/>
                </a:moveTo>
                <a:cubicBezTo>
                  <a:pt x="17984547" y="4452426"/>
                  <a:pt x="18009195" y="4462897"/>
                  <a:pt x="18038055" y="4476858"/>
                </a:cubicBezTo>
                <a:cubicBezTo>
                  <a:pt x="17999575" y="4501677"/>
                  <a:pt x="17962167" y="4464448"/>
                  <a:pt x="17930107" y="4458243"/>
                </a:cubicBezTo>
                <a:cubicBezTo>
                  <a:pt x="17939723" y="4455140"/>
                  <a:pt x="17948875" y="4453589"/>
                  <a:pt x="17957795" y="4453298"/>
                </a:cubicBezTo>
                <a:close/>
                <a:moveTo>
                  <a:pt x="11464578" y="4452268"/>
                </a:moveTo>
                <a:cubicBezTo>
                  <a:pt x="11481694" y="4450672"/>
                  <a:pt x="11500389" y="4460248"/>
                  <a:pt x="11506709" y="4479401"/>
                </a:cubicBezTo>
                <a:cubicBezTo>
                  <a:pt x="11481430" y="4479401"/>
                  <a:pt x="11456152" y="4485786"/>
                  <a:pt x="11431927" y="4492170"/>
                </a:cubicBezTo>
                <a:cubicBezTo>
                  <a:pt x="11431927" y="4466633"/>
                  <a:pt x="11447463" y="4453864"/>
                  <a:pt x="11464578" y="4452268"/>
                </a:cubicBezTo>
                <a:close/>
                <a:moveTo>
                  <a:pt x="9374754" y="4449044"/>
                </a:moveTo>
                <a:cubicBezTo>
                  <a:pt x="9377872" y="4449044"/>
                  <a:pt x="9380866" y="4452254"/>
                  <a:pt x="9383360" y="4458676"/>
                </a:cubicBezTo>
                <a:lnTo>
                  <a:pt x="9378423" y="4477742"/>
                </a:lnTo>
                <a:lnTo>
                  <a:pt x="9378619" y="4478014"/>
                </a:lnTo>
                <a:cubicBezTo>
                  <a:pt x="9371634" y="4478014"/>
                  <a:pt x="9365646" y="4478014"/>
                  <a:pt x="9360657" y="4478014"/>
                </a:cubicBezTo>
                <a:cubicBezTo>
                  <a:pt x="9360657" y="4472027"/>
                  <a:pt x="9365646" y="4466040"/>
                  <a:pt x="9365646" y="4460052"/>
                </a:cubicBezTo>
                <a:lnTo>
                  <a:pt x="9375695" y="4473966"/>
                </a:lnTo>
                <a:lnTo>
                  <a:pt x="9365398" y="4458676"/>
                </a:lnTo>
                <a:cubicBezTo>
                  <a:pt x="9368392" y="4452254"/>
                  <a:pt x="9371635" y="4449044"/>
                  <a:pt x="9374754" y="4449044"/>
                </a:cubicBezTo>
                <a:close/>
                <a:moveTo>
                  <a:pt x="17366079" y="4445836"/>
                </a:moveTo>
                <a:cubicBezTo>
                  <a:pt x="17392619" y="4465704"/>
                  <a:pt x="17431331" y="4472326"/>
                  <a:pt x="17431331" y="4525306"/>
                </a:cubicBezTo>
                <a:cubicBezTo>
                  <a:pt x="17412527" y="4525306"/>
                  <a:pt x="17392619" y="4525306"/>
                  <a:pt x="17372711" y="4525306"/>
                </a:cubicBezTo>
                <a:cubicBezTo>
                  <a:pt x="17372711" y="4498816"/>
                  <a:pt x="17366079" y="4472326"/>
                  <a:pt x="17366079" y="4445836"/>
                </a:cubicBezTo>
                <a:close/>
                <a:moveTo>
                  <a:pt x="18455575" y="4433297"/>
                </a:moveTo>
                <a:cubicBezTo>
                  <a:pt x="18463263" y="4434903"/>
                  <a:pt x="18469411" y="4442929"/>
                  <a:pt x="18469411" y="4458982"/>
                </a:cubicBezTo>
                <a:cubicBezTo>
                  <a:pt x="18457111" y="4452561"/>
                  <a:pt x="18444815" y="4446140"/>
                  <a:pt x="18432519" y="4446140"/>
                </a:cubicBezTo>
                <a:cubicBezTo>
                  <a:pt x="18438667" y="4436508"/>
                  <a:pt x="18447891" y="4431692"/>
                  <a:pt x="18455575" y="4433297"/>
                </a:cubicBezTo>
                <a:close/>
                <a:moveTo>
                  <a:pt x="11540338" y="4431807"/>
                </a:moveTo>
                <a:cubicBezTo>
                  <a:pt x="11552747" y="4430211"/>
                  <a:pt x="11563606" y="4434999"/>
                  <a:pt x="11563606" y="4457345"/>
                </a:cubicBezTo>
                <a:cubicBezTo>
                  <a:pt x="11549645" y="4457345"/>
                  <a:pt x="11532194" y="4460936"/>
                  <a:pt x="11519105" y="4454652"/>
                </a:cubicBezTo>
                <a:lnTo>
                  <a:pt x="11512377" y="4448676"/>
                </a:lnTo>
                <a:lnTo>
                  <a:pt x="11513251" y="4449846"/>
                </a:lnTo>
                <a:cubicBezTo>
                  <a:pt x="11514747" y="4452254"/>
                  <a:pt x="11516244" y="4455465"/>
                  <a:pt x="11516244" y="4458676"/>
                </a:cubicBezTo>
                <a:cubicBezTo>
                  <a:pt x="11510257" y="4465097"/>
                  <a:pt x="11510257" y="4471518"/>
                  <a:pt x="11510257" y="4477939"/>
                </a:cubicBezTo>
                <a:cubicBezTo>
                  <a:pt x="11507263" y="4468308"/>
                  <a:pt x="11504269" y="4463492"/>
                  <a:pt x="11503521" y="4459478"/>
                </a:cubicBezTo>
                <a:lnTo>
                  <a:pt x="11509928" y="4446500"/>
                </a:lnTo>
                <a:lnTo>
                  <a:pt x="11507762" y="4444576"/>
                </a:lnTo>
                <a:cubicBezTo>
                  <a:pt x="11513967" y="4441384"/>
                  <a:pt x="11527928" y="4433403"/>
                  <a:pt x="11540338" y="4431807"/>
                </a:cubicBezTo>
                <a:close/>
                <a:moveTo>
                  <a:pt x="10716226" y="4426876"/>
                </a:moveTo>
                <a:cubicBezTo>
                  <a:pt x="10729069" y="4439930"/>
                  <a:pt x="10735491" y="4452984"/>
                  <a:pt x="10748335" y="4459511"/>
                </a:cubicBezTo>
                <a:cubicBezTo>
                  <a:pt x="10735491" y="4466038"/>
                  <a:pt x="10722648" y="4479092"/>
                  <a:pt x="10716226" y="4492146"/>
                </a:cubicBezTo>
                <a:cubicBezTo>
                  <a:pt x="10716226" y="4472565"/>
                  <a:pt x="10716226" y="4452984"/>
                  <a:pt x="10716226" y="4426876"/>
                </a:cubicBezTo>
                <a:close/>
                <a:moveTo>
                  <a:pt x="10014741" y="4426876"/>
                </a:moveTo>
                <a:cubicBezTo>
                  <a:pt x="10026716" y="4426876"/>
                  <a:pt x="10032703" y="4433297"/>
                  <a:pt x="10032703" y="4458982"/>
                </a:cubicBezTo>
                <a:cubicBezTo>
                  <a:pt x="10020728" y="4458982"/>
                  <a:pt x="10014741" y="4452561"/>
                  <a:pt x="10014741" y="4426876"/>
                </a:cubicBezTo>
                <a:close/>
                <a:moveTo>
                  <a:pt x="15539128" y="4421748"/>
                </a:moveTo>
                <a:cubicBezTo>
                  <a:pt x="15545894" y="4422574"/>
                  <a:pt x="15552694" y="4424228"/>
                  <a:pt x="15559156" y="4425881"/>
                </a:cubicBezTo>
                <a:cubicBezTo>
                  <a:pt x="15533304" y="4432495"/>
                  <a:pt x="15514994" y="4445722"/>
                  <a:pt x="15489142" y="4458949"/>
                </a:cubicBezTo>
                <a:cubicBezTo>
                  <a:pt x="15498834" y="4424228"/>
                  <a:pt x="15518830" y="4419268"/>
                  <a:pt x="15539128" y="4421748"/>
                </a:cubicBezTo>
                <a:close/>
                <a:moveTo>
                  <a:pt x="9661633" y="4419118"/>
                </a:moveTo>
                <a:cubicBezTo>
                  <a:pt x="9681023" y="4419118"/>
                  <a:pt x="9700413" y="4412654"/>
                  <a:pt x="9706876" y="4444971"/>
                </a:cubicBezTo>
                <a:cubicBezTo>
                  <a:pt x="9706876" y="4464361"/>
                  <a:pt x="9713339" y="4490214"/>
                  <a:pt x="9732729" y="4483750"/>
                </a:cubicBezTo>
                <a:cubicBezTo>
                  <a:pt x="9765046" y="4470824"/>
                  <a:pt x="9777972" y="4464361"/>
                  <a:pt x="9790899" y="4522530"/>
                </a:cubicBezTo>
                <a:cubicBezTo>
                  <a:pt x="9732729" y="4548383"/>
                  <a:pt x="9668096" y="4580700"/>
                  <a:pt x="9609927" y="4611939"/>
                </a:cubicBezTo>
                <a:cubicBezTo>
                  <a:pt x="9577610" y="4637792"/>
                  <a:pt x="9526981" y="4695962"/>
                  <a:pt x="9507591" y="4611939"/>
                </a:cubicBezTo>
                <a:cubicBezTo>
                  <a:pt x="9520518" y="4611939"/>
                  <a:pt x="9533444" y="4611939"/>
                  <a:pt x="9546371" y="4611939"/>
                </a:cubicBezTo>
                <a:cubicBezTo>
                  <a:pt x="9546371" y="4554847"/>
                  <a:pt x="9526981" y="4477287"/>
                  <a:pt x="9577610" y="4464361"/>
                </a:cubicBezTo>
                <a:cubicBezTo>
                  <a:pt x="9603463" y="4457897"/>
                  <a:pt x="9655170" y="4412654"/>
                  <a:pt x="9674559" y="4477287"/>
                </a:cubicBezTo>
                <a:lnTo>
                  <a:pt x="9674697" y="4476977"/>
                </a:lnTo>
                <a:lnTo>
                  <a:pt x="9673982" y="4456268"/>
                </a:lnTo>
                <a:cubicBezTo>
                  <a:pt x="9675105" y="4454261"/>
                  <a:pt x="9676789" y="4453258"/>
                  <a:pt x="9678940" y="4453559"/>
                </a:cubicBezTo>
                <a:lnTo>
                  <a:pt x="9686569" y="4458586"/>
                </a:lnTo>
                <a:lnTo>
                  <a:pt x="9687486" y="4457897"/>
                </a:lnTo>
                <a:cubicBezTo>
                  <a:pt x="9674559" y="4444971"/>
                  <a:pt x="9668096" y="4432044"/>
                  <a:pt x="9661633" y="4419118"/>
                </a:cubicBezTo>
                <a:close/>
                <a:moveTo>
                  <a:pt x="383018" y="4418305"/>
                </a:moveTo>
                <a:cubicBezTo>
                  <a:pt x="405162" y="4418305"/>
                  <a:pt x="429773" y="4426508"/>
                  <a:pt x="439616" y="4426508"/>
                </a:cubicBezTo>
                <a:cubicBezTo>
                  <a:pt x="439616" y="4492136"/>
                  <a:pt x="360865" y="4459322"/>
                  <a:pt x="341175" y="4459322"/>
                </a:cubicBezTo>
                <a:cubicBezTo>
                  <a:pt x="341175" y="4426508"/>
                  <a:pt x="360865" y="4418305"/>
                  <a:pt x="383018" y="4418305"/>
                </a:cubicBezTo>
                <a:close/>
                <a:moveTo>
                  <a:pt x="17280143" y="4416376"/>
                </a:moveTo>
                <a:cubicBezTo>
                  <a:pt x="17300527" y="4417996"/>
                  <a:pt x="17321723" y="4426095"/>
                  <a:pt x="17341291" y="4426095"/>
                </a:cubicBezTo>
                <a:cubicBezTo>
                  <a:pt x="17334767" y="4445534"/>
                  <a:pt x="17328247" y="4464973"/>
                  <a:pt x="17321723" y="4477932"/>
                </a:cubicBezTo>
                <a:cubicBezTo>
                  <a:pt x="17308679" y="4477932"/>
                  <a:pt x="17302155" y="4471453"/>
                  <a:pt x="17289111" y="4471453"/>
                </a:cubicBezTo>
                <a:cubicBezTo>
                  <a:pt x="17269543" y="4458493"/>
                  <a:pt x="17243455" y="4452014"/>
                  <a:pt x="17223887" y="4445534"/>
                </a:cubicBezTo>
                <a:cubicBezTo>
                  <a:pt x="17240195" y="4419616"/>
                  <a:pt x="17259759" y="4414756"/>
                  <a:pt x="17280143" y="4416376"/>
                </a:cubicBezTo>
                <a:close/>
                <a:moveTo>
                  <a:pt x="11931121" y="4412654"/>
                </a:moveTo>
                <a:cubicBezTo>
                  <a:pt x="11937580" y="4419177"/>
                  <a:pt x="11950498" y="4432222"/>
                  <a:pt x="11956957" y="4445267"/>
                </a:cubicBezTo>
                <a:cubicBezTo>
                  <a:pt x="11892365" y="4458312"/>
                  <a:pt x="11828850" y="4471358"/>
                  <a:pt x="11764257" y="4490926"/>
                </a:cubicBezTo>
                <a:cubicBezTo>
                  <a:pt x="11731961" y="4497448"/>
                  <a:pt x="11706125" y="4497448"/>
                  <a:pt x="11680288" y="4510493"/>
                </a:cubicBezTo>
                <a:cubicBezTo>
                  <a:pt x="11665754" y="4515385"/>
                  <a:pt x="11648194" y="4523946"/>
                  <a:pt x="11632146" y="4516914"/>
                </a:cubicBezTo>
                <a:lnTo>
                  <a:pt x="11619328" y="4506123"/>
                </a:lnTo>
                <a:lnTo>
                  <a:pt x="11624279" y="4523463"/>
                </a:lnTo>
                <a:cubicBezTo>
                  <a:pt x="11622831" y="4528843"/>
                  <a:pt x="11618354" y="4530380"/>
                  <a:pt x="11612034" y="4521157"/>
                </a:cubicBezTo>
                <a:lnTo>
                  <a:pt x="11617665" y="4504723"/>
                </a:lnTo>
                <a:lnTo>
                  <a:pt x="11616772" y="4503971"/>
                </a:lnTo>
                <a:lnTo>
                  <a:pt x="11618067" y="4503548"/>
                </a:lnTo>
                <a:lnTo>
                  <a:pt x="11618354" y="4502711"/>
                </a:lnTo>
                <a:lnTo>
                  <a:pt x="11618548" y="4503391"/>
                </a:lnTo>
                <a:lnTo>
                  <a:pt x="11796554" y="4445267"/>
                </a:lnTo>
                <a:cubicBezTo>
                  <a:pt x="11828850" y="4438745"/>
                  <a:pt x="11853610" y="4432222"/>
                  <a:pt x="11885906" y="4425699"/>
                </a:cubicBezTo>
                <a:cubicBezTo>
                  <a:pt x="11898824" y="4419177"/>
                  <a:pt x="11918202" y="4412654"/>
                  <a:pt x="11931121" y="4412654"/>
                </a:cubicBezTo>
                <a:close/>
                <a:moveTo>
                  <a:pt x="10624384" y="4412654"/>
                </a:moveTo>
                <a:cubicBezTo>
                  <a:pt x="10612588" y="4419078"/>
                  <a:pt x="10605081" y="4431925"/>
                  <a:pt x="10605081" y="4444773"/>
                </a:cubicBezTo>
                <a:cubicBezTo>
                  <a:pt x="10624384" y="4449591"/>
                  <a:pt x="10643687" y="4447182"/>
                  <a:pt x="10660275" y="4459226"/>
                </a:cubicBezTo>
                <a:lnTo>
                  <a:pt x="10673742" y="4474493"/>
                </a:lnTo>
                <a:lnTo>
                  <a:pt x="10668826" y="4458676"/>
                </a:lnTo>
                <a:cubicBezTo>
                  <a:pt x="10674813" y="4445833"/>
                  <a:pt x="10680801" y="4445833"/>
                  <a:pt x="10686788" y="4458676"/>
                </a:cubicBezTo>
                <a:lnTo>
                  <a:pt x="10675627" y="4476630"/>
                </a:lnTo>
                <a:lnTo>
                  <a:pt x="10675858" y="4476892"/>
                </a:lnTo>
                <a:lnTo>
                  <a:pt x="10675464" y="4476892"/>
                </a:lnTo>
                <a:lnTo>
                  <a:pt x="10674813" y="4477939"/>
                </a:lnTo>
                <a:lnTo>
                  <a:pt x="10674487" y="4476892"/>
                </a:lnTo>
                <a:lnTo>
                  <a:pt x="10659772" y="4476892"/>
                </a:lnTo>
                <a:cubicBezTo>
                  <a:pt x="10653338" y="4478497"/>
                  <a:pt x="10646904" y="4483315"/>
                  <a:pt x="10643687" y="4496163"/>
                </a:cubicBezTo>
                <a:cubicBezTo>
                  <a:pt x="10630818" y="4521858"/>
                  <a:pt x="10637253" y="4553977"/>
                  <a:pt x="10637253" y="4579672"/>
                </a:cubicBezTo>
                <a:cubicBezTo>
                  <a:pt x="10675858" y="4573248"/>
                  <a:pt x="10714463" y="4573248"/>
                  <a:pt x="10753069" y="4592519"/>
                </a:cubicBezTo>
                <a:cubicBezTo>
                  <a:pt x="10650121" y="4655686"/>
                  <a:pt x="10548246" y="4726347"/>
                  <a:pt x="10439936" y="4758466"/>
                </a:cubicBezTo>
                <a:cubicBezTo>
                  <a:pt x="10414199" y="4771313"/>
                  <a:pt x="10383101" y="4771313"/>
                  <a:pt x="10363798" y="4784161"/>
                </a:cubicBezTo>
                <a:cubicBezTo>
                  <a:pt x="10338061" y="4797008"/>
                  <a:pt x="10318758" y="4821632"/>
                  <a:pt x="10293021" y="4834480"/>
                </a:cubicBezTo>
                <a:cubicBezTo>
                  <a:pt x="10241548" y="4860175"/>
                  <a:pt x="10184712" y="4853751"/>
                  <a:pt x="10133238" y="4866599"/>
                </a:cubicBezTo>
                <a:cubicBezTo>
                  <a:pt x="10165409" y="4840904"/>
                  <a:pt x="10204015" y="4815209"/>
                  <a:pt x="10241548" y="4784161"/>
                </a:cubicBezTo>
                <a:cubicBezTo>
                  <a:pt x="10267284" y="4758466"/>
                  <a:pt x="10254416" y="4707076"/>
                  <a:pt x="10254416" y="4674957"/>
                </a:cubicBezTo>
                <a:cubicBezTo>
                  <a:pt x="10260850" y="4681381"/>
                  <a:pt x="10267284" y="4694228"/>
                  <a:pt x="10273719" y="4707076"/>
                </a:cubicBezTo>
                <a:cubicBezTo>
                  <a:pt x="10273719" y="4668533"/>
                  <a:pt x="10286587" y="4623567"/>
                  <a:pt x="10267284" y="4597872"/>
                </a:cubicBezTo>
                <a:cubicBezTo>
                  <a:pt x="10247982" y="4566824"/>
                  <a:pt x="10215811" y="4573248"/>
                  <a:pt x="10191146" y="4560400"/>
                </a:cubicBezTo>
                <a:cubicBezTo>
                  <a:pt x="10267284" y="4457620"/>
                  <a:pt x="10376666" y="4470468"/>
                  <a:pt x="10472107" y="4457620"/>
                </a:cubicBezTo>
                <a:cubicBezTo>
                  <a:pt x="10472107" y="4476892"/>
                  <a:pt x="10472107" y="4502587"/>
                  <a:pt x="10472107" y="4521858"/>
                </a:cubicBezTo>
                <a:cubicBezTo>
                  <a:pt x="10523581" y="4489739"/>
                  <a:pt x="10567548" y="4425502"/>
                  <a:pt x="10624384" y="4412654"/>
                </a:cubicBezTo>
                <a:close/>
                <a:moveTo>
                  <a:pt x="20902203" y="4396919"/>
                </a:moveTo>
                <a:cubicBezTo>
                  <a:pt x="20922199" y="4392184"/>
                  <a:pt x="20943527" y="4416013"/>
                  <a:pt x="20957747" y="4425789"/>
                </a:cubicBezTo>
                <a:cubicBezTo>
                  <a:pt x="20951427" y="4445340"/>
                  <a:pt x="20945107" y="4464892"/>
                  <a:pt x="20945107" y="4477926"/>
                </a:cubicBezTo>
                <a:cubicBezTo>
                  <a:pt x="20926147" y="4458374"/>
                  <a:pt x="20901923" y="4432306"/>
                  <a:pt x="20882963" y="4412754"/>
                </a:cubicBezTo>
                <a:cubicBezTo>
                  <a:pt x="20889019" y="4403250"/>
                  <a:pt x="20895539" y="4398498"/>
                  <a:pt x="20902203" y="4396919"/>
                </a:cubicBezTo>
                <a:close/>
                <a:moveTo>
                  <a:pt x="17149399" y="4395190"/>
                </a:moveTo>
                <a:cubicBezTo>
                  <a:pt x="17155507" y="4395622"/>
                  <a:pt x="17161323" y="4396383"/>
                  <a:pt x="17165975" y="4396383"/>
                </a:cubicBezTo>
                <a:cubicBezTo>
                  <a:pt x="17165975" y="4449469"/>
                  <a:pt x="17128747" y="4429562"/>
                  <a:pt x="17110131" y="4429562"/>
                </a:cubicBezTo>
                <a:cubicBezTo>
                  <a:pt x="17110131" y="4395553"/>
                  <a:pt x="17131075" y="4393894"/>
                  <a:pt x="17149399" y="4395190"/>
                </a:cubicBezTo>
                <a:close/>
                <a:moveTo>
                  <a:pt x="11655876" y="4395190"/>
                </a:moveTo>
                <a:cubicBezTo>
                  <a:pt x="11661998" y="4395622"/>
                  <a:pt x="11667857" y="4396383"/>
                  <a:pt x="11672597" y="4396383"/>
                </a:cubicBezTo>
                <a:cubicBezTo>
                  <a:pt x="11672597" y="4449469"/>
                  <a:pt x="11635731" y="4429562"/>
                  <a:pt x="11616772" y="4429562"/>
                </a:cubicBezTo>
                <a:cubicBezTo>
                  <a:pt x="11616772" y="4395553"/>
                  <a:pt x="11637509" y="4393894"/>
                  <a:pt x="11655876" y="4395190"/>
                </a:cubicBezTo>
                <a:close/>
                <a:moveTo>
                  <a:pt x="19189879" y="4393697"/>
                </a:moveTo>
                <a:cubicBezTo>
                  <a:pt x="19189879" y="4412962"/>
                  <a:pt x="19183891" y="4425806"/>
                  <a:pt x="19171919" y="4425806"/>
                </a:cubicBezTo>
                <a:cubicBezTo>
                  <a:pt x="19171919" y="4406541"/>
                  <a:pt x="19177903" y="4393697"/>
                  <a:pt x="19189879" y="4393697"/>
                </a:cubicBezTo>
                <a:close/>
                <a:moveTo>
                  <a:pt x="17848535" y="4393697"/>
                </a:moveTo>
                <a:cubicBezTo>
                  <a:pt x="17848535" y="4419384"/>
                  <a:pt x="17842547" y="4425806"/>
                  <a:pt x="17830571" y="4425806"/>
                </a:cubicBezTo>
                <a:cubicBezTo>
                  <a:pt x="17830571" y="4406541"/>
                  <a:pt x="17836559" y="4393697"/>
                  <a:pt x="17848535" y="4393697"/>
                </a:cubicBezTo>
                <a:close/>
                <a:moveTo>
                  <a:pt x="17185967" y="4393697"/>
                </a:moveTo>
                <a:cubicBezTo>
                  <a:pt x="17197551" y="4400082"/>
                  <a:pt x="17210191" y="4406466"/>
                  <a:pt x="17222831" y="4412850"/>
                </a:cubicBezTo>
                <a:cubicBezTo>
                  <a:pt x="17216511" y="4425619"/>
                  <a:pt x="17204927" y="4432003"/>
                  <a:pt x="17197551" y="4444772"/>
                </a:cubicBezTo>
                <a:cubicBezTo>
                  <a:pt x="17191235" y="4432003"/>
                  <a:pt x="17191235" y="4412850"/>
                  <a:pt x="17185967" y="4393697"/>
                </a:cubicBezTo>
                <a:close/>
                <a:moveTo>
                  <a:pt x="10828980" y="4393697"/>
                </a:moveTo>
                <a:cubicBezTo>
                  <a:pt x="10828980" y="4419384"/>
                  <a:pt x="10822993" y="4425806"/>
                  <a:pt x="10811018" y="4425806"/>
                </a:cubicBezTo>
                <a:cubicBezTo>
                  <a:pt x="10811018" y="4406541"/>
                  <a:pt x="10818003" y="4393697"/>
                  <a:pt x="10828980" y="4393697"/>
                </a:cubicBezTo>
                <a:close/>
                <a:moveTo>
                  <a:pt x="10450799" y="4393697"/>
                </a:moveTo>
                <a:cubicBezTo>
                  <a:pt x="10462774" y="4393697"/>
                  <a:pt x="10468761" y="4406541"/>
                  <a:pt x="10468761" y="4425806"/>
                </a:cubicBezTo>
                <a:cubicBezTo>
                  <a:pt x="10456786" y="4425806"/>
                  <a:pt x="10450799" y="4412962"/>
                  <a:pt x="10450799" y="4393697"/>
                </a:cubicBezTo>
                <a:close/>
                <a:moveTo>
                  <a:pt x="16602978" y="4393694"/>
                </a:moveTo>
                <a:cubicBezTo>
                  <a:pt x="16627798" y="4406820"/>
                  <a:pt x="16646414" y="4446197"/>
                  <a:pt x="16658822" y="4492136"/>
                </a:cubicBezTo>
                <a:cubicBezTo>
                  <a:pt x="16615388" y="4492136"/>
                  <a:pt x="16615388" y="4452760"/>
                  <a:pt x="16602978" y="4393694"/>
                </a:cubicBezTo>
                <a:close/>
                <a:moveTo>
                  <a:pt x="9189528" y="4387259"/>
                </a:moveTo>
                <a:cubicBezTo>
                  <a:pt x="9192522" y="4387259"/>
                  <a:pt x="9195516" y="4390300"/>
                  <a:pt x="9198509" y="4396383"/>
                </a:cubicBezTo>
                <a:cubicBezTo>
                  <a:pt x="9192522" y="4416290"/>
                  <a:pt x="9186534" y="4416290"/>
                  <a:pt x="9180547" y="4396383"/>
                </a:cubicBezTo>
                <a:cubicBezTo>
                  <a:pt x="9183541" y="4390300"/>
                  <a:pt x="9186535" y="4387259"/>
                  <a:pt x="9189528" y="4387259"/>
                </a:cubicBezTo>
                <a:close/>
                <a:moveTo>
                  <a:pt x="17062407" y="4365915"/>
                </a:moveTo>
                <a:cubicBezTo>
                  <a:pt x="17072327" y="4368153"/>
                  <a:pt x="17080591" y="4377369"/>
                  <a:pt x="17080591" y="4392641"/>
                </a:cubicBezTo>
                <a:cubicBezTo>
                  <a:pt x="17060751" y="4392641"/>
                  <a:pt x="17047527" y="4387375"/>
                  <a:pt x="17034299" y="4381055"/>
                </a:cubicBezTo>
                <a:cubicBezTo>
                  <a:pt x="17040911" y="4368416"/>
                  <a:pt x="17052487" y="4363677"/>
                  <a:pt x="17062407" y="4365915"/>
                </a:cubicBezTo>
                <a:close/>
                <a:moveTo>
                  <a:pt x="17638075" y="4362945"/>
                </a:moveTo>
                <a:cubicBezTo>
                  <a:pt x="17643763" y="4363480"/>
                  <a:pt x="17649347" y="4364310"/>
                  <a:pt x="17654135" y="4364310"/>
                </a:cubicBezTo>
                <a:cubicBezTo>
                  <a:pt x="17654135" y="4416290"/>
                  <a:pt x="17622215" y="4396383"/>
                  <a:pt x="17603063" y="4396383"/>
                </a:cubicBezTo>
                <a:cubicBezTo>
                  <a:pt x="17603063" y="4362374"/>
                  <a:pt x="17621019" y="4361338"/>
                  <a:pt x="17638075" y="4362945"/>
                </a:cubicBezTo>
                <a:close/>
                <a:moveTo>
                  <a:pt x="17754895" y="4361613"/>
                </a:moveTo>
                <a:cubicBezTo>
                  <a:pt x="17767027" y="4366165"/>
                  <a:pt x="17779899" y="4382570"/>
                  <a:pt x="17786879" y="4392642"/>
                </a:cubicBezTo>
                <a:cubicBezTo>
                  <a:pt x="17768263" y="4392642"/>
                  <a:pt x="17749651" y="4387375"/>
                  <a:pt x="17731035" y="4381056"/>
                </a:cubicBezTo>
                <a:cubicBezTo>
                  <a:pt x="17734135" y="4369996"/>
                  <a:pt x="17738403" y="4364071"/>
                  <a:pt x="17743251" y="4361685"/>
                </a:cubicBezTo>
                <a:cubicBezTo>
                  <a:pt x="17746887" y="4359895"/>
                  <a:pt x="17750851" y="4360096"/>
                  <a:pt x="17754895" y="4361613"/>
                </a:cubicBezTo>
                <a:close/>
                <a:moveTo>
                  <a:pt x="20033551" y="4360518"/>
                </a:moveTo>
                <a:cubicBezTo>
                  <a:pt x="20033551" y="4380424"/>
                  <a:pt x="20027563" y="4392588"/>
                  <a:pt x="20015587" y="4392588"/>
                </a:cubicBezTo>
                <a:cubicBezTo>
                  <a:pt x="20015587" y="4373789"/>
                  <a:pt x="20021575" y="4360518"/>
                  <a:pt x="20033551" y="4360518"/>
                </a:cubicBezTo>
                <a:close/>
                <a:moveTo>
                  <a:pt x="12070792" y="4360518"/>
                </a:moveTo>
                <a:cubicBezTo>
                  <a:pt x="12070792" y="4387059"/>
                  <a:pt x="12064805" y="4392588"/>
                  <a:pt x="12052830" y="4392588"/>
                </a:cubicBezTo>
                <a:cubicBezTo>
                  <a:pt x="12052830" y="4373789"/>
                  <a:pt x="12058817" y="4360518"/>
                  <a:pt x="12070792" y="4360518"/>
                </a:cubicBezTo>
                <a:close/>
                <a:moveTo>
                  <a:pt x="11506764" y="4360518"/>
                </a:moveTo>
                <a:cubicBezTo>
                  <a:pt x="11506764" y="4387059"/>
                  <a:pt x="11500777" y="4392588"/>
                  <a:pt x="11488802" y="4392588"/>
                </a:cubicBezTo>
                <a:cubicBezTo>
                  <a:pt x="11488802" y="4373789"/>
                  <a:pt x="11494789" y="4360518"/>
                  <a:pt x="11506764" y="4360518"/>
                </a:cubicBezTo>
                <a:close/>
                <a:moveTo>
                  <a:pt x="10710459" y="4360518"/>
                </a:moveTo>
                <a:cubicBezTo>
                  <a:pt x="10710459" y="4397382"/>
                  <a:pt x="10692013" y="4391062"/>
                  <a:pt x="10673567" y="4391062"/>
                </a:cubicBezTo>
                <a:cubicBezTo>
                  <a:pt x="10673567" y="4360518"/>
                  <a:pt x="10698162" y="4360518"/>
                  <a:pt x="10710459" y="4360518"/>
                </a:cubicBezTo>
                <a:close/>
                <a:moveTo>
                  <a:pt x="16412890" y="4356657"/>
                </a:moveTo>
                <a:cubicBezTo>
                  <a:pt x="16415884" y="4357459"/>
                  <a:pt x="16418878" y="4360670"/>
                  <a:pt x="16421872" y="4363881"/>
                </a:cubicBezTo>
                <a:cubicBezTo>
                  <a:pt x="16415884" y="4370302"/>
                  <a:pt x="16415884" y="4376723"/>
                  <a:pt x="16409896" y="4383144"/>
                </a:cubicBezTo>
                <a:lnTo>
                  <a:pt x="16408446" y="4378480"/>
                </a:lnTo>
                <a:lnTo>
                  <a:pt x="16399170" y="4378480"/>
                </a:lnTo>
                <a:lnTo>
                  <a:pt x="16404182" y="4364759"/>
                </a:lnTo>
                <a:lnTo>
                  <a:pt x="16403910" y="4363881"/>
                </a:lnTo>
                <a:lnTo>
                  <a:pt x="16404750" y="4363205"/>
                </a:lnTo>
                <a:lnTo>
                  <a:pt x="16405732" y="4360518"/>
                </a:lnTo>
                <a:lnTo>
                  <a:pt x="16406268" y="4361984"/>
                </a:lnTo>
                <a:close/>
                <a:moveTo>
                  <a:pt x="11772498" y="4341558"/>
                </a:moveTo>
                <a:cubicBezTo>
                  <a:pt x="11784908" y="4348075"/>
                  <a:pt x="11784908" y="4380660"/>
                  <a:pt x="11791113" y="4392608"/>
                </a:cubicBezTo>
                <a:cubicBezTo>
                  <a:pt x="11772498" y="4392608"/>
                  <a:pt x="11753884" y="4392608"/>
                  <a:pt x="11735269" y="4392608"/>
                </a:cubicBezTo>
                <a:cubicBezTo>
                  <a:pt x="11735269" y="4367626"/>
                  <a:pt x="11753884" y="4341558"/>
                  <a:pt x="11772498" y="4341558"/>
                </a:cubicBezTo>
                <a:close/>
                <a:moveTo>
                  <a:pt x="17531327" y="4338502"/>
                </a:moveTo>
                <a:cubicBezTo>
                  <a:pt x="17539011" y="4340108"/>
                  <a:pt x="17545163" y="4348134"/>
                  <a:pt x="17545163" y="4364187"/>
                </a:cubicBezTo>
                <a:cubicBezTo>
                  <a:pt x="17532863" y="4364187"/>
                  <a:pt x="17520567" y="4357766"/>
                  <a:pt x="17508271" y="4351345"/>
                </a:cubicBezTo>
                <a:cubicBezTo>
                  <a:pt x="17514419" y="4341713"/>
                  <a:pt x="17523643" y="4336897"/>
                  <a:pt x="17531327" y="4338502"/>
                </a:cubicBezTo>
                <a:close/>
                <a:moveTo>
                  <a:pt x="12468874" y="4338230"/>
                </a:moveTo>
                <a:cubicBezTo>
                  <a:pt x="12468874" y="4368973"/>
                  <a:pt x="12444649" y="4362825"/>
                  <a:pt x="12432010" y="4362825"/>
                </a:cubicBezTo>
                <a:cubicBezTo>
                  <a:pt x="12432010" y="4332081"/>
                  <a:pt x="12449915" y="4338230"/>
                  <a:pt x="12468874" y="4338230"/>
                </a:cubicBezTo>
                <a:close/>
                <a:moveTo>
                  <a:pt x="20837211" y="4336820"/>
                </a:moveTo>
                <a:cubicBezTo>
                  <a:pt x="20856363" y="4349459"/>
                  <a:pt x="20869131" y="4368418"/>
                  <a:pt x="20881899" y="4381057"/>
                </a:cubicBezTo>
                <a:cubicBezTo>
                  <a:pt x="20869131" y="4411602"/>
                  <a:pt x="20843595" y="4362099"/>
                  <a:pt x="20830827" y="4349459"/>
                </a:cubicBezTo>
                <a:cubicBezTo>
                  <a:pt x="20830827" y="4343140"/>
                  <a:pt x="20837211" y="4343140"/>
                  <a:pt x="20837211" y="4336820"/>
                </a:cubicBezTo>
                <a:close/>
                <a:moveTo>
                  <a:pt x="19686627" y="4336820"/>
                </a:moveTo>
                <a:cubicBezTo>
                  <a:pt x="19698923" y="4336820"/>
                  <a:pt x="19711223" y="4336820"/>
                  <a:pt x="19711223" y="4364120"/>
                </a:cubicBezTo>
                <a:cubicBezTo>
                  <a:pt x="19698923" y="4364120"/>
                  <a:pt x="19686627" y="4357295"/>
                  <a:pt x="19674331" y="4350470"/>
                </a:cubicBezTo>
                <a:cubicBezTo>
                  <a:pt x="19680479" y="4350470"/>
                  <a:pt x="19680479" y="4343645"/>
                  <a:pt x="19686627" y="4336820"/>
                </a:cubicBezTo>
                <a:close/>
                <a:moveTo>
                  <a:pt x="9975299" y="4336814"/>
                </a:moveTo>
                <a:cubicBezTo>
                  <a:pt x="9975299" y="4356158"/>
                  <a:pt x="9987121" y="4362606"/>
                  <a:pt x="10000017" y="4362606"/>
                </a:cubicBezTo>
                <a:cubicBezTo>
                  <a:pt x="10000017" y="4343262"/>
                  <a:pt x="9987121" y="4336814"/>
                  <a:pt x="9975299" y="4336814"/>
                </a:cubicBezTo>
                <a:close/>
                <a:moveTo>
                  <a:pt x="12145384" y="4332868"/>
                </a:moveTo>
                <a:cubicBezTo>
                  <a:pt x="12158629" y="4333658"/>
                  <a:pt x="12170219" y="4339978"/>
                  <a:pt x="12170219" y="4362097"/>
                </a:cubicBezTo>
                <a:cubicBezTo>
                  <a:pt x="12143728" y="4362097"/>
                  <a:pt x="12130483" y="4355778"/>
                  <a:pt x="12130483" y="4398962"/>
                </a:cubicBezTo>
                <a:cubicBezTo>
                  <a:pt x="12123860" y="4430561"/>
                  <a:pt x="12110615" y="4424241"/>
                  <a:pt x="12090747" y="4424241"/>
                </a:cubicBezTo>
                <a:cubicBezTo>
                  <a:pt x="12097370" y="4398962"/>
                  <a:pt x="12103992" y="4368417"/>
                  <a:pt x="12110615" y="4336818"/>
                </a:cubicBezTo>
                <a:cubicBezTo>
                  <a:pt x="12117237" y="4336818"/>
                  <a:pt x="12132138" y="4332078"/>
                  <a:pt x="12145384" y="4332868"/>
                </a:cubicBezTo>
                <a:close/>
                <a:moveTo>
                  <a:pt x="11874848" y="4313538"/>
                </a:moveTo>
                <a:cubicBezTo>
                  <a:pt x="11882156" y="4311931"/>
                  <a:pt x="11889257" y="4312099"/>
                  <a:pt x="11895870" y="4315004"/>
                </a:cubicBezTo>
                <a:cubicBezTo>
                  <a:pt x="11904688" y="4318878"/>
                  <a:pt x="11912636" y="4327619"/>
                  <a:pt x="11919049" y="4343511"/>
                </a:cubicBezTo>
                <a:cubicBezTo>
                  <a:pt x="11880574" y="4356225"/>
                  <a:pt x="11843167" y="4368939"/>
                  <a:pt x="11811104" y="4349868"/>
                </a:cubicBezTo>
                <a:cubicBezTo>
                  <a:pt x="11829139" y="4339141"/>
                  <a:pt x="11852924" y="4318357"/>
                  <a:pt x="11874848" y="4313538"/>
                </a:cubicBezTo>
                <a:close/>
                <a:moveTo>
                  <a:pt x="16957107" y="4313124"/>
                </a:moveTo>
                <a:cubicBezTo>
                  <a:pt x="16982835" y="4326250"/>
                  <a:pt x="17007495" y="4339375"/>
                  <a:pt x="17033223" y="4352500"/>
                </a:cubicBezTo>
                <a:cubicBezTo>
                  <a:pt x="17007495" y="4397345"/>
                  <a:pt x="16969971" y="4365626"/>
                  <a:pt x="16944243" y="4365626"/>
                </a:cubicBezTo>
                <a:cubicBezTo>
                  <a:pt x="16944243" y="4345938"/>
                  <a:pt x="16950675" y="4332812"/>
                  <a:pt x="16957107" y="4313124"/>
                </a:cubicBezTo>
                <a:close/>
                <a:moveTo>
                  <a:pt x="19636411" y="4303641"/>
                </a:moveTo>
                <a:cubicBezTo>
                  <a:pt x="19649051" y="4310062"/>
                  <a:pt x="19660635" y="4316484"/>
                  <a:pt x="19673275" y="4316484"/>
                </a:cubicBezTo>
                <a:cubicBezTo>
                  <a:pt x="19660635" y="4329326"/>
                  <a:pt x="19649051" y="4335747"/>
                  <a:pt x="19636411" y="4303641"/>
                </a:cubicBezTo>
                <a:close/>
                <a:moveTo>
                  <a:pt x="16298638" y="4303641"/>
                </a:moveTo>
                <a:cubicBezTo>
                  <a:pt x="16298638" y="4322905"/>
                  <a:pt x="16292650" y="4335747"/>
                  <a:pt x="16280676" y="4335747"/>
                </a:cubicBezTo>
                <a:cubicBezTo>
                  <a:pt x="16280676" y="4316484"/>
                  <a:pt x="16286664" y="4303641"/>
                  <a:pt x="16298638" y="4303641"/>
                </a:cubicBezTo>
                <a:close/>
                <a:moveTo>
                  <a:pt x="11958035" y="4303641"/>
                </a:moveTo>
                <a:cubicBezTo>
                  <a:pt x="11976481" y="4303641"/>
                  <a:pt x="11994927" y="4303641"/>
                  <a:pt x="11994927" y="4335747"/>
                </a:cubicBezTo>
                <a:cubicBezTo>
                  <a:pt x="11982630" y="4335747"/>
                  <a:pt x="11958035" y="4335747"/>
                  <a:pt x="11958035" y="4303641"/>
                </a:cubicBezTo>
                <a:close/>
                <a:moveTo>
                  <a:pt x="10835613" y="4303641"/>
                </a:moveTo>
                <a:cubicBezTo>
                  <a:pt x="10841762" y="4322256"/>
                  <a:pt x="10841762" y="4340870"/>
                  <a:pt x="10847910" y="4359485"/>
                </a:cubicBezTo>
                <a:cubicBezTo>
                  <a:pt x="10835613" y="4359485"/>
                  <a:pt x="10823315" y="4359485"/>
                  <a:pt x="10811018" y="4359485"/>
                </a:cubicBezTo>
                <a:cubicBezTo>
                  <a:pt x="10818191" y="4340870"/>
                  <a:pt x="10823315" y="4322256"/>
                  <a:pt x="10835613" y="4303641"/>
                </a:cubicBezTo>
                <a:close/>
                <a:moveTo>
                  <a:pt x="16846687" y="4300601"/>
                </a:moveTo>
                <a:cubicBezTo>
                  <a:pt x="16858323" y="4299009"/>
                  <a:pt x="16872283" y="4303784"/>
                  <a:pt x="16881591" y="4303784"/>
                </a:cubicBezTo>
                <a:cubicBezTo>
                  <a:pt x="16881591" y="4354716"/>
                  <a:pt x="16844363" y="4335617"/>
                  <a:pt x="16825747" y="4335617"/>
                </a:cubicBezTo>
                <a:cubicBezTo>
                  <a:pt x="16825747" y="4310150"/>
                  <a:pt x="16835055" y="4302192"/>
                  <a:pt x="16846687" y="4300601"/>
                </a:cubicBezTo>
                <a:close/>
                <a:moveTo>
                  <a:pt x="15149724" y="4300601"/>
                </a:moveTo>
                <a:cubicBezTo>
                  <a:pt x="15161310" y="4299009"/>
                  <a:pt x="15175266" y="4303784"/>
                  <a:pt x="15184746" y="4303784"/>
                </a:cubicBezTo>
                <a:cubicBezTo>
                  <a:pt x="15184746" y="4354716"/>
                  <a:pt x="15146828" y="4335617"/>
                  <a:pt x="15128922" y="4335617"/>
                </a:cubicBezTo>
                <a:cubicBezTo>
                  <a:pt x="15128922" y="4310150"/>
                  <a:pt x="15138138" y="4302192"/>
                  <a:pt x="15149724" y="4300601"/>
                </a:cubicBezTo>
                <a:close/>
                <a:moveTo>
                  <a:pt x="11661276" y="4300601"/>
                </a:moveTo>
                <a:cubicBezTo>
                  <a:pt x="11672863" y="4299009"/>
                  <a:pt x="11686819" y="4303784"/>
                  <a:pt x="11696299" y="4303784"/>
                </a:cubicBezTo>
                <a:cubicBezTo>
                  <a:pt x="11696299" y="4354716"/>
                  <a:pt x="11658380" y="4335617"/>
                  <a:pt x="11640474" y="4335617"/>
                </a:cubicBezTo>
                <a:cubicBezTo>
                  <a:pt x="11640474" y="4310150"/>
                  <a:pt x="11649690" y="4302192"/>
                  <a:pt x="11661276" y="4300601"/>
                </a:cubicBezTo>
                <a:close/>
                <a:moveTo>
                  <a:pt x="19015507" y="4284684"/>
                </a:moveTo>
                <a:cubicBezTo>
                  <a:pt x="19034463" y="4284684"/>
                  <a:pt x="19053423" y="4284684"/>
                  <a:pt x="19071327" y="4284684"/>
                </a:cubicBezTo>
                <a:cubicBezTo>
                  <a:pt x="19077647" y="4311174"/>
                  <a:pt x="19090287" y="4337664"/>
                  <a:pt x="19090287" y="4364154"/>
                </a:cubicBezTo>
                <a:cubicBezTo>
                  <a:pt x="19065007" y="4337664"/>
                  <a:pt x="19039731" y="4311174"/>
                  <a:pt x="19015507" y="4284684"/>
                </a:cubicBezTo>
                <a:close/>
                <a:moveTo>
                  <a:pt x="17375559" y="4284681"/>
                </a:moveTo>
                <a:cubicBezTo>
                  <a:pt x="17420283" y="4297091"/>
                  <a:pt x="17466099" y="4303296"/>
                  <a:pt x="17511919" y="4315706"/>
                </a:cubicBezTo>
                <a:cubicBezTo>
                  <a:pt x="17498827" y="4340525"/>
                  <a:pt x="17472647" y="4321910"/>
                  <a:pt x="17453011" y="4315706"/>
                </a:cubicBezTo>
                <a:cubicBezTo>
                  <a:pt x="17426827" y="4303296"/>
                  <a:pt x="17400647" y="4297091"/>
                  <a:pt x="17375559" y="4284681"/>
                </a:cubicBezTo>
                <a:close/>
                <a:moveTo>
                  <a:pt x="10128997" y="4272551"/>
                </a:moveTo>
                <a:cubicBezTo>
                  <a:pt x="10131242" y="4269139"/>
                  <a:pt x="10135733" y="4269139"/>
                  <a:pt x="10141720" y="4272551"/>
                </a:cubicBezTo>
                <a:cubicBezTo>
                  <a:pt x="10135733" y="4279376"/>
                  <a:pt x="10129745" y="4286201"/>
                  <a:pt x="10129745" y="4293026"/>
                </a:cubicBezTo>
                <a:cubicBezTo>
                  <a:pt x="10126752" y="4282788"/>
                  <a:pt x="10126752" y="4275964"/>
                  <a:pt x="10128997" y="4272551"/>
                </a:cubicBezTo>
                <a:close/>
                <a:moveTo>
                  <a:pt x="16582964" y="4270465"/>
                </a:moveTo>
                <a:cubicBezTo>
                  <a:pt x="16582964" y="4289730"/>
                  <a:pt x="16576644" y="4302574"/>
                  <a:pt x="16565058" y="4302574"/>
                </a:cubicBezTo>
                <a:cubicBezTo>
                  <a:pt x="16565058" y="4283309"/>
                  <a:pt x="16571378" y="4270465"/>
                  <a:pt x="16582964" y="4270465"/>
                </a:cubicBezTo>
                <a:close/>
                <a:moveTo>
                  <a:pt x="16222802" y="4270465"/>
                </a:moveTo>
                <a:cubicBezTo>
                  <a:pt x="16222802" y="4289730"/>
                  <a:pt x="16216814" y="4302574"/>
                  <a:pt x="16204838" y="4302574"/>
                </a:cubicBezTo>
                <a:cubicBezTo>
                  <a:pt x="16204838" y="4283309"/>
                  <a:pt x="16210826" y="4270465"/>
                  <a:pt x="16222802" y="4270465"/>
                </a:cubicBezTo>
                <a:close/>
                <a:moveTo>
                  <a:pt x="12114446" y="4270465"/>
                </a:moveTo>
                <a:cubicBezTo>
                  <a:pt x="12126421" y="4270465"/>
                  <a:pt x="12132408" y="4283309"/>
                  <a:pt x="12132408" y="4302574"/>
                </a:cubicBezTo>
                <a:cubicBezTo>
                  <a:pt x="12120433" y="4302574"/>
                  <a:pt x="12114446" y="4289730"/>
                  <a:pt x="12114446" y="4270465"/>
                </a:cubicBezTo>
                <a:close/>
                <a:moveTo>
                  <a:pt x="19875043" y="4270462"/>
                </a:moveTo>
                <a:cubicBezTo>
                  <a:pt x="19894195" y="4277076"/>
                  <a:pt x="19906963" y="4283689"/>
                  <a:pt x="19919731" y="4290303"/>
                </a:cubicBezTo>
                <a:cubicBezTo>
                  <a:pt x="19906963" y="4316757"/>
                  <a:pt x="19881427" y="4296916"/>
                  <a:pt x="19868659" y="4290303"/>
                </a:cubicBezTo>
                <a:cubicBezTo>
                  <a:pt x="19868659" y="4283689"/>
                  <a:pt x="19868659" y="4277076"/>
                  <a:pt x="19875043" y="4270462"/>
                </a:cubicBezTo>
                <a:close/>
                <a:moveTo>
                  <a:pt x="17622023" y="4270462"/>
                </a:moveTo>
                <a:cubicBezTo>
                  <a:pt x="17641663" y="4276819"/>
                  <a:pt x="17772603" y="4289533"/>
                  <a:pt x="17726775" y="4359459"/>
                </a:cubicBezTo>
                <a:cubicBezTo>
                  <a:pt x="17700587" y="4359459"/>
                  <a:pt x="17687491" y="4334031"/>
                  <a:pt x="17661303" y="4334031"/>
                </a:cubicBezTo>
                <a:cubicBezTo>
                  <a:pt x="17648211" y="4334031"/>
                  <a:pt x="17635115" y="4334031"/>
                  <a:pt x="17622023" y="4334031"/>
                </a:cubicBezTo>
                <a:cubicBezTo>
                  <a:pt x="17622023" y="4314961"/>
                  <a:pt x="17622023" y="4289533"/>
                  <a:pt x="17622023" y="4270462"/>
                </a:cubicBezTo>
                <a:close/>
                <a:moveTo>
                  <a:pt x="10190116" y="4270462"/>
                </a:moveTo>
                <a:cubicBezTo>
                  <a:pt x="10202755" y="4270462"/>
                  <a:pt x="10214341" y="4270462"/>
                  <a:pt x="10226980" y="4270462"/>
                </a:cubicBezTo>
                <a:cubicBezTo>
                  <a:pt x="10214341" y="4296953"/>
                  <a:pt x="10208021" y="4323444"/>
                  <a:pt x="10202755" y="4349934"/>
                </a:cubicBezTo>
                <a:cubicBezTo>
                  <a:pt x="10195382" y="4323444"/>
                  <a:pt x="10190116" y="4303576"/>
                  <a:pt x="10190116" y="4270462"/>
                </a:cubicBezTo>
                <a:close/>
                <a:moveTo>
                  <a:pt x="10124654" y="4270462"/>
                </a:moveTo>
                <a:cubicBezTo>
                  <a:pt x="10136951" y="4295890"/>
                  <a:pt x="10130803" y="4334031"/>
                  <a:pt x="10130803" y="4359459"/>
                </a:cubicBezTo>
                <a:cubicBezTo>
                  <a:pt x="10118505" y="4353102"/>
                  <a:pt x="10106208" y="4346745"/>
                  <a:pt x="10100059" y="4340388"/>
                </a:cubicBezTo>
                <a:cubicBezTo>
                  <a:pt x="10106208" y="4314961"/>
                  <a:pt x="10112356" y="4289533"/>
                  <a:pt x="10124654" y="4270462"/>
                </a:cubicBezTo>
                <a:close/>
                <a:moveTo>
                  <a:pt x="10092404" y="4257651"/>
                </a:moveTo>
                <a:cubicBezTo>
                  <a:pt x="10094045" y="4256114"/>
                  <a:pt x="10094865" y="4257267"/>
                  <a:pt x="10095172" y="4259861"/>
                </a:cubicBezTo>
                <a:lnTo>
                  <a:pt x="10095141" y="4260982"/>
                </a:lnTo>
                <a:lnTo>
                  <a:pt x="10108541" y="4260982"/>
                </a:lnTo>
                <a:cubicBezTo>
                  <a:pt x="10105548" y="4264264"/>
                  <a:pt x="10102554" y="4267546"/>
                  <a:pt x="10099560" y="4268367"/>
                </a:cubicBezTo>
                <a:lnTo>
                  <a:pt x="10095037" y="4264647"/>
                </a:lnTo>
                <a:lnTo>
                  <a:pt x="10094865" y="4270717"/>
                </a:lnTo>
                <a:cubicBezTo>
                  <a:pt x="10094045" y="4279171"/>
                  <a:pt x="10092404" y="4288394"/>
                  <a:pt x="10092404" y="4288394"/>
                </a:cubicBezTo>
                <a:cubicBezTo>
                  <a:pt x="10092404" y="4282246"/>
                  <a:pt x="10085841" y="4276097"/>
                  <a:pt x="10085841" y="4269948"/>
                </a:cubicBezTo>
                <a:cubicBezTo>
                  <a:pt x="10085841" y="4263800"/>
                  <a:pt x="10085841" y="4263800"/>
                  <a:pt x="10092404" y="4257651"/>
                </a:cubicBezTo>
                <a:close/>
                <a:moveTo>
                  <a:pt x="19830739" y="4246766"/>
                </a:moveTo>
                <a:cubicBezTo>
                  <a:pt x="19843379" y="4253187"/>
                  <a:pt x="19856019" y="4253187"/>
                  <a:pt x="19867603" y="4259609"/>
                </a:cubicBezTo>
                <a:cubicBezTo>
                  <a:pt x="19856019" y="4278872"/>
                  <a:pt x="19830739" y="4278872"/>
                  <a:pt x="19830739" y="4246766"/>
                </a:cubicBezTo>
                <a:close/>
                <a:moveTo>
                  <a:pt x="16767872" y="4246766"/>
                </a:moveTo>
                <a:cubicBezTo>
                  <a:pt x="16767872" y="4267241"/>
                  <a:pt x="16761884" y="4274066"/>
                  <a:pt x="16749910" y="4274066"/>
                </a:cubicBezTo>
                <a:cubicBezTo>
                  <a:pt x="16749910" y="4253591"/>
                  <a:pt x="16755898" y="4246766"/>
                  <a:pt x="16767872" y="4246766"/>
                </a:cubicBezTo>
                <a:close/>
                <a:moveTo>
                  <a:pt x="15981076" y="4246766"/>
                </a:moveTo>
                <a:cubicBezTo>
                  <a:pt x="15981076" y="4267241"/>
                  <a:pt x="15975088" y="4274066"/>
                  <a:pt x="15963114" y="4274066"/>
                </a:cubicBezTo>
                <a:cubicBezTo>
                  <a:pt x="15963114" y="4253591"/>
                  <a:pt x="15969100" y="4246766"/>
                  <a:pt x="15981076" y="4246766"/>
                </a:cubicBezTo>
                <a:close/>
                <a:moveTo>
                  <a:pt x="14786664" y="4246766"/>
                </a:moveTo>
                <a:cubicBezTo>
                  <a:pt x="14786664" y="4267241"/>
                  <a:pt x="14780677" y="4274066"/>
                  <a:pt x="14768702" y="4274066"/>
                </a:cubicBezTo>
                <a:cubicBezTo>
                  <a:pt x="14768702" y="4253591"/>
                  <a:pt x="14780677" y="4246766"/>
                  <a:pt x="14786664" y="4246766"/>
                </a:cubicBezTo>
                <a:close/>
                <a:moveTo>
                  <a:pt x="13279425" y="4246766"/>
                </a:moveTo>
                <a:cubicBezTo>
                  <a:pt x="13279425" y="4267241"/>
                  <a:pt x="13272440" y="4274066"/>
                  <a:pt x="13261463" y="4274066"/>
                </a:cubicBezTo>
                <a:cubicBezTo>
                  <a:pt x="13261463" y="4253591"/>
                  <a:pt x="13267450" y="4246766"/>
                  <a:pt x="13279425" y="4246766"/>
                </a:cubicBezTo>
                <a:close/>
                <a:moveTo>
                  <a:pt x="9469676" y="4246766"/>
                </a:moveTo>
                <a:cubicBezTo>
                  <a:pt x="9483326" y="4246766"/>
                  <a:pt x="9496976" y="4253591"/>
                  <a:pt x="9496976" y="4274066"/>
                </a:cubicBezTo>
                <a:cubicBezTo>
                  <a:pt x="9483326" y="4274066"/>
                  <a:pt x="9469676" y="4267241"/>
                  <a:pt x="9469676" y="4246766"/>
                </a:cubicBezTo>
                <a:close/>
                <a:moveTo>
                  <a:pt x="18870019" y="4242537"/>
                </a:moveTo>
                <a:cubicBezTo>
                  <a:pt x="18878579" y="4243305"/>
                  <a:pt x="18886479" y="4250991"/>
                  <a:pt x="18886479" y="4269437"/>
                </a:cubicBezTo>
                <a:cubicBezTo>
                  <a:pt x="18873839" y="4263289"/>
                  <a:pt x="18861199" y="4263289"/>
                  <a:pt x="18849615" y="4257140"/>
                </a:cubicBezTo>
                <a:cubicBezTo>
                  <a:pt x="18852247" y="4247917"/>
                  <a:pt x="18861463" y="4241768"/>
                  <a:pt x="18870019" y="4242537"/>
                </a:cubicBezTo>
                <a:close/>
                <a:moveTo>
                  <a:pt x="17335999" y="4242218"/>
                </a:moveTo>
                <a:cubicBezTo>
                  <a:pt x="17351727" y="4242218"/>
                  <a:pt x="17364975" y="4248603"/>
                  <a:pt x="17364975" y="4274140"/>
                </a:cubicBezTo>
                <a:cubicBezTo>
                  <a:pt x="17338483" y="4267756"/>
                  <a:pt x="17311991" y="4267756"/>
                  <a:pt x="17285503" y="4261371"/>
                </a:cubicBezTo>
                <a:cubicBezTo>
                  <a:pt x="17285503" y="4254987"/>
                  <a:pt x="17292123" y="4248603"/>
                  <a:pt x="17292123" y="4248603"/>
                </a:cubicBezTo>
                <a:cubicBezTo>
                  <a:pt x="17302059" y="4248603"/>
                  <a:pt x="17320271" y="4242218"/>
                  <a:pt x="17335999" y="4242218"/>
                </a:cubicBezTo>
                <a:close/>
                <a:moveTo>
                  <a:pt x="14599314" y="4227806"/>
                </a:moveTo>
                <a:cubicBezTo>
                  <a:pt x="14599314" y="4234227"/>
                  <a:pt x="14605302" y="4240649"/>
                  <a:pt x="14611289" y="4247070"/>
                </a:cubicBezTo>
                <a:cubicBezTo>
                  <a:pt x="14599314" y="4253491"/>
                  <a:pt x="14599314" y="4259912"/>
                  <a:pt x="14593327" y="4247070"/>
                </a:cubicBezTo>
                <a:cubicBezTo>
                  <a:pt x="14593327" y="4240649"/>
                  <a:pt x="14593327" y="4234227"/>
                  <a:pt x="14599314" y="4227806"/>
                </a:cubicBezTo>
                <a:close/>
                <a:moveTo>
                  <a:pt x="12754312" y="4214995"/>
                </a:moveTo>
                <a:cubicBezTo>
                  <a:pt x="12766609" y="4214995"/>
                  <a:pt x="12791204" y="4208846"/>
                  <a:pt x="12791204" y="4245738"/>
                </a:cubicBezTo>
                <a:cubicBezTo>
                  <a:pt x="12772758" y="4245738"/>
                  <a:pt x="12754312" y="4245738"/>
                  <a:pt x="12754312" y="4214995"/>
                </a:cubicBezTo>
                <a:close/>
                <a:moveTo>
                  <a:pt x="9621713" y="4214304"/>
                </a:moveTo>
                <a:cubicBezTo>
                  <a:pt x="9621713" y="4233648"/>
                  <a:pt x="9628162" y="4246544"/>
                  <a:pt x="9641058" y="4246544"/>
                </a:cubicBezTo>
                <a:cubicBezTo>
                  <a:pt x="9641058" y="4220752"/>
                  <a:pt x="9634610" y="4214304"/>
                  <a:pt x="9621713" y="4214304"/>
                </a:cubicBezTo>
                <a:close/>
                <a:moveTo>
                  <a:pt x="20260963" y="4213587"/>
                </a:moveTo>
                <a:cubicBezTo>
                  <a:pt x="20260963" y="4232852"/>
                  <a:pt x="20260963" y="4245696"/>
                  <a:pt x="20247839" y="4245696"/>
                </a:cubicBezTo>
                <a:cubicBezTo>
                  <a:pt x="20247839" y="4226431"/>
                  <a:pt x="20247839" y="4213587"/>
                  <a:pt x="20260963" y="4213587"/>
                </a:cubicBezTo>
                <a:close/>
                <a:moveTo>
                  <a:pt x="17242847" y="4213587"/>
                </a:moveTo>
                <a:cubicBezTo>
                  <a:pt x="17255143" y="4213587"/>
                  <a:pt x="17267439" y="4220009"/>
                  <a:pt x="17279739" y="4226431"/>
                </a:cubicBezTo>
                <a:cubicBezTo>
                  <a:pt x="17267439" y="4245696"/>
                  <a:pt x="17242847" y="4245696"/>
                  <a:pt x="17242847" y="4213587"/>
                </a:cubicBezTo>
                <a:close/>
                <a:moveTo>
                  <a:pt x="16090088" y="4213587"/>
                </a:moveTo>
                <a:cubicBezTo>
                  <a:pt x="16090088" y="4232852"/>
                  <a:pt x="16084100" y="4245696"/>
                  <a:pt x="16072126" y="4245696"/>
                </a:cubicBezTo>
                <a:cubicBezTo>
                  <a:pt x="16072126" y="4220009"/>
                  <a:pt x="16078114" y="4213587"/>
                  <a:pt x="16090088" y="4213587"/>
                </a:cubicBezTo>
                <a:close/>
                <a:moveTo>
                  <a:pt x="14639700" y="4213587"/>
                </a:moveTo>
                <a:cubicBezTo>
                  <a:pt x="14639700" y="4239274"/>
                  <a:pt x="14627403" y="4245696"/>
                  <a:pt x="14615105" y="4245696"/>
                </a:cubicBezTo>
                <a:cubicBezTo>
                  <a:pt x="14608957" y="4239274"/>
                  <a:pt x="14602808" y="4232852"/>
                  <a:pt x="14602808" y="4226431"/>
                </a:cubicBezTo>
                <a:cubicBezTo>
                  <a:pt x="14615105" y="4220009"/>
                  <a:pt x="14627403" y="4213587"/>
                  <a:pt x="14639700" y="4213587"/>
                </a:cubicBezTo>
                <a:close/>
                <a:moveTo>
                  <a:pt x="10920032" y="4213587"/>
                </a:moveTo>
                <a:cubicBezTo>
                  <a:pt x="10932007" y="4213587"/>
                  <a:pt x="10937994" y="4220009"/>
                  <a:pt x="10937994" y="4245696"/>
                </a:cubicBezTo>
                <a:cubicBezTo>
                  <a:pt x="10926019" y="4245696"/>
                  <a:pt x="10920032" y="4232852"/>
                  <a:pt x="10920032" y="4213587"/>
                </a:cubicBezTo>
                <a:close/>
                <a:moveTo>
                  <a:pt x="13204588" y="4213584"/>
                </a:moveTo>
                <a:cubicBezTo>
                  <a:pt x="13217430" y="4219789"/>
                  <a:pt x="13223851" y="4232199"/>
                  <a:pt x="13236694" y="4238404"/>
                </a:cubicBezTo>
                <a:cubicBezTo>
                  <a:pt x="13223851" y="4244609"/>
                  <a:pt x="13217430" y="4257018"/>
                  <a:pt x="13204588" y="4269428"/>
                </a:cubicBezTo>
                <a:cubicBezTo>
                  <a:pt x="13204588" y="4250813"/>
                  <a:pt x="13204588" y="4232199"/>
                  <a:pt x="13204588" y="4213584"/>
                </a:cubicBezTo>
                <a:close/>
                <a:moveTo>
                  <a:pt x="18923703" y="4212190"/>
                </a:moveTo>
                <a:cubicBezTo>
                  <a:pt x="18943103" y="4208403"/>
                  <a:pt x="18966979" y="4235669"/>
                  <a:pt x="18976527" y="4259905"/>
                </a:cubicBezTo>
                <a:cubicBezTo>
                  <a:pt x="18957427" y="4246979"/>
                  <a:pt x="18931959" y="4234053"/>
                  <a:pt x="18906491" y="4227590"/>
                </a:cubicBezTo>
                <a:cubicBezTo>
                  <a:pt x="18911267" y="4218165"/>
                  <a:pt x="18917235" y="4213452"/>
                  <a:pt x="18923703" y="4212190"/>
                </a:cubicBezTo>
                <a:close/>
                <a:moveTo>
                  <a:pt x="9852780" y="4202483"/>
                </a:moveTo>
                <a:lnTo>
                  <a:pt x="9856906" y="4210132"/>
                </a:lnTo>
                <a:lnTo>
                  <a:pt x="9861159" y="4205901"/>
                </a:lnTo>
                <a:close/>
                <a:moveTo>
                  <a:pt x="10206818" y="4198726"/>
                </a:moveTo>
                <a:cubicBezTo>
                  <a:pt x="10225290" y="4201050"/>
                  <a:pt x="10241183" y="4212820"/>
                  <a:pt x="10241183" y="4248399"/>
                </a:cubicBezTo>
                <a:cubicBezTo>
                  <a:pt x="10215533" y="4248399"/>
                  <a:pt x="10171714" y="4248399"/>
                  <a:pt x="10171714" y="4307289"/>
                </a:cubicBezTo>
                <a:cubicBezTo>
                  <a:pt x="10158888" y="4287659"/>
                  <a:pt x="10133238" y="4274572"/>
                  <a:pt x="10133238" y="4235312"/>
                </a:cubicBezTo>
                <a:cubicBezTo>
                  <a:pt x="10133238" y="4203687"/>
                  <a:pt x="10152476" y="4209139"/>
                  <a:pt x="10165301" y="4203687"/>
                </a:cubicBezTo>
                <a:cubicBezTo>
                  <a:pt x="10171714" y="4202051"/>
                  <a:pt x="10179663" y="4200074"/>
                  <a:pt x="10187979" y="4199018"/>
                </a:cubicBezTo>
                <a:cubicBezTo>
                  <a:pt x="10194217" y="4198226"/>
                  <a:pt x="10200660" y="4197951"/>
                  <a:pt x="10206818" y="4198726"/>
                </a:cubicBezTo>
                <a:close/>
                <a:moveTo>
                  <a:pt x="10395818" y="4185241"/>
                </a:moveTo>
                <a:cubicBezTo>
                  <a:pt x="10421253" y="4185241"/>
                  <a:pt x="10414618" y="4220657"/>
                  <a:pt x="10414618" y="4245722"/>
                </a:cubicBezTo>
                <a:cubicBezTo>
                  <a:pt x="10389183" y="4245722"/>
                  <a:pt x="10395818" y="4202902"/>
                  <a:pt x="10395818" y="4185241"/>
                </a:cubicBezTo>
                <a:close/>
                <a:moveTo>
                  <a:pt x="13616354" y="4185241"/>
                </a:moveTo>
                <a:cubicBezTo>
                  <a:pt x="13655456" y="4185241"/>
                  <a:pt x="13701076" y="4185241"/>
                  <a:pt x="13739093" y="4185241"/>
                </a:cubicBezTo>
                <a:cubicBezTo>
                  <a:pt x="13739093" y="4214390"/>
                  <a:pt x="13732576" y="4245722"/>
                  <a:pt x="13706507" y="4245722"/>
                </a:cubicBezTo>
                <a:cubicBezTo>
                  <a:pt x="13668491" y="4245722"/>
                  <a:pt x="13622871" y="4245722"/>
                  <a:pt x="13583768" y="4245722"/>
                </a:cubicBezTo>
                <a:cubicBezTo>
                  <a:pt x="13583768" y="4208124"/>
                  <a:pt x="13590285" y="4185241"/>
                  <a:pt x="13616354" y="4185241"/>
                </a:cubicBezTo>
                <a:close/>
                <a:moveTo>
                  <a:pt x="14146699" y="4185240"/>
                </a:moveTo>
                <a:cubicBezTo>
                  <a:pt x="14146699" y="4204597"/>
                  <a:pt x="14146699" y="4217182"/>
                  <a:pt x="14133574" y="4217182"/>
                </a:cubicBezTo>
                <a:cubicBezTo>
                  <a:pt x="14133574" y="4197732"/>
                  <a:pt x="14133574" y="4185240"/>
                  <a:pt x="14146699" y="4185240"/>
                </a:cubicBezTo>
                <a:close/>
                <a:moveTo>
                  <a:pt x="12862275" y="4185240"/>
                </a:moveTo>
                <a:cubicBezTo>
                  <a:pt x="12862275" y="4204597"/>
                  <a:pt x="12857008" y="4217182"/>
                  <a:pt x="12844368" y="4217182"/>
                </a:cubicBezTo>
                <a:cubicBezTo>
                  <a:pt x="12844368" y="4190868"/>
                  <a:pt x="12850688" y="4185240"/>
                  <a:pt x="12862275" y="4185240"/>
                </a:cubicBezTo>
                <a:close/>
                <a:moveTo>
                  <a:pt x="10320813" y="4184981"/>
                </a:moveTo>
                <a:cubicBezTo>
                  <a:pt x="10320813" y="4215141"/>
                  <a:pt x="10347002" y="4215141"/>
                  <a:pt x="10360096" y="4215141"/>
                </a:cubicBezTo>
                <a:cubicBezTo>
                  <a:pt x="10360096" y="4178497"/>
                  <a:pt x="10340455" y="4184981"/>
                  <a:pt x="10320813" y="4184981"/>
                </a:cubicBezTo>
                <a:close/>
                <a:moveTo>
                  <a:pt x="14358325" y="4182416"/>
                </a:moveTo>
                <a:cubicBezTo>
                  <a:pt x="14369959" y="4181049"/>
                  <a:pt x="14383920" y="4185971"/>
                  <a:pt x="14393227" y="4185971"/>
                </a:cubicBezTo>
                <a:cubicBezTo>
                  <a:pt x="14393227" y="4236192"/>
                  <a:pt x="14355998" y="4216504"/>
                  <a:pt x="14337383" y="4216504"/>
                </a:cubicBezTo>
                <a:cubicBezTo>
                  <a:pt x="14337383" y="4191347"/>
                  <a:pt x="14346690" y="4183783"/>
                  <a:pt x="14358325" y="4182416"/>
                </a:cubicBezTo>
                <a:close/>
                <a:moveTo>
                  <a:pt x="10962691" y="4182260"/>
                </a:moveTo>
                <a:cubicBezTo>
                  <a:pt x="10975534" y="4182260"/>
                  <a:pt x="10994800" y="4175760"/>
                  <a:pt x="10994800" y="4212501"/>
                </a:cubicBezTo>
                <a:cubicBezTo>
                  <a:pt x="10981956" y="4212501"/>
                  <a:pt x="10962691" y="4212501"/>
                  <a:pt x="10962691" y="4182260"/>
                </a:cubicBezTo>
                <a:close/>
                <a:moveTo>
                  <a:pt x="19772839" y="4182259"/>
                </a:moveTo>
                <a:cubicBezTo>
                  <a:pt x="19772839" y="4212501"/>
                  <a:pt x="19754395" y="4212501"/>
                  <a:pt x="19735947" y="4212501"/>
                </a:cubicBezTo>
                <a:cubicBezTo>
                  <a:pt x="19735947" y="4175759"/>
                  <a:pt x="19760543" y="4182259"/>
                  <a:pt x="19772839" y="4182259"/>
                </a:cubicBezTo>
                <a:close/>
                <a:moveTo>
                  <a:pt x="15924684" y="4171024"/>
                </a:moveTo>
                <a:cubicBezTo>
                  <a:pt x="15930832" y="4183508"/>
                  <a:pt x="15936982" y="4194860"/>
                  <a:pt x="15943130" y="4212547"/>
                </a:cubicBezTo>
                <a:cubicBezTo>
                  <a:pt x="15930832" y="4212547"/>
                  <a:pt x="15918536" y="4212547"/>
                  <a:pt x="15906238" y="4212547"/>
                </a:cubicBezTo>
                <a:cubicBezTo>
                  <a:pt x="15912386" y="4194860"/>
                  <a:pt x="15918536" y="4183508"/>
                  <a:pt x="15924684" y="4171024"/>
                </a:cubicBezTo>
                <a:close/>
                <a:moveTo>
                  <a:pt x="16609386" y="4161827"/>
                </a:moveTo>
                <a:cubicBezTo>
                  <a:pt x="16635564" y="4153148"/>
                  <a:pt x="16663570" y="4188276"/>
                  <a:pt x="16687922" y="4211054"/>
                </a:cubicBezTo>
                <a:cubicBezTo>
                  <a:pt x="16713896" y="4230661"/>
                  <a:pt x="16720390" y="4256803"/>
                  <a:pt x="16720390" y="4302552"/>
                </a:cubicBezTo>
                <a:cubicBezTo>
                  <a:pt x="16687922" y="4282945"/>
                  <a:pt x="16655452" y="4263339"/>
                  <a:pt x="16622982" y="4243732"/>
                </a:cubicBezTo>
                <a:cubicBezTo>
                  <a:pt x="16603500" y="4230661"/>
                  <a:pt x="16584018" y="4224125"/>
                  <a:pt x="16584018" y="4187187"/>
                </a:cubicBezTo>
                <a:cubicBezTo>
                  <a:pt x="16592136" y="4172481"/>
                  <a:pt x="16600658" y="4164720"/>
                  <a:pt x="16609386" y="4161827"/>
                </a:cubicBezTo>
                <a:close/>
                <a:moveTo>
                  <a:pt x="15824664" y="4152063"/>
                </a:moveTo>
                <a:cubicBezTo>
                  <a:pt x="15824664" y="4177748"/>
                  <a:pt x="15818676" y="4184169"/>
                  <a:pt x="15806702" y="4184169"/>
                </a:cubicBezTo>
                <a:cubicBezTo>
                  <a:pt x="15806702" y="4158484"/>
                  <a:pt x="15818676" y="4152063"/>
                  <a:pt x="15824664" y="4152063"/>
                </a:cubicBezTo>
                <a:close/>
                <a:moveTo>
                  <a:pt x="10457627" y="4152062"/>
                </a:moveTo>
                <a:cubicBezTo>
                  <a:pt x="10478102" y="4177624"/>
                  <a:pt x="10478102" y="4245698"/>
                  <a:pt x="10450802" y="4245698"/>
                </a:cubicBezTo>
                <a:cubicBezTo>
                  <a:pt x="10457627" y="4213745"/>
                  <a:pt x="10457627" y="4184015"/>
                  <a:pt x="10457627" y="4152062"/>
                </a:cubicBezTo>
                <a:close/>
                <a:moveTo>
                  <a:pt x="10392831" y="4146077"/>
                </a:moveTo>
                <a:cubicBezTo>
                  <a:pt x="10386284" y="4234593"/>
                  <a:pt x="10268437" y="4402094"/>
                  <a:pt x="10242249" y="4247560"/>
                </a:cubicBezTo>
                <a:cubicBezTo>
                  <a:pt x="10255343" y="4247560"/>
                  <a:pt x="10261890" y="4247560"/>
                  <a:pt x="10268437" y="4247560"/>
                </a:cubicBezTo>
                <a:cubicBezTo>
                  <a:pt x="10268437" y="4221625"/>
                  <a:pt x="10261890" y="4215141"/>
                  <a:pt x="10242249" y="4215141"/>
                </a:cubicBezTo>
                <a:cubicBezTo>
                  <a:pt x="10294625" y="4178497"/>
                  <a:pt x="10340455" y="4133110"/>
                  <a:pt x="10392831" y="4146077"/>
                </a:cubicBezTo>
                <a:close/>
                <a:moveTo>
                  <a:pt x="17223883" y="4133111"/>
                </a:moveTo>
                <a:cubicBezTo>
                  <a:pt x="17320723" y="4133111"/>
                  <a:pt x="17403571" y="4190744"/>
                  <a:pt x="17500407" y="4209261"/>
                </a:cubicBezTo>
                <a:cubicBezTo>
                  <a:pt x="17526231" y="4215797"/>
                  <a:pt x="17564967" y="4215797"/>
                  <a:pt x="17584335" y="4255009"/>
                </a:cubicBezTo>
                <a:cubicBezTo>
                  <a:pt x="17597247" y="4307293"/>
                  <a:pt x="17564967" y="4307293"/>
                  <a:pt x="17545599" y="4307293"/>
                </a:cubicBezTo>
                <a:cubicBezTo>
                  <a:pt x="17435851" y="4248474"/>
                  <a:pt x="17333635" y="4190744"/>
                  <a:pt x="17223883" y="4133111"/>
                </a:cubicBezTo>
                <a:close/>
                <a:moveTo>
                  <a:pt x="10507545" y="4123451"/>
                </a:moveTo>
                <a:cubicBezTo>
                  <a:pt x="10520053" y="4125002"/>
                  <a:pt x="10532429" y="4129655"/>
                  <a:pt x="10544541" y="4132757"/>
                </a:cubicBezTo>
                <a:cubicBezTo>
                  <a:pt x="10526372" y="4160680"/>
                  <a:pt x="10504057" y="4167660"/>
                  <a:pt x="10486036" y="4153699"/>
                </a:cubicBezTo>
                <a:lnTo>
                  <a:pt x="10485752" y="4153333"/>
                </a:lnTo>
                <a:lnTo>
                  <a:pt x="10473929" y="4159591"/>
                </a:lnTo>
                <a:cubicBezTo>
                  <a:pt x="10470517" y="4160393"/>
                  <a:pt x="10467104" y="4158787"/>
                  <a:pt x="10460279" y="4152366"/>
                </a:cubicBezTo>
                <a:lnTo>
                  <a:pt x="10472069" y="4135729"/>
                </a:lnTo>
                <a:lnTo>
                  <a:pt x="10469759" y="4132757"/>
                </a:lnTo>
                <a:cubicBezTo>
                  <a:pt x="10482398" y="4123451"/>
                  <a:pt x="10495038" y="4121900"/>
                  <a:pt x="10507545" y="4123451"/>
                </a:cubicBezTo>
                <a:close/>
                <a:moveTo>
                  <a:pt x="16355418" y="4118885"/>
                </a:moveTo>
                <a:cubicBezTo>
                  <a:pt x="16355418" y="4138147"/>
                  <a:pt x="16355418" y="4150990"/>
                  <a:pt x="16342294" y="4150990"/>
                </a:cubicBezTo>
                <a:cubicBezTo>
                  <a:pt x="16342294" y="4131726"/>
                  <a:pt x="16342294" y="4118885"/>
                  <a:pt x="16355418" y="4118885"/>
                </a:cubicBezTo>
                <a:close/>
                <a:moveTo>
                  <a:pt x="16317568" y="4118881"/>
                </a:moveTo>
                <a:cubicBezTo>
                  <a:pt x="16317568" y="4155772"/>
                  <a:pt x="16292974" y="4149624"/>
                  <a:pt x="16280676" y="4149624"/>
                </a:cubicBezTo>
                <a:cubicBezTo>
                  <a:pt x="16280676" y="4118881"/>
                  <a:pt x="16299122" y="4118881"/>
                  <a:pt x="16317568" y="4118881"/>
                </a:cubicBezTo>
                <a:close/>
                <a:moveTo>
                  <a:pt x="17915123" y="4113134"/>
                </a:moveTo>
                <a:lnTo>
                  <a:pt x="17911147" y="4117810"/>
                </a:lnTo>
                <a:cubicBezTo>
                  <a:pt x="17911147" y="4117810"/>
                  <a:pt x="17912855" y="4115804"/>
                  <a:pt x="17914987" y="4113295"/>
                </a:cubicBezTo>
                <a:close/>
                <a:moveTo>
                  <a:pt x="9809865" y="4112770"/>
                </a:moveTo>
                <a:cubicBezTo>
                  <a:pt x="9811300" y="4113196"/>
                  <a:pt x="9812941" y="4114903"/>
                  <a:pt x="9814581" y="4118314"/>
                </a:cubicBezTo>
                <a:cubicBezTo>
                  <a:pt x="9814581" y="4125140"/>
                  <a:pt x="9808019" y="4131964"/>
                  <a:pt x="9808019" y="4131964"/>
                </a:cubicBezTo>
                <a:cubicBezTo>
                  <a:pt x="9803097" y="4121727"/>
                  <a:pt x="9805558" y="4111490"/>
                  <a:pt x="9809865" y="4112770"/>
                </a:cubicBezTo>
                <a:close/>
                <a:moveTo>
                  <a:pt x="9760697" y="4109923"/>
                </a:moveTo>
                <a:cubicBezTo>
                  <a:pt x="9773427" y="4107595"/>
                  <a:pt x="9789240" y="4113799"/>
                  <a:pt x="9804785" y="4120006"/>
                </a:cubicBezTo>
                <a:cubicBezTo>
                  <a:pt x="9824082" y="4151029"/>
                  <a:pt x="9747966" y="4151029"/>
                  <a:pt x="9735101" y="4151029"/>
                </a:cubicBezTo>
                <a:cubicBezTo>
                  <a:pt x="9738317" y="4123108"/>
                  <a:pt x="9747966" y="4112250"/>
                  <a:pt x="9760697" y="4109923"/>
                </a:cubicBezTo>
                <a:close/>
                <a:moveTo>
                  <a:pt x="17922023" y="4105021"/>
                </a:moveTo>
                <a:lnTo>
                  <a:pt x="17921387" y="4105771"/>
                </a:lnTo>
                <a:lnTo>
                  <a:pt x="17915123" y="4113134"/>
                </a:lnTo>
                <a:close/>
                <a:moveTo>
                  <a:pt x="9821601" y="4102913"/>
                </a:moveTo>
                <a:cubicBezTo>
                  <a:pt x="9822421" y="4104411"/>
                  <a:pt x="9820780" y="4108900"/>
                  <a:pt x="9817499" y="4117882"/>
                </a:cubicBezTo>
                <a:cubicBezTo>
                  <a:pt x="9817499" y="4117882"/>
                  <a:pt x="9810936" y="4111895"/>
                  <a:pt x="9810936" y="4105908"/>
                </a:cubicBezTo>
                <a:cubicBezTo>
                  <a:pt x="9817499" y="4102913"/>
                  <a:pt x="9820780" y="4101417"/>
                  <a:pt x="9821601" y="4102913"/>
                </a:cubicBezTo>
                <a:close/>
                <a:moveTo>
                  <a:pt x="9885021" y="4087636"/>
                </a:moveTo>
                <a:cubicBezTo>
                  <a:pt x="9885021" y="4126322"/>
                  <a:pt x="9904367" y="4119876"/>
                  <a:pt x="9923712" y="4119876"/>
                </a:cubicBezTo>
                <a:cubicBezTo>
                  <a:pt x="9923712" y="4087636"/>
                  <a:pt x="9897918" y="4087636"/>
                  <a:pt x="9885021" y="4087636"/>
                </a:cubicBezTo>
                <a:close/>
                <a:moveTo>
                  <a:pt x="10623518" y="4085706"/>
                </a:moveTo>
                <a:cubicBezTo>
                  <a:pt x="10643993" y="4085706"/>
                  <a:pt x="10637168" y="4131395"/>
                  <a:pt x="10637168" y="4150975"/>
                </a:cubicBezTo>
                <a:cubicBezTo>
                  <a:pt x="10616693" y="4150975"/>
                  <a:pt x="10623518" y="4111813"/>
                  <a:pt x="10623518" y="4085706"/>
                </a:cubicBezTo>
                <a:close/>
                <a:moveTo>
                  <a:pt x="10412881" y="4085706"/>
                </a:moveTo>
                <a:cubicBezTo>
                  <a:pt x="10424856" y="4085706"/>
                  <a:pt x="10430843" y="4098546"/>
                  <a:pt x="10430843" y="4117810"/>
                </a:cubicBezTo>
                <a:cubicBezTo>
                  <a:pt x="10418868" y="4117810"/>
                  <a:pt x="10412881" y="4111390"/>
                  <a:pt x="10412881" y="4085706"/>
                </a:cubicBezTo>
                <a:close/>
                <a:moveTo>
                  <a:pt x="10673567" y="4085706"/>
                </a:moveTo>
                <a:cubicBezTo>
                  <a:pt x="10685542" y="4085706"/>
                  <a:pt x="10691529" y="4098546"/>
                  <a:pt x="10691529" y="4117810"/>
                </a:cubicBezTo>
                <a:cubicBezTo>
                  <a:pt x="10679554" y="4117810"/>
                  <a:pt x="10673567" y="4104969"/>
                  <a:pt x="10673567" y="4085706"/>
                </a:cubicBezTo>
                <a:close/>
                <a:moveTo>
                  <a:pt x="15981076" y="4085705"/>
                </a:moveTo>
                <a:cubicBezTo>
                  <a:pt x="15981076" y="4111389"/>
                  <a:pt x="15975088" y="4117809"/>
                  <a:pt x="15963114" y="4117809"/>
                </a:cubicBezTo>
                <a:cubicBezTo>
                  <a:pt x="15963114" y="4098546"/>
                  <a:pt x="15969100" y="4085705"/>
                  <a:pt x="15981076" y="4085705"/>
                </a:cubicBezTo>
                <a:close/>
                <a:moveTo>
                  <a:pt x="13204588" y="4085705"/>
                </a:moveTo>
                <a:cubicBezTo>
                  <a:pt x="13216563" y="4085705"/>
                  <a:pt x="13222550" y="4098546"/>
                  <a:pt x="13222550" y="4117810"/>
                </a:cubicBezTo>
                <a:cubicBezTo>
                  <a:pt x="13210575" y="4117810"/>
                  <a:pt x="13204588" y="4111389"/>
                  <a:pt x="13204588" y="4085705"/>
                </a:cubicBezTo>
                <a:close/>
                <a:moveTo>
                  <a:pt x="11070709" y="4085705"/>
                </a:moveTo>
                <a:cubicBezTo>
                  <a:pt x="11070709" y="4111389"/>
                  <a:pt x="11064722" y="4117810"/>
                  <a:pt x="11052747" y="4117810"/>
                </a:cubicBezTo>
                <a:cubicBezTo>
                  <a:pt x="11052747" y="4098546"/>
                  <a:pt x="11058734" y="4085705"/>
                  <a:pt x="11070709" y="4085705"/>
                </a:cubicBezTo>
                <a:close/>
                <a:moveTo>
                  <a:pt x="17791655" y="4085705"/>
                </a:moveTo>
                <a:cubicBezTo>
                  <a:pt x="17791655" y="4111388"/>
                  <a:pt x="17785667" y="4117809"/>
                  <a:pt x="17773695" y="4117809"/>
                </a:cubicBezTo>
                <a:cubicBezTo>
                  <a:pt x="17773695" y="4098546"/>
                  <a:pt x="17779683" y="4085705"/>
                  <a:pt x="17791655" y="4085705"/>
                </a:cubicBezTo>
                <a:close/>
                <a:moveTo>
                  <a:pt x="17165983" y="4085705"/>
                </a:moveTo>
                <a:cubicBezTo>
                  <a:pt x="17165983" y="4122594"/>
                  <a:pt x="17147535" y="4116447"/>
                  <a:pt x="17129091" y="4116447"/>
                </a:cubicBezTo>
                <a:cubicBezTo>
                  <a:pt x="17129091" y="4085705"/>
                  <a:pt x="17153683" y="4085705"/>
                  <a:pt x="17165983" y="4085705"/>
                </a:cubicBezTo>
                <a:close/>
                <a:moveTo>
                  <a:pt x="17887451" y="4076241"/>
                </a:moveTo>
                <a:cubicBezTo>
                  <a:pt x="18054043" y="4076241"/>
                  <a:pt x="18220639" y="4166982"/>
                  <a:pt x="18381859" y="4255454"/>
                </a:cubicBezTo>
                <a:cubicBezTo>
                  <a:pt x="18458171" y="4294342"/>
                  <a:pt x="18535559" y="4326748"/>
                  <a:pt x="18606495" y="4372118"/>
                </a:cubicBezTo>
                <a:cubicBezTo>
                  <a:pt x="18637663" y="4391562"/>
                  <a:pt x="18637663" y="4442332"/>
                  <a:pt x="18663459" y="4461776"/>
                </a:cubicBezTo>
                <a:cubicBezTo>
                  <a:pt x="18689255" y="4494183"/>
                  <a:pt x="18727947" y="4507145"/>
                  <a:pt x="18753743" y="4539552"/>
                </a:cubicBezTo>
                <a:cubicBezTo>
                  <a:pt x="18682807" y="4539552"/>
                  <a:pt x="18625843" y="4487701"/>
                  <a:pt x="18561355" y="4455295"/>
                </a:cubicBezTo>
                <a:cubicBezTo>
                  <a:pt x="18529111" y="4442332"/>
                  <a:pt x="18496867" y="4422888"/>
                  <a:pt x="18464619" y="4416407"/>
                </a:cubicBezTo>
                <a:cubicBezTo>
                  <a:pt x="18445275" y="4416407"/>
                  <a:pt x="18432375" y="4435851"/>
                  <a:pt x="18420555" y="4429369"/>
                </a:cubicBezTo>
                <a:cubicBezTo>
                  <a:pt x="18414103" y="4429369"/>
                  <a:pt x="18407655" y="4416407"/>
                  <a:pt x="18394759" y="4416407"/>
                </a:cubicBezTo>
                <a:cubicBezTo>
                  <a:pt x="18401207" y="4403444"/>
                  <a:pt x="18407655" y="4391562"/>
                  <a:pt x="18414103" y="4385080"/>
                </a:cubicBezTo>
                <a:cubicBezTo>
                  <a:pt x="18310923" y="4313786"/>
                  <a:pt x="18195919" y="4173463"/>
                  <a:pt x="18073391" y="4248973"/>
                </a:cubicBezTo>
                <a:cubicBezTo>
                  <a:pt x="18073391" y="4223047"/>
                  <a:pt x="18073391" y="4204684"/>
                  <a:pt x="18073391" y="4186426"/>
                </a:cubicBezTo>
                <a:cubicBezTo>
                  <a:pt x="18066943" y="4179945"/>
                  <a:pt x="18054043" y="4173463"/>
                  <a:pt x="18047595" y="4173463"/>
                </a:cubicBezTo>
                <a:cubicBezTo>
                  <a:pt x="18029323" y="4160501"/>
                  <a:pt x="18009979" y="4154019"/>
                  <a:pt x="17990631" y="4147538"/>
                </a:cubicBezTo>
                <a:cubicBezTo>
                  <a:pt x="17974507" y="4141057"/>
                  <a:pt x="17956775" y="4131335"/>
                  <a:pt x="17939039" y="4119183"/>
                </a:cubicBezTo>
                <a:lnTo>
                  <a:pt x="17922023" y="4105021"/>
                </a:lnTo>
                <a:close/>
                <a:moveTo>
                  <a:pt x="10450799" y="4062004"/>
                </a:moveTo>
                <a:cubicBezTo>
                  <a:pt x="10487691" y="4062004"/>
                  <a:pt x="10487691" y="4062004"/>
                  <a:pt x="10487691" y="4089304"/>
                </a:cubicBezTo>
                <a:cubicBezTo>
                  <a:pt x="10450799" y="4089304"/>
                  <a:pt x="10450799" y="4089304"/>
                  <a:pt x="10450799" y="4062004"/>
                </a:cubicBezTo>
                <a:close/>
                <a:moveTo>
                  <a:pt x="10570538" y="4062002"/>
                </a:moveTo>
                <a:cubicBezTo>
                  <a:pt x="10582513" y="4080617"/>
                  <a:pt x="10582513" y="4117846"/>
                  <a:pt x="10564551" y="4117846"/>
                </a:cubicBezTo>
                <a:cubicBezTo>
                  <a:pt x="10564551" y="4099233"/>
                  <a:pt x="10570538" y="4080617"/>
                  <a:pt x="10570538" y="4062002"/>
                </a:cubicBezTo>
                <a:close/>
                <a:moveTo>
                  <a:pt x="16121250" y="4062002"/>
                </a:moveTo>
                <a:cubicBezTo>
                  <a:pt x="16121250" y="4068208"/>
                  <a:pt x="16127714" y="4068208"/>
                  <a:pt x="16127714" y="4074411"/>
                </a:cubicBezTo>
                <a:cubicBezTo>
                  <a:pt x="16147102" y="4080616"/>
                  <a:pt x="16184804" y="4074411"/>
                  <a:pt x="16184804" y="4117846"/>
                </a:cubicBezTo>
                <a:cubicBezTo>
                  <a:pt x="16160030" y="4117846"/>
                  <a:pt x="16134178" y="4117846"/>
                  <a:pt x="16114788" y="4117846"/>
                </a:cubicBezTo>
                <a:cubicBezTo>
                  <a:pt x="16114788" y="4099231"/>
                  <a:pt x="16114788" y="4080616"/>
                  <a:pt x="16121250" y="4062002"/>
                </a:cubicBezTo>
                <a:close/>
                <a:moveTo>
                  <a:pt x="10716226" y="4062002"/>
                </a:moveTo>
                <a:cubicBezTo>
                  <a:pt x="10729069" y="4074412"/>
                  <a:pt x="10735491" y="4080617"/>
                  <a:pt x="10748335" y="4086822"/>
                </a:cubicBezTo>
                <a:cubicBezTo>
                  <a:pt x="10735491" y="4099233"/>
                  <a:pt x="10722648" y="4105437"/>
                  <a:pt x="10716226" y="4117846"/>
                </a:cubicBezTo>
                <a:cubicBezTo>
                  <a:pt x="10716226" y="4099233"/>
                  <a:pt x="10716226" y="4080617"/>
                  <a:pt x="10716226" y="4062002"/>
                </a:cubicBezTo>
                <a:close/>
                <a:moveTo>
                  <a:pt x="17053255" y="4062001"/>
                </a:moveTo>
                <a:cubicBezTo>
                  <a:pt x="17071871" y="4062001"/>
                  <a:pt x="17090483" y="4062001"/>
                  <a:pt x="17109099" y="4062001"/>
                </a:cubicBezTo>
                <a:cubicBezTo>
                  <a:pt x="17102895" y="4080616"/>
                  <a:pt x="17096691" y="4099231"/>
                  <a:pt x="17090483" y="4117846"/>
                </a:cubicBezTo>
                <a:cubicBezTo>
                  <a:pt x="17078075" y="4105436"/>
                  <a:pt x="17053255" y="4093026"/>
                  <a:pt x="17053255" y="4062001"/>
                </a:cubicBezTo>
                <a:close/>
                <a:moveTo>
                  <a:pt x="11111606" y="4058546"/>
                </a:moveTo>
                <a:cubicBezTo>
                  <a:pt x="11123240" y="4057731"/>
                  <a:pt x="11137201" y="4062625"/>
                  <a:pt x="11146509" y="4062625"/>
                </a:cubicBezTo>
                <a:cubicBezTo>
                  <a:pt x="11146509" y="4108314"/>
                  <a:pt x="11109280" y="4088734"/>
                  <a:pt x="11090665" y="4088734"/>
                </a:cubicBezTo>
                <a:cubicBezTo>
                  <a:pt x="11090665" y="4065888"/>
                  <a:pt x="11099972" y="4059361"/>
                  <a:pt x="11111606" y="4058546"/>
                </a:cubicBezTo>
                <a:close/>
                <a:moveTo>
                  <a:pt x="16128438" y="4043045"/>
                </a:moveTo>
                <a:cubicBezTo>
                  <a:pt x="16135262" y="4049871"/>
                  <a:pt x="16135262" y="4056698"/>
                  <a:pt x="16142088" y="4063520"/>
                </a:cubicBezTo>
                <a:cubicBezTo>
                  <a:pt x="16128438" y="4070346"/>
                  <a:pt x="16114788" y="4063520"/>
                  <a:pt x="16128438" y="4043045"/>
                </a:cubicBezTo>
                <a:close/>
                <a:moveTo>
                  <a:pt x="11317603" y="4043045"/>
                </a:moveTo>
                <a:cubicBezTo>
                  <a:pt x="11324428" y="4049871"/>
                  <a:pt x="11324428" y="4056698"/>
                  <a:pt x="11331253" y="4063520"/>
                </a:cubicBezTo>
                <a:cubicBezTo>
                  <a:pt x="11317603" y="4070346"/>
                  <a:pt x="11303953" y="4063520"/>
                  <a:pt x="11317603" y="4043045"/>
                </a:cubicBezTo>
                <a:close/>
                <a:moveTo>
                  <a:pt x="19837123" y="4042570"/>
                </a:moveTo>
                <a:cubicBezTo>
                  <a:pt x="19838763" y="4040012"/>
                  <a:pt x="19842047" y="4041719"/>
                  <a:pt x="19848611" y="4045133"/>
                </a:cubicBezTo>
                <a:cubicBezTo>
                  <a:pt x="19842047" y="4051955"/>
                  <a:pt x="19842047" y="4058781"/>
                  <a:pt x="19835483" y="4065605"/>
                </a:cubicBezTo>
                <a:cubicBezTo>
                  <a:pt x="19835483" y="4051955"/>
                  <a:pt x="19835483" y="4045132"/>
                  <a:pt x="19837123" y="4042570"/>
                </a:cubicBezTo>
                <a:close/>
                <a:moveTo>
                  <a:pt x="20064619" y="4042570"/>
                </a:moveTo>
                <a:cubicBezTo>
                  <a:pt x="20066247" y="4040012"/>
                  <a:pt x="20069507" y="4041718"/>
                  <a:pt x="20076027" y="4045132"/>
                </a:cubicBezTo>
                <a:cubicBezTo>
                  <a:pt x="20070099" y="4051955"/>
                  <a:pt x="20070099" y="4058781"/>
                  <a:pt x="20062991" y="4065605"/>
                </a:cubicBezTo>
                <a:cubicBezTo>
                  <a:pt x="20062991" y="4051955"/>
                  <a:pt x="20062991" y="4045132"/>
                  <a:pt x="20064619" y="4042570"/>
                </a:cubicBezTo>
                <a:close/>
                <a:moveTo>
                  <a:pt x="10051604" y="4029605"/>
                </a:moveTo>
                <a:cubicBezTo>
                  <a:pt x="10019362" y="4036052"/>
                  <a:pt x="9981747" y="4036052"/>
                  <a:pt x="9955953" y="4074739"/>
                </a:cubicBezTo>
                <a:cubicBezTo>
                  <a:pt x="9981747" y="4074739"/>
                  <a:pt x="10051604" y="4100532"/>
                  <a:pt x="10051604" y="4029605"/>
                </a:cubicBezTo>
                <a:close/>
                <a:moveTo>
                  <a:pt x="15490658" y="4028822"/>
                </a:moveTo>
                <a:cubicBezTo>
                  <a:pt x="15490658" y="4053644"/>
                  <a:pt x="15497484" y="4084667"/>
                  <a:pt x="15470184" y="4084667"/>
                </a:cubicBezTo>
                <a:cubicBezTo>
                  <a:pt x="15470184" y="4059849"/>
                  <a:pt x="15470184" y="4028822"/>
                  <a:pt x="15490658" y="4028822"/>
                </a:cubicBezTo>
                <a:close/>
                <a:moveTo>
                  <a:pt x="10975819" y="4028822"/>
                </a:moveTo>
                <a:cubicBezTo>
                  <a:pt x="10975819" y="4048087"/>
                  <a:pt x="10975819" y="4060930"/>
                  <a:pt x="10962691" y="4060930"/>
                </a:cubicBezTo>
                <a:cubicBezTo>
                  <a:pt x="10962691" y="4041666"/>
                  <a:pt x="10962691" y="4028822"/>
                  <a:pt x="10975819" y="4028822"/>
                </a:cubicBezTo>
                <a:close/>
                <a:moveTo>
                  <a:pt x="15374392" y="4028819"/>
                </a:moveTo>
                <a:cubicBezTo>
                  <a:pt x="15374392" y="4048087"/>
                  <a:pt x="15368404" y="4060930"/>
                  <a:pt x="15356430" y="4060930"/>
                </a:cubicBezTo>
                <a:cubicBezTo>
                  <a:pt x="15356430" y="4041666"/>
                  <a:pt x="15362416" y="4028819"/>
                  <a:pt x="15374392" y="4028819"/>
                </a:cubicBezTo>
                <a:close/>
                <a:moveTo>
                  <a:pt x="19228795" y="4028819"/>
                </a:moveTo>
                <a:cubicBezTo>
                  <a:pt x="19241923" y="4028819"/>
                  <a:pt x="19241923" y="4041665"/>
                  <a:pt x="19241923" y="4060929"/>
                </a:cubicBezTo>
                <a:cubicBezTo>
                  <a:pt x="19228795" y="4060929"/>
                  <a:pt x="19228795" y="4048087"/>
                  <a:pt x="19228795" y="4028819"/>
                </a:cubicBezTo>
                <a:close/>
                <a:moveTo>
                  <a:pt x="9933170" y="4028819"/>
                </a:moveTo>
                <a:lnTo>
                  <a:pt x="9930340" y="4033882"/>
                </a:lnTo>
                <a:lnTo>
                  <a:pt x="9930644" y="4033338"/>
                </a:lnTo>
                <a:cubicBezTo>
                  <a:pt x="9932048" y="4030831"/>
                  <a:pt x="9933170" y="4028819"/>
                  <a:pt x="9933170" y="4028819"/>
                </a:cubicBezTo>
                <a:close/>
                <a:moveTo>
                  <a:pt x="11260567" y="4025783"/>
                </a:moveTo>
                <a:cubicBezTo>
                  <a:pt x="11271022" y="4027374"/>
                  <a:pt x="11279169" y="4035333"/>
                  <a:pt x="11279169" y="4060799"/>
                </a:cubicBezTo>
                <a:cubicBezTo>
                  <a:pt x="11259617" y="4060799"/>
                  <a:pt x="11228116" y="4079899"/>
                  <a:pt x="11228116" y="4028965"/>
                </a:cubicBezTo>
                <a:cubicBezTo>
                  <a:pt x="11237349" y="4028965"/>
                  <a:pt x="11250112" y="4024192"/>
                  <a:pt x="11260567" y="4025783"/>
                </a:cubicBezTo>
                <a:close/>
                <a:moveTo>
                  <a:pt x="17012167" y="4025782"/>
                </a:moveTo>
                <a:cubicBezTo>
                  <a:pt x="17023435" y="4027374"/>
                  <a:pt x="17033211" y="4035333"/>
                  <a:pt x="17033211" y="4060799"/>
                </a:cubicBezTo>
                <a:cubicBezTo>
                  <a:pt x="17013659" y="4060799"/>
                  <a:pt x="16982159" y="4079898"/>
                  <a:pt x="16982159" y="4028962"/>
                </a:cubicBezTo>
                <a:cubicBezTo>
                  <a:pt x="16988135" y="4028962"/>
                  <a:pt x="17000895" y="4024191"/>
                  <a:pt x="17012167" y="4025782"/>
                </a:cubicBezTo>
                <a:close/>
                <a:moveTo>
                  <a:pt x="9924688" y="4014601"/>
                </a:moveTo>
                <a:cubicBezTo>
                  <a:pt x="9930675" y="4014601"/>
                  <a:pt x="9936663" y="4014601"/>
                  <a:pt x="9942650" y="4014601"/>
                </a:cubicBezTo>
                <a:cubicBezTo>
                  <a:pt x="9930675" y="4020588"/>
                  <a:pt x="9936663" y="4032563"/>
                  <a:pt x="9924688" y="4014601"/>
                </a:cubicBezTo>
                <a:close/>
                <a:moveTo>
                  <a:pt x="10691475" y="4009865"/>
                </a:moveTo>
                <a:cubicBezTo>
                  <a:pt x="10663826" y="4021206"/>
                  <a:pt x="10622468" y="4077196"/>
                  <a:pt x="10591392" y="4056286"/>
                </a:cubicBezTo>
                <a:lnTo>
                  <a:pt x="10581228" y="4044994"/>
                </a:lnTo>
                <a:lnTo>
                  <a:pt x="10591993" y="4062312"/>
                </a:lnTo>
                <a:cubicBezTo>
                  <a:pt x="10586006" y="4068734"/>
                  <a:pt x="10580018" y="4075154"/>
                  <a:pt x="10574031" y="4062312"/>
                </a:cubicBezTo>
                <a:lnTo>
                  <a:pt x="10579879" y="4043490"/>
                </a:lnTo>
                <a:lnTo>
                  <a:pt x="10578773" y="4042265"/>
                </a:lnTo>
                <a:cubicBezTo>
                  <a:pt x="10615638" y="4029305"/>
                  <a:pt x="10653556" y="4016347"/>
                  <a:pt x="10691475" y="4009865"/>
                </a:cubicBezTo>
                <a:close/>
                <a:moveTo>
                  <a:pt x="19192671" y="4001460"/>
                </a:moveTo>
                <a:cubicBezTo>
                  <a:pt x="19201123" y="4004904"/>
                  <a:pt x="19208811" y="4016478"/>
                  <a:pt x="19208811" y="4032461"/>
                </a:cubicBezTo>
                <a:cubicBezTo>
                  <a:pt x="19196511" y="4025847"/>
                  <a:pt x="19184215" y="4025847"/>
                  <a:pt x="19171919" y="4019234"/>
                </a:cubicBezTo>
                <a:cubicBezTo>
                  <a:pt x="19174991" y="4002701"/>
                  <a:pt x="19184215" y="3998015"/>
                  <a:pt x="19192671" y="4001460"/>
                </a:cubicBezTo>
                <a:close/>
                <a:moveTo>
                  <a:pt x="15773526" y="4000387"/>
                </a:moveTo>
                <a:cubicBezTo>
                  <a:pt x="15779948" y="4005653"/>
                  <a:pt x="15792790" y="4005653"/>
                  <a:pt x="15805632" y="4011972"/>
                </a:cubicBezTo>
                <a:cubicBezTo>
                  <a:pt x="15799210" y="4024612"/>
                  <a:pt x="15792790" y="4037253"/>
                  <a:pt x="15779948" y="4056211"/>
                </a:cubicBezTo>
                <a:cubicBezTo>
                  <a:pt x="15773526" y="4037253"/>
                  <a:pt x="15773526" y="4018293"/>
                  <a:pt x="15773526" y="4000387"/>
                </a:cubicBezTo>
                <a:close/>
                <a:moveTo>
                  <a:pt x="13336302" y="4000386"/>
                </a:moveTo>
                <a:cubicBezTo>
                  <a:pt x="13336302" y="4019185"/>
                  <a:pt x="13330315" y="4032456"/>
                  <a:pt x="13318340" y="4032456"/>
                </a:cubicBezTo>
                <a:cubicBezTo>
                  <a:pt x="13318340" y="4012553"/>
                  <a:pt x="13324327" y="4000386"/>
                  <a:pt x="13336302" y="4000386"/>
                </a:cubicBezTo>
                <a:close/>
                <a:moveTo>
                  <a:pt x="13241507" y="4000386"/>
                </a:moveTo>
                <a:cubicBezTo>
                  <a:pt x="13241507" y="4019186"/>
                  <a:pt x="13241507" y="4032456"/>
                  <a:pt x="13223545" y="4032456"/>
                </a:cubicBezTo>
                <a:cubicBezTo>
                  <a:pt x="13223545" y="4012554"/>
                  <a:pt x="13229532" y="4000386"/>
                  <a:pt x="13241507" y="4000386"/>
                </a:cubicBezTo>
                <a:close/>
                <a:moveTo>
                  <a:pt x="16962199" y="4000386"/>
                </a:moveTo>
                <a:cubicBezTo>
                  <a:pt x="16962199" y="4019185"/>
                  <a:pt x="16956211" y="4032456"/>
                  <a:pt x="16944239" y="4032456"/>
                </a:cubicBezTo>
                <a:cubicBezTo>
                  <a:pt x="16944239" y="4012553"/>
                  <a:pt x="16950227" y="4000386"/>
                  <a:pt x="16962199" y="4000386"/>
                </a:cubicBezTo>
                <a:close/>
                <a:moveTo>
                  <a:pt x="15303196" y="4000386"/>
                </a:moveTo>
                <a:cubicBezTo>
                  <a:pt x="15303196" y="4005914"/>
                  <a:pt x="15303196" y="4019185"/>
                  <a:pt x="15303196" y="4032456"/>
                </a:cubicBezTo>
                <a:cubicBezTo>
                  <a:pt x="15290070" y="4005914"/>
                  <a:pt x="15290070" y="4005914"/>
                  <a:pt x="15303196" y="4000386"/>
                </a:cubicBezTo>
                <a:close/>
                <a:moveTo>
                  <a:pt x="17702599" y="4000385"/>
                </a:moveTo>
                <a:cubicBezTo>
                  <a:pt x="17715727" y="4000385"/>
                  <a:pt x="17715727" y="4012553"/>
                  <a:pt x="17715727" y="4032456"/>
                </a:cubicBezTo>
                <a:cubicBezTo>
                  <a:pt x="17702599" y="4032456"/>
                  <a:pt x="17702599" y="4019185"/>
                  <a:pt x="17702599" y="4000385"/>
                </a:cubicBezTo>
                <a:close/>
                <a:moveTo>
                  <a:pt x="20033551" y="4000385"/>
                </a:moveTo>
                <a:cubicBezTo>
                  <a:pt x="20033551" y="4019185"/>
                  <a:pt x="20027563" y="4032455"/>
                  <a:pt x="20015587" y="4032455"/>
                </a:cubicBezTo>
                <a:cubicBezTo>
                  <a:pt x="20015587" y="4012553"/>
                  <a:pt x="20021575" y="4000385"/>
                  <a:pt x="20033551" y="4000385"/>
                </a:cubicBezTo>
                <a:close/>
                <a:moveTo>
                  <a:pt x="19578439" y="4000385"/>
                </a:moveTo>
                <a:cubicBezTo>
                  <a:pt x="19578439" y="4019185"/>
                  <a:pt x="19578439" y="4032455"/>
                  <a:pt x="19565315" y="4032455"/>
                </a:cubicBezTo>
                <a:cubicBezTo>
                  <a:pt x="19565315" y="4012553"/>
                  <a:pt x="19565315" y="4000385"/>
                  <a:pt x="19578439" y="4000385"/>
                </a:cubicBezTo>
                <a:close/>
                <a:moveTo>
                  <a:pt x="20602223" y="4000385"/>
                </a:moveTo>
                <a:cubicBezTo>
                  <a:pt x="20602223" y="4019185"/>
                  <a:pt x="20602223" y="4032455"/>
                  <a:pt x="20589099" y="4032455"/>
                </a:cubicBezTo>
                <a:cubicBezTo>
                  <a:pt x="20589099" y="4012553"/>
                  <a:pt x="20589099" y="4000385"/>
                  <a:pt x="20602223" y="4000385"/>
                </a:cubicBezTo>
                <a:close/>
                <a:moveTo>
                  <a:pt x="18617095" y="3982954"/>
                </a:moveTo>
                <a:cubicBezTo>
                  <a:pt x="18612259" y="3991014"/>
                  <a:pt x="18611791" y="3998672"/>
                  <a:pt x="18614007" y="4005724"/>
                </a:cubicBezTo>
                <a:lnTo>
                  <a:pt x="18617895" y="4011435"/>
                </a:lnTo>
                <a:lnTo>
                  <a:pt x="18618999" y="3997137"/>
                </a:lnTo>
                <a:cubicBezTo>
                  <a:pt x="18620627" y="3993124"/>
                  <a:pt x="18623883" y="3993124"/>
                  <a:pt x="18630403" y="4000079"/>
                </a:cubicBezTo>
                <a:cubicBezTo>
                  <a:pt x="18627439" y="4002756"/>
                  <a:pt x="18625959" y="4004093"/>
                  <a:pt x="18624331" y="4006367"/>
                </a:cubicBezTo>
                <a:lnTo>
                  <a:pt x="18619763" y="4014180"/>
                </a:lnTo>
                <a:lnTo>
                  <a:pt x="18627039" y="4024867"/>
                </a:lnTo>
                <a:cubicBezTo>
                  <a:pt x="18638859" y="4036152"/>
                  <a:pt x="18654711" y="4044213"/>
                  <a:pt x="18661159" y="4047437"/>
                </a:cubicBezTo>
                <a:cubicBezTo>
                  <a:pt x="18699851" y="4066777"/>
                  <a:pt x="18738543" y="4105471"/>
                  <a:pt x="18783683" y="4086126"/>
                </a:cubicBezTo>
                <a:cubicBezTo>
                  <a:pt x="18751443" y="4066777"/>
                  <a:pt x="18719199" y="4047437"/>
                  <a:pt x="18680507" y="4028090"/>
                </a:cubicBezTo>
                <a:cubicBezTo>
                  <a:pt x="18661159" y="4015196"/>
                  <a:pt x="18635367" y="4008746"/>
                  <a:pt x="18617095" y="3982954"/>
                </a:cubicBezTo>
                <a:close/>
                <a:moveTo>
                  <a:pt x="15127852" y="3973524"/>
                </a:moveTo>
                <a:cubicBezTo>
                  <a:pt x="15127852" y="4004068"/>
                  <a:pt x="15108586" y="3998802"/>
                  <a:pt x="15095742" y="3998802"/>
                </a:cubicBezTo>
                <a:cubicBezTo>
                  <a:pt x="15095742" y="3967206"/>
                  <a:pt x="15115008" y="3973524"/>
                  <a:pt x="15127852" y="3973524"/>
                </a:cubicBezTo>
                <a:close/>
                <a:moveTo>
                  <a:pt x="16825747" y="3973523"/>
                </a:moveTo>
                <a:cubicBezTo>
                  <a:pt x="16838043" y="3973523"/>
                  <a:pt x="16862639" y="3967206"/>
                  <a:pt x="16862639" y="3998802"/>
                </a:cubicBezTo>
                <a:cubicBezTo>
                  <a:pt x="16850343" y="3998802"/>
                  <a:pt x="16825747" y="4004067"/>
                  <a:pt x="16825747" y="3973523"/>
                </a:cubicBezTo>
                <a:close/>
                <a:moveTo>
                  <a:pt x="17828947" y="3971948"/>
                </a:moveTo>
                <a:cubicBezTo>
                  <a:pt x="17848183" y="4015602"/>
                  <a:pt x="17861011" y="4066705"/>
                  <a:pt x="17867423" y="4117814"/>
                </a:cubicBezTo>
                <a:cubicBezTo>
                  <a:pt x="17841771" y="4117814"/>
                  <a:pt x="17785127" y="4092263"/>
                  <a:pt x="17772299" y="4047544"/>
                </a:cubicBezTo>
                <a:cubicBezTo>
                  <a:pt x="17759475" y="3983660"/>
                  <a:pt x="17804363" y="3978336"/>
                  <a:pt x="17828947" y="3971948"/>
                </a:cubicBezTo>
                <a:close/>
                <a:moveTo>
                  <a:pt x="10976910" y="3971945"/>
                </a:moveTo>
                <a:cubicBezTo>
                  <a:pt x="10988885" y="3971945"/>
                  <a:pt x="10994872" y="3978771"/>
                  <a:pt x="10994872" y="3999245"/>
                </a:cubicBezTo>
                <a:cubicBezTo>
                  <a:pt x="10982897" y="3999245"/>
                  <a:pt x="10976910" y="3991286"/>
                  <a:pt x="10976910" y="3971945"/>
                </a:cubicBezTo>
                <a:close/>
                <a:moveTo>
                  <a:pt x="15925198" y="3971945"/>
                </a:moveTo>
                <a:cubicBezTo>
                  <a:pt x="15937838" y="3971945"/>
                  <a:pt x="15950476" y="3978580"/>
                  <a:pt x="15962062" y="3984110"/>
                </a:cubicBezTo>
                <a:cubicBezTo>
                  <a:pt x="15950476" y="4004015"/>
                  <a:pt x="15925198" y="4004015"/>
                  <a:pt x="15925198" y="3971945"/>
                </a:cubicBezTo>
                <a:close/>
                <a:moveTo>
                  <a:pt x="13601727" y="3971945"/>
                </a:moveTo>
                <a:cubicBezTo>
                  <a:pt x="13601727" y="3991286"/>
                  <a:pt x="13595740" y="3999245"/>
                  <a:pt x="13583765" y="3999245"/>
                </a:cubicBezTo>
                <a:cubicBezTo>
                  <a:pt x="13583765" y="3978771"/>
                  <a:pt x="13589752" y="3971945"/>
                  <a:pt x="13601727" y="3971945"/>
                </a:cubicBezTo>
                <a:close/>
                <a:moveTo>
                  <a:pt x="20541703" y="3971944"/>
                </a:moveTo>
                <a:cubicBezTo>
                  <a:pt x="20548263" y="3978769"/>
                  <a:pt x="20548263" y="3991282"/>
                  <a:pt x="20554827" y="3999245"/>
                </a:cubicBezTo>
                <a:cubicBezTo>
                  <a:pt x="20548263" y="3991282"/>
                  <a:pt x="20541703" y="3984457"/>
                  <a:pt x="20541703" y="3971944"/>
                </a:cubicBezTo>
                <a:close/>
                <a:moveTo>
                  <a:pt x="18565507" y="3971132"/>
                </a:moveTo>
                <a:cubicBezTo>
                  <a:pt x="18565507" y="3989399"/>
                  <a:pt x="18571955" y="3996927"/>
                  <a:pt x="18584851" y="3996927"/>
                </a:cubicBezTo>
                <a:cubicBezTo>
                  <a:pt x="18584851" y="3977580"/>
                  <a:pt x="18571955" y="3971132"/>
                  <a:pt x="18565507" y="3971132"/>
                </a:cubicBezTo>
                <a:close/>
                <a:moveTo>
                  <a:pt x="16566904" y="3967637"/>
                </a:moveTo>
                <a:cubicBezTo>
                  <a:pt x="16578490" y="3967637"/>
                  <a:pt x="16592446" y="3974099"/>
                  <a:pt x="16601926" y="3974099"/>
                </a:cubicBezTo>
                <a:cubicBezTo>
                  <a:pt x="16601926" y="4018266"/>
                  <a:pt x="16565060" y="3999954"/>
                  <a:pt x="16546102" y="3999954"/>
                </a:cubicBezTo>
                <a:cubicBezTo>
                  <a:pt x="16546102" y="3974100"/>
                  <a:pt x="16555318" y="3967637"/>
                  <a:pt x="16566904" y="3967637"/>
                </a:cubicBezTo>
                <a:close/>
                <a:moveTo>
                  <a:pt x="12227107" y="3941563"/>
                </a:moveTo>
                <a:lnTo>
                  <a:pt x="12213982" y="3947178"/>
                </a:lnTo>
                <a:cubicBezTo>
                  <a:pt x="12217214" y="3943976"/>
                  <a:pt x="12222063" y="3942375"/>
                  <a:pt x="12226912" y="3941576"/>
                </a:cubicBezTo>
                <a:close/>
                <a:moveTo>
                  <a:pt x="16526116" y="3940173"/>
                </a:moveTo>
                <a:cubicBezTo>
                  <a:pt x="16526116" y="3970916"/>
                  <a:pt x="16507670" y="3970916"/>
                  <a:pt x="16489224" y="3970916"/>
                </a:cubicBezTo>
                <a:cubicBezTo>
                  <a:pt x="16489224" y="3934026"/>
                  <a:pt x="16507670" y="3940173"/>
                  <a:pt x="16526116" y="3940173"/>
                </a:cubicBezTo>
                <a:close/>
                <a:moveTo>
                  <a:pt x="19526371" y="3940172"/>
                </a:moveTo>
                <a:cubicBezTo>
                  <a:pt x="19526371" y="3970916"/>
                  <a:pt x="19501779" y="3970916"/>
                  <a:pt x="19489479" y="3970916"/>
                </a:cubicBezTo>
                <a:cubicBezTo>
                  <a:pt x="19489479" y="3934025"/>
                  <a:pt x="19507927" y="3940172"/>
                  <a:pt x="19526371" y="3940172"/>
                </a:cubicBezTo>
                <a:close/>
                <a:moveTo>
                  <a:pt x="13460727" y="3938769"/>
                </a:moveTo>
                <a:cubicBezTo>
                  <a:pt x="13473495" y="3952310"/>
                  <a:pt x="13478815" y="3965856"/>
                  <a:pt x="13492647" y="3985036"/>
                </a:cubicBezTo>
                <a:cubicBezTo>
                  <a:pt x="13473495" y="3979396"/>
                  <a:pt x="13441575" y="3972623"/>
                  <a:pt x="13460727" y="3938769"/>
                </a:cubicBezTo>
                <a:close/>
                <a:moveTo>
                  <a:pt x="10133238" y="3938767"/>
                </a:moveTo>
                <a:cubicBezTo>
                  <a:pt x="10145213" y="3938767"/>
                  <a:pt x="10151200" y="3945188"/>
                  <a:pt x="10151200" y="3970875"/>
                </a:cubicBezTo>
                <a:cubicBezTo>
                  <a:pt x="10139225" y="3970875"/>
                  <a:pt x="10133238" y="3958031"/>
                  <a:pt x="10133238" y="3938767"/>
                </a:cubicBezTo>
                <a:close/>
                <a:moveTo>
                  <a:pt x="19735947" y="3938767"/>
                </a:moveTo>
                <a:cubicBezTo>
                  <a:pt x="19747919" y="3938767"/>
                  <a:pt x="19753907" y="3951608"/>
                  <a:pt x="19753907" y="3970875"/>
                </a:cubicBezTo>
                <a:cubicBezTo>
                  <a:pt x="19741931" y="3970875"/>
                  <a:pt x="19735947" y="3958031"/>
                  <a:pt x="19735947" y="3938767"/>
                </a:cubicBezTo>
                <a:close/>
                <a:moveTo>
                  <a:pt x="14881456" y="3938767"/>
                </a:moveTo>
                <a:cubicBezTo>
                  <a:pt x="14881456" y="3958031"/>
                  <a:pt x="14875469" y="3970875"/>
                  <a:pt x="14863494" y="3970875"/>
                </a:cubicBezTo>
                <a:cubicBezTo>
                  <a:pt x="14863494" y="3951608"/>
                  <a:pt x="14869481" y="3938767"/>
                  <a:pt x="14881456" y="3938767"/>
                </a:cubicBezTo>
                <a:close/>
                <a:moveTo>
                  <a:pt x="14925110" y="3938765"/>
                </a:moveTo>
                <a:cubicBezTo>
                  <a:pt x="14936696" y="3938765"/>
                  <a:pt x="14949335" y="3944969"/>
                  <a:pt x="14961974" y="3951175"/>
                </a:cubicBezTo>
                <a:cubicBezTo>
                  <a:pt x="14949335" y="3963581"/>
                  <a:pt x="14936696" y="3975994"/>
                  <a:pt x="14925110" y="3994609"/>
                </a:cubicBezTo>
                <a:cubicBezTo>
                  <a:pt x="14925110" y="3975994"/>
                  <a:pt x="14925110" y="3957378"/>
                  <a:pt x="14925110" y="3938765"/>
                </a:cubicBezTo>
                <a:close/>
                <a:moveTo>
                  <a:pt x="15625454" y="3938765"/>
                </a:moveTo>
                <a:cubicBezTo>
                  <a:pt x="15625454" y="3957378"/>
                  <a:pt x="15625454" y="3994609"/>
                  <a:pt x="15604980" y="3994609"/>
                </a:cubicBezTo>
                <a:cubicBezTo>
                  <a:pt x="15604980" y="3969789"/>
                  <a:pt x="15598154" y="3938765"/>
                  <a:pt x="15625454" y="3938765"/>
                </a:cubicBezTo>
                <a:close/>
                <a:moveTo>
                  <a:pt x="13941227" y="3936396"/>
                </a:moveTo>
                <a:cubicBezTo>
                  <a:pt x="13952861" y="3934737"/>
                  <a:pt x="13966822" y="3939713"/>
                  <a:pt x="13976130" y="3939713"/>
                </a:cubicBezTo>
                <a:cubicBezTo>
                  <a:pt x="13976130" y="3985057"/>
                  <a:pt x="13938901" y="3972892"/>
                  <a:pt x="13920286" y="3972892"/>
                </a:cubicBezTo>
                <a:cubicBezTo>
                  <a:pt x="13920286" y="3946349"/>
                  <a:pt x="13929593" y="3938054"/>
                  <a:pt x="13941227" y="3936396"/>
                </a:cubicBezTo>
                <a:close/>
                <a:moveTo>
                  <a:pt x="12242336" y="3936380"/>
                </a:moveTo>
                <a:lnTo>
                  <a:pt x="12239842" y="3940774"/>
                </a:lnTo>
                <a:lnTo>
                  <a:pt x="12227107" y="3941563"/>
                </a:lnTo>
                <a:lnTo>
                  <a:pt x="12237603" y="3937073"/>
                </a:lnTo>
                <a:close/>
                <a:moveTo>
                  <a:pt x="10939187" y="3929286"/>
                </a:moveTo>
                <a:cubicBezTo>
                  <a:pt x="10945571" y="3929286"/>
                  <a:pt x="10958339" y="3929286"/>
                  <a:pt x="10971107" y="3929286"/>
                </a:cubicBezTo>
                <a:cubicBezTo>
                  <a:pt x="10964723" y="3954755"/>
                  <a:pt x="10964723" y="3973855"/>
                  <a:pt x="10964723" y="3999323"/>
                </a:cubicBezTo>
                <a:cubicBezTo>
                  <a:pt x="10945571" y="3999323"/>
                  <a:pt x="10932803" y="3999323"/>
                  <a:pt x="10920035" y="3999323"/>
                </a:cubicBezTo>
                <a:cubicBezTo>
                  <a:pt x="10926419" y="3973855"/>
                  <a:pt x="10932803" y="3954755"/>
                  <a:pt x="10939187" y="3929286"/>
                </a:cubicBezTo>
                <a:close/>
                <a:moveTo>
                  <a:pt x="13184670" y="3919831"/>
                </a:moveTo>
                <a:cubicBezTo>
                  <a:pt x="13197575" y="3919831"/>
                  <a:pt x="13255648" y="3919831"/>
                  <a:pt x="13229838" y="3952146"/>
                </a:cubicBezTo>
                <a:cubicBezTo>
                  <a:pt x="13197575" y="3989846"/>
                  <a:pt x="13152407" y="3997390"/>
                  <a:pt x="13107238" y="4009238"/>
                </a:cubicBezTo>
                <a:cubicBezTo>
                  <a:pt x="12985714" y="4041556"/>
                  <a:pt x="12863114" y="4054482"/>
                  <a:pt x="12741590" y="4060945"/>
                </a:cubicBezTo>
                <a:cubicBezTo>
                  <a:pt x="12677064" y="4060945"/>
                  <a:pt x="12607160" y="4054482"/>
                  <a:pt x="12542634" y="4060945"/>
                </a:cubicBezTo>
                <a:cubicBezTo>
                  <a:pt x="12523276" y="4060945"/>
                  <a:pt x="12523276" y="4086799"/>
                  <a:pt x="12510371" y="4106189"/>
                </a:cubicBezTo>
                <a:cubicBezTo>
                  <a:pt x="12497466" y="4125578"/>
                  <a:pt x="12465203" y="4112651"/>
                  <a:pt x="12452298" y="4112651"/>
                </a:cubicBezTo>
                <a:cubicBezTo>
                  <a:pt x="12324321" y="4119116"/>
                  <a:pt x="12196344" y="4132041"/>
                  <a:pt x="12073744" y="4164358"/>
                </a:cubicBezTo>
                <a:cubicBezTo>
                  <a:pt x="11817790" y="4213802"/>
                  <a:pt x="11573666" y="4297825"/>
                  <a:pt x="11323089" y="4393697"/>
                </a:cubicBezTo>
                <a:cubicBezTo>
                  <a:pt x="11201565" y="4438940"/>
                  <a:pt x="11078965" y="4490646"/>
                  <a:pt x="10957441" y="4535889"/>
                </a:cubicBezTo>
                <a:cubicBezTo>
                  <a:pt x="10931630" y="4548816"/>
                  <a:pt x="10899367" y="4561742"/>
                  <a:pt x="10867104" y="4581132"/>
                </a:cubicBezTo>
                <a:cubicBezTo>
                  <a:pt x="10847746" y="4587595"/>
                  <a:pt x="10821936" y="4605908"/>
                  <a:pt x="10809031" y="4587595"/>
                </a:cubicBezTo>
                <a:cubicBezTo>
                  <a:pt x="10777843" y="4561742"/>
                  <a:pt x="10809031" y="4490646"/>
                  <a:pt x="10816559" y="4458330"/>
                </a:cubicBezTo>
                <a:cubicBezTo>
                  <a:pt x="10844789" y="4482567"/>
                  <a:pt x="10869994" y="4470448"/>
                  <a:pt x="10883555" y="4435607"/>
                </a:cubicBezTo>
                <a:lnTo>
                  <a:pt x="10892077" y="4397451"/>
                </a:lnTo>
                <a:lnTo>
                  <a:pt x="10891595" y="4396383"/>
                </a:lnTo>
                <a:lnTo>
                  <a:pt x="10892628" y="4394984"/>
                </a:lnTo>
                <a:lnTo>
                  <a:pt x="10892915" y="4393697"/>
                </a:lnTo>
                <a:lnTo>
                  <a:pt x="10893270" y="4394113"/>
                </a:lnTo>
                <a:lnTo>
                  <a:pt x="10898330" y="4387259"/>
                </a:lnTo>
                <a:cubicBezTo>
                  <a:pt x="10900576" y="4387259"/>
                  <a:pt x="10903570" y="4390300"/>
                  <a:pt x="10909557" y="4396383"/>
                </a:cubicBezTo>
                <a:lnTo>
                  <a:pt x="10902831" y="4405328"/>
                </a:lnTo>
                <a:lnTo>
                  <a:pt x="10904711" y="4407532"/>
                </a:lnTo>
                <a:cubicBezTo>
                  <a:pt x="10918322" y="4416318"/>
                  <a:pt x="10936469" y="4411471"/>
                  <a:pt x="10950988" y="4406623"/>
                </a:cubicBezTo>
                <a:cubicBezTo>
                  <a:pt x="10976799" y="4400160"/>
                  <a:pt x="11009062" y="4400160"/>
                  <a:pt x="11033797" y="4393697"/>
                </a:cubicBezTo>
                <a:cubicBezTo>
                  <a:pt x="11027344" y="4381847"/>
                  <a:pt x="11027344" y="4349531"/>
                  <a:pt x="11014439" y="4349531"/>
                </a:cubicBezTo>
                <a:cubicBezTo>
                  <a:pt x="10996157" y="4343068"/>
                  <a:pt x="10970346" y="4362457"/>
                  <a:pt x="10950988" y="4375384"/>
                </a:cubicBezTo>
                <a:cubicBezTo>
                  <a:pt x="10912273" y="4406623"/>
                  <a:pt x="10892915" y="4368921"/>
                  <a:pt x="10867104" y="4330141"/>
                </a:cubicBezTo>
                <a:cubicBezTo>
                  <a:pt x="11252110" y="4183748"/>
                  <a:pt x="11638192" y="4009238"/>
                  <a:pt x="12036104" y="4009238"/>
                </a:cubicBezTo>
                <a:cubicBezTo>
                  <a:pt x="11868336" y="4060945"/>
                  <a:pt x="11708096" y="4132041"/>
                  <a:pt x="11547856" y="4195489"/>
                </a:cubicBezTo>
                <a:cubicBezTo>
                  <a:pt x="11463971" y="4220265"/>
                  <a:pt x="11387615" y="4246118"/>
                  <a:pt x="11310184" y="4265508"/>
                </a:cubicBezTo>
                <a:cubicBezTo>
                  <a:pt x="11265016" y="4271971"/>
                  <a:pt x="11227375" y="4278435"/>
                  <a:pt x="11188660" y="4284898"/>
                </a:cubicBezTo>
                <a:cubicBezTo>
                  <a:pt x="11169302" y="4284898"/>
                  <a:pt x="11149944" y="4284898"/>
                  <a:pt x="11130586" y="4284898"/>
                </a:cubicBezTo>
                <a:cubicBezTo>
                  <a:pt x="11117681" y="4304288"/>
                  <a:pt x="11104776" y="4330141"/>
                  <a:pt x="11091870" y="4349531"/>
                </a:cubicBezTo>
                <a:cubicBezTo>
                  <a:pt x="11219847" y="4323678"/>
                  <a:pt x="11348900" y="4291361"/>
                  <a:pt x="11476877" y="4265508"/>
                </a:cubicBezTo>
                <a:cubicBezTo>
                  <a:pt x="11534950" y="4252582"/>
                  <a:pt x="11593024" y="4220265"/>
                  <a:pt x="11650022" y="4195489"/>
                </a:cubicBezTo>
                <a:cubicBezTo>
                  <a:pt x="11708096" y="4177284"/>
                  <a:pt x="11766169" y="4157895"/>
                  <a:pt x="11824243" y="4138506"/>
                </a:cubicBezTo>
                <a:cubicBezTo>
                  <a:pt x="11945767" y="4099726"/>
                  <a:pt x="12073744" y="4067409"/>
                  <a:pt x="12196344" y="4048019"/>
                </a:cubicBezTo>
                <a:cubicBezTo>
                  <a:pt x="12259794" y="4035093"/>
                  <a:pt x="12324321" y="4022165"/>
                  <a:pt x="12382394" y="4015703"/>
                </a:cubicBezTo>
                <a:cubicBezTo>
                  <a:pt x="12434015" y="4009238"/>
                  <a:pt x="12484561" y="4015703"/>
                  <a:pt x="12529729" y="3971537"/>
                </a:cubicBezTo>
                <a:cubicBezTo>
                  <a:pt x="12748043" y="3952146"/>
                  <a:pt x="12966356" y="3926293"/>
                  <a:pt x="13184670" y="3919831"/>
                </a:cubicBezTo>
                <a:close/>
                <a:moveTo>
                  <a:pt x="14203682" y="3919806"/>
                </a:moveTo>
                <a:cubicBezTo>
                  <a:pt x="14216909" y="3919806"/>
                  <a:pt x="14230136" y="3932578"/>
                  <a:pt x="14236750" y="3938958"/>
                </a:cubicBezTo>
                <a:cubicBezTo>
                  <a:pt x="14223523" y="3951727"/>
                  <a:pt x="14203682" y="3958111"/>
                  <a:pt x="14190455" y="3970880"/>
                </a:cubicBezTo>
                <a:cubicBezTo>
                  <a:pt x="14190455" y="3951727"/>
                  <a:pt x="14197069" y="3932578"/>
                  <a:pt x="14203682" y="3919806"/>
                </a:cubicBezTo>
                <a:close/>
                <a:moveTo>
                  <a:pt x="13443216" y="3919332"/>
                </a:moveTo>
                <a:cubicBezTo>
                  <a:pt x="13444856" y="3916772"/>
                  <a:pt x="13448138" y="3918477"/>
                  <a:pt x="13454700" y="3921891"/>
                </a:cubicBezTo>
                <a:cubicBezTo>
                  <a:pt x="13448138" y="3928714"/>
                  <a:pt x="13441575" y="3935542"/>
                  <a:pt x="13441575" y="3942365"/>
                </a:cubicBezTo>
                <a:cubicBezTo>
                  <a:pt x="13441575" y="3928714"/>
                  <a:pt x="13441575" y="3921891"/>
                  <a:pt x="13443216" y="3919332"/>
                </a:cubicBezTo>
                <a:close/>
                <a:moveTo>
                  <a:pt x="13860136" y="3910327"/>
                </a:moveTo>
                <a:cubicBezTo>
                  <a:pt x="13866610" y="3923040"/>
                  <a:pt x="13879557" y="3935754"/>
                  <a:pt x="13886031" y="3954824"/>
                </a:cubicBezTo>
                <a:cubicBezTo>
                  <a:pt x="13860136" y="3999323"/>
                  <a:pt x="13814819" y="3991909"/>
                  <a:pt x="13782451" y="3991909"/>
                </a:cubicBezTo>
                <a:cubicBezTo>
                  <a:pt x="13724187" y="3991909"/>
                  <a:pt x="13673475" y="3991909"/>
                  <a:pt x="13621685" y="3999323"/>
                </a:cubicBezTo>
                <a:cubicBezTo>
                  <a:pt x="13621685" y="3980253"/>
                  <a:pt x="13621685" y="3961181"/>
                  <a:pt x="13621685" y="3942111"/>
                </a:cubicBezTo>
                <a:cubicBezTo>
                  <a:pt x="13634633" y="3935754"/>
                  <a:pt x="13641106" y="3935754"/>
                  <a:pt x="13654054" y="3935754"/>
                </a:cubicBezTo>
                <a:cubicBezTo>
                  <a:pt x="13673475" y="3935754"/>
                  <a:pt x="13692897" y="3935754"/>
                  <a:pt x="13711239" y="3935754"/>
                </a:cubicBezTo>
                <a:cubicBezTo>
                  <a:pt x="13756555" y="3929396"/>
                  <a:pt x="13801872" y="3929396"/>
                  <a:pt x="13853662" y="3923040"/>
                </a:cubicBezTo>
                <a:cubicBezTo>
                  <a:pt x="13853662" y="3916684"/>
                  <a:pt x="13853662" y="3910327"/>
                  <a:pt x="13860136" y="3910327"/>
                </a:cubicBezTo>
                <a:close/>
                <a:moveTo>
                  <a:pt x="10171155" y="3910325"/>
                </a:moveTo>
                <a:cubicBezTo>
                  <a:pt x="10183130" y="3910325"/>
                  <a:pt x="10189117" y="3923168"/>
                  <a:pt x="10189117" y="3942433"/>
                </a:cubicBezTo>
                <a:cubicBezTo>
                  <a:pt x="10177142" y="3942433"/>
                  <a:pt x="10171155" y="3929588"/>
                  <a:pt x="10171155" y="3910325"/>
                </a:cubicBezTo>
                <a:close/>
                <a:moveTo>
                  <a:pt x="13298330" y="3910324"/>
                </a:moveTo>
                <a:cubicBezTo>
                  <a:pt x="13298330" y="3929587"/>
                  <a:pt x="13292010" y="3942433"/>
                  <a:pt x="13280423" y="3942433"/>
                </a:cubicBezTo>
                <a:cubicBezTo>
                  <a:pt x="13280423" y="3923167"/>
                  <a:pt x="13286743" y="3910324"/>
                  <a:pt x="13298330" y="3910324"/>
                </a:cubicBezTo>
                <a:close/>
                <a:moveTo>
                  <a:pt x="11734271" y="3910324"/>
                </a:moveTo>
                <a:cubicBezTo>
                  <a:pt x="11734271" y="3929588"/>
                  <a:pt x="11728284" y="3942433"/>
                  <a:pt x="11716309" y="3942433"/>
                </a:cubicBezTo>
                <a:cubicBezTo>
                  <a:pt x="11716309" y="3916746"/>
                  <a:pt x="11722296" y="3910324"/>
                  <a:pt x="11734271" y="3910324"/>
                </a:cubicBezTo>
                <a:close/>
                <a:moveTo>
                  <a:pt x="16710998" y="3910324"/>
                </a:moveTo>
                <a:cubicBezTo>
                  <a:pt x="16710998" y="3929586"/>
                  <a:pt x="16705010" y="3942432"/>
                  <a:pt x="16693034" y="3942432"/>
                </a:cubicBezTo>
                <a:cubicBezTo>
                  <a:pt x="16693034" y="3916745"/>
                  <a:pt x="16699022" y="3910324"/>
                  <a:pt x="16710998" y="3910324"/>
                </a:cubicBezTo>
                <a:close/>
                <a:moveTo>
                  <a:pt x="16659854" y="3910324"/>
                </a:moveTo>
                <a:cubicBezTo>
                  <a:pt x="16671828" y="3910324"/>
                  <a:pt x="16677816" y="3916745"/>
                  <a:pt x="16677816" y="3942432"/>
                </a:cubicBezTo>
                <a:cubicBezTo>
                  <a:pt x="16665840" y="3942432"/>
                  <a:pt x="16659854" y="3929586"/>
                  <a:pt x="16659854" y="3910324"/>
                </a:cubicBezTo>
                <a:close/>
                <a:moveTo>
                  <a:pt x="17375559" y="3910323"/>
                </a:moveTo>
                <a:cubicBezTo>
                  <a:pt x="17387855" y="3910323"/>
                  <a:pt x="17399127" y="3910323"/>
                  <a:pt x="17412451" y="3910323"/>
                </a:cubicBezTo>
                <a:cubicBezTo>
                  <a:pt x="17412451" y="3916745"/>
                  <a:pt x="17412451" y="3929586"/>
                  <a:pt x="17412451" y="3942432"/>
                </a:cubicBezTo>
                <a:cubicBezTo>
                  <a:pt x="17399127" y="3942432"/>
                  <a:pt x="17387855" y="3942432"/>
                  <a:pt x="17375559" y="3942432"/>
                </a:cubicBezTo>
                <a:cubicBezTo>
                  <a:pt x="17375559" y="3929586"/>
                  <a:pt x="17375559" y="3916745"/>
                  <a:pt x="17375559" y="3910323"/>
                </a:cubicBezTo>
                <a:close/>
                <a:moveTo>
                  <a:pt x="19579535" y="3910323"/>
                </a:moveTo>
                <a:cubicBezTo>
                  <a:pt x="19591507" y="3910323"/>
                  <a:pt x="19597495" y="3916744"/>
                  <a:pt x="19597495" y="3942431"/>
                </a:cubicBezTo>
                <a:cubicBezTo>
                  <a:pt x="19585523" y="3942431"/>
                  <a:pt x="19579535" y="3929586"/>
                  <a:pt x="19579535" y="3910323"/>
                </a:cubicBezTo>
                <a:close/>
                <a:moveTo>
                  <a:pt x="19451559" y="3910323"/>
                </a:moveTo>
                <a:cubicBezTo>
                  <a:pt x="19463147" y="3910323"/>
                  <a:pt x="19469467" y="3923166"/>
                  <a:pt x="19469467" y="3942431"/>
                </a:cubicBezTo>
                <a:cubicBezTo>
                  <a:pt x="19456827" y="3942431"/>
                  <a:pt x="19451559" y="3929586"/>
                  <a:pt x="19451559" y="3910323"/>
                </a:cubicBezTo>
                <a:close/>
                <a:moveTo>
                  <a:pt x="9711990" y="3908169"/>
                </a:moveTo>
                <a:cubicBezTo>
                  <a:pt x="9711990" y="3927511"/>
                  <a:pt x="9718439" y="3940409"/>
                  <a:pt x="9731335" y="3940409"/>
                </a:cubicBezTo>
                <a:cubicBezTo>
                  <a:pt x="9731335" y="3921065"/>
                  <a:pt x="9724887" y="3908169"/>
                  <a:pt x="9711990" y="3908169"/>
                </a:cubicBezTo>
                <a:close/>
                <a:moveTo>
                  <a:pt x="14696577" y="3907457"/>
                </a:moveTo>
                <a:cubicBezTo>
                  <a:pt x="14696577" y="3947139"/>
                  <a:pt x="14671982" y="3940525"/>
                  <a:pt x="14659685" y="3940525"/>
                </a:cubicBezTo>
                <a:cubicBezTo>
                  <a:pt x="14659685" y="3900843"/>
                  <a:pt x="14678131" y="3907457"/>
                  <a:pt x="14696577" y="3907457"/>
                </a:cubicBezTo>
                <a:close/>
                <a:moveTo>
                  <a:pt x="19034467" y="3906992"/>
                </a:moveTo>
                <a:cubicBezTo>
                  <a:pt x="19053423" y="3906992"/>
                  <a:pt x="19071331" y="3900843"/>
                  <a:pt x="19071331" y="3937736"/>
                </a:cubicBezTo>
                <a:cubicBezTo>
                  <a:pt x="19058691" y="3937736"/>
                  <a:pt x="19034467" y="3937736"/>
                  <a:pt x="19034467" y="3906992"/>
                </a:cubicBezTo>
                <a:close/>
                <a:moveTo>
                  <a:pt x="15364180" y="3890681"/>
                </a:moveTo>
                <a:cubicBezTo>
                  <a:pt x="15386718" y="3889888"/>
                  <a:pt x="15409256" y="3893067"/>
                  <a:pt x="15428808" y="3908982"/>
                </a:cubicBezTo>
                <a:cubicBezTo>
                  <a:pt x="15454876" y="3921714"/>
                  <a:pt x="15402738" y="3947181"/>
                  <a:pt x="15396222" y="3947181"/>
                </a:cubicBezTo>
                <a:cubicBezTo>
                  <a:pt x="15370154" y="3947181"/>
                  <a:pt x="15344084" y="3940814"/>
                  <a:pt x="15319102" y="3940814"/>
                </a:cubicBezTo>
                <a:cubicBezTo>
                  <a:pt x="15312586" y="3921714"/>
                  <a:pt x="15306068" y="3908982"/>
                  <a:pt x="15299550" y="3896249"/>
                </a:cubicBezTo>
                <a:cubicBezTo>
                  <a:pt x="15319102" y="3896249"/>
                  <a:pt x="15341640" y="3891475"/>
                  <a:pt x="15364180" y="3890681"/>
                </a:cubicBezTo>
                <a:close/>
                <a:moveTo>
                  <a:pt x="10209271" y="3877149"/>
                </a:moveTo>
                <a:cubicBezTo>
                  <a:pt x="10227046" y="3877149"/>
                  <a:pt x="10227046" y="3916312"/>
                  <a:pt x="10227046" y="3942420"/>
                </a:cubicBezTo>
                <a:cubicBezTo>
                  <a:pt x="10204334" y="3942420"/>
                  <a:pt x="10209271" y="3903258"/>
                  <a:pt x="10209271" y="3877149"/>
                </a:cubicBezTo>
                <a:close/>
                <a:moveTo>
                  <a:pt x="13393180" y="3877148"/>
                </a:moveTo>
                <a:cubicBezTo>
                  <a:pt x="13393180" y="3903258"/>
                  <a:pt x="13393180" y="3942419"/>
                  <a:pt x="13375218" y="3942419"/>
                </a:cubicBezTo>
                <a:cubicBezTo>
                  <a:pt x="13375218" y="3916311"/>
                  <a:pt x="13375218" y="3877148"/>
                  <a:pt x="13393180" y="3877148"/>
                </a:cubicBezTo>
                <a:close/>
                <a:moveTo>
                  <a:pt x="13806534" y="3877147"/>
                </a:moveTo>
                <a:cubicBezTo>
                  <a:pt x="13819761" y="3883296"/>
                  <a:pt x="13832988" y="3889449"/>
                  <a:pt x="13852829" y="3889449"/>
                </a:cubicBezTo>
                <a:cubicBezTo>
                  <a:pt x="13839602" y="3901742"/>
                  <a:pt x="13806534" y="3914039"/>
                  <a:pt x="13806534" y="3877147"/>
                </a:cubicBezTo>
                <a:close/>
                <a:moveTo>
                  <a:pt x="13659603" y="3877147"/>
                </a:moveTo>
                <a:cubicBezTo>
                  <a:pt x="13671578" y="3877147"/>
                  <a:pt x="13677565" y="3883567"/>
                  <a:pt x="13677565" y="3909253"/>
                </a:cubicBezTo>
                <a:cubicBezTo>
                  <a:pt x="13665590" y="3909253"/>
                  <a:pt x="13659603" y="3902832"/>
                  <a:pt x="13659603" y="3877147"/>
                </a:cubicBezTo>
                <a:close/>
                <a:moveTo>
                  <a:pt x="11792144" y="3877147"/>
                </a:moveTo>
                <a:cubicBezTo>
                  <a:pt x="11804119" y="3877147"/>
                  <a:pt x="11810106" y="3883567"/>
                  <a:pt x="11810106" y="3909253"/>
                </a:cubicBezTo>
                <a:cubicBezTo>
                  <a:pt x="11798131" y="3909253"/>
                  <a:pt x="11792144" y="3902832"/>
                  <a:pt x="11792144" y="3877147"/>
                </a:cubicBezTo>
                <a:close/>
                <a:moveTo>
                  <a:pt x="20014595" y="3877146"/>
                </a:moveTo>
                <a:cubicBezTo>
                  <a:pt x="20014595" y="3902831"/>
                  <a:pt x="20008607" y="3909252"/>
                  <a:pt x="19996631" y="3909252"/>
                </a:cubicBezTo>
                <a:cubicBezTo>
                  <a:pt x="19996631" y="3883566"/>
                  <a:pt x="20002619" y="3877146"/>
                  <a:pt x="20014595" y="3877146"/>
                </a:cubicBezTo>
                <a:close/>
                <a:moveTo>
                  <a:pt x="19564319" y="3877146"/>
                </a:moveTo>
                <a:cubicBezTo>
                  <a:pt x="19564319" y="3902831"/>
                  <a:pt x="19558331" y="3909253"/>
                  <a:pt x="19546355" y="3909253"/>
                </a:cubicBezTo>
                <a:cubicBezTo>
                  <a:pt x="19546355" y="3883566"/>
                  <a:pt x="19552343" y="3877146"/>
                  <a:pt x="19564319" y="3877146"/>
                </a:cubicBezTo>
                <a:close/>
                <a:moveTo>
                  <a:pt x="11051722" y="3874280"/>
                </a:moveTo>
                <a:cubicBezTo>
                  <a:pt x="11051722" y="3913961"/>
                  <a:pt x="11033276" y="3907348"/>
                  <a:pt x="11014830" y="3907348"/>
                </a:cubicBezTo>
                <a:cubicBezTo>
                  <a:pt x="11014830" y="3867666"/>
                  <a:pt x="11039425" y="3874280"/>
                  <a:pt x="11051722" y="3874280"/>
                </a:cubicBezTo>
                <a:close/>
                <a:moveTo>
                  <a:pt x="18615335" y="3873366"/>
                </a:moveTo>
                <a:lnTo>
                  <a:pt x="18616407" y="3875546"/>
                </a:lnTo>
                <a:cubicBezTo>
                  <a:pt x="18617827" y="3878439"/>
                  <a:pt x="18618535" y="3879886"/>
                  <a:pt x="18617471" y="3877715"/>
                </a:cubicBezTo>
                <a:close/>
                <a:moveTo>
                  <a:pt x="20396187" y="3864633"/>
                </a:moveTo>
                <a:cubicBezTo>
                  <a:pt x="20428571" y="3858203"/>
                  <a:pt x="20454483" y="3883920"/>
                  <a:pt x="20480391" y="3916069"/>
                </a:cubicBezTo>
                <a:cubicBezTo>
                  <a:pt x="20489567" y="3932144"/>
                  <a:pt x="20502251" y="3946610"/>
                  <a:pt x="20514263" y="3962547"/>
                </a:cubicBezTo>
                <a:lnTo>
                  <a:pt x="20542031" y="4014060"/>
                </a:lnTo>
                <a:lnTo>
                  <a:pt x="20543343" y="3997137"/>
                </a:lnTo>
                <a:cubicBezTo>
                  <a:pt x="20544983" y="3993123"/>
                  <a:pt x="20548263" y="3993123"/>
                  <a:pt x="20554827" y="4000079"/>
                </a:cubicBezTo>
                <a:cubicBezTo>
                  <a:pt x="20551547" y="4002756"/>
                  <a:pt x="20549907" y="4004093"/>
                  <a:pt x="20548263" y="4006367"/>
                </a:cubicBezTo>
                <a:lnTo>
                  <a:pt x="20543015" y="4015889"/>
                </a:lnTo>
                <a:lnTo>
                  <a:pt x="20544083" y="4017869"/>
                </a:lnTo>
                <a:cubicBezTo>
                  <a:pt x="20641243" y="4120742"/>
                  <a:pt x="20737323" y="4221376"/>
                  <a:pt x="20834483" y="4317819"/>
                </a:cubicBezTo>
                <a:cubicBezTo>
                  <a:pt x="20808575" y="4349967"/>
                  <a:pt x="20782667" y="4298530"/>
                  <a:pt x="20763235" y="4285671"/>
                </a:cubicBezTo>
                <a:cubicBezTo>
                  <a:pt x="20730847" y="4247094"/>
                  <a:pt x="20699539" y="4221376"/>
                  <a:pt x="20667155" y="4190300"/>
                </a:cubicBezTo>
                <a:cubicBezTo>
                  <a:pt x="20595903" y="4120742"/>
                  <a:pt x="20518175" y="4050018"/>
                  <a:pt x="20448003" y="3980365"/>
                </a:cubicBezTo>
                <a:cubicBezTo>
                  <a:pt x="20435051" y="3967506"/>
                  <a:pt x="20337891" y="3877492"/>
                  <a:pt x="20396187" y="3864633"/>
                </a:cubicBezTo>
                <a:close/>
                <a:moveTo>
                  <a:pt x="17478731" y="3848707"/>
                </a:moveTo>
                <a:cubicBezTo>
                  <a:pt x="17472115" y="3874134"/>
                  <a:pt x="17472115" y="3905917"/>
                  <a:pt x="17472115" y="3937701"/>
                </a:cubicBezTo>
                <a:cubicBezTo>
                  <a:pt x="17458891" y="3918629"/>
                  <a:pt x="17445663" y="3905917"/>
                  <a:pt x="17432435" y="3886845"/>
                </a:cubicBezTo>
                <a:cubicBezTo>
                  <a:pt x="17445663" y="3874134"/>
                  <a:pt x="17465503" y="3861420"/>
                  <a:pt x="17478731" y="3848707"/>
                </a:cubicBezTo>
                <a:close/>
                <a:moveTo>
                  <a:pt x="10507676" y="3843969"/>
                </a:moveTo>
                <a:cubicBezTo>
                  <a:pt x="10520457" y="3843969"/>
                  <a:pt x="10525783" y="3843969"/>
                  <a:pt x="10538564" y="3843969"/>
                </a:cubicBezTo>
                <a:cubicBezTo>
                  <a:pt x="10557736" y="3843969"/>
                  <a:pt x="10576908" y="3843969"/>
                  <a:pt x="10601406" y="3843969"/>
                </a:cubicBezTo>
                <a:cubicBezTo>
                  <a:pt x="10570518" y="3909239"/>
                  <a:pt x="10551346" y="3896185"/>
                  <a:pt x="10507676" y="3909239"/>
                </a:cubicBezTo>
                <a:cubicBezTo>
                  <a:pt x="10507676" y="3883129"/>
                  <a:pt x="10507676" y="3863550"/>
                  <a:pt x="10507676" y="3843969"/>
                </a:cubicBezTo>
                <a:close/>
                <a:moveTo>
                  <a:pt x="16710998" y="3843968"/>
                </a:moveTo>
                <a:cubicBezTo>
                  <a:pt x="16710998" y="3869654"/>
                  <a:pt x="16705010" y="3876075"/>
                  <a:pt x="16693034" y="3876075"/>
                </a:cubicBezTo>
                <a:cubicBezTo>
                  <a:pt x="16693034" y="3856811"/>
                  <a:pt x="16699022" y="3843968"/>
                  <a:pt x="16710998" y="3843968"/>
                </a:cubicBezTo>
                <a:close/>
                <a:moveTo>
                  <a:pt x="11090665" y="3843968"/>
                </a:moveTo>
                <a:cubicBezTo>
                  <a:pt x="11102962" y="3843968"/>
                  <a:pt x="11115260" y="3843968"/>
                  <a:pt x="11127557" y="3843968"/>
                </a:cubicBezTo>
                <a:cubicBezTo>
                  <a:pt x="11127557" y="3856811"/>
                  <a:pt x="11127557" y="3869654"/>
                  <a:pt x="11127557" y="3876075"/>
                </a:cubicBezTo>
                <a:cubicBezTo>
                  <a:pt x="11115260" y="3876075"/>
                  <a:pt x="11102962" y="3876075"/>
                  <a:pt x="11090665" y="3876075"/>
                </a:cubicBezTo>
                <a:cubicBezTo>
                  <a:pt x="11090665" y="3869654"/>
                  <a:pt x="11090665" y="3856811"/>
                  <a:pt x="11090665" y="3843968"/>
                </a:cubicBezTo>
                <a:close/>
                <a:moveTo>
                  <a:pt x="18924451" y="3843967"/>
                </a:moveTo>
                <a:cubicBezTo>
                  <a:pt x="18924451" y="3869654"/>
                  <a:pt x="18918463" y="3876075"/>
                  <a:pt x="18906491" y="3876075"/>
                </a:cubicBezTo>
                <a:cubicBezTo>
                  <a:pt x="18906491" y="3856811"/>
                  <a:pt x="18912475" y="3843967"/>
                  <a:pt x="18924451" y="3843967"/>
                </a:cubicBezTo>
                <a:close/>
                <a:moveTo>
                  <a:pt x="19110299" y="3843967"/>
                </a:moveTo>
                <a:cubicBezTo>
                  <a:pt x="19128915" y="3850388"/>
                  <a:pt x="19147531" y="3856810"/>
                  <a:pt x="19166143" y="3856810"/>
                </a:cubicBezTo>
                <a:cubicBezTo>
                  <a:pt x="19147531" y="3876075"/>
                  <a:pt x="19128915" y="3876075"/>
                  <a:pt x="19110299" y="3876075"/>
                </a:cubicBezTo>
                <a:cubicBezTo>
                  <a:pt x="19110299" y="3869653"/>
                  <a:pt x="19110299" y="3856810"/>
                  <a:pt x="19110299" y="3843967"/>
                </a:cubicBezTo>
                <a:close/>
                <a:moveTo>
                  <a:pt x="19477719" y="3827991"/>
                </a:moveTo>
                <a:cubicBezTo>
                  <a:pt x="19478539" y="3826496"/>
                  <a:pt x="19481823" y="3827991"/>
                  <a:pt x="19488387" y="3830993"/>
                </a:cubicBezTo>
                <a:cubicBezTo>
                  <a:pt x="19481823" y="3836978"/>
                  <a:pt x="19481823" y="3836978"/>
                  <a:pt x="19481823" y="3842965"/>
                </a:cubicBezTo>
                <a:cubicBezTo>
                  <a:pt x="19478539" y="3833985"/>
                  <a:pt x="19476899" y="3829490"/>
                  <a:pt x="19477719" y="3827991"/>
                </a:cubicBezTo>
                <a:close/>
                <a:moveTo>
                  <a:pt x="19294871" y="3820927"/>
                </a:moveTo>
                <a:cubicBezTo>
                  <a:pt x="19320943" y="3819253"/>
                  <a:pt x="19355707" y="3856933"/>
                  <a:pt x="19355707" y="3904526"/>
                </a:cubicBezTo>
                <a:cubicBezTo>
                  <a:pt x="19323923" y="3891836"/>
                  <a:pt x="19292139" y="3885488"/>
                  <a:pt x="19266711" y="3872797"/>
                </a:cubicBezTo>
                <a:cubicBezTo>
                  <a:pt x="19266711" y="3837102"/>
                  <a:pt x="19279227" y="3821930"/>
                  <a:pt x="19294871" y="3820927"/>
                </a:cubicBezTo>
                <a:close/>
                <a:moveTo>
                  <a:pt x="20298919" y="3812660"/>
                </a:moveTo>
                <a:cubicBezTo>
                  <a:pt x="20298919" y="3852342"/>
                  <a:pt x="20279963" y="3845728"/>
                  <a:pt x="20262055" y="3845728"/>
                </a:cubicBezTo>
                <a:cubicBezTo>
                  <a:pt x="20262055" y="3806049"/>
                  <a:pt x="20286279" y="3812660"/>
                  <a:pt x="20298919" y="3812660"/>
                </a:cubicBezTo>
                <a:close/>
                <a:moveTo>
                  <a:pt x="19906079" y="3811447"/>
                </a:moveTo>
                <a:cubicBezTo>
                  <a:pt x="19913299" y="3814753"/>
                  <a:pt x="19919723" y="3826325"/>
                  <a:pt x="19919723" y="3842863"/>
                </a:cubicBezTo>
                <a:cubicBezTo>
                  <a:pt x="19906879" y="3842863"/>
                  <a:pt x="19900459" y="3836249"/>
                  <a:pt x="19887619" y="3829633"/>
                </a:cubicBezTo>
                <a:cubicBezTo>
                  <a:pt x="19890827" y="3813101"/>
                  <a:pt x="19898855" y="3808141"/>
                  <a:pt x="19906079" y="3811447"/>
                </a:cubicBezTo>
                <a:close/>
                <a:moveTo>
                  <a:pt x="17342379" y="3810788"/>
                </a:moveTo>
                <a:cubicBezTo>
                  <a:pt x="17355147" y="3830373"/>
                  <a:pt x="17380683" y="3843424"/>
                  <a:pt x="17393451" y="3856477"/>
                </a:cubicBezTo>
                <a:cubicBezTo>
                  <a:pt x="17367915" y="3869531"/>
                  <a:pt x="17342379" y="3876057"/>
                  <a:pt x="17342379" y="3810788"/>
                </a:cubicBezTo>
                <a:close/>
                <a:moveTo>
                  <a:pt x="19020247" y="3810787"/>
                </a:moveTo>
                <a:cubicBezTo>
                  <a:pt x="19045023" y="3810787"/>
                  <a:pt x="19070875" y="3810787"/>
                  <a:pt x="19090267" y="3810787"/>
                </a:cubicBezTo>
                <a:cubicBezTo>
                  <a:pt x="19083803" y="3830373"/>
                  <a:pt x="19077339" y="3856477"/>
                  <a:pt x="19070875" y="3876057"/>
                </a:cubicBezTo>
                <a:cubicBezTo>
                  <a:pt x="19052563" y="3856477"/>
                  <a:pt x="19038559" y="3830373"/>
                  <a:pt x="19020247" y="3810787"/>
                </a:cubicBezTo>
                <a:close/>
                <a:moveTo>
                  <a:pt x="11189200" y="3810787"/>
                </a:moveTo>
                <a:cubicBezTo>
                  <a:pt x="11189200" y="3836473"/>
                  <a:pt x="11183213" y="3842894"/>
                  <a:pt x="11171238" y="3842894"/>
                </a:cubicBezTo>
                <a:cubicBezTo>
                  <a:pt x="11171238" y="3823628"/>
                  <a:pt x="11177225" y="3810787"/>
                  <a:pt x="11189200" y="3810787"/>
                </a:cubicBezTo>
                <a:close/>
                <a:moveTo>
                  <a:pt x="14204671" y="3810787"/>
                </a:moveTo>
                <a:cubicBezTo>
                  <a:pt x="14216646" y="3810787"/>
                  <a:pt x="14222633" y="3823628"/>
                  <a:pt x="14222633" y="3842894"/>
                </a:cubicBezTo>
                <a:cubicBezTo>
                  <a:pt x="14210658" y="3842894"/>
                  <a:pt x="14204671" y="3836473"/>
                  <a:pt x="14204671" y="3810787"/>
                </a:cubicBezTo>
                <a:close/>
                <a:moveTo>
                  <a:pt x="13862317" y="3810787"/>
                </a:moveTo>
                <a:cubicBezTo>
                  <a:pt x="13862317" y="3830053"/>
                  <a:pt x="13862317" y="3842894"/>
                  <a:pt x="13849192" y="3842894"/>
                </a:cubicBezTo>
                <a:cubicBezTo>
                  <a:pt x="13849192" y="3823628"/>
                  <a:pt x="13849192" y="3810787"/>
                  <a:pt x="13862317" y="3810787"/>
                </a:cubicBezTo>
                <a:close/>
                <a:moveTo>
                  <a:pt x="15108870" y="3810786"/>
                </a:moveTo>
                <a:cubicBezTo>
                  <a:pt x="15108870" y="3830053"/>
                  <a:pt x="15108870" y="3842893"/>
                  <a:pt x="15095742" y="3842893"/>
                </a:cubicBezTo>
                <a:cubicBezTo>
                  <a:pt x="15095742" y="3823627"/>
                  <a:pt x="15095742" y="3810786"/>
                  <a:pt x="15108870" y="3810786"/>
                </a:cubicBezTo>
                <a:close/>
                <a:moveTo>
                  <a:pt x="14811358" y="3806045"/>
                </a:moveTo>
                <a:cubicBezTo>
                  <a:pt x="14863496" y="3806045"/>
                  <a:pt x="14914548" y="3806045"/>
                  <a:pt x="14966686" y="3812193"/>
                </a:cubicBezTo>
                <a:cubicBezTo>
                  <a:pt x="14922151" y="3824490"/>
                  <a:pt x="14876530" y="3830644"/>
                  <a:pt x="14824392" y="3842937"/>
                </a:cubicBezTo>
                <a:cubicBezTo>
                  <a:pt x="14817875" y="3830644"/>
                  <a:pt x="14817875" y="3818342"/>
                  <a:pt x="14811358" y="3806045"/>
                </a:cubicBezTo>
                <a:close/>
                <a:moveTo>
                  <a:pt x="13142458" y="3804832"/>
                </a:moveTo>
                <a:cubicBezTo>
                  <a:pt x="13147069" y="3801528"/>
                  <a:pt x="13151681" y="3806489"/>
                  <a:pt x="13160904" y="3816408"/>
                </a:cubicBezTo>
                <a:cubicBezTo>
                  <a:pt x="13148607" y="3823022"/>
                  <a:pt x="13136309" y="3836250"/>
                  <a:pt x="13124012" y="3842863"/>
                </a:cubicBezTo>
                <a:cubicBezTo>
                  <a:pt x="13133235" y="3819715"/>
                  <a:pt x="13137846" y="3808142"/>
                  <a:pt x="13142458" y="3804832"/>
                </a:cubicBezTo>
                <a:close/>
                <a:moveTo>
                  <a:pt x="15147386" y="3796570"/>
                </a:moveTo>
                <a:cubicBezTo>
                  <a:pt x="15160420" y="3822227"/>
                  <a:pt x="15173456" y="3847888"/>
                  <a:pt x="15193006" y="3841474"/>
                </a:cubicBezTo>
                <a:cubicBezTo>
                  <a:pt x="15212558" y="3835060"/>
                  <a:pt x="15232110" y="3854302"/>
                  <a:pt x="15219076" y="3886373"/>
                </a:cubicBezTo>
                <a:cubicBezTo>
                  <a:pt x="15206042" y="3937694"/>
                  <a:pt x="15153904" y="3905620"/>
                  <a:pt x="15128922" y="3905620"/>
                </a:cubicBezTo>
                <a:cubicBezTo>
                  <a:pt x="15135438" y="3867130"/>
                  <a:pt x="15140870" y="3828636"/>
                  <a:pt x="15147386" y="3796570"/>
                </a:cubicBezTo>
                <a:close/>
                <a:moveTo>
                  <a:pt x="11317119" y="3796569"/>
                </a:moveTo>
                <a:cubicBezTo>
                  <a:pt x="11279200" y="3809796"/>
                  <a:pt x="11241282" y="3823022"/>
                  <a:pt x="11204417" y="3842863"/>
                </a:cubicBezTo>
                <a:cubicBezTo>
                  <a:pt x="11210737" y="3829633"/>
                  <a:pt x="11217056" y="3816408"/>
                  <a:pt x="11222323" y="3803181"/>
                </a:cubicBezTo>
                <a:cubicBezTo>
                  <a:pt x="11253921" y="3796569"/>
                  <a:pt x="11285520" y="3796569"/>
                  <a:pt x="11317119" y="3796569"/>
                </a:cubicBezTo>
                <a:close/>
                <a:moveTo>
                  <a:pt x="19875039" y="3794722"/>
                </a:moveTo>
                <a:cubicBezTo>
                  <a:pt x="19876679" y="3793143"/>
                  <a:pt x="19879963" y="3794459"/>
                  <a:pt x="19886527" y="3797092"/>
                </a:cubicBezTo>
                <a:cubicBezTo>
                  <a:pt x="19879963" y="3803411"/>
                  <a:pt x="19879963" y="3803411"/>
                  <a:pt x="19873399" y="3809732"/>
                </a:cubicBezTo>
                <a:cubicBezTo>
                  <a:pt x="19873399" y="3800778"/>
                  <a:pt x="19873399" y="3796301"/>
                  <a:pt x="19875039" y="3794722"/>
                </a:cubicBezTo>
                <a:close/>
                <a:moveTo>
                  <a:pt x="15032314" y="3791826"/>
                </a:moveTo>
                <a:cubicBezTo>
                  <a:pt x="15050930" y="3797257"/>
                  <a:pt x="15075748" y="3803773"/>
                  <a:pt x="15075748" y="3842876"/>
                </a:cubicBezTo>
                <a:cubicBezTo>
                  <a:pt x="15057134" y="3842876"/>
                  <a:pt x="15038520" y="3842876"/>
                  <a:pt x="15019906" y="3842876"/>
                </a:cubicBezTo>
                <a:cubicBezTo>
                  <a:pt x="15019906" y="3823324"/>
                  <a:pt x="15026110" y="3803773"/>
                  <a:pt x="15032314" y="3791826"/>
                </a:cubicBezTo>
                <a:close/>
                <a:moveTo>
                  <a:pt x="13056578" y="3787095"/>
                </a:moveTo>
                <a:cubicBezTo>
                  <a:pt x="13056578" y="3831922"/>
                  <a:pt x="13050114" y="3844725"/>
                  <a:pt x="13017789" y="3851127"/>
                </a:cubicBezTo>
                <a:cubicBezTo>
                  <a:pt x="12978999" y="3857532"/>
                  <a:pt x="12940210" y="3857532"/>
                  <a:pt x="12901420" y="3863935"/>
                </a:cubicBezTo>
                <a:cubicBezTo>
                  <a:pt x="12824918" y="3870337"/>
                  <a:pt x="12747339" y="3883144"/>
                  <a:pt x="12669760" y="3889551"/>
                </a:cubicBezTo>
                <a:cubicBezTo>
                  <a:pt x="12586793" y="3902355"/>
                  <a:pt x="12502749" y="3908758"/>
                  <a:pt x="12426247" y="3921564"/>
                </a:cubicBezTo>
                <a:cubicBezTo>
                  <a:pt x="12387458" y="3921564"/>
                  <a:pt x="12348668" y="3927966"/>
                  <a:pt x="12309879" y="3934373"/>
                </a:cubicBezTo>
                <a:cubicBezTo>
                  <a:pt x="12293716" y="3934373"/>
                  <a:pt x="12277554" y="3932775"/>
                  <a:pt x="12261526" y="3933574"/>
                </a:cubicBezTo>
                <a:lnTo>
                  <a:pt x="12242336" y="3936380"/>
                </a:lnTo>
                <a:lnTo>
                  <a:pt x="12252503" y="3918460"/>
                </a:lnTo>
                <a:cubicBezTo>
                  <a:pt x="12267655" y="3901954"/>
                  <a:pt x="12288868" y="3900753"/>
                  <a:pt x="12303414" y="3895951"/>
                </a:cubicBezTo>
                <a:cubicBezTo>
                  <a:pt x="12335738" y="3895951"/>
                  <a:pt x="12368063" y="3889551"/>
                  <a:pt x="12400388" y="3883144"/>
                </a:cubicBezTo>
                <a:cubicBezTo>
                  <a:pt x="12470424" y="3870337"/>
                  <a:pt x="12548004" y="3863935"/>
                  <a:pt x="12619118" y="3851127"/>
                </a:cubicBezTo>
                <a:cubicBezTo>
                  <a:pt x="12766734" y="3825512"/>
                  <a:pt x="12907885" y="3806306"/>
                  <a:pt x="13056578" y="3787095"/>
                </a:cubicBezTo>
                <a:close/>
                <a:moveTo>
                  <a:pt x="20109387" y="3787086"/>
                </a:moveTo>
                <a:cubicBezTo>
                  <a:pt x="20109387" y="3807560"/>
                  <a:pt x="20103399" y="3814385"/>
                  <a:pt x="20091423" y="3814385"/>
                </a:cubicBezTo>
                <a:cubicBezTo>
                  <a:pt x="20091423" y="3795048"/>
                  <a:pt x="20097411" y="3787086"/>
                  <a:pt x="20109387" y="3787086"/>
                </a:cubicBezTo>
                <a:close/>
                <a:moveTo>
                  <a:pt x="13090307" y="3783594"/>
                </a:moveTo>
                <a:cubicBezTo>
                  <a:pt x="13097943" y="3781829"/>
                  <a:pt x="13107159" y="3784816"/>
                  <a:pt x="13113478" y="3784816"/>
                </a:cubicBezTo>
                <a:cubicBezTo>
                  <a:pt x="13113478" y="3823915"/>
                  <a:pt x="13088200" y="3810883"/>
                  <a:pt x="13076614" y="3810883"/>
                </a:cubicBezTo>
                <a:cubicBezTo>
                  <a:pt x="13076614" y="3791875"/>
                  <a:pt x="13082670" y="3785358"/>
                  <a:pt x="13090307" y="3783594"/>
                </a:cubicBezTo>
                <a:close/>
                <a:moveTo>
                  <a:pt x="12255999" y="3775756"/>
                </a:moveTo>
                <a:cubicBezTo>
                  <a:pt x="12280581" y="3777226"/>
                  <a:pt x="12307567" y="3786578"/>
                  <a:pt x="12317186" y="3786578"/>
                </a:cubicBezTo>
                <a:cubicBezTo>
                  <a:pt x="12317186" y="3857118"/>
                  <a:pt x="12228479" y="3812228"/>
                  <a:pt x="12209241" y="3812228"/>
                </a:cubicBezTo>
                <a:cubicBezTo>
                  <a:pt x="12209241" y="3780699"/>
                  <a:pt x="12231418" y="3774286"/>
                  <a:pt x="12255999" y="3775756"/>
                </a:cubicBezTo>
                <a:close/>
                <a:moveTo>
                  <a:pt x="11753201" y="3755783"/>
                </a:moveTo>
                <a:cubicBezTo>
                  <a:pt x="11753201" y="3795463"/>
                  <a:pt x="11734755" y="3787748"/>
                  <a:pt x="11716309" y="3787748"/>
                </a:cubicBezTo>
                <a:cubicBezTo>
                  <a:pt x="11716309" y="3749170"/>
                  <a:pt x="11734755" y="3755783"/>
                  <a:pt x="11753201" y="3755783"/>
                </a:cubicBezTo>
                <a:close/>
                <a:moveTo>
                  <a:pt x="10051604" y="3754495"/>
                </a:moveTo>
                <a:cubicBezTo>
                  <a:pt x="10051604" y="3773837"/>
                  <a:pt x="10058053" y="3785658"/>
                  <a:pt x="10070949" y="3785658"/>
                </a:cubicBezTo>
                <a:cubicBezTo>
                  <a:pt x="10070949" y="3767389"/>
                  <a:pt x="10064501" y="3754495"/>
                  <a:pt x="10051604" y="3754495"/>
                </a:cubicBezTo>
                <a:close/>
                <a:moveTo>
                  <a:pt x="9904367" y="3754495"/>
                </a:moveTo>
                <a:cubicBezTo>
                  <a:pt x="9897918" y="3767389"/>
                  <a:pt x="9891470" y="3785658"/>
                  <a:pt x="9885021" y="3804998"/>
                </a:cubicBezTo>
                <a:cubicBezTo>
                  <a:pt x="9878573" y="3798554"/>
                  <a:pt x="9865676" y="3798554"/>
                  <a:pt x="9852780" y="3798554"/>
                </a:cubicBezTo>
                <a:cubicBezTo>
                  <a:pt x="9814089" y="3798554"/>
                  <a:pt x="9770026" y="3817897"/>
                  <a:pt x="9750680" y="3875928"/>
                </a:cubicBezTo>
                <a:cubicBezTo>
                  <a:pt x="9807641" y="3863039"/>
                  <a:pt x="10000017" y="3908169"/>
                  <a:pt x="10000017" y="3754495"/>
                </a:cubicBezTo>
                <a:cubicBezTo>
                  <a:pt x="9968850" y="3754495"/>
                  <a:pt x="9936608" y="3754495"/>
                  <a:pt x="9904367" y="3754495"/>
                </a:cubicBezTo>
                <a:close/>
                <a:moveTo>
                  <a:pt x="14659685" y="3753910"/>
                </a:moveTo>
                <a:cubicBezTo>
                  <a:pt x="14698162" y="3753910"/>
                  <a:pt x="14729157" y="3753910"/>
                  <a:pt x="14767633" y="3753910"/>
                </a:cubicBezTo>
                <a:cubicBezTo>
                  <a:pt x="14767633" y="3804294"/>
                  <a:pt x="14729157" y="3804294"/>
                  <a:pt x="14717400" y="3842889"/>
                </a:cubicBezTo>
                <a:cubicBezTo>
                  <a:pt x="14698162" y="3810728"/>
                  <a:pt x="14672511" y="3792503"/>
                  <a:pt x="14659685" y="3753910"/>
                </a:cubicBezTo>
                <a:close/>
                <a:moveTo>
                  <a:pt x="10527822" y="3753909"/>
                </a:moveTo>
                <a:cubicBezTo>
                  <a:pt x="10544607" y="3753909"/>
                  <a:pt x="10544607" y="3784453"/>
                  <a:pt x="10544607" y="3809732"/>
                </a:cubicBezTo>
                <a:cubicBezTo>
                  <a:pt x="10521898" y="3809732"/>
                  <a:pt x="10527822" y="3778134"/>
                  <a:pt x="10527822" y="3753909"/>
                </a:cubicBezTo>
                <a:close/>
                <a:moveTo>
                  <a:pt x="12413050" y="3753907"/>
                </a:moveTo>
                <a:cubicBezTo>
                  <a:pt x="12425025" y="3753907"/>
                  <a:pt x="12431012" y="3760542"/>
                  <a:pt x="12431012" y="3785977"/>
                </a:cubicBezTo>
                <a:cubicBezTo>
                  <a:pt x="12419037" y="3785977"/>
                  <a:pt x="12413050" y="3773812"/>
                  <a:pt x="12413050" y="3753907"/>
                </a:cubicBezTo>
                <a:close/>
                <a:moveTo>
                  <a:pt x="13203590" y="3753907"/>
                </a:moveTo>
                <a:cubicBezTo>
                  <a:pt x="13203590" y="3773811"/>
                  <a:pt x="13197603" y="3785977"/>
                  <a:pt x="13185628" y="3785977"/>
                </a:cubicBezTo>
                <a:cubicBezTo>
                  <a:pt x="13185628" y="3760541"/>
                  <a:pt x="13191615" y="3753907"/>
                  <a:pt x="13203590" y="3753907"/>
                </a:cubicBezTo>
                <a:close/>
                <a:moveTo>
                  <a:pt x="20190963" y="3753906"/>
                </a:moveTo>
                <a:cubicBezTo>
                  <a:pt x="20203259" y="3760541"/>
                  <a:pt x="20215555" y="3760541"/>
                  <a:pt x="20227855" y="3767177"/>
                </a:cubicBezTo>
                <a:cubicBezTo>
                  <a:pt x="20215555" y="3785976"/>
                  <a:pt x="20190963" y="3785976"/>
                  <a:pt x="20190963" y="3753906"/>
                </a:cubicBezTo>
                <a:close/>
                <a:moveTo>
                  <a:pt x="14578219" y="3744712"/>
                </a:moveTo>
                <a:cubicBezTo>
                  <a:pt x="14595603" y="3744851"/>
                  <a:pt x="14615471" y="3752891"/>
                  <a:pt x="14625405" y="3752891"/>
                </a:cubicBezTo>
                <a:cubicBezTo>
                  <a:pt x="14625405" y="3809711"/>
                  <a:pt x="14565801" y="3783981"/>
                  <a:pt x="14545933" y="3783981"/>
                </a:cubicBezTo>
                <a:cubicBezTo>
                  <a:pt x="14545933" y="3752355"/>
                  <a:pt x="14560834" y="3744581"/>
                  <a:pt x="14578219" y="3744712"/>
                </a:cubicBezTo>
                <a:close/>
                <a:moveTo>
                  <a:pt x="10862658" y="3741860"/>
                </a:moveTo>
                <a:cubicBezTo>
                  <a:pt x="10864155" y="3742629"/>
                  <a:pt x="10865651" y="3747250"/>
                  <a:pt x="10871639" y="3753396"/>
                </a:cubicBezTo>
                <a:cubicBezTo>
                  <a:pt x="10865651" y="3756469"/>
                  <a:pt x="10864155" y="3761081"/>
                  <a:pt x="10862658" y="3762618"/>
                </a:cubicBezTo>
                <a:lnTo>
                  <a:pt x="10861546" y="3762390"/>
                </a:lnTo>
                <a:lnTo>
                  <a:pt x="10866815" y="3766549"/>
                </a:lnTo>
                <a:cubicBezTo>
                  <a:pt x="10866815" y="3841332"/>
                  <a:pt x="10796641" y="3822372"/>
                  <a:pt x="10757776" y="3828686"/>
                </a:cubicBezTo>
                <a:cubicBezTo>
                  <a:pt x="10738343" y="3835014"/>
                  <a:pt x="10725388" y="3847652"/>
                  <a:pt x="10705955" y="3847652"/>
                </a:cubicBezTo>
                <a:cubicBezTo>
                  <a:pt x="10680045" y="3847652"/>
                  <a:pt x="10680045" y="3809734"/>
                  <a:pt x="10673567" y="3784455"/>
                </a:cubicBezTo>
                <a:cubicBezTo>
                  <a:pt x="10712433" y="3778136"/>
                  <a:pt x="10751298" y="3772868"/>
                  <a:pt x="10790164" y="3760229"/>
                </a:cubicBezTo>
                <a:cubicBezTo>
                  <a:pt x="10803119" y="3757070"/>
                  <a:pt x="10815804" y="3750751"/>
                  <a:pt x="10828490" y="3749173"/>
                </a:cubicBezTo>
                <a:cubicBezTo>
                  <a:pt x="10834833" y="3748383"/>
                  <a:pt x="10841175" y="3748777"/>
                  <a:pt x="10847551" y="3751343"/>
                </a:cubicBezTo>
                <a:lnTo>
                  <a:pt x="10858232" y="3759773"/>
                </a:lnTo>
                <a:lnTo>
                  <a:pt x="10853677" y="3753396"/>
                </a:lnTo>
                <a:cubicBezTo>
                  <a:pt x="10859665" y="3744163"/>
                  <a:pt x="10861161" y="3741094"/>
                  <a:pt x="10862658" y="3741860"/>
                </a:cubicBezTo>
                <a:close/>
                <a:moveTo>
                  <a:pt x="12579528" y="3737177"/>
                </a:moveTo>
                <a:cubicBezTo>
                  <a:pt x="12595653" y="3733998"/>
                  <a:pt x="12615003" y="3740631"/>
                  <a:pt x="12627903" y="3747276"/>
                </a:cubicBezTo>
                <a:cubicBezTo>
                  <a:pt x="12634353" y="3747276"/>
                  <a:pt x="12653703" y="3779344"/>
                  <a:pt x="12634353" y="3785980"/>
                </a:cubicBezTo>
                <a:cubicBezTo>
                  <a:pt x="12608553" y="3785980"/>
                  <a:pt x="12576303" y="3785980"/>
                  <a:pt x="12550503" y="3785980"/>
                </a:cubicBezTo>
                <a:cubicBezTo>
                  <a:pt x="12550503" y="3753354"/>
                  <a:pt x="12563403" y="3740354"/>
                  <a:pt x="12579528" y="3737177"/>
                </a:cubicBezTo>
                <a:close/>
                <a:moveTo>
                  <a:pt x="12489276" y="3730208"/>
                </a:moveTo>
                <a:cubicBezTo>
                  <a:pt x="12495661" y="3749169"/>
                  <a:pt x="12502045" y="3768127"/>
                  <a:pt x="12502045" y="3786033"/>
                </a:cubicBezTo>
                <a:cubicBezTo>
                  <a:pt x="12482892" y="3786033"/>
                  <a:pt x="12470123" y="3786033"/>
                  <a:pt x="12450970" y="3786033"/>
                </a:cubicBezTo>
                <a:cubicBezTo>
                  <a:pt x="12450970" y="3749169"/>
                  <a:pt x="12476507" y="3736528"/>
                  <a:pt x="12489276" y="3730208"/>
                </a:cubicBezTo>
                <a:close/>
                <a:moveTo>
                  <a:pt x="20472399" y="3726129"/>
                </a:moveTo>
                <a:cubicBezTo>
                  <a:pt x="20480851" y="3729434"/>
                  <a:pt x="20488539" y="3741006"/>
                  <a:pt x="20488539" y="3757544"/>
                </a:cubicBezTo>
                <a:cubicBezTo>
                  <a:pt x="20476239" y="3750932"/>
                  <a:pt x="20463943" y="3744311"/>
                  <a:pt x="20451647" y="3744311"/>
                </a:cubicBezTo>
                <a:cubicBezTo>
                  <a:pt x="20454719" y="3727782"/>
                  <a:pt x="20463943" y="3722821"/>
                  <a:pt x="20472399" y="3726129"/>
                </a:cubicBezTo>
                <a:close/>
                <a:moveTo>
                  <a:pt x="17167871" y="3720734"/>
                </a:moveTo>
                <a:cubicBezTo>
                  <a:pt x="17187259" y="3727115"/>
                  <a:pt x="17224963" y="3720734"/>
                  <a:pt x="17237891" y="3752638"/>
                </a:cubicBezTo>
                <a:cubicBezTo>
                  <a:pt x="17244351" y="3771779"/>
                  <a:pt x="17244351" y="3808997"/>
                  <a:pt x="17263743" y="3808997"/>
                </a:cubicBezTo>
                <a:cubicBezTo>
                  <a:pt x="17263743" y="3796236"/>
                  <a:pt x="17270207" y="3727115"/>
                  <a:pt x="17283131" y="3759018"/>
                </a:cubicBezTo>
                <a:cubicBezTo>
                  <a:pt x="17292827" y="3777628"/>
                  <a:pt x="17300907" y="3799692"/>
                  <a:pt x="17309791" y="3821890"/>
                </a:cubicBezTo>
                <a:lnTo>
                  <a:pt x="17335575" y="3873991"/>
                </a:lnTo>
                <a:lnTo>
                  <a:pt x="17340135" y="3858185"/>
                </a:lnTo>
                <a:cubicBezTo>
                  <a:pt x="17340135" y="3864334"/>
                  <a:pt x="17346123" y="3870482"/>
                  <a:pt x="17346123" y="3876632"/>
                </a:cubicBezTo>
                <a:lnTo>
                  <a:pt x="17339647" y="3882224"/>
                </a:lnTo>
                <a:lnTo>
                  <a:pt x="17341299" y="3885561"/>
                </a:lnTo>
                <a:cubicBezTo>
                  <a:pt x="17270207" y="3885561"/>
                  <a:pt x="17199111" y="3847282"/>
                  <a:pt x="17129091" y="3828133"/>
                </a:cubicBezTo>
                <a:cubicBezTo>
                  <a:pt x="17135555" y="3802616"/>
                  <a:pt x="17154943" y="3808997"/>
                  <a:pt x="17167871" y="3808997"/>
                </a:cubicBezTo>
                <a:cubicBezTo>
                  <a:pt x="17167871" y="3777093"/>
                  <a:pt x="17167871" y="3752638"/>
                  <a:pt x="17167871" y="3720734"/>
                </a:cubicBezTo>
                <a:close/>
                <a:moveTo>
                  <a:pt x="19412647" y="3720728"/>
                </a:moveTo>
                <a:cubicBezTo>
                  <a:pt x="19412647" y="3739992"/>
                  <a:pt x="19406659" y="3752839"/>
                  <a:pt x="19394687" y="3752839"/>
                </a:cubicBezTo>
                <a:cubicBezTo>
                  <a:pt x="19394687" y="3733571"/>
                  <a:pt x="19400671" y="3720728"/>
                  <a:pt x="19412647" y="3720728"/>
                </a:cubicBezTo>
                <a:close/>
                <a:moveTo>
                  <a:pt x="17304463" y="3720728"/>
                </a:moveTo>
                <a:cubicBezTo>
                  <a:pt x="17317591" y="3720728"/>
                  <a:pt x="17317591" y="3733571"/>
                  <a:pt x="17317591" y="3752840"/>
                </a:cubicBezTo>
                <a:cubicBezTo>
                  <a:pt x="17304463" y="3752840"/>
                  <a:pt x="17304463" y="3739992"/>
                  <a:pt x="17304463" y="3720728"/>
                </a:cubicBezTo>
                <a:close/>
                <a:moveTo>
                  <a:pt x="12715339" y="3720728"/>
                </a:moveTo>
                <a:cubicBezTo>
                  <a:pt x="12715339" y="3727151"/>
                  <a:pt x="12715339" y="3739992"/>
                  <a:pt x="12715339" y="3752840"/>
                </a:cubicBezTo>
                <a:cubicBezTo>
                  <a:pt x="12690060" y="3752840"/>
                  <a:pt x="12665835" y="3752840"/>
                  <a:pt x="12640557" y="3752840"/>
                </a:cubicBezTo>
                <a:cubicBezTo>
                  <a:pt x="12665835" y="3739992"/>
                  <a:pt x="12690060" y="3727151"/>
                  <a:pt x="12715339" y="3720728"/>
                </a:cubicBezTo>
                <a:close/>
                <a:moveTo>
                  <a:pt x="11511512" y="3720728"/>
                </a:moveTo>
                <a:cubicBezTo>
                  <a:pt x="11544580" y="3720728"/>
                  <a:pt x="11531353" y="3777550"/>
                  <a:pt x="11531353" y="3809713"/>
                </a:cubicBezTo>
                <a:cubicBezTo>
                  <a:pt x="11498285" y="3809713"/>
                  <a:pt x="11511512" y="3752893"/>
                  <a:pt x="11511512" y="3720728"/>
                </a:cubicBezTo>
                <a:close/>
                <a:moveTo>
                  <a:pt x="19110299" y="3720727"/>
                </a:moveTo>
                <a:cubicBezTo>
                  <a:pt x="19162439" y="3746801"/>
                  <a:pt x="19214575" y="3772865"/>
                  <a:pt x="19265623" y="3797848"/>
                </a:cubicBezTo>
                <a:cubicBezTo>
                  <a:pt x="19247159" y="3823915"/>
                  <a:pt x="19221091" y="3810883"/>
                  <a:pt x="19201539" y="3804364"/>
                </a:cubicBezTo>
                <a:cubicBezTo>
                  <a:pt x="19168955" y="3792417"/>
                  <a:pt x="19142887" y="3792417"/>
                  <a:pt x="19110299" y="3784814"/>
                </a:cubicBezTo>
                <a:cubicBezTo>
                  <a:pt x="19110299" y="3766349"/>
                  <a:pt x="19110299" y="3740276"/>
                  <a:pt x="19110299" y="3720727"/>
                </a:cubicBezTo>
                <a:close/>
                <a:moveTo>
                  <a:pt x="14456004" y="3720727"/>
                </a:moveTo>
                <a:cubicBezTo>
                  <a:pt x="14475359" y="3752794"/>
                  <a:pt x="14501166" y="3752794"/>
                  <a:pt x="14525898" y="3752794"/>
                </a:cubicBezTo>
                <a:cubicBezTo>
                  <a:pt x="14525898" y="3828672"/>
                  <a:pt x="14430197" y="3791268"/>
                  <a:pt x="14404391" y="3783788"/>
                </a:cubicBezTo>
                <a:cubicBezTo>
                  <a:pt x="14359229" y="3772030"/>
                  <a:pt x="14320519" y="3772030"/>
                  <a:pt x="14276432" y="3765618"/>
                </a:cubicBezTo>
                <a:cubicBezTo>
                  <a:pt x="14237722" y="3765618"/>
                  <a:pt x="14199012" y="3777374"/>
                  <a:pt x="14166753" y="3733553"/>
                </a:cubicBezTo>
                <a:cubicBezTo>
                  <a:pt x="14263529" y="3727140"/>
                  <a:pt x="14359229" y="3720727"/>
                  <a:pt x="14456004" y="3720727"/>
                </a:cubicBezTo>
                <a:close/>
                <a:moveTo>
                  <a:pt x="10937934" y="3720725"/>
                </a:moveTo>
                <a:cubicBezTo>
                  <a:pt x="10937934" y="3727110"/>
                  <a:pt x="10937934" y="3739877"/>
                  <a:pt x="10937934" y="3752649"/>
                </a:cubicBezTo>
                <a:cubicBezTo>
                  <a:pt x="10918833" y="3752649"/>
                  <a:pt x="10886999" y="3771802"/>
                  <a:pt x="10867899" y="3739877"/>
                </a:cubicBezTo>
                <a:cubicBezTo>
                  <a:pt x="10886999" y="3727110"/>
                  <a:pt x="10912467" y="3727110"/>
                  <a:pt x="10937934" y="3720725"/>
                </a:cubicBezTo>
                <a:close/>
                <a:moveTo>
                  <a:pt x="11603274" y="3718975"/>
                </a:moveTo>
                <a:cubicBezTo>
                  <a:pt x="11605426" y="3719276"/>
                  <a:pt x="11608045" y="3720881"/>
                  <a:pt x="11611039" y="3724092"/>
                </a:cubicBezTo>
                <a:cubicBezTo>
                  <a:pt x="11608046" y="3724092"/>
                  <a:pt x="11606549" y="3725697"/>
                  <a:pt x="11605052" y="3728908"/>
                </a:cubicBezTo>
                <a:lnTo>
                  <a:pt x="11600859" y="3739025"/>
                </a:lnTo>
                <a:lnTo>
                  <a:pt x="11600964" y="3739320"/>
                </a:lnTo>
                <a:cubicBezTo>
                  <a:pt x="11605174" y="3760474"/>
                  <a:pt x="11601806" y="3785980"/>
                  <a:pt x="11588335" y="3785980"/>
                </a:cubicBezTo>
                <a:cubicBezTo>
                  <a:pt x="11588335" y="3767179"/>
                  <a:pt x="11588335" y="3740632"/>
                  <a:pt x="11594322" y="3720727"/>
                </a:cubicBezTo>
                <a:lnTo>
                  <a:pt x="11598706" y="3733000"/>
                </a:lnTo>
                <a:lnTo>
                  <a:pt x="11598316" y="3721684"/>
                </a:lnTo>
                <a:cubicBezTo>
                  <a:pt x="11599438" y="3719677"/>
                  <a:pt x="11601122" y="3718674"/>
                  <a:pt x="11603274" y="3718975"/>
                </a:cubicBezTo>
                <a:close/>
                <a:moveTo>
                  <a:pt x="20432175" y="3697181"/>
                </a:moveTo>
                <a:cubicBezTo>
                  <a:pt x="20438323" y="3698786"/>
                  <a:pt x="20444471" y="3703602"/>
                  <a:pt x="20450619" y="3706811"/>
                </a:cubicBezTo>
                <a:cubicBezTo>
                  <a:pt x="20444471" y="3706811"/>
                  <a:pt x="20444471" y="3713233"/>
                  <a:pt x="20444471" y="3719654"/>
                </a:cubicBezTo>
                <a:cubicBezTo>
                  <a:pt x="20432175" y="3713233"/>
                  <a:pt x="20426027" y="3706811"/>
                  <a:pt x="20413727" y="3706811"/>
                </a:cubicBezTo>
                <a:cubicBezTo>
                  <a:pt x="20419879" y="3697181"/>
                  <a:pt x="20426027" y="3695575"/>
                  <a:pt x="20432175" y="3697181"/>
                </a:cubicBezTo>
                <a:close/>
                <a:moveTo>
                  <a:pt x="19753879" y="3689422"/>
                </a:moveTo>
                <a:cubicBezTo>
                  <a:pt x="19753879" y="3729102"/>
                  <a:pt x="19729287" y="3722488"/>
                  <a:pt x="19716987" y="3722488"/>
                </a:cubicBezTo>
                <a:cubicBezTo>
                  <a:pt x="19716987" y="3682808"/>
                  <a:pt x="19741583" y="3689422"/>
                  <a:pt x="19753879" y="3689422"/>
                </a:cubicBezTo>
                <a:close/>
                <a:moveTo>
                  <a:pt x="19265723" y="3687553"/>
                </a:moveTo>
                <a:cubicBezTo>
                  <a:pt x="19265723" y="3713233"/>
                  <a:pt x="19253875" y="3719655"/>
                  <a:pt x="19243015" y="3719655"/>
                </a:cubicBezTo>
                <a:cubicBezTo>
                  <a:pt x="19243015" y="3693972"/>
                  <a:pt x="19253875" y="3687553"/>
                  <a:pt x="19265723" y="3687553"/>
                </a:cubicBezTo>
                <a:close/>
                <a:moveTo>
                  <a:pt x="17076871" y="3687553"/>
                </a:moveTo>
                <a:cubicBezTo>
                  <a:pt x="17076871" y="3719982"/>
                  <a:pt x="17070495" y="3752414"/>
                  <a:pt x="17076871" y="3777274"/>
                </a:cubicBezTo>
                <a:cubicBezTo>
                  <a:pt x="17089619" y="3809704"/>
                  <a:pt x="17102367" y="3700525"/>
                  <a:pt x="17102367" y="3694039"/>
                </a:cubicBezTo>
                <a:cubicBezTo>
                  <a:pt x="17121491" y="3707009"/>
                  <a:pt x="17134239" y="3719982"/>
                  <a:pt x="17146987" y="3732953"/>
                </a:cubicBezTo>
                <a:cubicBezTo>
                  <a:pt x="17140611" y="3745931"/>
                  <a:pt x="17127863" y="3752414"/>
                  <a:pt x="17127863" y="3771870"/>
                </a:cubicBezTo>
                <a:cubicBezTo>
                  <a:pt x="17121491" y="3791327"/>
                  <a:pt x="17127863" y="3791327"/>
                  <a:pt x="17121491" y="3809704"/>
                </a:cubicBezTo>
                <a:cubicBezTo>
                  <a:pt x="17064123" y="3791327"/>
                  <a:pt x="17013131" y="3777274"/>
                  <a:pt x="16963199" y="3765385"/>
                </a:cubicBezTo>
                <a:cubicBezTo>
                  <a:pt x="16982319" y="3726468"/>
                  <a:pt x="17013131" y="3771870"/>
                  <a:pt x="17038627" y="3758899"/>
                </a:cubicBezTo>
                <a:cubicBezTo>
                  <a:pt x="17064123" y="3745931"/>
                  <a:pt x="17051375" y="3687553"/>
                  <a:pt x="17076871" y="3687553"/>
                </a:cubicBezTo>
                <a:close/>
                <a:moveTo>
                  <a:pt x="10161226" y="3683566"/>
                </a:moveTo>
                <a:cubicBezTo>
                  <a:pt x="10122536" y="3677117"/>
                  <a:pt x="10090294" y="3690015"/>
                  <a:pt x="10051604" y="3709359"/>
                </a:cubicBezTo>
                <a:cubicBezTo>
                  <a:pt x="10083846" y="3728701"/>
                  <a:pt x="10116088" y="3754495"/>
                  <a:pt x="10148330" y="3754495"/>
                </a:cubicBezTo>
                <a:cubicBezTo>
                  <a:pt x="10148330" y="3728701"/>
                  <a:pt x="10154778" y="3709359"/>
                  <a:pt x="10161226" y="3683566"/>
                </a:cubicBezTo>
                <a:close/>
                <a:moveTo>
                  <a:pt x="20091427" y="3678070"/>
                </a:moveTo>
                <a:cubicBezTo>
                  <a:pt x="20104159" y="3678070"/>
                  <a:pt x="20161459" y="3684683"/>
                  <a:pt x="20135995" y="3724364"/>
                </a:cubicBezTo>
                <a:cubicBezTo>
                  <a:pt x="20123259" y="3704524"/>
                  <a:pt x="20104159" y="3691296"/>
                  <a:pt x="20091427" y="3678070"/>
                </a:cubicBezTo>
                <a:close/>
                <a:moveTo>
                  <a:pt x="20394255" y="3668739"/>
                </a:moveTo>
                <a:cubicBezTo>
                  <a:pt x="20400407" y="3670345"/>
                  <a:pt x="20406555" y="3675160"/>
                  <a:pt x="20412703" y="3678371"/>
                </a:cubicBezTo>
                <a:cubicBezTo>
                  <a:pt x="20406555" y="3678371"/>
                  <a:pt x="20406555" y="3684792"/>
                  <a:pt x="20400407" y="3691213"/>
                </a:cubicBezTo>
                <a:cubicBezTo>
                  <a:pt x="20394259" y="3684792"/>
                  <a:pt x="20381959" y="3678371"/>
                  <a:pt x="20375811" y="3678371"/>
                </a:cubicBezTo>
                <a:cubicBezTo>
                  <a:pt x="20381959" y="3668739"/>
                  <a:pt x="20388107" y="3667134"/>
                  <a:pt x="20394255" y="3668739"/>
                </a:cubicBezTo>
                <a:close/>
                <a:moveTo>
                  <a:pt x="14038279" y="3659114"/>
                </a:moveTo>
                <a:cubicBezTo>
                  <a:pt x="14076932" y="3678681"/>
                  <a:pt x="14109143" y="3698248"/>
                  <a:pt x="14146722" y="3724339"/>
                </a:cubicBezTo>
                <a:cubicBezTo>
                  <a:pt x="14140280" y="3743902"/>
                  <a:pt x="14140280" y="3756951"/>
                  <a:pt x="14133838" y="3776516"/>
                </a:cubicBezTo>
                <a:cubicBezTo>
                  <a:pt x="14120954" y="3776516"/>
                  <a:pt x="14114511" y="3776516"/>
                  <a:pt x="14102701" y="3776516"/>
                </a:cubicBezTo>
                <a:cubicBezTo>
                  <a:pt x="14083374" y="3776516"/>
                  <a:pt x="14064048" y="3776516"/>
                  <a:pt x="14038279" y="3769997"/>
                </a:cubicBezTo>
                <a:cubicBezTo>
                  <a:pt x="13993184" y="3769997"/>
                  <a:pt x="13948089" y="3763473"/>
                  <a:pt x="13904067" y="3756951"/>
                </a:cubicBezTo>
                <a:cubicBezTo>
                  <a:pt x="13807434" y="3750430"/>
                  <a:pt x="13717244" y="3743902"/>
                  <a:pt x="13621685" y="3737382"/>
                </a:cubicBezTo>
                <a:cubicBezTo>
                  <a:pt x="13710802" y="3724339"/>
                  <a:pt x="13794550" y="3711293"/>
                  <a:pt x="13878298" y="3704770"/>
                </a:cubicBezTo>
                <a:cubicBezTo>
                  <a:pt x="13928762" y="3698248"/>
                  <a:pt x="13973857" y="3691726"/>
                  <a:pt x="14018952" y="3698248"/>
                </a:cubicBezTo>
                <a:cubicBezTo>
                  <a:pt x="14025395" y="3698248"/>
                  <a:pt x="14057606" y="3691726"/>
                  <a:pt x="14064048" y="3704770"/>
                </a:cubicBezTo>
                <a:cubicBezTo>
                  <a:pt x="14057606" y="3685204"/>
                  <a:pt x="14044721" y="3691726"/>
                  <a:pt x="14038279" y="3691726"/>
                </a:cubicBezTo>
                <a:cubicBezTo>
                  <a:pt x="14038279" y="3685204"/>
                  <a:pt x="14038279" y="3672158"/>
                  <a:pt x="14038279" y="3659114"/>
                </a:cubicBezTo>
                <a:close/>
                <a:moveTo>
                  <a:pt x="15905100" y="3659108"/>
                </a:moveTo>
                <a:cubicBezTo>
                  <a:pt x="15905100" y="3671951"/>
                  <a:pt x="15905100" y="3684792"/>
                  <a:pt x="15905100" y="3691214"/>
                </a:cubicBezTo>
                <a:cubicBezTo>
                  <a:pt x="15877802" y="3691214"/>
                  <a:pt x="15891450" y="3671951"/>
                  <a:pt x="15905100" y="3659108"/>
                </a:cubicBezTo>
                <a:close/>
                <a:moveTo>
                  <a:pt x="14165755" y="3659108"/>
                </a:moveTo>
                <a:cubicBezTo>
                  <a:pt x="14165755" y="3684793"/>
                  <a:pt x="14159768" y="3691214"/>
                  <a:pt x="14147793" y="3691214"/>
                </a:cubicBezTo>
                <a:cubicBezTo>
                  <a:pt x="14147793" y="3671951"/>
                  <a:pt x="14153780" y="3659108"/>
                  <a:pt x="14165755" y="3659108"/>
                </a:cubicBezTo>
                <a:close/>
                <a:moveTo>
                  <a:pt x="13602725" y="3659108"/>
                </a:moveTo>
                <a:cubicBezTo>
                  <a:pt x="13614700" y="3659108"/>
                  <a:pt x="13620687" y="3671951"/>
                  <a:pt x="13620687" y="3691214"/>
                </a:cubicBezTo>
                <a:cubicBezTo>
                  <a:pt x="13608712" y="3691214"/>
                  <a:pt x="13602725" y="3684793"/>
                  <a:pt x="13602725" y="3659108"/>
                </a:cubicBezTo>
                <a:close/>
                <a:moveTo>
                  <a:pt x="19995635" y="3659107"/>
                </a:moveTo>
                <a:cubicBezTo>
                  <a:pt x="19995635" y="3684792"/>
                  <a:pt x="19989647" y="3691213"/>
                  <a:pt x="19977671" y="3691213"/>
                </a:cubicBezTo>
                <a:cubicBezTo>
                  <a:pt x="19977671" y="3671950"/>
                  <a:pt x="19983659" y="3659107"/>
                  <a:pt x="19995635" y="3659107"/>
                </a:cubicBezTo>
                <a:close/>
                <a:moveTo>
                  <a:pt x="19227767" y="3656244"/>
                </a:moveTo>
                <a:cubicBezTo>
                  <a:pt x="19227767" y="3695925"/>
                  <a:pt x="19203171" y="3689312"/>
                  <a:pt x="19190875" y="3689312"/>
                </a:cubicBezTo>
                <a:cubicBezTo>
                  <a:pt x="19190875" y="3649631"/>
                  <a:pt x="19209319" y="3656244"/>
                  <a:pt x="19227767" y="3656244"/>
                </a:cubicBezTo>
                <a:close/>
                <a:moveTo>
                  <a:pt x="10199917" y="3651326"/>
                </a:moveTo>
                <a:cubicBezTo>
                  <a:pt x="10192393" y="3677117"/>
                  <a:pt x="10187020" y="3696463"/>
                  <a:pt x="10187020" y="3722252"/>
                </a:cubicBezTo>
                <a:cubicBezTo>
                  <a:pt x="10205290" y="3722252"/>
                  <a:pt x="10224635" y="3722252"/>
                  <a:pt x="10237532" y="3722252"/>
                </a:cubicBezTo>
                <a:cubicBezTo>
                  <a:pt x="10243980" y="3696463"/>
                  <a:pt x="10250429" y="3677117"/>
                  <a:pt x="10256877" y="3651326"/>
                </a:cubicBezTo>
                <a:cubicBezTo>
                  <a:pt x="10237532" y="3651326"/>
                  <a:pt x="10218187" y="3651326"/>
                  <a:pt x="10199917" y="3651326"/>
                </a:cubicBezTo>
                <a:close/>
                <a:moveTo>
                  <a:pt x="17125367" y="3643141"/>
                </a:moveTo>
                <a:cubicBezTo>
                  <a:pt x="17126383" y="3641644"/>
                  <a:pt x="17128415" y="3643141"/>
                  <a:pt x="17132475" y="3646135"/>
                </a:cubicBezTo>
                <a:cubicBezTo>
                  <a:pt x="17124351" y="3652124"/>
                  <a:pt x="17124351" y="3658110"/>
                  <a:pt x="17124351" y="3658110"/>
                </a:cubicBezTo>
                <a:cubicBezTo>
                  <a:pt x="17124351" y="3649129"/>
                  <a:pt x="17124351" y="3644639"/>
                  <a:pt x="17125367" y="3643141"/>
                </a:cubicBezTo>
                <a:close/>
                <a:moveTo>
                  <a:pt x="20055351" y="3626594"/>
                </a:moveTo>
                <a:cubicBezTo>
                  <a:pt x="20063775" y="3629901"/>
                  <a:pt x="20071411" y="3641474"/>
                  <a:pt x="20071411" y="3658008"/>
                </a:cubicBezTo>
                <a:cubicBezTo>
                  <a:pt x="20059827" y="3658008"/>
                  <a:pt x="20047187" y="3651394"/>
                  <a:pt x="20034547" y="3644781"/>
                </a:cubicBezTo>
                <a:cubicBezTo>
                  <a:pt x="20037707" y="3628247"/>
                  <a:pt x="20046923" y="3623287"/>
                  <a:pt x="20055351" y="3626594"/>
                </a:cubicBezTo>
                <a:close/>
                <a:moveTo>
                  <a:pt x="11255487" y="3625935"/>
                </a:moveTo>
                <a:cubicBezTo>
                  <a:pt x="11255487" y="3690730"/>
                  <a:pt x="11179617" y="3684251"/>
                  <a:pt x="11160382" y="3690730"/>
                </a:cubicBezTo>
                <a:cubicBezTo>
                  <a:pt x="11089854" y="3697210"/>
                  <a:pt x="11025738" y="3710169"/>
                  <a:pt x="10962691" y="3710169"/>
                </a:cubicBezTo>
                <a:cubicBezTo>
                  <a:pt x="11057796" y="3677772"/>
                  <a:pt x="11160382" y="3651852"/>
                  <a:pt x="11255487" y="3625935"/>
                </a:cubicBezTo>
                <a:close/>
                <a:moveTo>
                  <a:pt x="19266711" y="3625930"/>
                </a:moveTo>
                <a:cubicBezTo>
                  <a:pt x="19273135" y="3632079"/>
                  <a:pt x="19285979" y="3638227"/>
                  <a:pt x="19298819" y="3644376"/>
                </a:cubicBezTo>
                <a:cubicBezTo>
                  <a:pt x="19285979" y="3662820"/>
                  <a:pt x="19266711" y="3662820"/>
                  <a:pt x="19266711" y="3625930"/>
                </a:cubicBezTo>
                <a:close/>
                <a:moveTo>
                  <a:pt x="20337891" y="3625930"/>
                </a:moveTo>
                <a:cubicBezTo>
                  <a:pt x="20350187" y="3632078"/>
                  <a:pt x="20362483" y="3638227"/>
                  <a:pt x="20374783" y="3644376"/>
                </a:cubicBezTo>
                <a:cubicBezTo>
                  <a:pt x="20362483" y="3662819"/>
                  <a:pt x="20337891" y="3662819"/>
                  <a:pt x="20337891" y="3625930"/>
                </a:cubicBezTo>
                <a:close/>
                <a:moveTo>
                  <a:pt x="20015079" y="3603459"/>
                </a:moveTo>
                <a:cubicBezTo>
                  <a:pt x="20021227" y="3604313"/>
                  <a:pt x="20027375" y="3607721"/>
                  <a:pt x="20033523" y="3611141"/>
                </a:cubicBezTo>
                <a:cubicBezTo>
                  <a:pt x="20033523" y="3617967"/>
                  <a:pt x="20027375" y="3624791"/>
                  <a:pt x="20027375" y="3624791"/>
                </a:cubicBezTo>
                <a:cubicBezTo>
                  <a:pt x="20015079" y="3624791"/>
                  <a:pt x="20008927" y="3617967"/>
                  <a:pt x="19996631" y="3611141"/>
                </a:cubicBezTo>
                <a:cubicBezTo>
                  <a:pt x="20002779" y="3604313"/>
                  <a:pt x="20008927" y="3602607"/>
                  <a:pt x="20015079" y="3603459"/>
                </a:cubicBezTo>
                <a:close/>
                <a:moveTo>
                  <a:pt x="10429908" y="3599741"/>
                </a:moveTo>
                <a:cubicBezTo>
                  <a:pt x="10429908" y="3619092"/>
                  <a:pt x="10436357" y="3625537"/>
                  <a:pt x="10449253" y="3625537"/>
                </a:cubicBezTo>
                <a:cubicBezTo>
                  <a:pt x="10449253" y="3606185"/>
                  <a:pt x="10442805" y="3599741"/>
                  <a:pt x="10429908" y="3599741"/>
                </a:cubicBezTo>
                <a:close/>
                <a:moveTo>
                  <a:pt x="10295567" y="3599741"/>
                </a:moveTo>
                <a:cubicBezTo>
                  <a:pt x="10295567" y="3638431"/>
                  <a:pt x="10321361" y="3625537"/>
                  <a:pt x="10334257" y="3625537"/>
                </a:cubicBezTo>
                <a:cubicBezTo>
                  <a:pt x="10334257" y="3593294"/>
                  <a:pt x="10314912" y="3599741"/>
                  <a:pt x="10295567" y="3599741"/>
                </a:cubicBezTo>
                <a:close/>
                <a:moveTo>
                  <a:pt x="682360" y="3597489"/>
                </a:moveTo>
                <a:cubicBezTo>
                  <a:pt x="701322" y="3604102"/>
                  <a:pt x="720282" y="3610716"/>
                  <a:pt x="738186" y="3610716"/>
                </a:cubicBezTo>
                <a:cubicBezTo>
                  <a:pt x="720282" y="3637172"/>
                  <a:pt x="682360" y="3643784"/>
                  <a:pt x="682360" y="3597489"/>
                </a:cubicBezTo>
                <a:close/>
                <a:moveTo>
                  <a:pt x="15696664" y="3597488"/>
                </a:moveTo>
                <a:cubicBezTo>
                  <a:pt x="15684366" y="3616107"/>
                  <a:pt x="15678218" y="3634719"/>
                  <a:pt x="15678218" y="3653332"/>
                </a:cubicBezTo>
                <a:cubicBezTo>
                  <a:pt x="15672068" y="3640922"/>
                  <a:pt x="15665920" y="3628513"/>
                  <a:pt x="15659770" y="3616107"/>
                </a:cubicBezTo>
                <a:cubicBezTo>
                  <a:pt x="15672068" y="3609888"/>
                  <a:pt x="15684366" y="3603690"/>
                  <a:pt x="15696664" y="3597488"/>
                </a:cubicBezTo>
                <a:close/>
                <a:moveTo>
                  <a:pt x="19958663" y="3582900"/>
                </a:moveTo>
                <a:lnTo>
                  <a:pt x="19956463" y="3591463"/>
                </a:lnTo>
                <a:lnTo>
                  <a:pt x="19957743" y="3586488"/>
                </a:lnTo>
                <a:close/>
                <a:moveTo>
                  <a:pt x="19959511" y="3579607"/>
                </a:moveTo>
                <a:cubicBezTo>
                  <a:pt x="19960127" y="3577215"/>
                  <a:pt x="19959715" y="3578810"/>
                  <a:pt x="19958895" y="3582000"/>
                </a:cubicBezTo>
                <a:lnTo>
                  <a:pt x="19958663" y="3582900"/>
                </a:lnTo>
                <a:close/>
                <a:moveTo>
                  <a:pt x="19972935" y="3574315"/>
                </a:moveTo>
                <a:cubicBezTo>
                  <a:pt x="19979759" y="3569048"/>
                  <a:pt x="19993411" y="3580635"/>
                  <a:pt x="20000235" y="3580635"/>
                </a:cubicBezTo>
                <a:cubicBezTo>
                  <a:pt x="19986583" y="3605910"/>
                  <a:pt x="19972935" y="3569048"/>
                  <a:pt x="19972935" y="3574315"/>
                </a:cubicBezTo>
                <a:close/>
                <a:moveTo>
                  <a:pt x="20260963" y="3569051"/>
                </a:moveTo>
                <a:cubicBezTo>
                  <a:pt x="20260963" y="3588959"/>
                  <a:pt x="20260963" y="3601124"/>
                  <a:pt x="20247839" y="3601124"/>
                </a:cubicBezTo>
                <a:cubicBezTo>
                  <a:pt x="20247839" y="3581218"/>
                  <a:pt x="20247839" y="3569051"/>
                  <a:pt x="20260963" y="3569051"/>
                </a:cubicBezTo>
                <a:close/>
                <a:moveTo>
                  <a:pt x="11334144" y="3569049"/>
                </a:moveTo>
                <a:cubicBezTo>
                  <a:pt x="11334144" y="3588010"/>
                  <a:pt x="11340766" y="3605914"/>
                  <a:pt x="11340766" y="3624876"/>
                </a:cubicBezTo>
                <a:cubicBezTo>
                  <a:pt x="11314277" y="3624876"/>
                  <a:pt x="11287787" y="3624876"/>
                  <a:pt x="11261297" y="3624876"/>
                </a:cubicBezTo>
                <a:cubicBezTo>
                  <a:pt x="11261297" y="3605914"/>
                  <a:pt x="11281164" y="3605914"/>
                  <a:pt x="11294409" y="3599594"/>
                </a:cubicBezTo>
                <a:cubicBezTo>
                  <a:pt x="11307654" y="3593275"/>
                  <a:pt x="11320899" y="3580637"/>
                  <a:pt x="11334144" y="3569049"/>
                </a:cubicBezTo>
                <a:close/>
                <a:moveTo>
                  <a:pt x="12290792" y="3566250"/>
                </a:moveTo>
                <a:cubicBezTo>
                  <a:pt x="12304321" y="3564757"/>
                  <a:pt x="12320237" y="3569645"/>
                  <a:pt x="12329787" y="3569645"/>
                </a:cubicBezTo>
                <a:cubicBezTo>
                  <a:pt x="12329787" y="3575076"/>
                  <a:pt x="12336154" y="3581593"/>
                  <a:pt x="12336154" y="3581593"/>
                </a:cubicBezTo>
                <a:cubicBezTo>
                  <a:pt x="12310688" y="3589196"/>
                  <a:pt x="12285222" y="3594627"/>
                  <a:pt x="12266122" y="3601144"/>
                </a:cubicBezTo>
                <a:cubicBezTo>
                  <a:pt x="12266122" y="3575620"/>
                  <a:pt x="12277263" y="3567743"/>
                  <a:pt x="12290792" y="3566250"/>
                </a:cubicBezTo>
                <a:close/>
                <a:moveTo>
                  <a:pt x="16472248" y="3566116"/>
                </a:moveTo>
                <a:cubicBezTo>
                  <a:pt x="16483882" y="3564635"/>
                  <a:pt x="16497842" y="3569482"/>
                  <a:pt x="16507150" y="3569482"/>
                </a:cubicBezTo>
                <a:cubicBezTo>
                  <a:pt x="16507150" y="3620114"/>
                  <a:pt x="16469920" y="3600720"/>
                  <a:pt x="16451306" y="3600720"/>
                </a:cubicBezTo>
                <a:cubicBezTo>
                  <a:pt x="16451306" y="3575408"/>
                  <a:pt x="16460614" y="3567597"/>
                  <a:pt x="16472248" y="3566116"/>
                </a:cubicBezTo>
                <a:close/>
                <a:moveTo>
                  <a:pt x="11415205" y="3566116"/>
                </a:moveTo>
                <a:cubicBezTo>
                  <a:pt x="11426923" y="3564635"/>
                  <a:pt x="11440879" y="3569483"/>
                  <a:pt x="11449832" y="3569483"/>
                </a:cubicBezTo>
                <a:cubicBezTo>
                  <a:pt x="11449832" y="3620114"/>
                  <a:pt x="11412966" y="3600721"/>
                  <a:pt x="11394007" y="3600721"/>
                </a:cubicBezTo>
                <a:cubicBezTo>
                  <a:pt x="11394007" y="3575408"/>
                  <a:pt x="11403487" y="3567597"/>
                  <a:pt x="11415205" y="3566116"/>
                </a:cubicBezTo>
                <a:close/>
                <a:moveTo>
                  <a:pt x="10389337" y="3565219"/>
                </a:moveTo>
                <a:cubicBezTo>
                  <a:pt x="10377516" y="3563742"/>
                  <a:pt x="10363276" y="3568578"/>
                  <a:pt x="10353603" y="3568578"/>
                </a:cubicBezTo>
                <a:cubicBezTo>
                  <a:pt x="10353603" y="3619092"/>
                  <a:pt x="10392293" y="3599741"/>
                  <a:pt x="10410563" y="3599741"/>
                </a:cubicBezTo>
                <a:cubicBezTo>
                  <a:pt x="10410563" y="3574486"/>
                  <a:pt x="10401159" y="3566697"/>
                  <a:pt x="10389337" y="3565219"/>
                </a:cubicBezTo>
                <a:close/>
                <a:moveTo>
                  <a:pt x="12158264" y="3564306"/>
                </a:moveTo>
                <a:cubicBezTo>
                  <a:pt x="12189536" y="3566430"/>
                  <a:pt x="12219529" y="3578039"/>
                  <a:pt x="12241343" y="3613971"/>
                </a:cubicBezTo>
                <a:cubicBezTo>
                  <a:pt x="12170247" y="3613971"/>
                  <a:pt x="12092688" y="3626956"/>
                  <a:pt x="12022670" y="3659432"/>
                </a:cubicBezTo>
                <a:cubicBezTo>
                  <a:pt x="11983891" y="3672422"/>
                  <a:pt x="11912795" y="3724384"/>
                  <a:pt x="11886942" y="3652937"/>
                </a:cubicBezTo>
                <a:cubicBezTo>
                  <a:pt x="11945111" y="3594478"/>
                  <a:pt x="12016207" y="3581489"/>
                  <a:pt x="12086225" y="3569581"/>
                </a:cubicBezTo>
                <a:cubicBezTo>
                  <a:pt x="12099151" y="3567957"/>
                  <a:pt x="12112886" y="3565927"/>
                  <a:pt x="12126822" y="3564794"/>
                </a:cubicBezTo>
                <a:cubicBezTo>
                  <a:pt x="12137274" y="3563944"/>
                  <a:pt x="12147840" y="3563599"/>
                  <a:pt x="12158264" y="3564306"/>
                </a:cubicBezTo>
                <a:close/>
                <a:moveTo>
                  <a:pt x="12341457" y="3557009"/>
                </a:moveTo>
                <a:lnTo>
                  <a:pt x="12347116" y="3564273"/>
                </a:lnTo>
                <a:lnTo>
                  <a:pt x="12350438" y="3568538"/>
                </a:lnTo>
                <a:cubicBezTo>
                  <a:pt x="12338463" y="3579811"/>
                  <a:pt x="12344451" y="3586984"/>
                  <a:pt x="12332476" y="3568538"/>
                </a:cubicBezTo>
                <a:cubicBezTo>
                  <a:pt x="12335470" y="3563927"/>
                  <a:pt x="12337341" y="3560852"/>
                  <a:pt x="12338650" y="3559027"/>
                </a:cubicBezTo>
                <a:lnTo>
                  <a:pt x="12340249" y="3557877"/>
                </a:lnTo>
                <a:close/>
                <a:moveTo>
                  <a:pt x="10468598" y="3536339"/>
                </a:moveTo>
                <a:cubicBezTo>
                  <a:pt x="10449253" y="3536339"/>
                  <a:pt x="10429908" y="3536339"/>
                  <a:pt x="10429908" y="3568578"/>
                </a:cubicBezTo>
                <a:cubicBezTo>
                  <a:pt x="10442805" y="3568578"/>
                  <a:pt x="10468598" y="3573950"/>
                  <a:pt x="10468598" y="3536339"/>
                </a:cubicBezTo>
                <a:close/>
                <a:moveTo>
                  <a:pt x="12497286" y="3535873"/>
                </a:moveTo>
                <a:cubicBezTo>
                  <a:pt x="12451885" y="3542294"/>
                  <a:pt x="12414050" y="3555136"/>
                  <a:pt x="12375135" y="3567978"/>
                </a:cubicBezTo>
                <a:cubicBezTo>
                  <a:pt x="12375135" y="3548716"/>
                  <a:pt x="12375135" y="3548716"/>
                  <a:pt x="12497286" y="3535873"/>
                </a:cubicBezTo>
                <a:close/>
                <a:moveTo>
                  <a:pt x="15464444" y="3535873"/>
                </a:moveTo>
                <a:cubicBezTo>
                  <a:pt x="15464444" y="3555136"/>
                  <a:pt x="15458456" y="3567978"/>
                  <a:pt x="15446482" y="3567978"/>
                </a:cubicBezTo>
                <a:cubicBezTo>
                  <a:pt x="15446482" y="3548716"/>
                  <a:pt x="15452470" y="3535873"/>
                  <a:pt x="15464444" y="3535873"/>
                </a:cubicBezTo>
                <a:close/>
                <a:moveTo>
                  <a:pt x="18583191" y="3535872"/>
                </a:moveTo>
                <a:cubicBezTo>
                  <a:pt x="18583191" y="3555136"/>
                  <a:pt x="18577203" y="3567978"/>
                  <a:pt x="18565231" y="3567978"/>
                </a:cubicBezTo>
                <a:cubicBezTo>
                  <a:pt x="18565231" y="3548716"/>
                  <a:pt x="18571215" y="3535872"/>
                  <a:pt x="18583191" y="3535872"/>
                </a:cubicBezTo>
                <a:close/>
                <a:moveTo>
                  <a:pt x="16827727" y="3532831"/>
                </a:moveTo>
                <a:cubicBezTo>
                  <a:pt x="16839363" y="3531240"/>
                  <a:pt x="16853323" y="3536015"/>
                  <a:pt x="16862631" y="3536015"/>
                </a:cubicBezTo>
                <a:cubicBezTo>
                  <a:pt x="16862631" y="3586947"/>
                  <a:pt x="16825403" y="3567848"/>
                  <a:pt x="16806787" y="3567848"/>
                </a:cubicBezTo>
                <a:cubicBezTo>
                  <a:pt x="16806787" y="3542382"/>
                  <a:pt x="16816095" y="3534423"/>
                  <a:pt x="16827727" y="3532831"/>
                </a:cubicBezTo>
                <a:close/>
                <a:moveTo>
                  <a:pt x="16767872" y="3512172"/>
                </a:moveTo>
                <a:cubicBezTo>
                  <a:pt x="16767872" y="3532647"/>
                  <a:pt x="16761884" y="3539472"/>
                  <a:pt x="16749910" y="3539472"/>
                </a:cubicBezTo>
                <a:cubicBezTo>
                  <a:pt x="16749910" y="3518997"/>
                  <a:pt x="16755898" y="3512172"/>
                  <a:pt x="16767872" y="3512172"/>
                </a:cubicBezTo>
                <a:close/>
                <a:moveTo>
                  <a:pt x="20171003" y="3512172"/>
                </a:moveTo>
                <a:cubicBezTo>
                  <a:pt x="20171003" y="3532647"/>
                  <a:pt x="20159031" y="3539472"/>
                  <a:pt x="20153043" y="3539472"/>
                </a:cubicBezTo>
                <a:cubicBezTo>
                  <a:pt x="20153043" y="3518997"/>
                  <a:pt x="20159031" y="3512172"/>
                  <a:pt x="20171003" y="3512172"/>
                </a:cubicBezTo>
                <a:close/>
                <a:moveTo>
                  <a:pt x="15320598" y="3512171"/>
                </a:moveTo>
                <a:cubicBezTo>
                  <a:pt x="15341072" y="3512171"/>
                  <a:pt x="15341072" y="3543195"/>
                  <a:pt x="15341072" y="3568014"/>
                </a:cubicBezTo>
                <a:cubicBezTo>
                  <a:pt x="15313774" y="3568014"/>
                  <a:pt x="15320598" y="3530785"/>
                  <a:pt x="15320598" y="3512171"/>
                </a:cubicBezTo>
                <a:close/>
                <a:moveTo>
                  <a:pt x="11315420" y="3478996"/>
                </a:moveTo>
                <a:cubicBezTo>
                  <a:pt x="11315420" y="3504423"/>
                  <a:pt x="11321841" y="3542562"/>
                  <a:pt x="11308998" y="3567989"/>
                </a:cubicBezTo>
                <a:cubicBezTo>
                  <a:pt x="11302577" y="3542562"/>
                  <a:pt x="11289735" y="3478996"/>
                  <a:pt x="11315420" y="3478996"/>
                </a:cubicBezTo>
                <a:close/>
                <a:moveTo>
                  <a:pt x="12773269" y="3478995"/>
                </a:moveTo>
                <a:cubicBezTo>
                  <a:pt x="12785244" y="3478995"/>
                  <a:pt x="12791231" y="3491838"/>
                  <a:pt x="12791231" y="3511099"/>
                </a:cubicBezTo>
                <a:cubicBezTo>
                  <a:pt x="12779256" y="3511099"/>
                  <a:pt x="12773269" y="3498257"/>
                  <a:pt x="12773269" y="3478995"/>
                </a:cubicBezTo>
                <a:close/>
                <a:moveTo>
                  <a:pt x="16489224" y="3478994"/>
                </a:moveTo>
                <a:cubicBezTo>
                  <a:pt x="16501198" y="3478994"/>
                  <a:pt x="16507186" y="3485415"/>
                  <a:pt x="16507186" y="3511099"/>
                </a:cubicBezTo>
                <a:cubicBezTo>
                  <a:pt x="16495212" y="3511099"/>
                  <a:pt x="16489224" y="3498257"/>
                  <a:pt x="16489224" y="3478994"/>
                </a:cubicBezTo>
                <a:close/>
                <a:moveTo>
                  <a:pt x="16444646" y="3478994"/>
                </a:moveTo>
                <a:cubicBezTo>
                  <a:pt x="16456944" y="3478994"/>
                  <a:pt x="16469242" y="3485415"/>
                  <a:pt x="16469242" y="3511099"/>
                </a:cubicBezTo>
                <a:cubicBezTo>
                  <a:pt x="16456944" y="3504679"/>
                  <a:pt x="16444646" y="3498257"/>
                  <a:pt x="16432350" y="3491837"/>
                </a:cubicBezTo>
                <a:cubicBezTo>
                  <a:pt x="16438498" y="3485415"/>
                  <a:pt x="16438498" y="3478994"/>
                  <a:pt x="16444646" y="3478994"/>
                </a:cubicBezTo>
                <a:close/>
                <a:moveTo>
                  <a:pt x="18265631" y="3478994"/>
                </a:moveTo>
                <a:cubicBezTo>
                  <a:pt x="18265631" y="3498257"/>
                  <a:pt x="18259643" y="3511099"/>
                  <a:pt x="18247671" y="3511099"/>
                </a:cubicBezTo>
                <a:cubicBezTo>
                  <a:pt x="18247671" y="3485415"/>
                  <a:pt x="18253655" y="3478994"/>
                  <a:pt x="18265631" y="3478994"/>
                </a:cubicBezTo>
                <a:close/>
                <a:moveTo>
                  <a:pt x="10781176" y="3471639"/>
                </a:moveTo>
                <a:lnTo>
                  <a:pt x="10785145" y="3475012"/>
                </a:lnTo>
                <a:cubicBezTo>
                  <a:pt x="10787152" y="3476718"/>
                  <a:pt x="10788155" y="3477571"/>
                  <a:pt x="10786650" y="3476291"/>
                </a:cubicBezTo>
                <a:close/>
                <a:moveTo>
                  <a:pt x="15057826" y="3464774"/>
                </a:moveTo>
                <a:cubicBezTo>
                  <a:pt x="15071052" y="3464774"/>
                  <a:pt x="15090892" y="3464774"/>
                  <a:pt x="15104120" y="3471390"/>
                </a:cubicBezTo>
                <a:cubicBezTo>
                  <a:pt x="15090892" y="3478002"/>
                  <a:pt x="15084280" y="3497842"/>
                  <a:pt x="15077666" y="3511070"/>
                </a:cubicBezTo>
                <a:cubicBezTo>
                  <a:pt x="15071052" y="3497842"/>
                  <a:pt x="15064438" y="3478002"/>
                  <a:pt x="15057826" y="3464774"/>
                </a:cubicBezTo>
                <a:close/>
                <a:moveTo>
                  <a:pt x="10780211" y="3455674"/>
                </a:moveTo>
                <a:cubicBezTo>
                  <a:pt x="10780719" y="3456526"/>
                  <a:pt x="10780973" y="3458660"/>
                  <a:pt x="10781100" y="3462286"/>
                </a:cubicBezTo>
                <a:lnTo>
                  <a:pt x="10781176" y="3471639"/>
                </a:lnTo>
                <a:lnTo>
                  <a:pt x="10781227" y="3477854"/>
                </a:lnTo>
                <a:cubicBezTo>
                  <a:pt x="10781227" y="3474443"/>
                  <a:pt x="10779195" y="3471032"/>
                  <a:pt x="10777164" y="3468470"/>
                </a:cubicBezTo>
                <a:lnTo>
                  <a:pt x="10775940" y="3467185"/>
                </a:lnTo>
                <a:lnTo>
                  <a:pt x="10773104" y="3464774"/>
                </a:lnTo>
                <a:lnTo>
                  <a:pt x="10775940" y="3467185"/>
                </a:lnTo>
                <a:lnTo>
                  <a:pt x="10773101" y="3464205"/>
                </a:lnTo>
                <a:cubicBezTo>
                  <a:pt x="10777164" y="3457379"/>
                  <a:pt x="10779195" y="3453967"/>
                  <a:pt x="10780211" y="3455674"/>
                </a:cubicBezTo>
                <a:close/>
                <a:moveTo>
                  <a:pt x="16678674" y="3448507"/>
                </a:moveTo>
                <a:cubicBezTo>
                  <a:pt x="16693902" y="3449312"/>
                  <a:pt x="16709932" y="3457357"/>
                  <a:pt x="16719550" y="3463798"/>
                </a:cubicBezTo>
                <a:cubicBezTo>
                  <a:pt x="16745198" y="3489554"/>
                  <a:pt x="16732374" y="3502431"/>
                  <a:pt x="16706726" y="3508869"/>
                </a:cubicBezTo>
                <a:cubicBezTo>
                  <a:pt x="16700314" y="3508869"/>
                  <a:pt x="16642608" y="3508869"/>
                  <a:pt x="16668256" y="3534628"/>
                </a:cubicBezTo>
                <a:cubicBezTo>
                  <a:pt x="16706726" y="3572186"/>
                  <a:pt x="16751608" y="3572186"/>
                  <a:pt x="16789011" y="3586137"/>
                </a:cubicBezTo>
                <a:cubicBezTo>
                  <a:pt x="16827483" y="3604378"/>
                  <a:pt x="16872363" y="3623698"/>
                  <a:pt x="16917247" y="3636575"/>
                </a:cubicBezTo>
                <a:cubicBezTo>
                  <a:pt x="16949307" y="3655891"/>
                  <a:pt x="16962131" y="3675208"/>
                  <a:pt x="16962131" y="3739595"/>
                </a:cubicBezTo>
                <a:cubicBezTo>
                  <a:pt x="16917247" y="3771792"/>
                  <a:pt x="16865955" y="3739595"/>
                  <a:pt x="16821071" y="3726719"/>
                </a:cubicBezTo>
                <a:cubicBezTo>
                  <a:pt x="16758020" y="3707400"/>
                  <a:pt x="16700314" y="3707400"/>
                  <a:pt x="16642608" y="3720280"/>
                </a:cubicBezTo>
                <a:cubicBezTo>
                  <a:pt x="16642608" y="3700964"/>
                  <a:pt x="16642608" y="3681648"/>
                  <a:pt x="16642608" y="3655891"/>
                </a:cubicBezTo>
                <a:cubicBezTo>
                  <a:pt x="16616960" y="3668769"/>
                  <a:pt x="16592382" y="3675208"/>
                  <a:pt x="16566734" y="3688091"/>
                </a:cubicBezTo>
                <a:cubicBezTo>
                  <a:pt x="16566734" y="3636575"/>
                  <a:pt x="16560322" y="3597940"/>
                  <a:pt x="16597726" y="3578624"/>
                </a:cubicBezTo>
                <a:cubicBezTo>
                  <a:pt x="16636196" y="3566820"/>
                  <a:pt x="16629784" y="3528188"/>
                  <a:pt x="16642608" y="3476676"/>
                </a:cubicBezTo>
                <a:cubicBezTo>
                  <a:pt x="16649020" y="3454140"/>
                  <a:pt x="16663446" y="3447700"/>
                  <a:pt x="16678674" y="3448507"/>
                </a:cubicBezTo>
                <a:close/>
                <a:moveTo>
                  <a:pt x="13075589" y="3447224"/>
                </a:moveTo>
                <a:cubicBezTo>
                  <a:pt x="13075589" y="3477967"/>
                  <a:pt x="13050994" y="3477967"/>
                  <a:pt x="13038697" y="3477967"/>
                </a:cubicBezTo>
                <a:cubicBezTo>
                  <a:pt x="13038697" y="3441075"/>
                  <a:pt x="13057143" y="3447224"/>
                  <a:pt x="13075589" y="3447224"/>
                </a:cubicBezTo>
                <a:close/>
                <a:moveTo>
                  <a:pt x="18583191" y="3445817"/>
                </a:moveTo>
                <a:cubicBezTo>
                  <a:pt x="18583191" y="3465082"/>
                  <a:pt x="18577203" y="3477925"/>
                  <a:pt x="18565231" y="3477925"/>
                </a:cubicBezTo>
                <a:cubicBezTo>
                  <a:pt x="18565231" y="3452238"/>
                  <a:pt x="18571215" y="3445817"/>
                  <a:pt x="18583191" y="3445817"/>
                </a:cubicBezTo>
                <a:close/>
                <a:moveTo>
                  <a:pt x="19033467" y="3445816"/>
                </a:moveTo>
                <a:cubicBezTo>
                  <a:pt x="19033467" y="3465082"/>
                  <a:pt x="19027479" y="3477925"/>
                  <a:pt x="19015507" y="3477925"/>
                </a:cubicBezTo>
                <a:cubicBezTo>
                  <a:pt x="19015507" y="3452238"/>
                  <a:pt x="19021491" y="3445816"/>
                  <a:pt x="19033467" y="3445816"/>
                </a:cubicBezTo>
                <a:close/>
                <a:moveTo>
                  <a:pt x="11394007" y="3445815"/>
                </a:moveTo>
                <a:cubicBezTo>
                  <a:pt x="11406304" y="3445815"/>
                  <a:pt x="11418602" y="3445815"/>
                  <a:pt x="11430899" y="3445815"/>
                </a:cubicBezTo>
                <a:cubicBezTo>
                  <a:pt x="11430899" y="3465396"/>
                  <a:pt x="11430899" y="3484977"/>
                  <a:pt x="11430899" y="3511085"/>
                </a:cubicBezTo>
                <a:cubicBezTo>
                  <a:pt x="11418602" y="3511085"/>
                  <a:pt x="11406304" y="3511085"/>
                  <a:pt x="11394007" y="3511085"/>
                </a:cubicBezTo>
                <a:cubicBezTo>
                  <a:pt x="11394007" y="3484977"/>
                  <a:pt x="11394007" y="3465396"/>
                  <a:pt x="11394007" y="3445815"/>
                </a:cubicBezTo>
                <a:close/>
                <a:moveTo>
                  <a:pt x="12959638" y="3445815"/>
                </a:moveTo>
                <a:cubicBezTo>
                  <a:pt x="12959638" y="3465396"/>
                  <a:pt x="12966463" y="3511085"/>
                  <a:pt x="12939163" y="3511085"/>
                </a:cubicBezTo>
                <a:cubicBezTo>
                  <a:pt x="12939163" y="3484977"/>
                  <a:pt x="12939163" y="3445815"/>
                  <a:pt x="12959638" y="3445815"/>
                </a:cubicBezTo>
                <a:close/>
                <a:moveTo>
                  <a:pt x="20037643" y="3437353"/>
                </a:moveTo>
                <a:cubicBezTo>
                  <a:pt x="20066079" y="3432584"/>
                  <a:pt x="20109331" y="3477877"/>
                  <a:pt x="20128291" y="3487412"/>
                </a:cubicBezTo>
                <a:cubicBezTo>
                  <a:pt x="20090371" y="3474700"/>
                  <a:pt x="20053507" y="3468341"/>
                  <a:pt x="20015587" y="3461985"/>
                </a:cubicBezTo>
                <a:cubicBezTo>
                  <a:pt x="20020327" y="3446094"/>
                  <a:pt x="20028163" y="3438942"/>
                  <a:pt x="20037643" y="3437353"/>
                </a:cubicBezTo>
                <a:close/>
                <a:moveTo>
                  <a:pt x="18401799" y="3429847"/>
                </a:moveTo>
                <a:cubicBezTo>
                  <a:pt x="18402619" y="3428349"/>
                  <a:pt x="18405903" y="3429847"/>
                  <a:pt x="18412463" y="3432839"/>
                </a:cubicBezTo>
                <a:cubicBezTo>
                  <a:pt x="18412463" y="3432839"/>
                  <a:pt x="18405899" y="3438828"/>
                  <a:pt x="18405899" y="3444815"/>
                </a:cubicBezTo>
                <a:cubicBezTo>
                  <a:pt x="18402619" y="3435835"/>
                  <a:pt x="18400979" y="3431344"/>
                  <a:pt x="18401799" y="3429847"/>
                </a:cubicBezTo>
                <a:close/>
                <a:moveTo>
                  <a:pt x="19004927" y="3414509"/>
                </a:moveTo>
                <a:cubicBezTo>
                  <a:pt x="19004927" y="3454189"/>
                  <a:pt x="18978471" y="3447576"/>
                  <a:pt x="18958631" y="3447576"/>
                </a:cubicBezTo>
                <a:cubicBezTo>
                  <a:pt x="18958631" y="3407895"/>
                  <a:pt x="18985087" y="3414509"/>
                  <a:pt x="19004927" y="3414509"/>
                </a:cubicBezTo>
                <a:close/>
                <a:moveTo>
                  <a:pt x="14862471" y="3414509"/>
                </a:moveTo>
                <a:cubicBezTo>
                  <a:pt x="14862471" y="3454189"/>
                  <a:pt x="14844025" y="3447576"/>
                  <a:pt x="14825579" y="3447576"/>
                </a:cubicBezTo>
                <a:cubicBezTo>
                  <a:pt x="14825579" y="3407896"/>
                  <a:pt x="14850174" y="3414509"/>
                  <a:pt x="14862471" y="3414509"/>
                </a:cubicBezTo>
                <a:close/>
                <a:moveTo>
                  <a:pt x="10487943" y="3413830"/>
                </a:moveTo>
                <a:cubicBezTo>
                  <a:pt x="10487943" y="3452516"/>
                  <a:pt x="10507289" y="3446069"/>
                  <a:pt x="10526634" y="3446069"/>
                </a:cubicBezTo>
                <a:cubicBezTo>
                  <a:pt x="10526634" y="3407382"/>
                  <a:pt x="10500840" y="3413830"/>
                  <a:pt x="10487943" y="3413830"/>
                </a:cubicBezTo>
                <a:close/>
                <a:moveTo>
                  <a:pt x="16268100" y="3412639"/>
                </a:moveTo>
                <a:cubicBezTo>
                  <a:pt x="16325524" y="3432076"/>
                  <a:pt x="16375504" y="3445036"/>
                  <a:pt x="16426546" y="3464475"/>
                </a:cubicBezTo>
                <a:cubicBezTo>
                  <a:pt x="16407406" y="3496874"/>
                  <a:pt x="16375504" y="3464475"/>
                  <a:pt x="16357426" y="3457996"/>
                </a:cubicBezTo>
                <a:cubicBezTo>
                  <a:pt x="16325524" y="3445036"/>
                  <a:pt x="16293622" y="3438557"/>
                  <a:pt x="16261718" y="3432076"/>
                </a:cubicBezTo>
                <a:cubicBezTo>
                  <a:pt x="16261718" y="3425598"/>
                  <a:pt x="16268100" y="3419118"/>
                  <a:pt x="16268100" y="3412639"/>
                </a:cubicBezTo>
                <a:close/>
                <a:moveTo>
                  <a:pt x="14906153" y="3412639"/>
                </a:moveTo>
                <a:cubicBezTo>
                  <a:pt x="14931431" y="3419166"/>
                  <a:pt x="14955656" y="3425693"/>
                  <a:pt x="14980935" y="3432218"/>
                </a:cubicBezTo>
                <a:cubicBezTo>
                  <a:pt x="14961976" y="3445273"/>
                  <a:pt x="14961976" y="3477909"/>
                  <a:pt x="14936698" y="3477909"/>
                </a:cubicBezTo>
                <a:cubicBezTo>
                  <a:pt x="14925112" y="3477909"/>
                  <a:pt x="14917739" y="3477909"/>
                  <a:pt x="14906153" y="3477909"/>
                </a:cubicBezTo>
                <a:cubicBezTo>
                  <a:pt x="14906153" y="3458327"/>
                  <a:pt x="14906153" y="3432218"/>
                  <a:pt x="14906153" y="3412639"/>
                </a:cubicBezTo>
                <a:close/>
                <a:moveTo>
                  <a:pt x="10944622" y="3405079"/>
                </a:moveTo>
                <a:lnTo>
                  <a:pt x="10949219" y="3412066"/>
                </a:lnTo>
                <a:lnTo>
                  <a:pt x="10945985" y="3418713"/>
                </a:lnTo>
                <a:lnTo>
                  <a:pt x="10984719" y="3433376"/>
                </a:lnTo>
                <a:cubicBezTo>
                  <a:pt x="10997565" y="3439219"/>
                  <a:pt x="11007842" y="3444457"/>
                  <a:pt x="11012410" y="3446069"/>
                </a:cubicBezTo>
                <a:cubicBezTo>
                  <a:pt x="11012410" y="3402548"/>
                  <a:pt x="10980370" y="3413428"/>
                  <a:pt x="10956189" y="3410707"/>
                </a:cubicBezTo>
                <a:close/>
                <a:moveTo>
                  <a:pt x="11899418" y="3388176"/>
                </a:moveTo>
                <a:cubicBezTo>
                  <a:pt x="11892974" y="3407441"/>
                  <a:pt x="11886531" y="3426704"/>
                  <a:pt x="11880087" y="3445969"/>
                </a:cubicBezTo>
                <a:cubicBezTo>
                  <a:pt x="11899418" y="3445969"/>
                  <a:pt x="11918749" y="3445969"/>
                  <a:pt x="11938080" y="3445969"/>
                </a:cubicBezTo>
                <a:cubicBezTo>
                  <a:pt x="11938080" y="3407441"/>
                  <a:pt x="11912305" y="3401019"/>
                  <a:pt x="11899418" y="3388176"/>
                </a:cubicBezTo>
                <a:close/>
                <a:moveTo>
                  <a:pt x="13416739" y="3384202"/>
                </a:moveTo>
                <a:cubicBezTo>
                  <a:pt x="13416739" y="3409638"/>
                  <a:pt x="13416739" y="3449453"/>
                  <a:pt x="13396264" y="3449453"/>
                </a:cubicBezTo>
                <a:cubicBezTo>
                  <a:pt x="13396264" y="3422909"/>
                  <a:pt x="13389439" y="3384202"/>
                  <a:pt x="13416739" y="3384202"/>
                </a:cubicBezTo>
                <a:close/>
                <a:moveTo>
                  <a:pt x="14697606" y="3384202"/>
                </a:moveTo>
                <a:cubicBezTo>
                  <a:pt x="14728697" y="3389732"/>
                  <a:pt x="14767292" y="3389732"/>
                  <a:pt x="14786590" y="3436181"/>
                </a:cubicBezTo>
                <a:cubicBezTo>
                  <a:pt x="14760860" y="3436181"/>
                  <a:pt x="14728697" y="3442817"/>
                  <a:pt x="14697606" y="3449453"/>
                </a:cubicBezTo>
                <a:cubicBezTo>
                  <a:pt x="14697606" y="3429545"/>
                  <a:pt x="14697606" y="3403003"/>
                  <a:pt x="14697606" y="3384202"/>
                </a:cubicBezTo>
                <a:close/>
                <a:moveTo>
                  <a:pt x="16185882" y="3384201"/>
                </a:moveTo>
                <a:cubicBezTo>
                  <a:pt x="16212372" y="3389731"/>
                  <a:pt x="16238862" y="3396365"/>
                  <a:pt x="16265354" y="3403001"/>
                </a:cubicBezTo>
                <a:cubicBezTo>
                  <a:pt x="16245486" y="3429543"/>
                  <a:pt x="16185882" y="3449452"/>
                  <a:pt x="16185882" y="3384201"/>
                </a:cubicBezTo>
                <a:close/>
                <a:moveTo>
                  <a:pt x="13185628" y="3384200"/>
                </a:moveTo>
                <a:cubicBezTo>
                  <a:pt x="13217530" y="3384200"/>
                  <a:pt x="13255811" y="3389584"/>
                  <a:pt x="13287713" y="3384200"/>
                </a:cubicBezTo>
                <a:cubicBezTo>
                  <a:pt x="13293030" y="3384200"/>
                  <a:pt x="13350453" y="3384200"/>
                  <a:pt x="13337692" y="3408973"/>
                </a:cubicBezTo>
                <a:cubicBezTo>
                  <a:pt x="13318551" y="3454214"/>
                  <a:pt x="13255811" y="3441288"/>
                  <a:pt x="13223910" y="3447749"/>
                </a:cubicBezTo>
                <a:cubicBezTo>
                  <a:pt x="13211149" y="3434825"/>
                  <a:pt x="13185628" y="3421898"/>
                  <a:pt x="13185628" y="3384200"/>
                </a:cubicBezTo>
                <a:close/>
                <a:moveTo>
                  <a:pt x="15723070" y="3384199"/>
                </a:moveTo>
                <a:cubicBezTo>
                  <a:pt x="15735912" y="3384199"/>
                  <a:pt x="15748754" y="3389726"/>
                  <a:pt x="15748754" y="3416266"/>
                </a:cubicBezTo>
                <a:cubicBezTo>
                  <a:pt x="15742332" y="3409633"/>
                  <a:pt x="15729490" y="3402996"/>
                  <a:pt x="15716648" y="3402996"/>
                </a:cubicBezTo>
                <a:cubicBezTo>
                  <a:pt x="15716648" y="3396362"/>
                  <a:pt x="15723070" y="3389726"/>
                  <a:pt x="15723070" y="3384199"/>
                </a:cubicBezTo>
                <a:close/>
                <a:moveTo>
                  <a:pt x="13540111" y="3384199"/>
                </a:moveTo>
                <a:cubicBezTo>
                  <a:pt x="13540111" y="3409633"/>
                  <a:pt x="13534124" y="3416266"/>
                  <a:pt x="13522149" y="3416266"/>
                </a:cubicBezTo>
                <a:cubicBezTo>
                  <a:pt x="13522149" y="3396362"/>
                  <a:pt x="13528136" y="3384199"/>
                  <a:pt x="13540111" y="3384199"/>
                </a:cubicBezTo>
                <a:close/>
                <a:moveTo>
                  <a:pt x="18925451" y="3384199"/>
                </a:moveTo>
                <a:cubicBezTo>
                  <a:pt x="18937423" y="3384199"/>
                  <a:pt x="18943411" y="3396361"/>
                  <a:pt x="18943411" y="3416266"/>
                </a:cubicBezTo>
                <a:cubicBezTo>
                  <a:pt x="18931435" y="3416266"/>
                  <a:pt x="18925451" y="3409632"/>
                  <a:pt x="18925451" y="3384199"/>
                </a:cubicBezTo>
                <a:close/>
                <a:moveTo>
                  <a:pt x="14638347" y="3382625"/>
                </a:moveTo>
                <a:cubicBezTo>
                  <a:pt x="14656671" y="3380789"/>
                  <a:pt x="14677612" y="3381401"/>
                  <a:pt x="14677612" y="3415667"/>
                </a:cubicBezTo>
                <a:cubicBezTo>
                  <a:pt x="14658997" y="3415667"/>
                  <a:pt x="14621768" y="3435247"/>
                  <a:pt x="14621768" y="3384122"/>
                </a:cubicBezTo>
                <a:cubicBezTo>
                  <a:pt x="14626422" y="3384122"/>
                  <a:pt x="14632239" y="3383236"/>
                  <a:pt x="14638347" y="3382625"/>
                </a:cubicBezTo>
                <a:close/>
                <a:moveTo>
                  <a:pt x="17205931" y="3381122"/>
                </a:moveTo>
                <a:cubicBezTo>
                  <a:pt x="17205931" y="3405838"/>
                  <a:pt x="17211303" y="3412286"/>
                  <a:pt x="17224199" y="3412286"/>
                </a:cubicBezTo>
                <a:cubicBezTo>
                  <a:pt x="17224199" y="3392942"/>
                  <a:pt x="17217751" y="3381122"/>
                  <a:pt x="17205931" y="3381122"/>
                </a:cubicBezTo>
                <a:close/>
                <a:moveTo>
                  <a:pt x="13616195" y="3380910"/>
                </a:moveTo>
                <a:cubicBezTo>
                  <a:pt x="13634031" y="3379460"/>
                  <a:pt x="13655111" y="3384200"/>
                  <a:pt x="13668083" y="3384200"/>
                </a:cubicBezTo>
                <a:cubicBezTo>
                  <a:pt x="13718889" y="3389465"/>
                  <a:pt x="13777263" y="3384200"/>
                  <a:pt x="13829151" y="3384200"/>
                </a:cubicBezTo>
                <a:cubicBezTo>
                  <a:pt x="13829151" y="3440020"/>
                  <a:pt x="13770777" y="3421061"/>
                  <a:pt x="13751319" y="3421061"/>
                </a:cubicBezTo>
                <a:cubicBezTo>
                  <a:pt x="13694027" y="3408422"/>
                  <a:pt x="13642139" y="3414742"/>
                  <a:pt x="13583765" y="3414742"/>
                </a:cubicBezTo>
                <a:cubicBezTo>
                  <a:pt x="13583765" y="3389991"/>
                  <a:pt x="13598358" y="3382357"/>
                  <a:pt x="13616195" y="3380910"/>
                </a:cubicBezTo>
                <a:close/>
                <a:moveTo>
                  <a:pt x="11707587" y="3376606"/>
                </a:moveTo>
                <a:cubicBezTo>
                  <a:pt x="11739603" y="3376606"/>
                  <a:pt x="11778023" y="3369978"/>
                  <a:pt x="11810040" y="3403092"/>
                </a:cubicBezTo>
                <a:cubicBezTo>
                  <a:pt x="11806838" y="3409715"/>
                  <a:pt x="11805237" y="3416336"/>
                  <a:pt x="11803636" y="3423788"/>
                </a:cubicBezTo>
                <a:lnTo>
                  <a:pt x="11799155" y="3441749"/>
                </a:lnTo>
                <a:lnTo>
                  <a:pt x="11800533" y="3445300"/>
                </a:lnTo>
                <a:cubicBezTo>
                  <a:pt x="11800533" y="3451448"/>
                  <a:pt x="11793969" y="3451448"/>
                  <a:pt x="11793969" y="3463746"/>
                </a:cubicBezTo>
                <a:cubicBezTo>
                  <a:pt x="11793969" y="3460671"/>
                  <a:pt x="11792328" y="3451448"/>
                  <a:pt x="11791508" y="3443763"/>
                </a:cubicBezTo>
                <a:lnTo>
                  <a:pt x="11791459" y="3442265"/>
                </a:lnTo>
                <a:lnTo>
                  <a:pt x="11781988" y="3430482"/>
                </a:lnTo>
                <a:cubicBezTo>
                  <a:pt x="11744606" y="3398143"/>
                  <a:pt x="11695580" y="3443656"/>
                  <a:pt x="11656360" y="3449452"/>
                </a:cubicBezTo>
                <a:cubicBezTo>
                  <a:pt x="11656360" y="3429582"/>
                  <a:pt x="11649957" y="3396471"/>
                  <a:pt x="11662764" y="3389847"/>
                </a:cubicBezTo>
                <a:cubicBezTo>
                  <a:pt x="11675570" y="3376606"/>
                  <a:pt x="11694780" y="3376606"/>
                  <a:pt x="11707587" y="3376606"/>
                </a:cubicBezTo>
                <a:close/>
                <a:moveTo>
                  <a:pt x="14076568" y="3375332"/>
                </a:moveTo>
                <a:cubicBezTo>
                  <a:pt x="14096975" y="3375464"/>
                  <a:pt x="14120411" y="3383606"/>
                  <a:pt x="14132524" y="3383606"/>
                </a:cubicBezTo>
                <a:cubicBezTo>
                  <a:pt x="14132524" y="3454206"/>
                  <a:pt x="14057741" y="3415104"/>
                  <a:pt x="14038782" y="3415104"/>
                </a:cubicBezTo>
                <a:cubicBezTo>
                  <a:pt x="14038782" y="3383062"/>
                  <a:pt x="14056161" y="3375192"/>
                  <a:pt x="14076568" y="3375332"/>
                </a:cubicBezTo>
                <a:close/>
                <a:moveTo>
                  <a:pt x="12091787" y="3374676"/>
                </a:moveTo>
                <a:cubicBezTo>
                  <a:pt x="12070979" y="3374803"/>
                  <a:pt x="12047084" y="3382825"/>
                  <a:pt x="12034734" y="3382825"/>
                </a:cubicBezTo>
                <a:cubicBezTo>
                  <a:pt x="12034734" y="3452390"/>
                  <a:pt x="12104540" y="3413862"/>
                  <a:pt x="12130314" y="3413862"/>
                </a:cubicBezTo>
                <a:cubicBezTo>
                  <a:pt x="12130314" y="3382292"/>
                  <a:pt x="12112594" y="3374536"/>
                  <a:pt x="12091787" y="3374676"/>
                </a:cubicBezTo>
                <a:close/>
                <a:moveTo>
                  <a:pt x="11808108" y="3373457"/>
                </a:moveTo>
                <a:cubicBezTo>
                  <a:pt x="11810354" y="3373457"/>
                  <a:pt x="11811850" y="3376935"/>
                  <a:pt x="11814844" y="3383891"/>
                </a:cubicBezTo>
                <a:cubicBezTo>
                  <a:pt x="11808857" y="3402086"/>
                  <a:pt x="11808857" y="3402086"/>
                  <a:pt x="11796882" y="3383891"/>
                </a:cubicBezTo>
                <a:cubicBezTo>
                  <a:pt x="11802869" y="3376935"/>
                  <a:pt x="11805863" y="3373457"/>
                  <a:pt x="11808108" y="3373457"/>
                </a:cubicBezTo>
                <a:close/>
                <a:moveTo>
                  <a:pt x="15708808" y="3368091"/>
                </a:moveTo>
                <a:cubicBezTo>
                  <a:pt x="15710450" y="3366474"/>
                  <a:pt x="15713730" y="3367722"/>
                  <a:pt x="15720294" y="3370213"/>
                </a:cubicBezTo>
                <a:cubicBezTo>
                  <a:pt x="15713730" y="3376218"/>
                  <a:pt x="15707168" y="3383199"/>
                  <a:pt x="15707168" y="3383199"/>
                </a:cubicBezTo>
                <a:cubicBezTo>
                  <a:pt x="15707168" y="3374224"/>
                  <a:pt x="15707168" y="3369711"/>
                  <a:pt x="15708808" y="3368091"/>
                </a:cubicBezTo>
                <a:close/>
                <a:moveTo>
                  <a:pt x="14583850" y="3351018"/>
                </a:moveTo>
                <a:cubicBezTo>
                  <a:pt x="14595825" y="3351018"/>
                  <a:pt x="14601812" y="3363858"/>
                  <a:pt x="14601812" y="3383130"/>
                </a:cubicBezTo>
                <a:cubicBezTo>
                  <a:pt x="14589837" y="3383130"/>
                  <a:pt x="14583850" y="3369210"/>
                  <a:pt x="14583850" y="3351018"/>
                </a:cubicBezTo>
                <a:close/>
                <a:moveTo>
                  <a:pt x="14242588" y="3351018"/>
                </a:moveTo>
                <a:cubicBezTo>
                  <a:pt x="14254563" y="3351018"/>
                  <a:pt x="14260550" y="3363858"/>
                  <a:pt x="14260550" y="3383130"/>
                </a:cubicBezTo>
                <a:cubicBezTo>
                  <a:pt x="14248575" y="3383130"/>
                  <a:pt x="14242588" y="3369210"/>
                  <a:pt x="14242588" y="3351018"/>
                </a:cubicBezTo>
                <a:close/>
                <a:moveTo>
                  <a:pt x="12394092" y="3351018"/>
                </a:moveTo>
                <a:cubicBezTo>
                  <a:pt x="12406389" y="3351018"/>
                  <a:pt x="12418687" y="3351018"/>
                  <a:pt x="12430984" y="3351018"/>
                </a:cubicBezTo>
                <a:cubicBezTo>
                  <a:pt x="12430984" y="3363858"/>
                  <a:pt x="12430984" y="3375644"/>
                  <a:pt x="12430984" y="3383130"/>
                </a:cubicBezTo>
                <a:cubicBezTo>
                  <a:pt x="12418687" y="3383130"/>
                  <a:pt x="12406389" y="3383130"/>
                  <a:pt x="12394092" y="3383130"/>
                </a:cubicBezTo>
                <a:cubicBezTo>
                  <a:pt x="12394092" y="3375644"/>
                  <a:pt x="12394092" y="3363858"/>
                  <a:pt x="12394092" y="3351018"/>
                </a:cubicBezTo>
                <a:close/>
                <a:moveTo>
                  <a:pt x="18905495" y="3351017"/>
                </a:moveTo>
                <a:cubicBezTo>
                  <a:pt x="18905495" y="3369210"/>
                  <a:pt x="18899507" y="3383128"/>
                  <a:pt x="18887531" y="3383128"/>
                </a:cubicBezTo>
                <a:cubicBezTo>
                  <a:pt x="18887531" y="3363857"/>
                  <a:pt x="18887531" y="3351017"/>
                  <a:pt x="18905495" y="3351017"/>
                </a:cubicBezTo>
                <a:close/>
                <a:moveTo>
                  <a:pt x="16323334" y="3351017"/>
                </a:moveTo>
                <a:cubicBezTo>
                  <a:pt x="16335310" y="3351017"/>
                  <a:pt x="16341298" y="3363857"/>
                  <a:pt x="16341298" y="3383128"/>
                </a:cubicBezTo>
                <a:cubicBezTo>
                  <a:pt x="16329322" y="3383128"/>
                  <a:pt x="16323334" y="3375644"/>
                  <a:pt x="16323334" y="3351017"/>
                </a:cubicBezTo>
                <a:close/>
                <a:moveTo>
                  <a:pt x="14503274" y="3351016"/>
                </a:moveTo>
                <a:cubicBezTo>
                  <a:pt x="14510259" y="3351016"/>
                  <a:pt x="14516247" y="3351016"/>
                  <a:pt x="14521236" y="3351016"/>
                </a:cubicBezTo>
                <a:cubicBezTo>
                  <a:pt x="14521236" y="3376461"/>
                  <a:pt x="14521236" y="3396363"/>
                  <a:pt x="14521236" y="3416268"/>
                </a:cubicBezTo>
                <a:cubicBezTo>
                  <a:pt x="14516247" y="3416268"/>
                  <a:pt x="14510259" y="3416268"/>
                  <a:pt x="14503274" y="3416268"/>
                </a:cubicBezTo>
                <a:cubicBezTo>
                  <a:pt x="14503274" y="3396363"/>
                  <a:pt x="14503274" y="3376461"/>
                  <a:pt x="14503274" y="3351016"/>
                </a:cubicBezTo>
                <a:close/>
                <a:moveTo>
                  <a:pt x="14394263" y="3351015"/>
                </a:moveTo>
                <a:cubicBezTo>
                  <a:pt x="14407106" y="3351015"/>
                  <a:pt x="14419950" y="3351015"/>
                  <a:pt x="14426372" y="3351015"/>
                </a:cubicBezTo>
                <a:cubicBezTo>
                  <a:pt x="14426372" y="3402069"/>
                  <a:pt x="14394263" y="3395552"/>
                  <a:pt x="14394263" y="3351015"/>
                </a:cubicBezTo>
                <a:close/>
                <a:moveTo>
                  <a:pt x="12480769" y="3342679"/>
                </a:moveTo>
                <a:cubicBezTo>
                  <a:pt x="12497325" y="3341873"/>
                  <a:pt x="12517194" y="3348307"/>
                  <a:pt x="12530439" y="3348307"/>
                </a:cubicBezTo>
                <a:cubicBezTo>
                  <a:pt x="12530439" y="3411562"/>
                  <a:pt x="12470835" y="3380474"/>
                  <a:pt x="12450967" y="3380474"/>
                </a:cubicBezTo>
                <a:cubicBezTo>
                  <a:pt x="12450967" y="3351524"/>
                  <a:pt x="12464212" y="3343483"/>
                  <a:pt x="12480769" y="3342679"/>
                </a:cubicBezTo>
                <a:close/>
                <a:moveTo>
                  <a:pt x="16095256" y="3342278"/>
                </a:moveTo>
                <a:cubicBezTo>
                  <a:pt x="16115120" y="3342278"/>
                  <a:pt x="16137368" y="3350424"/>
                  <a:pt x="16146904" y="3350424"/>
                </a:cubicBezTo>
                <a:cubicBezTo>
                  <a:pt x="16146904" y="3421028"/>
                  <a:pt x="16076982" y="3383014"/>
                  <a:pt x="16057910" y="3383014"/>
                </a:cubicBezTo>
                <a:cubicBezTo>
                  <a:pt x="16057910" y="3350424"/>
                  <a:pt x="16075392" y="3342278"/>
                  <a:pt x="16095256" y="3342278"/>
                </a:cubicBezTo>
                <a:close/>
                <a:moveTo>
                  <a:pt x="17132035" y="3340947"/>
                </a:moveTo>
                <a:lnTo>
                  <a:pt x="17137071" y="3353244"/>
                </a:lnTo>
                <a:lnTo>
                  <a:pt x="17132671" y="3363445"/>
                </a:lnTo>
                <a:lnTo>
                  <a:pt x="17147891" y="3373613"/>
                </a:lnTo>
                <a:cubicBezTo>
                  <a:pt x="17160791" y="3373613"/>
                  <a:pt x="17173687" y="3381122"/>
                  <a:pt x="17186583" y="3381122"/>
                </a:cubicBezTo>
                <a:cubicBezTo>
                  <a:pt x="17186583" y="3342428"/>
                  <a:pt x="17160791" y="3348874"/>
                  <a:pt x="17147891" y="3348874"/>
                </a:cubicBezTo>
                <a:close/>
                <a:moveTo>
                  <a:pt x="15902792" y="3325880"/>
                </a:moveTo>
                <a:cubicBezTo>
                  <a:pt x="15876938" y="3325880"/>
                  <a:pt x="15864012" y="3345235"/>
                  <a:pt x="15864012" y="3383949"/>
                </a:cubicBezTo>
                <a:cubicBezTo>
                  <a:pt x="15889866" y="3369962"/>
                  <a:pt x="15915718" y="3376427"/>
                  <a:pt x="15941572" y="3383949"/>
                </a:cubicBezTo>
                <a:cubicBezTo>
                  <a:pt x="15941572" y="3338783"/>
                  <a:pt x="15928646" y="3325880"/>
                  <a:pt x="15902792" y="3325880"/>
                </a:cubicBezTo>
                <a:close/>
                <a:moveTo>
                  <a:pt x="14190455" y="3323987"/>
                </a:moveTo>
                <a:cubicBezTo>
                  <a:pt x="14203297" y="3323987"/>
                  <a:pt x="14222561" y="3317838"/>
                  <a:pt x="14222561" y="3348580"/>
                </a:cubicBezTo>
                <a:cubicBezTo>
                  <a:pt x="14209718" y="3348580"/>
                  <a:pt x="14190455" y="3354729"/>
                  <a:pt x="14190455" y="3323987"/>
                </a:cubicBezTo>
                <a:close/>
                <a:moveTo>
                  <a:pt x="17076959" y="3323082"/>
                </a:moveTo>
                <a:cubicBezTo>
                  <a:pt x="17076959" y="3355321"/>
                  <a:pt x="17096303" y="3348874"/>
                  <a:pt x="17115651" y="3348874"/>
                </a:cubicBezTo>
                <a:lnTo>
                  <a:pt x="17127323" y="3359402"/>
                </a:lnTo>
                <a:lnTo>
                  <a:pt x="17124347" y="3350065"/>
                </a:lnTo>
                <a:cubicBezTo>
                  <a:pt x="17124347" y="3346748"/>
                  <a:pt x="17125847" y="3345088"/>
                  <a:pt x="17127343" y="3343431"/>
                </a:cubicBezTo>
                <a:lnTo>
                  <a:pt x="17129119" y="3339489"/>
                </a:lnTo>
                <a:lnTo>
                  <a:pt x="17128547" y="3339202"/>
                </a:lnTo>
                <a:cubicBezTo>
                  <a:pt x="17122099" y="3334366"/>
                  <a:pt x="17115651" y="3329530"/>
                  <a:pt x="17109199" y="3329530"/>
                </a:cubicBezTo>
                <a:cubicBezTo>
                  <a:pt x="17096303" y="3323082"/>
                  <a:pt x="17083407" y="3323082"/>
                  <a:pt x="17076959" y="3323082"/>
                </a:cubicBezTo>
                <a:close/>
                <a:moveTo>
                  <a:pt x="16767872" y="3322576"/>
                </a:moveTo>
                <a:cubicBezTo>
                  <a:pt x="16767872" y="3343050"/>
                  <a:pt x="16761884" y="3349875"/>
                  <a:pt x="16749910" y="3349875"/>
                </a:cubicBezTo>
                <a:cubicBezTo>
                  <a:pt x="16749910" y="3329400"/>
                  <a:pt x="16755898" y="3322576"/>
                  <a:pt x="16767872" y="3322576"/>
                </a:cubicBezTo>
                <a:close/>
                <a:moveTo>
                  <a:pt x="16037952" y="3322576"/>
                </a:moveTo>
                <a:cubicBezTo>
                  <a:pt x="16037952" y="3343051"/>
                  <a:pt x="16025978" y="3349875"/>
                  <a:pt x="16019990" y="3349875"/>
                </a:cubicBezTo>
                <a:cubicBezTo>
                  <a:pt x="16019990" y="3329401"/>
                  <a:pt x="16025978" y="3322576"/>
                  <a:pt x="16037952" y="3322576"/>
                </a:cubicBezTo>
                <a:close/>
                <a:moveTo>
                  <a:pt x="885576" y="3305285"/>
                </a:moveTo>
                <a:cubicBezTo>
                  <a:pt x="872681" y="3298846"/>
                  <a:pt x="879127" y="3331078"/>
                  <a:pt x="885576" y="3337527"/>
                </a:cubicBezTo>
                <a:cubicBezTo>
                  <a:pt x="911364" y="3343974"/>
                  <a:pt x="929631" y="3350421"/>
                  <a:pt x="955422" y="3350421"/>
                </a:cubicBezTo>
                <a:cubicBezTo>
                  <a:pt x="929631" y="3343974"/>
                  <a:pt x="904916" y="3337527"/>
                  <a:pt x="885576" y="3305285"/>
                </a:cubicBezTo>
                <a:close/>
                <a:moveTo>
                  <a:pt x="16211220" y="3303146"/>
                </a:moveTo>
                <a:cubicBezTo>
                  <a:pt x="16212862" y="3300588"/>
                  <a:pt x="16216144" y="3302293"/>
                  <a:pt x="16222706" y="3305706"/>
                </a:cubicBezTo>
                <a:cubicBezTo>
                  <a:pt x="16216142" y="3312530"/>
                  <a:pt x="16216142" y="3319354"/>
                  <a:pt x="16209580" y="3326180"/>
                </a:cubicBezTo>
                <a:cubicBezTo>
                  <a:pt x="16209580" y="3312530"/>
                  <a:pt x="16209580" y="3305706"/>
                  <a:pt x="16211220" y="3303146"/>
                </a:cubicBezTo>
                <a:close/>
                <a:moveTo>
                  <a:pt x="18424055" y="3303145"/>
                </a:moveTo>
                <a:cubicBezTo>
                  <a:pt x="18425071" y="3300587"/>
                  <a:pt x="18427099" y="3302293"/>
                  <a:pt x="18431163" y="3305706"/>
                </a:cubicBezTo>
                <a:cubicBezTo>
                  <a:pt x="18423039" y="3312530"/>
                  <a:pt x="18423039" y="3319354"/>
                  <a:pt x="18423039" y="3326179"/>
                </a:cubicBezTo>
                <a:cubicBezTo>
                  <a:pt x="18423039" y="3312530"/>
                  <a:pt x="18423039" y="3305706"/>
                  <a:pt x="18424055" y="3303145"/>
                </a:cubicBezTo>
                <a:close/>
                <a:moveTo>
                  <a:pt x="16129004" y="3294139"/>
                </a:moveTo>
                <a:cubicBezTo>
                  <a:pt x="16140978" y="3294139"/>
                  <a:pt x="16146966" y="3306982"/>
                  <a:pt x="16146966" y="3326247"/>
                </a:cubicBezTo>
                <a:cubicBezTo>
                  <a:pt x="16134992" y="3326247"/>
                  <a:pt x="16129004" y="3313403"/>
                  <a:pt x="16129004" y="3294139"/>
                </a:cubicBezTo>
                <a:close/>
                <a:moveTo>
                  <a:pt x="13185628" y="3294139"/>
                </a:moveTo>
                <a:cubicBezTo>
                  <a:pt x="13197603" y="3294139"/>
                  <a:pt x="13203590" y="3306982"/>
                  <a:pt x="13203590" y="3326248"/>
                </a:cubicBezTo>
                <a:cubicBezTo>
                  <a:pt x="13191615" y="3326248"/>
                  <a:pt x="13185628" y="3313404"/>
                  <a:pt x="13185628" y="3294139"/>
                </a:cubicBezTo>
                <a:close/>
                <a:moveTo>
                  <a:pt x="14132588" y="3294136"/>
                </a:moveTo>
                <a:cubicBezTo>
                  <a:pt x="14132588" y="3318956"/>
                  <a:pt x="14132588" y="3349980"/>
                  <a:pt x="14114813" y="3349980"/>
                </a:cubicBezTo>
                <a:cubicBezTo>
                  <a:pt x="14114813" y="3325161"/>
                  <a:pt x="14109876" y="3294136"/>
                  <a:pt x="14132588" y="3294136"/>
                </a:cubicBezTo>
                <a:close/>
                <a:moveTo>
                  <a:pt x="13298330" y="3290807"/>
                </a:moveTo>
                <a:cubicBezTo>
                  <a:pt x="13298330" y="3321551"/>
                  <a:pt x="13280424" y="3321551"/>
                  <a:pt x="13261466" y="3321551"/>
                </a:cubicBezTo>
                <a:cubicBezTo>
                  <a:pt x="13261466" y="3284659"/>
                  <a:pt x="13286744" y="3290807"/>
                  <a:pt x="13298330" y="3290807"/>
                </a:cubicBezTo>
                <a:close/>
                <a:moveTo>
                  <a:pt x="15466530" y="3262042"/>
                </a:moveTo>
                <a:cubicBezTo>
                  <a:pt x="15466530" y="3281517"/>
                  <a:pt x="15472960" y="3294499"/>
                  <a:pt x="15485820" y="3294499"/>
                </a:cubicBezTo>
                <a:cubicBezTo>
                  <a:pt x="15485820" y="3275027"/>
                  <a:pt x="15479390" y="3262042"/>
                  <a:pt x="15466530" y="3262042"/>
                </a:cubicBezTo>
                <a:close/>
                <a:moveTo>
                  <a:pt x="13602725" y="3260959"/>
                </a:moveTo>
                <a:cubicBezTo>
                  <a:pt x="13614700" y="3260959"/>
                  <a:pt x="13620687" y="3273801"/>
                  <a:pt x="13620687" y="3293065"/>
                </a:cubicBezTo>
                <a:cubicBezTo>
                  <a:pt x="13608712" y="3293065"/>
                  <a:pt x="13602725" y="3280223"/>
                  <a:pt x="13602725" y="3260959"/>
                </a:cubicBezTo>
                <a:close/>
                <a:moveTo>
                  <a:pt x="13454796" y="3260959"/>
                </a:moveTo>
                <a:cubicBezTo>
                  <a:pt x="13454796" y="3280223"/>
                  <a:pt x="13448809" y="3293065"/>
                  <a:pt x="13436834" y="3293065"/>
                </a:cubicBezTo>
                <a:cubicBezTo>
                  <a:pt x="13436834" y="3273801"/>
                  <a:pt x="13442821" y="3260959"/>
                  <a:pt x="13454796" y="3260959"/>
                </a:cubicBezTo>
                <a:close/>
                <a:moveTo>
                  <a:pt x="16767872" y="3260958"/>
                </a:moveTo>
                <a:cubicBezTo>
                  <a:pt x="16767872" y="3280222"/>
                  <a:pt x="16761884" y="3293064"/>
                  <a:pt x="16749910" y="3293064"/>
                </a:cubicBezTo>
                <a:cubicBezTo>
                  <a:pt x="16749910" y="3273801"/>
                  <a:pt x="16755898" y="3260958"/>
                  <a:pt x="16767872" y="3260958"/>
                </a:cubicBezTo>
                <a:close/>
                <a:moveTo>
                  <a:pt x="13659603" y="3260958"/>
                </a:moveTo>
                <a:cubicBezTo>
                  <a:pt x="13671578" y="3260958"/>
                  <a:pt x="13677565" y="3273801"/>
                  <a:pt x="13677565" y="3293065"/>
                </a:cubicBezTo>
                <a:cubicBezTo>
                  <a:pt x="13665590" y="3293065"/>
                  <a:pt x="13659603" y="3280222"/>
                  <a:pt x="13659603" y="3260958"/>
                </a:cubicBezTo>
                <a:close/>
                <a:moveTo>
                  <a:pt x="15800996" y="3257333"/>
                </a:moveTo>
                <a:cubicBezTo>
                  <a:pt x="15813922" y="3258137"/>
                  <a:pt x="15828464" y="3264590"/>
                  <a:pt x="15838158" y="3267815"/>
                </a:cubicBezTo>
                <a:cubicBezTo>
                  <a:pt x="15876938" y="3280718"/>
                  <a:pt x="15922182" y="3287170"/>
                  <a:pt x="15959884" y="3293621"/>
                </a:cubicBezTo>
                <a:cubicBezTo>
                  <a:pt x="15966348" y="3345235"/>
                  <a:pt x="15972810" y="3415130"/>
                  <a:pt x="16011590" y="3428033"/>
                </a:cubicBezTo>
                <a:cubicBezTo>
                  <a:pt x="16069760" y="3447387"/>
                  <a:pt x="16127930" y="3453839"/>
                  <a:pt x="16191486" y="3473196"/>
                </a:cubicBezTo>
                <a:cubicBezTo>
                  <a:pt x="16243192" y="3486097"/>
                  <a:pt x="16301362" y="3511905"/>
                  <a:pt x="16359532" y="3518357"/>
                </a:cubicBezTo>
                <a:cubicBezTo>
                  <a:pt x="16377844" y="3518357"/>
                  <a:pt x="16397234" y="3518357"/>
                  <a:pt x="16416624" y="3531260"/>
                </a:cubicBezTo>
                <a:cubicBezTo>
                  <a:pt x="16436014" y="3544163"/>
                  <a:pt x="16429550" y="3575347"/>
                  <a:pt x="16429550" y="3601152"/>
                </a:cubicBezTo>
                <a:cubicBezTo>
                  <a:pt x="16217338" y="3550616"/>
                  <a:pt x="15998664" y="3492550"/>
                  <a:pt x="15779990" y="3434486"/>
                </a:cubicBezTo>
                <a:cubicBezTo>
                  <a:pt x="15792916" y="3389324"/>
                  <a:pt x="15799380" y="3338783"/>
                  <a:pt x="15805842" y="3293621"/>
                </a:cubicBezTo>
                <a:cubicBezTo>
                  <a:pt x="15792916" y="3287170"/>
                  <a:pt x="15779990" y="3287170"/>
                  <a:pt x="15773526" y="3280718"/>
                </a:cubicBezTo>
                <a:cubicBezTo>
                  <a:pt x="15776758" y="3261364"/>
                  <a:pt x="15788068" y="3256525"/>
                  <a:pt x="15800996" y="3257333"/>
                </a:cubicBezTo>
                <a:close/>
                <a:moveTo>
                  <a:pt x="18247671" y="3246739"/>
                </a:moveTo>
                <a:cubicBezTo>
                  <a:pt x="18273919" y="3246739"/>
                  <a:pt x="18300171" y="3246739"/>
                  <a:pt x="18326423" y="3253360"/>
                </a:cubicBezTo>
                <a:cubicBezTo>
                  <a:pt x="18346111" y="3266607"/>
                  <a:pt x="18339547" y="3299720"/>
                  <a:pt x="18339547" y="3326211"/>
                </a:cubicBezTo>
                <a:cubicBezTo>
                  <a:pt x="18300171" y="3326211"/>
                  <a:pt x="18273919" y="3279852"/>
                  <a:pt x="18247671" y="3246739"/>
                </a:cubicBezTo>
                <a:close/>
                <a:moveTo>
                  <a:pt x="12501896" y="3235127"/>
                </a:moveTo>
                <a:cubicBezTo>
                  <a:pt x="12501896" y="3254393"/>
                  <a:pt x="12514783" y="3260813"/>
                  <a:pt x="12527670" y="3260813"/>
                </a:cubicBezTo>
                <a:cubicBezTo>
                  <a:pt x="12527670" y="3241549"/>
                  <a:pt x="12514783" y="3235127"/>
                  <a:pt x="12501896" y="3235127"/>
                </a:cubicBezTo>
                <a:close/>
                <a:moveTo>
                  <a:pt x="20109359" y="3233928"/>
                </a:moveTo>
                <a:cubicBezTo>
                  <a:pt x="20109359" y="3264673"/>
                  <a:pt x="20084763" y="3258524"/>
                  <a:pt x="20072467" y="3258524"/>
                </a:cubicBezTo>
                <a:cubicBezTo>
                  <a:pt x="20072467" y="3227780"/>
                  <a:pt x="20097059" y="3233928"/>
                  <a:pt x="20109359" y="3233928"/>
                </a:cubicBezTo>
                <a:close/>
                <a:moveTo>
                  <a:pt x="12586468" y="3233522"/>
                </a:moveTo>
                <a:cubicBezTo>
                  <a:pt x="12579219" y="3231916"/>
                  <a:pt x="12569553" y="3235127"/>
                  <a:pt x="12559888" y="3235127"/>
                </a:cubicBezTo>
                <a:cubicBezTo>
                  <a:pt x="12559888" y="3267236"/>
                  <a:pt x="12585663" y="3260813"/>
                  <a:pt x="12598550" y="3260813"/>
                </a:cubicBezTo>
                <a:cubicBezTo>
                  <a:pt x="12598550" y="3241549"/>
                  <a:pt x="12593717" y="3235126"/>
                  <a:pt x="12586468" y="3233522"/>
                </a:cubicBezTo>
                <a:close/>
                <a:moveTo>
                  <a:pt x="18090191" y="3213562"/>
                </a:moveTo>
                <a:cubicBezTo>
                  <a:pt x="18071039" y="3226788"/>
                  <a:pt x="18051887" y="3240013"/>
                  <a:pt x="18039119" y="3259856"/>
                </a:cubicBezTo>
                <a:cubicBezTo>
                  <a:pt x="18045503" y="3220175"/>
                  <a:pt x="18045503" y="3220175"/>
                  <a:pt x="18090191" y="3213562"/>
                </a:cubicBezTo>
                <a:close/>
                <a:moveTo>
                  <a:pt x="15644776" y="3205553"/>
                </a:moveTo>
                <a:cubicBezTo>
                  <a:pt x="15649430" y="3206129"/>
                  <a:pt x="15654082" y="3208435"/>
                  <a:pt x="15658736" y="3213048"/>
                </a:cubicBezTo>
                <a:cubicBezTo>
                  <a:pt x="15640122" y="3219195"/>
                  <a:pt x="15621508" y="3231492"/>
                  <a:pt x="15602894" y="3231492"/>
                </a:cubicBezTo>
                <a:cubicBezTo>
                  <a:pt x="15616854" y="3217658"/>
                  <a:pt x="15630816" y="3203824"/>
                  <a:pt x="15644776" y="3205553"/>
                </a:cubicBezTo>
                <a:close/>
                <a:moveTo>
                  <a:pt x="12830147" y="3204081"/>
                </a:moveTo>
                <a:cubicBezTo>
                  <a:pt x="12843275" y="3204081"/>
                  <a:pt x="12843275" y="3216924"/>
                  <a:pt x="12843275" y="3236186"/>
                </a:cubicBezTo>
                <a:cubicBezTo>
                  <a:pt x="12830147" y="3236186"/>
                  <a:pt x="12830147" y="3223345"/>
                  <a:pt x="12830147" y="3204081"/>
                </a:cubicBezTo>
                <a:close/>
                <a:moveTo>
                  <a:pt x="15963116" y="3204080"/>
                </a:moveTo>
                <a:cubicBezTo>
                  <a:pt x="15975414" y="3204080"/>
                  <a:pt x="15987710" y="3204080"/>
                  <a:pt x="16000008" y="3204080"/>
                </a:cubicBezTo>
                <a:cubicBezTo>
                  <a:pt x="16000008" y="3210500"/>
                  <a:pt x="16000008" y="3223344"/>
                  <a:pt x="16000008" y="3236186"/>
                </a:cubicBezTo>
                <a:cubicBezTo>
                  <a:pt x="15987710" y="3236186"/>
                  <a:pt x="15975414" y="3236186"/>
                  <a:pt x="15963116" y="3236186"/>
                </a:cubicBezTo>
                <a:cubicBezTo>
                  <a:pt x="15963116" y="3223344"/>
                  <a:pt x="15963116" y="3210500"/>
                  <a:pt x="15963116" y="3204080"/>
                </a:cubicBezTo>
                <a:close/>
                <a:moveTo>
                  <a:pt x="12996038" y="3204080"/>
                </a:moveTo>
                <a:cubicBezTo>
                  <a:pt x="13008013" y="3204080"/>
                  <a:pt x="13014000" y="3216923"/>
                  <a:pt x="13014000" y="3236186"/>
                </a:cubicBezTo>
                <a:cubicBezTo>
                  <a:pt x="13002025" y="3236186"/>
                  <a:pt x="12996038" y="3223344"/>
                  <a:pt x="12996038" y="3204080"/>
                </a:cubicBezTo>
                <a:close/>
                <a:moveTo>
                  <a:pt x="12957122" y="3204080"/>
                </a:moveTo>
                <a:cubicBezTo>
                  <a:pt x="12957122" y="3223344"/>
                  <a:pt x="12951135" y="3236186"/>
                  <a:pt x="12939160" y="3236186"/>
                </a:cubicBezTo>
                <a:cubicBezTo>
                  <a:pt x="12939160" y="3216923"/>
                  <a:pt x="12945147" y="3204080"/>
                  <a:pt x="12957122" y="3204080"/>
                </a:cubicBezTo>
                <a:close/>
                <a:moveTo>
                  <a:pt x="16056886" y="3201217"/>
                </a:moveTo>
                <a:cubicBezTo>
                  <a:pt x="16056886" y="3240893"/>
                  <a:pt x="16032290" y="3234284"/>
                  <a:pt x="16019994" y="3234284"/>
                </a:cubicBezTo>
                <a:cubicBezTo>
                  <a:pt x="16019994" y="3194603"/>
                  <a:pt x="16038440" y="3201217"/>
                  <a:pt x="16056886" y="3201217"/>
                </a:cubicBezTo>
                <a:close/>
                <a:moveTo>
                  <a:pt x="17167239" y="3200567"/>
                </a:moveTo>
                <a:cubicBezTo>
                  <a:pt x="17167239" y="3219911"/>
                  <a:pt x="17167239" y="3239254"/>
                  <a:pt x="17167239" y="3258601"/>
                </a:cubicBezTo>
                <a:cubicBezTo>
                  <a:pt x="17173687" y="3258601"/>
                  <a:pt x="17186583" y="3258601"/>
                  <a:pt x="17191959" y="3258601"/>
                </a:cubicBezTo>
                <a:cubicBezTo>
                  <a:pt x="17211303" y="3258601"/>
                  <a:pt x="17224199" y="3258601"/>
                  <a:pt x="17243547" y="3258601"/>
                </a:cubicBezTo>
                <a:cubicBezTo>
                  <a:pt x="17301583" y="3284394"/>
                  <a:pt x="17353171" y="3303739"/>
                  <a:pt x="17411211" y="3303739"/>
                </a:cubicBezTo>
                <a:cubicBezTo>
                  <a:pt x="17385415" y="3258601"/>
                  <a:pt x="17346723" y="3258601"/>
                  <a:pt x="17308031" y="3245706"/>
                </a:cubicBezTo>
                <a:cubicBezTo>
                  <a:pt x="17262891" y="3239254"/>
                  <a:pt x="17211303" y="3226360"/>
                  <a:pt x="17167239" y="3200567"/>
                </a:cubicBezTo>
                <a:close/>
                <a:moveTo>
                  <a:pt x="12898229" y="3196698"/>
                </a:moveTo>
                <a:cubicBezTo>
                  <a:pt x="12909863" y="3198332"/>
                  <a:pt x="12919170" y="3206490"/>
                  <a:pt x="12919170" y="3232598"/>
                </a:cubicBezTo>
                <a:cubicBezTo>
                  <a:pt x="12900555" y="3232598"/>
                  <a:pt x="12863326" y="3245653"/>
                  <a:pt x="12863326" y="3199963"/>
                </a:cubicBezTo>
                <a:cubicBezTo>
                  <a:pt x="12872634" y="3199963"/>
                  <a:pt x="12886595" y="3195067"/>
                  <a:pt x="12898229" y="3196698"/>
                </a:cubicBezTo>
                <a:close/>
                <a:moveTo>
                  <a:pt x="18188291" y="3196697"/>
                </a:moveTo>
                <a:cubicBezTo>
                  <a:pt x="18200007" y="3195067"/>
                  <a:pt x="18213963" y="3199962"/>
                  <a:pt x="18222915" y="3199962"/>
                </a:cubicBezTo>
                <a:cubicBezTo>
                  <a:pt x="18222915" y="3245653"/>
                  <a:pt x="18186051" y="3232596"/>
                  <a:pt x="18167091" y="3232596"/>
                </a:cubicBezTo>
                <a:cubicBezTo>
                  <a:pt x="18167091" y="3206489"/>
                  <a:pt x="18176571" y="3198332"/>
                  <a:pt x="18188291" y="3196697"/>
                </a:cubicBezTo>
                <a:close/>
                <a:moveTo>
                  <a:pt x="11401461" y="3194061"/>
                </a:moveTo>
                <a:cubicBezTo>
                  <a:pt x="11385340" y="3194061"/>
                  <a:pt x="11365996" y="3202121"/>
                  <a:pt x="11353099" y="3202121"/>
                </a:cubicBezTo>
                <a:cubicBezTo>
                  <a:pt x="11353099" y="3260153"/>
                  <a:pt x="11411134" y="3234361"/>
                  <a:pt x="11430479" y="3234361"/>
                </a:cubicBezTo>
                <a:cubicBezTo>
                  <a:pt x="11430479" y="3202121"/>
                  <a:pt x="11417582" y="3194061"/>
                  <a:pt x="11401461" y="3194061"/>
                </a:cubicBezTo>
                <a:close/>
                <a:moveTo>
                  <a:pt x="15654530" y="3192852"/>
                </a:moveTo>
                <a:cubicBezTo>
                  <a:pt x="15657524" y="3192852"/>
                  <a:pt x="15660518" y="3195845"/>
                  <a:pt x="15663512" y="3201833"/>
                </a:cubicBezTo>
                <a:cubicBezTo>
                  <a:pt x="15657524" y="3207820"/>
                  <a:pt x="15651536" y="3207820"/>
                  <a:pt x="15645550" y="3201833"/>
                </a:cubicBezTo>
                <a:cubicBezTo>
                  <a:pt x="15648542" y="3195845"/>
                  <a:pt x="15651536" y="3192852"/>
                  <a:pt x="15654530" y="3192852"/>
                </a:cubicBezTo>
                <a:close/>
                <a:moveTo>
                  <a:pt x="12674799" y="3170912"/>
                </a:moveTo>
                <a:cubicBezTo>
                  <a:pt x="12674799" y="3190177"/>
                  <a:pt x="12674799" y="3209441"/>
                  <a:pt x="12674799" y="3235127"/>
                </a:cubicBezTo>
                <a:cubicBezTo>
                  <a:pt x="12681243" y="3235127"/>
                  <a:pt x="12694130" y="3235127"/>
                  <a:pt x="12700574" y="3235127"/>
                </a:cubicBezTo>
                <a:cubicBezTo>
                  <a:pt x="12719904" y="3235127"/>
                  <a:pt x="12745679" y="3228706"/>
                  <a:pt x="12765010" y="3235127"/>
                </a:cubicBezTo>
                <a:cubicBezTo>
                  <a:pt x="12771453" y="3235127"/>
                  <a:pt x="12797228" y="3241549"/>
                  <a:pt x="12803672" y="3254393"/>
                </a:cubicBezTo>
                <a:cubicBezTo>
                  <a:pt x="12810115" y="3267236"/>
                  <a:pt x="12726348" y="3280078"/>
                  <a:pt x="12719904" y="3280078"/>
                </a:cubicBezTo>
                <a:cubicBezTo>
                  <a:pt x="12681243" y="3280078"/>
                  <a:pt x="12643655" y="3286500"/>
                  <a:pt x="12604994" y="3286500"/>
                </a:cubicBezTo>
                <a:cubicBezTo>
                  <a:pt x="12514783" y="3299343"/>
                  <a:pt x="12425646" y="3312186"/>
                  <a:pt x="12335436" y="3325029"/>
                </a:cubicBezTo>
                <a:cubicBezTo>
                  <a:pt x="12303218" y="3331450"/>
                  <a:pt x="12271000" y="3337872"/>
                  <a:pt x="12239856" y="3337872"/>
                </a:cubicBezTo>
                <a:cubicBezTo>
                  <a:pt x="12220525" y="3337872"/>
                  <a:pt x="12194750" y="3331450"/>
                  <a:pt x="12175419" y="3350714"/>
                </a:cubicBezTo>
                <a:cubicBezTo>
                  <a:pt x="12149645" y="3368897"/>
                  <a:pt x="12175419" y="3388176"/>
                  <a:pt x="12188307" y="3388176"/>
                </a:cubicBezTo>
                <a:cubicBezTo>
                  <a:pt x="12207637" y="3388176"/>
                  <a:pt x="12220525" y="3382825"/>
                  <a:pt x="12239856" y="3375345"/>
                </a:cubicBezTo>
                <a:cubicBezTo>
                  <a:pt x="12258112" y="3375345"/>
                  <a:pt x="12290330" y="3363555"/>
                  <a:pt x="12309661" y="3382825"/>
                </a:cubicBezTo>
                <a:cubicBezTo>
                  <a:pt x="12335436" y="3407441"/>
                  <a:pt x="12290330" y="3420283"/>
                  <a:pt x="12283887" y="3426704"/>
                </a:cubicBezTo>
                <a:cubicBezTo>
                  <a:pt x="12194750" y="3445969"/>
                  <a:pt x="12110983" y="3452390"/>
                  <a:pt x="12028290" y="3471657"/>
                </a:cubicBezTo>
                <a:cubicBezTo>
                  <a:pt x="11847869" y="3503763"/>
                  <a:pt x="11668522" y="3535871"/>
                  <a:pt x="11489175" y="3567978"/>
                </a:cubicBezTo>
                <a:cubicBezTo>
                  <a:pt x="11489175" y="3516607"/>
                  <a:pt x="11527836" y="3548716"/>
                  <a:pt x="11540724" y="3529449"/>
                </a:cubicBezTo>
                <a:cubicBezTo>
                  <a:pt x="11560055" y="3510185"/>
                  <a:pt x="11476288" y="3484498"/>
                  <a:pt x="11469844" y="3478076"/>
                </a:cubicBezTo>
                <a:cubicBezTo>
                  <a:pt x="11476288" y="3458813"/>
                  <a:pt x="11482731" y="3439547"/>
                  <a:pt x="11489175" y="3413862"/>
                </a:cubicBezTo>
                <a:cubicBezTo>
                  <a:pt x="11502062" y="3413862"/>
                  <a:pt x="11514949" y="3407441"/>
                  <a:pt x="11527836" y="3407441"/>
                </a:cubicBezTo>
                <a:cubicBezTo>
                  <a:pt x="11560055" y="3401019"/>
                  <a:pt x="11592273" y="3401019"/>
                  <a:pt x="11618047" y="3401019"/>
                </a:cubicBezTo>
                <a:cubicBezTo>
                  <a:pt x="11629860" y="3445969"/>
                  <a:pt x="11605160" y="3465234"/>
                  <a:pt x="11585829" y="3490920"/>
                </a:cubicBezTo>
                <a:cubicBezTo>
                  <a:pt x="11637378" y="3478076"/>
                  <a:pt x="11694296" y="3471657"/>
                  <a:pt x="11745845" y="3452390"/>
                </a:cubicBezTo>
                <a:cubicBezTo>
                  <a:pt x="11758733" y="3445969"/>
                  <a:pt x="11778063" y="3433123"/>
                  <a:pt x="11790951" y="3465234"/>
                </a:cubicBezTo>
                <a:cubicBezTo>
                  <a:pt x="11810281" y="3452390"/>
                  <a:pt x="11834982" y="3445969"/>
                  <a:pt x="11854313" y="3445969"/>
                </a:cubicBezTo>
                <a:cubicBezTo>
                  <a:pt x="11847869" y="3407441"/>
                  <a:pt x="11823169" y="3394597"/>
                  <a:pt x="11810281" y="3368897"/>
                </a:cubicBezTo>
                <a:cubicBezTo>
                  <a:pt x="11867200" y="3318608"/>
                  <a:pt x="11944523" y="3318608"/>
                  <a:pt x="12008959" y="3305765"/>
                </a:cubicBezTo>
                <a:cubicBezTo>
                  <a:pt x="12085209" y="3292921"/>
                  <a:pt x="12156089" y="3273657"/>
                  <a:pt x="12233412" y="3260813"/>
                </a:cubicBezTo>
                <a:cubicBezTo>
                  <a:pt x="12380541" y="3228706"/>
                  <a:pt x="12527670" y="3196597"/>
                  <a:pt x="12674799" y="3170912"/>
                </a:cubicBezTo>
                <a:close/>
                <a:moveTo>
                  <a:pt x="14980989" y="3170904"/>
                </a:moveTo>
                <a:cubicBezTo>
                  <a:pt x="14980989" y="3190170"/>
                  <a:pt x="14975002" y="3203012"/>
                  <a:pt x="14963027" y="3203012"/>
                </a:cubicBezTo>
                <a:cubicBezTo>
                  <a:pt x="14963027" y="3178395"/>
                  <a:pt x="14969014" y="3170904"/>
                  <a:pt x="14980989" y="3170904"/>
                </a:cubicBezTo>
                <a:close/>
                <a:moveTo>
                  <a:pt x="12810191" y="3170904"/>
                </a:moveTo>
                <a:cubicBezTo>
                  <a:pt x="12810191" y="3190171"/>
                  <a:pt x="12804204" y="3203013"/>
                  <a:pt x="12792229" y="3203013"/>
                </a:cubicBezTo>
                <a:cubicBezTo>
                  <a:pt x="12792229" y="3178396"/>
                  <a:pt x="12798216" y="3170904"/>
                  <a:pt x="12810191" y="3170904"/>
                </a:cubicBezTo>
                <a:close/>
                <a:moveTo>
                  <a:pt x="20014595" y="3170903"/>
                </a:moveTo>
                <a:cubicBezTo>
                  <a:pt x="20014595" y="3190169"/>
                  <a:pt x="20008607" y="3203011"/>
                  <a:pt x="19996631" y="3203011"/>
                </a:cubicBezTo>
                <a:cubicBezTo>
                  <a:pt x="19996631" y="3178395"/>
                  <a:pt x="20002619" y="3170903"/>
                  <a:pt x="20014595" y="3170903"/>
                </a:cubicBezTo>
                <a:close/>
                <a:moveTo>
                  <a:pt x="15943158" y="3170903"/>
                </a:moveTo>
                <a:cubicBezTo>
                  <a:pt x="15943158" y="3190169"/>
                  <a:pt x="15937170" y="3203012"/>
                  <a:pt x="15925194" y="3203012"/>
                </a:cubicBezTo>
                <a:cubicBezTo>
                  <a:pt x="15925194" y="3178395"/>
                  <a:pt x="15931182" y="3170903"/>
                  <a:pt x="15943158" y="3170903"/>
                </a:cubicBezTo>
                <a:close/>
                <a:moveTo>
                  <a:pt x="19185111" y="3167569"/>
                </a:moveTo>
                <a:cubicBezTo>
                  <a:pt x="19185111" y="3198313"/>
                  <a:pt x="19160515" y="3198313"/>
                  <a:pt x="19148219" y="3198313"/>
                </a:cubicBezTo>
                <a:cubicBezTo>
                  <a:pt x="19148219" y="3161420"/>
                  <a:pt x="19166663" y="3167569"/>
                  <a:pt x="19185111" y="3167569"/>
                </a:cubicBezTo>
                <a:close/>
                <a:moveTo>
                  <a:pt x="11504367" y="3167062"/>
                </a:moveTo>
                <a:cubicBezTo>
                  <a:pt x="11492276" y="3165318"/>
                  <a:pt x="11477767" y="3169883"/>
                  <a:pt x="11468095" y="3169883"/>
                </a:cubicBezTo>
                <a:cubicBezTo>
                  <a:pt x="11468095" y="3215019"/>
                  <a:pt x="11506785" y="3202121"/>
                  <a:pt x="11526130" y="3202121"/>
                </a:cubicBezTo>
                <a:cubicBezTo>
                  <a:pt x="11526130" y="3176868"/>
                  <a:pt x="11516457" y="3168808"/>
                  <a:pt x="11504367" y="3167062"/>
                </a:cubicBezTo>
                <a:close/>
                <a:moveTo>
                  <a:pt x="13156298" y="3161176"/>
                </a:moveTo>
                <a:cubicBezTo>
                  <a:pt x="13173682" y="3161042"/>
                  <a:pt x="13193550" y="3168815"/>
                  <a:pt x="13203484" y="3168815"/>
                </a:cubicBezTo>
                <a:cubicBezTo>
                  <a:pt x="13203484" y="3226706"/>
                  <a:pt x="13150503" y="3200975"/>
                  <a:pt x="13124012" y="3200975"/>
                </a:cubicBezTo>
                <a:cubicBezTo>
                  <a:pt x="13124012" y="3169351"/>
                  <a:pt x="13138913" y="3161310"/>
                  <a:pt x="13156298" y="3161176"/>
                </a:cubicBezTo>
                <a:close/>
                <a:moveTo>
                  <a:pt x="14881790" y="3159429"/>
                </a:moveTo>
                <a:cubicBezTo>
                  <a:pt x="14897519" y="3161781"/>
                  <a:pt x="14914075" y="3169798"/>
                  <a:pt x="14924008" y="3169798"/>
                </a:cubicBezTo>
                <a:cubicBezTo>
                  <a:pt x="14924008" y="3177539"/>
                  <a:pt x="14924008" y="3189706"/>
                  <a:pt x="14924008" y="3202976"/>
                </a:cubicBezTo>
                <a:cubicBezTo>
                  <a:pt x="14897519" y="3196340"/>
                  <a:pt x="14871029" y="3189706"/>
                  <a:pt x="14844539" y="3183070"/>
                </a:cubicBezTo>
                <a:cubicBezTo>
                  <a:pt x="14851161" y="3160397"/>
                  <a:pt x="14866062" y="3157079"/>
                  <a:pt x="14881790" y="3159429"/>
                </a:cubicBezTo>
                <a:close/>
                <a:moveTo>
                  <a:pt x="17943299" y="3139596"/>
                </a:moveTo>
                <a:cubicBezTo>
                  <a:pt x="17943299" y="3179277"/>
                  <a:pt x="17918703" y="3171561"/>
                  <a:pt x="17906407" y="3171561"/>
                </a:cubicBezTo>
                <a:cubicBezTo>
                  <a:pt x="17906407" y="3132983"/>
                  <a:pt x="17924851" y="3139596"/>
                  <a:pt x="17943299" y="3139596"/>
                </a:cubicBezTo>
                <a:close/>
                <a:moveTo>
                  <a:pt x="19673719" y="3139159"/>
                </a:moveTo>
                <a:cubicBezTo>
                  <a:pt x="19687495" y="3135351"/>
                  <a:pt x="19701715" y="3150585"/>
                  <a:pt x="19715935" y="3150585"/>
                </a:cubicBezTo>
                <a:cubicBezTo>
                  <a:pt x="19715935" y="3157356"/>
                  <a:pt x="19709615" y="3163005"/>
                  <a:pt x="19709615" y="3169770"/>
                </a:cubicBezTo>
                <a:cubicBezTo>
                  <a:pt x="19690655" y="3163005"/>
                  <a:pt x="19678015" y="3157356"/>
                  <a:pt x="19660111" y="3150585"/>
                </a:cubicBezTo>
                <a:cubicBezTo>
                  <a:pt x="19664587" y="3143814"/>
                  <a:pt x="19669127" y="3140427"/>
                  <a:pt x="19673719" y="3139159"/>
                </a:cubicBezTo>
                <a:close/>
                <a:moveTo>
                  <a:pt x="11616407" y="3138718"/>
                </a:moveTo>
                <a:cubicBezTo>
                  <a:pt x="11616407" y="3177405"/>
                  <a:pt x="11641126" y="3169883"/>
                  <a:pt x="11654023" y="3169883"/>
                </a:cubicBezTo>
                <a:cubicBezTo>
                  <a:pt x="11654023" y="3132271"/>
                  <a:pt x="11635752" y="3138718"/>
                  <a:pt x="11616407" y="3138718"/>
                </a:cubicBezTo>
                <a:close/>
                <a:moveTo>
                  <a:pt x="11314409" y="3138718"/>
                </a:moveTo>
                <a:cubicBezTo>
                  <a:pt x="11243477" y="3151613"/>
                  <a:pt x="11167171" y="3169883"/>
                  <a:pt x="11089791" y="3182777"/>
                </a:cubicBezTo>
                <a:cubicBezTo>
                  <a:pt x="11076894" y="3189223"/>
                  <a:pt x="11057549" y="3189223"/>
                  <a:pt x="11044652" y="3195674"/>
                </a:cubicBezTo>
                <a:cubicBezTo>
                  <a:pt x="11025307" y="3202121"/>
                  <a:pt x="11019934" y="3221465"/>
                  <a:pt x="11007037" y="3234361"/>
                </a:cubicBezTo>
                <a:cubicBezTo>
                  <a:pt x="10981243" y="3247260"/>
                  <a:pt x="10949002" y="3247260"/>
                  <a:pt x="10916760" y="3253706"/>
                </a:cubicBezTo>
                <a:cubicBezTo>
                  <a:pt x="10845828" y="3273049"/>
                  <a:pt x="10775970" y="3305285"/>
                  <a:pt x="10705038" y="3337527"/>
                </a:cubicBezTo>
                <a:cubicBezTo>
                  <a:pt x="10666348" y="3350421"/>
                  <a:pt x="10634106" y="3375162"/>
                  <a:pt x="10601865" y="3382670"/>
                </a:cubicBezTo>
                <a:cubicBezTo>
                  <a:pt x="10583594" y="3382670"/>
                  <a:pt x="10564249" y="3382670"/>
                  <a:pt x="10564249" y="3413830"/>
                </a:cubicBezTo>
                <a:cubicBezTo>
                  <a:pt x="10634106" y="3375162"/>
                  <a:pt x="10711487" y="3363310"/>
                  <a:pt x="10788867" y="3350421"/>
                </a:cubicBezTo>
                <a:cubicBezTo>
                  <a:pt x="10788867" y="3382670"/>
                  <a:pt x="10756625" y="3394488"/>
                  <a:pt x="10743729" y="3407382"/>
                </a:cubicBezTo>
                <a:cubicBezTo>
                  <a:pt x="10717935" y="3433170"/>
                  <a:pt x="10705038" y="3446069"/>
                  <a:pt x="10679245" y="3452516"/>
                </a:cubicBezTo>
                <a:cubicBezTo>
                  <a:pt x="10653451" y="3458965"/>
                  <a:pt x="10621210" y="3471864"/>
                  <a:pt x="10596491" y="3478308"/>
                </a:cubicBezTo>
                <a:cubicBezTo>
                  <a:pt x="10583594" y="3478308"/>
                  <a:pt x="10557801" y="3484756"/>
                  <a:pt x="10551352" y="3510547"/>
                </a:cubicBezTo>
                <a:cubicBezTo>
                  <a:pt x="10532007" y="3510547"/>
                  <a:pt x="10507289" y="3510547"/>
                  <a:pt x="10487943" y="3510547"/>
                </a:cubicBezTo>
                <a:cubicBezTo>
                  <a:pt x="10487943" y="3555685"/>
                  <a:pt x="10583594" y="3516994"/>
                  <a:pt x="10601865" y="3510547"/>
                </a:cubicBezTo>
                <a:cubicBezTo>
                  <a:pt x="10634106" y="3497652"/>
                  <a:pt x="10666348" y="3484756"/>
                  <a:pt x="10705038" y="3478308"/>
                </a:cubicBezTo>
                <a:cubicBezTo>
                  <a:pt x="10724383" y="3478308"/>
                  <a:pt x="10743729" y="3465411"/>
                  <a:pt x="10763074" y="3478308"/>
                </a:cubicBezTo>
                <a:cubicBezTo>
                  <a:pt x="10775970" y="3491204"/>
                  <a:pt x="10788867" y="3510547"/>
                  <a:pt x="10807138" y="3510547"/>
                </a:cubicBezTo>
                <a:cubicBezTo>
                  <a:pt x="10807138" y="3484756"/>
                  <a:pt x="10807138" y="3465411"/>
                  <a:pt x="10807138" y="3446069"/>
                </a:cubicBezTo>
                <a:cubicBezTo>
                  <a:pt x="10845828" y="3452516"/>
                  <a:pt x="10884518" y="3465411"/>
                  <a:pt x="10916760" y="3478308"/>
                </a:cubicBezTo>
                <a:cubicBezTo>
                  <a:pt x="10916760" y="3446069"/>
                  <a:pt x="10897415" y="3446069"/>
                  <a:pt x="10884518" y="3446069"/>
                </a:cubicBezTo>
                <a:cubicBezTo>
                  <a:pt x="10884518" y="3419477"/>
                  <a:pt x="10899933" y="3411924"/>
                  <a:pt x="10920167" y="3413206"/>
                </a:cubicBezTo>
                <a:lnTo>
                  <a:pt x="10936750" y="3416184"/>
                </a:lnTo>
                <a:lnTo>
                  <a:pt x="10935748" y="3412066"/>
                </a:lnTo>
                <a:lnTo>
                  <a:pt x="10938954" y="3402320"/>
                </a:lnTo>
                <a:lnTo>
                  <a:pt x="10936105" y="3400935"/>
                </a:lnTo>
                <a:lnTo>
                  <a:pt x="10939921" y="3399383"/>
                </a:lnTo>
                <a:lnTo>
                  <a:pt x="10940238" y="3398418"/>
                </a:lnTo>
                <a:lnTo>
                  <a:pt x="10940672" y="3399077"/>
                </a:lnTo>
                <a:lnTo>
                  <a:pt x="11066550" y="3347869"/>
                </a:lnTo>
                <a:cubicBezTo>
                  <a:pt x="11109136" y="3331078"/>
                  <a:pt x="11151051" y="3314961"/>
                  <a:pt x="11192965" y="3298846"/>
                </a:cubicBezTo>
                <a:cubicBezTo>
                  <a:pt x="11217683" y="3285943"/>
                  <a:pt x="11249925" y="3292393"/>
                  <a:pt x="11269270" y="3266602"/>
                </a:cubicBezTo>
                <a:cubicBezTo>
                  <a:pt x="11301512" y="3240801"/>
                  <a:pt x="11301512" y="3182777"/>
                  <a:pt x="11314409" y="3138718"/>
                </a:cubicBezTo>
                <a:close/>
                <a:moveTo>
                  <a:pt x="15828898" y="3138563"/>
                </a:moveTo>
                <a:cubicBezTo>
                  <a:pt x="15837512" y="3139503"/>
                  <a:pt x="15845716" y="3143193"/>
                  <a:pt x="15852278" y="3149757"/>
                </a:cubicBezTo>
                <a:cubicBezTo>
                  <a:pt x="15858840" y="3161787"/>
                  <a:pt x="15871966" y="3188039"/>
                  <a:pt x="15852278" y="3194601"/>
                </a:cubicBezTo>
                <a:cubicBezTo>
                  <a:pt x="15826028" y="3207727"/>
                  <a:pt x="15799776" y="3201164"/>
                  <a:pt x="15773526" y="3201164"/>
                </a:cubicBezTo>
                <a:cubicBezTo>
                  <a:pt x="15773526" y="3157686"/>
                  <a:pt x="15803058" y="3135742"/>
                  <a:pt x="15828898" y="3138563"/>
                </a:cubicBezTo>
                <a:close/>
                <a:moveTo>
                  <a:pt x="14038779" y="3137724"/>
                </a:moveTo>
                <a:cubicBezTo>
                  <a:pt x="14050754" y="3137724"/>
                  <a:pt x="14056741" y="3144359"/>
                  <a:pt x="14056741" y="3169794"/>
                </a:cubicBezTo>
                <a:cubicBezTo>
                  <a:pt x="14044766" y="3169794"/>
                  <a:pt x="14038779" y="3163162"/>
                  <a:pt x="14038779" y="3137724"/>
                </a:cubicBezTo>
                <a:close/>
                <a:moveTo>
                  <a:pt x="13393180" y="3137724"/>
                </a:moveTo>
                <a:cubicBezTo>
                  <a:pt x="13393180" y="3163162"/>
                  <a:pt x="13387193" y="3169794"/>
                  <a:pt x="13375218" y="3169794"/>
                </a:cubicBezTo>
                <a:cubicBezTo>
                  <a:pt x="13375218" y="3144359"/>
                  <a:pt x="13381205" y="3137724"/>
                  <a:pt x="13393180" y="3137724"/>
                </a:cubicBezTo>
                <a:close/>
                <a:moveTo>
                  <a:pt x="14754483" y="3137724"/>
                </a:moveTo>
                <a:cubicBezTo>
                  <a:pt x="14786267" y="3144360"/>
                  <a:pt x="14811695" y="3150995"/>
                  <a:pt x="14843480" y="3150995"/>
                </a:cubicBezTo>
                <a:cubicBezTo>
                  <a:pt x="14830766" y="3183068"/>
                  <a:pt x="14754483" y="3202975"/>
                  <a:pt x="14754483" y="3137724"/>
                </a:cubicBezTo>
                <a:close/>
                <a:moveTo>
                  <a:pt x="20128347" y="3137724"/>
                </a:moveTo>
                <a:cubicBezTo>
                  <a:pt x="20128347" y="3163162"/>
                  <a:pt x="20122359" y="3169793"/>
                  <a:pt x="20110383" y="3169793"/>
                </a:cubicBezTo>
                <a:cubicBezTo>
                  <a:pt x="20110383" y="3144359"/>
                  <a:pt x="20116371" y="3137724"/>
                  <a:pt x="20128347" y="3137724"/>
                </a:cubicBezTo>
                <a:close/>
                <a:moveTo>
                  <a:pt x="19848703" y="3137724"/>
                </a:moveTo>
                <a:cubicBezTo>
                  <a:pt x="19848703" y="3163162"/>
                  <a:pt x="19842715" y="3169793"/>
                  <a:pt x="19830739" y="3169793"/>
                </a:cubicBezTo>
                <a:cubicBezTo>
                  <a:pt x="19830739" y="3144359"/>
                  <a:pt x="19836727" y="3137724"/>
                  <a:pt x="19848703" y="3137724"/>
                </a:cubicBezTo>
                <a:close/>
                <a:moveTo>
                  <a:pt x="19615151" y="3127169"/>
                </a:moveTo>
                <a:lnTo>
                  <a:pt x="19614559" y="3129476"/>
                </a:lnTo>
                <a:cubicBezTo>
                  <a:pt x="19613531" y="3133467"/>
                  <a:pt x="19612711" y="3136659"/>
                  <a:pt x="19612711" y="3136659"/>
                </a:cubicBezTo>
                <a:close/>
                <a:moveTo>
                  <a:pt x="19617111" y="3119540"/>
                </a:moveTo>
                <a:lnTo>
                  <a:pt x="19615151" y="3127169"/>
                </a:lnTo>
                <a:lnTo>
                  <a:pt x="19616479" y="3121992"/>
                </a:lnTo>
                <a:close/>
                <a:moveTo>
                  <a:pt x="18432519" y="3118767"/>
                </a:moveTo>
                <a:cubicBezTo>
                  <a:pt x="18484295" y="3118767"/>
                  <a:pt x="18536075" y="3125330"/>
                  <a:pt x="18587851" y="3151581"/>
                </a:cubicBezTo>
                <a:cubicBezTo>
                  <a:pt x="18568435" y="3163612"/>
                  <a:pt x="18549019" y="3183300"/>
                  <a:pt x="18529603" y="3202988"/>
                </a:cubicBezTo>
                <a:cubicBezTo>
                  <a:pt x="18510183" y="3151581"/>
                  <a:pt x="18464879" y="3138456"/>
                  <a:pt x="18432519" y="3118767"/>
                </a:cubicBezTo>
                <a:close/>
                <a:moveTo>
                  <a:pt x="16711994" y="3118764"/>
                </a:moveTo>
                <a:cubicBezTo>
                  <a:pt x="16764132" y="3125084"/>
                  <a:pt x="16815183" y="3131405"/>
                  <a:pt x="16867319" y="3137724"/>
                </a:cubicBezTo>
                <a:cubicBezTo>
                  <a:pt x="16834735" y="3231466"/>
                  <a:pt x="16757614" y="3144043"/>
                  <a:pt x="16711994" y="3118764"/>
                </a:cubicBezTo>
                <a:close/>
                <a:moveTo>
                  <a:pt x="19618251" y="3115111"/>
                </a:moveTo>
                <a:lnTo>
                  <a:pt x="19617111" y="3119540"/>
                </a:lnTo>
                <a:lnTo>
                  <a:pt x="19617635" y="3117506"/>
                </a:lnTo>
                <a:cubicBezTo>
                  <a:pt x="19618455" y="3114314"/>
                  <a:pt x="19618863" y="3112718"/>
                  <a:pt x="19618251" y="3115111"/>
                </a:cubicBezTo>
                <a:close/>
                <a:moveTo>
                  <a:pt x="19635127" y="3114978"/>
                </a:moveTo>
                <a:cubicBezTo>
                  <a:pt x="19642047" y="3114175"/>
                  <a:pt x="19651267" y="3117386"/>
                  <a:pt x="19654343" y="3117386"/>
                </a:cubicBezTo>
                <a:cubicBezTo>
                  <a:pt x="19648195" y="3130230"/>
                  <a:pt x="19642047" y="3136652"/>
                  <a:pt x="19629747" y="3136652"/>
                </a:cubicBezTo>
                <a:cubicBezTo>
                  <a:pt x="19623599" y="3120597"/>
                  <a:pt x="19628211" y="3115781"/>
                  <a:pt x="19635127" y="3114978"/>
                </a:cubicBezTo>
                <a:close/>
                <a:moveTo>
                  <a:pt x="11994711" y="3106481"/>
                </a:moveTo>
                <a:cubicBezTo>
                  <a:pt x="11994711" y="3132271"/>
                  <a:pt x="11994711" y="3169883"/>
                  <a:pt x="12014056" y="3169883"/>
                </a:cubicBezTo>
                <a:cubicBezTo>
                  <a:pt x="12014056" y="3145166"/>
                  <a:pt x="12014056" y="3106481"/>
                  <a:pt x="11994711" y="3106481"/>
                </a:cubicBezTo>
                <a:close/>
                <a:moveTo>
                  <a:pt x="19967091" y="3106419"/>
                </a:moveTo>
                <a:cubicBezTo>
                  <a:pt x="19967091" y="3146099"/>
                  <a:pt x="19940635" y="3139486"/>
                  <a:pt x="19920795" y="3139486"/>
                </a:cubicBezTo>
                <a:cubicBezTo>
                  <a:pt x="19920795" y="3099805"/>
                  <a:pt x="19947251" y="3106419"/>
                  <a:pt x="19967091" y="3106419"/>
                </a:cubicBezTo>
                <a:close/>
                <a:moveTo>
                  <a:pt x="19338523" y="3105569"/>
                </a:moveTo>
                <a:cubicBezTo>
                  <a:pt x="19338523" y="3124908"/>
                  <a:pt x="19344975" y="3137801"/>
                  <a:pt x="19357879" y="3137801"/>
                </a:cubicBezTo>
                <a:cubicBezTo>
                  <a:pt x="19357879" y="3118462"/>
                  <a:pt x="19351427" y="3105569"/>
                  <a:pt x="19338523" y="3105569"/>
                </a:cubicBezTo>
                <a:close/>
                <a:moveTo>
                  <a:pt x="12958120" y="3104543"/>
                </a:moveTo>
                <a:cubicBezTo>
                  <a:pt x="12970095" y="3104543"/>
                  <a:pt x="12976082" y="3117387"/>
                  <a:pt x="12976082" y="3136652"/>
                </a:cubicBezTo>
                <a:cubicBezTo>
                  <a:pt x="12964107" y="3136652"/>
                  <a:pt x="12958120" y="3130231"/>
                  <a:pt x="12958120" y="3104543"/>
                </a:cubicBezTo>
                <a:close/>
                <a:moveTo>
                  <a:pt x="18039119" y="3104542"/>
                </a:moveTo>
                <a:cubicBezTo>
                  <a:pt x="18052243" y="3104542"/>
                  <a:pt x="18052243" y="3117386"/>
                  <a:pt x="18052243" y="3136652"/>
                </a:cubicBezTo>
                <a:cubicBezTo>
                  <a:pt x="18039119" y="3136652"/>
                  <a:pt x="18039119" y="3123809"/>
                  <a:pt x="18039119" y="3104542"/>
                </a:cubicBezTo>
                <a:close/>
                <a:moveTo>
                  <a:pt x="13849192" y="3104542"/>
                </a:moveTo>
                <a:cubicBezTo>
                  <a:pt x="13862317" y="3104542"/>
                  <a:pt x="13862317" y="3117387"/>
                  <a:pt x="13862317" y="3136652"/>
                </a:cubicBezTo>
                <a:cubicBezTo>
                  <a:pt x="13849192" y="3136652"/>
                  <a:pt x="13849192" y="3123809"/>
                  <a:pt x="13849192" y="3104542"/>
                </a:cubicBezTo>
                <a:close/>
                <a:moveTo>
                  <a:pt x="13203590" y="3104542"/>
                </a:moveTo>
                <a:cubicBezTo>
                  <a:pt x="13203590" y="3130230"/>
                  <a:pt x="13197603" y="3136652"/>
                  <a:pt x="13185628" y="3136652"/>
                </a:cubicBezTo>
                <a:cubicBezTo>
                  <a:pt x="13185628" y="3117387"/>
                  <a:pt x="13191615" y="3104542"/>
                  <a:pt x="13203590" y="3104542"/>
                </a:cubicBezTo>
                <a:close/>
                <a:moveTo>
                  <a:pt x="13124012" y="3104542"/>
                </a:moveTo>
                <a:cubicBezTo>
                  <a:pt x="13143853" y="3104542"/>
                  <a:pt x="13157080" y="3104542"/>
                  <a:pt x="13170307" y="3104542"/>
                </a:cubicBezTo>
                <a:cubicBezTo>
                  <a:pt x="13170307" y="3117387"/>
                  <a:pt x="13170307" y="3130231"/>
                  <a:pt x="13170307" y="3136652"/>
                </a:cubicBezTo>
                <a:cubicBezTo>
                  <a:pt x="13157080" y="3136652"/>
                  <a:pt x="13143853" y="3136652"/>
                  <a:pt x="13124012" y="3136652"/>
                </a:cubicBezTo>
                <a:cubicBezTo>
                  <a:pt x="13124012" y="3130231"/>
                  <a:pt x="13124012" y="3117387"/>
                  <a:pt x="13124012" y="3104542"/>
                </a:cubicBezTo>
                <a:close/>
                <a:moveTo>
                  <a:pt x="20431687" y="3104541"/>
                </a:moveTo>
                <a:cubicBezTo>
                  <a:pt x="20431687" y="3123808"/>
                  <a:pt x="20425699" y="3136650"/>
                  <a:pt x="20413727" y="3136650"/>
                </a:cubicBezTo>
                <a:cubicBezTo>
                  <a:pt x="20413727" y="3117386"/>
                  <a:pt x="20419711" y="3104541"/>
                  <a:pt x="20431687" y="3104541"/>
                </a:cubicBezTo>
                <a:close/>
                <a:moveTo>
                  <a:pt x="20090427" y="3104541"/>
                </a:moveTo>
                <a:cubicBezTo>
                  <a:pt x="20090427" y="3123808"/>
                  <a:pt x="20084439" y="3136652"/>
                  <a:pt x="20072467" y="3136652"/>
                </a:cubicBezTo>
                <a:cubicBezTo>
                  <a:pt x="20072467" y="3117386"/>
                  <a:pt x="20079451" y="3104541"/>
                  <a:pt x="20090427" y="3104541"/>
                </a:cubicBezTo>
                <a:close/>
                <a:moveTo>
                  <a:pt x="19810783" y="3104541"/>
                </a:moveTo>
                <a:cubicBezTo>
                  <a:pt x="19810783" y="3123809"/>
                  <a:pt x="19804795" y="3136652"/>
                  <a:pt x="19792823" y="3136652"/>
                </a:cubicBezTo>
                <a:cubicBezTo>
                  <a:pt x="19792823" y="3117386"/>
                  <a:pt x="19798811" y="3104541"/>
                  <a:pt x="19810783" y="3104541"/>
                </a:cubicBezTo>
                <a:close/>
                <a:moveTo>
                  <a:pt x="17749991" y="3085585"/>
                </a:moveTo>
                <a:cubicBezTo>
                  <a:pt x="17787911" y="3098710"/>
                  <a:pt x="17824775" y="3105269"/>
                  <a:pt x="17862695" y="3118398"/>
                </a:cubicBezTo>
                <a:cubicBezTo>
                  <a:pt x="17831095" y="3131523"/>
                  <a:pt x="17800551" y="3151211"/>
                  <a:pt x="17768951" y="3169805"/>
                </a:cubicBezTo>
                <a:cubicBezTo>
                  <a:pt x="17775271" y="3151211"/>
                  <a:pt x="17775271" y="3138086"/>
                  <a:pt x="17781591" y="3131523"/>
                </a:cubicBezTo>
                <a:cubicBezTo>
                  <a:pt x="17775271" y="3118398"/>
                  <a:pt x="17762631" y="3105269"/>
                  <a:pt x="17749991" y="3085585"/>
                </a:cubicBezTo>
                <a:close/>
                <a:moveTo>
                  <a:pt x="14427442" y="3085584"/>
                </a:moveTo>
                <a:cubicBezTo>
                  <a:pt x="14522746" y="3092148"/>
                  <a:pt x="14619120" y="3098708"/>
                  <a:pt x="14715494" y="3105268"/>
                </a:cubicBezTo>
                <a:cubicBezTo>
                  <a:pt x="14715494" y="3169804"/>
                  <a:pt x="14644820" y="3144648"/>
                  <a:pt x="14619120" y="3144648"/>
                </a:cubicBezTo>
                <a:cubicBezTo>
                  <a:pt x="14586995" y="3138085"/>
                  <a:pt x="14554870" y="3151210"/>
                  <a:pt x="14522746" y="3138085"/>
                </a:cubicBezTo>
                <a:cubicBezTo>
                  <a:pt x="14491692" y="3131523"/>
                  <a:pt x="14459567" y="3105268"/>
                  <a:pt x="14427442" y="3085584"/>
                </a:cubicBezTo>
                <a:close/>
                <a:moveTo>
                  <a:pt x="19759007" y="3076766"/>
                </a:moveTo>
                <a:cubicBezTo>
                  <a:pt x="19766691" y="3080073"/>
                  <a:pt x="19772839" y="3091648"/>
                  <a:pt x="19772839" y="3108181"/>
                </a:cubicBezTo>
                <a:cubicBezTo>
                  <a:pt x="19760543" y="3108181"/>
                  <a:pt x="19748247" y="3101566"/>
                  <a:pt x="19735947" y="3094954"/>
                </a:cubicBezTo>
                <a:cubicBezTo>
                  <a:pt x="19742095" y="3078419"/>
                  <a:pt x="19751319" y="3073460"/>
                  <a:pt x="19759007" y="3076766"/>
                </a:cubicBezTo>
                <a:close/>
                <a:moveTo>
                  <a:pt x="19905579" y="3076105"/>
                </a:moveTo>
                <a:cubicBezTo>
                  <a:pt x="19905579" y="3101791"/>
                  <a:pt x="19899591" y="3108214"/>
                  <a:pt x="19887619" y="3108214"/>
                </a:cubicBezTo>
                <a:cubicBezTo>
                  <a:pt x="19887619" y="3088948"/>
                  <a:pt x="19893603" y="3076105"/>
                  <a:pt x="19905579" y="3076105"/>
                </a:cubicBezTo>
                <a:close/>
                <a:moveTo>
                  <a:pt x="13260440" y="3076102"/>
                </a:moveTo>
                <a:cubicBezTo>
                  <a:pt x="13260440" y="3112995"/>
                  <a:pt x="13241994" y="3106847"/>
                  <a:pt x="13223548" y="3106847"/>
                </a:cubicBezTo>
                <a:cubicBezTo>
                  <a:pt x="13223548" y="3076102"/>
                  <a:pt x="13248143" y="3076102"/>
                  <a:pt x="13260440" y="3076102"/>
                </a:cubicBezTo>
                <a:close/>
                <a:moveTo>
                  <a:pt x="15044272" y="3074878"/>
                </a:moveTo>
                <a:cubicBezTo>
                  <a:pt x="15069992" y="3074878"/>
                  <a:pt x="15102144" y="3087860"/>
                  <a:pt x="15127866" y="3094351"/>
                </a:cubicBezTo>
                <a:cubicBezTo>
                  <a:pt x="15210388" y="3120316"/>
                  <a:pt x="15306844" y="3133300"/>
                  <a:pt x="15389366" y="3152773"/>
                </a:cubicBezTo>
                <a:cubicBezTo>
                  <a:pt x="15344354" y="3229587"/>
                  <a:pt x="15229680" y="3061892"/>
                  <a:pt x="15203958" y="3203621"/>
                </a:cubicBezTo>
                <a:cubicBezTo>
                  <a:pt x="15242540" y="3210111"/>
                  <a:pt x="15485820" y="3313974"/>
                  <a:pt x="15485820" y="3203621"/>
                </a:cubicBezTo>
                <a:cubicBezTo>
                  <a:pt x="15466530" y="3203621"/>
                  <a:pt x="15434378" y="3216604"/>
                  <a:pt x="15434378" y="3171165"/>
                </a:cubicBezTo>
                <a:cubicBezTo>
                  <a:pt x="15460100" y="3171165"/>
                  <a:pt x="15492252" y="3178739"/>
                  <a:pt x="15524402" y="3184146"/>
                </a:cubicBezTo>
                <a:cubicBezTo>
                  <a:pt x="15479390" y="3229587"/>
                  <a:pt x="15581204" y="3249062"/>
                  <a:pt x="15581204" y="3294499"/>
                </a:cubicBezTo>
                <a:cubicBezTo>
                  <a:pt x="15574774" y="3294499"/>
                  <a:pt x="15543694" y="3288008"/>
                  <a:pt x="15543694" y="3307482"/>
                </a:cubicBezTo>
                <a:cubicBezTo>
                  <a:pt x="15543694" y="3333448"/>
                  <a:pt x="15568344" y="3333448"/>
                  <a:pt x="15574774" y="3333448"/>
                </a:cubicBezTo>
                <a:cubicBezTo>
                  <a:pt x="15606926" y="3333448"/>
                  <a:pt x="15639078" y="3313974"/>
                  <a:pt x="15677660" y="3294499"/>
                </a:cubicBezTo>
                <a:cubicBezTo>
                  <a:pt x="15671228" y="3313974"/>
                  <a:pt x="15664798" y="3339940"/>
                  <a:pt x="15658368" y="3359411"/>
                </a:cubicBezTo>
                <a:cubicBezTo>
                  <a:pt x="15645508" y="3359411"/>
                  <a:pt x="15632646" y="3359411"/>
                  <a:pt x="15613356" y="3359411"/>
                </a:cubicBezTo>
                <a:cubicBezTo>
                  <a:pt x="15587634" y="3352919"/>
                  <a:pt x="15555482" y="3352919"/>
                  <a:pt x="15524402" y="3352919"/>
                </a:cubicBezTo>
                <a:cubicBezTo>
                  <a:pt x="15466530" y="3352919"/>
                  <a:pt x="15415088" y="3339940"/>
                  <a:pt x="15357214" y="3326957"/>
                </a:cubicBezTo>
                <a:cubicBezTo>
                  <a:pt x="15242540" y="3300991"/>
                  <a:pt x="15134296" y="3268534"/>
                  <a:pt x="15018550" y="3262042"/>
                </a:cubicBezTo>
                <a:cubicBezTo>
                  <a:pt x="15024980" y="3216604"/>
                  <a:pt x="15037840" y="3171165"/>
                  <a:pt x="15063562" y="3152773"/>
                </a:cubicBezTo>
                <a:cubicBezTo>
                  <a:pt x="15095714" y="3120316"/>
                  <a:pt x="15134296" y="3146282"/>
                  <a:pt x="15165376" y="3152773"/>
                </a:cubicBezTo>
                <a:cubicBezTo>
                  <a:pt x="15139654" y="3139790"/>
                  <a:pt x="15120364" y="3126808"/>
                  <a:pt x="15095714" y="3107335"/>
                </a:cubicBezTo>
                <a:cubicBezTo>
                  <a:pt x="15082854" y="3120316"/>
                  <a:pt x="15076422" y="3126808"/>
                  <a:pt x="15076422" y="3139790"/>
                </a:cubicBezTo>
                <a:cubicBezTo>
                  <a:pt x="15063562" y="3133300"/>
                  <a:pt x="15057132" y="3120316"/>
                  <a:pt x="15050702" y="3113825"/>
                </a:cubicBezTo>
                <a:cubicBezTo>
                  <a:pt x="15037840" y="3133300"/>
                  <a:pt x="15037840" y="3152773"/>
                  <a:pt x="15024980" y="3171165"/>
                </a:cubicBezTo>
                <a:cubicBezTo>
                  <a:pt x="15018550" y="3126808"/>
                  <a:pt x="15005690" y="3074878"/>
                  <a:pt x="15044272" y="3074878"/>
                </a:cubicBezTo>
                <a:close/>
                <a:moveTo>
                  <a:pt x="14143552" y="3073450"/>
                </a:moveTo>
                <a:cubicBezTo>
                  <a:pt x="14145797" y="3070037"/>
                  <a:pt x="14150287" y="3070037"/>
                  <a:pt x="14156275" y="3073450"/>
                </a:cubicBezTo>
                <a:lnTo>
                  <a:pt x="14145745" y="3091452"/>
                </a:lnTo>
                <a:lnTo>
                  <a:pt x="14146699" y="3094064"/>
                </a:lnTo>
                <a:cubicBezTo>
                  <a:pt x="14140137" y="3094064"/>
                  <a:pt x="14140137" y="3094064"/>
                  <a:pt x="14133574" y="3094064"/>
                </a:cubicBezTo>
                <a:cubicBezTo>
                  <a:pt x="14133574" y="3088077"/>
                  <a:pt x="14133574" y="3082089"/>
                  <a:pt x="14140137" y="3076102"/>
                </a:cubicBezTo>
                <a:lnTo>
                  <a:pt x="14144039" y="3086783"/>
                </a:lnTo>
                <a:close/>
                <a:moveTo>
                  <a:pt x="19491303" y="3061880"/>
                </a:moveTo>
                <a:cubicBezTo>
                  <a:pt x="19497867" y="3074725"/>
                  <a:pt x="19497867" y="3081146"/>
                  <a:pt x="19491303" y="3093988"/>
                </a:cubicBezTo>
                <a:cubicBezTo>
                  <a:pt x="19484739" y="3081146"/>
                  <a:pt x="19484739" y="3074725"/>
                  <a:pt x="19491303" y="3061880"/>
                </a:cubicBezTo>
                <a:close/>
                <a:moveTo>
                  <a:pt x="15613966" y="3061376"/>
                </a:moveTo>
                <a:cubicBezTo>
                  <a:pt x="15665232" y="3066958"/>
                  <a:pt x="15713420" y="3089263"/>
                  <a:pt x="15748756" y="3149818"/>
                </a:cubicBezTo>
                <a:cubicBezTo>
                  <a:pt x="15729482" y="3161504"/>
                  <a:pt x="15690932" y="3212499"/>
                  <a:pt x="15665232" y="3187000"/>
                </a:cubicBezTo>
                <a:cubicBezTo>
                  <a:pt x="15652382" y="3167878"/>
                  <a:pt x="15658806" y="3143444"/>
                  <a:pt x="15633106" y="3130693"/>
                </a:cubicBezTo>
                <a:cubicBezTo>
                  <a:pt x="15607408" y="3117947"/>
                  <a:pt x="15575282" y="3117947"/>
                  <a:pt x="15549582" y="3111573"/>
                </a:cubicBezTo>
                <a:cubicBezTo>
                  <a:pt x="15518528" y="3098824"/>
                  <a:pt x="15486404" y="3092452"/>
                  <a:pt x="15460704" y="3073328"/>
                </a:cubicBezTo>
                <a:cubicBezTo>
                  <a:pt x="15508356" y="3066958"/>
                  <a:pt x="15562700" y="3055798"/>
                  <a:pt x="15613966" y="3061376"/>
                </a:cubicBezTo>
                <a:close/>
                <a:moveTo>
                  <a:pt x="14137225" y="3058554"/>
                </a:moveTo>
                <a:cubicBezTo>
                  <a:pt x="14092499" y="3089298"/>
                  <a:pt x="14046682" y="3077001"/>
                  <a:pt x="14000865" y="3083149"/>
                </a:cubicBezTo>
                <a:cubicBezTo>
                  <a:pt x="14040137" y="3052405"/>
                  <a:pt x="14092499" y="3058554"/>
                  <a:pt x="14137225" y="3058554"/>
                </a:cubicBezTo>
                <a:close/>
                <a:moveTo>
                  <a:pt x="19725971" y="3053635"/>
                </a:moveTo>
                <a:cubicBezTo>
                  <a:pt x="19728963" y="3054488"/>
                  <a:pt x="19731955" y="3057901"/>
                  <a:pt x="19734951" y="3061312"/>
                </a:cubicBezTo>
                <a:cubicBezTo>
                  <a:pt x="19734951" y="3068140"/>
                  <a:pt x="19728963" y="3068140"/>
                  <a:pt x="19722975" y="3074963"/>
                </a:cubicBezTo>
                <a:cubicBezTo>
                  <a:pt x="19722975" y="3068140"/>
                  <a:pt x="19722975" y="3068140"/>
                  <a:pt x="19716987" y="3061312"/>
                </a:cubicBezTo>
                <a:cubicBezTo>
                  <a:pt x="19719983" y="3054488"/>
                  <a:pt x="19722975" y="3052782"/>
                  <a:pt x="19725971" y="3053635"/>
                </a:cubicBezTo>
                <a:close/>
                <a:moveTo>
                  <a:pt x="15374890" y="3049345"/>
                </a:moveTo>
                <a:cubicBezTo>
                  <a:pt x="15382114" y="3050952"/>
                  <a:pt x="15388534" y="3058977"/>
                  <a:pt x="15388534" y="3075031"/>
                </a:cubicBezTo>
                <a:cubicBezTo>
                  <a:pt x="15382114" y="3075031"/>
                  <a:pt x="15369272" y="3068612"/>
                  <a:pt x="15356430" y="3062187"/>
                </a:cubicBezTo>
                <a:cubicBezTo>
                  <a:pt x="15359640" y="3052556"/>
                  <a:pt x="15367666" y="3047741"/>
                  <a:pt x="15374890" y="3049345"/>
                </a:cubicBezTo>
                <a:close/>
                <a:moveTo>
                  <a:pt x="19867603" y="3049072"/>
                </a:moveTo>
                <a:cubicBezTo>
                  <a:pt x="19867603" y="3079816"/>
                  <a:pt x="19843379" y="3073668"/>
                  <a:pt x="19830739" y="3073668"/>
                </a:cubicBezTo>
                <a:cubicBezTo>
                  <a:pt x="19830739" y="3042924"/>
                  <a:pt x="19849699" y="3049072"/>
                  <a:pt x="19867603" y="3049072"/>
                </a:cubicBezTo>
                <a:close/>
                <a:moveTo>
                  <a:pt x="14981987" y="3047664"/>
                </a:moveTo>
                <a:cubicBezTo>
                  <a:pt x="14994284" y="3054085"/>
                  <a:pt x="15006582" y="3054085"/>
                  <a:pt x="15018880" y="3060507"/>
                </a:cubicBezTo>
                <a:cubicBezTo>
                  <a:pt x="15006582" y="3079773"/>
                  <a:pt x="14981987" y="3079773"/>
                  <a:pt x="14981987" y="3047664"/>
                </a:cubicBezTo>
                <a:close/>
                <a:moveTo>
                  <a:pt x="15436004" y="3047664"/>
                </a:moveTo>
                <a:cubicBezTo>
                  <a:pt x="15436004" y="3068141"/>
                  <a:pt x="15424030" y="3074964"/>
                  <a:pt x="15418042" y="3074964"/>
                </a:cubicBezTo>
                <a:cubicBezTo>
                  <a:pt x="15418042" y="3054488"/>
                  <a:pt x="15424030" y="3047664"/>
                  <a:pt x="15436004" y="3047664"/>
                </a:cubicBezTo>
                <a:close/>
                <a:moveTo>
                  <a:pt x="18958627" y="3047664"/>
                </a:moveTo>
                <a:cubicBezTo>
                  <a:pt x="18970603" y="3047664"/>
                  <a:pt x="18976591" y="3054488"/>
                  <a:pt x="18976591" y="3074964"/>
                </a:cubicBezTo>
                <a:cubicBezTo>
                  <a:pt x="18970603" y="3074964"/>
                  <a:pt x="18958627" y="3068141"/>
                  <a:pt x="18958627" y="3047664"/>
                </a:cubicBezTo>
                <a:close/>
                <a:moveTo>
                  <a:pt x="16471316" y="3045891"/>
                </a:moveTo>
                <a:cubicBezTo>
                  <a:pt x="16471316" y="3065080"/>
                  <a:pt x="16477790" y="3071485"/>
                  <a:pt x="16490736" y="3071485"/>
                </a:cubicBezTo>
                <a:cubicBezTo>
                  <a:pt x="16490736" y="3052289"/>
                  <a:pt x="16484264" y="3045891"/>
                  <a:pt x="16471316" y="3045891"/>
                </a:cubicBezTo>
                <a:close/>
                <a:moveTo>
                  <a:pt x="14333049" y="3044416"/>
                </a:moveTo>
                <a:cubicBezTo>
                  <a:pt x="14320958" y="3043611"/>
                  <a:pt x="14306449" y="3048447"/>
                  <a:pt x="14296777" y="3048447"/>
                </a:cubicBezTo>
                <a:cubicBezTo>
                  <a:pt x="14296777" y="3093583"/>
                  <a:pt x="14335467" y="3074240"/>
                  <a:pt x="14354813" y="3074240"/>
                </a:cubicBezTo>
                <a:cubicBezTo>
                  <a:pt x="14354813" y="3051671"/>
                  <a:pt x="14345140" y="3045227"/>
                  <a:pt x="14333049" y="3044416"/>
                </a:cubicBezTo>
                <a:close/>
                <a:moveTo>
                  <a:pt x="11750748" y="3029103"/>
                </a:moveTo>
                <a:cubicBezTo>
                  <a:pt x="11609959" y="3054895"/>
                  <a:pt x="11474543" y="3080688"/>
                  <a:pt x="11333754" y="3106481"/>
                </a:cubicBezTo>
                <a:cubicBezTo>
                  <a:pt x="11346651" y="3158061"/>
                  <a:pt x="11378892" y="3158061"/>
                  <a:pt x="11404686" y="3151613"/>
                </a:cubicBezTo>
                <a:cubicBezTo>
                  <a:pt x="11448750" y="3138718"/>
                  <a:pt x="11487440" y="3132271"/>
                  <a:pt x="11532578" y="3132271"/>
                </a:cubicBezTo>
                <a:cubicBezTo>
                  <a:pt x="11571269" y="3125822"/>
                  <a:pt x="11616407" y="3100031"/>
                  <a:pt x="11660471" y="3112926"/>
                </a:cubicBezTo>
                <a:lnTo>
                  <a:pt x="11687347" y="3112926"/>
                </a:lnTo>
                <a:lnTo>
                  <a:pt x="11683133" y="3108712"/>
                </a:lnTo>
                <a:cubicBezTo>
                  <a:pt x="11686545" y="3105297"/>
                  <a:pt x="11689958" y="3103166"/>
                  <a:pt x="11692944" y="3102206"/>
                </a:cubicBezTo>
                <a:lnTo>
                  <a:pt x="11695851" y="3102420"/>
                </a:lnTo>
                <a:lnTo>
                  <a:pt x="11692713" y="3093583"/>
                </a:lnTo>
                <a:cubicBezTo>
                  <a:pt x="11712058" y="3067798"/>
                  <a:pt x="11731403" y="3048447"/>
                  <a:pt x="11750748" y="3029103"/>
                </a:cubicBezTo>
                <a:close/>
                <a:moveTo>
                  <a:pt x="15348590" y="3028233"/>
                </a:moveTo>
                <a:cubicBezTo>
                  <a:pt x="15350232" y="3025673"/>
                  <a:pt x="15353512" y="3027380"/>
                  <a:pt x="15360074" y="3030792"/>
                </a:cubicBezTo>
                <a:cubicBezTo>
                  <a:pt x="15353512" y="3037617"/>
                  <a:pt x="15353512" y="3037617"/>
                  <a:pt x="15346950" y="3051267"/>
                </a:cubicBezTo>
                <a:cubicBezTo>
                  <a:pt x="15346950" y="3037617"/>
                  <a:pt x="15346950" y="3030792"/>
                  <a:pt x="15348590" y="3028233"/>
                </a:cubicBezTo>
                <a:close/>
                <a:moveTo>
                  <a:pt x="19687627" y="3019060"/>
                </a:moveTo>
                <a:cubicBezTo>
                  <a:pt x="19696975" y="3021541"/>
                  <a:pt x="19706455" y="3028154"/>
                  <a:pt x="19715935" y="3031460"/>
                </a:cubicBezTo>
                <a:cubicBezTo>
                  <a:pt x="19715935" y="3038074"/>
                  <a:pt x="19709615" y="3044688"/>
                  <a:pt x="19709615" y="3051301"/>
                </a:cubicBezTo>
                <a:cubicBezTo>
                  <a:pt x="19690655" y="3044688"/>
                  <a:pt x="19678015" y="3038074"/>
                  <a:pt x="19660111" y="3031460"/>
                </a:cubicBezTo>
                <a:cubicBezTo>
                  <a:pt x="19669063" y="3018234"/>
                  <a:pt x="19678279" y="3016580"/>
                  <a:pt x="19687627" y="3019060"/>
                </a:cubicBezTo>
                <a:close/>
                <a:moveTo>
                  <a:pt x="18886479" y="3016359"/>
                </a:moveTo>
                <a:cubicBezTo>
                  <a:pt x="18886479" y="3056040"/>
                  <a:pt x="18861199" y="3049425"/>
                  <a:pt x="18849615" y="3049425"/>
                </a:cubicBezTo>
                <a:cubicBezTo>
                  <a:pt x="18849615" y="3009745"/>
                  <a:pt x="18867519" y="3016359"/>
                  <a:pt x="18886479" y="3016359"/>
                </a:cubicBezTo>
                <a:close/>
                <a:moveTo>
                  <a:pt x="11770093" y="3016207"/>
                </a:moveTo>
                <a:cubicBezTo>
                  <a:pt x="11770093" y="3035555"/>
                  <a:pt x="11776542" y="3048447"/>
                  <a:pt x="11789438" y="3048447"/>
                </a:cubicBezTo>
                <a:cubicBezTo>
                  <a:pt x="11789438" y="3022655"/>
                  <a:pt x="11782990" y="3016207"/>
                  <a:pt x="11770093" y="3016207"/>
                </a:cubicBezTo>
                <a:close/>
                <a:moveTo>
                  <a:pt x="10653451" y="3016207"/>
                </a:moveTo>
                <a:cubicBezTo>
                  <a:pt x="10653451" y="3035555"/>
                  <a:pt x="10659900" y="3048447"/>
                  <a:pt x="10672797" y="3048447"/>
                </a:cubicBezTo>
                <a:cubicBezTo>
                  <a:pt x="10672797" y="3022655"/>
                  <a:pt x="10666348" y="3016207"/>
                  <a:pt x="10653451" y="3016207"/>
                </a:cubicBezTo>
                <a:close/>
                <a:moveTo>
                  <a:pt x="10634106" y="3016207"/>
                </a:moveTo>
                <a:cubicBezTo>
                  <a:pt x="10621210" y="3016207"/>
                  <a:pt x="10621210" y="3029103"/>
                  <a:pt x="10621210" y="3048447"/>
                </a:cubicBezTo>
                <a:cubicBezTo>
                  <a:pt x="10634106" y="3048447"/>
                  <a:pt x="10634106" y="3035555"/>
                  <a:pt x="10634106" y="3016207"/>
                </a:cubicBezTo>
                <a:close/>
                <a:moveTo>
                  <a:pt x="18564231" y="3014484"/>
                </a:moveTo>
                <a:cubicBezTo>
                  <a:pt x="18564231" y="3033747"/>
                  <a:pt x="18558243" y="3046590"/>
                  <a:pt x="18546271" y="3046590"/>
                </a:cubicBezTo>
                <a:cubicBezTo>
                  <a:pt x="18546271" y="3027326"/>
                  <a:pt x="18552255" y="3014484"/>
                  <a:pt x="18564231" y="3014484"/>
                </a:cubicBezTo>
                <a:close/>
                <a:moveTo>
                  <a:pt x="15640814" y="3014484"/>
                </a:moveTo>
                <a:cubicBezTo>
                  <a:pt x="15652788" y="3014484"/>
                  <a:pt x="15658776" y="3020905"/>
                  <a:pt x="15658776" y="3046590"/>
                </a:cubicBezTo>
                <a:cubicBezTo>
                  <a:pt x="15646800" y="3046590"/>
                  <a:pt x="15640814" y="3033747"/>
                  <a:pt x="15640814" y="3014484"/>
                </a:cubicBezTo>
                <a:close/>
                <a:moveTo>
                  <a:pt x="13993207" y="3014484"/>
                </a:moveTo>
                <a:cubicBezTo>
                  <a:pt x="13993207" y="3021047"/>
                  <a:pt x="13999771" y="3021047"/>
                  <a:pt x="13999771" y="3027609"/>
                </a:cubicBezTo>
                <a:cubicBezTo>
                  <a:pt x="13986643" y="3027609"/>
                  <a:pt x="13986643" y="3027609"/>
                  <a:pt x="13993207" y="3014484"/>
                </a:cubicBezTo>
                <a:close/>
                <a:moveTo>
                  <a:pt x="19976579" y="3014484"/>
                </a:moveTo>
                <a:cubicBezTo>
                  <a:pt x="19976579" y="3033747"/>
                  <a:pt x="19976579" y="3046589"/>
                  <a:pt x="19963451" y="3046589"/>
                </a:cubicBezTo>
                <a:cubicBezTo>
                  <a:pt x="19963451" y="3027326"/>
                  <a:pt x="19963451" y="3014484"/>
                  <a:pt x="19976579" y="3014484"/>
                </a:cubicBezTo>
                <a:close/>
                <a:moveTo>
                  <a:pt x="13883617" y="3005006"/>
                </a:moveTo>
                <a:cubicBezTo>
                  <a:pt x="13895592" y="3018656"/>
                  <a:pt x="13883617" y="3032306"/>
                  <a:pt x="13877630" y="3018656"/>
                </a:cubicBezTo>
                <a:cubicBezTo>
                  <a:pt x="13877630" y="3011832"/>
                  <a:pt x="13883617" y="3005006"/>
                  <a:pt x="13883617" y="3005006"/>
                </a:cubicBezTo>
                <a:close/>
                <a:moveTo>
                  <a:pt x="10730832" y="2983968"/>
                </a:moveTo>
                <a:cubicBezTo>
                  <a:pt x="10730832" y="3022655"/>
                  <a:pt x="10769522" y="3029103"/>
                  <a:pt x="10769522" y="2983968"/>
                </a:cubicBezTo>
                <a:cubicBezTo>
                  <a:pt x="10756625" y="2983968"/>
                  <a:pt x="10743729" y="2983968"/>
                  <a:pt x="10730832" y="2983968"/>
                </a:cubicBezTo>
                <a:close/>
                <a:moveTo>
                  <a:pt x="15489142" y="2982714"/>
                </a:moveTo>
                <a:cubicBezTo>
                  <a:pt x="15507588" y="2982714"/>
                  <a:pt x="15526034" y="2976568"/>
                  <a:pt x="15526034" y="3013459"/>
                </a:cubicBezTo>
                <a:cubicBezTo>
                  <a:pt x="15513736" y="3013459"/>
                  <a:pt x="15489142" y="3013459"/>
                  <a:pt x="15489142" y="2982714"/>
                </a:cubicBezTo>
                <a:close/>
                <a:moveTo>
                  <a:pt x="17905383" y="2982714"/>
                </a:moveTo>
                <a:cubicBezTo>
                  <a:pt x="17905383" y="3013458"/>
                  <a:pt x="17880787" y="3013458"/>
                  <a:pt x="17868491" y="3013458"/>
                </a:cubicBezTo>
                <a:cubicBezTo>
                  <a:pt x="17868491" y="2976565"/>
                  <a:pt x="17886935" y="2982714"/>
                  <a:pt x="17905383" y="2982714"/>
                </a:cubicBezTo>
                <a:close/>
                <a:moveTo>
                  <a:pt x="18266627" y="2981307"/>
                </a:moveTo>
                <a:cubicBezTo>
                  <a:pt x="18279751" y="2981307"/>
                  <a:pt x="18279751" y="2994150"/>
                  <a:pt x="18279751" y="3013415"/>
                </a:cubicBezTo>
                <a:cubicBezTo>
                  <a:pt x="18266627" y="3013415"/>
                  <a:pt x="18266627" y="3000572"/>
                  <a:pt x="18266627" y="2981307"/>
                </a:cubicBezTo>
                <a:close/>
                <a:moveTo>
                  <a:pt x="416893" y="2981307"/>
                </a:moveTo>
                <a:cubicBezTo>
                  <a:pt x="435506" y="2987920"/>
                  <a:pt x="454120" y="2987920"/>
                  <a:pt x="472736" y="3001148"/>
                </a:cubicBezTo>
                <a:cubicBezTo>
                  <a:pt x="454120" y="3020988"/>
                  <a:pt x="416893" y="3027602"/>
                  <a:pt x="416893" y="2981307"/>
                </a:cubicBezTo>
                <a:close/>
                <a:moveTo>
                  <a:pt x="955961" y="2967983"/>
                </a:moveTo>
                <a:cubicBezTo>
                  <a:pt x="932050" y="2965699"/>
                  <a:pt x="904916" y="2972146"/>
                  <a:pt x="892023" y="2972146"/>
                </a:cubicBezTo>
                <a:cubicBezTo>
                  <a:pt x="904916" y="3048447"/>
                  <a:pt x="968322" y="3016207"/>
                  <a:pt x="1000565" y="3016207"/>
                </a:cubicBezTo>
                <a:cubicBezTo>
                  <a:pt x="1000565" y="2981283"/>
                  <a:pt x="979874" y="2970265"/>
                  <a:pt x="955961" y="2967983"/>
                </a:cubicBezTo>
                <a:close/>
                <a:moveTo>
                  <a:pt x="13060079" y="2962897"/>
                </a:moveTo>
                <a:lnTo>
                  <a:pt x="13058159" y="2966150"/>
                </a:lnTo>
                <a:lnTo>
                  <a:pt x="13057472" y="2967312"/>
                </a:lnTo>
                <a:close/>
                <a:moveTo>
                  <a:pt x="18448223" y="2957672"/>
                </a:moveTo>
                <a:cubicBezTo>
                  <a:pt x="18464743" y="2953650"/>
                  <a:pt x="18483103" y="2974218"/>
                  <a:pt x="18497787" y="2983181"/>
                </a:cubicBezTo>
                <a:cubicBezTo>
                  <a:pt x="18478207" y="2989697"/>
                  <a:pt x="18452099" y="2983181"/>
                  <a:pt x="18432519" y="2971232"/>
                </a:cubicBezTo>
                <a:cubicBezTo>
                  <a:pt x="18437415" y="2963087"/>
                  <a:pt x="18442715" y="2959013"/>
                  <a:pt x="18448223" y="2957672"/>
                </a:cubicBezTo>
                <a:close/>
                <a:moveTo>
                  <a:pt x="15436004" y="2952867"/>
                </a:moveTo>
                <a:cubicBezTo>
                  <a:pt x="15436004" y="2978305"/>
                  <a:pt x="15424030" y="2984939"/>
                  <a:pt x="15418042" y="2984939"/>
                </a:cubicBezTo>
                <a:cubicBezTo>
                  <a:pt x="15418042" y="2958395"/>
                  <a:pt x="15424030" y="2952867"/>
                  <a:pt x="15436004" y="2952867"/>
                </a:cubicBezTo>
                <a:close/>
                <a:moveTo>
                  <a:pt x="19886619" y="2952866"/>
                </a:moveTo>
                <a:cubicBezTo>
                  <a:pt x="19886619" y="2978304"/>
                  <a:pt x="19874643" y="2984939"/>
                  <a:pt x="19868659" y="2984939"/>
                </a:cubicBezTo>
                <a:cubicBezTo>
                  <a:pt x="19868659" y="2958395"/>
                  <a:pt x="19874643" y="2952866"/>
                  <a:pt x="19886619" y="2952866"/>
                </a:cubicBezTo>
                <a:close/>
                <a:moveTo>
                  <a:pt x="13065997" y="2952866"/>
                </a:moveTo>
                <a:lnTo>
                  <a:pt x="13060079" y="2962897"/>
                </a:lnTo>
                <a:lnTo>
                  <a:pt x="13062158" y="2959372"/>
                </a:lnTo>
                <a:cubicBezTo>
                  <a:pt x="13064291" y="2955758"/>
                  <a:pt x="13065997" y="2952866"/>
                  <a:pt x="13065997" y="2952866"/>
                </a:cubicBezTo>
                <a:close/>
                <a:moveTo>
                  <a:pt x="15351162" y="2951202"/>
                </a:moveTo>
                <a:cubicBezTo>
                  <a:pt x="15363540" y="2951907"/>
                  <a:pt x="15374336" y="2961780"/>
                  <a:pt x="15374336" y="2984916"/>
                </a:cubicBezTo>
                <a:cubicBezTo>
                  <a:pt x="15355376" y="2978145"/>
                  <a:pt x="15337470" y="2972502"/>
                  <a:pt x="15318510" y="2972502"/>
                </a:cubicBezTo>
                <a:cubicBezTo>
                  <a:pt x="15324830" y="2958961"/>
                  <a:pt x="15338786" y="2950496"/>
                  <a:pt x="15351162" y="2951202"/>
                </a:cubicBezTo>
                <a:close/>
                <a:moveTo>
                  <a:pt x="10882100" y="2949445"/>
                </a:moveTo>
                <a:cubicBezTo>
                  <a:pt x="10870009" y="2947968"/>
                  <a:pt x="10855500" y="2952806"/>
                  <a:pt x="10845828" y="2952806"/>
                </a:cubicBezTo>
                <a:cubicBezTo>
                  <a:pt x="10845828" y="3003312"/>
                  <a:pt x="10884518" y="2983968"/>
                  <a:pt x="10903863" y="2983968"/>
                </a:cubicBezTo>
                <a:cubicBezTo>
                  <a:pt x="10903863" y="2958714"/>
                  <a:pt x="10894191" y="2950922"/>
                  <a:pt x="10882100" y="2949445"/>
                </a:cubicBezTo>
                <a:close/>
                <a:moveTo>
                  <a:pt x="15301378" y="2938647"/>
                </a:moveTo>
                <a:cubicBezTo>
                  <a:pt x="15306302" y="2948278"/>
                  <a:pt x="15303840" y="2961522"/>
                  <a:pt x="15299532" y="2959415"/>
                </a:cubicBezTo>
                <a:lnTo>
                  <a:pt x="15298226" y="2957220"/>
                </a:lnTo>
                <a:lnTo>
                  <a:pt x="15303196" y="2970825"/>
                </a:lnTo>
                <a:cubicBezTo>
                  <a:pt x="15296634" y="2970825"/>
                  <a:pt x="15293352" y="2970825"/>
                  <a:pt x="15292532" y="2968580"/>
                </a:cubicBezTo>
                <a:lnTo>
                  <a:pt x="15296328" y="2954034"/>
                </a:lnTo>
                <a:lnTo>
                  <a:pt x="15294814" y="2951488"/>
                </a:lnTo>
                <a:cubicBezTo>
                  <a:pt x="15294814" y="2945068"/>
                  <a:pt x="15294814" y="2938647"/>
                  <a:pt x="15301378" y="2938647"/>
                </a:cubicBezTo>
                <a:close/>
                <a:moveTo>
                  <a:pt x="19834839" y="2924938"/>
                </a:moveTo>
                <a:cubicBezTo>
                  <a:pt x="19842527" y="2927243"/>
                  <a:pt x="19848675" y="2936467"/>
                  <a:pt x="19848675" y="2951840"/>
                </a:cubicBezTo>
                <a:cubicBezTo>
                  <a:pt x="19836375" y="2945690"/>
                  <a:pt x="19824079" y="2939541"/>
                  <a:pt x="19811783" y="2939541"/>
                </a:cubicBezTo>
                <a:cubicBezTo>
                  <a:pt x="19817931" y="2927243"/>
                  <a:pt x="19827155" y="2922632"/>
                  <a:pt x="19834839" y="2924938"/>
                </a:cubicBezTo>
                <a:close/>
                <a:moveTo>
                  <a:pt x="17397799" y="2924426"/>
                </a:moveTo>
                <a:cubicBezTo>
                  <a:pt x="17404363" y="2954971"/>
                  <a:pt x="17417487" y="2980249"/>
                  <a:pt x="17443739" y="2980249"/>
                </a:cubicBezTo>
                <a:lnTo>
                  <a:pt x="17445823" y="2986272"/>
                </a:lnTo>
                <a:lnTo>
                  <a:pt x="17447899" y="2971826"/>
                </a:lnTo>
                <a:lnTo>
                  <a:pt x="17451619" y="2974059"/>
                </a:lnTo>
                <a:lnTo>
                  <a:pt x="17485319" y="2953747"/>
                </a:lnTo>
                <a:cubicBezTo>
                  <a:pt x="17496607" y="2949707"/>
                  <a:pt x="17507867" y="2948265"/>
                  <a:pt x="17519095" y="2948875"/>
                </a:cubicBezTo>
                <a:cubicBezTo>
                  <a:pt x="17586463" y="2952544"/>
                  <a:pt x="17652619" y="3030135"/>
                  <a:pt x="17715739" y="3064347"/>
                </a:cubicBezTo>
                <a:cubicBezTo>
                  <a:pt x="17676895" y="3057832"/>
                  <a:pt x="17619711" y="3038282"/>
                  <a:pt x="17587343" y="3103452"/>
                </a:cubicBezTo>
                <a:cubicBezTo>
                  <a:pt x="17564683" y="3090419"/>
                  <a:pt x="17540407" y="3072497"/>
                  <a:pt x="17516939" y="3050637"/>
                </a:cubicBezTo>
                <a:lnTo>
                  <a:pt x="17459839" y="2984049"/>
                </a:lnTo>
                <a:lnTo>
                  <a:pt x="17447899" y="3003900"/>
                </a:lnTo>
                <a:lnTo>
                  <a:pt x="17447139" y="2998318"/>
                </a:lnTo>
                <a:lnTo>
                  <a:pt x="17408191" y="2987359"/>
                </a:lnTo>
                <a:cubicBezTo>
                  <a:pt x="17393699" y="2984988"/>
                  <a:pt x="17379207" y="2983409"/>
                  <a:pt x="17366079" y="2980249"/>
                </a:cubicBezTo>
                <a:cubicBezTo>
                  <a:pt x="17372643" y="2961290"/>
                  <a:pt x="17385767" y="2943385"/>
                  <a:pt x="17397799" y="2924426"/>
                </a:cubicBezTo>
                <a:close/>
                <a:moveTo>
                  <a:pt x="18394599" y="2919691"/>
                </a:moveTo>
                <a:cubicBezTo>
                  <a:pt x="18407239" y="2926459"/>
                  <a:pt x="18419879" y="2933231"/>
                  <a:pt x="18431463" y="2940002"/>
                </a:cubicBezTo>
                <a:cubicBezTo>
                  <a:pt x="18419879" y="2946773"/>
                  <a:pt x="18394599" y="2965956"/>
                  <a:pt x="18394599" y="2919691"/>
                </a:cubicBezTo>
                <a:close/>
                <a:moveTo>
                  <a:pt x="17242847" y="2919691"/>
                </a:moveTo>
                <a:cubicBezTo>
                  <a:pt x="17268311" y="2926324"/>
                  <a:pt x="17293779" y="2932962"/>
                  <a:pt x="17312875" y="2939596"/>
                </a:cubicBezTo>
                <a:cubicBezTo>
                  <a:pt x="17300143" y="2965034"/>
                  <a:pt x="17242847" y="2984940"/>
                  <a:pt x="17242847" y="2919691"/>
                </a:cubicBezTo>
                <a:close/>
                <a:moveTo>
                  <a:pt x="19711223" y="2919688"/>
                </a:moveTo>
                <a:cubicBezTo>
                  <a:pt x="19711223" y="2956549"/>
                  <a:pt x="19692775" y="2951282"/>
                  <a:pt x="19674331" y="2951282"/>
                </a:cubicBezTo>
                <a:cubicBezTo>
                  <a:pt x="19674331" y="2919688"/>
                  <a:pt x="19698923" y="2919688"/>
                  <a:pt x="19711223" y="2919688"/>
                </a:cubicBezTo>
                <a:close/>
                <a:moveTo>
                  <a:pt x="18693203" y="2919688"/>
                </a:moveTo>
                <a:cubicBezTo>
                  <a:pt x="18705499" y="2926005"/>
                  <a:pt x="18717799" y="2932322"/>
                  <a:pt x="18730095" y="2938645"/>
                </a:cubicBezTo>
                <a:cubicBezTo>
                  <a:pt x="18717799" y="2956549"/>
                  <a:pt x="18693203" y="2956549"/>
                  <a:pt x="18693203" y="2919688"/>
                </a:cubicBezTo>
                <a:close/>
                <a:moveTo>
                  <a:pt x="17767927" y="2919688"/>
                </a:moveTo>
                <a:cubicBezTo>
                  <a:pt x="17767927" y="2956549"/>
                  <a:pt x="17749483" y="2951284"/>
                  <a:pt x="17731035" y="2951284"/>
                </a:cubicBezTo>
                <a:cubicBezTo>
                  <a:pt x="17731035" y="2919688"/>
                  <a:pt x="17755631" y="2919688"/>
                  <a:pt x="17767927" y="2919688"/>
                </a:cubicBezTo>
                <a:close/>
                <a:moveTo>
                  <a:pt x="14564890" y="2919688"/>
                </a:moveTo>
                <a:cubicBezTo>
                  <a:pt x="14583336" y="2919688"/>
                  <a:pt x="14601782" y="2919688"/>
                  <a:pt x="14601782" y="2951284"/>
                </a:cubicBezTo>
                <a:cubicBezTo>
                  <a:pt x="14583336" y="2951284"/>
                  <a:pt x="14564890" y="2956550"/>
                  <a:pt x="14564890" y="2919688"/>
                </a:cubicBezTo>
                <a:close/>
                <a:moveTo>
                  <a:pt x="15973320" y="2893469"/>
                </a:moveTo>
                <a:cubicBezTo>
                  <a:pt x="15985762" y="2894683"/>
                  <a:pt x="15999980" y="2932345"/>
                  <a:pt x="15999980" y="2951785"/>
                </a:cubicBezTo>
                <a:cubicBezTo>
                  <a:pt x="15993660" y="2951785"/>
                  <a:pt x="15944156" y="2932345"/>
                  <a:pt x="15962062" y="2906428"/>
                </a:cubicBezTo>
                <a:cubicBezTo>
                  <a:pt x="15965222" y="2896708"/>
                  <a:pt x="15969172" y="2893064"/>
                  <a:pt x="15973320" y="2893469"/>
                </a:cubicBezTo>
                <a:close/>
                <a:moveTo>
                  <a:pt x="17529023" y="2891759"/>
                </a:moveTo>
                <a:cubicBezTo>
                  <a:pt x="17537475" y="2894065"/>
                  <a:pt x="17545163" y="2903288"/>
                  <a:pt x="17545163" y="2918658"/>
                </a:cubicBezTo>
                <a:cubicBezTo>
                  <a:pt x="17532863" y="2918658"/>
                  <a:pt x="17520567" y="2912511"/>
                  <a:pt x="17508271" y="2906362"/>
                </a:cubicBezTo>
                <a:cubicBezTo>
                  <a:pt x="17511343" y="2894065"/>
                  <a:pt x="17520567" y="2889453"/>
                  <a:pt x="17529023" y="2891759"/>
                </a:cubicBezTo>
                <a:close/>
                <a:moveTo>
                  <a:pt x="15059170" y="2888758"/>
                </a:moveTo>
                <a:cubicBezTo>
                  <a:pt x="15065278" y="2889267"/>
                  <a:pt x="15071094" y="2890082"/>
                  <a:pt x="15075748" y="2890082"/>
                </a:cubicBezTo>
                <a:cubicBezTo>
                  <a:pt x="15075748" y="2942299"/>
                  <a:pt x="15038520" y="2922718"/>
                  <a:pt x="15019906" y="2922718"/>
                </a:cubicBezTo>
                <a:cubicBezTo>
                  <a:pt x="15019906" y="2888452"/>
                  <a:pt x="15040846" y="2887228"/>
                  <a:pt x="15059170" y="2888758"/>
                </a:cubicBezTo>
                <a:close/>
                <a:moveTo>
                  <a:pt x="13732545" y="2888327"/>
                </a:moveTo>
                <a:cubicBezTo>
                  <a:pt x="13719649" y="2894774"/>
                  <a:pt x="13719649" y="2894774"/>
                  <a:pt x="13732545" y="2920566"/>
                </a:cubicBezTo>
                <a:cubicBezTo>
                  <a:pt x="13732545" y="2907666"/>
                  <a:pt x="13732545" y="2901221"/>
                  <a:pt x="13732545" y="2888327"/>
                </a:cubicBezTo>
                <a:close/>
                <a:moveTo>
                  <a:pt x="13675585" y="2888327"/>
                </a:moveTo>
                <a:lnTo>
                  <a:pt x="13680782" y="2891501"/>
                </a:lnTo>
                <a:lnTo>
                  <a:pt x="13676487" y="2893083"/>
                </a:lnTo>
                <a:close/>
                <a:moveTo>
                  <a:pt x="14787662" y="2886509"/>
                </a:moveTo>
                <a:cubicBezTo>
                  <a:pt x="14808137" y="2886509"/>
                  <a:pt x="14814962" y="2899355"/>
                  <a:pt x="14814962" y="2918618"/>
                </a:cubicBezTo>
                <a:cubicBezTo>
                  <a:pt x="14794487" y="2918618"/>
                  <a:pt x="14787662" y="2912196"/>
                  <a:pt x="14787662" y="2886509"/>
                </a:cubicBezTo>
                <a:close/>
                <a:moveTo>
                  <a:pt x="18905495" y="2886509"/>
                </a:moveTo>
                <a:cubicBezTo>
                  <a:pt x="18905495" y="2905773"/>
                  <a:pt x="18899507" y="2918616"/>
                  <a:pt x="18887531" y="2918616"/>
                </a:cubicBezTo>
                <a:cubicBezTo>
                  <a:pt x="18887531" y="2899352"/>
                  <a:pt x="18887531" y="2886509"/>
                  <a:pt x="18905495" y="2886509"/>
                </a:cubicBezTo>
                <a:close/>
                <a:moveTo>
                  <a:pt x="15824664" y="2886509"/>
                </a:moveTo>
                <a:cubicBezTo>
                  <a:pt x="15824664" y="2912196"/>
                  <a:pt x="15818676" y="2918617"/>
                  <a:pt x="15806702" y="2918617"/>
                </a:cubicBezTo>
                <a:cubicBezTo>
                  <a:pt x="15806702" y="2899352"/>
                  <a:pt x="15812690" y="2886509"/>
                  <a:pt x="15824664" y="2886509"/>
                </a:cubicBezTo>
                <a:close/>
                <a:moveTo>
                  <a:pt x="20540611" y="2886508"/>
                </a:moveTo>
                <a:cubicBezTo>
                  <a:pt x="20540611" y="2905773"/>
                  <a:pt x="20540611" y="2918616"/>
                  <a:pt x="20527483" y="2918616"/>
                </a:cubicBezTo>
                <a:cubicBezTo>
                  <a:pt x="20527483" y="2899352"/>
                  <a:pt x="20527483" y="2886508"/>
                  <a:pt x="20540611" y="2886508"/>
                </a:cubicBezTo>
                <a:close/>
                <a:moveTo>
                  <a:pt x="19773867" y="2886508"/>
                </a:moveTo>
                <a:cubicBezTo>
                  <a:pt x="19786163" y="2892929"/>
                  <a:pt x="19798459" y="2899352"/>
                  <a:pt x="19810759" y="2905773"/>
                </a:cubicBezTo>
                <a:cubicBezTo>
                  <a:pt x="19804607" y="2912195"/>
                  <a:pt x="19804607" y="2918616"/>
                  <a:pt x="19798459" y="2918616"/>
                </a:cubicBezTo>
                <a:cubicBezTo>
                  <a:pt x="19786163" y="2918616"/>
                  <a:pt x="19773867" y="2918616"/>
                  <a:pt x="19773867" y="2886508"/>
                </a:cubicBezTo>
                <a:close/>
                <a:moveTo>
                  <a:pt x="15322112" y="2886507"/>
                </a:moveTo>
                <a:cubicBezTo>
                  <a:pt x="15322112" y="2906088"/>
                  <a:pt x="15322112" y="2919143"/>
                  <a:pt x="15322112" y="2938724"/>
                </a:cubicBezTo>
                <a:cubicBezTo>
                  <a:pt x="15315288" y="2938724"/>
                  <a:pt x="15315288" y="2945251"/>
                  <a:pt x="15308462" y="2951777"/>
                </a:cubicBezTo>
                <a:cubicBezTo>
                  <a:pt x="15301638" y="2932196"/>
                  <a:pt x="15294814" y="2886507"/>
                  <a:pt x="15322112" y="2886507"/>
                </a:cubicBezTo>
                <a:close/>
                <a:moveTo>
                  <a:pt x="18636327" y="2886505"/>
                </a:moveTo>
                <a:cubicBezTo>
                  <a:pt x="18654771" y="2886505"/>
                  <a:pt x="18673219" y="2886505"/>
                  <a:pt x="18673219" y="2917249"/>
                </a:cubicBezTo>
                <a:cubicBezTo>
                  <a:pt x="18660919" y="2917249"/>
                  <a:pt x="18636327" y="2923397"/>
                  <a:pt x="18636327" y="2886505"/>
                </a:cubicBezTo>
                <a:close/>
                <a:moveTo>
                  <a:pt x="16195902" y="2880282"/>
                </a:moveTo>
                <a:cubicBezTo>
                  <a:pt x="16250164" y="2886567"/>
                  <a:pt x="16304896" y="2910186"/>
                  <a:pt x="16355874" y="2931780"/>
                </a:cubicBezTo>
                <a:cubicBezTo>
                  <a:pt x="16445422" y="2970173"/>
                  <a:pt x="16536050" y="3013897"/>
                  <a:pt x="16625598" y="3045891"/>
                </a:cubicBezTo>
                <a:cubicBezTo>
                  <a:pt x="16619124" y="3065080"/>
                  <a:pt x="16612652" y="3097079"/>
                  <a:pt x="16599704" y="3097079"/>
                </a:cubicBezTo>
                <a:cubicBezTo>
                  <a:pt x="16580284" y="3103477"/>
                  <a:pt x="16561944" y="3103477"/>
                  <a:pt x="16542524" y="3103477"/>
                </a:cubicBezTo>
                <a:cubicBezTo>
                  <a:pt x="16503684" y="3103477"/>
                  <a:pt x="16464844" y="3097079"/>
                  <a:pt x="16426002" y="3077884"/>
                </a:cubicBezTo>
                <a:cubicBezTo>
                  <a:pt x="16406582" y="3065080"/>
                  <a:pt x="16393636" y="3045891"/>
                  <a:pt x="16380690" y="3026695"/>
                </a:cubicBezTo>
                <a:cubicBezTo>
                  <a:pt x="16355874" y="3026695"/>
                  <a:pt x="16336454" y="3026695"/>
                  <a:pt x="16317034" y="3026695"/>
                </a:cubicBezTo>
                <a:cubicBezTo>
                  <a:pt x="16271722" y="3026695"/>
                  <a:pt x="16232882" y="3020296"/>
                  <a:pt x="16187568" y="3001100"/>
                </a:cubicBezTo>
                <a:cubicBezTo>
                  <a:pt x="16187568" y="2988303"/>
                  <a:pt x="16194040" y="2981904"/>
                  <a:pt x="16200514" y="2981904"/>
                </a:cubicBezTo>
                <a:cubicBezTo>
                  <a:pt x="16174620" y="2962709"/>
                  <a:pt x="16156280" y="2981904"/>
                  <a:pt x="16130386" y="2970173"/>
                </a:cubicBezTo>
                <a:cubicBezTo>
                  <a:pt x="16110966" y="2956310"/>
                  <a:pt x="16091546" y="2931780"/>
                  <a:pt x="16072126" y="2906187"/>
                </a:cubicBezTo>
                <a:cubicBezTo>
                  <a:pt x="16094782" y="2891791"/>
                  <a:pt x="16118182" y="2883792"/>
                  <a:pt x="16141950" y="2880492"/>
                </a:cubicBezTo>
                <a:cubicBezTo>
                  <a:pt x="16159778" y="2878019"/>
                  <a:pt x="16177814" y="2878188"/>
                  <a:pt x="16195902" y="2880282"/>
                </a:cubicBezTo>
                <a:close/>
                <a:moveTo>
                  <a:pt x="19605003" y="2872561"/>
                </a:moveTo>
                <a:cubicBezTo>
                  <a:pt x="19619331" y="2875021"/>
                  <a:pt x="19636839" y="2886506"/>
                  <a:pt x="19649571" y="2889788"/>
                </a:cubicBezTo>
                <a:cubicBezTo>
                  <a:pt x="19635247" y="2899633"/>
                  <a:pt x="19613759" y="2924241"/>
                  <a:pt x="19595851" y="2922088"/>
                </a:cubicBezTo>
                <a:lnTo>
                  <a:pt x="19592455" y="2919462"/>
                </a:lnTo>
                <a:lnTo>
                  <a:pt x="19583775" y="2929354"/>
                </a:lnTo>
                <a:cubicBezTo>
                  <a:pt x="19580783" y="2929354"/>
                  <a:pt x="19577787" y="2925941"/>
                  <a:pt x="19574795" y="2919115"/>
                </a:cubicBezTo>
                <a:cubicBezTo>
                  <a:pt x="19576291" y="2915703"/>
                  <a:pt x="19577787" y="2913571"/>
                  <a:pt x="19579283" y="2912398"/>
                </a:cubicBezTo>
                <a:lnTo>
                  <a:pt x="19582447" y="2911723"/>
                </a:lnTo>
                <a:lnTo>
                  <a:pt x="19579539" y="2909476"/>
                </a:lnTo>
                <a:cubicBezTo>
                  <a:pt x="19579539" y="2876662"/>
                  <a:pt x="19590679" y="2870099"/>
                  <a:pt x="19605003" y="2872561"/>
                </a:cubicBezTo>
                <a:close/>
                <a:moveTo>
                  <a:pt x="15218912" y="2867551"/>
                </a:moveTo>
                <a:cubicBezTo>
                  <a:pt x="15238778" y="2874031"/>
                  <a:pt x="15252024" y="2880511"/>
                  <a:pt x="15265268" y="2886990"/>
                </a:cubicBezTo>
                <a:cubicBezTo>
                  <a:pt x="15258646" y="2912908"/>
                  <a:pt x="15258646" y="2932345"/>
                  <a:pt x="15252024" y="2951785"/>
                </a:cubicBezTo>
                <a:cubicBezTo>
                  <a:pt x="15232156" y="2932345"/>
                  <a:pt x="15212288" y="2932345"/>
                  <a:pt x="15185798" y="2938827"/>
                </a:cubicBezTo>
                <a:cubicBezTo>
                  <a:pt x="15199044" y="2912908"/>
                  <a:pt x="15205666" y="2886990"/>
                  <a:pt x="15218912" y="2867551"/>
                </a:cubicBezTo>
                <a:close/>
                <a:moveTo>
                  <a:pt x="18602123" y="2864682"/>
                </a:moveTo>
                <a:cubicBezTo>
                  <a:pt x="18602123" y="2904360"/>
                  <a:pt x="18577527" y="2891134"/>
                  <a:pt x="18565231" y="2891134"/>
                </a:cubicBezTo>
                <a:cubicBezTo>
                  <a:pt x="18565231" y="2858067"/>
                  <a:pt x="18583675" y="2864682"/>
                  <a:pt x="18602123" y="2864682"/>
                </a:cubicBezTo>
                <a:close/>
                <a:moveTo>
                  <a:pt x="14076700" y="2864216"/>
                </a:moveTo>
                <a:cubicBezTo>
                  <a:pt x="14089339" y="2864216"/>
                  <a:pt x="14113564" y="2858067"/>
                  <a:pt x="14113564" y="2888811"/>
                </a:cubicBezTo>
                <a:cubicBezTo>
                  <a:pt x="14094605" y="2888811"/>
                  <a:pt x="14076700" y="2894959"/>
                  <a:pt x="14076700" y="2864216"/>
                </a:cubicBezTo>
                <a:close/>
                <a:moveTo>
                  <a:pt x="13578001" y="2864216"/>
                </a:moveTo>
                <a:cubicBezTo>
                  <a:pt x="13578001" y="2894959"/>
                  <a:pt x="13559555" y="2888811"/>
                  <a:pt x="13541109" y="2888811"/>
                </a:cubicBezTo>
                <a:cubicBezTo>
                  <a:pt x="13541109" y="2858068"/>
                  <a:pt x="13565704" y="2864216"/>
                  <a:pt x="13578001" y="2864216"/>
                </a:cubicBezTo>
                <a:close/>
                <a:moveTo>
                  <a:pt x="16056876" y="2862810"/>
                </a:moveTo>
                <a:cubicBezTo>
                  <a:pt x="16056876" y="2882392"/>
                  <a:pt x="16056876" y="2921552"/>
                  <a:pt x="16044468" y="2921552"/>
                </a:cubicBezTo>
                <a:cubicBezTo>
                  <a:pt x="16025852" y="2928080"/>
                  <a:pt x="16007238" y="2908499"/>
                  <a:pt x="16001034" y="2882392"/>
                </a:cubicBezTo>
                <a:cubicBezTo>
                  <a:pt x="16019648" y="2869337"/>
                  <a:pt x="16038262" y="2869337"/>
                  <a:pt x="16056876" y="2862810"/>
                </a:cubicBezTo>
                <a:close/>
                <a:moveTo>
                  <a:pt x="17451391" y="2862808"/>
                </a:moveTo>
                <a:cubicBezTo>
                  <a:pt x="17470007" y="2869421"/>
                  <a:pt x="17488623" y="2876034"/>
                  <a:pt x="17507235" y="2876034"/>
                </a:cubicBezTo>
                <a:cubicBezTo>
                  <a:pt x="17494827" y="2902488"/>
                  <a:pt x="17451391" y="2909102"/>
                  <a:pt x="17451391" y="2862808"/>
                </a:cubicBezTo>
                <a:close/>
                <a:moveTo>
                  <a:pt x="15697688" y="2862808"/>
                </a:moveTo>
                <a:cubicBezTo>
                  <a:pt x="15703676" y="2862808"/>
                  <a:pt x="15715650" y="2869632"/>
                  <a:pt x="15715650" y="2890107"/>
                </a:cubicBezTo>
                <a:cubicBezTo>
                  <a:pt x="15703676" y="2890107"/>
                  <a:pt x="15697688" y="2883283"/>
                  <a:pt x="15697688" y="2862808"/>
                </a:cubicBezTo>
                <a:close/>
                <a:moveTo>
                  <a:pt x="11828129" y="2862535"/>
                </a:moveTo>
                <a:cubicBezTo>
                  <a:pt x="11828129" y="2881878"/>
                  <a:pt x="11833502" y="2888327"/>
                  <a:pt x="11846399" y="2888327"/>
                </a:cubicBezTo>
                <a:cubicBezTo>
                  <a:pt x="11846399" y="2868983"/>
                  <a:pt x="11833502" y="2862535"/>
                  <a:pt x="11828129" y="2862535"/>
                </a:cubicBezTo>
                <a:close/>
                <a:moveTo>
                  <a:pt x="19230975" y="2859636"/>
                </a:moveTo>
                <a:cubicBezTo>
                  <a:pt x="19253587" y="2860233"/>
                  <a:pt x="19279519" y="2894851"/>
                  <a:pt x="19298819" y="2904400"/>
                </a:cubicBezTo>
                <a:cubicBezTo>
                  <a:pt x="19266655" y="2904400"/>
                  <a:pt x="19235563" y="2898034"/>
                  <a:pt x="19209835" y="2872568"/>
                </a:cubicBezTo>
                <a:cubicBezTo>
                  <a:pt x="19216267" y="2863018"/>
                  <a:pt x="19223435" y="2859439"/>
                  <a:pt x="19230975" y="2859636"/>
                </a:cubicBezTo>
                <a:close/>
                <a:moveTo>
                  <a:pt x="15155756" y="2857099"/>
                </a:moveTo>
                <a:cubicBezTo>
                  <a:pt x="15167976" y="2855443"/>
                  <a:pt x="15179382" y="2857099"/>
                  <a:pt x="15185898" y="2870343"/>
                </a:cubicBezTo>
                <a:cubicBezTo>
                  <a:pt x="15198932" y="2896833"/>
                  <a:pt x="15185898" y="2923322"/>
                  <a:pt x="15166346" y="2916699"/>
                </a:cubicBezTo>
                <a:cubicBezTo>
                  <a:pt x="15140278" y="2916699"/>
                  <a:pt x="15120726" y="2916699"/>
                  <a:pt x="15095742" y="2923322"/>
                </a:cubicBezTo>
                <a:cubicBezTo>
                  <a:pt x="15095742" y="2890210"/>
                  <a:pt x="15095742" y="2863721"/>
                  <a:pt x="15120726" y="2863721"/>
                </a:cubicBezTo>
                <a:cubicBezTo>
                  <a:pt x="15130502" y="2863721"/>
                  <a:pt x="15143536" y="2858754"/>
                  <a:pt x="15155756" y="2857099"/>
                </a:cubicBezTo>
                <a:close/>
                <a:moveTo>
                  <a:pt x="14905535" y="2855416"/>
                </a:moveTo>
                <a:cubicBezTo>
                  <a:pt x="14914225" y="2852003"/>
                  <a:pt x="14923729" y="2852003"/>
                  <a:pt x="14933504" y="2855416"/>
                </a:cubicBezTo>
                <a:cubicBezTo>
                  <a:pt x="14913953" y="2862239"/>
                  <a:pt x="14895488" y="2869065"/>
                  <a:pt x="14882454" y="2875890"/>
                </a:cubicBezTo>
                <a:cubicBezTo>
                  <a:pt x="14888971" y="2865652"/>
                  <a:pt x="14896846" y="2858827"/>
                  <a:pt x="14905535" y="2855416"/>
                </a:cubicBezTo>
                <a:close/>
                <a:moveTo>
                  <a:pt x="13028326" y="2853810"/>
                </a:moveTo>
                <a:cubicBezTo>
                  <a:pt x="13045709" y="2853810"/>
                  <a:pt x="13065577" y="2860290"/>
                  <a:pt x="13075510" y="2860290"/>
                </a:cubicBezTo>
                <a:cubicBezTo>
                  <a:pt x="13075510" y="2918606"/>
                  <a:pt x="13015908" y="2886208"/>
                  <a:pt x="12996041" y="2886208"/>
                </a:cubicBezTo>
                <a:cubicBezTo>
                  <a:pt x="12996041" y="2860290"/>
                  <a:pt x="13010942" y="2853810"/>
                  <a:pt x="13028326" y="2853810"/>
                </a:cubicBezTo>
                <a:close/>
                <a:moveTo>
                  <a:pt x="15960480" y="2843852"/>
                </a:moveTo>
                <a:cubicBezTo>
                  <a:pt x="15960480" y="2850677"/>
                  <a:pt x="15966800" y="2857501"/>
                  <a:pt x="15966800" y="2864325"/>
                </a:cubicBezTo>
                <a:cubicBezTo>
                  <a:pt x="15960480" y="2871149"/>
                  <a:pt x="15948894" y="2864325"/>
                  <a:pt x="15960480" y="2843852"/>
                </a:cubicBezTo>
                <a:close/>
                <a:moveTo>
                  <a:pt x="17972311" y="2843851"/>
                </a:moveTo>
                <a:cubicBezTo>
                  <a:pt x="18003947" y="2843851"/>
                  <a:pt x="18043219" y="2875449"/>
                  <a:pt x="18075947" y="2888087"/>
                </a:cubicBezTo>
                <a:cubicBezTo>
                  <a:pt x="18075947" y="2956551"/>
                  <a:pt x="17991947" y="2919688"/>
                  <a:pt x="17965767" y="2907045"/>
                </a:cubicBezTo>
                <a:cubicBezTo>
                  <a:pt x="17939587" y="2894407"/>
                  <a:pt x="17939587" y="2843851"/>
                  <a:pt x="17972311" y="2843851"/>
                </a:cubicBezTo>
                <a:close/>
                <a:moveTo>
                  <a:pt x="19208739" y="2843848"/>
                </a:moveTo>
                <a:cubicBezTo>
                  <a:pt x="19202179" y="2849834"/>
                  <a:pt x="19202179" y="2855822"/>
                  <a:pt x="19195615" y="2861809"/>
                </a:cubicBezTo>
                <a:cubicBezTo>
                  <a:pt x="19195615" y="2843848"/>
                  <a:pt x="19195615" y="2843848"/>
                  <a:pt x="19208739" y="2843848"/>
                </a:cubicBezTo>
                <a:close/>
                <a:moveTo>
                  <a:pt x="12033401" y="2830301"/>
                </a:moveTo>
                <a:cubicBezTo>
                  <a:pt x="12033401" y="2849642"/>
                  <a:pt x="12038775" y="2862535"/>
                  <a:pt x="12051672" y="2862535"/>
                </a:cubicBezTo>
                <a:cubicBezTo>
                  <a:pt x="12051672" y="2843195"/>
                  <a:pt x="12046298" y="2830301"/>
                  <a:pt x="12033401" y="2830301"/>
                </a:cubicBezTo>
                <a:close/>
                <a:moveTo>
                  <a:pt x="17110131" y="2829636"/>
                </a:moveTo>
                <a:cubicBezTo>
                  <a:pt x="17142447" y="2835991"/>
                  <a:pt x="17168303" y="2829636"/>
                  <a:pt x="17193079" y="2842347"/>
                </a:cubicBezTo>
                <a:cubicBezTo>
                  <a:pt x="17251247" y="2867773"/>
                  <a:pt x="17161839" y="2912272"/>
                  <a:pt x="17148911" y="2918627"/>
                </a:cubicBezTo>
                <a:cubicBezTo>
                  <a:pt x="17135987" y="2893201"/>
                  <a:pt x="17123059" y="2861418"/>
                  <a:pt x="17110131" y="2829636"/>
                </a:cubicBezTo>
                <a:close/>
                <a:moveTo>
                  <a:pt x="19711247" y="2829631"/>
                </a:moveTo>
                <a:cubicBezTo>
                  <a:pt x="19711247" y="2848893"/>
                  <a:pt x="19705259" y="2861738"/>
                  <a:pt x="19693287" y="2861738"/>
                </a:cubicBezTo>
                <a:cubicBezTo>
                  <a:pt x="19693287" y="2842473"/>
                  <a:pt x="19699275" y="2829631"/>
                  <a:pt x="19711247" y="2829631"/>
                </a:cubicBezTo>
                <a:close/>
                <a:moveTo>
                  <a:pt x="20488539" y="2829626"/>
                </a:moveTo>
                <a:cubicBezTo>
                  <a:pt x="20488539" y="2866517"/>
                  <a:pt x="20463943" y="2860369"/>
                  <a:pt x="20451647" y="2860369"/>
                </a:cubicBezTo>
                <a:cubicBezTo>
                  <a:pt x="20451647" y="2829626"/>
                  <a:pt x="20470091" y="2829626"/>
                  <a:pt x="20488539" y="2829626"/>
                </a:cubicBezTo>
                <a:close/>
                <a:moveTo>
                  <a:pt x="10620404" y="2827080"/>
                </a:moveTo>
                <a:cubicBezTo>
                  <a:pt x="10609925" y="2828694"/>
                  <a:pt x="10601865" y="2836747"/>
                  <a:pt x="10601865" y="2862535"/>
                </a:cubicBezTo>
                <a:cubicBezTo>
                  <a:pt x="10621210" y="2862535"/>
                  <a:pt x="10653451" y="2881878"/>
                  <a:pt x="10653451" y="2830301"/>
                </a:cubicBezTo>
                <a:cubicBezTo>
                  <a:pt x="10643779" y="2830301"/>
                  <a:pt x="10630882" y="2825468"/>
                  <a:pt x="10620404" y="2827080"/>
                </a:cubicBezTo>
                <a:close/>
                <a:moveTo>
                  <a:pt x="17386475" y="2825331"/>
                </a:moveTo>
                <a:cubicBezTo>
                  <a:pt x="17395919" y="2825331"/>
                  <a:pt x="17405495" y="2828639"/>
                  <a:pt x="17412411" y="2828639"/>
                </a:cubicBezTo>
                <a:cubicBezTo>
                  <a:pt x="17412411" y="2841864"/>
                  <a:pt x="17412411" y="2848477"/>
                  <a:pt x="17412411" y="2861705"/>
                </a:cubicBezTo>
                <a:cubicBezTo>
                  <a:pt x="17398579" y="2855091"/>
                  <a:pt x="17380491" y="2848477"/>
                  <a:pt x="17361339" y="2841864"/>
                </a:cubicBezTo>
                <a:cubicBezTo>
                  <a:pt x="17367723" y="2828640"/>
                  <a:pt x="17377031" y="2825331"/>
                  <a:pt x="17386475" y="2825331"/>
                </a:cubicBezTo>
                <a:close/>
                <a:moveTo>
                  <a:pt x="11956021" y="2822248"/>
                </a:moveTo>
                <a:cubicBezTo>
                  <a:pt x="11935064" y="2822248"/>
                  <a:pt x="11910883" y="2830301"/>
                  <a:pt x="11897986" y="2830301"/>
                </a:cubicBezTo>
                <a:cubicBezTo>
                  <a:pt x="11897986" y="2901221"/>
                  <a:pt x="11968918" y="2862535"/>
                  <a:pt x="11994711" y="2862535"/>
                </a:cubicBezTo>
                <a:cubicBezTo>
                  <a:pt x="11994711" y="2830301"/>
                  <a:pt x="11976978" y="2822248"/>
                  <a:pt x="11956021" y="2822248"/>
                </a:cubicBezTo>
                <a:close/>
                <a:moveTo>
                  <a:pt x="15870978" y="2820033"/>
                </a:moveTo>
                <a:cubicBezTo>
                  <a:pt x="15903458" y="2821572"/>
                  <a:pt x="15938522" y="2835103"/>
                  <a:pt x="15962034" y="2874477"/>
                </a:cubicBezTo>
                <a:cubicBezTo>
                  <a:pt x="15943388" y="2904009"/>
                  <a:pt x="15916836" y="2867094"/>
                  <a:pt x="15915670" y="2877247"/>
                </a:cubicBezTo>
                <a:lnTo>
                  <a:pt x="15917266" y="2886254"/>
                </a:lnTo>
                <a:lnTo>
                  <a:pt x="15922280" y="2883449"/>
                </a:lnTo>
                <a:cubicBezTo>
                  <a:pt x="15927202" y="2878633"/>
                  <a:pt x="15924742" y="2895490"/>
                  <a:pt x="15923202" y="2904219"/>
                </a:cubicBezTo>
                <a:lnTo>
                  <a:pt x="15923194" y="2904270"/>
                </a:lnTo>
                <a:lnTo>
                  <a:pt x="15924200" y="2907288"/>
                </a:lnTo>
                <a:lnTo>
                  <a:pt x="15922796" y="2906383"/>
                </a:lnTo>
                <a:lnTo>
                  <a:pt x="15922280" y="2909137"/>
                </a:lnTo>
                <a:lnTo>
                  <a:pt x="15920932" y="2905181"/>
                </a:lnTo>
                <a:lnTo>
                  <a:pt x="15877176" y="2876938"/>
                </a:lnTo>
                <a:cubicBezTo>
                  <a:pt x="15862584" y="2862992"/>
                  <a:pt x="15849612" y="2844946"/>
                  <a:pt x="15839882" y="2821983"/>
                </a:cubicBezTo>
                <a:cubicBezTo>
                  <a:pt x="15849610" y="2820341"/>
                  <a:pt x="15860150" y="2819526"/>
                  <a:pt x="15870978" y="2820033"/>
                </a:cubicBezTo>
                <a:close/>
                <a:moveTo>
                  <a:pt x="17348759" y="2811050"/>
                </a:moveTo>
                <a:cubicBezTo>
                  <a:pt x="17350399" y="2809329"/>
                  <a:pt x="17353679" y="2812769"/>
                  <a:pt x="17360243" y="2819586"/>
                </a:cubicBezTo>
                <a:cubicBezTo>
                  <a:pt x="17353679" y="2826408"/>
                  <a:pt x="17347119" y="2826408"/>
                  <a:pt x="17347119" y="2833234"/>
                </a:cubicBezTo>
                <a:cubicBezTo>
                  <a:pt x="17347119" y="2819585"/>
                  <a:pt x="17347119" y="2812769"/>
                  <a:pt x="17348759" y="2811050"/>
                </a:cubicBezTo>
                <a:close/>
                <a:moveTo>
                  <a:pt x="14763053" y="2801454"/>
                </a:moveTo>
                <a:cubicBezTo>
                  <a:pt x="14792430" y="2800636"/>
                  <a:pt x="14821142" y="2808831"/>
                  <a:pt x="14843473" y="2844944"/>
                </a:cubicBezTo>
                <a:cubicBezTo>
                  <a:pt x="14817951" y="2851506"/>
                  <a:pt x="14786049" y="2871193"/>
                  <a:pt x="14754147" y="2858068"/>
                </a:cubicBezTo>
                <a:cubicBezTo>
                  <a:pt x="14728625" y="2844944"/>
                  <a:pt x="14704167" y="2825255"/>
                  <a:pt x="14678645" y="2812121"/>
                </a:cubicBezTo>
                <a:cubicBezTo>
                  <a:pt x="14703635" y="2812121"/>
                  <a:pt x="14733676" y="2802277"/>
                  <a:pt x="14763053" y="2801454"/>
                </a:cubicBezTo>
                <a:close/>
                <a:moveTo>
                  <a:pt x="10692142" y="2798035"/>
                </a:moveTo>
                <a:cubicBezTo>
                  <a:pt x="10679245" y="2798035"/>
                  <a:pt x="10672797" y="2810946"/>
                  <a:pt x="10672797" y="2830301"/>
                </a:cubicBezTo>
                <a:cubicBezTo>
                  <a:pt x="10685693" y="2830301"/>
                  <a:pt x="10692142" y="2817421"/>
                  <a:pt x="10692142" y="2798035"/>
                </a:cubicBezTo>
                <a:close/>
                <a:moveTo>
                  <a:pt x="17052179" y="2796444"/>
                </a:moveTo>
                <a:cubicBezTo>
                  <a:pt x="17052179" y="2815563"/>
                  <a:pt x="17052179" y="2841018"/>
                  <a:pt x="17052179" y="2860116"/>
                </a:cubicBezTo>
                <a:cubicBezTo>
                  <a:pt x="17039251" y="2860116"/>
                  <a:pt x="17019863" y="2866482"/>
                  <a:pt x="17001547" y="2853749"/>
                </a:cubicBezTo>
                <a:cubicBezTo>
                  <a:pt x="16982159" y="2841018"/>
                  <a:pt x="17052179" y="2796444"/>
                  <a:pt x="17052179" y="2796444"/>
                </a:cubicBezTo>
                <a:close/>
                <a:moveTo>
                  <a:pt x="19654371" y="2796442"/>
                </a:moveTo>
                <a:cubicBezTo>
                  <a:pt x="19654371" y="2815725"/>
                  <a:pt x="19648383" y="2828557"/>
                  <a:pt x="19636407" y="2828557"/>
                </a:cubicBezTo>
                <a:cubicBezTo>
                  <a:pt x="19636407" y="2809275"/>
                  <a:pt x="19642395" y="2796442"/>
                  <a:pt x="19654371" y="2796442"/>
                </a:cubicBezTo>
                <a:close/>
                <a:moveTo>
                  <a:pt x="19228795" y="2796442"/>
                </a:moveTo>
                <a:cubicBezTo>
                  <a:pt x="19241923" y="2796442"/>
                  <a:pt x="19241923" y="2809275"/>
                  <a:pt x="19241923" y="2828557"/>
                </a:cubicBezTo>
                <a:cubicBezTo>
                  <a:pt x="19228795" y="2828557"/>
                  <a:pt x="19228795" y="2815725"/>
                  <a:pt x="19228795" y="2796442"/>
                </a:cubicBezTo>
                <a:close/>
                <a:moveTo>
                  <a:pt x="17317611" y="2796442"/>
                </a:moveTo>
                <a:cubicBezTo>
                  <a:pt x="17317611" y="2833344"/>
                  <a:pt x="17298347" y="2827196"/>
                  <a:pt x="17285503" y="2827196"/>
                </a:cubicBezTo>
                <a:cubicBezTo>
                  <a:pt x="17285503" y="2796442"/>
                  <a:pt x="17304771" y="2796442"/>
                  <a:pt x="17317611" y="2796442"/>
                </a:cubicBezTo>
                <a:close/>
                <a:moveTo>
                  <a:pt x="15356430" y="2786970"/>
                </a:moveTo>
                <a:cubicBezTo>
                  <a:pt x="15427336" y="2786970"/>
                  <a:pt x="15504688" y="2806825"/>
                  <a:pt x="15580966" y="2806825"/>
                </a:cubicBezTo>
                <a:cubicBezTo>
                  <a:pt x="15606750" y="2806825"/>
                  <a:pt x="15677656" y="2800212"/>
                  <a:pt x="15677656" y="2866442"/>
                </a:cubicBezTo>
                <a:cubicBezTo>
                  <a:pt x="15638980" y="2866442"/>
                  <a:pt x="15600304" y="2866442"/>
                  <a:pt x="15561628" y="2866442"/>
                </a:cubicBezTo>
                <a:cubicBezTo>
                  <a:pt x="15491796" y="2839954"/>
                  <a:pt x="15427336" y="2813476"/>
                  <a:pt x="15356430" y="2786970"/>
                </a:cubicBezTo>
                <a:close/>
                <a:moveTo>
                  <a:pt x="16981959" y="2778778"/>
                </a:moveTo>
                <a:cubicBezTo>
                  <a:pt x="16987263" y="2779181"/>
                  <a:pt x="16991907" y="2782825"/>
                  <a:pt x="16994871" y="2790923"/>
                </a:cubicBezTo>
                <a:cubicBezTo>
                  <a:pt x="17014259" y="2842768"/>
                  <a:pt x="16957167" y="2829808"/>
                  <a:pt x="16944243" y="2829808"/>
                </a:cubicBezTo>
                <a:cubicBezTo>
                  <a:pt x="16944243" y="2805493"/>
                  <a:pt x="16966055" y="2777562"/>
                  <a:pt x="16981959" y="2778778"/>
                </a:cubicBezTo>
                <a:close/>
                <a:moveTo>
                  <a:pt x="19129259" y="2772745"/>
                </a:moveTo>
                <a:cubicBezTo>
                  <a:pt x="19141231" y="2772745"/>
                  <a:pt x="19147219" y="2779570"/>
                  <a:pt x="19147219" y="2800041"/>
                </a:cubicBezTo>
                <a:cubicBezTo>
                  <a:pt x="19135247" y="2800041"/>
                  <a:pt x="19129259" y="2793219"/>
                  <a:pt x="19129259" y="2772745"/>
                </a:cubicBezTo>
                <a:close/>
                <a:moveTo>
                  <a:pt x="17260751" y="2772744"/>
                </a:moveTo>
                <a:cubicBezTo>
                  <a:pt x="17260751" y="2791359"/>
                  <a:pt x="17260751" y="2809980"/>
                  <a:pt x="17260751" y="2828593"/>
                </a:cubicBezTo>
                <a:cubicBezTo>
                  <a:pt x="17248111" y="2828593"/>
                  <a:pt x="17235471" y="2828593"/>
                  <a:pt x="17222835" y="2828593"/>
                </a:cubicBezTo>
                <a:cubicBezTo>
                  <a:pt x="17216515" y="2816193"/>
                  <a:pt x="17210195" y="2803766"/>
                  <a:pt x="17204927" y="2791359"/>
                </a:cubicBezTo>
                <a:cubicBezTo>
                  <a:pt x="17222835" y="2778948"/>
                  <a:pt x="17241791" y="2772744"/>
                  <a:pt x="17260751" y="2772744"/>
                </a:cubicBezTo>
                <a:close/>
                <a:moveTo>
                  <a:pt x="15730866" y="2772744"/>
                </a:moveTo>
                <a:cubicBezTo>
                  <a:pt x="15761958" y="2778949"/>
                  <a:pt x="15787688" y="2791359"/>
                  <a:pt x="15819850" y="2797558"/>
                </a:cubicBezTo>
                <a:cubicBezTo>
                  <a:pt x="15787688" y="2803766"/>
                  <a:pt x="15761958" y="2816193"/>
                  <a:pt x="15730866" y="2828593"/>
                </a:cubicBezTo>
                <a:cubicBezTo>
                  <a:pt x="15730866" y="2809980"/>
                  <a:pt x="15730866" y="2791359"/>
                  <a:pt x="15730866" y="2772744"/>
                </a:cubicBezTo>
                <a:close/>
                <a:moveTo>
                  <a:pt x="19090347" y="2772744"/>
                </a:moveTo>
                <a:cubicBezTo>
                  <a:pt x="19090347" y="2797558"/>
                  <a:pt x="19090347" y="2828593"/>
                  <a:pt x="19072383" y="2828593"/>
                </a:cubicBezTo>
                <a:cubicBezTo>
                  <a:pt x="19072383" y="2803766"/>
                  <a:pt x="19072383" y="2772744"/>
                  <a:pt x="19090347" y="2772744"/>
                </a:cubicBezTo>
                <a:close/>
                <a:moveTo>
                  <a:pt x="19595243" y="2770102"/>
                </a:moveTo>
                <a:cubicBezTo>
                  <a:pt x="19604335" y="2768447"/>
                  <a:pt x="19615907" y="2771753"/>
                  <a:pt x="19625827" y="2771753"/>
                </a:cubicBezTo>
                <a:cubicBezTo>
                  <a:pt x="19625827" y="2804813"/>
                  <a:pt x="19599375" y="2798205"/>
                  <a:pt x="19579535" y="2798205"/>
                </a:cubicBezTo>
                <a:cubicBezTo>
                  <a:pt x="19579535" y="2778367"/>
                  <a:pt x="19586147" y="2771754"/>
                  <a:pt x="19595243" y="2770102"/>
                </a:cubicBezTo>
                <a:close/>
                <a:moveTo>
                  <a:pt x="17184943" y="2741601"/>
                </a:moveTo>
                <a:cubicBezTo>
                  <a:pt x="17184943" y="2781097"/>
                  <a:pt x="17166495" y="2774327"/>
                  <a:pt x="17148051" y="2774327"/>
                </a:cubicBezTo>
                <a:cubicBezTo>
                  <a:pt x="17148051" y="2734829"/>
                  <a:pt x="17172643" y="2741601"/>
                  <a:pt x="17184943" y="2741601"/>
                </a:cubicBezTo>
                <a:close/>
                <a:moveTo>
                  <a:pt x="15184802" y="2739568"/>
                </a:moveTo>
                <a:cubicBezTo>
                  <a:pt x="15184802" y="2758368"/>
                  <a:pt x="15178814" y="2771638"/>
                  <a:pt x="15166838" y="2771638"/>
                </a:cubicBezTo>
                <a:cubicBezTo>
                  <a:pt x="15166838" y="2746204"/>
                  <a:pt x="15172826" y="2739568"/>
                  <a:pt x="15184802" y="2739568"/>
                </a:cubicBezTo>
                <a:close/>
                <a:moveTo>
                  <a:pt x="17730039" y="2739568"/>
                </a:moveTo>
                <a:cubicBezTo>
                  <a:pt x="17730039" y="2758367"/>
                  <a:pt x="17724051" y="2771638"/>
                  <a:pt x="17712075" y="2771638"/>
                </a:cubicBezTo>
                <a:cubicBezTo>
                  <a:pt x="17712075" y="2746203"/>
                  <a:pt x="17718063" y="2739568"/>
                  <a:pt x="17730039" y="2739568"/>
                </a:cubicBezTo>
                <a:close/>
                <a:moveTo>
                  <a:pt x="12595215" y="2737736"/>
                </a:moveTo>
                <a:cubicBezTo>
                  <a:pt x="12583124" y="2736259"/>
                  <a:pt x="12568615" y="2741094"/>
                  <a:pt x="12558943" y="2741094"/>
                </a:cubicBezTo>
                <a:cubicBezTo>
                  <a:pt x="12558943" y="2785149"/>
                  <a:pt x="12597633" y="2772256"/>
                  <a:pt x="12616978" y="2772256"/>
                </a:cubicBezTo>
                <a:cubicBezTo>
                  <a:pt x="12616978" y="2747005"/>
                  <a:pt x="12607305" y="2739212"/>
                  <a:pt x="12595215" y="2737736"/>
                </a:cubicBezTo>
                <a:close/>
                <a:moveTo>
                  <a:pt x="19019643" y="2736633"/>
                </a:moveTo>
                <a:cubicBezTo>
                  <a:pt x="19030015" y="2735153"/>
                  <a:pt x="19042783" y="2739999"/>
                  <a:pt x="19052363" y="2739999"/>
                </a:cubicBezTo>
                <a:cubicBezTo>
                  <a:pt x="19052363" y="2790626"/>
                  <a:pt x="19020439" y="2771235"/>
                  <a:pt x="19001287" y="2771235"/>
                </a:cubicBezTo>
                <a:cubicBezTo>
                  <a:pt x="19001287" y="2745923"/>
                  <a:pt x="19009267" y="2738113"/>
                  <a:pt x="19019643" y="2736633"/>
                </a:cubicBezTo>
                <a:close/>
                <a:moveTo>
                  <a:pt x="19515075" y="2706584"/>
                </a:moveTo>
                <a:cubicBezTo>
                  <a:pt x="19525159" y="2709775"/>
                  <a:pt x="19536019" y="2719353"/>
                  <a:pt x="19545323" y="2725737"/>
                </a:cubicBezTo>
                <a:cubicBezTo>
                  <a:pt x="19539119" y="2725737"/>
                  <a:pt x="19539119" y="2732121"/>
                  <a:pt x="19532915" y="2738505"/>
                </a:cubicBezTo>
                <a:cubicBezTo>
                  <a:pt x="19520503" y="2732121"/>
                  <a:pt x="19501891" y="2725737"/>
                  <a:pt x="19489479" y="2725737"/>
                </a:cubicBezTo>
                <a:cubicBezTo>
                  <a:pt x="19495687" y="2706584"/>
                  <a:pt x="19504991" y="2703392"/>
                  <a:pt x="19515075" y="2706584"/>
                </a:cubicBezTo>
                <a:close/>
                <a:moveTo>
                  <a:pt x="17654107" y="2706391"/>
                </a:moveTo>
                <a:cubicBezTo>
                  <a:pt x="17654107" y="2725656"/>
                  <a:pt x="17654107" y="2738499"/>
                  <a:pt x="17640983" y="2738499"/>
                </a:cubicBezTo>
                <a:cubicBezTo>
                  <a:pt x="17640983" y="2719234"/>
                  <a:pt x="17640983" y="2706391"/>
                  <a:pt x="17654107" y="2706391"/>
                </a:cubicBezTo>
                <a:close/>
                <a:moveTo>
                  <a:pt x="19938755" y="2706391"/>
                </a:moveTo>
                <a:cubicBezTo>
                  <a:pt x="19938755" y="2725656"/>
                  <a:pt x="19932767" y="2738499"/>
                  <a:pt x="19920795" y="2738499"/>
                </a:cubicBezTo>
                <a:cubicBezTo>
                  <a:pt x="19920795" y="2712813"/>
                  <a:pt x="19926779" y="2706391"/>
                  <a:pt x="19938755" y="2706391"/>
                </a:cubicBezTo>
                <a:close/>
                <a:moveTo>
                  <a:pt x="20317935" y="2706391"/>
                </a:moveTo>
                <a:cubicBezTo>
                  <a:pt x="20317935" y="2725656"/>
                  <a:pt x="20311947" y="2738499"/>
                  <a:pt x="20299975" y="2738499"/>
                </a:cubicBezTo>
                <a:cubicBezTo>
                  <a:pt x="20299975" y="2719233"/>
                  <a:pt x="20305959" y="2706391"/>
                  <a:pt x="20317935" y="2706391"/>
                </a:cubicBezTo>
                <a:close/>
                <a:moveTo>
                  <a:pt x="15557604" y="2706390"/>
                </a:moveTo>
                <a:cubicBezTo>
                  <a:pt x="15582882" y="2719660"/>
                  <a:pt x="15639760" y="2706390"/>
                  <a:pt x="15639760" y="2771641"/>
                </a:cubicBezTo>
                <a:cubicBezTo>
                  <a:pt x="15601842" y="2771641"/>
                  <a:pt x="15563924" y="2771641"/>
                  <a:pt x="15527058" y="2771641"/>
                </a:cubicBezTo>
                <a:cubicBezTo>
                  <a:pt x="15532324" y="2746204"/>
                  <a:pt x="15546018" y="2726296"/>
                  <a:pt x="15557604" y="2706390"/>
                </a:cubicBezTo>
                <a:close/>
                <a:moveTo>
                  <a:pt x="17071415" y="2704216"/>
                </a:moveTo>
                <a:cubicBezTo>
                  <a:pt x="17085791" y="2702439"/>
                  <a:pt x="17099255" y="2709548"/>
                  <a:pt x="17109047" y="2709548"/>
                </a:cubicBezTo>
                <a:cubicBezTo>
                  <a:pt x="17109047" y="2752732"/>
                  <a:pt x="17076411" y="2759051"/>
                  <a:pt x="17050303" y="2771691"/>
                </a:cubicBezTo>
                <a:cubicBezTo>
                  <a:pt x="17050303" y="2752732"/>
                  <a:pt x="17043775" y="2722187"/>
                  <a:pt x="17056831" y="2709548"/>
                </a:cubicBezTo>
                <a:cubicBezTo>
                  <a:pt x="17061727" y="2706389"/>
                  <a:pt x="17066619" y="2704809"/>
                  <a:pt x="17071415" y="2704216"/>
                </a:cubicBezTo>
                <a:close/>
                <a:moveTo>
                  <a:pt x="19477719" y="2690421"/>
                </a:moveTo>
                <a:cubicBezTo>
                  <a:pt x="19478539" y="2688924"/>
                  <a:pt x="19481823" y="2690421"/>
                  <a:pt x="19488387" y="2693415"/>
                </a:cubicBezTo>
                <a:cubicBezTo>
                  <a:pt x="19481823" y="2693415"/>
                  <a:pt x="19481823" y="2699402"/>
                  <a:pt x="19481823" y="2705389"/>
                </a:cubicBezTo>
                <a:cubicBezTo>
                  <a:pt x="19478539" y="2696408"/>
                  <a:pt x="19476899" y="2691919"/>
                  <a:pt x="19477719" y="2690421"/>
                </a:cubicBezTo>
                <a:close/>
                <a:moveTo>
                  <a:pt x="12790010" y="2683064"/>
                </a:moveTo>
                <a:cubicBezTo>
                  <a:pt x="12738423" y="2695958"/>
                  <a:pt x="12686836" y="2708855"/>
                  <a:pt x="12636324" y="2721752"/>
                </a:cubicBezTo>
                <a:cubicBezTo>
                  <a:pt x="12649220" y="2734643"/>
                  <a:pt x="12662117" y="2752914"/>
                  <a:pt x="12673939" y="2772256"/>
                </a:cubicBezTo>
                <a:cubicBezTo>
                  <a:pt x="12686836" y="2766883"/>
                  <a:pt x="12699732" y="2759362"/>
                  <a:pt x="12719078" y="2759362"/>
                </a:cubicBezTo>
                <a:cubicBezTo>
                  <a:pt x="12744871" y="2752914"/>
                  <a:pt x="12777113" y="2747539"/>
                  <a:pt x="12809355" y="2741094"/>
                </a:cubicBezTo>
                <a:cubicBezTo>
                  <a:pt x="12802906" y="2721752"/>
                  <a:pt x="12796458" y="2702408"/>
                  <a:pt x="12790010" y="2683064"/>
                </a:cubicBezTo>
                <a:close/>
                <a:moveTo>
                  <a:pt x="15389606" y="2677952"/>
                </a:moveTo>
                <a:cubicBezTo>
                  <a:pt x="15402450" y="2691005"/>
                  <a:pt x="15408872" y="2697532"/>
                  <a:pt x="15421716" y="2710586"/>
                </a:cubicBezTo>
                <a:cubicBezTo>
                  <a:pt x="15408872" y="2717113"/>
                  <a:pt x="15402450" y="2730168"/>
                  <a:pt x="15389606" y="2743221"/>
                </a:cubicBezTo>
                <a:cubicBezTo>
                  <a:pt x="15389606" y="2723640"/>
                  <a:pt x="15389606" y="2697532"/>
                  <a:pt x="15389606" y="2677952"/>
                </a:cubicBezTo>
                <a:close/>
                <a:moveTo>
                  <a:pt x="15358514" y="2677952"/>
                </a:moveTo>
                <a:cubicBezTo>
                  <a:pt x="15378990" y="2677952"/>
                  <a:pt x="15378990" y="2717113"/>
                  <a:pt x="15378990" y="2743221"/>
                </a:cubicBezTo>
                <a:cubicBezTo>
                  <a:pt x="15351690" y="2743221"/>
                  <a:pt x="15358514" y="2704060"/>
                  <a:pt x="15358514" y="2677952"/>
                </a:cubicBezTo>
                <a:close/>
                <a:moveTo>
                  <a:pt x="19090347" y="2677951"/>
                </a:moveTo>
                <a:cubicBezTo>
                  <a:pt x="19090347" y="2703637"/>
                  <a:pt x="19084359" y="2710058"/>
                  <a:pt x="19072383" y="2710058"/>
                </a:cubicBezTo>
                <a:cubicBezTo>
                  <a:pt x="19072383" y="2684372"/>
                  <a:pt x="19078371" y="2677951"/>
                  <a:pt x="19090347" y="2677951"/>
                </a:cubicBezTo>
                <a:close/>
                <a:moveTo>
                  <a:pt x="20279963" y="2677950"/>
                </a:moveTo>
                <a:cubicBezTo>
                  <a:pt x="20279963" y="2703637"/>
                  <a:pt x="20274695" y="2710058"/>
                  <a:pt x="20262055" y="2710058"/>
                </a:cubicBezTo>
                <a:cubicBezTo>
                  <a:pt x="20262055" y="2684372"/>
                  <a:pt x="20274695" y="2677950"/>
                  <a:pt x="20279963" y="2677950"/>
                </a:cubicBezTo>
                <a:close/>
                <a:moveTo>
                  <a:pt x="15317486" y="2675084"/>
                </a:moveTo>
                <a:cubicBezTo>
                  <a:pt x="15317486" y="2714765"/>
                  <a:pt x="15292892" y="2708152"/>
                  <a:pt x="15280594" y="2708152"/>
                </a:cubicBezTo>
                <a:cubicBezTo>
                  <a:pt x="15280594" y="2668471"/>
                  <a:pt x="15305188" y="2675084"/>
                  <a:pt x="15317486" y="2675084"/>
                </a:cubicBezTo>
                <a:close/>
                <a:moveTo>
                  <a:pt x="15066042" y="2650925"/>
                </a:moveTo>
                <a:cubicBezTo>
                  <a:pt x="15093454" y="2643406"/>
                  <a:pt x="15151552" y="2703541"/>
                  <a:pt x="15151552" y="2743630"/>
                </a:cubicBezTo>
                <a:cubicBezTo>
                  <a:pt x="15126970" y="2743630"/>
                  <a:pt x="15082082" y="2762173"/>
                  <a:pt x="15062844" y="2743630"/>
                </a:cubicBezTo>
                <a:cubicBezTo>
                  <a:pt x="15043606" y="2723995"/>
                  <a:pt x="15056432" y="2684723"/>
                  <a:pt x="15056432" y="2658542"/>
                </a:cubicBezTo>
                <a:cubicBezTo>
                  <a:pt x="15058836" y="2654451"/>
                  <a:pt x="15062126" y="2651997"/>
                  <a:pt x="15066042" y="2650925"/>
                </a:cubicBezTo>
                <a:close/>
                <a:moveTo>
                  <a:pt x="15203688" y="2644775"/>
                </a:moveTo>
                <a:cubicBezTo>
                  <a:pt x="15197266" y="2664356"/>
                  <a:pt x="15190846" y="2683937"/>
                  <a:pt x="15184424" y="2710044"/>
                </a:cubicBezTo>
                <a:cubicBezTo>
                  <a:pt x="15178002" y="2696990"/>
                  <a:pt x="15178002" y="2683937"/>
                  <a:pt x="15171580" y="2670883"/>
                </a:cubicBezTo>
                <a:cubicBezTo>
                  <a:pt x="15178002" y="2657828"/>
                  <a:pt x="15190846" y="2651302"/>
                  <a:pt x="15203688" y="2644775"/>
                </a:cubicBezTo>
                <a:close/>
                <a:moveTo>
                  <a:pt x="16426612" y="2644774"/>
                </a:moveTo>
                <a:cubicBezTo>
                  <a:pt x="16426612" y="2670459"/>
                  <a:pt x="16420624" y="2676880"/>
                  <a:pt x="16408650" y="2676880"/>
                </a:cubicBezTo>
                <a:cubicBezTo>
                  <a:pt x="16408650" y="2657616"/>
                  <a:pt x="16414638" y="2644774"/>
                  <a:pt x="16426612" y="2644774"/>
                </a:cubicBezTo>
                <a:close/>
                <a:moveTo>
                  <a:pt x="14223628" y="2644774"/>
                </a:moveTo>
                <a:cubicBezTo>
                  <a:pt x="14235603" y="2644774"/>
                  <a:pt x="14241590" y="2657617"/>
                  <a:pt x="14241590" y="2676880"/>
                </a:cubicBezTo>
                <a:cubicBezTo>
                  <a:pt x="14229615" y="2676880"/>
                  <a:pt x="14223628" y="2670459"/>
                  <a:pt x="14223628" y="2644774"/>
                </a:cubicBezTo>
                <a:close/>
                <a:moveTo>
                  <a:pt x="18110215" y="2644773"/>
                </a:moveTo>
                <a:cubicBezTo>
                  <a:pt x="18122191" y="2644773"/>
                  <a:pt x="18128179" y="2657616"/>
                  <a:pt x="18128179" y="2676880"/>
                </a:cubicBezTo>
                <a:cubicBezTo>
                  <a:pt x="18116203" y="2676880"/>
                  <a:pt x="18110215" y="2670459"/>
                  <a:pt x="18110215" y="2644773"/>
                </a:cubicBezTo>
                <a:close/>
                <a:moveTo>
                  <a:pt x="20246839" y="2644773"/>
                </a:moveTo>
                <a:cubicBezTo>
                  <a:pt x="20246839" y="2670458"/>
                  <a:pt x="20240851" y="2676879"/>
                  <a:pt x="20228879" y="2676879"/>
                </a:cubicBezTo>
                <a:cubicBezTo>
                  <a:pt x="20228879" y="2657615"/>
                  <a:pt x="20234863" y="2644773"/>
                  <a:pt x="20246839" y="2644773"/>
                </a:cubicBezTo>
                <a:close/>
                <a:moveTo>
                  <a:pt x="19867607" y="2644773"/>
                </a:moveTo>
                <a:cubicBezTo>
                  <a:pt x="19867607" y="2664038"/>
                  <a:pt x="19862339" y="2676879"/>
                  <a:pt x="19849699" y="2676879"/>
                </a:cubicBezTo>
                <a:cubicBezTo>
                  <a:pt x="19849699" y="2657615"/>
                  <a:pt x="19849699" y="2644773"/>
                  <a:pt x="19867607" y="2644773"/>
                </a:cubicBezTo>
                <a:close/>
                <a:moveTo>
                  <a:pt x="18064291" y="2644517"/>
                </a:moveTo>
                <a:cubicBezTo>
                  <a:pt x="18076395" y="2639905"/>
                  <a:pt x="18090231" y="2649128"/>
                  <a:pt x="18090231" y="2672186"/>
                </a:cubicBezTo>
                <a:cubicBezTo>
                  <a:pt x="18077931" y="2666037"/>
                  <a:pt x="18065635" y="2659888"/>
                  <a:pt x="18053339" y="2653740"/>
                </a:cubicBezTo>
                <a:cubicBezTo>
                  <a:pt x="18056411" y="2649128"/>
                  <a:pt x="18060255" y="2646054"/>
                  <a:pt x="18064291" y="2644517"/>
                </a:cubicBezTo>
                <a:close/>
                <a:moveTo>
                  <a:pt x="13694930" y="2644376"/>
                </a:moveTo>
                <a:cubicBezTo>
                  <a:pt x="13694930" y="2670168"/>
                  <a:pt x="13700304" y="2676615"/>
                  <a:pt x="13713200" y="2676615"/>
                </a:cubicBezTo>
                <a:cubicBezTo>
                  <a:pt x="13713200" y="2657271"/>
                  <a:pt x="13706752" y="2644376"/>
                  <a:pt x="13694930" y="2644376"/>
                </a:cubicBezTo>
                <a:close/>
                <a:moveTo>
                  <a:pt x="12956592" y="2644376"/>
                </a:moveTo>
                <a:cubicBezTo>
                  <a:pt x="12956592" y="2663721"/>
                  <a:pt x="12950144" y="2702408"/>
                  <a:pt x="12969489" y="2708855"/>
                </a:cubicBezTo>
                <a:cubicBezTo>
                  <a:pt x="12988834" y="2715302"/>
                  <a:pt x="13014628" y="2708855"/>
                  <a:pt x="13040421" y="2708855"/>
                </a:cubicBezTo>
                <a:cubicBezTo>
                  <a:pt x="13084485" y="2708855"/>
                  <a:pt x="13129623" y="2708855"/>
                  <a:pt x="13174762" y="2715302"/>
                </a:cubicBezTo>
                <a:cubicBezTo>
                  <a:pt x="13239246" y="2721752"/>
                  <a:pt x="13322000" y="2747539"/>
                  <a:pt x="13373586" y="2657271"/>
                </a:cubicBezTo>
                <a:cubicBezTo>
                  <a:pt x="13232797" y="2657271"/>
                  <a:pt x="13097382" y="2650824"/>
                  <a:pt x="12956592" y="2644376"/>
                </a:cubicBezTo>
                <a:close/>
                <a:moveTo>
                  <a:pt x="12148397" y="2644376"/>
                </a:moveTo>
                <a:cubicBezTo>
                  <a:pt x="12148397" y="2663721"/>
                  <a:pt x="12148397" y="2676615"/>
                  <a:pt x="12167742" y="2676615"/>
                </a:cubicBezTo>
                <a:cubicBezTo>
                  <a:pt x="12167742" y="2657271"/>
                  <a:pt x="12161294" y="2644376"/>
                  <a:pt x="12148397" y="2644376"/>
                </a:cubicBezTo>
                <a:close/>
                <a:moveTo>
                  <a:pt x="18793295" y="2643603"/>
                </a:moveTo>
                <a:cubicBezTo>
                  <a:pt x="18793295" y="2669388"/>
                  <a:pt x="18799747" y="2675834"/>
                  <a:pt x="18812651" y="2675834"/>
                </a:cubicBezTo>
                <a:cubicBezTo>
                  <a:pt x="18812651" y="2656495"/>
                  <a:pt x="18806199" y="2643603"/>
                  <a:pt x="18793295" y="2643603"/>
                </a:cubicBezTo>
                <a:close/>
                <a:moveTo>
                  <a:pt x="19036299" y="2642281"/>
                </a:moveTo>
                <a:cubicBezTo>
                  <a:pt x="19041987" y="2642791"/>
                  <a:pt x="19047575" y="2643606"/>
                  <a:pt x="19052363" y="2643606"/>
                </a:cubicBezTo>
                <a:cubicBezTo>
                  <a:pt x="19052363" y="2695822"/>
                  <a:pt x="19020439" y="2676241"/>
                  <a:pt x="19001287" y="2676241"/>
                </a:cubicBezTo>
                <a:cubicBezTo>
                  <a:pt x="19001287" y="2641974"/>
                  <a:pt x="19019243" y="2640750"/>
                  <a:pt x="19036299" y="2642281"/>
                </a:cubicBezTo>
                <a:close/>
                <a:moveTo>
                  <a:pt x="16888707" y="2642281"/>
                </a:moveTo>
                <a:cubicBezTo>
                  <a:pt x="16894815" y="2642791"/>
                  <a:pt x="16900631" y="2643608"/>
                  <a:pt x="16905287" y="2643608"/>
                </a:cubicBezTo>
                <a:cubicBezTo>
                  <a:pt x="16905287" y="2695823"/>
                  <a:pt x="16868059" y="2676242"/>
                  <a:pt x="16849443" y="2676242"/>
                </a:cubicBezTo>
                <a:cubicBezTo>
                  <a:pt x="16849443" y="2641974"/>
                  <a:pt x="16870383" y="2640751"/>
                  <a:pt x="16888707" y="2642281"/>
                </a:cubicBezTo>
                <a:close/>
                <a:moveTo>
                  <a:pt x="15084454" y="2637070"/>
                </a:moveTo>
                <a:lnTo>
                  <a:pt x="15090332" y="2642069"/>
                </a:lnTo>
                <a:cubicBezTo>
                  <a:pt x="15091838" y="2643348"/>
                  <a:pt x="15090834" y="2642496"/>
                  <a:pt x="15088826" y="2640789"/>
                </a:cubicBezTo>
                <a:close/>
                <a:moveTo>
                  <a:pt x="12238943" y="2636316"/>
                </a:moveTo>
                <a:cubicBezTo>
                  <a:pt x="12219061" y="2636316"/>
                  <a:pt x="12196760" y="2644376"/>
                  <a:pt x="12187087" y="2644376"/>
                </a:cubicBezTo>
                <a:cubicBezTo>
                  <a:pt x="12187087" y="2715302"/>
                  <a:pt x="12256945" y="2676615"/>
                  <a:pt x="12276290" y="2676615"/>
                </a:cubicBezTo>
                <a:cubicBezTo>
                  <a:pt x="12276290" y="2644376"/>
                  <a:pt x="12258826" y="2636316"/>
                  <a:pt x="12238943" y="2636316"/>
                </a:cubicBezTo>
                <a:close/>
                <a:moveTo>
                  <a:pt x="15083892" y="2628806"/>
                </a:moveTo>
                <a:lnTo>
                  <a:pt x="15084454" y="2637070"/>
                </a:lnTo>
                <a:lnTo>
                  <a:pt x="15084908" y="2643775"/>
                </a:lnTo>
                <a:cubicBezTo>
                  <a:pt x="15076782" y="2643775"/>
                  <a:pt x="15076782" y="2637787"/>
                  <a:pt x="15076782" y="2631800"/>
                </a:cubicBezTo>
                <a:cubicBezTo>
                  <a:pt x="15080844" y="2628806"/>
                  <a:pt x="15082876" y="2627310"/>
                  <a:pt x="15083892" y="2628806"/>
                </a:cubicBezTo>
                <a:close/>
                <a:moveTo>
                  <a:pt x="18245871" y="2616338"/>
                </a:moveTo>
                <a:cubicBezTo>
                  <a:pt x="18271839" y="2687841"/>
                  <a:pt x="18317287" y="2720342"/>
                  <a:pt x="18362735" y="2751760"/>
                </a:cubicBezTo>
                <a:cubicBezTo>
                  <a:pt x="18426575" y="2784258"/>
                  <a:pt x="18485007" y="2810267"/>
                  <a:pt x="18549931" y="2842765"/>
                </a:cubicBezTo>
                <a:cubicBezTo>
                  <a:pt x="18478515" y="2823268"/>
                  <a:pt x="18408179" y="2810267"/>
                  <a:pt x="18336763" y="2816767"/>
                </a:cubicBezTo>
                <a:cubicBezTo>
                  <a:pt x="18343255" y="2810267"/>
                  <a:pt x="18343255" y="2803747"/>
                  <a:pt x="18349747" y="2797259"/>
                </a:cubicBezTo>
                <a:cubicBezTo>
                  <a:pt x="18330271" y="2784258"/>
                  <a:pt x="18310795" y="2810267"/>
                  <a:pt x="18297811" y="2790759"/>
                </a:cubicBezTo>
                <a:cubicBezTo>
                  <a:pt x="18284823" y="2771259"/>
                  <a:pt x="18284823" y="2739841"/>
                  <a:pt x="18278331" y="2720342"/>
                </a:cubicBezTo>
                <a:cubicBezTo>
                  <a:pt x="18278331" y="2733341"/>
                  <a:pt x="18271839" y="2765843"/>
                  <a:pt x="18258855" y="2765843"/>
                </a:cubicBezTo>
                <a:cubicBezTo>
                  <a:pt x="18245871" y="2765843"/>
                  <a:pt x="18226391" y="2758259"/>
                  <a:pt x="18226391" y="2733341"/>
                </a:cubicBezTo>
                <a:cubicBezTo>
                  <a:pt x="18226391" y="2707342"/>
                  <a:pt x="18214491" y="2681341"/>
                  <a:pt x="18219899" y="2655340"/>
                </a:cubicBezTo>
                <a:cubicBezTo>
                  <a:pt x="18226391" y="2642340"/>
                  <a:pt x="18239379" y="2629340"/>
                  <a:pt x="18245871" y="2616338"/>
                </a:cubicBezTo>
                <a:close/>
                <a:moveTo>
                  <a:pt x="18020335" y="2613509"/>
                </a:moveTo>
                <a:cubicBezTo>
                  <a:pt x="18032399" y="2615526"/>
                  <a:pt x="18045175" y="2624907"/>
                  <a:pt x="18052283" y="2628397"/>
                </a:cubicBezTo>
                <a:cubicBezTo>
                  <a:pt x="18039647" y="2653216"/>
                  <a:pt x="18014367" y="2634602"/>
                  <a:pt x="17996459" y="2628397"/>
                </a:cubicBezTo>
                <a:cubicBezTo>
                  <a:pt x="17999619" y="2620641"/>
                  <a:pt x="18003899" y="2616374"/>
                  <a:pt x="18008739" y="2614436"/>
                </a:cubicBezTo>
                <a:cubicBezTo>
                  <a:pt x="18012367" y="2612981"/>
                  <a:pt x="18016311" y="2612836"/>
                  <a:pt x="18020335" y="2613509"/>
                </a:cubicBezTo>
                <a:close/>
                <a:moveTo>
                  <a:pt x="17683307" y="2612256"/>
                </a:moveTo>
                <a:cubicBezTo>
                  <a:pt x="17693227" y="2615562"/>
                  <a:pt x="17701495" y="2627136"/>
                  <a:pt x="17701495" y="2643671"/>
                </a:cubicBezTo>
                <a:cubicBezTo>
                  <a:pt x="17688267" y="2643671"/>
                  <a:pt x="17668427" y="2637057"/>
                  <a:pt x="17655199" y="2630443"/>
                </a:cubicBezTo>
                <a:cubicBezTo>
                  <a:pt x="17661815" y="2613909"/>
                  <a:pt x="17673387" y="2608950"/>
                  <a:pt x="17683307" y="2612256"/>
                </a:cubicBezTo>
                <a:close/>
                <a:moveTo>
                  <a:pt x="12488011" y="2612137"/>
                </a:moveTo>
                <a:cubicBezTo>
                  <a:pt x="12488011" y="2631480"/>
                  <a:pt x="12488011" y="2644376"/>
                  <a:pt x="12500908" y="2644376"/>
                </a:cubicBezTo>
                <a:cubicBezTo>
                  <a:pt x="12500908" y="2625034"/>
                  <a:pt x="12500908" y="2612137"/>
                  <a:pt x="12488011" y="2612137"/>
                </a:cubicBezTo>
                <a:close/>
                <a:moveTo>
                  <a:pt x="12411705" y="2612137"/>
                </a:moveTo>
                <a:cubicBezTo>
                  <a:pt x="12411705" y="2650824"/>
                  <a:pt x="12431051" y="2644376"/>
                  <a:pt x="12449321" y="2644376"/>
                </a:cubicBezTo>
                <a:cubicBezTo>
                  <a:pt x="12449321" y="2612137"/>
                  <a:pt x="12424602" y="2612137"/>
                  <a:pt x="12411705" y="2612137"/>
                </a:cubicBezTo>
                <a:close/>
                <a:moveTo>
                  <a:pt x="11975366" y="2612137"/>
                </a:moveTo>
                <a:cubicBezTo>
                  <a:pt x="11789438" y="2676615"/>
                  <a:pt x="11603510" y="2715302"/>
                  <a:pt x="11411134" y="2759362"/>
                </a:cubicBezTo>
                <a:cubicBezTo>
                  <a:pt x="11372444" y="2766883"/>
                  <a:pt x="11327306" y="2766883"/>
                  <a:pt x="11282167" y="2778702"/>
                </a:cubicBezTo>
                <a:cubicBezTo>
                  <a:pt x="11243477" y="2791595"/>
                  <a:pt x="11212310" y="2836748"/>
                  <a:pt x="11173620" y="2843195"/>
                </a:cubicBezTo>
                <a:cubicBezTo>
                  <a:pt x="11089791" y="2875432"/>
                  <a:pt x="11007037" y="2920566"/>
                  <a:pt x="10916760" y="2920566"/>
                </a:cubicBezTo>
                <a:cubicBezTo>
                  <a:pt x="10916760" y="2933464"/>
                  <a:pt x="10916760" y="2946355"/>
                  <a:pt x="10916760" y="2952806"/>
                </a:cubicBezTo>
                <a:cubicBezTo>
                  <a:pt x="11122033" y="2881878"/>
                  <a:pt x="11333754" y="2849642"/>
                  <a:pt x="11539027" y="2804473"/>
                </a:cubicBezTo>
                <a:cubicBezTo>
                  <a:pt x="11590614" y="2798035"/>
                  <a:pt x="11647574" y="2804473"/>
                  <a:pt x="11692713" y="2778702"/>
                </a:cubicBezTo>
                <a:cubicBezTo>
                  <a:pt x="11712058" y="2766883"/>
                  <a:pt x="11724955" y="2741094"/>
                  <a:pt x="11744300" y="2734643"/>
                </a:cubicBezTo>
                <a:cubicBezTo>
                  <a:pt x="11770093" y="2734643"/>
                  <a:pt x="11795887" y="2728196"/>
                  <a:pt x="11821680" y="2721752"/>
                </a:cubicBezTo>
                <a:cubicBezTo>
                  <a:pt x="11923779" y="2708855"/>
                  <a:pt x="12026953" y="2695958"/>
                  <a:pt x="12129052" y="2676615"/>
                </a:cubicBezTo>
                <a:cubicBezTo>
                  <a:pt x="12103259" y="2579897"/>
                  <a:pt x="12020505" y="2657271"/>
                  <a:pt x="11975366" y="2676615"/>
                </a:cubicBezTo>
                <a:cubicBezTo>
                  <a:pt x="11975366" y="2657271"/>
                  <a:pt x="11975366" y="2637928"/>
                  <a:pt x="11975366" y="2612137"/>
                </a:cubicBezTo>
                <a:close/>
                <a:moveTo>
                  <a:pt x="15279596" y="2611594"/>
                </a:moveTo>
                <a:cubicBezTo>
                  <a:pt x="15279596" y="2630859"/>
                  <a:pt x="15273608" y="2643702"/>
                  <a:pt x="15261634" y="2643702"/>
                </a:cubicBezTo>
                <a:cubicBezTo>
                  <a:pt x="15261634" y="2624438"/>
                  <a:pt x="15267622" y="2611594"/>
                  <a:pt x="15279596" y="2611594"/>
                </a:cubicBezTo>
                <a:close/>
                <a:moveTo>
                  <a:pt x="18154279" y="2611593"/>
                </a:moveTo>
                <a:cubicBezTo>
                  <a:pt x="18172727" y="2611593"/>
                  <a:pt x="18185023" y="2618016"/>
                  <a:pt x="18185023" y="2643702"/>
                </a:cubicBezTo>
                <a:cubicBezTo>
                  <a:pt x="18172727" y="2643702"/>
                  <a:pt x="18160431" y="2637280"/>
                  <a:pt x="18148131" y="2630858"/>
                </a:cubicBezTo>
                <a:cubicBezTo>
                  <a:pt x="18148131" y="2624438"/>
                  <a:pt x="18154279" y="2618016"/>
                  <a:pt x="18154279" y="2611593"/>
                </a:cubicBezTo>
                <a:close/>
                <a:moveTo>
                  <a:pt x="15019906" y="2611591"/>
                </a:moveTo>
                <a:cubicBezTo>
                  <a:pt x="15026054" y="2611591"/>
                  <a:pt x="15032202" y="2611591"/>
                  <a:pt x="15038352" y="2611591"/>
                </a:cubicBezTo>
                <a:cubicBezTo>
                  <a:pt x="15044500" y="2617738"/>
                  <a:pt x="15050648" y="2623888"/>
                  <a:pt x="15056798" y="2630037"/>
                </a:cubicBezTo>
                <a:cubicBezTo>
                  <a:pt x="15038352" y="2648483"/>
                  <a:pt x="15026054" y="2623888"/>
                  <a:pt x="15019906" y="2611591"/>
                </a:cubicBezTo>
                <a:close/>
                <a:moveTo>
                  <a:pt x="19375703" y="2610389"/>
                </a:moveTo>
                <a:cubicBezTo>
                  <a:pt x="19397743" y="2605733"/>
                  <a:pt x="19426303" y="2642984"/>
                  <a:pt x="19436239" y="2657884"/>
                </a:cubicBezTo>
                <a:cubicBezTo>
                  <a:pt x="19409747" y="2651263"/>
                  <a:pt x="19383259" y="2644640"/>
                  <a:pt x="19356767" y="2631394"/>
                </a:cubicBezTo>
                <a:cubicBezTo>
                  <a:pt x="19361735" y="2618151"/>
                  <a:pt x="19368359" y="2611941"/>
                  <a:pt x="19375703" y="2610389"/>
                </a:cubicBezTo>
                <a:close/>
                <a:moveTo>
                  <a:pt x="14057213" y="2602603"/>
                </a:moveTo>
                <a:cubicBezTo>
                  <a:pt x="14077488" y="2602603"/>
                  <a:pt x="14094604" y="2610665"/>
                  <a:pt x="14094604" y="2642914"/>
                </a:cubicBezTo>
                <a:cubicBezTo>
                  <a:pt x="14070378" y="2642914"/>
                  <a:pt x="14000862" y="2681614"/>
                  <a:pt x="14000862" y="2610665"/>
                </a:cubicBezTo>
                <a:cubicBezTo>
                  <a:pt x="14013502" y="2610665"/>
                  <a:pt x="14036937" y="2602603"/>
                  <a:pt x="14057213" y="2602603"/>
                </a:cubicBezTo>
                <a:close/>
                <a:moveTo>
                  <a:pt x="18522575" y="2597378"/>
                </a:moveTo>
                <a:cubicBezTo>
                  <a:pt x="18535699" y="2597378"/>
                  <a:pt x="18529135" y="2629481"/>
                  <a:pt x="18529135" y="2629481"/>
                </a:cubicBezTo>
                <a:cubicBezTo>
                  <a:pt x="18529135" y="2623060"/>
                  <a:pt x="18522575" y="2616638"/>
                  <a:pt x="18522575" y="2610217"/>
                </a:cubicBezTo>
                <a:cubicBezTo>
                  <a:pt x="18522575" y="2610217"/>
                  <a:pt x="18522575" y="2603797"/>
                  <a:pt x="18522575" y="2597378"/>
                </a:cubicBezTo>
                <a:close/>
                <a:moveTo>
                  <a:pt x="19318851" y="2587894"/>
                </a:moveTo>
                <a:cubicBezTo>
                  <a:pt x="19331147" y="2594716"/>
                  <a:pt x="19343447" y="2601543"/>
                  <a:pt x="19355743" y="2601543"/>
                </a:cubicBezTo>
                <a:cubicBezTo>
                  <a:pt x="19355743" y="2608369"/>
                  <a:pt x="19349595" y="2615194"/>
                  <a:pt x="19349595" y="2615194"/>
                </a:cubicBezTo>
                <a:cubicBezTo>
                  <a:pt x="19337299" y="2615194"/>
                  <a:pt x="19318851" y="2615194"/>
                  <a:pt x="19318851" y="2587894"/>
                </a:cubicBezTo>
                <a:close/>
                <a:moveTo>
                  <a:pt x="18091255" y="2587894"/>
                </a:moveTo>
                <a:cubicBezTo>
                  <a:pt x="18109871" y="2594505"/>
                  <a:pt x="18128483" y="2594505"/>
                  <a:pt x="18147099" y="2601122"/>
                </a:cubicBezTo>
                <a:cubicBezTo>
                  <a:pt x="18134691" y="2614348"/>
                  <a:pt x="18091255" y="2634189"/>
                  <a:pt x="18091255" y="2587894"/>
                </a:cubicBezTo>
                <a:close/>
                <a:moveTo>
                  <a:pt x="17622023" y="2587894"/>
                </a:moveTo>
                <a:cubicBezTo>
                  <a:pt x="17634867" y="2594313"/>
                  <a:pt x="17641287" y="2600737"/>
                  <a:pt x="17654131" y="2600737"/>
                </a:cubicBezTo>
                <a:cubicBezTo>
                  <a:pt x="17647707" y="2620001"/>
                  <a:pt x="17622023" y="2620001"/>
                  <a:pt x="17622023" y="2587894"/>
                </a:cubicBezTo>
                <a:close/>
                <a:moveTo>
                  <a:pt x="10773452" y="2587654"/>
                </a:moveTo>
                <a:cubicBezTo>
                  <a:pt x="10745341" y="2579494"/>
                  <a:pt x="10687306" y="2612137"/>
                  <a:pt x="10672797" y="2612137"/>
                </a:cubicBezTo>
                <a:cubicBezTo>
                  <a:pt x="10634106" y="2618587"/>
                  <a:pt x="10596491" y="2631480"/>
                  <a:pt x="10564249" y="2657271"/>
                </a:cubicBezTo>
                <a:cubicBezTo>
                  <a:pt x="10609388" y="2657271"/>
                  <a:pt x="10647003" y="2644376"/>
                  <a:pt x="10692142" y="2644376"/>
                </a:cubicBezTo>
                <a:cubicBezTo>
                  <a:pt x="10705038" y="2637928"/>
                  <a:pt x="10717935" y="2612137"/>
                  <a:pt x="10737280" y="2612137"/>
                </a:cubicBezTo>
                <a:cubicBezTo>
                  <a:pt x="10750177" y="2612137"/>
                  <a:pt x="10769522" y="2612137"/>
                  <a:pt x="10788867" y="2612137"/>
                </a:cubicBezTo>
                <a:cubicBezTo>
                  <a:pt x="10788867" y="2597635"/>
                  <a:pt x="10782822" y="2590373"/>
                  <a:pt x="10773452" y="2587654"/>
                </a:cubicBezTo>
                <a:close/>
                <a:moveTo>
                  <a:pt x="1340057" y="2585027"/>
                </a:moveTo>
                <a:cubicBezTo>
                  <a:pt x="1340057" y="2624709"/>
                  <a:pt x="1315831" y="2611482"/>
                  <a:pt x="1303190" y="2611482"/>
                </a:cubicBezTo>
                <a:cubicBezTo>
                  <a:pt x="1303190" y="2578414"/>
                  <a:pt x="1328469" y="2585027"/>
                  <a:pt x="1340057" y="2585027"/>
                </a:cubicBezTo>
                <a:close/>
                <a:moveTo>
                  <a:pt x="14844536" y="2584562"/>
                </a:moveTo>
                <a:cubicBezTo>
                  <a:pt x="14862982" y="2584562"/>
                  <a:pt x="14881428" y="2578414"/>
                  <a:pt x="14881428" y="2609157"/>
                </a:cubicBezTo>
                <a:cubicBezTo>
                  <a:pt x="14869131" y="2609157"/>
                  <a:pt x="14844536" y="2615305"/>
                  <a:pt x="14844536" y="2584562"/>
                </a:cubicBezTo>
                <a:close/>
                <a:moveTo>
                  <a:pt x="17995895" y="2568937"/>
                </a:moveTo>
                <a:cubicBezTo>
                  <a:pt x="18001583" y="2575761"/>
                  <a:pt x="18009543" y="2582585"/>
                  <a:pt x="18009543" y="2589410"/>
                </a:cubicBezTo>
                <a:cubicBezTo>
                  <a:pt x="18001583" y="2596235"/>
                  <a:pt x="17982243" y="2589410"/>
                  <a:pt x="17995895" y="2568937"/>
                </a:cubicBezTo>
                <a:close/>
                <a:moveTo>
                  <a:pt x="10564249" y="2554106"/>
                </a:moveTo>
                <a:cubicBezTo>
                  <a:pt x="10564249" y="2573448"/>
                  <a:pt x="10564249" y="2586345"/>
                  <a:pt x="10577146" y="2586345"/>
                </a:cubicBezTo>
                <a:cubicBezTo>
                  <a:pt x="10577146" y="2566999"/>
                  <a:pt x="10577146" y="2554106"/>
                  <a:pt x="10564249" y="2554106"/>
                </a:cubicBezTo>
                <a:close/>
                <a:moveTo>
                  <a:pt x="18878459" y="2546713"/>
                </a:moveTo>
                <a:lnTo>
                  <a:pt x="18875655" y="2550499"/>
                </a:lnTo>
                <a:cubicBezTo>
                  <a:pt x="18874275" y="2552361"/>
                  <a:pt x="18873315" y="2553657"/>
                  <a:pt x="18873315" y="2553657"/>
                </a:cubicBezTo>
                <a:close/>
                <a:moveTo>
                  <a:pt x="18829075" y="2540496"/>
                </a:moveTo>
                <a:cubicBezTo>
                  <a:pt x="18829075" y="2545432"/>
                  <a:pt x="18834343" y="2545432"/>
                  <a:pt x="18834343" y="2551357"/>
                </a:cubicBezTo>
                <a:lnTo>
                  <a:pt x="18831111" y="2554711"/>
                </a:lnTo>
                <a:lnTo>
                  <a:pt x="18825783" y="2560242"/>
                </a:lnTo>
                <a:cubicBezTo>
                  <a:pt x="18822755" y="2560242"/>
                  <a:pt x="18819595" y="2557281"/>
                  <a:pt x="18816435" y="2551357"/>
                </a:cubicBezTo>
                <a:cubicBezTo>
                  <a:pt x="18822755" y="2545432"/>
                  <a:pt x="18822755" y="2540496"/>
                  <a:pt x="18829075" y="2540496"/>
                </a:cubicBezTo>
                <a:close/>
                <a:moveTo>
                  <a:pt x="18883139" y="2540395"/>
                </a:moveTo>
                <a:lnTo>
                  <a:pt x="18880515" y="2543938"/>
                </a:lnTo>
                <a:lnTo>
                  <a:pt x="18878459" y="2546713"/>
                </a:lnTo>
                <a:close/>
                <a:moveTo>
                  <a:pt x="18884835" y="2538105"/>
                </a:moveTo>
                <a:cubicBezTo>
                  <a:pt x="18885795" y="2536809"/>
                  <a:pt x="18885555" y="2537134"/>
                  <a:pt x="18884655" y="2538349"/>
                </a:cubicBezTo>
                <a:lnTo>
                  <a:pt x="18883139" y="2540395"/>
                </a:lnTo>
                <a:close/>
                <a:moveTo>
                  <a:pt x="12449321" y="2522941"/>
                </a:moveTo>
                <a:cubicBezTo>
                  <a:pt x="12449321" y="2561628"/>
                  <a:pt x="12468666" y="2554106"/>
                  <a:pt x="12488011" y="2554106"/>
                </a:cubicBezTo>
                <a:cubicBezTo>
                  <a:pt x="12488011" y="2516495"/>
                  <a:pt x="12462218" y="2522941"/>
                  <a:pt x="12449321" y="2522941"/>
                </a:cubicBezTo>
                <a:close/>
                <a:moveTo>
                  <a:pt x="10601865" y="2522941"/>
                </a:moveTo>
                <a:cubicBezTo>
                  <a:pt x="10601865" y="2542284"/>
                  <a:pt x="10601865" y="2566999"/>
                  <a:pt x="10601865" y="2586345"/>
                </a:cubicBezTo>
                <a:cubicBezTo>
                  <a:pt x="10621210" y="2573448"/>
                  <a:pt x="10672797" y="2579897"/>
                  <a:pt x="10672797" y="2522941"/>
                </a:cubicBezTo>
                <a:cubicBezTo>
                  <a:pt x="10647003" y="2522941"/>
                  <a:pt x="10621210" y="2522941"/>
                  <a:pt x="10601865" y="2522941"/>
                </a:cubicBezTo>
                <a:close/>
                <a:moveTo>
                  <a:pt x="9789371" y="2522941"/>
                </a:moveTo>
                <a:cubicBezTo>
                  <a:pt x="9789371" y="2561628"/>
                  <a:pt x="9807641" y="2554106"/>
                  <a:pt x="9826986" y="2554106"/>
                </a:cubicBezTo>
                <a:cubicBezTo>
                  <a:pt x="9826986" y="2516495"/>
                  <a:pt x="9801193" y="2522941"/>
                  <a:pt x="9789371" y="2522941"/>
                </a:cubicBezTo>
                <a:close/>
                <a:moveTo>
                  <a:pt x="17848535" y="2521536"/>
                </a:moveTo>
                <a:cubicBezTo>
                  <a:pt x="17848535" y="2541441"/>
                  <a:pt x="17842547" y="2553605"/>
                  <a:pt x="17830571" y="2553605"/>
                </a:cubicBezTo>
                <a:cubicBezTo>
                  <a:pt x="17830571" y="2534806"/>
                  <a:pt x="17836559" y="2521536"/>
                  <a:pt x="17848535" y="2521536"/>
                </a:cubicBezTo>
                <a:close/>
                <a:moveTo>
                  <a:pt x="14695029" y="2510960"/>
                </a:moveTo>
                <a:cubicBezTo>
                  <a:pt x="14718913" y="2512710"/>
                  <a:pt x="14744408" y="2522405"/>
                  <a:pt x="14757289" y="2522405"/>
                </a:cubicBezTo>
                <a:cubicBezTo>
                  <a:pt x="14744408" y="2579497"/>
                  <a:pt x="14744408" y="2598887"/>
                  <a:pt x="14776611" y="2637665"/>
                </a:cubicBezTo>
                <a:cubicBezTo>
                  <a:pt x="14783052" y="2605350"/>
                  <a:pt x="14783052" y="2553644"/>
                  <a:pt x="14815256" y="2553644"/>
                </a:cubicBezTo>
                <a:cubicBezTo>
                  <a:pt x="14815256" y="2585960"/>
                  <a:pt x="14815256" y="2618278"/>
                  <a:pt x="14815256" y="2644129"/>
                </a:cubicBezTo>
                <a:cubicBezTo>
                  <a:pt x="14828137" y="2650591"/>
                  <a:pt x="14841019" y="2657055"/>
                  <a:pt x="14853900" y="2657055"/>
                </a:cubicBezTo>
                <a:cubicBezTo>
                  <a:pt x="14886104" y="2669982"/>
                  <a:pt x="14911866" y="2682908"/>
                  <a:pt x="14942997" y="2695834"/>
                </a:cubicBezTo>
                <a:cubicBezTo>
                  <a:pt x="14853900" y="2676445"/>
                  <a:pt x="14770171" y="2669982"/>
                  <a:pt x="14681074" y="2657055"/>
                </a:cubicBezTo>
                <a:cubicBezTo>
                  <a:pt x="14668193" y="2631203"/>
                  <a:pt x="14635989" y="2585960"/>
                  <a:pt x="14642430" y="2547181"/>
                </a:cubicBezTo>
                <a:cubicBezTo>
                  <a:pt x="14648870" y="2515403"/>
                  <a:pt x="14671145" y="2509210"/>
                  <a:pt x="14695029" y="2510960"/>
                </a:cubicBezTo>
                <a:close/>
                <a:moveTo>
                  <a:pt x="19171919" y="2497837"/>
                </a:moveTo>
                <a:cubicBezTo>
                  <a:pt x="19198027" y="2497837"/>
                  <a:pt x="19217607" y="2510134"/>
                  <a:pt x="19237187" y="2522431"/>
                </a:cubicBezTo>
                <a:cubicBezTo>
                  <a:pt x="19211079" y="2534728"/>
                  <a:pt x="19191499" y="2516283"/>
                  <a:pt x="19171919" y="2497837"/>
                </a:cubicBezTo>
                <a:close/>
                <a:moveTo>
                  <a:pt x="9860840" y="2495538"/>
                </a:moveTo>
                <a:cubicBezTo>
                  <a:pt x="9852780" y="2497149"/>
                  <a:pt x="9846331" y="2503598"/>
                  <a:pt x="9846331" y="2522941"/>
                </a:cubicBezTo>
                <a:cubicBezTo>
                  <a:pt x="9859228" y="2522941"/>
                  <a:pt x="9885021" y="2529389"/>
                  <a:pt x="9885021" y="2497149"/>
                </a:cubicBezTo>
                <a:cubicBezTo>
                  <a:pt x="9878573" y="2497149"/>
                  <a:pt x="9868901" y="2493927"/>
                  <a:pt x="9860840" y="2495538"/>
                </a:cubicBezTo>
                <a:close/>
                <a:moveTo>
                  <a:pt x="18479443" y="2483534"/>
                </a:moveTo>
                <a:lnTo>
                  <a:pt x="18477703" y="2488949"/>
                </a:lnTo>
                <a:lnTo>
                  <a:pt x="18475335" y="2496308"/>
                </a:lnTo>
                <a:close/>
                <a:moveTo>
                  <a:pt x="18425671" y="2478984"/>
                </a:moveTo>
                <a:cubicBezTo>
                  <a:pt x="18434231" y="2478984"/>
                  <a:pt x="18442787" y="2480974"/>
                  <a:pt x="18451183" y="2484158"/>
                </a:cubicBezTo>
                <a:lnTo>
                  <a:pt x="18475335" y="2496308"/>
                </a:lnTo>
                <a:lnTo>
                  <a:pt x="18475703" y="2496493"/>
                </a:lnTo>
                <a:cubicBezTo>
                  <a:pt x="18482023" y="2502860"/>
                  <a:pt x="18482023" y="2502860"/>
                  <a:pt x="18488343" y="2509226"/>
                </a:cubicBezTo>
                <a:cubicBezTo>
                  <a:pt x="18456743" y="2534692"/>
                  <a:pt x="18413559" y="2521959"/>
                  <a:pt x="18375639" y="2509226"/>
                </a:cubicBezTo>
                <a:cubicBezTo>
                  <a:pt x="18391439" y="2486943"/>
                  <a:pt x="18408555" y="2478984"/>
                  <a:pt x="18425671" y="2478984"/>
                </a:cubicBezTo>
                <a:close/>
                <a:moveTo>
                  <a:pt x="18481899" y="2475899"/>
                </a:moveTo>
                <a:lnTo>
                  <a:pt x="18479443" y="2483534"/>
                </a:lnTo>
                <a:lnTo>
                  <a:pt x="18480335" y="2480767"/>
                </a:lnTo>
                <a:close/>
                <a:moveTo>
                  <a:pt x="18482755" y="2473243"/>
                </a:moveTo>
                <a:lnTo>
                  <a:pt x="18481899" y="2475899"/>
                </a:lnTo>
                <a:lnTo>
                  <a:pt x="18481911" y="2475861"/>
                </a:lnTo>
                <a:cubicBezTo>
                  <a:pt x="18483035" y="2472371"/>
                  <a:pt x="18483595" y="2470625"/>
                  <a:pt x="18482755" y="2473243"/>
                </a:cubicBezTo>
                <a:close/>
                <a:moveTo>
                  <a:pt x="10826483" y="2464911"/>
                </a:moveTo>
                <a:cubicBezTo>
                  <a:pt x="10814661" y="2464911"/>
                  <a:pt x="10814661" y="2464911"/>
                  <a:pt x="10826483" y="2497149"/>
                </a:cubicBezTo>
                <a:cubicBezTo>
                  <a:pt x="10826483" y="2477804"/>
                  <a:pt x="10826483" y="2471358"/>
                  <a:pt x="10826483" y="2464911"/>
                </a:cubicBezTo>
                <a:close/>
                <a:moveTo>
                  <a:pt x="17001115" y="2464657"/>
                </a:moveTo>
                <a:cubicBezTo>
                  <a:pt x="17012703" y="2464657"/>
                  <a:pt x="17019023" y="2471077"/>
                  <a:pt x="17019023" y="2496762"/>
                </a:cubicBezTo>
                <a:cubicBezTo>
                  <a:pt x="17006383" y="2496762"/>
                  <a:pt x="17001115" y="2483920"/>
                  <a:pt x="17001115" y="2464657"/>
                </a:cubicBezTo>
                <a:close/>
                <a:moveTo>
                  <a:pt x="19170823" y="2464657"/>
                </a:moveTo>
                <a:cubicBezTo>
                  <a:pt x="19170823" y="2471077"/>
                  <a:pt x="19170823" y="2477499"/>
                  <a:pt x="19170823" y="2496762"/>
                </a:cubicBezTo>
                <a:cubicBezTo>
                  <a:pt x="19157699" y="2464657"/>
                  <a:pt x="19157699" y="2464657"/>
                  <a:pt x="19170823" y="2464657"/>
                </a:cubicBezTo>
                <a:close/>
                <a:moveTo>
                  <a:pt x="19625795" y="2464656"/>
                </a:moveTo>
                <a:cubicBezTo>
                  <a:pt x="19625795" y="2483920"/>
                  <a:pt x="19618967" y="2496762"/>
                  <a:pt x="19598495" y="2496762"/>
                </a:cubicBezTo>
                <a:cubicBezTo>
                  <a:pt x="19598495" y="2471077"/>
                  <a:pt x="19605319" y="2464656"/>
                  <a:pt x="19625795" y="2464656"/>
                </a:cubicBezTo>
                <a:close/>
                <a:moveTo>
                  <a:pt x="17704407" y="2460359"/>
                </a:moveTo>
                <a:cubicBezTo>
                  <a:pt x="17714491" y="2460359"/>
                  <a:pt x="17723795" y="2463666"/>
                  <a:pt x="17729999" y="2476892"/>
                </a:cubicBezTo>
                <a:cubicBezTo>
                  <a:pt x="17711387" y="2476892"/>
                  <a:pt x="17692771" y="2483507"/>
                  <a:pt x="17674159" y="2496733"/>
                </a:cubicBezTo>
                <a:cubicBezTo>
                  <a:pt x="17674159" y="2483507"/>
                  <a:pt x="17674159" y="2470279"/>
                  <a:pt x="17674159" y="2463666"/>
                </a:cubicBezTo>
                <a:cubicBezTo>
                  <a:pt x="17683467" y="2463666"/>
                  <a:pt x="17694323" y="2460359"/>
                  <a:pt x="17704407" y="2460359"/>
                </a:cubicBezTo>
                <a:close/>
                <a:moveTo>
                  <a:pt x="13332893" y="2457583"/>
                </a:moveTo>
                <a:cubicBezTo>
                  <a:pt x="13341851" y="2454704"/>
                  <a:pt x="13346970" y="2462382"/>
                  <a:pt x="13336732" y="2477737"/>
                </a:cubicBezTo>
                <a:cubicBezTo>
                  <a:pt x="13329907" y="2470913"/>
                  <a:pt x="13329907" y="2464088"/>
                  <a:pt x="13323082" y="2464088"/>
                </a:cubicBezTo>
                <a:cubicBezTo>
                  <a:pt x="13326494" y="2460675"/>
                  <a:pt x="13329907" y="2458543"/>
                  <a:pt x="13332893" y="2457583"/>
                </a:cubicBezTo>
                <a:close/>
                <a:moveTo>
                  <a:pt x="17730567" y="2450355"/>
                </a:moveTo>
                <a:lnTo>
                  <a:pt x="17728823" y="2455770"/>
                </a:lnTo>
                <a:cubicBezTo>
                  <a:pt x="17727419" y="2460132"/>
                  <a:pt x="17726299" y="2463623"/>
                  <a:pt x="17726299" y="2463623"/>
                </a:cubicBezTo>
                <a:close/>
                <a:moveTo>
                  <a:pt x="17733875" y="2440064"/>
                </a:moveTo>
                <a:lnTo>
                  <a:pt x="17732003" y="2445888"/>
                </a:lnTo>
                <a:lnTo>
                  <a:pt x="17742519" y="2447943"/>
                </a:lnTo>
                <a:cubicBezTo>
                  <a:pt x="17744163" y="2450189"/>
                  <a:pt x="17744163" y="2454680"/>
                  <a:pt x="17744163" y="2463660"/>
                </a:cubicBezTo>
                <a:lnTo>
                  <a:pt x="17731751" y="2446677"/>
                </a:lnTo>
                <a:lnTo>
                  <a:pt x="17731455" y="2447589"/>
                </a:lnTo>
                <a:lnTo>
                  <a:pt x="17730567" y="2450355"/>
                </a:lnTo>
                <a:lnTo>
                  <a:pt x="17731747" y="2446677"/>
                </a:lnTo>
                <a:lnTo>
                  <a:pt x="17731035" y="2445698"/>
                </a:lnTo>
                <a:lnTo>
                  <a:pt x="17732003" y="2445888"/>
                </a:lnTo>
                <a:lnTo>
                  <a:pt x="17733035" y="2442682"/>
                </a:lnTo>
                <a:cubicBezTo>
                  <a:pt x="17734155" y="2439191"/>
                  <a:pt x="17734719" y="2437446"/>
                  <a:pt x="17733875" y="2440064"/>
                </a:cubicBezTo>
                <a:close/>
                <a:moveTo>
                  <a:pt x="10916760" y="2432672"/>
                </a:moveTo>
                <a:cubicBezTo>
                  <a:pt x="10916760" y="2452014"/>
                  <a:pt x="10923208" y="2464911"/>
                  <a:pt x="10936105" y="2464911"/>
                </a:cubicBezTo>
                <a:cubicBezTo>
                  <a:pt x="10936105" y="2439119"/>
                  <a:pt x="10929656" y="2432672"/>
                  <a:pt x="10916760" y="2432672"/>
                </a:cubicBezTo>
                <a:close/>
                <a:moveTo>
                  <a:pt x="10429908" y="2432672"/>
                </a:moveTo>
                <a:cubicBezTo>
                  <a:pt x="10340706" y="2452014"/>
                  <a:pt x="10263325" y="2522941"/>
                  <a:pt x="10174123" y="2547657"/>
                </a:cubicBezTo>
                <a:cubicBezTo>
                  <a:pt x="10154778" y="2547657"/>
                  <a:pt x="10096743" y="2547657"/>
                  <a:pt x="10109639" y="2599243"/>
                </a:cubicBezTo>
                <a:cubicBezTo>
                  <a:pt x="10122536" y="2650824"/>
                  <a:pt x="10167675" y="2605690"/>
                  <a:pt x="10167675" y="2566999"/>
                </a:cubicBezTo>
                <a:cubicBezTo>
                  <a:pt x="10187020" y="2542284"/>
                  <a:pt x="10205290" y="2561628"/>
                  <a:pt x="10224635" y="2554106"/>
                </a:cubicBezTo>
                <a:cubicBezTo>
                  <a:pt x="10256877" y="2554106"/>
                  <a:pt x="10282671" y="2542284"/>
                  <a:pt x="10308464" y="2535836"/>
                </a:cubicBezTo>
                <a:cubicBezTo>
                  <a:pt x="10334257" y="2529389"/>
                  <a:pt x="10360051" y="2516495"/>
                  <a:pt x="10385844" y="2510046"/>
                </a:cubicBezTo>
                <a:cubicBezTo>
                  <a:pt x="10405189" y="2503598"/>
                  <a:pt x="10417011" y="2497149"/>
                  <a:pt x="10429908" y="2497149"/>
                </a:cubicBezTo>
                <a:cubicBezTo>
                  <a:pt x="10429908" y="2471358"/>
                  <a:pt x="10429908" y="2452014"/>
                  <a:pt x="10429908" y="2432672"/>
                </a:cubicBezTo>
                <a:close/>
                <a:moveTo>
                  <a:pt x="10032259" y="2432672"/>
                </a:moveTo>
                <a:cubicBezTo>
                  <a:pt x="10032259" y="2452014"/>
                  <a:pt x="10038707" y="2464911"/>
                  <a:pt x="10051604" y="2464911"/>
                </a:cubicBezTo>
                <a:cubicBezTo>
                  <a:pt x="10051604" y="2439119"/>
                  <a:pt x="10045156" y="2432672"/>
                  <a:pt x="10032259" y="2432672"/>
                </a:cubicBezTo>
                <a:close/>
                <a:moveTo>
                  <a:pt x="17843543" y="2431480"/>
                </a:moveTo>
                <a:cubicBezTo>
                  <a:pt x="17856515" y="2437997"/>
                  <a:pt x="17875975" y="2444514"/>
                  <a:pt x="17888947" y="2457549"/>
                </a:cubicBezTo>
                <a:cubicBezTo>
                  <a:pt x="17914891" y="2464066"/>
                  <a:pt x="17934347" y="2477100"/>
                  <a:pt x="17960291" y="2490135"/>
                </a:cubicBezTo>
                <a:cubicBezTo>
                  <a:pt x="17986235" y="2503170"/>
                  <a:pt x="18012179" y="2516204"/>
                  <a:pt x="18031639" y="2529239"/>
                </a:cubicBezTo>
                <a:cubicBezTo>
                  <a:pt x="18050015" y="2542273"/>
                  <a:pt x="18062987" y="2547704"/>
                  <a:pt x="18075959" y="2554221"/>
                </a:cubicBezTo>
                <a:cubicBezTo>
                  <a:pt x="18075959" y="2567255"/>
                  <a:pt x="18075959" y="2573773"/>
                  <a:pt x="18075959" y="2586807"/>
                </a:cubicBezTo>
                <a:cubicBezTo>
                  <a:pt x="18056499" y="2586807"/>
                  <a:pt x="18031639" y="2586807"/>
                  <a:pt x="18012179" y="2586807"/>
                </a:cubicBezTo>
                <a:cubicBezTo>
                  <a:pt x="17999207" y="2561824"/>
                  <a:pt x="17979751" y="2554221"/>
                  <a:pt x="17960291" y="2547704"/>
                </a:cubicBezTo>
                <a:cubicBezTo>
                  <a:pt x="17914891" y="2529239"/>
                  <a:pt x="17875975" y="2509687"/>
                  <a:pt x="17830571" y="2496652"/>
                </a:cubicBezTo>
                <a:cubicBezTo>
                  <a:pt x="17830571" y="2470584"/>
                  <a:pt x="17837059" y="2451032"/>
                  <a:pt x="17843543" y="2431480"/>
                </a:cubicBezTo>
                <a:close/>
                <a:moveTo>
                  <a:pt x="17147051" y="2431480"/>
                </a:moveTo>
                <a:cubicBezTo>
                  <a:pt x="17147051" y="2450745"/>
                  <a:pt x="17141063" y="2463588"/>
                  <a:pt x="17129091" y="2463588"/>
                </a:cubicBezTo>
                <a:cubicBezTo>
                  <a:pt x="17129091" y="2444323"/>
                  <a:pt x="17135075" y="2431480"/>
                  <a:pt x="17147051" y="2431480"/>
                </a:cubicBezTo>
                <a:close/>
                <a:moveTo>
                  <a:pt x="16322338" y="2431480"/>
                </a:moveTo>
                <a:cubicBezTo>
                  <a:pt x="16322338" y="2450745"/>
                  <a:pt x="16316350" y="2463588"/>
                  <a:pt x="16304374" y="2463588"/>
                </a:cubicBezTo>
                <a:cubicBezTo>
                  <a:pt x="16304374" y="2437902"/>
                  <a:pt x="16310362" y="2431480"/>
                  <a:pt x="16322338" y="2431480"/>
                </a:cubicBezTo>
                <a:close/>
                <a:moveTo>
                  <a:pt x="13824427" y="2431480"/>
                </a:moveTo>
                <a:cubicBezTo>
                  <a:pt x="13824427" y="2477774"/>
                  <a:pt x="13786123" y="2464547"/>
                  <a:pt x="13773355" y="2464547"/>
                </a:cubicBezTo>
                <a:cubicBezTo>
                  <a:pt x="13786123" y="2444707"/>
                  <a:pt x="13805275" y="2438093"/>
                  <a:pt x="13824427" y="2431480"/>
                </a:cubicBezTo>
                <a:close/>
                <a:moveTo>
                  <a:pt x="845494" y="2427183"/>
                </a:moveTo>
                <a:cubicBezTo>
                  <a:pt x="909640" y="2432309"/>
                  <a:pt x="974391" y="2467285"/>
                  <a:pt x="1032486" y="2491407"/>
                </a:cubicBezTo>
                <a:cubicBezTo>
                  <a:pt x="1116400" y="2523569"/>
                  <a:pt x="1199239" y="2554659"/>
                  <a:pt x="1283154" y="2586821"/>
                </a:cubicBezTo>
                <a:cubicBezTo>
                  <a:pt x="1283154" y="2676876"/>
                  <a:pt x="1142219" y="2567524"/>
                  <a:pt x="1122855" y="2554659"/>
                </a:cubicBezTo>
                <a:cubicBezTo>
                  <a:pt x="1013120" y="2478542"/>
                  <a:pt x="885099" y="2530001"/>
                  <a:pt x="781817" y="2433515"/>
                </a:cubicBezTo>
                <a:cubicBezTo>
                  <a:pt x="802796" y="2427083"/>
                  <a:pt x="824111" y="2425475"/>
                  <a:pt x="845494" y="2427183"/>
                </a:cubicBezTo>
                <a:close/>
                <a:moveTo>
                  <a:pt x="11472595" y="2422901"/>
                </a:moveTo>
                <a:cubicBezTo>
                  <a:pt x="11449623" y="2421390"/>
                  <a:pt x="11422419" y="2440731"/>
                  <a:pt x="11398238" y="2445566"/>
                </a:cubicBezTo>
                <a:cubicBezTo>
                  <a:pt x="11365996" y="2458463"/>
                  <a:pt x="11333754" y="2471358"/>
                  <a:pt x="11301512" y="2484256"/>
                </a:cubicBezTo>
                <a:cubicBezTo>
                  <a:pt x="11262822" y="2497149"/>
                  <a:pt x="11230580" y="2516495"/>
                  <a:pt x="11192965" y="2522941"/>
                </a:cubicBezTo>
                <a:cubicBezTo>
                  <a:pt x="11167171" y="2529389"/>
                  <a:pt x="11134929" y="2522941"/>
                  <a:pt x="11115584" y="2554106"/>
                </a:cubicBezTo>
                <a:cubicBezTo>
                  <a:pt x="11051101" y="2522941"/>
                  <a:pt x="10981243" y="2573448"/>
                  <a:pt x="10916760" y="2599243"/>
                </a:cubicBezTo>
                <a:cubicBezTo>
                  <a:pt x="10974795" y="2599243"/>
                  <a:pt x="11025307" y="2599243"/>
                  <a:pt x="11076894" y="2586345"/>
                </a:cubicBezTo>
                <a:cubicBezTo>
                  <a:pt x="11122033" y="2573448"/>
                  <a:pt x="11173620" y="2547657"/>
                  <a:pt x="11217683" y="2542284"/>
                </a:cubicBezTo>
                <a:cubicBezTo>
                  <a:pt x="11314409" y="2529389"/>
                  <a:pt x="11411134" y="2497149"/>
                  <a:pt x="11493888" y="2432672"/>
                </a:cubicBezTo>
                <a:cubicBezTo>
                  <a:pt x="11487440" y="2426225"/>
                  <a:pt x="11480253" y="2423404"/>
                  <a:pt x="11472595" y="2422901"/>
                </a:cubicBezTo>
                <a:close/>
                <a:moveTo>
                  <a:pt x="13900203" y="2400427"/>
                </a:moveTo>
                <a:cubicBezTo>
                  <a:pt x="13900203" y="2419778"/>
                  <a:pt x="13900203" y="2439119"/>
                  <a:pt x="13900203" y="2464911"/>
                </a:cubicBezTo>
                <a:cubicBezTo>
                  <a:pt x="13893755" y="2464911"/>
                  <a:pt x="13874409" y="2452014"/>
                  <a:pt x="13861513" y="2471358"/>
                </a:cubicBezTo>
                <a:cubicBezTo>
                  <a:pt x="13855064" y="2497149"/>
                  <a:pt x="13886231" y="2497149"/>
                  <a:pt x="13893755" y="2503598"/>
                </a:cubicBezTo>
                <a:cubicBezTo>
                  <a:pt x="13924922" y="2503598"/>
                  <a:pt x="13963612" y="2510046"/>
                  <a:pt x="13995854" y="2477804"/>
                </a:cubicBezTo>
                <a:cubicBezTo>
                  <a:pt x="13982957" y="2471358"/>
                  <a:pt x="13970060" y="2464911"/>
                  <a:pt x="13963612" y="2452014"/>
                </a:cubicBezTo>
                <a:cubicBezTo>
                  <a:pt x="13963612" y="2439119"/>
                  <a:pt x="13963612" y="2426225"/>
                  <a:pt x="13963612" y="2419778"/>
                </a:cubicBezTo>
                <a:cubicBezTo>
                  <a:pt x="13957163" y="2406870"/>
                  <a:pt x="13944267" y="2419778"/>
                  <a:pt x="13937818" y="2419778"/>
                </a:cubicBezTo>
                <a:cubicBezTo>
                  <a:pt x="13924922" y="2419778"/>
                  <a:pt x="13912025" y="2406870"/>
                  <a:pt x="13900203" y="2400427"/>
                </a:cubicBezTo>
                <a:close/>
                <a:moveTo>
                  <a:pt x="19041559" y="2393591"/>
                </a:moveTo>
                <a:cubicBezTo>
                  <a:pt x="19070143" y="2392376"/>
                  <a:pt x="19104507" y="2434899"/>
                  <a:pt x="19128207" y="2444618"/>
                </a:cubicBezTo>
                <a:cubicBezTo>
                  <a:pt x="19090287" y="2444618"/>
                  <a:pt x="19053423" y="2438139"/>
                  <a:pt x="19015507" y="2412219"/>
                </a:cubicBezTo>
                <a:cubicBezTo>
                  <a:pt x="19023143" y="2399260"/>
                  <a:pt x="19032027" y="2393995"/>
                  <a:pt x="19041559" y="2393591"/>
                </a:cubicBezTo>
                <a:close/>
                <a:moveTo>
                  <a:pt x="11128481" y="2381086"/>
                </a:moveTo>
                <a:cubicBezTo>
                  <a:pt x="11051101" y="2381086"/>
                  <a:pt x="11051101" y="2381086"/>
                  <a:pt x="10961898" y="2432672"/>
                </a:cubicBezTo>
                <a:cubicBezTo>
                  <a:pt x="11089791" y="2413338"/>
                  <a:pt x="11089791" y="2413338"/>
                  <a:pt x="11128481" y="2381086"/>
                </a:cubicBezTo>
                <a:close/>
                <a:moveTo>
                  <a:pt x="16987427" y="2369862"/>
                </a:moveTo>
                <a:cubicBezTo>
                  <a:pt x="17001119" y="2369862"/>
                  <a:pt x="17019023" y="2376283"/>
                  <a:pt x="17019023" y="2401967"/>
                </a:cubicBezTo>
                <a:cubicBezTo>
                  <a:pt x="17006383" y="2395546"/>
                  <a:pt x="16993743" y="2389125"/>
                  <a:pt x="16982159" y="2382704"/>
                </a:cubicBezTo>
                <a:cubicBezTo>
                  <a:pt x="16982159" y="2376283"/>
                  <a:pt x="16987427" y="2376283"/>
                  <a:pt x="16987427" y="2369862"/>
                </a:cubicBezTo>
                <a:close/>
                <a:moveTo>
                  <a:pt x="18534659" y="2366944"/>
                </a:moveTo>
                <a:cubicBezTo>
                  <a:pt x="18543127" y="2373742"/>
                  <a:pt x="18544339" y="2399727"/>
                  <a:pt x="18549179" y="2419067"/>
                </a:cubicBezTo>
                <a:cubicBezTo>
                  <a:pt x="18568535" y="2464188"/>
                  <a:pt x="18620155" y="2425513"/>
                  <a:pt x="18620155" y="2496418"/>
                </a:cubicBezTo>
                <a:cubicBezTo>
                  <a:pt x="18607247" y="2496418"/>
                  <a:pt x="18587891" y="2489973"/>
                  <a:pt x="18587891" y="2522203"/>
                </a:cubicBezTo>
                <a:cubicBezTo>
                  <a:pt x="18594343" y="2522203"/>
                  <a:pt x="18620155" y="2509311"/>
                  <a:pt x="18620155" y="2541541"/>
                </a:cubicBezTo>
                <a:cubicBezTo>
                  <a:pt x="18613703" y="2566250"/>
                  <a:pt x="18620155" y="2560878"/>
                  <a:pt x="18631983" y="2546914"/>
                </a:cubicBezTo>
                <a:cubicBezTo>
                  <a:pt x="18664247" y="2515755"/>
                  <a:pt x="18702959" y="2509311"/>
                  <a:pt x="18748127" y="2522203"/>
                </a:cubicBezTo>
                <a:lnTo>
                  <a:pt x="18765595" y="2529864"/>
                </a:lnTo>
                <a:lnTo>
                  <a:pt x="18759563" y="2520160"/>
                </a:lnTo>
                <a:cubicBezTo>
                  <a:pt x="18765547" y="2513738"/>
                  <a:pt x="18771535" y="2507316"/>
                  <a:pt x="18771535" y="2507316"/>
                </a:cubicBezTo>
                <a:cubicBezTo>
                  <a:pt x="18774531" y="2513738"/>
                  <a:pt x="18776027" y="2518554"/>
                  <a:pt x="18776027" y="2523370"/>
                </a:cubicBezTo>
                <a:lnTo>
                  <a:pt x="18773267" y="2533230"/>
                </a:lnTo>
                <a:lnTo>
                  <a:pt x="18781195" y="2536706"/>
                </a:lnTo>
                <a:cubicBezTo>
                  <a:pt x="18793295" y="2543152"/>
                  <a:pt x="18806199" y="2551210"/>
                  <a:pt x="18819103" y="2560878"/>
                </a:cubicBezTo>
                <a:cubicBezTo>
                  <a:pt x="18832007" y="2572696"/>
                  <a:pt x="18851367" y="2585588"/>
                  <a:pt x="18863195" y="2572696"/>
                </a:cubicBezTo>
                <a:cubicBezTo>
                  <a:pt x="18901911" y="2541541"/>
                  <a:pt x="18947075" y="2604927"/>
                  <a:pt x="18979339" y="2624266"/>
                </a:cubicBezTo>
                <a:cubicBezTo>
                  <a:pt x="18947075" y="2650048"/>
                  <a:pt x="18908363" y="2675834"/>
                  <a:pt x="18876099" y="2708063"/>
                </a:cubicBezTo>
                <a:cubicBezTo>
                  <a:pt x="18953527" y="2771448"/>
                  <a:pt x="19030959" y="2842360"/>
                  <a:pt x="19107311" y="2906818"/>
                </a:cubicBezTo>
                <a:cubicBezTo>
                  <a:pt x="19146027" y="2939048"/>
                  <a:pt x="19184739" y="2971278"/>
                  <a:pt x="19229907" y="3008879"/>
                </a:cubicBezTo>
                <a:cubicBezTo>
                  <a:pt x="19254643" y="3028218"/>
                  <a:pt x="19286903" y="3060446"/>
                  <a:pt x="19319167" y="3060446"/>
                </a:cubicBezTo>
                <a:cubicBezTo>
                  <a:pt x="19306263" y="3028218"/>
                  <a:pt x="19299807" y="2989542"/>
                  <a:pt x="19286903" y="2951942"/>
                </a:cubicBezTo>
                <a:cubicBezTo>
                  <a:pt x="19306263" y="2939048"/>
                  <a:pt x="19332071" y="2932601"/>
                  <a:pt x="19357879" y="2919712"/>
                </a:cubicBezTo>
                <a:cubicBezTo>
                  <a:pt x="19357879" y="2951942"/>
                  <a:pt x="19357879" y="2983096"/>
                  <a:pt x="19357879" y="3015325"/>
                </a:cubicBezTo>
                <a:cubicBezTo>
                  <a:pt x="19377239" y="3015325"/>
                  <a:pt x="19390143" y="2976653"/>
                  <a:pt x="19409499" y="2976653"/>
                </a:cubicBezTo>
                <a:cubicBezTo>
                  <a:pt x="19441763" y="2976653"/>
                  <a:pt x="19466495" y="3015325"/>
                  <a:pt x="19492307" y="3028218"/>
                </a:cubicBezTo>
                <a:cubicBezTo>
                  <a:pt x="19448215" y="3099124"/>
                  <a:pt x="19550379" y="3162515"/>
                  <a:pt x="19550379" y="3073341"/>
                </a:cubicBezTo>
                <a:cubicBezTo>
                  <a:pt x="19531019" y="3073341"/>
                  <a:pt x="19505211" y="3086232"/>
                  <a:pt x="19492307" y="3060446"/>
                </a:cubicBezTo>
                <a:cubicBezTo>
                  <a:pt x="19524567" y="3002434"/>
                  <a:pt x="19589091" y="3079786"/>
                  <a:pt x="19627807" y="3092678"/>
                </a:cubicBezTo>
                <a:cubicBezTo>
                  <a:pt x="19608451" y="3105569"/>
                  <a:pt x="19582639" y="3105569"/>
                  <a:pt x="19582639" y="3137801"/>
                </a:cubicBezTo>
                <a:cubicBezTo>
                  <a:pt x="19621355" y="3137801"/>
                  <a:pt x="19634259" y="3194740"/>
                  <a:pt x="19660067" y="3226970"/>
                </a:cubicBezTo>
                <a:cubicBezTo>
                  <a:pt x="19684803" y="3265647"/>
                  <a:pt x="19717067" y="3291431"/>
                  <a:pt x="19755779" y="3310769"/>
                </a:cubicBezTo>
                <a:cubicBezTo>
                  <a:pt x="19839663" y="3362334"/>
                  <a:pt x="19935371" y="3381680"/>
                  <a:pt x="20019255" y="3432170"/>
                </a:cubicBezTo>
                <a:cubicBezTo>
                  <a:pt x="20006347" y="3445062"/>
                  <a:pt x="20012803" y="3483739"/>
                  <a:pt x="19999895" y="3503076"/>
                </a:cubicBezTo>
                <a:cubicBezTo>
                  <a:pt x="19986991" y="3522414"/>
                  <a:pt x="19967635" y="3522414"/>
                  <a:pt x="19954731" y="3528860"/>
                </a:cubicBezTo>
                <a:cubicBezTo>
                  <a:pt x="19954731" y="3541751"/>
                  <a:pt x="19961183" y="3548197"/>
                  <a:pt x="19967635" y="3554644"/>
                </a:cubicBezTo>
                <a:cubicBezTo>
                  <a:pt x="19961183" y="3554644"/>
                  <a:pt x="19954731" y="3561091"/>
                  <a:pt x="19954731" y="3567536"/>
                </a:cubicBezTo>
                <a:lnTo>
                  <a:pt x="19956223" y="3592397"/>
                </a:lnTo>
                <a:lnTo>
                  <a:pt x="19956343" y="3594395"/>
                </a:lnTo>
                <a:cubicBezTo>
                  <a:pt x="19957955" y="3602182"/>
                  <a:pt x="19961183" y="3608356"/>
                  <a:pt x="19967635" y="3611589"/>
                </a:cubicBezTo>
                <a:cubicBezTo>
                  <a:pt x="19948279" y="3624478"/>
                  <a:pt x="19935371" y="3630923"/>
                  <a:pt x="19922467" y="3643813"/>
                </a:cubicBezTo>
                <a:cubicBezTo>
                  <a:pt x="19922467" y="3618033"/>
                  <a:pt x="19916015" y="3598691"/>
                  <a:pt x="19909563" y="3579354"/>
                </a:cubicBezTo>
                <a:cubicBezTo>
                  <a:pt x="19909563" y="3572907"/>
                  <a:pt x="19916015" y="3567536"/>
                  <a:pt x="19916015" y="3561091"/>
                </a:cubicBezTo>
                <a:cubicBezTo>
                  <a:pt x="19922467" y="3541751"/>
                  <a:pt x="19909563" y="3554644"/>
                  <a:pt x="19903111" y="3554644"/>
                </a:cubicBezTo>
                <a:cubicBezTo>
                  <a:pt x="19883751" y="3579354"/>
                  <a:pt x="19852567" y="3554644"/>
                  <a:pt x="19833207" y="3535307"/>
                </a:cubicBezTo>
                <a:cubicBezTo>
                  <a:pt x="19762231" y="3470848"/>
                  <a:pt x="19684803" y="3425725"/>
                  <a:pt x="19608451" y="3367695"/>
                </a:cubicBezTo>
                <a:cubicBezTo>
                  <a:pt x="19531019" y="3310769"/>
                  <a:pt x="19454667" y="3252754"/>
                  <a:pt x="19370787" y="3194740"/>
                </a:cubicBezTo>
                <a:cubicBezTo>
                  <a:pt x="19332071" y="3168956"/>
                  <a:pt x="19299807" y="3144246"/>
                  <a:pt x="19262171" y="3118462"/>
                </a:cubicBezTo>
                <a:cubicBezTo>
                  <a:pt x="19242811" y="3105569"/>
                  <a:pt x="19223455" y="3092678"/>
                  <a:pt x="19204099" y="3086232"/>
                </a:cubicBezTo>
                <a:cubicBezTo>
                  <a:pt x="19178287" y="3066896"/>
                  <a:pt x="19197647" y="3060446"/>
                  <a:pt x="19191195" y="3028218"/>
                </a:cubicBezTo>
                <a:cubicBezTo>
                  <a:pt x="19178287" y="2983096"/>
                  <a:pt x="19126667" y="2971278"/>
                  <a:pt x="19100859" y="2957311"/>
                </a:cubicBezTo>
                <a:cubicBezTo>
                  <a:pt x="19068599" y="2945494"/>
                  <a:pt x="19037411" y="2919712"/>
                  <a:pt x="18998695" y="2900372"/>
                </a:cubicBezTo>
                <a:cubicBezTo>
                  <a:pt x="18921267" y="2848806"/>
                  <a:pt x="18837387" y="2797226"/>
                  <a:pt x="18754579" y="2752111"/>
                </a:cubicBezTo>
                <a:cubicBezTo>
                  <a:pt x="18683603" y="2708063"/>
                  <a:pt x="18607247" y="2662938"/>
                  <a:pt x="18536271" y="2604927"/>
                </a:cubicBezTo>
                <a:cubicBezTo>
                  <a:pt x="18523367" y="2592034"/>
                  <a:pt x="18484655" y="2566250"/>
                  <a:pt x="18491107" y="2535095"/>
                </a:cubicBezTo>
                <a:cubicBezTo>
                  <a:pt x="18497559" y="2509311"/>
                  <a:pt x="18529819" y="2528649"/>
                  <a:pt x="18529819" y="2496418"/>
                </a:cubicBezTo>
                <a:cubicBezTo>
                  <a:pt x="18516915" y="2496418"/>
                  <a:pt x="18504011" y="2489973"/>
                  <a:pt x="18491107" y="2477081"/>
                </a:cubicBezTo>
                <a:cubicBezTo>
                  <a:pt x="18504011" y="2470634"/>
                  <a:pt x="18516915" y="2464188"/>
                  <a:pt x="18529819" y="2464188"/>
                </a:cubicBezTo>
                <a:cubicBezTo>
                  <a:pt x="18523367" y="2438405"/>
                  <a:pt x="18497559" y="2386835"/>
                  <a:pt x="18523367" y="2367497"/>
                </a:cubicBezTo>
                <a:cubicBezTo>
                  <a:pt x="18528207" y="2364544"/>
                  <a:pt x="18531835" y="2364678"/>
                  <a:pt x="18534659" y="2366944"/>
                </a:cubicBezTo>
                <a:close/>
                <a:moveTo>
                  <a:pt x="14178042" y="2365763"/>
                </a:moveTo>
                <a:cubicBezTo>
                  <a:pt x="14188125" y="2366531"/>
                  <a:pt x="14197432" y="2369606"/>
                  <a:pt x="14203637" y="2378829"/>
                </a:cubicBezTo>
                <a:cubicBezTo>
                  <a:pt x="14185022" y="2384977"/>
                  <a:pt x="14166408" y="2391126"/>
                  <a:pt x="14147793" y="2397274"/>
                </a:cubicBezTo>
                <a:cubicBezTo>
                  <a:pt x="14147793" y="2391126"/>
                  <a:pt x="14147793" y="2378829"/>
                  <a:pt x="14147793" y="2366531"/>
                </a:cubicBezTo>
                <a:cubicBezTo>
                  <a:pt x="14157101" y="2366531"/>
                  <a:pt x="14167959" y="2364994"/>
                  <a:pt x="14178042" y="2365763"/>
                </a:cubicBezTo>
                <a:close/>
                <a:moveTo>
                  <a:pt x="15749418" y="2360442"/>
                </a:moveTo>
                <a:cubicBezTo>
                  <a:pt x="15769250" y="2360578"/>
                  <a:pt x="15786672" y="2368725"/>
                  <a:pt x="15786672" y="2400767"/>
                </a:cubicBezTo>
                <a:cubicBezTo>
                  <a:pt x="15767374" y="2400767"/>
                  <a:pt x="15697690" y="2439870"/>
                  <a:pt x="15697690" y="2368181"/>
                </a:cubicBezTo>
                <a:cubicBezTo>
                  <a:pt x="15707338" y="2368181"/>
                  <a:pt x="15729584" y="2360306"/>
                  <a:pt x="15749418" y="2360442"/>
                </a:cubicBezTo>
                <a:close/>
                <a:moveTo>
                  <a:pt x="18389035" y="2358528"/>
                </a:moveTo>
                <a:cubicBezTo>
                  <a:pt x="18423703" y="2356568"/>
                  <a:pt x="18463591" y="2401794"/>
                  <a:pt x="18493047" y="2411447"/>
                </a:cubicBezTo>
                <a:cubicBezTo>
                  <a:pt x="18447227" y="2411447"/>
                  <a:pt x="18402499" y="2405010"/>
                  <a:pt x="18356683" y="2379282"/>
                </a:cubicBezTo>
                <a:cubicBezTo>
                  <a:pt x="18366499" y="2365077"/>
                  <a:pt x="18377479" y="2359181"/>
                  <a:pt x="18389035" y="2358528"/>
                </a:cubicBezTo>
                <a:close/>
                <a:moveTo>
                  <a:pt x="18495775" y="2349279"/>
                </a:moveTo>
                <a:cubicBezTo>
                  <a:pt x="18497415" y="2347907"/>
                  <a:pt x="18500695" y="2349653"/>
                  <a:pt x="18507259" y="2353146"/>
                </a:cubicBezTo>
                <a:cubicBezTo>
                  <a:pt x="18500695" y="2358135"/>
                  <a:pt x="18500695" y="2358135"/>
                  <a:pt x="18494135" y="2364123"/>
                </a:cubicBezTo>
                <a:cubicBezTo>
                  <a:pt x="18494135" y="2355142"/>
                  <a:pt x="18494135" y="2350651"/>
                  <a:pt x="18495775" y="2349279"/>
                </a:cubicBezTo>
                <a:close/>
                <a:moveTo>
                  <a:pt x="16969579" y="2349279"/>
                </a:moveTo>
                <a:cubicBezTo>
                  <a:pt x="16971223" y="2347907"/>
                  <a:pt x="16974503" y="2349653"/>
                  <a:pt x="16981067" y="2353146"/>
                </a:cubicBezTo>
                <a:cubicBezTo>
                  <a:pt x="16974503" y="2358135"/>
                  <a:pt x="16974503" y="2358135"/>
                  <a:pt x="16967939" y="2364123"/>
                </a:cubicBezTo>
                <a:cubicBezTo>
                  <a:pt x="16967939" y="2355142"/>
                  <a:pt x="16967939" y="2350651"/>
                  <a:pt x="16969579" y="2349279"/>
                </a:cubicBezTo>
                <a:close/>
                <a:moveTo>
                  <a:pt x="11692713" y="2348847"/>
                </a:moveTo>
                <a:cubicBezTo>
                  <a:pt x="11660471" y="2356369"/>
                  <a:pt x="11609959" y="2337027"/>
                  <a:pt x="11597062" y="2400427"/>
                </a:cubicBezTo>
                <a:cubicBezTo>
                  <a:pt x="11673368" y="2381086"/>
                  <a:pt x="11673368" y="2381086"/>
                  <a:pt x="11692713" y="2348847"/>
                </a:cubicBezTo>
                <a:close/>
                <a:moveTo>
                  <a:pt x="13918473" y="2337027"/>
                </a:moveTo>
                <a:cubicBezTo>
                  <a:pt x="13918473" y="2361740"/>
                  <a:pt x="13924922" y="2368190"/>
                  <a:pt x="13937818" y="2368190"/>
                </a:cubicBezTo>
                <a:cubicBezTo>
                  <a:pt x="13937818" y="2348847"/>
                  <a:pt x="13931370" y="2337027"/>
                  <a:pt x="13918473" y="2337027"/>
                </a:cubicBezTo>
                <a:close/>
                <a:moveTo>
                  <a:pt x="15583936" y="2336684"/>
                </a:moveTo>
                <a:cubicBezTo>
                  <a:pt x="15595910" y="2336684"/>
                  <a:pt x="15601898" y="2348849"/>
                  <a:pt x="15601898" y="2368757"/>
                </a:cubicBezTo>
                <a:cubicBezTo>
                  <a:pt x="15589924" y="2368757"/>
                  <a:pt x="15583936" y="2362120"/>
                  <a:pt x="15583936" y="2336684"/>
                </a:cubicBezTo>
                <a:close/>
                <a:moveTo>
                  <a:pt x="18265899" y="2322616"/>
                </a:moveTo>
                <a:cubicBezTo>
                  <a:pt x="18279499" y="2322616"/>
                  <a:pt x="18297003" y="2325826"/>
                  <a:pt x="18303467" y="2325826"/>
                </a:cubicBezTo>
                <a:cubicBezTo>
                  <a:pt x="18290543" y="2345090"/>
                  <a:pt x="18271151" y="2338669"/>
                  <a:pt x="18251763" y="2338669"/>
                </a:cubicBezTo>
                <a:cubicBezTo>
                  <a:pt x="18242607" y="2325826"/>
                  <a:pt x="18252303" y="2322616"/>
                  <a:pt x="18265899" y="2322616"/>
                </a:cubicBezTo>
                <a:close/>
                <a:moveTo>
                  <a:pt x="14337383" y="2322530"/>
                </a:moveTo>
                <a:cubicBezTo>
                  <a:pt x="14587803" y="2347248"/>
                  <a:pt x="14844672" y="2398834"/>
                  <a:pt x="15095092" y="2431077"/>
                </a:cubicBezTo>
                <a:cubicBezTo>
                  <a:pt x="15216540" y="2450421"/>
                  <a:pt x="15332614" y="2463317"/>
                  <a:pt x="15447614" y="2502007"/>
                </a:cubicBezTo>
                <a:cubicBezTo>
                  <a:pt x="15562614" y="2540695"/>
                  <a:pt x="15685138" y="2546069"/>
                  <a:pt x="15800138" y="2578310"/>
                </a:cubicBezTo>
                <a:cubicBezTo>
                  <a:pt x="15929110" y="2610551"/>
                  <a:pt x="16050558" y="2649240"/>
                  <a:pt x="16178454" y="2694378"/>
                </a:cubicBezTo>
                <a:cubicBezTo>
                  <a:pt x="16236492" y="2713722"/>
                  <a:pt x="16486912" y="2783576"/>
                  <a:pt x="16506258" y="2802908"/>
                </a:cubicBezTo>
                <a:cubicBezTo>
                  <a:pt x="16551398" y="2848065"/>
                  <a:pt x="16608360" y="2841618"/>
                  <a:pt x="16653500" y="2854514"/>
                </a:cubicBezTo>
                <a:cubicBezTo>
                  <a:pt x="16711538" y="2873857"/>
                  <a:pt x="16769574" y="2893202"/>
                  <a:pt x="16826539" y="2918995"/>
                </a:cubicBezTo>
                <a:cubicBezTo>
                  <a:pt x="16884575" y="2944787"/>
                  <a:pt x="16942611" y="2963057"/>
                  <a:pt x="17000651" y="2988849"/>
                </a:cubicBezTo>
                <a:cubicBezTo>
                  <a:pt x="17044715" y="3008194"/>
                  <a:pt x="17180135" y="3059779"/>
                  <a:pt x="17237099" y="3066234"/>
                </a:cubicBezTo>
                <a:cubicBezTo>
                  <a:pt x="17256443" y="3066234"/>
                  <a:pt x="17275791" y="3059779"/>
                  <a:pt x="17295135" y="3079125"/>
                </a:cubicBezTo>
                <a:cubicBezTo>
                  <a:pt x="17308031" y="3092026"/>
                  <a:pt x="17506863" y="3143608"/>
                  <a:pt x="17558451" y="3175848"/>
                </a:cubicBezTo>
                <a:cubicBezTo>
                  <a:pt x="17584247" y="3187669"/>
                  <a:pt x="17602519" y="3213464"/>
                  <a:pt x="17628311" y="3226360"/>
                </a:cubicBezTo>
                <a:cubicBezTo>
                  <a:pt x="17647659" y="3232807"/>
                  <a:pt x="17910975" y="3355321"/>
                  <a:pt x="17930319" y="3348874"/>
                </a:cubicBezTo>
                <a:cubicBezTo>
                  <a:pt x="17949667" y="3348874"/>
                  <a:pt x="17975463" y="3348874"/>
                  <a:pt x="17994807" y="3373613"/>
                </a:cubicBezTo>
                <a:cubicBezTo>
                  <a:pt x="18032423" y="3425183"/>
                  <a:pt x="18077563" y="3457419"/>
                  <a:pt x="18122703" y="3476768"/>
                </a:cubicBezTo>
                <a:cubicBezTo>
                  <a:pt x="18174291" y="3496111"/>
                  <a:pt x="18455879" y="3649795"/>
                  <a:pt x="18494571" y="3669140"/>
                </a:cubicBezTo>
                <a:cubicBezTo>
                  <a:pt x="18584851" y="3720724"/>
                  <a:pt x="18680507" y="3772311"/>
                  <a:pt x="18770787" y="3822821"/>
                </a:cubicBezTo>
                <a:cubicBezTo>
                  <a:pt x="18866439" y="3880855"/>
                  <a:pt x="18963171" y="3932447"/>
                  <a:pt x="19058823" y="3989399"/>
                </a:cubicBezTo>
                <a:cubicBezTo>
                  <a:pt x="19103963" y="4015196"/>
                  <a:pt x="19149103" y="4040988"/>
                  <a:pt x="19194243" y="4060333"/>
                </a:cubicBezTo>
                <a:cubicBezTo>
                  <a:pt x="19226487" y="4079678"/>
                  <a:pt x="19405971" y="4118365"/>
                  <a:pt x="19469383" y="4163505"/>
                </a:cubicBezTo>
                <a:cubicBezTo>
                  <a:pt x="19501627" y="4188223"/>
                  <a:pt x="19533871" y="4206396"/>
                  <a:pt x="19566111" y="4232189"/>
                </a:cubicBezTo>
                <a:cubicBezTo>
                  <a:pt x="19585459" y="4245085"/>
                  <a:pt x="19630599" y="4354705"/>
                  <a:pt x="19611251" y="4335361"/>
                </a:cubicBezTo>
                <a:cubicBezTo>
                  <a:pt x="19591907" y="4316016"/>
                  <a:pt x="19226487" y="4176401"/>
                  <a:pt x="19027655" y="4099024"/>
                </a:cubicBezTo>
                <a:cubicBezTo>
                  <a:pt x="18943823" y="4060333"/>
                  <a:pt x="18853543" y="4040988"/>
                  <a:pt x="18777235" y="3977580"/>
                </a:cubicBezTo>
                <a:cubicBezTo>
                  <a:pt x="18741767" y="3945339"/>
                  <a:pt x="18703347" y="3917933"/>
                  <a:pt x="18664115" y="3895366"/>
                </a:cubicBezTo>
                <a:lnTo>
                  <a:pt x="18615335" y="3873366"/>
                </a:lnTo>
                <a:lnTo>
                  <a:pt x="18546163" y="3842168"/>
                </a:lnTo>
                <a:cubicBezTo>
                  <a:pt x="18546163" y="3887300"/>
                  <a:pt x="18584851" y="3880855"/>
                  <a:pt x="18604199" y="3893754"/>
                </a:cubicBezTo>
                <a:cubicBezTo>
                  <a:pt x="18642891" y="3913099"/>
                  <a:pt x="18674059" y="3951788"/>
                  <a:pt x="18712751" y="3971132"/>
                </a:cubicBezTo>
                <a:cubicBezTo>
                  <a:pt x="18733707" y="3980536"/>
                  <a:pt x="18754195" y="3992024"/>
                  <a:pt x="18774347" y="4005068"/>
                </a:cubicBezTo>
                <a:lnTo>
                  <a:pt x="18788215" y="4015151"/>
                </a:lnTo>
                <a:lnTo>
                  <a:pt x="18783259" y="4000079"/>
                </a:lnTo>
                <a:cubicBezTo>
                  <a:pt x="18789243" y="3986165"/>
                  <a:pt x="18789243" y="3992589"/>
                  <a:pt x="18801219" y="4000079"/>
                </a:cubicBezTo>
                <a:cubicBezTo>
                  <a:pt x="18798227" y="4002756"/>
                  <a:pt x="18795231" y="4004093"/>
                  <a:pt x="18792987" y="4006367"/>
                </a:cubicBezTo>
                <a:lnTo>
                  <a:pt x="18789851" y="4016339"/>
                </a:lnTo>
                <a:lnTo>
                  <a:pt x="18833931" y="4048377"/>
                </a:lnTo>
                <a:cubicBezTo>
                  <a:pt x="18873159" y="4079678"/>
                  <a:pt x="18911583" y="4115143"/>
                  <a:pt x="18950271" y="4150608"/>
                </a:cubicBezTo>
                <a:cubicBezTo>
                  <a:pt x="18930927" y="4157057"/>
                  <a:pt x="18905131" y="4150608"/>
                  <a:pt x="18898683" y="4194574"/>
                </a:cubicBezTo>
                <a:cubicBezTo>
                  <a:pt x="18898683" y="4212844"/>
                  <a:pt x="18892235" y="4219292"/>
                  <a:pt x="18879339" y="4219292"/>
                </a:cubicBezTo>
                <a:cubicBezTo>
                  <a:pt x="18853543" y="4219292"/>
                  <a:pt x="18834199" y="4188223"/>
                  <a:pt x="18809479" y="4182849"/>
                </a:cubicBezTo>
                <a:cubicBezTo>
                  <a:pt x="18809479" y="4197800"/>
                  <a:pt x="18815659" y="4203710"/>
                  <a:pt x="18823583" y="4208277"/>
                </a:cubicBezTo>
                <a:lnTo>
                  <a:pt x="18835699" y="4214809"/>
                </a:lnTo>
                <a:lnTo>
                  <a:pt x="18847371" y="4208674"/>
                </a:lnTo>
                <a:cubicBezTo>
                  <a:pt x="18849615" y="4209291"/>
                  <a:pt x="18850863" y="4212007"/>
                  <a:pt x="18853359" y="4214969"/>
                </a:cubicBezTo>
                <a:cubicBezTo>
                  <a:pt x="18850863" y="4217932"/>
                  <a:pt x="18849615" y="4220894"/>
                  <a:pt x="18847371" y="4221635"/>
                </a:cubicBezTo>
                <a:lnTo>
                  <a:pt x="18837243" y="4215997"/>
                </a:lnTo>
                <a:lnTo>
                  <a:pt x="18848171" y="4225741"/>
                </a:lnTo>
                <a:cubicBezTo>
                  <a:pt x="18828823" y="4257982"/>
                  <a:pt x="18796583" y="4225741"/>
                  <a:pt x="18777235" y="4212844"/>
                </a:cubicBezTo>
                <a:cubicBezTo>
                  <a:pt x="18744991" y="4194574"/>
                  <a:pt x="18712751" y="4182849"/>
                  <a:pt x="18680507" y="4163505"/>
                </a:cubicBezTo>
                <a:cubicBezTo>
                  <a:pt x="18610647" y="4124816"/>
                  <a:pt x="18539711" y="4086126"/>
                  <a:pt x="18468779" y="4047437"/>
                </a:cubicBezTo>
                <a:cubicBezTo>
                  <a:pt x="18327983" y="3971132"/>
                  <a:pt x="18187191" y="3893754"/>
                  <a:pt x="18038871" y="3822821"/>
                </a:cubicBezTo>
                <a:cubicBezTo>
                  <a:pt x="17898079" y="3752968"/>
                  <a:pt x="17750835" y="3669140"/>
                  <a:pt x="17602519" y="3630451"/>
                </a:cubicBezTo>
                <a:cubicBezTo>
                  <a:pt x="17571351" y="3617555"/>
                  <a:pt x="17532659" y="3624002"/>
                  <a:pt x="17500415" y="3598206"/>
                </a:cubicBezTo>
                <a:cubicBezTo>
                  <a:pt x="17474619" y="3586387"/>
                  <a:pt x="17468171" y="3541249"/>
                  <a:pt x="17448827" y="3528353"/>
                </a:cubicBezTo>
                <a:cubicBezTo>
                  <a:pt x="17429479" y="3502559"/>
                  <a:pt x="17416583" y="3547694"/>
                  <a:pt x="17397239" y="3554146"/>
                </a:cubicBezTo>
                <a:cubicBezTo>
                  <a:pt x="17378967" y="3560593"/>
                  <a:pt x="17076959" y="3418733"/>
                  <a:pt x="17031819" y="3392942"/>
                </a:cubicBezTo>
                <a:cubicBezTo>
                  <a:pt x="17006023" y="3381122"/>
                  <a:pt x="16986679" y="3348874"/>
                  <a:pt x="16961959" y="3329530"/>
                </a:cubicBezTo>
                <a:cubicBezTo>
                  <a:pt x="16949059" y="3323082"/>
                  <a:pt x="16923267" y="3329530"/>
                  <a:pt x="16923267" y="3290841"/>
                </a:cubicBezTo>
                <a:cubicBezTo>
                  <a:pt x="16945835" y="3290841"/>
                  <a:pt x="16968139" y="3294066"/>
                  <a:pt x="16989635" y="3299710"/>
                </a:cubicBezTo>
                <a:lnTo>
                  <a:pt x="16998875" y="3303219"/>
                </a:lnTo>
                <a:lnTo>
                  <a:pt x="16995631" y="3290157"/>
                </a:lnTo>
                <a:cubicBezTo>
                  <a:pt x="16997875" y="3286745"/>
                  <a:pt x="17002363" y="3286745"/>
                  <a:pt x="17004859" y="3293569"/>
                </a:cubicBezTo>
                <a:cubicBezTo>
                  <a:pt x="17002363" y="3296981"/>
                  <a:pt x="17001119" y="3298689"/>
                  <a:pt x="17000495" y="3300395"/>
                </a:cubicBezTo>
                <a:lnTo>
                  <a:pt x="17000191" y="3303718"/>
                </a:lnTo>
                <a:lnTo>
                  <a:pt x="17051163" y="3323082"/>
                </a:lnTo>
                <a:cubicBezTo>
                  <a:pt x="17051163" y="3290841"/>
                  <a:pt x="17038267" y="3290841"/>
                  <a:pt x="17018919" y="3290841"/>
                </a:cubicBezTo>
                <a:cubicBezTo>
                  <a:pt x="17000651" y="3284394"/>
                  <a:pt x="16981303" y="3265049"/>
                  <a:pt x="16961959" y="3258601"/>
                </a:cubicBezTo>
                <a:cubicBezTo>
                  <a:pt x="16936163" y="3252153"/>
                  <a:pt x="16916819" y="3252153"/>
                  <a:pt x="16897471" y="3239254"/>
                </a:cubicBezTo>
                <a:cubicBezTo>
                  <a:pt x="16878127" y="3219911"/>
                  <a:pt x="16884575" y="3194117"/>
                  <a:pt x="16884575" y="3168325"/>
                </a:cubicBezTo>
                <a:cubicBezTo>
                  <a:pt x="16968407" y="3187669"/>
                  <a:pt x="17051163" y="3219911"/>
                  <a:pt x="17141443" y="3194117"/>
                </a:cubicBezTo>
                <a:cubicBezTo>
                  <a:pt x="17096303" y="3181222"/>
                  <a:pt x="17051163" y="3175848"/>
                  <a:pt x="17012471" y="3161879"/>
                </a:cubicBezTo>
                <a:cubicBezTo>
                  <a:pt x="16986679" y="3156504"/>
                  <a:pt x="16961959" y="3156504"/>
                  <a:pt x="16936163" y="3143608"/>
                </a:cubicBezTo>
                <a:cubicBezTo>
                  <a:pt x="16916819" y="3130709"/>
                  <a:pt x="16929715" y="3111367"/>
                  <a:pt x="16916819" y="3085574"/>
                </a:cubicBezTo>
                <a:cubicBezTo>
                  <a:pt x="16910371" y="3072677"/>
                  <a:pt x="16897471" y="3059779"/>
                  <a:pt x="16884575" y="3053332"/>
                </a:cubicBezTo>
                <a:cubicBezTo>
                  <a:pt x="16852331" y="3040434"/>
                  <a:pt x="16820091" y="3040434"/>
                  <a:pt x="16787847" y="3033986"/>
                </a:cubicBezTo>
                <a:cubicBezTo>
                  <a:pt x="16672846" y="3021090"/>
                  <a:pt x="16557846" y="2963057"/>
                  <a:pt x="16441772" y="2931889"/>
                </a:cubicBezTo>
                <a:cubicBezTo>
                  <a:pt x="16320324" y="2886754"/>
                  <a:pt x="15942006" y="2770680"/>
                  <a:pt x="15877520" y="2757784"/>
                </a:cubicBezTo>
                <a:cubicBezTo>
                  <a:pt x="15851726" y="2751337"/>
                  <a:pt x="15832380" y="2757784"/>
                  <a:pt x="15806586" y="2745966"/>
                </a:cubicBezTo>
                <a:cubicBezTo>
                  <a:pt x="15780792" y="2739515"/>
                  <a:pt x="15787240" y="2720168"/>
                  <a:pt x="15787240" y="2687931"/>
                </a:cubicBezTo>
                <a:cubicBezTo>
                  <a:pt x="15780792" y="2649240"/>
                  <a:pt x="15730278" y="2662135"/>
                  <a:pt x="15710932" y="2662135"/>
                </a:cubicBezTo>
                <a:cubicBezTo>
                  <a:pt x="15678690" y="2655689"/>
                  <a:pt x="15652894" y="2649240"/>
                  <a:pt x="15620652" y="2642793"/>
                </a:cubicBezTo>
                <a:cubicBezTo>
                  <a:pt x="15556166" y="2629896"/>
                  <a:pt x="15499204" y="2616998"/>
                  <a:pt x="15434718" y="2604104"/>
                </a:cubicBezTo>
                <a:cubicBezTo>
                  <a:pt x="15306820" y="2578310"/>
                  <a:pt x="15184298" y="2565413"/>
                  <a:pt x="15056400" y="2527799"/>
                </a:cubicBezTo>
                <a:cubicBezTo>
                  <a:pt x="15030606" y="2521352"/>
                  <a:pt x="15011260" y="2489110"/>
                  <a:pt x="14985466" y="2482665"/>
                </a:cubicBezTo>
                <a:cubicBezTo>
                  <a:pt x="14959672" y="2476213"/>
                  <a:pt x="14928504" y="2463317"/>
                  <a:pt x="14902709" y="2456869"/>
                </a:cubicBezTo>
                <a:cubicBezTo>
                  <a:pt x="14838223" y="2443973"/>
                  <a:pt x="14780186" y="2431077"/>
                  <a:pt x="14716775" y="2418183"/>
                </a:cubicBezTo>
                <a:cubicBezTo>
                  <a:pt x="14587803" y="2392385"/>
                  <a:pt x="14466355" y="2360144"/>
                  <a:pt x="14337383" y="2322530"/>
                </a:cubicBezTo>
                <a:close/>
                <a:moveTo>
                  <a:pt x="11757197" y="2317683"/>
                </a:moveTo>
                <a:cubicBezTo>
                  <a:pt x="11737851" y="2324131"/>
                  <a:pt x="11712058" y="2330579"/>
                  <a:pt x="11712058" y="2368190"/>
                </a:cubicBezTo>
                <a:cubicBezTo>
                  <a:pt x="11731403" y="2368190"/>
                  <a:pt x="11750748" y="2368190"/>
                  <a:pt x="11770093" y="2368190"/>
                </a:cubicBezTo>
                <a:cubicBezTo>
                  <a:pt x="11763645" y="2348847"/>
                  <a:pt x="11757197" y="2337027"/>
                  <a:pt x="11757197" y="2317683"/>
                </a:cubicBezTo>
                <a:close/>
                <a:moveTo>
                  <a:pt x="19052427" y="2312984"/>
                </a:moveTo>
                <a:cubicBezTo>
                  <a:pt x="19052427" y="2333459"/>
                  <a:pt x="19045443" y="2340284"/>
                  <a:pt x="19034467" y="2340284"/>
                </a:cubicBezTo>
                <a:cubicBezTo>
                  <a:pt x="19034467" y="2319809"/>
                  <a:pt x="19039455" y="2312984"/>
                  <a:pt x="19052427" y="2312984"/>
                </a:cubicBezTo>
                <a:close/>
                <a:moveTo>
                  <a:pt x="14280505" y="2309654"/>
                </a:moveTo>
                <a:cubicBezTo>
                  <a:pt x="14293144" y="2309654"/>
                  <a:pt x="14317369" y="2303505"/>
                  <a:pt x="14317369" y="2334248"/>
                </a:cubicBezTo>
                <a:cubicBezTo>
                  <a:pt x="14305783" y="2334248"/>
                  <a:pt x="14280505" y="2340396"/>
                  <a:pt x="14280505" y="2309654"/>
                </a:cubicBezTo>
                <a:close/>
                <a:moveTo>
                  <a:pt x="10449253" y="2291889"/>
                </a:moveTo>
                <a:cubicBezTo>
                  <a:pt x="10295567" y="2324131"/>
                  <a:pt x="10167675" y="2381086"/>
                  <a:pt x="10167675" y="2400427"/>
                </a:cubicBezTo>
                <a:cubicBezTo>
                  <a:pt x="10263325" y="2361740"/>
                  <a:pt x="10353603" y="2330579"/>
                  <a:pt x="10449253" y="2291889"/>
                </a:cubicBezTo>
                <a:close/>
                <a:moveTo>
                  <a:pt x="15292532" y="2288812"/>
                </a:moveTo>
                <a:cubicBezTo>
                  <a:pt x="15293352" y="2286253"/>
                  <a:pt x="15296634" y="2287959"/>
                  <a:pt x="15303196" y="2291371"/>
                </a:cubicBezTo>
                <a:cubicBezTo>
                  <a:pt x="15296634" y="2298195"/>
                  <a:pt x="15296634" y="2298195"/>
                  <a:pt x="15296634" y="2311846"/>
                </a:cubicBezTo>
                <a:cubicBezTo>
                  <a:pt x="15293352" y="2298195"/>
                  <a:pt x="15291710" y="2291371"/>
                  <a:pt x="15292532" y="2288812"/>
                </a:cubicBezTo>
                <a:close/>
                <a:moveTo>
                  <a:pt x="15242674" y="2279804"/>
                </a:moveTo>
                <a:cubicBezTo>
                  <a:pt x="15254648" y="2279804"/>
                  <a:pt x="15260636" y="2286226"/>
                  <a:pt x="15260636" y="2311914"/>
                </a:cubicBezTo>
                <a:cubicBezTo>
                  <a:pt x="15248660" y="2311914"/>
                  <a:pt x="15242674" y="2299068"/>
                  <a:pt x="15242674" y="2279804"/>
                </a:cubicBezTo>
                <a:close/>
                <a:moveTo>
                  <a:pt x="15152620" y="2279804"/>
                </a:moveTo>
                <a:cubicBezTo>
                  <a:pt x="15165748" y="2279804"/>
                  <a:pt x="15165748" y="2292648"/>
                  <a:pt x="15165748" y="2311914"/>
                </a:cubicBezTo>
                <a:cubicBezTo>
                  <a:pt x="15152620" y="2311914"/>
                  <a:pt x="15152620" y="2299069"/>
                  <a:pt x="15152620" y="2279804"/>
                </a:cubicBezTo>
                <a:close/>
                <a:moveTo>
                  <a:pt x="11828129" y="2278994"/>
                </a:moveTo>
                <a:cubicBezTo>
                  <a:pt x="11828129" y="2317683"/>
                  <a:pt x="11846399" y="2311236"/>
                  <a:pt x="11865744" y="2311236"/>
                </a:cubicBezTo>
                <a:cubicBezTo>
                  <a:pt x="11865744" y="2272546"/>
                  <a:pt x="11841025" y="2278994"/>
                  <a:pt x="11828129" y="2278994"/>
                </a:cubicBezTo>
                <a:close/>
                <a:moveTo>
                  <a:pt x="11789438" y="2278994"/>
                </a:moveTo>
                <a:cubicBezTo>
                  <a:pt x="11789438" y="2304791"/>
                  <a:pt x="11789438" y="2337027"/>
                  <a:pt x="11808783" y="2337027"/>
                </a:cubicBezTo>
                <a:cubicBezTo>
                  <a:pt x="11808783" y="2311236"/>
                  <a:pt x="11808783" y="2278994"/>
                  <a:pt x="11789438" y="2278994"/>
                </a:cubicBezTo>
                <a:close/>
                <a:moveTo>
                  <a:pt x="19014479" y="2276473"/>
                </a:moveTo>
                <a:cubicBezTo>
                  <a:pt x="19014479" y="2307217"/>
                  <a:pt x="18996035" y="2307217"/>
                  <a:pt x="18977587" y="2307217"/>
                </a:cubicBezTo>
                <a:cubicBezTo>
                  <a:pt x="18977587" y="2270324"/>
                  <a:pt x="19002183" y="2276473"/>
                  <a:pt x="19014479" y="2276473"/>
                </a:cubicBezTo>
                <a:close/>
                <a:moveTo>
                  <a:pt x="12830150" y="2246625"/>
                </a:moveTo>
                <a:cubicBezTo>
                  <a:pt x="12843422" y="2253153"/>
                  <a:pt x="12856693" y="2253153"/>
                  <a:pt x="12862223" y="2259680"/>
                </a:cubicBezTo>
                <a:cubicBezTo>
                  <a:pt x="12850057" y="2272734"/>
                  <a:pt x="12836786" y="2292315"/>
                  <a:pt x="12830150" y="2311896"/>
                </a:cubicBezTo>
                <a:cubicBezTo>
                  <a:pt x="12830150" y="2292315"/>
                  <a:pt x="12830150" y="2266207"/>
                  <a:pt x="12830150" y="2246625"/>
                </a:cubicBezTo>
                <a:close/>
                <a:moveTo>
                  <a:pt x="15057822" y="2246624"/>
                </a:moveTo>
                <a:cubicBezTo>
                  <a:pt x="15069796" y="2246624"/>
                  <a:pt x="15075784" y="2253047"/>
                  <a:pt x="15075784" y="2278730"/>
                </a:cubicBezTo>
                <a:cubicBezTo>
                  <a:pt x="15063810" y="2278730"/>
                  <a:pt x="15057822" y="2265888"/>
                  <a:pt x="15057822" y="2246624"/>
                </a:cubicBezTo>
                <a:close/>
                <a:moveTo>
                  <a:pt x="15000946" y="2246624"/>
                </a:moveTo>
                <a:cubicBezTo>
                  <a:pt x="15012920" y="2246624"/>
                  <a:pt x="15018908" y="2253047"/>
                  <a:pt x="15018908" y="2278730"/>
                </a:cubicBezTo>
                <a:cubicBezTo>
                  <a:pt x="15006932" y="2278730"/>
                  <a:pt x="15000946" y="2265888"/>
                  <a:pt x="15000946" y="2246624"/>
                </a:cubicBezTo>
                <a:close/>
                <a:moveTo>
                  <a:pt x="12939160" y="2246624"/>
                </a:moveTo>
                <a:cubicBezTo>
                  <a:pt x="12951135" y="2246624"/>
                  <a:pt x="12957122" y="2259467"/>
                  <a:pt x="12957122" y="2278730"/>
                </a:cubicBezTo>
                <a:cubicBezTo>
                  <a:pt x="12945147" y="2278730"/>
                  <a:pt x="12939160" y="2265889"/>
                  <a:pt x="12939160" y="2246624"/>
                </a:cubicBezTo>
                <a:close/>
                <a:moveTo>
                  <a:pt x="12887024" y="2246624"/>
                </a:moveTo>
                <a:cubicBezTo>
                  <a:pt x="12900152" y="2246624"/>
                  <a:pt x="12900152" y="2259467"/>
                  <a:pt x="12900152" y="2278730"/>
                </a:cubicBezTo>
                <a:cubicBezTo>
                  <a:pt x="12887024" y="2278730"/>
                  <a:pt x="12887024" y="2265889"/>
                  <a:pt x="12887024" y="2246624"/>
                </a:cubicBezTo>
                <a:close/>
                <a:moveTo>
                  <a:pt x="17244827" y="2243584"/>
                </a:moveTo>
                <a:cubicBezTo>
                  <a:pt x="17256459" y="2241992"/>
                  <a:pt x="17270423" y="2246766"/>
                  <a:pt x="17279727" y="2246766"/>
                </a:cubicBezTo>
                <a:cubicBezTo>
                  <a:pt x="17279727" y="2297699"/>
                  <a:pt x="17242499" y="2278600"/>
                  <a:pt x="17223883" y="2278600"/>
                </a:cubicBezTo>
                <a:cubicBezTo>
                  <a:pt x="17223883" y="2253134"/>
                  <a:pt x="17233191" y="2245175"/>
                  <a:pt x="17244827" y="2243584"/>
                </a:cubicBezTo>
                <a:close/>
                <a:moveTo>
                  <a:pt x="10504870" y="2243531"/>
                </a:moveTo>
                <a:cubicBezTo>
                  <a:pt x="10492779" y="2241919"/>
                  <a:pt x="10478270" y="2246753"/>
                  <a:pt x="10468598" y="2246753"/>
                </a:cubicBezTo>
                <a:cubicBezTo>
                  <a:pt x="10468598" y="2298334"/>
                  <a:pt x="10507289" y="2278994"/>
                  <a:pt x="10526634" y="2278994"/>
                </a:cubicBezTo>
                <a:cubicBezTo>
                  <a:pt x="10526634" y="2253207"/>
                  <a:pt x="10516961" y="2245142"/>
                  <a:pt x="10504870" y="2243531"/>
                </a:cubicBezTo>
                <a:close/>
                <a:moveTo>
                  <a:pt x="18934423" y="2241230"/>
                </a:moveTo>
                <a:cubicBezTo>
                  <a:pt x="18946395" y="2243624"/>
                  <a:pt x="18957567" y="2256393"/>
                  <a:pt x="18957567" y="2278736"/>
                </a:cubicBezTo>
                <a:cubicBezTo>
                  <a:pt x="18938415" y="2272352"/>
                  <a:pt x="18919259" y="2265969"/>
                  <a:pt x="18906491" y="2265969"/>
                </a:cubicBezTo>
                <a:cubicBezTo>
                  <a:pt x="18909683" y="2246816"/>
                  <a:pt x="18922451" y="2238836"/>
                  <a:pt x="18934423" y="2241230"/>
                </a:cubicBezTo>
                <a:close/>
                <a:moveTo>
                  <a:pt x="18874763" y="2221773"/>
                </a:moveTo>
                <a:cubicBezTo>
                  <a:pt x="18884899" y="2224079"/>
                  <a:pt x="18895959" y="2230227"/>
                  <a:pt x="18905439" y="2233302"/>
                </a:cubicBezTo>
                <a:cubicBezTo>
                  <a:pt x="18899119" y="2233302"/>
                  <a:pt x="18899119" y="2239451"/>
                  <a:pt x="18892799" y="2245599"/>
                </a:cubicBezTo>
                <a:cubicBezTo>
                  <a:pt x="18880159" y="2239451"/>
                  <a:pt x="18861199" y="2233302"/>
                  <a:pt x="18849615" y="2233302"/>
                </a:cubicBezTo>
                <a:cubicBezTo>
                  <a:pt x="18855407" y="2221003"/>
                  <a:pt x="18864623" y="2219466"/>
                  <a:pt x="18874763" y="2221773"/>
                </a:cubicBezTo>
                <a:close/>
                <a:moveTo>
                  <a:pt x="11641126" y="2220961"/>
                </a:moveTo>
                <a:cubicBezTo>
                  <a:pt x="11616407" y="2246753"/>
                  <a:pt x="11590614" y="2272546"/>
                  <a:pt x="11564820" y="2298334"/>
                </a:cubicBezTo>
                <a:cubicBezTo>
                  <a:pt x="11590614" y="2348847"/>
                  <a:pt x="11622856" y="2324131"/>
                  <a:pt x="11654023" y="2311236"/>
                </a:cubicBezTo>
                <a:cubicBezTo>
                  <a:pt x="11647574" y="2278994"/>
                  <a:pt x="11641126" y="2253207"/>
                  <a:pt x="11641126" y="2220961"/>
                </a:cubicBezTo>
                <a:close/>
                <a:moveTo>
                  <a:pt x="17184971" y="2213445"/>
                </a:moveTo>
                <a:cubicBezTo>
                  <a:pt x="17184971" y="2239131"/>
                  <a:pt x="17178983" y="2245554"/>
                  <a:pt x="17167007" y="2245554"/>
                </a:cubicBezTo>
                <a:cubicBezTo>
                  <a:pt x="17167007" y="2219865"/>
                  <a:pt x="17172995" y="2213445"/>
                  <a:pt x="17184971" y="2213445"/>
                </a:cubicBezTo>
                <a:close/>
                <a:moveTo>
                  <a:pt x="14957293" y="2213445"/>
                </a:moveTo>
                <a:cubicBezTo>
                  <a:pt x="14957293" y="2239133"/>
                  <a:pt x="14951306" y="2245554"/>
                  <a:pt x="14939331" y="2245554"/>
                </a:cubicBezTo>
                <a:cubicBezTo>
                  <a:pt x="14939331" y="2219865"/>
                  <a:pt x="14945318" y="2213445"/>
                  <a:pt x="14957293" y="2213445"/>
                </a:cubicBezTo>
                <a:close/>
                <a:moveTo>
                  <a:pt x="14906153" y="2213445"/>
                </a:moveTo>
                <a:cubicBezTo>
                  <a:pt x="14917130" y="2213445"/>
                  <a:pt x="14924115" y="2219865"/>
                  <a:pt x="14924115" y="2245554"/>
                </a:cubicBezTo>
                <a:cubicBezTo>
                  <a:pt x="14912140" y="2245554"/>
                  <a:pt x="14906153" y="2239133"/>
                  <a:pt x="14906153" y="2213445"/>
                </a:cubicBezTo>
                <a:close/>
                <a:moveTo>
                  <a:pt x="17242847" y="2199234"/>
                </a:moveTo>
                <a:cubicBezTo>
                  <a:pt x="17396655" y="2199234"/>
                  <a:pt x="17538635" y="2301716"/>
                  <a:pt x="17673087" y="2377508"/>
                </a:cubicBezTo>
                <a:cubicBezTo>
                  <a:pt x="17666631" y="2396722"/>
                  <a:pt x="17634363" y="2435154"/>
                  <a:pt x="17616079" y="2409533"/>
                </a:cubicBezTo>
                <a:cubicBezTo>
                  <a:pt x="17596719" y="2377508"/>
                  <a:pt x="17564451" y="2383913"/>
                  <a:pt x="17532183" y="2390317"/>
                </a:cubicBezTo>
                <a:cubicBezTo>
                  <a:pt x="17506367" y="2396722"/>
                  <a:pt x="17512819" y="2364698"/>
                  <a:pt x="17487007" y="2345482"/>
                </a:cubicBezTo>
                <a:cubicBezTo>
                  <a:pt x="17474099" y="2327334"/>
                  <a:pt x="17448283" y="2345482"/>
                  <a:pt x="17428923" y="2352955"/>
                </a:cubicBezTo>
                <a:cubicBezTo>
                  <a:pt x="17435379" y="2333740"/>
                  <a:pt x="17448283" y="2327334"/>
                  <a:pt x="17448283" y="2308120"/>
                </a:cubicBezTo>
                <a:cubicBezTo>
                  <a:pt x="17441831" y="2314525"/>
                  <a:pt x="17428923" y="2320931"/>
                  <a:pt x="17422471" y="2333740"/>
                </a:cubicBezTo>
                <a:cubicBezTo>
                  <a:pt x="17416015" y="2276095"/>
                  <a:pt x="17384823" y="2263284"/>
                  <a:pt x="17352555" y="2244070"/>
                </a:cubicBezTo>
                <a:cubicBezTo>
                  <a:pt x="17313835" y="2231259"/>
                  <a:pt x="17281567" y="2212043"/>
                  <a:pt x="17242847" y="2199234"/>
                </a:cubicBezTo>
                <a:close/>
                <a:moveTo>
                  <a:pt x="12282738" y="2188728"/>
                </a:moveTo>
                <a:cubicBezTo>
                  <a:pt x="12263393" y="2201616"/>
                  <a:pt x="12238674" y="2208069"/>
                  <a:pt x="12238674" y="2246753"/>
                </a:cubicBezTo>
                <a:cubicBezTo>
                  <a:pt x="12256945" y="2246753"/>
                  <a:pt x="12276290" y="2246753"/>
                  <a:pt x="12295635" y="2246753"/>
                </a:cubicBezTo>
                <a:cubicBezTo>
                  <a:pt x="12289187" y="2227413"/>
                  <a:pt x="12282738" y="2208069"/>
                  <a:pt x="12282738" y="2188728"/>
                </a:cubicBezTo>
                <a:close/>
                <a:moveTo>
                  <a:pt x="15280434" y="2183365"/>
                </a:moveTo>
                <a:lnTo>
                  <a:pt x="15286416" y="2187014"/>
                </a:lnTo>
                <a:lnTo>
                  <a:pt x="15280844" y="2185551"/>
                </a:lnTo>
                <a:close/>
                <a:moveTo>
                  <a:pt x="12468666" y="2182276"/>
                </a:moveTo>
                <a:cubicBezTo>
                  <a:pt x="12468666" y="2208069"/>
                  <a:pt x="12475114" y="2214516"/>
                  <a:pt x="12488011" y="2214516"/>
                </a:cubicBezTo>
                <a:cubicBezTo>
                  <a:pt x="12488011" y="2195172"/>
                  <a:pt x="12481563" y="2182276"/>
                  <a:pt x="12468666" y="2182276"/>
                </a:cubicBezTo>
                <a:close/>
                <a:moveTo>
                  <a:pt x="11846399" y="2182276"/>
                </a:moveTo>
                <a:cubicBezTo>
                  <a:pt x="11846399" y="2208069"/>
                  <a:pt x="11852847" y="2214516"/>
                  <a:pt x="11865744" y="2214516"/>
                </a:cubicBezTo>
                <a:cubicBezTo>
                  <a:pt x="11865744" y="2195172"/>
                  <a:pt x="11859296" y="2182276"/>
                  <a:pt x="11846399" y="2182276"/>
                </a:cubicBezTo>
                <a:close/>
                <a:moveTo>
                  <a:pt x="18661903" y="2180635"/>
                </a:moveTo>
                <a:cubicBezTo>
                  <a:pt x="18677731" y="2183857"/>
                  <a:pt x="18693563" y="2193518"/>
                  <a:pt x="18706439" y="2199959"/>
                </a:cubicBezTo>
                <a:cubicBezTo>
                  <a:pt x="18738635" y="2212842"/>
                  <a:pt x="18770827" y="2232165"/>
                  <a:pt x="18809463" y="2245047"/>
                </a:cubicBezTo>
                <a:cubicBezTo>
                  <a:pt x="18879215" y="2290136"/>
                  <a:pt x="18943603" y="2335224"/>
                  <a:pt x="19014431" y="2379238"/>
                </a:cubicBezTo>
                <a:cubicBezTo>
                  <a:pt x="18995115" y="2411447"/>
                  <a:pt x="18969359" y="2379238"/>
                  <a:pt x="18950043" y="2372798"/>
                </a:cubicBezTo>
                <a:cubicBezTo>
                  <a:pt x="18917847" y="2354548"/>
                  <a:pt x="18885655" y="2335224"/>
                  <a:pt x="18848095" y="2322341"/>
                </a:cubicBezTo>
                <a:cubicBezTo>
                  <a:pt x="18815899" y="2303019"/>
                  <a:pt x="18783707" y="2290136"/>
                  <a:pt x="18751511" y="2270812"/>
                </a:cubicBezTo>
                <a:cubicBezTo>
                  <a:pt x="18725755" y="2257930"/>
                  <a:pt x="18693563" y="2251491"/>
                  <a:pt x="18674243" y="2212842"/>
                </a:cubicBezTo>
                <a:cubicBezTo>
                  <a:pt x="18654927" y="2206400"/>
                  <a:pt x="18635611" y="2199959"/>
                  <a:pt x="18617367" y="2199959"/>
                </a:cubicBezTo>
                <a:cubicBezTo>
                  <a:pt x="18630247" y="2180635"/>
                  <a:pt x="18646075" y="2177414"/>
                  <a:pt x="18661903" y="2180635"/>
                </a:cubicBezTo>
                <a:close/>
                <a:moveTo>
                  <a:pt x="11247076" y="2180269"/>
                </a:moveTo>
                <a:cubicBezTo>
                  <a:pt x="11260204" y="2180269"/>
                  <a:pt x="11260204" y="2193111"/>
                  <a:pt x="11260204" y="2212375"/>
                </a:cubicBezTo>
                <a:cubicBezTo>
                  <a:pt x="11247076" y="2212375"/>
                  <a:pt x="11247076" y="2199532"/>
                  <a:pt x="11247076" y="2180269"/>
                </a:cubicBezTo>
                <a:close/>
                <a:moveTo>
                  <a:pt x="14754483" y="2180268"/>
                </a:moveTo>
                <a:cubicBezTo>
                  <a:pt x="14767326" y="2180268"/>
                  <a:pt x="14786592" y="2180268"/>
                  <a:pt x="14786592" y="2211011"/>
                </a:cubicBezTo>
                <a:cubicBezTo>
                  <a:pt x="14773748" y="2211011"/>
                  <a:pt x="14754483" y="2217160"/>
                  <a:pt x="14754483" y="2180268"/>
                </a:cubicBezTo>
                <a:close/>
                <a:moveTo>
                  <a:pt x="14697603" y="2180268"/>
                </a:moveTo>
                <a:cubicBezTo>
                  <a:pt x="14708580" y="2180268"/>
                  <a:pt x="14715565" y="2193111"/>
                  <a:pt x="14715565" y="2212374"/>
                </a:cubicBezTo>
                <a:cubicBezTo>
                  <a:pt x="14703590" y="2212374"/>
                  <a:pt x="14697603" y="2199532"/>
                  <a:pt x="14697603" y="2180268"/>
                </a:cubicBezTo>
                <a:close/>
                <a:moveTo>
                  <a:pt x="18811699" y="2180268"/>
                </a:moveTo>
                <a:cubicBezTo>
                  <a:pt x="18823995" y="2186416"/>
                  <a:pt x="18835267" y="2192565"/>
                  <a:pt x="18848591" y="2198714"/>
                </a:cubicBezTo>
                <a:cubicBezTo>
                  <a:pt x="18835267" y="2217160"/>
                  <a:pt x="18811699" y="2217160"/>
                  <a:pt x="18811699" y="2180268"/>
                </a:cubicBezTo>
                <a:close/>
                <a:moveTo>
                  <a:pt x="10695937" y="2175627"/>
                </a:moveTo>
                <a:cubicBezTo>
                  <a:pt x="10645458" y="2173813"/>
                  <a:pt x="10591655" y="2191949"/>
                  <a:pt x="10577146" y="2278994"/>
                </a:cubicBezTo>
                <a:cubicBezTo>
                  <a:pt x="10634106" y="2246753"/>
                  <a:pt x="10685693" y="2214516"/>
                  <a:pt x="10743729" y="2182276"/>
                </a:cubicBezTo>
                <a:cubicBezTo>
                  <a:pt x="10729220" y="2179054"/>
                  <a:pt x="10712763" y="2176230"/>
                  <a:pt x="10695937" y="2175627"/>
                </a:cubicBezTo>
                <a:close/>
                <a:moveTo>
                  <a:pt x="16337056" y="2173999"/>
                </a:moveTo>
                <a:cubicBezTo>
                  <a:pt x="16340048" y="2173999"/>
                  <a:pt x="16343042" y="2177208"/>
                  <a:pt x="16346036" y="2183630"/>
                </a:cubicBezTo>
                <a:lnTo>
                  <a:pt x="16339536" y="2197569"/>
                </a:lnTo>
                <a:lnTo>
                  <a:pt x="16341268" y="2198879"/>
                </a:lnTo>
                <a:cubicBezTo>
                  <a:pt x="16341268" y="2236109"/>
                  <a:pt x="16304374" y="2211289"/>
                  <a:pt x="16304374" y="2180265"/>
                </a:cubicBezTo>
                <a:cubicBezTo>
                  <a:pt x="16310522" y="2180265"/>
                  <a:pt x="16316672" y="2181817"/>
                  <a:pt x="16322820" y="2184919"/>
                </a:cubicBezTo>
                <a:lnTo>
                  <a:pt x="16338004" y="2196409"/>
                </a:lnTo>
                <a:lnTo>
                  <a:pt x="16328074" y="2183630"/>
                </a:lnTo>
                <a:cubicBezTo>
                  <a:pt x="16331068" y="2177208"/>
                  <a:pt x="16334062" y="2173999"/>
                  <a:pt x="16337056" y="2173999"/>
                </a:cubicBezTo>
                <a:close/>
                <a:moveTo>
                  <a:pt x="16457660" y="2170178"/>
                </a:moveTo>
                <a:cubicBezTo>
                  <a:pt x="16463106" y="2171096"/>
                  <a:pt x="16468350" y="2172727"/>
                  <a:pt x="16473190" y="2174357"/>
                </a:cubicBezTo>
                <a:cubicBezTo>
                  <a:pt x="16511916" y="2187403"/>
                  <a:pt x="16544186" y="2193925"/>
                  <a:pt x="16575380" y="2206970"/>
                </a:cubicBezTo>
                <a:cubicBezTo>
                  <a:pt x="16614106" y="2213492"/>
                  <a:pt x="16646376" y="2226537"/>
                  <a:pt x="16685100" y="2233059"/>
                </a:cubicBezTo>
                <a:cubicBezTo>
                  <a:pt x="16698008" y="2239582"/>
                  <a:pt x="16710916" y="2246104"/>
                  <a:pt x="16710916" y="2278716"/>
                </a:cubicBezTo>
                <a:cubicBezTo>
                  <a:pt x="16607650" y="2278716"/>
                  <a:pt x="16511916" y="2233059"/>
                  <a:pt x="16408650" y="2200446"/>
                </a:cubicBezTo>
                <a:cubicBezTo>
                  <a:pt x="16423172" y="2171096"/>
                  <a:pt x="16441324" y="2167428"/>
                  <a:pt x="16457660" y="2170178"/>
                </a:cubicBezTo>
                <a:close/>
                <a:moveTo>
                  <a:pt x="18613643" y="2164301"/>
                </a:moveTo>
                <a:cubicBezTo>
                  <a:pt x="18614659" y="2162804"/>
                  <a:pt x="18616687" y="2164301"/>
                  <a:pt x="18620751" y="2167294"/>
                </a:cubicBezTo>
                <a:cubicBezTo>
                  <a:pt x="18620751" y="2173282"/>
                  <a:pt x="18620751" y="2179269"/>
                  <a:pt x="18612627" y="2179269"/>
                </a:cubicBezTo>
                <a:cubicBezTo>
                  <a:pt x="18612627" y="2170288"/>
                  <a:pt x="18612627" y="2165797"/>
                  <a:pt x="18613643" y="2164301"/>
                </a:cubicBezTo>
                <a:close/>
                <a:moveTo>
                  <a:pt x="14522234" y="2151829"/>
                </a:moveTo>
                <a:cubicBezTo>
                  <a:pt x="14534531" y="2157358"/>
                  <a:pt x="14546829" y="2163994"/>
                  <a:pt x="14559126" y="2170631"/>
                </a:cubicBezTo>
                <a:cubicBezTo>
                  <a:pt x="14546829" y="2183902"/>
                  <a:pt x="14534531" y="2203809"/>
                  <a:pt x="14522234" y="2217080"/>
                </a:cubicBezTo>
                <a:cubicBezTo>
                  <a:pt x="14522234" y="2197173"/>
                  <a:pt x="14522234" y="2177265"/>
                  <a:pt x="14522234" y="2151829"/>
                </a:cubicBezTo>
                <a:close/>
                <a:moveTo>
                  <a:pt x="13697520" y="2151828"/>
                </a:moveTo>
                <a:cubicBezTo>
                  <a:pt x="13709107" y="2151828"/>
                  <a:pt x="13715427" y="2163992"/>
                  <a:pt x="13715427" y="2183898"/>
                </a:cubicBezTo>
                <a:cubicBezTo>
                  <a:pt x="13702787" y="2183898"/>
                  <a:pt x="13697520" y="2177262"/>
                  <a:pt x="13697520" y="2151828"/>
                </a:cubicBezTo>
                <a:close/>
                <a:moveTo>
                  <a:pt x="11318172" y="2151828"/>
                </a:moveTo>
                <a:cubicBezTo>
                  <a:pt x="11330147" y="2151828"/>
                  <a:pt x="11336134" y="2163992"/>
                  <a:pt x="11336134" y="2183898"/>
                </a:cubicBezTo>
                <a:cubicBezTo>
                  <a:pt x="11324159" y="2183898"/>
                  <a:pt x="11318172" y="2177262"/>
                  <a:pt x="11318172" y="2151828"/>
                </a:cubicBezTo>
                <a:close/>
                <a:moveTo>
                  <a:pt x="16147962" y="2151828"/>
                </a:moveTo>
                <a:cubicBezTo>
                  <a:pt x="16160602" y="2151828"/>
                  <a:pt x="16165868" y="2163992"/>
                  <a:pt x="16165868" y="2183897"/>
                </a:cubicBezTo>
                <a:cubicBezTo>
                  <a:pt x="16154282" y="2183897"/>
                  <a:pt x="16147962" y="2177261"/>
                  <a:pt x="16147962" y="2151828"/>
                </a:cubicBezTo>
                <a:close/>
                <a:moveTo>
                  <a:pt x="12500908" y="2151111"/>
                </a:moveTo>
                <a:cubicBezTo>
                  <a:pt x="12500908" y="2188728"/>
                  <a:pt x="12526701" y="2182276"/>
                  <a:pt x="12546046" y="2182276"/>
                </a:cubicBezTo>
                <a:cubicBezTo>
                  <a:pt x="12546046" y="2143586"/>
                  <a:pt x="12520253" y="2151111"/>
                  <a:pt x="12500908" y="2151111"/>
                </a:cubicBezTo>
                <a:close/>
                <a:moveTo>
                  <a:pt x="12014056" y="2151111"/>
                </a:moveTo>
                <a:cubicBezTo>
                  <a:pt x="12014056" y="2182276"/>
                  <a:pt x="12014056" y="2214516"/>
                  <a:pt x="12014056" y="2246753"/>
                </a:cubicBezTo>
                <a:cubicBezTo>
                  <a:pt x="11994711" y="2246753"/>
                  <a:pt x="11975366" y="2246753"/>
                  <a:pt x="11956021" y="2246753"/>
                </a:cubicBezTo>
                <a:cubicBezTo>
                  <a:pt x="11956021" y="2291889"/>
                  <a:pt x="11994711" y="2285443"/>
                  <a:pt x="12014056" y="2278994"/>
                </a:cubicBezTo>
                <a:cubicBezTo>
                  <a:pt x="12046298" y="2272546"/>
                  <a:pt x="12083914" y="2298334"/>
                  <a:pt x="12122604" y="2278994"/>
                </a:cubicBezTo>
                <a:cubicBezTo>
                  <a:pt x="12135501" y="2266099"/>
                  <a:pt x="12129052" y="2246753"/>
                  <a:pt x="12116155" y="2240307"/>
                </a:cubicBezTo>
                <a:cubicBezTo>
                  <a:pt x="12103259" y="2233859"/>
                  <a:pt x="12090362" y="2233859"/>
                  <a:pt x="12077465" y="2233859"/>
                </a:cubicBezTo>
                <a:cubicBezTo>
                  <a:pt x="12046298" y="2233859"/>
                  <a:pt x="12038775" y="2175828"/>
                  <a:pt x="12014056" y="2151111"/>
                </a:cubicBezTo>
                <a:close/>
                <a:moveTo>
                  <a:pt x="14635094" y="2143357"/>
                </a:moveTo>
                <a:cubicBezTo>
                  <a:pt x="14652478" y="2142687"/>
                  <a:pt x="14672346" y="2149120"/>
                  <a:pt x="14682280" y="2149120"/>
                </a:cubicBezTo>
                <a:cubicBezTo>
                  <a:pt x="14682280" y="2212371"/>
                  <a:pt x="14622676" y="2180210"/>
                  <a:pt x="14602808" y="2180210"/>
                </a:cubicBezTo>
                <a:cubicBezTo>
                  <a:pt x="14602808" y="2151800"/>
                  <a:pt x="14617709" y="2144027"/>
                  <a:pt x="14635094" y="2143357"/>
                </a:cubicBezTo>
                <a:close/>
                <a:moveTo>
                  <a:pt x="15190046" y="2132885"/>
                </a:moveTo>
                <a:cubicBezTo>
                  <a:pt x="15201344" y="2151950"/>
                  <a:pt x="15216274" y="2164637"/>
                  <a:pt x="15233206" y="2173044"/>
                </a:cubicBezTo>
                <a:lnTo>
                  <a:pt x="15280844" y="2185551"/>
                </a:lnTo>
                <a:lnTo>
                  <a:pt x="15285276" y="2209141"/>
                </a:lnTo>
                <a:cubicBezTo>
                  <a:pt x="15288504" y="2213975"/>
                  <a:pt x="15293346" y="2215586"/>
                  <a:pt x="15299802" y="2215586"/>
                </a:cubicBezTo>
                <a:cubicBezTo>
                  <a:pt x="15299802" y="2205919"/>
                  <a:pt x="15298188" y="2197864"/>
                  <a:pt x="15294960" y="2192225"/>
                </a:cubicBezTo>
                <a:lnTo>
                  <a:pt x="15286416" y="2187014"/>
                </a:lnTo>
                <a:lnTo>
                  <a:pt x="15288370" y="2187525"/>
                </a:lnTo>
                <a:cubicBezTo>
                  <a:pt x="15326972" y="2191420"/>
                  <a:pt x="15367056" y="2186586"/>
                  <a:pt x="15395570" y="2189810"/>
                </a:cubicBezTo>
                <a:cubicBezTo>
                  <a:pt x="15479500" y="2202698"/>
                  <a:pt x="15562354" y="2222032"/>
                  <a:pt x="15652742" y="2247805"/>
                </a:cubicBezTo>
                <a:cubicBezTo>
                  <a:pt x="15736134" y="2270361"/>
                  <a:pt x="15821140" y="2297748"/>
                  <a:pt x="15906954" y="2327420"/>
                </a:cubicBezTo>
                <a:lnTo>
                  <a:pt x="16083400" y="2390971"/>
                </a:lnTo>
                <a:lnTo>
                  <a:pt x="16078862" y="2383508"/>
                </a:lnTo>
                <a:cubicBezTo>
                  <a:pt x="16078114" y="2376283"/>
                  <a:pt x="16081106" y="2369862"/>
                  <a:pt x="16090088" y="2369862"/>
                </a:cubicBezTo>
                <a:cubicBezTo>
                  <a:pt x="16090088" y="2376283"/>
                  <a:pt x="16090088" y="2381100"/>
                  <a:pt x="16090088" y="2385915"/>
                </a:cubicBezTo>
                <a:lnTo>
                  <a:pt x="16090088" y="2393380"/>
                </a:lnTo>
                <a:lnTo>
                  <a:pt x="16166010" y="2420726"/>
                </a:lnTo>
                <a:cubicBezTo>
                  <a:pt x="16249940" y="2452947"/>
                  <a:pt x="16333870" y="2485168"/>
                  <a:pt x="16416724" y="2517388"/>
                </a:cubicBezTo>
                <a:cubicBezTo>
                  <a:pt x="16455462" y="2536721"/>
                  <a:pt x="16494200" y="2548535"/>
                  <a:pt x="16539392" y="2548535"/>
                </a:cubicBezTo>
                <a:cubicBezTo>
                  <a:pt x="16558762" y="2554979"/>
                  <a:pt x="16558762" y="2574312"/>
                  <a:pt x="16571674" y="2600090"/>
                </a:cubicBezTo>
                <a:cubicBezTo>
                  <a:pt x="16583510" y="2645198"/>
                  <a:pt x="16615790" y="2645198"/>
                  <a:pt x="16641616" y="2651642"/>
                </a:cubicBezTo>
                <a:cubicBezTo>
                  <a:pt x="16680354" y="2664532"/>
                  <a:pt x="16712634" y="2683863"/>
                  <a:pt x="16751372" y="2683863"/>
                </a:cubicBezTo>
                <a:cubicBezTo>
                  <a:pt x="16782575" y="2683863"/>
                  <a:pt x="16796563" y="2709639"/>
                  <a:pt x="16814859" y="2735416"/>
                </a:cubicBezTo>
                <a:cubicBezTo>
                  <a:pt x="16840683" y="2773006"/>
                  <a:pt x="16872963" y="2767637"/>
                  <a:pt x="16905243" y="2785893"/>
                </a:cubicBezTo>
                <a:cubicBezTo>
                  <a:pt x="16751372" y="2785893"/>
                  <a:pt x="16602878" y="2690308"/>
                  <a:pt x="16449006" y="2632309"/>
                </a:cubicBezTo>
                <a:cubicBezTo>
                  <a:pt x="16461918" y="2600090"/>
                  <a:pt x="16507112" y="2638754"/>
                  <a:pt x="16507112" y="2587200"/>
                </a:cubicBezTo>
                <a:cubicBezTo>
                  <a:pt x="16474830" y="2593644"/>
                  <a:pt x="16442550" y="2619421"/>
                  <a:pt x="16410268" y="2600090"/>
                </a:cubicBezTo>
                <a:cubicBezTo>
                  <a:pt x="16416724" y="2587200"/>
                  <a:pt x="16423182" y="2574312"/>
                  <a:pt x="16429638" y="2567868"/>
                </a:cubicBezTo>
                <a:cubicBezTo>
                  <a:pt x="16160628" y="2478722"/>
                  <a:pt x="15890544" y="2357358"/>
                  <a:pt x="15614004" y="2280027"/>
                </a:cubicBezTo>
                <a:cubicBezTo>
                  <a:pt x="15549442" y="2267140"/>
                  <a:pt x="15479500" y="2260695"/>
                  <a:pt x="15421394" y="2228474"/>
                </a:cubicBezTo>
                <a:cubicBezTo>
                  <a:pt x="15402026" y="2222032"/>
                  <a:pt x="15376200" y="2202698"/>
                  <a:pt x="15356832" y="2215586"/>
                </a:cubicBezTo>
                <a:cubicBezTo>
                  <a:pt x="15343920" y="2228474"/>
                  <a:pt x="15343920" y="2267140"/>
                  <a:pt x="15324550" y="2267140"/>
                </a:cubicBezTo>
                <a:cubicBezTo>
                  <a:pt x="15267522" y="2267140"/>
                  <a:pt x="15196502" y="2222032"/>
                  <a:pt x="15138398" y="2202698"/>
                </a:cubicBezTo>
                <a:cubicBezTo>
                  <a:pt x="15074912" y="2183365"/>
                  <a:pt x="15003894" y="2164033"/>
                  <a:pt x="14939331" y="2139329"/>
                </a:cubicBezTo>
                <a:cubicBezTo>
                  <a:pt x="15023262" y="2139329"/>
                  <a:pt x="15107192" y="2132885"/>
                  <a:pt x="15190046" y="2132885"/>
                </a:cubicBezTo>
                <a:close/>
                <a:moveTo>
                  <a:pt x="14919346" y="2125419"/>
                </a:moveTo>
                <a:cubicBezTo>
                  <a:pt x="14919346" y="2164916"/>
                  <a:pt x="14894751" y="2152503"/>
                  <a:pt x="14882454" y="2152503"/>
                </a:cubicBezTo>
                <a:cubicBezTo>
                  <a:pt x="14882454" y="2118648"/>
                  <a:pt x="14907049" y="2125419"/>
                  <a:pt x="14919346" y="2125419"/>
                </a:cubicBezTo>
                <a:close/>
                <a:moveTo>
                  <a:pt x="18508351" y="2125419"/>
                </a:moveTo>
                <a:cubicBezTo>
                  <a:pt x="18520651" y="2125419"/>
                  <a:pt x="18545243" y="2118648"/>
                  <a:pt x="18545243" y="2152502"/>
                </a:cubicBezTo>
                <a:cubicBezTo>
                  <a:pt x="18532947" y="2152502"/>
                  <a:pt x="18508351" y="2164916"/>
                  <a:pt x="18508351" y="2125419"/>
                </a:cubicBezTo>
                <a:close/>
                <a:moveTo>
                  <a:pt x="16261716" y="2123390"/>
                </a:moveTo>
                <a:cubicBezTo>
                  <a:pt x="16273690" y="2123390"/>
                  <a:pt x="16279678" y="2130215"/>
                  <a:pt x="16279678" y="2150689"/>
                </a:cubicBezTo>
                <a:cubicBezTo>
                  <a:pt x="16267704" y="2150689"/>
                  <a:pt x="16261716" y="2142727"/>
                  <a:pt x="16261716" y="2123390"/>
                </a:cubicBezTo>
                <a:close/>
                <a:moveTo>
                  <a:pt x="18693203" y="2123389"/>
                </a:moveTo>
                <a:cubicBezTo>
                  <a:pt x="18705179" y="2123389"/>
                  <a:pt x="18711167" y="2130215"/>
                  <a:pt x="18711167" y="2150689"/>
                </a:cubicBezTo>
                <a:cubicBezTo>
                  <a:pt x="18705179" y="2150689"/>
                  <a:pt x="18693203" y="2142727"/>
                  <a:pt x="18693203" y="2123389"/>
                </a:cubicBezTo>
                <a:close/>
                <a:moveTo>
                  <a:pt x="16123246" y="2118775"/>
                </a:moveTo>
                <a:lnTo>
                  <a:pt x="16125026" y="2121793"/>
                </a:lnTo>
                <a:cubicBezTo>
                  <a:pt x="16126304" y="2123963"/>
                  <a:pt x="16127104" y="2125319"/>
                  <a:pt x="16126884" y="2124947"/>
                </a:cubicBezTo>
                <a:close/>
                <a:moveTo>
                  <a:pt x="16122316" y="2117209"/>
                </a:moveTo>
                <a:lnTo>
                  <a:pt x="16122626" y="2117724"/>
                </a:lnTo>
                <a:lnTo>
                  <a:pt x="16123246" y="2118775"/>
                </a:lnTo>
                <a:close/>
                <a:moveTo>
                  <a:pt x="12411705" y="2105976"/>
                </a:moveTo>
                <a:cubicBezTo>
                  <a:pt x="12385912" y="2112430"/>
                  <a:pt x="12308532" y="2093081"/>
                  <a:pt x="12314980" y="2169380"/>
                </a:cubicBezTo>
                <a:cubicBezTo>
                  <a:pt x="12321428" y="2220961"/>
                  <a:pt x="12347222" y="2220961"/>
                  <a:pt x="12373015" y="2220961"/>
                </a:cubicBezTo>
                <a:cubicBezTo>
                  <a:pt x="12392360" y="2220961"/>
                  <a:pt x="12437499" y="2233859"/>
                  <a:pt x="12449321" y="2201616"/>
                </a:cubicBezTo>
                <a:cubicBezTo>
                  <a:pt x="12468666" y="2151111"/>
                  <a:pt x="12405257" y="2143586"/>
                  <a:pt x="12392360" y="2138215"/>
                </a:cubicBezTo>
                <a:cubicBezTo>
                  <a:pt x="12398809" y="2125320"/>
                  <a:pt x="12405257" y="2118874"/>
                  <a:pt x="12411705" y="2105976"/>
                </a:cubicBezTo>
                <a:close/>
                <a:moveTo>
                  <a:pt x="17981247" y="2101373"/>
                </a:moveTo>
                <a:cubicBezTo>
                  <a:pt x="17981247" y="2120637"/>
                  <a:pt x="17969271" y="2127057"/>
                  <a:pt x="17963283" y="2127057"/>
                </a:cubicBezTo>
                <a:cubicBezTo>
                  <a:pt x="17963283" y="2107794"/>
                  <a:pt x="17969271" y="2094952"/>
                  <a:pt x="17981247" y="2101373"/>
                </a:cubicBezTo>
                <a:close/>
                <a:moveTo>
                  <a:pt x="17104207" y="2099691"/>
                </a:moveTo>
                <a:cubicBezTo>
                  <a:pt x="17117239" y="2099691"/>
                  <a:pt x="17123759" y="2106090"/>
                  <a:pt x="17136791" y="2112489"/>
                </a:cubicBezTo>
                <a:cubicBezTo>
                  <a:pt x="17156343" y="2118887"/>
                  <a:pt x="17175895" y="2125286"/>
                  <a:pt x="17194359" y="2131685"/>
                </a:cubicBezTo>
                <a:cubicBezTo>
                  <a:pt x="17208479" y="2138083"/>
                  <a:pt x="17246495" y="2162611"/>
                  <a:pt x="17220427" y="2194605"/>
                </a:cubicBezTo>
                <a:cubicBezTo>
                  <a:pt x="17188927" y="2226598"/>
                  <a:pt x="17123759" y="2169010"/>
                  <a:pt x="17091171" y="2150880"/>
                </a:cubicBezTo>
                <a:cubicBezTo>
                  <a:pt x="17097691" y="2131685"/>
                  <a:pt x="17104207" y="2118887"/>
                  <a:pt x="17104207" y="2099691"/>
                </a:cubicBezTo>
                <a:close/>
                <a:moveTo>
                  <a:pt x="14260920" y="2099689"/>
                </a:moveTo>
                <a:cubicBezTo>
                  <a:pt x="14267326" y="2119242"/>
                  <a:pt x="14273732" y="2157259"/>
                  <a:pt x="14292950" y="2151828"/>
                </a:cubicBezTo>
                <a:cubicBezTo>
                  <a:pt x="14317506" y="2151828"/>
                  <a:pt x="14336723" y="2144225"/>
                  <a:pt x="14362347" y="2144225"/>
                </a:cubicBezTo>
                <a:cubicBezTo>
                  <a:pt x="14413594" y="2144225"/>
                  <a:pt x="14458436" y="2157259"/>
                  <a:pt x="14502209" y="2170292"/>
                </a:cubicBezTo>
                <a:cubicBezTo>
                  <a:pt x="14407188" y="2255018"/>
                  <a:pt x="14292950" y="2189845"/>
                  <a:pt x="14190455" y="2170292"/>
                </a:cubicBezTo>
                <a:cubicBezTo>
                  <a:pt x="14209673" y="2144225"/>
                  <a:pt x="14235296" y="2119242"/>
                  <a:pt x="14260920" y="2099689"/>
                </a:cubicBezTo>
                <a:close/>
                <a:moveTo>
                  <a:pt x="14133574" y="2094952"/>
                </a:moveTo>
                <a:cubicBezTo>
                  <a:pt x="14146699" y="2094952"/>
                  <a:pt x="14146699" y="2107794"/>
                  <a:pt x="14146699" y="2127058"/>
                </a:cubicBezTo>
                <a:cubicBezTo>
                  <a:pt x="14133574" y="2127058"/>
                  <a:pt x="14133574" y="2114216"/>
                  <a:pt x="14133574" y="2094952"/>
                </a:cubicBezTo>
                <a:close/>
                <a:moveTo>
                  <a:pt x="14190452" y="2094952"/>
                </a:moveTo>
                <a:cubicBezTo>
                  <a:pt x="14203577" y="2094952"/>
                  <a:pt x="14203577" y="2107794"/>
                  <a:pt x="14203577" y="2127058"/>
                </a:cubicBezTo>
                <a:cubicBezTo>
                  <a:pt x="14190452" y="2127058"/>
                  <a:pt x="14190452" y="2114216"/>
                  <a:pt x="14190452" y="2094952"/>
                </a:cubicBezTo>
                <a:close/>
                <a:moveTo>
                  <a:pt x="12431051" y="2093081"/>
                </a:moveTo>
                <a:cubicBezTo>
                  <a:pt x="12431051" y="2112430"/>
                  <a:pt x="12437499" y="2125320"/>
                  <a:pt x="12449321" y="2125320"/>
                </a:cubicBezTo>
                <a:cubicBezTo>
                  <a:pt x="12449321" y="2105976"/>
                  <a:pt x="12443947" y="2093081"/>
                  <a:pt x="12431051" y="2093081"/>
                </a:cubicBezTo>
                <a:close/>
                <a:moveTo>
                  <a:pt x="14837330" y="2086762"/>
                </a:moveTo>
                <a:cubicBezTo>
                  <a:pt x="14853886" y="2087572"/>
                  <a:pt x="14867131" y="2095672"/>
                  <a:pt x="14867131" y="2124830"/>
                </a:cubicBezTo>
                <a:cubicBezTo>
                  <a:pt x="14847264" y="2124830"/>
                  <a:pt x="14787662" y="2150749"/>
                  <a:pt x="14787662" y="2092433"/>
                </a:cubicBezTo>
                <a:cubicBezTo>
                  <a:pt x="14800907" y="2092433"/>
                  <a:pt x="14820774" y="2085953"/>
                  <a:pt x="14837330" y="2086762"/>
                </a:cubicBezTo>
                <a:close/>
                <a:moveTo>
                  <a:pt x="16969903" y="2068083"/>
                </a:moveTo>
                <a:cubicBezTo>
                  <a:pt x="17005227" y="2072118"/>
                  <a:pt x="17042063" y="2088261"/>
                  <a:pt x="17075879" y="2108129"/>
                </a:cubicBezTo>
                <a:cubicBezTo>
                  <a:pt x="17024351" y="2121375"/>
                  <a:pt x="16973895" y="2127997"/>
                  <a:pt x="16922363" y="2141243"/>
                </a:cubicBezTo>
                <a:cubicBezTo>
                  <a:pt x="16935247" y="2121375"/>
                  <a:pt x="16961011" y="2134620"/>
                  <a:pt x="16961011" y="2094884"/>
                </a:cubicBezTo>
                <a:cubicBezTo>
                  <a:pt x="16941687" y="2101507"/>
                  <a:pt x="16922363" y="2101507"/>
                  <a:pt x="16909483" y="2127997"/>
                </a:cubicBezTo>
                <a:cubicBezTo>
                  <a:pt x="16883719" y="2121375"/>
                  <a:pt x="16857951" y="2114752"/>
                  <a:pt x="16825747" y="2108129"/>
                </a:cubicBezTo>
                <a:cubicBezTo>
                  <a:pt x="16845071" y="2073360"/>
                  <a:pt x="16875263" y="2068393"/>
                  <a:pt x="16905459" y="2068083"/>
                </a:cubicBezTo>
                <a:cubicBezTo>
                  <a:pt x="16915523" y="2067979"/>
                  <a:pt x="16925587" y="2068393"/>
                  <a:pt x="16935247" y="2068393"/>
                </a:cubicBezTo>
                <a:cubicBezTo>
                  <a:pt x="16946519" y="2066737"/>
                  <a:pt x="16958127" y="2066737"/>
                  <a:pt x="16969903" y="2068083"/>
                </a:cubicBezTo>
                <a:close/>
                <a:moveTo>
                  <a:pt x="13882368" y="2061772"/>
                </a:moveTo>
                <a:cubicBezTo>
                  <a:pt x="13894343" y="2061772"/>
                  <a:pt x="13900330" y="2074616"/>
                  <a:pt x="13900330" y="2093881"/>
                </a:cubicBezTo>
                <a:cubicBezTo>
                  <a:pt x="13887357" y="2093881"/>
                  <a:pt x="13882368" y="2081038"/>
                  <a:pt x="13882368" y="2061772"/>
                </a:cubicBezTo>
                <a:close/>
                <a:moveTo>
                  <a:pt x="14602808" y="2061772"/>
                </a:moveTo>
                <a:cubicBezTo>
                  <a:pt x="14614783" y="2061772"/>
                  <a:pt x="14620770" y="2074615"/>
                  <a:pt x="14620770" y="2093881"/>
                </a:cubicBezTo>
                <a:cubicBezTo>
                  <a:pt x="14608795" y="2093881"/>
                  <a:pt x="14602808" y="2081037"/>
                  <a:pt x="14602808" y="2061772"/>
                </a:cubicBezTo>
                <a:close/>
                <a:moveTo>
                  <a:pt x="14640725" y="2061772"/>
                </a:moveTo>
                <a:cubicBezTo>
                  <a:pt x="14652700" y="2061772"/>
                  <a:pt x="14658687" y="2074615"/>
                  <a:pt x="14658687" y="2093880"/>
                </a:cubicBezTo>
                <a:cubicBezTo>
                  <a:pt x="14646712" y="2093880"/>
                  <a:pt x="14640725" y="2081037"/>
                  <a:pt x="14640725" y="2061772"/>
                </a:cubicBezTo>
                <a:close/>
                <a:moveTo>
                  <a:pt x="15787742" y="2061771"/>
                </a:moveTo>
                <a:cubicBezTo>
                  <a:pt x="15799716" y="2061771"/>
                  <a:pt x="15805704" y="2074615"/>
                  <a:pt x="15805704" y="2093880"/>
                </a:cubicBezTo>
                <a:cubicBezTo>
                  <a:pt x="15793728" y="2093880"/>
                  <a:pt x="15787742" y="2081037"/>
                  <a:pt x="15787742" y="2061771"/>
                </a:cubicBezTo>
                <a:close/>
                <a:moveTo>
                  <a:pt x="18584187" y="2061771"/>
                </a:moveTo>
                <a:cubicBezTo>
                  <a:pt x="18596163" y="2061771"/>
                  <a:pt x="18602151" y="2074615"/>
                  <a:pt x="18602151" y="2093880"/>
                </a:cubicBezTo>
                <a:cubicBezTo>
                  <a:pt x="18590175" y="2093880"/>
                  <a:pt x="18584187" y="2081037"/>
                  <a:pt x="18584187" y="2061771"/>
                </a:cubicBezTo>
                <a:close/>
                <a:moveTo>
                  <a:pt x="14076700" y="2061769"/>
                </a:moveTo>
                <a:cubicBezTo>
                  <a:pt x="14089339" y="2061769"/>
                  <a:pt x="14113564" y="2061769"/>
                  <a:pt x="14113564" y="2092513"/>
                </a:cubicBezTo>
                <a:cubicBezTo>
                  <a:pt x="14094605" y="2092513"/>
                  <a:pt x="14076700" y="2098661"/>
                  <a:pt x="14076700" y="2061769"/>
                </a:cubicBezTo>
                <a:close/>
                <a:moveTo>
                  <a:pt x="12597633" y="2060841"/>
                </a:moveTo>
                <a:cubicBezTo>
                  <a:pt x="12597633" y="2080184"/>
                  <a:pt x="12604082" y="2093081"/>
                  <a:pt x="12616978" y="2093081"/>
                </a:cubicBezTo>
                <a:cubicBezTo>
                  <a:pt x="12616978" y="2073737"/>
                  <a:pt x="12610530" y="2060841"/>
                  <a:pt x="12597633" y="2060841"/>
                </a:cubicBezTo>
                <a:close/>
                <a:moveTo>
                  <a:pt x="11089791" y="2060841"/>
                </a:moveTo>
                <a:cubicBezTo>
                  <a:pt x="11057549" y="2067288"/>
                  <a:pt x="11025307" y="2060841"/>
                  <a:pt x="10994140" y="2080184"/>
                </a:cubicBezTo>
                <a:cubicBezTo>
                  <a:pt x="10968347" y="2099528"/>
                  <a:pt x="10942553" y="2112430"/>
                  <a:pt x="10910311" y="2118874"/>
                </a:cubicBezTo>
                <a:cubicBezTo>
                  <a:pt x="10942553" y="2138215"/>
                  <a:pt x="10974795" y="2118874"/>
                  <a:pt x="11000588" y="2099528"/>
                </a:cubicBezTo>
                <a:cubicBezTo>
                  <a:pt x="11031756" y="2086632"/>
                  <a:pt x="11057549" y="2093081"/>
                  <a:pt x="11089791" y="2093081"/>
                </a:cubicBezTo>
                <a:cubicBezTo>
                  <a:pt x="11089791" y="2080184"/>
                  <a:pt x="11089791" y="2073737"/>
                  <a:pt x="11089791" y="2060841"/>
                </a:cubicBezTo>
                <a:close/>
                <a:moveTo>
                  <a:pt x="14582825" y="2058905"/>
                </a:moveTo>
                <a:cubicBezTo>
                  <a:pt x="14582825" y="2098587"/>
                  <a:pt x="14564379" y="2091973"/>
                  <a:pt x="14545933" y="2091973"/>
                </a:cubicBezTo>
                <a:cubicBezTo>
                  <a:pt x="14545933" y="2052292"/>
                  <a:pt x="14570528" y="2058905"/>
                  <a:pt x="14582825" y="2058905"/>
                </a:cubicBezTo>
                <a:close/>
                <a:moveTo>
                  <a:pt x="16127910" y="2047554"/>
                </a:moveTo>
                <a:lnTo>
                  <a:pt x="16122178" y="2116971"/>
                </a:lnTo>
                <a:lnTo>
                  <a:pt x="16121348" y="2127023"/>
                </a:lnTo>
                <a:lnTo>
                  <a:pt x="16120838" y="2114693"/>
                </a:lnTo>
                <a:lnTo>
                  <a:pt x="16114788" y="2104432"/>
                </a:lnTo>
                <a:cubicBezTo>
                  <a:pt x="16114788" y="2104432"/>
                  <a:pt x="16116494" y="2107326"/>
                  <a:pt x="16118628" y="2110942"/>
                </a:cubicBezTo>
                <a:lnTo>
                  <a:pt x="16120838" y="2114693"/>
                </a:lnTo>
                <a:lnTo>
                  <a:pt x="16119708" y="2087288"/>
                </a:lnTo>
                <a:cubicBezTo>
                  <a:pt x="16121348" y="2074043"/>
                  <a:pt x="16124630" y="2060799"/>
                  <a:pt x="16127910" y="2047554"/>
                </a:cubicBezTo>
                <a:close/>
                <a:moveTo>
                  <a:pt x="12841596" y="2035049"/>
                </a:moveTo>
                <a:cubicBezTo>
                  <a:pt x="12841596" y="2054393"/>
                  <a:pt x="12854493" y="2060841"/>
                  <a:pt x="12859867" y="2060841"/>
                </a:cubicBezTo>
                <a:cubicBezTo>
                  <a:pt x="12859867" y="2041497"/>
                  <a:pt x="12854493" y="2035049"/>
                  <a:pt x="12841596" y="2035049"/>
                </a:cubicBezTo>
                <a:close/>
                <a:moveTo>
                  <a:pt x="11109136" y="2035049"/>
                </a:moveTo>
                <a:cubicBezTo>
                  <a:pt x="11109136" y="2054393"/>
                  <a:pt x="11115584" y="2060841"/>
                  <a:pt x="11128481" y="2060841"/>
                </a:cubicBezTo>
                <a:cubicBezTo>
                  <a:pt x="11128481" y="2041497"/>
                  <a:pt x="11122033" y="2035049"/>
                  <a:pt x="11109136" y="2035049"/>
                </a:cubicBezTo>
                <a:close/>
                <a:moveTo>
                  <a:pt x="14394263" y="2033332"/>
                </a:moveTo>
                <a:cubicBezTo>
                  <a:pt x="14407106" y="2033332"/>
                  <a:pt x="14419950" y="2033332"/>
                  <a:pt x="14426372" y="2033332"/>
                </a:cubicBezTo>
                <a:cubicBezTo>
                  <a:pt x="14426372" y="2051947"/>
                  <a:pt x="14426372" y="2070561"/>
                  <a:pt x="14426372" y="2089176"/>
                </a:cubicBezTo>
                <a:cubicBezTo>
                  <a:pt x="14419950" y="2089176"/>
                  <a:pt x="14407106" y="2089176"/>
                  <a:pt x="14394263" y="2089176"/>
                </a:cubicBezTo>
                <a:cubicBezTo>
                  <a:pt x="14394263" y="2070561"/>
                  <a:pt x="14394263" y="2051947"/>
                  <a:pt x="14394263" y="2033332"/>
                </a:cubicBezTo>
                <a:close/>
                <a:moveTo>
                  <a:pt x="19829743" y="2033331"/>
                </a:moveTo>
                <a:cubicBezTo>
                  <a:pt x="19829743" y="2053805"/>
                  <a:pt x="19823755" y="2060630"/>
                  <a:pt x="19811783" y="2060630"/>
                </a:cubicBezTo>
                <a:cubicBezTo>
                  <a:pt x="19811783" y="2040156"/>
                  <a:pt x="19817771" y="2033331"/>
                  <a:pt x="19829743" y="2033331"/>
                </a:cubicBezTo>
                <a:close/>
                <a:moveTo>
                  <a:pt x="11178456" y="2031019"/>
                </a:moveTo>
                <a:cubicBezTo>
                  <a:pt x="11167171" y="2030213"/>
                  <a:pt x="11154275" y="2035049"/>
                  <a:pt x="11147826" y="2035049"/>
                </a:cubicBezTo>
                <a:cubicBezTo>
                  <a:pt x="11147826" y="2080184"/>
                  <a:pt x="11186516" y="2060841"/>
                  <a:pt x="11199413" y="2060841"/>
                </a:cubicBezTo>
                <a:cubicBezTo>
                  <a:pt x="11199413" y="2038273"/>
                  <a:pt x="11189741" y="2031825"/>
                  <a:pt x="11178456" y="2031019"/>
                </a:cubicBezTo>
                <a:close/>
                <a:moveTo>
                  <a:pt x="16039142" y="2016016"/>
                </a:moveTo>
                <a:cubicBezTo>
                  <a:pt x="16058294" y="2016016"/>
                  <a:pt x="16071062" y="2035168"/>
                  <a:pt x="16071062" y="2060704"/>
                </a:cubicBezTo>
                <a:cubicBezTo>
                  <a:pt x="16051910" y="2060704"/>
                  <a:pt x="16032758" y="2060704"/>
                  <a:pt x="16019990" y="2060704"/>
                </a:cubicBezTo>
                <a:cubicBezTo>
                  <a:pt x="16019990" y="2041552"/>
                  <a:pt x="16026374" y="2009632"/>
                  <a:pt x="16039142" y="2016016"/>
                </a:cubicBezTo>
                <a:close/>
                <a:moveTo>
                  <a:pt x="12188884" y="2000155"/>
                </a:moveTo>
                <a:cubicBezTo>
                  <a:pt x="12195313" y="2019505"/>
                  <a:pt x="12201743" y="2032405"/>
                  <a:pt x="12208172" y="2045305"/>
                </a:cubicBezTo>
                <a:cubicBezTo>
                  <a:pt x="12182454" y="2064655"/>
                  <a:pt x="12098871" y="2103355"/>
                  <a:pt x="12092441" y="2038855"/>
                </a:cubicBezTo>
                <a:cubicBezTo>
                  <a:pt x="12086012" y="2013055"/>
                  <a:pt x="12176025" y="2006605"/>
                  <a:pt x="12188884" y="2000155"/>
                </a:cubicBezTo>
                <a:close/>
                <a:moveTo>
                  <a:pt x="16166922" y="2000155"/>
                </a:moveTo>
                <a:cubicBezTo>
                  <a:pt x="16178896" y="2000155"/>
                  <a:pt x="16184884" y="2012997"/>
                  <a:pt x="16184884" y="2032260"/>
                </a:cubicBezTo>
                <a:cubicBezTo>
                  <a:pt x="16172908" y="2032260"/>
                  <a:pt x="16166922" y="2019418"/>
                  <a:pt x="16166922" y="2000155"/>
                </a:cubicBezTo>
                <a:close/>
                <a:moveTo>
                  <a:pt x="14299466" y="2000155"/>
                </a:moveTo>
                <a:cubicBezTo>
                  <a:pt x="14312439" y="2000155"/>
                  <a:pt x="14317428" y="2012997"/>
                  <a:pt x="14317428" y="2032260"/>
                </a:cubicBezTo>
                <a:cubicBezTo>
                  <a:pt x="14306451" y="2032260"/>
                  <a:pt x="14299466" y="2019418"/>
                  <a:pt x="14299466" y="2000155"/>
                </a:cubicBezTo>
                <a:close/>
                <a:moveTo>
                  <a:pt x="18451475" y="2000154"/>
                </a:moveTo>
                <a:cubicBezTo>
                  <a:pt x="18463447" y="2000154"/>
                  <a:pt x="18469435" y="2006575"/>
                  <a:pt x="18469435" y="2032260"/>
                </a:cubicBezTo>
                <a:cubicBezTo>
                  <a:pt x="18457463" y="2032260"/>
                  <a:pt x="18451475" y="2019417"/>
                  <a:pt x="18451475" y="2000154"/>
                </a:cubicBezTo>
                <a:close/>
                <a:moveTo>
                  <a:pt x="13031555" y="1999585"/>
                </a:moveTo>
                <a:cubicBezTo>
                  <a:pt x="13019464" y="1997973"/>
                  <a:pt x="13004955" y="2002809"/>
                  <a:pt x="12995282" y="2002809"/>
                </a:cubicBezTo>
                <a:cubicBezTo>
                  <a:pt x="12995282" y="2047945"/>
                  <a:pt x="13033973" y="2035049"/>
                  <a:pt x="13053318" y="2035049"/>
                </a:cubicBezTo>
                <a:cubicBezTo>
                  <a:pt x="13053318" y="2009257"/>
                  <a:pt x="13043646" y="2001197"/>
                  <a:pt x="13031555" y="1999585"/>
                </a:cubicBezTo>
                <a:close/>
                <a:moveTo>
                  <a:pt x="11286197" y="1997167"/>
                </a:moveTo>
                <a:cubicBezTo>
                  <a:pt x="11270882" y="1996361"/>
                  <a:pt x="11253149" y="2002809"/>
                  <a:pt x="11243477" y="2002809"/>
                </a:cubicBezTo>
                <a:cubicBezTo>
                  <a:pt x="11243477" y="2060841"/>
                  <a:pt x="11295064" y="2035049"/>
                  <a:pt x="11314409" y="2035049"/>
                </a:cubicBezTo>
                <a:cubicBezTo>
                  <a:pt x="11314409" y="2006033"/>
                  <a:pt x="11301512" y="1997973"/>
                  <a:pt x="11286197" y="1997167"/>
                </a:cubicBezTo>
                <a:close/>
                <a:moveTo>
                  <a:pt x="14236957" y="1995551"/>
                </a:moveTo>
                <a:cubicBezTo>
                  <a:pt x="14254341" y="1995551"/>
                  <a:pt x="14274209" y="2003497"/>
                  <a:pt x="14284143" y="2003497"/>
                </a:cubicBezTo>
                <a:cubicBezTo>
                  <a:pt x="14284143" y="2060707"/>
                  <a:pt x="14224539" y="2035280"/>
                  <a:pt x="14204671" y="2035280"/>
                </a:cubicBezTo>
                <a:cubicBezTo>
                  <a:pt x="14204671" y="2003497"/>
                  <a:pt x="14219572" y="1995551"/>
                  <a:pt x="14236957" y="1995551"/>
                </a:cubicBezTo>
                <a:close/>
                <a:moveTo>
                  <a:pt x="13735437" y="1971717"/>
                </a:moveTo>
                <a:cubicBezTo>
                  <a:pt x="13819236" y="1971717"/>
                  <a:pt x="13896588" y="1971717"/>
                  <a:pt x="13979312" y="1971717"/>
                </a:cubicBezTo>
                <a:cubicBezTo>
                  <a:pt x="13979312" y="2004218"/>
                  <a:pt x="13921298" y="2017219"/>
                  <a:pt x="13947082" y="2056220"/>
                </a:cubicBezTo>
                <a:cubicBezTo>
                  <a:pt x="13966420" y="2101721"/>
                  <a:pt x="14024434" y="2062720"/>
                  <a:pt x="14056665" y="2062720"/>
                </a:cubicBezTo>
                <a:cubicBezTo>
                  <a:pt x="14056665" y="2082221"/>
                  <a:pt x="14056665" y="2108222"/>
                  <a:pt x="14056665" y="2127722"/>
                </a:cubicBezTo>
                <a:cubicBezTo>
                  <a:pt x="14030880" y="2121222"/>
                  <a:pt x="14005096" y="2114722"/>
                  <a:pt x="13979312" y="2108222"/>
                </a:cubicBezTo>
                <a:cubicBezTo>
                  <a:pt x="13998650" y="2140723"/>
                  <a:pt x="14056665" y="2127722"/>
                  <a:pt x="14056665" y="2185141"/>
                </a:cubicBezTo>
                <a:cubicBezTo>
                  <a:pt x="14011542" y="2185141"/>
                  <a:pt x="13966420" y="2185141"/>
                  <a:pt x="13927744" y="2185141"/>
                </a:cubicBezTo>
                <a:cubicBezTo>
                  <a:pt x="13903034" y="2191641"/>
                  <a:pt x="13883696" y="2198141"/>
                  <a:pt x="13864358" y="2191641"/>
                </a:cubicBezTo>
                <a:cubicBezTo>
                  <a:pt x="13832128" y="2178641"/>
                  <a:pt x="13857912" y="2159139"/>
                  <a:pt x="13877250" y="2153723"/>
                </a:cubicBezTo>
                <a:cubicBezTo>
                  <a:pt x="13896588" y="2146140"/>
                  <a:pt x="13914852" y="2146140"/>
                  <a:pt x="13927744" y="2114722"/>
                </a:cubicBezTo>
                <a:cubicBezTo>
                  <a:pt x="13934190" y="2088721"/>
                  <a:pt x="13934190" y="2030219"/>
                  <a:pt x="13914852" y="2010719"/>
                </a:cubicBezTo>
                <a:cubicBezTo>
                  <a:pt x="13903034" y="1984718"/>
                  <a:pt x="13857912" y="2004218"/>
                  <a:pt x="13838574" y="2004218"/>
                </a:cubicBezTo>
                <a:cubicBezTo>
                  <a:pt x="13812789" y="2010719"/>
                  <a:pt x="13735437" y="2030219"/>
                  <a:pt x="13735437" y="1971717"/>
                </a:cubicBezTo>
                <a:close/>
                <a:moveTo>
                  <a:pt x="14019822" y="1971714"/>
                </a:moveTo>
                <a:cubicBezTo>
                  <a:pt x="14032119" y="1971714"/>
                  <a:pt x="14044417" y="1971714"/>
                  <a:pt x="14056714" y="1971714"/>
                </a:cubicBezTo>
                <a:cubicBezTo>
                  <a:pt x="14056714" y="1991295"/>
                  <a:pt x="14056714" y="2010876"/>
                  <a:pt x="14056714" y="2036984"/>
                </a:cubicBezTo>
                <a:cubicBezTo>
                  <a:pt x="14044417" y="2036984"/>
                  <a:pt x="14032119" y="2036984"/>
                  <a:pt x="14019822" y="2036984"/>
                </a:cubicBezTo>
                <a:cubicBezTo>
                  <a:pt x="14019822" y="2010876"/>
                  <a:pt x="14019822" y="1991295"/>
                  <a:pt x="14019822" y="1971714"/>
                </a:cubicBezTo>
                <a:close/>
                <a:moveTo>
                  <a:pt x="16619262" y="1970570"/>
                </a:moveTo>
                <a:cubicBezTo>
                  <a:pt x="16619262" y="2002809"/>
                  <a:pt x="16638608" y="2002809"/>
                  <a:pt x="16657954" y="2002809"/>
                </a:cubicBezTo>
                <a:cubicBezTo>
                  <a:pt x="16657954" y="1964122"/>
                  <a:pt x="16632160" y="1970570"/>
                  <a:pt x="16619262" y="1970570"/>
                </a:cubicBezTo>
                <a:close/>
                <a:moveTo>
                  <a:pt x="11333754" y="1970570"/>
                </a:moveTo>
                <a:cubicBezTo>
                  <a:pt x="11333754" y="1989913"/>
                  <a:pt x="11333754" y="2009257"/>
                  <a:pt x="11333754" y="2035049"/>
                </a:cubicBezTo>
                <a:cubicBezTo>
                  <a:pt x="11353099" y="2022153"/>
                  <a:pt x="11391789" y="2015705"/>
                  <a:pt x="11391789" y="1970570"/>
                </a:cubicBezTo>
                <a:cubicBezTo>
                  <a:pt x="11372444" y="1970570"/>
                  <a:pt x="11353099" y="1970570"/>
                  <a:pt x="11333754" y="1970570"/>
                </a:cubicBezTo>
                <a:close/>
                <a:moveTo>
                  <a:pt x="18202115" y="1969073"/>
                </a:moveTo>
                <a:cubicBezTo>
                  <a:pt x="18213699" y="1970705"/>
                  <a:pt x="18222915" y="1978864"/>
                  <a:pt x="18222915" y="2004972"/>
                </a:cubicBezTo>
                <a:cubicBezTo>
                  <a:pt x="18205011" y="2004972"/>
                  <a:pt x="18167091" y="2018026"/>
                  <a:pt x="18167091" y="1972337"/>
                </a:cubicBezTo>
                <a:cubicBezTo>
                  <a:pt x="18176571" y="1972337"/>
                  <a:pt x="18190527" y="1967441"/>
                  <a:pt x="18202115" y="1969073"/>
                </a:cubicBezTo>
                <a:close/>
                <a:moveTo>
                  <a:pt x="11696783" y="1960705"/>
                </a:moveTo>
                <a:cubicBezTo>
                  <a:pt x="11700195" y="1960705"/>
                  <a:pt x="11703608" y="1963916"/>
                  <a:pt x="11710433" y="1970338"/>
                </a:cubicBezTo>
                <a:cubicBezTo>
                  <a:pt x="11703608" y="1970338"/>
                  <a:pt x="11703608" y="1976760"/>
                  <a:pt x="11696783" y="1989603"/>
                </a:cubicBezTo>
                <a:cubicBezTo>
                  <a:pt x="11696783" y="1983182"/>
                  <a:pt x="11689958" y="1976760"/>
                  <a:pt x="11683133" y="1970338"/>
                </a:cubicBezTo>
                <a:cubicBezTo>
                  <a:pt x="11689958" y="1963916"/>
                  <a:pt x="11693370" y="1960705"/>
                  <a:pt x="11696783" y="1960705"/>
                </a:cubicBezTo>
                <a:close/>
                <a:moveTo>
                  <a:pt x="12365153" y="1943012"/>
                </a:moveTo>
                <a:cubicBezTo>
                  <a:pt x="12366650" y="1944592"/>
                  <a:pt x="12368146" y="1949069"/>
                  <a:pt x="12374134" y="1951702"/>
                </a:cubicBezTo>
                <a:cubicBezTo>
                  <a:pt x="12368147" y="1951702"/>
                  <a:pt x="12362159" y="1951702"/>
                  <a:pt x="12356172" y="1951702"/>
                </a:cubicBezTo>
                <a:cubicBezTo>
                  <a:pt x="12362159" y="1942749"/>
                  <a:pt x="12363656" y="1941432"/>
                  <a:pt x="12365153" y="1943012"/>
                </a:cubicBezTo>
                <a:close/>
                <a:moveTo>
                  <a:pt x="12421964" y="1938535"/>
                </a:moveTo>
                <a:cubicBezTo>
                  <a:pt x="12428789" y="1964643"/>
                  <a:pt x="12428789" y="1984224"/>
                  <a:pt x="12435614" y="2003805"/>
                </a:cubicBezTo>
                <a:cubicBezTo>
                  <a:pt x="12415139" y="2003805"/>
                  <a:pt x="12408314" y="1964643"/>
                  <a:pt x="12421964" y="1938535"/>
                </a:cubicBezTo>
                <a:close/>
                <a:moveTo>
                  <a:pt x="13318343" y="1938535"/>
                </a:moveTo>
                <a:cubicBezTo>
                  <a:pt x="13331570" y="1951589"/>
                  <a:pt x="13351411" y="1958116"/>
                  <a:pt x="13364638" y="1971170"/>
                </a:cubicBezTo>
                <a:cubicBezTo>
                  <a:pt x="13351411" y="1977697"/>
                  <a:pt x="13331570" y="1990751"/>
                  <a:pt x="13318343" y="2003805"/>
                </a:cubicBezTo>
                <a:cubicBezTo>
                  <a:pt x="13318343" y="1984224"/>
                  <a:pt x="13318343" y="1958116"/>
                  <a:pt x="13318343" y="1938535"/>
                </a:cubicBezTo>
                <a:close/>
                <a:moveTo>
                  <a:pt x="18110215" y="1938534"/>
                </a:moveTo>
                <a:cubicBezTo>
                  <a:pt x="18122191" y="1938534"/>
                  <a:pt x="18128179" y="1946026"/>
                  <a:pt x="18128179" y="1970643"/>
                </a:cubicBezTo>
                <a:cubicBezTo>
                  <a:pt x="18116203" y="1970643"/>
                  <a:pt x="18110215" y="1964221"/>
                  <a:pt x="18110215" y="1938534"/>
                </a:cubicBezTo>
                <a:close/>
                <a:moveTo>
                  <a:pt x="12383475" y="1938533"/>
                </a:moveTo>
                <a:cubicBezTo>
                  <a:pt x="12356175" y="1984828"/>
                  <a:pt x="12383475" y="1938533"/>
                  <a:pt x="12383475" y="1938533"/>
                </a:cubicBezTo>
                <a:close/>
                <a:moveTo>
                  <a:pt x="16540538" y="1935509"/>
                </a:moveTo>
                <a:cubicBezTo>
                  <a:pt x="16528448" y="1933763"/>
                  <a:pt x="16513940" y="1938330"/>
                  <a:pt x="16504266" y="1938330"/>
                </a:cubicBezTo>
                <a:cubicBezTo>
                  <a:pt x="16504266" y="1989913"/>
                  <a:pt x="16542958" y="1970570"/>
                  <a:pt x="16562302" y="1970570"/>
                </a:cubicBezTo>
                <a:cubicBezTo>
                  <a:pt x="16562302" y="1945315"/>
                  <a:pt x="16552630" y="1937255"/>
                  <a:pt x="16540538" y="1935509"/>
                </a:cubicBezTo>
                <a:close/>
                <a:moveTo>
                  <a:pt x="13512141" y="1934663"/>
                </a:moveTo>
                <a:cubicBezTo>
                  <a:pt x="13527677" y="1935620"/>
                  <a:pt x="13540053" y="1943823"/>
                  <a:pt x="13540053" y="1972809"/>
                </a:cubicBezTo>
                <a:cubicBezTo>
                  <a:pt x="13521094" y="1972809"/>
                  <a:pt x="13465271" y="1999059"/>
                  <a:pt x="13465271" y="1939995"/>
                </a:cubicBezTo>
                <a:cubicBezTo>
                  <a:pt x="13477910" y="1939995"/>
                  <a:pt x="13496605" y="1933706"/>
                  <a:pt x="13512141" y="1934663"/>
                </a:cubicBezTo>
                <a:close/>
                <a:moveTo>
                  <a:pt x="17463407" y="1927584"/>
                </a:moveTo>
                <a:lnTo>
                  <a:pt x="17462719" y="1930268"/>
                </a:lnTo>
                <a:cubicBezTo>
                  <a:pt x="17461691" y="1934257"/>
                  <a:pt x="17460871" y="1937447"/>
                  <a:pt x="17460871" y="1937447"/>
                </a:cubicBezTo>
                <a:close/>
                <a:moveTo>
                  <a:pt x="11635483" y="1919987"/>
                </a:moveTo>
                <a:lnTo>
                  <a:pt x="11632840" y="1930269"/>
                </a:lnTo>
                <a:cubicBezTo>
                  <a:pt x="11631814" y="1934257"/>
                  <a:pt x="11630994" y="1937447"/>
                  <a:pt x="11630994" y="1937447"/>
                </a:cubicBezTo>
                <a:cubicBezTo>
                  <a:pt x="11632635" y="1931066"/>
                  <a:pt x="11633865" y="1926280"/>
                  <a:pt x="11634762" y="1922791"/>
                </a:cubicBezTo>
                <a:close/>
                <a:moveTo>
                  <a:pt x="12375132" y="1919572"/>
                </a:moveTo>
                <a:cubicBezTo>
                  <a:pt x="12387429" y="1919572"/>
                  <a:pt x="12399727" y="1919572"/>
                  <a:pt x="12412024" y="1919572"/>
                </a:cubicBezTo>
                <a:cubicBezTo>
                  <a:pt x="12405876" y="1925892"/>
                  <a:pt x="12405876" y="1932212"/>
                  <a:pt x="12405876" y="1937479"/>
                </a:cubicBezTo>
                <a:cubicBezTo>
                  <a:pt x="12393578" y="1937479"/>
                  <a:pt x="12381281" y="1932212"/>
                  <a:pt x="12375132" y="1919572"/>
                </a:cubicBezTo>
                <a:close/>
                <a:moveTo>
                  <a:pt x="11526130" y="1913613"/>
                </a:moveTo>
                <a:cubicBezTo>
                  <a:pt x="11506785" y="1920063"/>
                  <a:pt x="11430479" y="1932957"/>
                  <a:pt x="11448750" y="1989913"/>
                </a:cubicBezTo>
                <a:cubicBezTo>
                  <a:pt x="11461646" y="1938330"/>
                  <a:pt x="11506785" y="1970570"/>
                  <a:pt x="11526130" y="1970570"/>
                </a:cubicBezTo>
                <a:cubicBezTo>
                  <a:pt x="11526130" y="1951226"/>
                  <a:pt x="11526130" y="1932957"/>
                  <a:pt x="11526130" y="1913613"/>
                </a:cubicBezTo>
                <a:close/>
                <a:moveTo>
                  <a:pt x="17427459" y="1907166"/>
                </a:moveTo>
                <a:cubicBezTo>
                  <a:pt x="17427459" y="1945853"/>
                  <a:pt x="17453251" y="1945853"/>
                  <a:pt x="17466151" y="1951226"/>
                </a:cubicBezTo>
                <a:cubicBezTo>
                  <a:pt x="17472599" y="1943435"/>
                  <a:pt x="17474211" y="1937189"/>
                  <a:pt x="17472799" y="1932101"/>
                </a:cubicBezTo>
                <a:lnTo>
                  <a:pt x="17464507" y="1923313"/>
                </a:lnTo>
                <a:lnTo>
                  <a:pt x="17461311" y="1919928"/>
                </a:lnTo>
                <a:cubicBezTo>
                  <a:pt x="17450027" y="1913614"/>
                  <a:pt x="17433907" y="1910390"/>
                  <a:pt x="17427459" y="1907166"/>
                </a:cubicBezTo>
                <a:close/>
                <a:moveTo>
                  <a:pt x="12468929" y="1905357"/>
                </a:moveTo>
                <a:cubicBezTo>
                  <a:pt x="12468929" y="1931898"/>
                  <a:pt x="12462942" y="1937427"/>
                  <a:pt x="12450967" y="1937427"/>
                </a:cubicBezTo>
                <a:cubicBezTo>
                  <a:pt x="12450967" y="1918627"/>
                  <a:pt x="12457952" y="1905357"/>
                  <a:pt x="12468929" y="1905357"/>
                </a:cubicBezTo>
                <a:close/>
                <a:moveTo>
                  <a:pt x="13639647" y="1905357"/>
                </a:moveTo>
                <a:cubicBezTo>
                  <a:pt x="13639647" y="1925263"/>
                  <a:pt x="13633660" y="1937427"/>
                  <a:pt x="13621685" y="1937427"/>
                </a:cubicBezTo>
                <a:cubicBezTo>
                  <a:pt x="13621685" y="1918627"/>
                  <a:pt x="13627672" y="1905357"/>
                  <a:pt x="13639647" y="1905357"/>
                </a:cubicBezTo>
                <a:close/>
                <a:moveTo>
                  <a:pt x="16455904" y="1901389"/>
                </a:moveTo>
                <a:cubicBezTo>
                  <a:pt x="16439782" y="1900718"/>
                  <a:pt x="16420438" y="1907166"/>
                  <a:pt x="16407542" y="1907166"/>
                </a:cubicBezTo>
                <a:cubicBezTo>
                  <a:pt x="16407542" y="1970570"/>
                  <a:pt x="16465578" y="1938330"/>
                  <a:pt x="16484922" y="1938330"/>
                </a:cubicBezTo>
                <a:cubicBezTo>
                  <a:pt x="16484922" y="1909852"/>
                  <a:pt x="16472024" y="1902061"/>
                  <a:pt x="16455904" y="1901389"/>
                </a:cubicBezTo>
                <a:close/>
                <a:moveTo>
                  <a:pt x="11958362" y="1872181"/>
                </a:moveTo>
                <a:cubicBezTo>
                  <a:pt x="11958362" y="1910960"/>
                  <a:pt x="11971187" y="1935736"/>
                  <a:pt x="11939124" y="1943277"/>
                </a:cubicBezTo>
                <a:cubicBezTo>
                  <a:pt x="11919887" y="1943277"/>
                  <a:pt x="11926299" y="1974516"/>
                  <a:pt x="11926299" y="2000369"/>
                </a:cubicBezTo>
                <a:cubicBezTo>
                  <a:pt x="11900649" y="1974516"/>
                  <a:pt x="11868586" y="1955126"/>
                  <a:pt x="11844005" y="1980979"/>
                </a:cubicBezTo>
                <a:cubicBezTo>
                  <a:pt x="11824767" y="1993906"/>
                  <a:pt x="11799117" y="2013295"/>
                  <a:pt x="11773467" y="2013295"/>
                </a:cubicBezTo>
                <a:cubicBezTo>
                  <a:pt x="11779879" y="2000369"/>
                  <a:pt x="11786292" y="1987443"/>
                  <a:pt x="11792704" y="1980979"/>
                </a:cubicBezTo>
                <a:cubicBezTo>
                  <a:pt x="11779879" y="1974516"/>
                  <a:pt x="11767054" y="1968052"/>
                  <a:pt x="11754229" y="1968052"/>
                </a:cubicBezTo>
                <a:cubicBezTo>
                  <a:pt x="11754229" y="1904497"/>
                  <a:pt x="11792704" y="1898034"/>
                  <a:pt x="11824767" y="1898034"/>
                </a:cubicBezTo>
                <a:cubicBezTo>
                  <a:pt x="11868586" y="1885107"/>
                  <a:pt x="11913474" y="1878644"/>
                  <a:pt x="11958362" y="1872181"/>
                </a:cubicBezTo>
                <a:close/>
                <a:moveTo>
                  <a:pt x="16363748" y="1869283"/>
                </a:moveTo>
                <a:cubicBezTo>
                  <a:pt x="16347090" y="1868478"/>
                  <a:pt x="16328012" y="1874926"/>
                  <a:pt x="16318338" y="1874926"/>
                </a:cubicBezTo>
                <a:cubicBezTo>
                  <a:pt x="16318338" y="1938330"/>
                  <a:pt x="16368852" y="1907166"/>
                  <a:pt x="16394646" y="1907166"/>
                </a:cubicBezTo>
                <a:cubicBezTo>
                  <a:pt x="16394646" y="1878155"/>
                  <a:pt x="16380406" y="1870090"/>
                  <a:pt x="16363748" y="1869283"/>
                </a:cubicBezTo>
                <a:close/>
                <a:moveTo>
                  <a:pt x="19033467" y="1848478"/>
                </a:moveTo>
                <a:cubicBezTo>
                  <a:pt x="19033467" y="1868953"/>
                  <a:pt x="19027479" y="1875778"/>
                  <a:pt x="19015507" y="1875778"/>
                </a:cubicBezTo>
                <a:cubicBezTo>
                  <a:pt x="19015507" y="1855303"/>
                  <a:pt x="19021491" y="1848478"/>
                  <a:pt x="19033467" y="1848478"/>
                </a:cubicBezTo>
                <a:close/>
                <a:moveTo>
                  <a:pt x="12029867" y="1846457"/>
                </a:moveTo>
                <a:cubicBezTo>
                  <a:pt x="12058053" y="1851076"/>
                  <a:pt x="12093100" y="1881955"/>
                  <a:pt x="12113368" y="1890055"/>
                </a:cubicBezTo>
                <a:cubicBezTo>
                  <a:pt x="12067967" y="1890055"/>
                  <a:pt x="12030132" y="1883575"/>
                  <a:pt x="11991217" y="1877096"/>
                </a:cubicBezTo>
                <a:cubicBezTo>
                  <a:pt x="11998514" y="1850367"/>
                  <a:pt x="12012955" y="1843685"/>
                  <a:pt x="12029867" y="1846457"/>
                </a:cubicBezTo>
                <a:close/>
                <a:moveTo>
                  <a:pt x="16267558" y="1842686"/>
                </a:moveTo>
                <a:cubicBezTo>
                  <a:pt x="16250632" y="1842686"/>
                  <a:pt x="16231286" y="1849134"/>
                  <a:pt x="16221614" y="1849134"/>
                </a:cubicBezTo>
                <a:cubicBezTo>
                  <a:pt x="16221614" y="1907166"/>
                  <a:pt x="16279650" y="1874926"/>
                  <a:pt x="16298994" y="1874926"/>
                </a:cubicBezTo>
                <a:cubicBezTo>
                  <a:pt x="16298994" y="1849134"/>
                  <a:pt x="16284484" y="1842686"/>
                  <a:pt x="16267558" y="1842686"/>
                </a:cubicBezTo>
                <a:close/>
                <a:moveTo>
                  <a:pt x="12897459" y="1819784"/>
                </a:moveTo>
                <a:cubicBezTo>
                  <a:pt x="12908296" y="1815173"/>
                  <a:pt x="12919133" y="1824396"/>
                  <a:pt x="12919133" y="1847453"/>
                </a:cubicBezTo>
                <a:cubicBezTo>
                  <a:pt x="12906289" y="1841304"/>
                  <a:pt x="12893446" y="1835156"/>
                  <a:pt x="12887024" y="1829007"/>
                </a:cubicBezTo>
                <a:cubicBezTo>
                  <a:pt x="12890235" y="1824396"/>
                  <a:pt x="12893847" y="1821321"/>
                  <a:pt x="12897459" y="1819784"/>
                </a:cubicBezTo>
                <a:close/>
                <a:moveTo>
                  <a:pt x="16163578" y="1816895"/>
                </a:moveTo>
                <a:cubicBezTo>
                  <a:pt x="16163578" y="1849134"/>
                  <a:pt x="16189372" y="1849134"/>
                  <a:pt x="16202270" y="1849134"/>
                </a:cubicBezTo>
                <a:cubicBezTo>
                  <a:pt x="16202270" y="1810447"/>
                  <a:pt x="16182924" y="1816895"/>
                  <a:pt x="16163578" y="1816895"/>
                </a:cubicBezTo>
                <a:close/>
                <a:moveTo>
                  <a:pt x="16125962" y="1816895"/>
                </a:moveTo>
                <a:cubicBezTo>
                  <a:pt x="16125962" y="1836238"/>
                  <a:pt x="16132412" y="1849134"/>
                  <a:pt x="16145308" y="1849134"/>
                </a:cubicBezTo>
                <a:cubicBezTo>
                  <a:pt x="16145308" y="1829790"/>
                  <a:pt x="16138860" y="1816895"/>
                  <a:pt x="16125962" y="1816895"/>
                </a:cubicBezTo>
                <a:close/>
                <a:moveTo>
                  <a:pt x="18976519" y="1816710"/>
                </a:moveTo>
                <a:cubicBezTo>
                  <a:pt x="18976519" y="1847453"/>
                  <a:pt x="18957251" y="1847453"/>
                  <a:pt x="18944411" y="1847453"/>
                </a:cubicBezTo>
                <a:cubicBezTo>
                  <a:pt x="18944411" y="1810561"/>
                  <a:pt x="18963675" y="1816710"/>
                  <a:pt x="18976519" y="1816710"/>
                </a:cubicBezTo>
                <a:close/>
                <a:moveTo>
                  <a:pt x="12468929" y="1815299"/>
                </a:moveTo>
                <a:cubicBezTo>
                  <a:pt x="12468929" y="1834565"/>
                  <a:pt x="12462942" y="1847408"/>
                  <a:pt x="12450967" y="1847408"/>
                </a:cubicBezTo>
                <a:cubicBezTo>
                  <a:pt x="12450967" y="1828143"/>
                  <a:pt x="12457952" y="1815299"/>
                  <a:pt x="12468929" y="1815299"/>
                </a:cubicBezTo>
                <a:close/>
                <a:moveTo>
                  <a:pt x="17792655" y="1815299"/>
                </a:moveTo>
                <a:cubicBezTo>
                  <a:pt x="17805295" y="1815299"/>
                  <a:pt x="17810559" y="1828143"/>
                  <a:pt x="17810559" y="1847408"/>
                </a:cubicBezTo>
                <a:cubicBezTo>
                  <a:pt x="17798975" y="1847408"/>
                  <a:pt x="17792655" y="1834564"/>
                  <a:pt x="17792655" y="1815299"/>
                </a:cubicBezTo>
                <a:close/>
                <a:moveTo>
                  <a:pt x="18039119" y="1815299"/>
                </a:moveTo>
                <a:cubicBezTo>
                  <a:pt x="18052243" y="1815299"/>
                  <a:pt x="18052243" y="1828142"/>
                  <a:pt x="18052243" y="1847407"/>
                </a:cubicBezTo>
                <a:cubicBezTo>
                  <a:pt x="18039119" y="1847407"/>
                  <a:pt x="18039119" y="1834564"/>
                  <a:pt x="18039119" y="1815299"/>
                </a:cubicBezTo>
                <a:close/>
                <a:moveTo>
                  <a:pt x="12866517" y="1813923"/>
                </a:moveTo>
                <a:cubicBezTo>
                  <a:pt x="12872738" y="1812643"/>
                  <a:pt x="12873331" y="1822881"/>
                  <a:pt x="12863851" y="1833118"/>
                </a:cubicBezTo>
                <a:cubicBezTo>
                  <a:pt x="12863851" y="1829705"/>
                  <a:pt x="12863851" y="1827999"/>
                  <a:pt x="12863193" y="1826293"/>
                </a:cubicBezTo>
                <a:lnTo>
                  <a:pt x="12861645" y="1824001"/>
                </a:lnTo>
                <a:lnTo>
                  <a:pt x="12862144" y="1828427"/>
                </a:lnTo>
                <a:cubicBezTo>
                  <a:pt x="12849107" y="1828427"/>
                  <a:pt x="12849107" y="1828427"/>
                  <a:pt x="12856218" y="1815299"/>
                </a:cubicBezTo>
                <a:lnTo>
                  <a:pt x="12859182" y="1819051"/>
                </a:lnTo>
                <a:close/>
                <a:moveTo>
                  <a:pt x="18908283" y="1787523"/>
                </a:moveTo>
                <a:cubicBezTo>
                  <a:pt x="18916739" y="1790829"/>
                  <a:pt x="18924423" y="1802403"/>
                  <a:pt x="18924423" y="1818937"/>
                </a:cubicBezTo>
                <a:cubicBezTo>
                  <a:pt x="18912127" y="1812323"/>
                  <a:pt x="18899831" y="1812323"/>
                  <a:pt x="18887531" y="1805710"/>
                </a:cubicBezTo>
                <a:cubicBezTo>
                  <a:pt x="18890607" y="1789176"/>
                  <a:pt x="18899827" y="1784216"/>
                  <a:pt x="18908283" y="1787523"/>
                </a:cubicBezTo>
                <a:close/>
                <a:moveTo>
                  <a:pt x="16055030" y="1784655"/>
                </a:moveTo>
                <a:cubicBezTo>
                  <a:pt x="16055030" y="1816895"/>
                  <a:pt x="16074376" y="1816895"/>
                  <a:pt x="16087274" y="1816895"/>
                </a:cubicBezTo>
                <a:cubicBezTo>
                  <a:pt x="16087274" y="1778207"/>
                  <a:pt x="16067928" y="1784655"/>
                  <a:pt x="16055030" y="1784655"/>
                </a:cubicBezTo>
                <a:close/>
                <a:moveTo>
                  <a:pt x="19450567" y="1782119"/>
                </a:moveTo>
                <a:cubicBezTo>
                  <a:pt x="19450567" y="1801382"/>
                  <a:pt x="19444579" y="1814225"/>
                  <a:pt x="19432603" y="1814225"/>
                </a:cubicBezTo>
                <a:cubicBezTo>
                  <a:pt x="19432603" y="1794961"/>
                  <a:pt x="19438591" y="1782119"/>
                  <a:pt x="19450567" y="1782119"/>
                </a:cubicBezTo>
                <a:close/>
                <a:moveTo>
                  <a:pt x="13695273" y="1778260"/>
                </a:moveTo>
                <a:cubicBezTo>
                  <a:pt x="13697518" y="1779063"/>
                  <a:pt x="13698765" y="1782274"/>
                  <a:pt x="13701260" y="1785484"/>
                </a:cubicBezTo>
                <a:cubicBezTo>
                  <a:pt x="13701260" y="1785484"/>
                  <a:pt x="13696271" y="1791905"/>
                  <a:pt x="13696271" y="1804748"/>
                </a:cubicBezTo>
                <a:cubicBezTo>
                  <a:pt x="13690283" y="1798327"/>
                  <a:pt x="13690283" y="1791905"/>
                  <a:pt x="13683298" y="1785484"/>
                </a:cubicBezTo>
                <a:cubicBezTo>
                  <a:pt x="13689784" y="1779063"/>
                  <a:pt x="13693028" y="1777458"/>
                  <a:pt x="13695273" y="1778260"/>
                </a:cubicBezTo>
                <a:close/>
                <a:moveTo>
                  <a:pt x="15920690" y="1758863"/>
                </a:moveTo>
                <a:cubicBezTo>
                  <a:pt x="15920690" y="1778207"/>
                  <a:pt x="15927138" y="1784655"/>
                  <a:pt x="15940034" y="1784655"/>
                </a:cubicBezTo>
                <a:cubicBezTo>
                  <a:pt x="15940034" y="1765311"/>
                  <a:pt x="15933586" y="1758863"/>
                  <a:pt x="15920690" y="1758863"/>
                </a:cubicBezTo>
                <a:close/>
                <a:moveTo>
                  <a:pt x="17674159" y="1758421"/>
                </a:moveTo>
                <a:cubicBezTo>
                  <a:pt x="17687811" y="1758421"/>
                  <a:pt x="17701459" y="1765245"/>
                  <a:pt x="17701459" y="1785720"/>
                </a:cubicBezTo>
                <a:cubicBezTo>
                  <a:pt x="17687811" y="1785720"/>
                  <a:pt x="17674159" y="1778895"/>
                  <a:pt x="17674159" y="1758421"/>
                </a:cubicBezTo>
                <a:close/>
                <a:moveTo>
                  <a:pt x="18855803" y="1757267"/>
                </a:moveTo>
                <a:cubicBezTo>
                  <a:pt x="18865939" y="1759573"/>
                  <a:pt x="18876999" y="1765722"/>
                  <a:pt x="18886479" y="1768796"/>
                </a:cubicBezTo>
                <a:cubicBezTo>
                  <a:pt x="18880159" y="1768796"/>
                  <a:pt x="18880159" y="1774945"/>
                  <a:pt x="18873839" y="1781094"/>
                </a:cubicBezTo>
                <a:cubicBezTo>
                  <a:pt x="18861199" y="1774945"/>
                  <a:pt x="18842239" y="1774945"/>
                  <a:pt x="18830655" y="1768796"/>
                </a:cubicBezTo>
                <a:cubicBezTo>
                  <a:pt x="18836447" y="1756499"/>
                  <a:pt x="18845663" y="1754962"/>
                  <a:pt x="18855803" y="1757267"/>
                </a:cubicBezTo>
                <a:close/>
                <a:moveTo>
                  <a:pt x="13497861" y="1747265"/>
                </a:moveTo>
                <a:cubicBezTo>
                  <a:pt x="13539186" y="1746450"/>
                  <a:pt x="13582110" y="1764101"/>
                  <a:pt x="13630100" y="1786368"/>
                </a:cubicBezTo>
                <a:cubicBezTo>
                  <a:pt x="13540519" y="1792885"/>
                  <a:pt x="13458403" y="1805920"/>
                  <a:pt x="13375221" y="1818954"/>
                </a:cubicBezTo>
                <a:cubicBezTo>
                  <a:pt x="13416812" y="1767360"/>
                  <a:pt x="13456537" y="1748080"/>
                  <a:pt x="13497861" y="1747265"/>
                </a:cubicBezTo>
                <a:close/>
                <a:moveTo>
                  <a:pt x="18801699" y="1728798"/>
                </a:moveTo>
                <a:cubicBezTo>
                  <a:pt x="18811007" y="1731036"/>
                  <a:pt x="18820311" y="1737356"/>
                  <a:pt x="18829619" y="1741042"/>
                </a:cubicBezTo>
                <a:cubicBezTo>
                  <a:pt x="18811007" y="1752628"/>
                  <a:pt x="18792391" y="1746308"/>
                  <a:pt x="18773779" y="1741042"/>
                </a:cubicBezTo>
                <a:cubicBezTo>
                  <a:pt x="18783083" y="1728403"/>
                  <a:pt x="18792391" y="1726560"/>
                  <a:pt x="18801699" y="1728798"/>
                </a:cubicBezTo>
                <a:close/>
                <a:moveTo>
                  <a:pt x="14094163" y="1728691"/>
                </a:moveTo>
                <a:cubicBezTo>
                  <a:pt x="14101699" y="1747002"/>
                  <a:pt x="14108158" y="1766391"/>
                  <a:pt x="14113540" y="1785780"/>
                </a:cubicBezTo>
                <a:cubicBezTo>
                  <a:pt x="13998351" y="1785780"/>
                  <a:pt x="13883162" y="1785780"/>
                  <a:pt x="13773355" y="1785780"/>
                </a:cubicBezTo>
                <a:cubicBezTo>
                  <a:pt x="13786273" y="1715765"/>
                  <a:pt x="13850866" y="1734076"/>
                  <a:pt x="13883162" y="1741617"/>
                </a:cubicBezTo>
                <a:cubicBezTo>
                  <a:pt x="13953137" y="1747002"/>
                  <a:pt x="14024188" y="1734076"/>
                  <a:pt x="14094163" y="1728691"/>
                </a:cubicBezTo>
                <a:close/>
                <a:moveTo>
                  <a:pt x="13095574" y="1726822"/>
                </a:moveTo>
                <a:cubicBezTo>
                  <a:pt x="13108417" y="1726822"/>
                  <a:pt x="13127683" y="1720502"/>
                  <a:pt x="13127683" y="1757366"/>
                </a:cubicBezTo>
                <a:cubicBezTo>
                  <a:pt x="13114839" y="1757366"/>
                  <a:pt x="13095574" y="1757366"/>
                  <a:pt x="13095574" y="1726822"/>
                </a:cubicBezTo>
                <a:close/>
                <a:moveTo>
                  <a:pt x="17849531" y="1725244"/>
                </a:moveTo>
                <a:cubicBezTo>
                  <a:pt x="17868143" y="1725244"/>
                  <a:pt x="17886759" y="1730510"/>
                  <a:pt x="17905371" y="1737883"/>
                </a:cubicBezTo>
                <a:cubicBezTo>
                  <a:pt x="17886759" y="1762108"/>
                  <a:pt x="17868143" y="1755788"/>
                  <a:pt x="17849531" y="1755788"/>
                </a:cubicBezTo>
                <a:cubicBezTo>
                  <a:pt x="17849531" y="1743149"/>
                  <a:pt x="17849531" y="1730510"/>
                  <a:pt x="17849531" y="1725244"/>
                </a:cubicBezTo>
                <a:close/>
                <a:moveTo>
                  <a:pt x="12799195" y="1725244"/>
                </a:moveTo>
                <a:cubicBezTo>
                  <a:pt x="12881579" y="1730567"/>
                  <a:pt x="12971453" y="1743344"/>
                  <a:pt x="13061326" y="1749732"/>
                </a:cubicBezTo>
                <a:cubicBezTo>
                  <a:pt x="13009970" y="1762509"/>
                  <a:pt x="12958614" y="1768897"/>
                  <a:pt x="12900838" y="1794450"/>
                </a:cubicBezTo>
                <a:cubicBezTo>
                  <a:pt x="12862321" y="1820003"/>
                  <a:pt x="12818454" y="1781674"/>
                  <a:pt x="12773517" y="1794450"/>
                </a:cubicBezTo>
                <a:cubicBezTo>
                  <a:pt x="12747839" y="1794450"/>
                  <a:pt x="12735000" y="1820003"/>
                  <a:pt x="12709322" y="1839168"/>
                </a:cubicBezTo>
                <a:cubicBezTo>
                  <a:pt x="12690063" y="1851945"/>
                  <a:pt x="12670805" y="1858333"/>
                  <a:pt x="12652616" y="1864722"/>
                </a:cubicBezTo>
                <a:cubicBezTo>
                  <a:pt x="12614099" y="1871110"/>
                  <a:pt x="12601260" y="1858333"/>
                  <a:pt x="12588421" y="1807227"/>
                </a:cubicBezTo>
                <a:cubicBezTo>
                  <a:pt x="12620519" y="1768897"/>
                  <a:pt x="12657966" y="1762509"/>
                  <a:pt x="12696483" y="1749732"/>
                </a:cubicBezTo>
                <a:cubicBezTo>
                  <a:pt x="12715742" y="1749732"/>
                  <a:pt x="12735000" y="1743344"/>
                  <a:pt x="12760678" y="1738020"/>
                </a:cubicBezTo>
                <a:cubicBezTo>
                  <a:pt x="12773517" y="1738020"/>
                  <a:pt x="12779937" y="1725244"/>
                  <a:pt x="12799195" y="1725244"/>
                </a:cubicBezTo>
                <a:close/>
                <a:moveTo>
                  <a:pt x="13704364" y="1725242"/>
                </a:moveTo>
                <a:cubicBezTo>
                  <a:pt x="13717003" y="1730508"/>
                  <a:pt x="13723322" y="1743148"/>
                  <a:pt x="13729642" y="1755787"/>
                </a:cubicBezTo>
                <a:cubicBezTo>
                  <a:pt x="13723322" y="1762107"/>
                  <a:pt x="13710683" y="1768427"/>
                  <a:pt x="13704364" y="1781066"/>
                </a:cubicBezTo>
                <a:cubicBezTo>
                  <a:pt x="13692778" y="1768427"/>
                  <a:pt x="13699098" y="1743148"/>
                  <a:pt x="13704364" y="1725242"/>
                </a:cubicBezTo>
                <a:close/>
                <a:moveTo>
                  <a:pt x="19272751" y="1696806"/>
                </a:moveTo>
                <a:cubicBezTo>
                  <a:pt x="19292047" y="1696806"/>
                  <a:pt x="19304911" y="1703194"/>
                  <a:pt x="19324211" y="1715970"/>
                </a:cubicBezTo>
                <a:cubicBezTo>
                  <a:pt x="19356371" y="1728747"/>
                  <a:pt x="19382103" y="1759624"/>
                  <a:pt x="19407831" y="1797954"/>
                </a:cubicBezTo>
                <a:cubicBezTo>
                  <a:pt x="19394967" y="1810730"/>
                  <a:pt x="19388535" y="1823507"/>
                  <a:pt x="19382103" y="1842672"/>
                </a:cubicBezTo>
                <a:cubicBezTo>
                  <a:pt x="19330643" y="1804342"/>
                  <a:pt x="19279183" y="1772401"/>
                  <a:pt x="19228795" y="1741524"/>
                </a:cubicBezTo>
                <a:cubicBezTo>
                  <a:pt x="19241659" y="1728747"/>
                  <a:pt x="19260955" y="1715970"/>
                  <a:pt x="19272751" y="1696806"/>
                </a:cubicBezTo>
                <a:close/>
                <a:moveTo>
                  <a:pt x="13413135" y="1696804"/>
                </a:moveTo>
                <a:cubicBezTo>
                  <a:pt x="13425110" y="1696804"/>
                  <a:pt x="13431097" y="1703225"/>
                  <a:pt x="13431097" y="1728910"/>
                </a:cubicBezTo>
                <a:cubicBezTo>
                  <a:pt x="13419122" y="1728910"/>
                  <a:pt x="13413135" y="1716067"/>
                  <a:pt x="13413135" y="1696804"/>
                </a:cubicBezTo>
                <a:close/>
                <a:moveTo>
                  <a:pt x="13541106" y="1696804"/>
                </a:moveTo>
                <a:cubicBezTo>
                  <a:pt x="13553081" y="1696804"/>
                  <a:pt x="13559068" y="1703225"/>
                  <a:pt x="13559068" y="1728909"/>
                </a:cubicBezTo>
                <a:cubicBezTo>
                  <a:pt x="13547093" y="1728909"/>
                  <a:pt x="13541106" y="1716067"/>
                  <a:pt x="13541106" y="1696804"/>
                </a:cubicBezTo>
                <a:close/>
                <a:moveTo>
                  <a:pt x="18724571" y="1696803"/>
                </a:moveTo>
                <a:cubicBezTo>
                  <a:pt x="18736983" y="1696803"/>
                  <a:pt x="18755599" y="1703225"/>
                  <a:pt x="18768007" y="1709646"/>
                </a:cubicBezTo>
                <a:cubicBezTo>
                  <a:pt x="18749391" y="1728909"/>
                  <a:pt x="18730779" y="1716067"/>
                  <a:pt x="18712163" y="1709646"/>
                </a:cubicBezTo>
                <a:cubicBezTo>
                  <a:pt x="18718367" y="1703225"/>
                  <a:pt x="18718367" y="1696803"/>
                  <a:pt x="18724571" y="1696803"/>
                </a:cubicBezTo>
                <a:close/>
                <a:moveTo>
                  <a:pt x="17799911" y="1693674"/>
                </a:moveTo>
                <a:cubicBezTo>
                  <a:pt x="17803911" y="1693674"/>
                  <a:pt x="17807663" y="1694097"/>
                  <a:pt x="17810559" y="1694097"/>
                </a:cubicBezTo>
                <a:cubicBezTo>
                  <a:pt x="17810559" y="1733595"/>
                  <a:pt x="17792651" y="1727953"/>
                  <a:pt x="17773695" y="1727953"/>
                </a:cubicBezTo>
                <a:cubicBezTo>
                  <a:pt x="17773695" y="1697483"/>
                  <a:pt x="17787911" y="1693674"/>
                  <a:pt x="17799911" y="1693674"/>
                </a:cubicBezTo>
                <a:close/>
                <a:moveTo>
                  <a:pt x="14430369" y="1677843"/>
                </a:moveTo>
                <a:cubicBezTo>
                  <a:pt x="14442778" y="1696995"/>
                  <a:pt x="14461393" y="1709763"/>
                  <a:pt x="14473803" y="1728915"/>
                </a:cubicBezTo>
                <a:cubicBezTo>
                  <a:pt x="14455188" y="1728915"/>
                  <a:pt x="14436574" y="1728915"/>
                  <a:pt x="14417959" y="1728915"/>
                </a:cubicBezTo>
                <a:cubicBezTo>
                  <a:pt x="14424164" y="1709763"/>
                  <a:pt x="14424164" y="1696995"/>
                  <a:pt x="14430369" y="1677843"/>
                </a:cubicBezTo>
                <a:close/>
                <a:moveTo>
                  <a:pt x="19265619" y="1677842"/>
                </a:moveTo>
                <a:cubicBezTo>
                  <a:pt x="19260151" y="1683829"/>
                  <a:pt x="19260151" y="1689816"/>
                  <a:pt x="19252495" y="1695804"/>
                </a:cubicBezTo>
                <a:cubicBezTo>
                  <a:pt x="19252495" y="1677842"/>
                  <a:pt x="19252495" y="1677842"/>
                  <a:pt x="19265619" y="1677842"/>
                </a:cubicBezTo>
                <a:close/>
                <a:moveTo>
                  <a:pt x="14361488" y="1671350"/>
                </a:moveTo>
                <a:cubicBezTo>
                  <a:pt x="14366821" y="1670447"/>
                  <a:pt x="14371311" y="1681284"/>
                  <a:pt x="14362330" y="1695733"/>
                </a:cubicBezTo>
                <a:cubicBezTo>
                  <a:pt x="14362330" y="1689311"/>
                  <a:pt x="14356343" y="1682889"/>
                  <a:pt x="14356343" y="1676468"/>
                </a:cubicBezTo>
                <a:cubicBezTo>
                  <a:pt x="14357840" y="1673257"/>
                  <a:pt x="14359711" y="1671651"/>
                  <a:pt x="14361488" y="1671350"/>
                </a:cubicBezTo>
                <a:close/>
                <a:moveTo>
                  <a:pt x="18664767" y="1663624"/>
                </a:moveTo>
                <a:cubicBezTo>
                  <a:pt x="18683919" y="1670008"/>
                  <a:pt x="18696687" y="1676393"/>
                  <a:pt x="18715839" y="1676393"/>
                </a:cubicBezTo>
                <a:cubicBezTo>
                  <a:pt x="18703071" y="1689161"/>
                  <a:pt x="18664767" y="1714699"/>
                  <a:pt x="18664767" y="1663624"/>
                </a:cubicBezTo>
                <a:close/>
                <a:moveTo>
                  <a:pt x="18635275" y="1630447"/>
                </a:moveTo>
                <a:cubicBezTo>
                  <a:pt x="18635275" y="1656132"/>
                  <a:pt x="18628955" y="1662553"/>
                  <a:pt x="18617367" y="1662553"/>
                </a:cubicBezTo>
                <a:cubicBezTo>
                  <a:pt x="18617367" y="1643290"/>
                  <a:pt x="18623687" y="1630447"/>
                  <a:pt x="18635275" y="1630447"/>
                </a:cubicBezTo>
                <a:close/>
                <a:moveTo>
                  <a:pt x="17361339" y="1630447"/>
                </a:moveTo>
                <a:cubicBezTo>
                  <a:pt x="17374467" y="1630447"/>
                  <a:pt x="17374467" y="1643290"/>
                  <a:pt x="17374467" y="1662553"/>
                </a:cubicBezTo>
                <a:cubicBezTo>
                  <a:pt x="17361339" y="1662553"/>
                  <a:pt x="17361339" y="1649711"/>
                  <a:pt x="17361339" y="1630447"/>
                </a:cubicBezTo>
                <a:close/>
                <a:moveTo>
                  <a:pt x="14316122" y="1598740"/>
                </a:moveTo>
                <a:cubicBezTo>
                  <a:pt x="14316122" y="1624531"/>
                  <a:pt x="14322571" y="1630979"/>
                  <a:pt x="14335467" y="1630979"/>
                </a:cubicBezTo>
                <a:cubicBezTo>
                  <a:pt x="14335467" y="1611636"/>
                  <a:pt x="14329019" y="1598740"/>
                  <a:pt x="14316122" y="1598740"/>
                </a:cubicBezTo>
                <a:close/>
                <a:moveTo>
                  <a:pt x="13299383" y="1597266"/>
                </a:moveTo>
                <a:cubicBezTo>
                  <a:pt x="13408966" y="1610391"/>
                  <a:pt x="13517474" y="1616954"/>
                  <a:pt x="13620611" y="1630080"/>
                </a:cubicBezTo>
                <a:cubicBezTo>
                  <a:pt x="13620611" y="1695708"/>
                  <a:pt x="13492764" y="1662894"/>
                  <a:pt x="13466980" y="1662894"/>
                </a:cubicBezTo>
                <a:cubicBezTo>
                  <a:pt x="13434750" y="1662894"/>
                  <a:pt x="13396074" y="1662894"/>
                  <a:pt x="13363843" y="1662894"/>
                </a:cubicBezTo>
                <a:cubicBezTo>
                  <a:pt x="13338059" y="1662894"/>
                  <a:pt x="13318721" y="1662894"/>
                  <a:pt x="13299383" y="1662894"/>
                </a:cubicBezTo>
                <a:cubicBezTo>
                  <a:pt x="13299383" y="1643205"/>
                  <a:pt x="13299383" y="1623517"/>
                  <a:pt x="13299383" y="1597266"/>
                </a:cubicBezTo>
                <a:close/>
                <a:moveTo>
                  <a:pt x="17529707" y="1596145"/>
                </a:moveTo>
                <a:cubicBezTo>
                  <a:pt x="17547479" y="1599370"/>
                  <a:pt x="17566871" y="1609045"/>
                  <a:pt x="17579795" y="1612270"/>
                </a:cubicBezTo>
                <a:cubicBezTo>
                  <a:pt x="17618575" y="1631620"/>
                  <a:pt x="17669203" y="1625170"/>
                  <a:pt x="17701519" y="1676770"/>
                </a:cubicBezTo>
                <a:cubicBezTo>
                  <a:pt x="17630427" y="1657420"/>
                  <a:pt x="17560407" y="1638070"/>
                  <a:pt x="17489311" y="1618720"/>
                </a:cubicBezTo>
                <a:cubicBezTo>
                  <a:pt x="17495775" y="1596145"/>
                  <a:pt x="17511935" y="1592920"/>
                  <a:pt x="17529707" y="1596145"/>
                </a:cubicBezTo>
                <a:close/>
                <a:moveTo>
                  <a:pt x="16853975" y="1593818"/>
                </a:moveTo>
                <a:cubicBezTo>
                  <a:pt x="16871359" y="1594628"/>
                  <a:pt x="16886259" y="1602727"/>
                  <a:pt x="16886259" y="1631886"/>
                </a:cubicBezTo>
                <a:cubicBezTo>
                  <a:pt x="16866391" y="1631886"/>
                  <a:pt x="16806791" y="1657804"/>
                  <a:pt x="16806791" y="1599488"/>
                </a:cubicBezTo>
                <a:cubicBezTo>
                  <a:pt x="16816723" y="1599488"/>
                  <a:pt x="16836591" y="1593008"/>
                  <a:pt x="16853975" y="1593818"/>
                </a:cubicBezTo>
                <a:close/>
                <a:moveTo>
                  <a:pt x="9923617" y="1577913"/>
                </a:moveTo>
                <a:cubicBezTo>
                  <a:pt x="9909732" y="1581285"/>
                  <a:pt x="9892276" y="1595113"/>
                  <a:pt x="9885021" y="1598740"/>
                </a:cubicBezTo>
                <a:cubicBezTo>
                  <a:pt x="9865676" y="1605189"/>
                  <a:pt x="9826986" y="1579396"/>
                  <a:pt x="9826986" y="1630979"/>
                </a:cubicBezTo>
                <a:cubicBezTo>
                  <a:pt x="9852780" y="1624531"/>
                  <a:pt x="9878573" y="1624531"/>
                  <a:pt x="9904367" y="1618084"/>
                </a:cubicBezTo>
                <a:cubicBezTo>
                  <a:pt x="9910815" y="1592292"/>
                  <a:pt x="9930160" y="1598740"/>
                  <a:pt x="9943057" y="1598740"/>
                </a:cubicBezTo>
                <a:cubicBezTo>
                  <a:pt x="9943057" y="1587456"/>
                  <a:pt x="9940236" y="1581411"/>
                  <a:pt x="9935803" y="1578791"/>
                </a:cubicBezTo>
                <a:cubicBezTo>
                  <a:pt x="9932478" y="1576827"/>
                  <a:pt x="9928246" y="1576789"/>
                  <a:pt x="9923617" y="1577913"/>
                </a:cubicBezTo>
                <a:close/>
                <a:moveTo>
                  <a:pt x="13185628" y="1573569"/>
                </a:moveTo>
                <a:cubicBezTo>
                  <a:pt x="13197603" y="1573569"/>
                  <a:pt x="13203590" y="1580394"/>
                  <a:pt x="13203590" y="1600868"/>
                </a:cubicBezTo>
                <a:cubicBezTo>
                  <a:pt x="13197603" y="1600868"/>
                  <a:pt x="13185628" y="1594044"/>
                  <a:pt x="13185628" y="1573569"/>
                </a:cubicBezTo>
                <a:close/>
                <a:moveTo>
                  <a:pt x="17451391" y="1573569"/>
                </a:moveTo>
                <a:cubicBezTo>
                  <a:pt x="17463691" y="1580394"/>
                  <a:pt x="17475987" y="1580394"/>
                  <a:pt x="17488283" y="1587219"/>
                </a:cubicBezTo>
                <a:cubicBezTo>
                  <a:pt x="17482135" y="1594043"/>
                  <a:pt x="17482135" y="1594043"/>
                  <a:pt x="17482135" y="1600868"/>
                </a:cubicBezTo>
                <a:cubicBezTo>
                  <a:pt x="17469839" y="1600868"/>
                  <a:pt x="17451391" y="1600868"/>
                  <a:pt x="17451391" y="1573569"/>
                </a:cubicBezTo>
                <a:close/>
                <a:moveTo>
                  <a:pt x="13113024" y="1542860"/>
                </a:moveTo>
                <a:cubicBezTo>
                  <a:pt x="13113024" y="1575445"/>
                  <a:pt x="13132247" y="1575445"/>
                  <a:pt x="13151469" y="1575445"/>
                </a:cubicBezTo>
                <a:cubicBezTo>
                  <a:pt x="13151469" y="1537429"/>
                  <a:pt x="13125839" y="1542860"/>
                  <a:pt x="13113024" y="1542860"/>
                </a:cubicBezTo>
                <a:close/>
                <a:moveTo>
                  <a:pt x="14842739" y="1540708"/>
                </a:moveTo>
                <a:cubicBezTo>
                  <a:pt x="14836290" y="1547156"/>
                  <a:pt x="14836290" y="1547156"/>
                  <a:pt x="14842739" y="1572949"/>
                </a:cubicBezTo>
                <a:cubicBezTo>
                  <a:pt x="14842739" y="1560052"/>
                  <a:pt x="14842739" y="1547156"/>
                  <a:pt x="14842739" y="1540708"/>
                </a:cubicBezTo>
                <a:close/>
                <a:moveTo>
                  <a:pt x="10012914" y="1540708"/>
                </a:moveTo>
                <a:cubicBezTo>
                  <a:pt x="10012914" y="1560052"/>
                  <a:pt x="10019362" y="1572949"/>
                  <a:pt x="10032259" y="1572949"/>
                </a:cubicBezTo>
                <a:cubicBezTo>
                  <a:pt x="10032259" y="1547156"/>
                  <a:pt x="10025811" y="1540708"/>
                  <a:pt x="10012914" y="1540708"/>
                </a:cubicBezTo>
                <a:close/>
                <a:moveTo>
                  <a:pt x="18977591" y="1540388"/>
                </a:moveTo>
                <a:cubicBezTo>
                  <a:pt x="19004079" y="1540388"/>
                  <a:pt x="19030571" y="1540388"/>
                  <a:pt x="19057059" y="1540388"/>
                </a:cubicBezTo>
                <a:cubicBezTo>
                  <a:pt x="19049335" y="1559002"/>
                  <a:pt x="19042711" y="1577617"/>
                  <a:pt x="19037191" y="1596231"/>
                </a:cubicBezTo>
                <a:cubicBezTo>
                  <a:pt x="19017327" y="1590027"/>
                  <a:pt x="18977591" y="1583822"/>
                  <a:pt x="18977591" y="1540388"/>
                </a:cubicBezTo>
                <a:close/>
                <a:moveTo>
                  <a:pt x="16678428" y="1521110"/>
                </a:moveTo>
                <a:cubicBezTo>
                  <a:pt x="16690406" y="1515455"/>
                  <a:pt x="16701586" y="1520033"/>
                  <a:pt x="16711168" y="1551811"/>
                </a:cubicBezTo>
                <a:cubicBezTo>
                  <a:pt x="16723946" y="1597054"/>
                  <a:pt x="16768664" y="1571200"/>
                  <a:pt x="16786767" y="1571200"/>
                </a:cubicBezTo>
                <a:cubicBezTo>
                  <a:pt x="16775054" y="1603517"/>
                  <a:pt x="16768664" y="1629370"/>
                  <a:pt x="16743110" y="1616443"/>
                </a:cubicBezTo>
                <a:cubicBezTo>
                  <a:pt x="16711168" y="1590590"/>
                  <a:pt x="16672838" y="1571200"/>
                  <a:pt x="16640896" y="1551811"/>
                </a:cubicBezTo>
                <a:cubicBezTo>
                  <a:pt x="16653672" y="1542654"/>
                  <a:pt x="16666450" y="1526765"/>
                  <a:pt x="16678428" y="1521110"/>
                </a:cubicBezTo>
                <a:close/>
                <a:moveTo>
                  <a:pt x="12450967" y="1507211"/>
                </a:moveTo>
                <a:cubicBezTo>
                  <a:pt x="12462942" y="1507211"/>
                  <a:pt x="12468929" y="1513847"/>
                  <a:pt x="12468929" y="1539281"/>
                </a:cubicBezTo>
                <a:cubicBezTo>
                  <a:pt x="12457952" y="1539281"/>
                  <a:pt x="12450967" y="1526011"/>
                  <a:pt x="12450967" y="1507211"/>
                </a:cubicBezTo>
                <a:close/>
                <a:moveTo>
                  <a:pt x="14462017" y="1506186"/>
                </a:moveTo>
                <a:cubicBezTo>
                  <a:pt x="14449926" y="1504708"/>
                  <a:pt x="14435418" y="1509543"/>
                  <a:pt x="14425745" y="1509543"/>
                </a:cubicBezTo>
                <a:cubicBezTo>
                  <a:pt x="14425745" y="1560052"/>
                  <a:pt x="14464435" y="1540708"/>
                  <a:pt x="14483780" y="1540708"/>
                </a:cubicBezTo>
                <a:cubicBezTo>
                  <a:pt x="14483780" y="1515454"/>
                  <a:pt x="14474107" y="1507663"/>
                  <a:pt x="14462017" y="1506186"/>
                </a:cubicBezTo>
                <a:close/>
                <a:moveTo>
                  <a:pt x="16585860" y="1504277"/>
                </a:moveTo>
                <a:cubicBezTo>
                  <a:pt x="16597446" y="1502796"/>
                  <a:pt x="16611402" y="1507643"/>
                  <a:pt x="16620882" y="1507643"/>
                </a:cubicBezTo>
                <a:cubicBezTo>
                  <a:pt x="16620882" y="1558270"/>
                  <a:pt x="16582964" y="1538881"/>
                  <a:pt x="16565058" y="1538881"/>
                </a:cubicBezTo>
                <a:cubicBezTo>
                  <a:pt x="16565058" y="1513568"/>
                  <a:pt x="16574274" y="1505758"/>
                  <a:pt x="16585860" y="1504277"/>
                </a:cubicBezTo>
                <a:close/>
                <a:moveTo>
                  <a:pt x="12443410" y="1503902"/>
                </a:moveTo>
                <a:cubicBezTo>
                  <a:pt x="12406601" y="1503096"/>
                  <a:pt x="12369791" y="1506320"/>
                  <a:pt x="12334325" y="1522439"/>
                </a:cubicBezTo>
                <a:cubicBezTo>
                  <a:pt x="12340773" y="1535335"/>
                  <a:pt x="12347222" y="1540708"/>
                  <a:pt x="12353670" y="1553604"/>
                </a:cubicBezTo>
                <a:cubicBezTo>
                  <a:pt x="12347222" y="1553604"/>
                  <a:pt x="12269841" y="1572949"/>
                  <a:pt x="12289187" y="1592292"/>
                </a:cubicBezTo>
                <a:cubicBezTo>
                  <a:pt x="12308532" y="1605189"/>
                  <a:pt x="12314980" y="1605189"/>
                  <a:pt x="12321428" y="1643876"/>
                </a:cubicBezTo>
                <a:cubicBezTo>
                  <a:pt x="12334325" y="1682563"/>
                  <a:pt x="12373015" y="1663219"/>
                  <a:pt x="12385912" y="1663219"/>
                </a:cubicBezTo>
                <a:cubicBezTo>
                  <a:pt x="12418154" y="1656771"/>
                  <a:pt x="12449321" y="1656771"/>
                  <a:pt x="12475114" y="1676115"/>
                </a:cubicBezTo>
                <a:cubicBezTo>
                  <a:pt x="12500908" y="1663219"/>
                  <a:pt x="12558943" y="1663219"/>
                  <a:pt x="12558943" y="1598740"/>
                </a:cubicBezTo>
                <a:cubicBezTo>
                  <a:pt x="12520253" y="1598740"/>
                  <a:pt x="12481563" y="1598740"/>
                  <a:pt x="12449321" y="1598740"/>
                </a:cubicBezTo>
                <a:cubicBezTo>
                  <a:pt x="12449321" y="1527813"/>
                  <a:pt x="12526701" y="1547156"/>
                  <a:pt x="12552495" y="1509543"/>
                </a:cubicBezTo>
                <a:cubicBezTo>
                  <a:pt x="12517029" y="1509543"/>
                  <a:pt x="12480219" y="1504708"/>
                  <a:pt x="12443410" y="1503902"/>
                </a:cubicBezTo>
                <a:close/>
                <a:moveTo>
                  <a:pt x="14306988" y="1503096"/>
                </a:moveTo>
                <a:cubicBezTo>
                  <a:pt x="14271790" y="1506320"/>
                  <a:pt x="14236593" y="1515992"/>
                  <a:pt x="14201127" y="1522439"/>
                </a:cubicBezTo>
                <a:cubicBezTo>
                  <a:pt x="14233368" y="1540708"/>
                  <a:pt x="14272059" y="1572949"/>
                  <a:pt x="14310749" y="1566500"/>
                </a:cubicBezTo>
                <a:cubicBezTo>
                  <a:pt x="14341916" y="1560052"/>
                  <a:pt x="14380606" y="1547156"/>
                  <a:pt x="14412848" y="1522439"/>
                </a:cubicBezTo>
                <a:cubicBezTo>
                  <a:pt x="14377382" y="1503096"/>
                  <a:pt x="14342185" y="1499872"/>
                  <a:pt x="14306988" y="1503096"/>
                </a:cubicBezTo>
                <a:close/>
                <a:moveTo>
                  <a:pt x="14147122" y="1501350"/>
                </a:moveTo>
                <a:cubicBezTo>
                  <a:pt x="14125358" y="1501484"/>
                  <a:pt x="14101177" y="1509543"/>
                  <a:pt x="14091504" y="1509543"/>
                </a:cubicBezTo>
                <a:cubicBezTo>
                  <a:pt x="14091504" y="1572949"/>
                  <a:pt x="14162436" y="1540708"/>
                  <a:pt x="14188230" y="1540708"/>
                </a:cubicBezTo>
                <a:cubicBezTo>
                  <a:pt x="14188230" y="1509006"/>
                  <a:pt x="14168885" y="1501215"/>
                  <a:pt x="14147122" y="1501350"/>
                </a:cubicBezTo>
                <a:close/>
                <a:moveTo>
                  <a:pt x="13906114" y="1492618"/>
                </a:moveTo>
                <a:cubicBezTo>
                  <a:pt x="13895098" y="1493424"/>
                  <a:pt x="13884082" y="1499872"/>
                  <a:pt x="13874409" y="1509543"/>
                </a:cubicBezTo>
                <a:cubicBezTo>
                  <a:pt x="13893755" y="1509543"/>
                  <a:pt x="13918473" y="1509543"/>
                  <a:pt x="13937818" y="1509543"/>
                </a:cubicBezTo>
                <a:cubicBezTo>
                  <a:pt x="13928145" y="1496648"/>
                  <a:pt x="13917130" y="1491812"/>
                  <a:pt x="13906114" y="1492618"/>
                </a:cubicBezTo>
                <a:close/>
                <a:moveTo>
                  <a:pt x="14521395" y="1483753"/>
                </a:moveTo>
                <a:cubicBezTo>
                  <a:pt x="14516022" y="1503096"/>
                  <a:pt x="14509573" y="1522439"/>
                  <a:pt x="14502050" y="1540708"/>
                </a:cubicBezTo>
                <a:cubicBezTo>
                  <a:pt x="14553637" y="1540708"/>
                  <a:pt x="14605224" y="1535335"/>
                  <a:pt x="14656811" y="1540708"/>
                </a:cubicBezTo>
                <a:cubicBezTo>
                  <a:pt x="14669708" y="1540708"/>
                  <a:pt x="14746013" y="1535335"/>
                  <a:pt x="14721295" y="1515992"/>
                </a:cubicBezTo>
                <a:cubicBezTo>
                  <a:pt x="14663259" y="1470856"/>
                  <a:pt x="14585879" y="1490200"/>
                  <a:pt x="14521395" y="1483753"/>
                </a:cubicBezTo>
                <a:close/>
                <a:moveTo>
                  <a:pt x="13260395" y="1478775"/>
                </a:moveTo>
                <a:cubicBezTo>
                  <a:pt x="13253988" y="1504844"/>
                  <a:pt x="13260395" y="1542860"/>
                  <a:pt x="13241173" y="1562411"/>
                </a:cubicBezTo>
                <a:cubicBezTo>
                  <a:pt x="13228358" y="1575445"/>
                  <a:pt x="13209136" y="1549377"/>
                  <a:pt x="13189913" y="1542860"/>
                </a:cubicBezTo>
                <a:cubicBezTo>
                  <a:pt x="13164284" y="1537429"/>
                  <a:pt x="13164284" y="1568928"/>
                  <a:pt x="13151469" y="1601514"/>
                </a:cubicBezTo>
                <a:cubicBezTo>
                  <a:pt x="13148265" y="1617807"/>
                  <a:pt x="13143459" y="1621065"/>
                  <a:pt x="13137853" y="1622694"/>
                </a:cubicBezTo>
                <a:lnTo>
                  <a:pt x="13131159" y="1624684"/>
                </a:lnTo>
                <a:lnTo>
                  <a:pt x="13137235" y="1629878"/>
                </a:lnTo>
                <a:cubicBezTo>
                  <a:pt x="13132745" y="1634997"/>
                  <a:pt x="13128254" y="1640115"/>
                  <a:pt x="13123763" y="1636596"/>
                </a:cubicBezTo>
                <a:lnTo>
                  <a:pt x="13121080" y="1632582"/>
                </a:lnTo>
                <a:lnTo>
                  <a:pt x="13119432" y="1634099"/>
                </a:lnTo>
                <a:cubicBezTo>
                  <a:pt x="13119432" y="1640616"/>
                  <a:pt x="13125839" y="1647133"/>
                  <a:pt x="13125839" y="1647133"/>
                </a:cubicBezTo>
                <a:cubicBezTo>
                  <a:pt x="13087395" y="1666685"/>
                  <a:pt x="13050018" y="1679719"/>
                  <a:pt x="13011573" y="1679719"/>
                </a:cubicBezTo>
                <a:cubicBezTo>
                  <a:pt x="13005166" y="1686236"/>
                  <a:pt x="12941092" y="1673202"/>
                  <a:pt x="12960314" y="1640616"/>
                </a:cubicBezTo>
                <a:cubicBezTo>
                  <a:pt x="12992351" y="1601514"/>
                  <a:pt x="13050018" y="1608031"/>
                  <a:pt x="13082055" y="1601514"/>
                </a:cubicBezTo>
                <a:cubicBezTo>
                  <a:pt x="13043611" y="1529826"/>
                  <a:pt x="12973129" y="1555894"/>
                  <a:pt x="12921869" y="1575445"/>
                </a:cubicBezTo>
                <a:cubicBezTo>
                  <a:pt x="12921869" y="1549377"/>
                  <a:pt x="12915462" y="1511361"/>
                  <a:pt x="12941092" y="1511361"/>
                </a:cubicBezTo>
                <a:cubicBezTo>
                  <a:pt x="12973129" y="1504844"/>
                  <a:pt x="13011573" y="1504844"/>
                  <a:pt x="13050018" y="1498326"/>
                </a:cubicBezTo>
                <a:cubicBezTo>
                  <a:pt x="13119432" y="1491809"/>
                  <a:pt x="13189913" y="1485292"/>
                  <a:pt x="13260395" y="1478775"/>
                </a:cubicBezTo>
                <a:close/>
                <a:moveTo>
                  <a:pt x="18304543" y="1478773"/>
                </a:moveTo>
                <a:cubicBezTo>
                  <a:pt x="18310531" y="1478773"/>
                  <a:pt x="18322507" y="1485194"/>
                  <a:pt x="18322507" y="1510879"/>
                </a:cubicBezTo>
                <a:cubicBezTo>
                  <a:pt x="18310531" y="1510879"/>
                  <a:pt x="18304543" y="1504458"/>
                  <a:pt x="18304543" y="1478773"/>
                </a:cubicBezTo>
                <a:close/>
                <a:moveTo>
                  <a:pt x="13957163" y="1477304"/>
                </a:moveTo>
                <a:cubicBezTo>
                  <a:pt x="13957163" y="1503096"/>
                  <a:pt x="13957163" y="1522439"/>
                  <a:pt x="13957163" y="1540708"/>
                </a:cubicBezTo>
                <a:cubicBezTo>
                  <a:pt x="13970060" y="1540708"/>
                  <a:pt x="13989405" y="1540708"/>
                  <a:pt x="14002302" y="1540708"/>
                </a:cubicBezTo>
                <a:cubicBezTo>
                  <a:pt x="14021647" y="1540708"/>
                  <a:pt x="14047441" y="1540708"/>
                  <a:pt x="14073234" y="1540708"/>
                </a:cubicBezTo>
                <a:cubicBezTo>
                  <a:pt x="14073234" y="1464408"/>
                  <a:pt x="13982957" y="1490200"/>
                  <a:pt x="13957163" y="1477304"/>
                </a:cubicBezTo>
                <a:close/>
                <a:moveTo>
                  <a:pt x="18830659" y="1445595"/>
                </a:moveTo>
                <a:cubicBezTo>
                  <a:pt x="18874383" y="1458309"/>
                  <a:pt x="18925571" y="1451952"/>
                  <a:pt x="18957563" y="1509164"/>
                </a:cubicBezTo>
                <a:cubicBezTo>
                  <a:pt x="18919171" y="1515521"/>
                  <a:pt x="18849855" y="1534592"/>
                  <a:pt x="18830659" y="1445595"/>
                </a:cubicBezTo>
                <a:close/>
                <a:moveTo>
                  <a:pt x="16584018" y="1445595"/>
                </a:moveTo>
                <a:cubicBezTo>
                  <a:pt x="16595994" y="1445595"/>
                  <a:pt x="16601982" y="1458438"/>
                  <a:pt x="16601982" y="1477704"/>
                </a:cubicBezTo>
                <a:cubicBezTo>
                  <a:pt x="16591004" y="1477704"/>
                  <a:pt x="16584018" y="1471282"/>
                  <a:pt x="16584018" y="1445595"/>
                </a:cubicBezTo>
                <a:close/>
                <a:moveTo>
                  <a:pt x="18247671" y="1445595"/>
                </a:moveTo>
                <a:cubicBezTo>
                  <a:pt x="18259643" y="1445595"/>
                  <a:pt x="18265631" y="1458438"/>
                  <a:pt x="18265631" y="1477703"/>
                </a:cubicBezTo>
                <a:cubicBezTo>
                  <a:pt x="18253655" y="1477703"/>
                  <a:pt x="18247671" y="1471282"/>
                  <a:pt x="18247671" y="1445595"/>
                </a:cubicBezTo>
                <a:close/>
                <a:moveTo>
                  <a:pt x="9737784" y="1406377"/>
                </a:moveTo>
                <a:cubicBezTo>
                  <a:pt x="9692645" y="1419273"/>
                  <a:pt x="9660403" y="1477304"/>
                  <a:pt x="9621713" y="1503096"/>
                </a:cubicBezTo>
                <a:cubicBezTo>
                  <a:pt x="9584098" y="1522439"/>
                  <a:pt x="9538959" y="1515992"/>
                  <a:pt x="9500269" y="1527813"/>
                </a:cubicBezTo>
                <a:cubicBezTo>
                  <a:pt x="9474476" y="1535335"/>
                  <a:pt x="9461579" y="1566500"/>
                  <a:pt x="9435785" y="1579396"/>
                </a:cubicBezTo>
                <a:cubicBezTo>
                  <a:pt x="9416440" y="1585848"/>
                  <a:pt x="9390647" y="1592292"/>
                  <a:pt x="9371302" y="1598740"/>
                </a:cubicBezTo>
                <a:cubicBezTo>
                  <a:pt x="9353031" y="1605189"/>
                  <a:pt x="9288548" y="1605189"/>
                  <a:pt x="9282099" y="1643876"/>
                </a:cubicBezTo>
                <a:cubicBezTo>
                  <a:pt x="9275651" y="1669667"/>
                  <a:pt x="9327238" y="1669667"/>
                  <a:pt x="9333686" y="1669667"/>
                </a:cubicBezTo>
                <a:cubicBezTo>
                  <a:pt x="9359480" y="1663219"/>
                  <a:pt x="9364853" y="1643876"/>
                  <a:pt x="9378825" y="1637427"/>
                </a:cubicBezTo>
                <a:cubicBezTo>
                  <a:pt x="9397095" y="1624531"/>
                  <a:pt x="9416440" y="1624531"/>
                  <a:pt x="9435785" y="1618084"/>
                </a:cubicBezTo>
                <a:cubicBezTo>
                  <a:pt x="9538959" y="1585848"/>
                  <a:pt x="9634610" y="1535335"/>
                  <a:pt x="9737784" y="1483753"/>
                </a:cubicBezTo>
                <a:cubicBezTo>
                  <a:pt x="9737784" y="1457960"/>
                  <a:pt x="9737784" y="1432169"/>
                  <a:pt x="9737784" y="1406377"/>
                </a:cubicBezTo>
                <a:close/>
                <a:moveTo>
                  <a:pt x="16351776" y="1388716"/>
                </a:moveTo>
                <a:cubicBezTo>
                  <a:pt x="16363624" y="1388716"/>
                  <a:pt x="16374484" y="1395541"/>
                  <a:pt x="16374484" y="1416016"/>
                </a:cubicBezTo>
                <a:cubicBezTo>
                  <a:pt x="16363624" y="1416016"/>
                  <a:pt x="16351776" y="1409191"/>
                  <a:pt x="16351776" y="1388716"/>
                </a:cubicBezTo>
                <a:close/>
                <a:moveTo>
                  <a:pt x="9904367" y="1387034"/>
                </a:moveTo>
                <a:cubicBezTo>
                  <a:pt x="9872125" y="1393482"/>
                  <a:pt x="9839883" y="1393482"/>
                  <a:pt x="9807641" y="1406377"/>
                </a:cubicBezTo>
                <a:cubicBezTo>
                  <a:pt x="9826986" y="1445064"/>
                  <a:pt x="9852780" y="1451512"/>
                  <a:pt x="9878573" y="1445064"/>
                </a:cubicBezTo>
                <a:cubicBezTo>
                  <a:pt x="9897918" y="1445064"/>
                  <a:pt x="9904367" y="1419273"/>
                  <a:pt x="9904367" y="1387034"/>
                </a:cubicBezTo>
                <a:close/>
                <a:moveTo>
                  <a:pt x="16242756" y="1355540"/>
                </a:moveTo>
                <a:cubicBezTo>
                  <a:pt x="16254730" y="1355540"/>
                  <a:pt x="16260718" y="1368382"/>
                  <a:pt x="16260718" y="1387645"/>
                </a:cubicBezTo>
                <a:cubicBezTo>
                  <a:pt x="16248744" y="1387645"/>
                  <a:pt x="16242756" y="1374803"/>
                  <a:pt x="16242756" y="1355540"/>
                </a:cubicBezTo>
                <a:close/>
                <a:moveTo>
                  <a:pt x="16000036" y="1355540"/>
                </a:moveTo>
                <a:cubicBezTo>
                  <a:pt x="16000036" y="1374804"/>
                  <a:pt x="15994048" y="1387646"/>
                  <a:pt x="15982074" y="1387646"/>
                </a:cubicBezTo>
                <a:cubicBezTo>
                  <a:pt x="15982074" y="1368382"/>
                  <a:pt x="15988060" y="1355540"/>
                  <a:pt x="16000036" y="1355540"/>
                </a:cubicBezTo>
                <a:close/>
                <a:moveTo>
                  <a:pt x="17261807" y="1355537"/>
                </a:moveTo>
                <a:cubicBezTo>
                  <a:pt x="17288295" y="1361742"/>
                  <a:pt x="17314783" y="1367947"/>
                  <a:pt x="17341275" y="1398971"/>
                </a:cubicBezTo>
                <a:cubicBezTo>
                  <a:pt x="17314783" y="1398971"/>
                  <a:pt x="17261807" y="1411381"/>
                  <a:pt x="17261807" y="1355537"/>
                </a:cubicBezTo>
                <a:close/>
                <a:moveTo>
                  <a:pt x="18042939" y="1347424"/>
                </a:moveTo>
                <a:cubicBezTo>
                  <a:pt x="18072903" y="1342833"/>
                  <a:pt x="18108367" y="1376603"/>
                  <a:pt x="18132827" y="1386083"/>
                </a:cubicBezTo>
                <a:cubicBezTo>
                  <a:pt x="18132827" y="1398722"/>
                  <a:pt x="18132827" y="1405042"/>
                  <a:pt x="18132827" y="1411362"/>
                </a:cubicBezTo>
                <a:cubicBezTo>
                  <a:pt x="18093691" y="1398722"/>
                  <a:pt x="18054555" y="1379763"/>
                  <a:pt x="18015419" y="1367124"/>
                </a:cubicBezTo>
                <a:cubicBezTo>
                  <a:pt x="18023575" y="1354748"/>
                  <a:pt x="18032951" y="1348955"/>
                  <a:pt x="18042939" y="1347424"/>
                </a:cubicBezTo>
                <a:close/>
                <a:moveTo>
                  <a:pt x="17167011" y="1332460"/>
                </a:moveTo>
                <a:cubicBezTo>
                  <a:pt x="17191235" y="1338893"/>
                  <a:pt x="17241791" y="1327100"/>
                  <a:pt x="17241791" y="1383919"/>
                </a:cubicBezTo>
                <a:cubicBezTo>
                  <a:pt x="17216515" y="1416081"/>
                  <a:pt x="17185967" y="1358190"/>
                  <a:pt x="17167011" y="1332460"/>
                </a:cubicBezTo>
                <a:close/>
                <a:moveTo>
                  <a:pt x="17076955" y="1322361"/>
                </a:moveTo>
                <a:cubicBezTo>
                  <a:pt x="17090083" y="1322361"/>
                  <a:pt x="17090083" y="1335204"/>
                  <a:pt x="17090083" y="1354469"/>
                </a:cubicBezTo>
                <a:cubicBezTo>
                  <a:pt x="17076955" y="1354469"/>
                  <a:pt x="17076955" y="1341626"/>
                  <a:pt x="17076955" y="1322361"/>
                </a:cubicBezTo>
                <a:close/>
                <a:moveTo>
                  <a:pt x="17508271" y="1322360"/>
                </a:moveTo>
                <a:cubicBezTo>
                  <a:pt x="17520243" y="1322360"/>
                  <a:pt x="17526231" y="1335204"/>
                  <a:pt x="17526231" y="1354469"/>
                </a:cubicBezTo>
                <a:cubicBezTo>
                  <a:pt x="17514255" y="1354469"/>
                  <a:pt x="17508271" y="1341626"/>
                  <a:pt x="17508271" y="1322360"/>
                </a:cubicBezTo>
                <a:close/>
                <a:moveTo>
                  <a:pt x="17982243" y="1322357"/>
                </a:moveTo>
                <a:cubicBezTo>
                  <a:pt x="17995515" y="1329531"/>
                  <a:pt x="18008783" y="1334655"/>
                  <a:pt x="18014315" y="1340803"/>
                </a:cubicBezTo>
                <a:cubicBezTo>
                  <a:pt x="18001043" y="1359250"/>
                  <a:pt x="17982243" y="1353101"/>
                  <a:pt x="17982243" y="1322357"/>
                </a:cubicBezTo>
                <a:close/>
                <a:moveTo>
                  <a:pt x="14316122" y="1297837"/>
                </a:moveTo>
                <a:cubicBezTo>
                  <a:pt x="14316122" y="1330077"/>
                  <a:pt x="14341916" y="1322555"/>
                  <a:pt x="14354813" y="1322555"/>
                </a:cubicBezTo>
                <a:cubicBezTo>
                  <a:pt x="14354813" y="1291390"/>
                  <a:pt x="14329019" y="1297837"/>
                  <a:pt x="14316122" y="1297837"/>
                </a:cubicBezTo>
                <a:close/>
                <a:moveTo>
                  <a:pt x="15944156" y="1265483"/>
                </a:moveTo>
                <a:cubicBezTo>
                  <a:pt x="15956796" y="1265483"/>
                  <a:pt x="15962062" y="1278326"/>
                  <a:pt x="15962062" y="1297592"/>
                </a:cubicBezTo>
                <a:cubicBezTo>
                  <a:pt x="15950476" y="1297592"/>
                  <a:pt x="15944156" y="1284748"/>
                  <a:pt x="15944156" y="1265483"/>
                </a:cubicBezTo>
                <a:close/>
                <a:moveTo>
                  <a:pt x="16000036" y="1265483"/>
                </a:moveTo>
                <a:cubicBezTo>
                  <a:pt x="16000036" y="1284748"/>
                  <a:pt x="15994048" y="1297592"/>
                  <a:pt x="15982074" y="1297592"/>
                </a:cubicBezTo>
                <a:cubicBezTo>
                  <a:pt x="15982074" y="1271905"/>
                  <a:pt x="15988060" y="1265483"/>
                  <a:pt x="16000036" y="1265483"/>
                </a:cubicBezTo>
                <a:close/>
                <a:moveTo>
                  <a:pt x="16166922" y="1265483"/>
                </a:moveTo>
                <a:cubicBezTo>
                  <a:pt x="16178896" y="1265483"/>
                  <a:pt x="16184884" y="1278326"/>
                  <a:pt x="16184884" y="1297591"/>
                </a:cubicBezTo>
                <a:cubicBezTo>
                  <a:pt x="16172908" y="1297591"/>
                  <a:pt x="16166922" y="1284748"/>
                  <a:pt x="16166922" y="1265483"/>
                </a:cubicBezTo>
                <a:close/>
                <a:moveTo>
                  <a:pt x="17148051" y="1265483"/>
                </a:moveTo>
                <a:cubicBezTo>
                  <a:pt x="17160347" y="1265483"/>
                  <a:pt x="17172643" y="1265483"/>
                  <a:pt x="17184943" y="1265483"/>
                </a:cubicBezTo>
                <a:cubicBezTo>
                  <a:pt x="17184943" y="1271904"/>
                  <a:pt x="17184943" y="1284748"/>
                  <a:pt x="17184943" y="1297591"/>
                </a:cubicBezTo>
                <a:cubicBezTo>
                  <a:pt x="17172643" y="1297591"/>
                  <a:pt x="17160347" y="1297591"/>
                  <a:pt x="17148051" y="1297591"/>
                </a:cubicBezTo>
                <a:cubicBezTo>
                  <a:pt x="17148051" y="1284748"/>
                  <a:pt x="17148051" y="1271904"/>
                  <a:pt x="17148051" y="1265483"/>
                </a:cubicBezTo>
                <a:close/>
                <a:moveTo>
                  <a:pt x="15773526" y="1246523"/>
                </a:moveTo>
                <a:cubicBezTo>
                  <a:pt x="15819356" y="1246523"/>
                  <a:pt x="15871732" y="1253003"/>
                  <a:pt x="15924108" y="1278921"/>
                </a:cubicBezTo>
                <a:cubicBezTo>
                  <a:pt x="15897920" y="1285401"/>
                  <a:pt x="15878278" y="1304840"/>
                  <a:pt x="15858638" y="1317799"/>
                </a:cubicBezTo>
                <a:cubicBezTo>
                  <a:pt x="15838996" y="1330758"/>
                  <a:pt x="15825902" y="1317799"/>
                  <a:pt x="15806262" y="1311320"/>
                </a:cubicBezTo>
                <a:cubicBezTo>
                  <a:pt x="15812808" y="1298360"/>
                  <a:pt x="15819356" y="1285401"/>
                  <a:pt x="15825902" y="1278921"/>
                </a:cubicBezTo>
                <a:cubicBezTo>
                  <a:pt x="15812808" y="1265962"/>
                  <a:pt x="15793168" y="1253003"/>
                  <a:pt x="15773526" y="1246523"/>
                </a:cubicBezTo>
                <a:close/>
                <a:moveTo>
                  <a:pt x="17810559" y="1200999"/>
                </a:moveTo>
                <a:cubicBezTo>
                  <a:pt x="17810559" y="1240681"/>
                  <a:pt x="17786335" y="1234067"/>
                  <a:pt x="17773695" y="1234067"/>
                </a:cubicBezTo>
                <a:cubicBezTo>
                  <a:pt x="17773695" y="1194386"/>
                  <a:pt x="17798971" y="1200999"/>
                  <a:pt x="17810559" y="1200999"/>
                </a:cubicBezTo>
                <a:close/>
                <a:moveTo>
                  <a:pt x="15678730" y="1199127"/>
                </a:moveTo>
                <a:cubicBezTo>
                  <a:pt x="15684718" y="1199127"/>
                  <a:pt x="15696694" y="1205549"/>
                  <a:pt x="15696694" y="1231236"/>
                </a:cubicBezTo>
                <a:cubicBezTo>
                  <a:pt x="15684718" y="1231236"/>
                  <a:pt x="15678730" y="1224814"/>
                  <a:pt x="15678730" y="1199127"/>
                </a:cubicBezTo>
                <a:close/>
                <a:moveTo>
                  <a:pt x="16824751" y="1199127"/>
                </a:moveTo>
                <a:cubicBezTo>
                  <a:pt x="16824751" y="1224814"/>
                  <a:pt x="16818763" y="1231236"/>
                  <a:pt x="16806787" y="1231236"/>
                </a:cubicBezTo>
                <a:cubicBezTo>
                  <a:pt x="16806787" y="1205549"/>
                  <a:pt x="16812775" y="1199127"/>
                  <a:pt x="16824751" y="1199127"/>
                </a:cubicBezTo>
                <a:close/>
                <a:moveTo>
                  <a:pt x="15526532" y="1161698"/>
                </a:moveTo>
                <a:cubicBezTo>
                  <a:pt x="15546808" y="1161698"/>
                  <a:pt x="15570242" y="1169761"/>
                  <a:pt x="15582882" y="1169761"/>
                </a:cubicBezTo>
                <a:cubicBezTo>
                  <a:pt x="15582882" y="1240711"/>
                  <a:pt x="15514420" y="1202011"/>
                  <a:pt x="15489142" y="1202011"/>
                </a:cubicBezTo>
                <a:cubicBezTo>
                  <a:pt x="15489142" y="1169761"/>
                  <a:pt x="15506258" y="1161698"/>
                  <a:pt x="15526532" y="1161698"/>
                </a:cubicBezTo>
                <a:close/>
                <a:moveTo>
                  <a:pt x="15342210" y="1137507"/>
                </a:moveTo>
                <a:cubicBezTo>
                  <a:pt x="15360380" y="1137507"/>
                  <a:pt x="15386030" y="1137507"/>
                  <a:pt x="15405268" y="1137507"/>
                </a:cubicBezTo>
                <a:cubicBezTo>
                  <a:pt x="15424508" y="1137507"/>
                  <a:pt x="15437332" y="1137507"/>
                  <a:pt x="15450158" y="1137507"/>
                </a:cubicBezTo>
                <a:cubicBezTo>
                  <a:pt x="15450158" y="1150350"/>
                  <a:pt x="15450158" y="1163192"/>
                  <a:pt x="15450158" y="1169613"/>
                </a:cubicBezTo>
                <a:cubicBezTo>
                  <a:pt x="15430920" y="1169613"/>
                  <a:pt x="15405268" y="1169613"/>
                  <a:pt x="15379618" y="1169613"/>
                </a:cubicBezTo>
                <a:cubicBezTo>
                  <a:pt x="15366792" y="1169613"/>
                  <a:pt x="15353966" y="1169613"/>
                  <a:pt x="15342210" y="1169613"/>
                </a:cubicBezTo>
                <a:cubicBezTo>
                  <a:pt x="15342210" y="1163192"/>
                  <a:pt x="15342210" y="1150350"/>
                  <a:pt x="15342210" y="1137507"/>
                </a:cubicBezTo>
                <a:close/>
                <a:moveTo>
                  <a:pt x="16824751" y="1137507"/>
                </a:moveTo>
                <a:cubicBezTo>
                  <a:pt x="16824751" y="1163192"/>
                  <a:pt x="16818763" y="1169613"/>
                  <a:pt x="16806787" y="1169613"/>
                </a:cubicBezTo>
                <a:cubicBezTo>
                  <a:pt x="16806787" y="1150350"/>
                  <a:pt x="16812775" y="1137507"/>
                  <a:pt x="16824751" y="1137507"/>
                </a:cubicBezTo>
                <a:close/>
                <a:moveTo>
                  <a:pt x="10314912" y="1136639"/>
                </a:moveTo>
                <a:cubicBezTo>
                  <a:pt x="10314912" y="1162431"/>
                  <a:pt x="10321361" y="1168880"/>
                  <a:pt x="10334257" y="1168880"/>
                </a:cubicBezTo>
                <a:cubicBezTo>
                  <a:pt x="10334257" y="1149535"/>
                  <a:pt x="10327809" y="1136639"/>
                  <a:pt x="10314912" y="1136639"/>
                </a:cubicBezTo>
                <a:close/>
                <a:moveTo>
                  <a:pt x="10372948" y="1111922"/>
                </a:moveTo>
                <a:cubicBezTo>
                  <a:pt x="10372948" y="1130193"/>
                  <a:pt x="10379396" y="1136639"/>
                  <a:pt x="10392293" y="1136639"/>
                </a:cubicBezTo>
                <a:cubicBezTo>
                  <a:pt x="10392293" y="1117295"/>
                  <a:pt x="10385844" y="1111922"/>
                  <a:pt x="10372948" y="1111922"/>
                </a:cubicBezTo>
                <a:close/>
                <a:moveTo>
                  <a:pt x="15848742" y="1111643"/>
                </a:moveTo>
                <a:cubicBezTo>
                  <a:pt x="15848742" y="1129922"/>
                  <a:pt x="15855192" y="1136372"/>
                  <a:pt x="15868094" y="1136372"/>
                </a:cubicBezTo>
                <a:cubicBezTo>
                  <a:pt x="15868094" y="1117019"/>
                  <a:pt x="15861644" y="1111643"/>
                  <a:pt x="15848742" y="1111643"/>
                </a:cubicBezTo>
                <a:close/>
                <a:moveTo>
                  <a:pt x="17584747" y="1108531"/>
                </a:moveTo>
                <a:cubicBezTo>
                  <a:pt x="17597739" y="1111139"/>
                  <a:pt x="17606195" y="1119593"/>
                  <a:pt x="17606195" y="1137320"/>
                </a:cubicBezTo>
                <a:cubicBezTo>
                  <a:pt x="17587791" y="1137320"/>
                  <a:pt x="17568307" y="1137320"/>
                  <a:pt x="17568307" y="1170048"/>
                </a:cubicBezTo>
                <a:cubicBezTo>
                  <a:pt x="17582919" y="1170048"/>
                  <a:pt x="17607887" y="1162684"/>
                  <a:pt x="17619455" y="1178332"/>
                </a:cubicBezTo>
                <a:lnTo>
                  <a:pt x="17624883" y="1199651"/>
                </a:lnTo>
                <a:lnTo>
                  <a:pt x="17642891" y="1202967"/>
                </a:lnTo>
                <a:cubicBezTo>
                  <a:pt x="17649315" y="1206810"/>
                  <a:pt x="17654131" y="1214496"/>
                  <a:pt x="17654131" y="1229868"/>
                </a:cubicBezTo>
                <a:cubicBezTo>
                  <a:pt x="17644499" y="1229868"/>
                  <a:pt x="17631255" y="1233326"/>
                  <a:pt x="17625235" y="1219492"/>
                </a:cubicBezTo>
                <a:lnTo>
                  <a:pt x="17622539" y="1202380"/>
                </a:lnTo>
                <a:lnTo>
                  <a:pt x="17582463" y="1197354"/>
                </a:lnTo>
                <a:cubicBezTo>
                  <a:pt x="17539079" y="1187229"/>
                  <a:pt x="17495235" y="1165138"/>
                  <a:pt x="17451395" y="1150411"/>
                </a:cubicBezTo>
                <a:cubicBezTo>
                  <a:pt x="17466007" y="1145502"/>
                  <a:pt x="17545779" y="1100707"/>
                  <a:pt x="17584747" y="1108531"/>
                </a:cubicBezTo>
                <a:close/>
                <a:moveTo>
                  <a:pt x="15265552" y="1103815"/>
                </a:moveTo>
                <a:cubicBezTo>
                  <a:pt x="15287702" y="1104753"/>
                  <a:pt x="15312312" y="1112794"/>
                  <a:pt x="15322156" y="1112794"/>
                </a:cubicBezTo>
                <a:cubicBezTo>
                  <a:pt x="15322156" y="1169613"/>
                  <a:pt x="15243404" y="1137451"/>
                  <a:pt x="15223716" y="1137451"/>
                </a:cubicBezTo>
                <a:cubicBezTo>
                  <a:pt x="15223716" y="1109042"/>
                  <a:pt x="15243404" y="1102877"/>
                  <a:pt x="15265552" y="1103815"/>
                </a:cubicBezTo>
                <a:close/>
                <a:moveTo>
                  <a:pt x="16408650" y="1080632"/>
                </a:moveTo>
                <a:cubicBezTo>
                  <a:pt x="16420624" y="1080632"/>
                  <a:pt x="16426612" y="1093474"/>
                  <a:pt x="16426612" y="1112737"/>
                </a:cubicBezTo>
                <a:cubicBezTo>
                  <a:pt x="16414638" y="1112737"/>
                  <a:pt x="16408650" y="1099895"/>
                  <a:pt x="16408650" y="1080632"/>
                </a:cubicBezTo>
                <a:close/>
                <a:moveTo>
                  <a:pt x="17304463" y="1080632"/>
                </a:moveTo>
                <a:cubicBezTo>
                  <a:pt x="17317591" y="1080632"/>
                  <a:pt x="17317591" y="1093474"/>
                  <a:pt x="17317591" y="1112737"/>
                </a:cubicBezTo>
                <a:cubicBezTo>
                  <a:pt x="17304463" y="1112737"/>
                  <a:pt x="17304463" y="1099895"/>
                  <a:pt x="17304463" y="1080632"/>
                </a:cubicBezTo>
                <a:close/>
                <a:moveTo>
                  <a:pt x="15073768" y="1077829"/>
                </a:moveTo>
                <a:cubicBezTo>
                  <a:pt x="15085400" y="1079445"/>
                  <a:pt x="15094708" y="1087524"/>
                  <a:pt x="15094708" y="1113376"/>
                </a:cubicBezTo>
                <a:cubicBezTo>
                  <a:pt x="15076094" y="1113376"/>
                  <a:pt x="15038866" y="1131688"/>
                  <a:pt x="15038866" y="1081061"/>
                </a:cubicBezTo>
                <a:cubicBezTo>
                  <a:pt x="15048174" y="1081061"/>
                  <a:pt x="15062134" y="1076214"/>
                  <a:pt x="15073768" y="1077829"/>
                </a:cubicBezTo>
                <a:close/>
                <a:moveTo>
                  <a:pt x="15472422" y="1077500"/>
                </a:moveTo>
                <a:cubicBezTo>
                  <a:pt x="15476456" y="1077500"/>
                  <a:pt x="15480300" y="1077923"/>
                  <a:pt x="15483374" y="1077923"/>
                </a:cubicBezTo>
                <a:cubicBezTo>
                  <a:pt x="15483374" y="1117420"/>
                  <a:pt x="15464928" y="1111778"/>
                  <a:pt x="15446482" y="1111778"/>
                </a:cubicBezTo>
                <a:cubicBezTo>
                  <a:pt x="15446482" y="1081308"/>
                  <a:pt x="15460316" y="1077500"/>
                  <a:pt x="15472422" y="1077500"/>
                </a:cubicBezTo>
                <a:close/>
                <a:moveTo>
                  <a:pt x="17496291" y="1077499"/>
                </a:moveTo>
                <a:cubicBezTo>
                  <a:pt x="17500327" y="1077499"/>
                  <a:pt x="17504171" y="1077922"/>
                  <a:pt x="17507243" y="1077922"/>
                </a:cubicBezTo>
                <a:cubicBezTo>
                  <a:pt x="17507243" y="1117420"/>
                  <a:pt x="17488799" y="1111778"/>
                  <a:pt x="17470351" y="1111778"/>
                </a:cubicBezTo>
                <a:cubicBezTo>
                  <a:pt x="17470351" y="1081308"/>
                  <a:pt x="17484187" y="1077499"/>
                  <a:pt x="17496291" y="1077499"/>
                </a:cubicBezTo>
                <a:close/>
                <a:moveTo>
                  <a:pt x="17033203" y="1047453"/>
                </a:moveTo>
                <a:cubicBezTo>
                  <a:pt x="17033203" y="1066718"/>
                  <a:pt x="17033203" y="1079562"/>
                  <a:pt x="17020075" y="1079562"/>
                </a:cubicBezTo>
                <a:cubicBezTo>
                  <a:pt x="17020075" y="1060296"/>
                  <a:pt x="17020075" y="1047453"/>
                  <a:pt x="17033203" y="1047453"/>
                </a:cubicBezTo>
                <a:close/>
                <a:moveTo>
                  <a:pt x="16280676" y="1047453"/>
                </a:moveTo>
                <a:cubicBezTo>
                  <a:pt x="16292650" y="1047453"/>
                  <a:pt x="16298638" y="1060296"/>
                  <a:pt x="16298638" y="1079562"/>
                </a:cubicBezTo>
                <a:cubicBezTo>
                  <a:pt x="16286664" y="1079562"/>
                  <a:pt x="16280676" y="1066718"/>
                  <a:pt x="16280676" y="1047453"/>
                </a:cubicBezTo>
                <a:close/>
                <a:moveTo>
                  <a:pt x="16223798" y="1044121"/>
                </a:moveTo>
                <a:cubicBezTo>
                  <a:pt x="16242246" y="1044121"/>
                  <a:pt x="16260692" y="1037971"/>
                  <a:pt x="16260692" y="1074864"/>
                </a:cubicBezTo>
                <a:cubicBezTo>
                  <a:pt x="16242246" y="1074864"/>
                  <a:pt x="16223798" y="1074864"/>
                  <a:pt x="16223798" y="1044121"/>
                </a:cubicBezTo>
                <a:close/>
                <a:moveTo>
                  <a:pt x="17431379" y="1044120"/>
                </a:moveTo>
                <a:cubicBezTo>
                  <a:pt x="17431379" y="1074864"/>
                  <a:pt x="17413475" y="1074864"/>
                  <a:pt x="17394519" y="1074864"/>
                </a:cubicBezTo>
                <a:cubicBezTo>
                  <a:pt x="17394519" y="1037970"/>
                  <a:pt x="17418743" y="1044120"/>
                  <a:pt x="17431379" y="1044120"/>
                </a:cubicBezTo>
                <a:close/>
                <a:moveTo>
                  <a:pt x="11093277" y="1043667"/>
                </a:moveTo>
                <a:cubicBezTo>
                  <a:pt x="11098109" y="1044472"/>
                  <a:pt x="11102941" y="1046077"/>
                  <a:pt x="11109384" y="1046077"/>
                </a:cubicBezTo>
                <a:lnTo>
                  <a:pt x="11090615" y="1044067"/>
                </a:lnTo>
                <a:close/>
                <a:moveTo>
                  <a:pt x="16165868" y="1022268"/>
                </a:moveTo>
                <a:cubicBezTo>
                  <a:pt x="16165868" y="1041368"/>
                  <a:pt x="16165868" y="1060470"/>
                  <a:pt x="16165868" y="1079570"/>
                </a:cubicBezTo>
                <a:cubicBezTo>
                  <a:pt x="16135322" y="1073203"/>
                  <a:pt x="16103724" y="1073203"/>
                  <a:pt x="16072126" y="1066836"/>
                </a:cubicBezTo>
                <a:cubicBezTo>
                  <a:pt x="16091086" y="1009534"/>
                  <a:pt x="16141642" y="1028634"/>
                  <a:pt x="16165868" y="1022268"/>
                </a:cubicBezTo>
                <a:close/>
                <a:moveTo>
                  <a:pt x="15263666" y="1016154"/>
                </a:moveTo>
                <a:cubicBezTo>
                  <a:pt x="15282962" y="1009531"/>
                  <a:pt x="15302260" y="1022776"/>
                  <a:pt x="15321558" y="1022776"/>
                </a:cubicBezTo>
                <a:cubicBezTo>
                  <a:pt x="15321558" y="1049268"/>
                  <a:pt x="15326918" y="1075759"/>
                  <a:pt x="15302260" y="1082382"/>
                </a:cubicBezTo>
                <a:cubicBezTo>
                  <a:pt x="15282962" y="1089005"/>
                  <a:pt x="15263666" y="1082382"/>
                  <a:pt x="15244368" y="1082382"/>
                </a:cubicBezTo>
                <a:cubicBezTo>
                  <a:pt x="15244368" y="1049268"/>
                  <a:pt x="15237934" y="1022776"/>
                  <a:pt x="15263666" y="1016154"/>
                </a:cubicBezTo>
                <a:close/>
                <a:moveTo>
                  <a:pt x="10865077" y="986522"/>
                </a:moveTo>
                <a:cubicBezTo>
                  <a:pt x="10871994" y="985747"/>
                  <a:pt x="10879680" y="987298"/>
                  <a:pt x="10885828" y="987298"/>
                </a:cubicBezTo>
                <a:cubicBezTo>
                  <a:pt x="10885828" y="1012118"/>
                  <a:pt x="10848936" y="1036937"/>
                  <a:pt x="10848936" y="999708"/>
                </a:cubicBezTo>
                <a:cubicBezTo>
                  <a:pt x="10852010" y="990400"/>
                  <a:pt x="10858159" y="987298"/>
                  <a:pt x="10865077" y="986522"/>
                </a:cubicBezTo>
                <a:close/>
                <a:moveTo>
                  <a:pt x="17138571" y="977964"/>
                </a:moveTo>
                <a:cubicBezTo>
                  <a:pt x="17210259" y="971614"/>
                  <a:pt x="17274343" y="1003366"/>
                  <a:pt x="17346031" y="1035119"/>
                </a:cubicBezTo>
                <a:cubicBezTo>
                  <a:pt x="17319963" y="1047821"/>
                  <a:pt x="17287375" y="1060522"/>
                  <a:pt x="17267827" y="1079573"/>
                </a:cubicBezTo>
                <a:cubicBezTo>
                  <a:pt x="17267827" y="1060522"/>
                  <a:pt x="17267827" y="1041469"/>
                  <a:pt x="17267827" y="1022418"/>
                </a:cubicBezTo>
                <a:cubicBezTo>
                  <a:pt x="17235239" y="1022418"/>
                  <a:pt x="17210259" y="1041469"/>
                  <a:pt x="17184191" y="1035119"/>
                </a:cubicBezTo>
                <a:cubicBezTo>
                  <a:pt x="17158123" y="1035119"/>
                  <a:pt x="17151603" y="1003366"/>
                  <a:pt x="17138571" y="977964"/>
                </a:cubicBezTo>
                <a:close/>
                <a:moveTo>
                  <a:pt x="15863578" y="957394"/>
                </a:moveTo>
                <a:cubicBezTo>
                  <a:pt x="15875554" y="957394"/>
                  <a:pt x="15881542" y="963815"/>
                  <a:pt x="15881542" y="989500"/>
                </a:cubicBezTo>
                <a:cubicBezTo>
                  <a:pt x="15869566" y="989500"/>
                  <a:pt x="15863578" y="976658"/>
                  <a:pt x="15863578" y="957394"/>
                </a:cubicBezTo>
                <a:close/>
                <a:moveTo>
                  <a:pt x="16129004" y="957394"/>
                </a:moveTo>
                <a:cubicBezTo>
                  <a:pt x="16140978" y="957394"/>
                  <a:pt x="16146966" y="963815"/>
                  <a:pt x="16146966" y="989500"/>
                </a:cubicBezTo>
                <a:cubicBezTo>
                  <a:pt x="16134992" y="989500"/>
                  <a:pt x="16129004" y="976657"/>
                  <a:pt x="16129004" y="957394"/>
                </a:cubicBezTo>
                <a:close/>
                <a:moveTo>
                  <a:pt x="16740434" y="957394"/>
                </a:moveTo>
                <a:cubicBezTo>
                  <a:pt x="16753558" y="957394"/>
                  <a:pt x="16753558" y="970236"/>
                  <a:pt x="16753558" y="989500"/>
                </a:cubicBezTo>
                <a:cubicBezTo>
                  <a:pt x="16740434" y="989500"/>
                  <a:pt x="16740434" y="976657"/>
                  <a:pt x="16740434" y="957394"/>
                </a:cubicBezTo>
                <a:close/>
                <a:moveTo>
                  <a:pt x="17033191" y="925119"/>
                </a:moveTo>
                <a:cubicBezTo>
                  <a:pt x="17033191" y="965745"/>
                  <a:pt x="17013283" y="958974"/>
                  <a:pt x="17001119" y="958974"/>
                </a:cubicBezTo>
                <a:cubicBezTo>
                  <a:pt x="17001119" y="919477"/>
                  <a:pt x="17019919" y="925119"/>
                  <a:pt x="17033191" y="925119"/>
                </a:cubicBezTo>
                <a:close/>
                <a:moveTo>
                  <a:pt x="11341645" y="915543"/>
                </a:moveTo>
                <a:cubicBezTo>
                  <a:pt x="11410466" y="914633"/>
                  <a:pt x="11478501" y="934366"/>
                  <a:pt x="11506688" y="1046077"/>
                </a:cubicBezTo>
                <a:cubicBezTo>
                  <a:pt x="11468032" y="1046077"/>
                  <a:pt x="11435818" y="1046077"/>
                  <a:pt x="11398235" y="1046077"/>
                </a:cubicBezTo>
                <a:cubicBezTo>
                  <a:pt x="11385349" y="1020389"/>
                  <a:pt x="11372464" y="994703"/>
                  <a:pt x="11391792" y="969016"/>
                </a:cubicBezTo>
                <a:cubicBezTo>
                  <a:pt x="11372464" y="962595"/>
                  <a:pt x="11353135" y="956173"/>
                  <a:pt x="11333807" y="956173"/>
                </a:cubicBezTo>
                <a:cubicBezTo>
                  <a:pt x="11340250" y="988281"/>
                  <a:pt x="11346692" y="1020389"/>
                  <a:pt x="11346692" y="1052499"/>
                </a:cubicBezTo>
                <a:cubicBezTo>
                  <a:pt x="11154483" y="1115644"/>
                  <a:pt x="10962273" y="1186282"/>
                  <a:pt x="10770064" y="1231233"/>
                </a:cubicBezTo>
                <a:cubicBezTo>
                  <a:pt x="10770064" y="1186282"/>
                  <a:pt x="10763621" y="1128488"/>
                  <a:pt x="10795835" y="1115644"/>
                </a:cubicBezTo>
                <a:cubicBezTo>
                  <a:pt x="10826975" y="1097450"/>
                  <a:pt x="10865632" y="1091028"/>
                  <a:pt x="10897846" y="1078185"/>
                </a:cubicBezTo>
                <a:cubicBezTo>
                  <a:pt x="10930059" y="1065342"/>
                  <a:pt x="10968716" y="1052499"/>
                  <a:pt x="11000930" y="1046077"/>
                </a:cubicBezTo>
                <a:cubicBezTo>
                  <a:pt x="11020258" y="1046077"/>
                  <a:pt x="11007373" y="1052499"/>
                  <a:pt x="11020258" y="1071764"/>
                </a:cubicBezTo>
                <a:cubicBezTo>
                  <a:pt x="11025627" y="1084607"/>
                  <a:pt x="11038513" y="1078185"/>
                  <a:pt x="11051398" y="1078185"/>
                </a:cubicBezTo>
                <a:cubicBezTo>
                  <a:pt x="11051398" y="1046077"/>
                  <a:pt x="11032070" y="1046077"/>
                  <a:pt x="11020258" y="1046077"/>
                </a:cubicBezTo>
                <a:cubicBezTo>
                  <a:pt x="11035828" y="1042865"/>
                  <a:pt x="11050056" y="1041259"/>
                  <a:pt x="11064418" y="1041259"/>
                </a:cubicBezTo>
                <a:lnTo>
                  <a:pt x="11090615" y="1044067"/>
                </a:lnTo>
                <a:lnTo>
                  <a:pt x="11077170" y="1046077"/>
                </a:lnTo>
                <a:cubicBezTo>
                  <a:pt x="11070727" y="1052499"/>
                  <a:pt x="11064284" y="1071764"/>
                  <a:pt x="11077170" y="1078185"/>
                </a:cubicBezTo>
                <a:cubicBezTo>
                  <a:pt x="11102941" y="1084607"/>
                  <a:pt x="11102941" y="1046077"/>
                  <a:pt x="11122269" y="1046077"/>
                </a:cubicBezTo>
                <a:cubicBezTo>
                  <a:pt x="11148040" y="1039654"/>
                  <a:pt x="11180254" y="1078185"/>
                  <a:pt x="11206025" y="1039654"/>
                </a:cubicBezTo>
                <a:cubicBezTo>
                  <a:pt x="11217837" y="1007546"/>
                  <a:pt x="11212468" y="962595"/>
                  <a:pt x="11225354" y="924065"/>
                </a:cubicBezTo>
                <a:cubicBezTo>
                  <a:pt x="11258776" y="924065"/>
                  <a:pt x="11300352" y="916088"/>
                  <a:pt x="11341645" y="915543"/>
                </a:cubicBezTo>
                <a:close/>
                <a:moveTo>
                  <a:pt x="11568284" y="905254"/>
                </a:moveTo>
                <a:cubicBezTo>
                  <a:pt x="11561722" y="910521"/>
                  <a:pt x="11561722" y="917894"/>
                  <a:pt x="11555159" y="923161"/>
                </a:cubicBezTo>
                <a:cubicBezTo>
                  <a:pt x="11555159" y="905254"/>
                  <a:pt x="11555159" y="905254"/>
                  <a:pt x="11568284" y="905254"/>
                </a:cubicBezTo>
                <a:close/>
                <a:moveTo>
                  <a:pt x="11506728" y="891038"/>
                </a:moveTo>
                <a:cubicBezTo>
                  <a:pt x="11506728" y="903677"/>
                  <a:pt x="11506728" y="916316"/>
                  <a:pt x="11506728" y="921583"/>
                </a:cubicBezTo>
                <a:cubicBezTo>
                  <a:pt x="11492767" y="921583"/>
                  <a:pt x="11475316" y="925137"/>
                  <a:pt x="11462227" y="916695"/>
                </a:cubicBezTo>
                <a:lnTo>
                  <a:pt x="11452907" y="905999"/>
                </a:lnTo>
                <a:lnTo>
                  <a:pt x="11457633" y="923783"/>
                </a:lnTo>
                <a:cubicBezTo>
                  <a:pt x="11457633" y="929312"/>
                  <a:pt x="11455992" y="934013"/>
                  <a:pt x="11452710" y="937331"/>
                </a:cubicBezTo>
                <a:cubicBezTo>
                  <a:pt x="11449428" y="934013"/>
                  <a:pt x="11447787" y="929312"/>
                  <a:pt x="11447787" y="923783"/>
                </a:cubicBezTo>
                <a:lnTo>
                  <a:pt x="11452605" y="905652"/>
                </a:lnTo>
                <a:lnTo>
                  <a:pt x="11450884" y="903677"/>
                </a:lnTo>
                <a:cubicBezTo>
                  <a:pt x="11469499" y="903677"/>
                  <a:pt x="11488113" y="897358"/>
                  <a:pt x="11506728" y="891038"/>
                </a:cubicBezTo>
                <a:close/>
                <a:moveTo>
                  <a:pt x="15678730" y="891038"/>
                </a:moveTo>
                <a:cubicBezTo>
                  <a:pt x="15690706" y="891038"/>
                  <a:pt x="15696694" y="904308"/>
                  <a:pt x="15696694" y="923108"/>
                </a:cubicBezTo>
                <a:cubicBezTo>
                  <a:pt x="15684718" y="923108"/>
                  <a:pt x="15678730" y="917579"/>
                  <a:pt x="15678730" y="891038"/>
                </a:cubicBezTo>
                <a:close/>
                <a:moveTo>
                  <a:pt x="15469696" y="886905"/>
                </a:moveTo>
                <a:cubicBezTo>
                  <a:pt x="15489560" y="886769"/>
                  <a:pt x="15507042" y="894644"/>
                  <a:pt x="15507042" y="926687"/>
                </a:cubicBezTo>
                <a:cubicBezTo>
                  <a:pt x="15481614" y="926687"/>
                  <a:pt x="15418046" y="965790"/>
                  <a:pt x="15418046" y="895187"/>
                </a:cubicBezTo>
                <a:cubicBezTo>
                  <a:pt x="15427580" y="895187"/>
                  <a:pt x="15449830" y="887040"/>
                  <a:pt x="15469696" y="886905"/>
                </a:cubicBezTo>
                <a:close/>
                <a:moveTo>
                  <a:pt x="16787831" y="862601"/>
                </a:moveTo>
                <a:cubicBezTo>
                  <a:pt x="16904023" y="875828"/>
                  <a:pt x="16904023" y="875828"/>
                  <a:pt x="16962123" y="908896"/>
                </a:cubicBezTo>
                <a:cubicBezTo>
                  <a:pt x="16904023" y="889055"/>
                  <a:pt x="16845927" y="875828"/>
                  <a:pt x="16787831" y="862601"/>
                </a:cubicBezTo>
                <a:close/>
                <a:moveTo>
                  <a:pt x="11623835" y="857110"/>
                </a:moveTo>
                <a:cubicBezTo>
                  <a:pt x="11634857" y="857908"/>
                  <a:pt x="11645746" y="859503"/>
                  <a:pt x="11654776" y="859503"/>
                </a:cubicBezTo>
                <a:cubicBezTo>
                  <a:pt x="11654776" y="897784"/>
                  <a:pt x="11617594" y="885024"/>
                  <a:pt x="11617594" y="922242"/>
                </a:cubicBezTo>
                <a:cubicBezTo>
                  <a:pt x="11642028" y="922242"/>
                  <a:pt x="11705770" y="922242"/>
                  <a:pt x="11661150" y="973284"/>
                </a:cubicBezTo>
                <a:cubicBezTo>
                  <a:pt x="11623968" y="1017947"/>
                  <a:pt x="11566600" y="998806"/>
                  <a:pt x="11528355" y="1017947"/>
                </a:cubicBezTo>
                <a:cubicBezTo>
                  <a:pt x="11528355" y="992426"/>
                  <a:pt x="11521981" y="960524"/>
                  <a:pt x="11534729" y="947763"/>
                </a:cubicBezTo>
                <a:cubicBezTo>
                  <a:pt x="11547478" y="935003"/>
                  <a:pt x="11566600" y="941383"/>
                  <a:pt x="11572974" y="916925"/>
                </a:cubicBezTo>
                <a:cubicBezTo>
                  <a:pt x="11579349" y="897784"/>
                  <a:pt x="11572974" y="865883"/>
                  <a:pt x="11592097" y="859503"/>
                </a:cubicBezTo>
                <a:cubicBezTo>
                  <a:pt x="11601658" y="856312"/>
                  <a:pt x="11612813" y="856312"/>
                  <a:pt x="11623835" y="857110"/>
                </a:cubicBezTo>
                <a:close/>
                <a:moveTo>
                  <a:pt x="11225206" y="835722"/>
                </a:moveTo>
                <a:cubicBezTo>
                  <a:pt x="11225206" y="867961"/>
                  <a:pt x="11243477" y="861514"/>
                  <a:pt x="11256374" y="861514"/>
                </a:cubicBezTo>
                <a:cubicBezTo>
                  <a:pt x="11256374" y="829275"/>
                  <a:pt x="11237028" y="835722"/>
                  <a:pt x="11225206" y="835722"/>
                </a:cubicBezTo>
                <a:close/>
                <a:moveTo>
                  <a:pt x="16736772" y="835129"/>
                </a:moveTo>
                <a:cubicBezTo>
                  <a:pt x="16754590" y="835945"/>
                  <a:pt x="16770790" y="839208"/>
                  <a:pt x="16770790" y="848999"/>
                </a:cubicBezTo>
                <a:cubicBezTo>
                  <a:pt x="16777271" y="868580"/>
                  <a:pt x="16693034" y="894688"/>
                  <a:pt x="16693034" y="835945"/>
                </a:cubicBezTo>
                <a:cubicBezTo>
                  <a:pt x="16699514" y="835945"/>
                  <a:pt x="16718954" y="834313"/>
                  <a:pt x="16736772" y="835129"/>
                </a:cubicBezTo>
                <a:close/>
                <a:moveTo>
                  <a:pt x="15582938" y="834163"/>
                </a:moveTo>
                <a:cubicBezTo>
                  <a:pt x="15582938" y="854638"/>
                  <a:pt x="15576950" y="861463"/>
                  <a:pt x="15564976" y="861463"/>
                </a:cubicBezTo>
                <a:cubicBezTo>
                  <a:pt x="15564976" y="840988"/>
                  <a:pt x="15570964" y="834163"/>
                  <a:pt x="15582938" y="834163"/>
                </a:cubicBezTo>
                <a:close/>
                <a:moveTo>
                  <a:pt x="17568159" y="831207"/>
                </a:moveTo>
                <a:cubicBezTo>
                  <a:pt x="17593847" y="829599"/>
                  <a:pt x="17619403" y="836032"/>
                  <a:pt x="17641459" y="852116"/>
                </a:cubicBezTo>
                <a:cubicBezTo>
                  <a:pt x="17660827" y="864983"/>
                  <a:pt x="17680191" y="890718"/>
                  <a:pt x="17706015" y="903585"/>
                </a:cubicBezTo>
                <a:cubicBezTo>
                  <a:pt x="17738295" y="916452"/>
                  <a:pt x="17764119" y="921814"/>
                  <a:pt x="17796399" y="934681"/>
                </a:cubicBezTo>
                <a:cubicBezTo>
                  <a:pt x="17911527" y="979716"/>
                  <a:pt x="18020199" y="1024751"/>
                  <a:pt x="18136403" y="1076222"/>
                </a:cubicBezTo>
                <a:cubicBezTo>
                  <a:pt x="18251531" y="1126619"/>
                  <a:pt x="18367735" y="1178088"/>
                  <a:pt x="18482863" y="1235990"/>
                </a:cubicBezTo>
                <a:cubicBezTo>
                  <a:pt x="18540963" y="1261725"/>
                  <a:pt x="18599067" y="1287459"/>
                  <a:pt x="18656091" y="1318555"/>
                </a:cubicBezTo>
                <a:cubicBezTo>
                  <a:pt x="18688371" y="1331422"/>
                  <a:pt x="18720651" y="1344290"/>
                  <a:pt x="18746475" y="1363591"/>
                </a:cubicBezTo>
                <a:cubicBezTo>
                  <a:pt x="18759387" y="1370024"/>
                  <a:pt x="18778751" y="1376458"/>
                  <a:pt x="18791663" y="1382891"/>
                </a:cubicBezTo>
                <a:cubicBezTo>
                  <a:pt x="18791663" y="1395759"/>
                  <a:pt x="18791663" y="1415060"/>
                  <a:pt x="18791663" y="1427927"/>
                </a:cubicBezTo>
                <a:cubicBezTo>
                  <a:pt x="18765839" y="1472962"/>
                  <a:pt x="18707739" y="1415060"/>
                  <a:pt x="18681915" y="1402192"/>
                </a:cubicBezTo>
                <a:cubicBezTo>
                  <a:pt x="18630271" y="1370024"/>
                  <a:pt x="18579699" y="1350723"/>
                  <a:pt x="18528051" y="1326061"/>
                </a:cubicBezTo>
                <a:cubicBezTo>
                  <a:pt x="18412923" y="1274592"/>
                  <a:pt x="18296719" y="1223123"/>
                  <a:pt x="18181591" y="1171654"/>
                </a:cubicBezTo>
                <a:cubicBezTo>
                  <a:pt x="17956715" y="1063355"/>
                  <a:pt x="17725383" y="960415"/>
                  <a:pt x="17494051" y="858550"/>
                </a:cubicBezTo>
                <a:cubicBezTo>
                  <a:pt x="17516647" y="842466"/>
                  <a:pt x="17542471" y="832815"/>
                  <a:pt x="17568159" y="831207"/>
                </a:cubicBezTo>
                <a:close/>
                <a:moveTo>
                  <a:pt x="12382469" y="827846"/>
                </a:moveTo>
                <a:cubicBezTo>
                  <a:pt x="12400402" y="828674"/>
                  <a:pt x="12416704" y="836953"/>
                  <a:pt x="12416704" y="863443"/>
                </a:cubicBezTo>
                <a:cubicBezTo>
                  <a:pt x="12371058" y="870066"/>
                  <a:pt x="12318891" y="876689"/>
                  <a:pt x="12273245" y="889934"/>
                </a:cubicBezTo>
                <a:cubicBezTo>
                  <a:pt x="12247161" y="823707"/>
                  <a:pt x="12318891" y="836953"/>
                  <a:pt x="12338453" y="836953"/>
                </a:cubicBezTo>
                <a:cubicBezTo>
                  <a:pt x="12344974" y="833641"/>
                  <a:pt x="12364537" y="827018"/>
                  <a:pt x="12382469" y="827846"/>
                </a:cubicBezTo>
                <a:close/>
                <a:moveTo>
                  <a:pt x="12084950" y="822623"/>
                </a:moveTo>
                <a:lnTo>
                  <a:pt x="12083793" y="825913"/>
                </a:lnTo>
                <a:cubicBezTo>
                  <a:pt x="12082390" y="829904"/>
                  <a:pt x="12081267" y="833096"/>
                  <a:pt x="12081267" y="833096"/>
                </a:cubicBezTo>
                <a:close/>
                <a:moveTo>
                  <a:pt x="17391355" y="815200"/>
                </a:moveTo>
                <a:cubicBezTo>
                  <a:pt x="17396619" y="821621"/>
                  <a:pt x="17396619" y="828042"/>
                  <a:pt x="17402939" y="834463"/>
                </a:cubicBezTo>
                <a:cubicBezTo>
                  <a:pt x="17396619" y="840884"/>
                  <a:pt x="17396619" y="840884"/>
                  <a:pt x="17391355" y="847305"/>
                </a:cubicBezTo>
                <a:lnTo>
                  <a:pt x="17390975" y="846016"/>
                </a:lnTo>
                <a:lnTo>
                  <a:pt x="17380087" y="851544"/>
                </a:lnTo>
                <a:cubicBezTo>
                  <a:pt x="17363927" y="859106"/>
                  <a:pt x="17342379" y="864923"/>
                  <a:pt x="17342379" y="832348"/>
                </a:cubicBezTo>
                <a:cubicBezTo>
                  <a:pt x="17348763" y="832348"/>
                  <a:pt x="17358339" y="829245"/>
                  <a:pt x="17367915" y="829245"/>
                </a:cubicBezTo>
                <a:cubicBezTo>
                  <a:pt x="17372703" y="829245"/>
                  <a:pt x="17377491" y="830021"/>
                  <a:pt x="17381883" y="832348"/>
                </a:cubicBezTo>
                <a:lnTo>
                  <a:pt x="17389279" y="840284"/>
                </a:lnTo>
                <a:lnTo>
                  <a:pt x="17386615" y="831253"/>
                </a:lnTo>
                <a:cubicBezTo>
                  <a:pt x="17386615" y="826437"/>
                  <a:pt x="17388195" y="821621"/>
                  <a:pt x="17391355" y="815200"/>
                </a:cubicBezTo>
                <a:close/>
                <a:moveTo>
                  <a:pt x="13682197" y="813388"/>
                </a:moveTo>
                <a:cubicBezTo>
                  <a:pt x="13655708" y="825798"/>
                  <a:pt x="13629218" y="838208"/>
                  <a:pt x="13602728" y="856822"/>
                </a:cubicBezTo>
                <a:cubicBezTo>
                  <a:pt x="13602728" y="800978"/>
                  <a:pt x="13662330" y="819593"/>
                  <a:pt x="13682197" y="813388"/>
                </a:cubicBezTo>
                <a:close/>
                <a:moveTo>
                  <a:pt x="11450884" y="800980"/>
                </a:moveTo>
                <a:cubicBezTo>
                  <a:pt x="11462859" y="800980"/>
                  <a:pt x="11468846" y="807402"/>
                  <a:pt x="11468846" y="833089"/>
                </a:cubicBezTo>
                <a:cubicBezTo>
                  <a:pt x="11456871" y="833089"/>
                  <a:pt x="11450884" y="820246"/>
                  <a:pt x="11450884" y="800980"/>
                </a:cubicBezTo>
                <a:close/>
                <a:moveTo>
                  <a:pt x="17431379" y="800980"/>
                </a:moveTo>
                <a:cubicBezTo>
                  <a:pt x="17431379" y="833089"/>
                  <a:pt x="17406103" y="833089"/>
                  <a:pt x="17394519" y="813824"/>
                </a:cubicBezTo>
                <a:cubicBezTo>
                  <a:pt x="17406103" y="807402"/>
                  <a:pt x="17418743" y="800980"/>
                  <a:pt x="17431379" y="800980"/>
                </a:cubicBezTo>
                <a:close/>
                <a:moveTo>
                  <a:pt x="16628722" y="793569"/>
                </a:moveTo>
                <a:cubicBezTo>
                  <a:pt x="16646934" y="794345"/>
                  <a:pt x="16663492" y="805203"/>
                  <a:pt x="16663492" y="833125"/>
                </a:cubicBezTo>
                <a:cubicBezTo>
                  <a:pt x="16637000" y="820715"/>
                  <a:pt x="16610510" y="820715"/>
                  <a:pt x="16584018" y="814510"/>
                </a:cubicBezTo>
                <a:cubicBezTo>
                  <a:pt x="16590642" y="802101"/>
                  <a:pt x="16610510" y="792793"/>
                  <a:pt x="16628722" y="793569"/>
                </a:cubicBezTo>
                <a:close/>
                <a:moveTo>
                  <a:pt x="12113375" y="772545"/>
                </a:moveTo>
                <a:cubicBezTo>
                  <a:pt x="12106930" y="791935"/>
                  <a:pt x="12106930" y="811325"/>
                  <a:pt x="12100485" y="837178"/>
                </a:cubicBezTo>
                <a:cubicBezTo>
                  <a:pt x="12097263" y="825867"/>
                  <a:pt x="12093637" y="821020"/>
                  <a:pt x="12089727" y="819808"/>
                </a:cubicBezTo>
                <a:lnTo>
                  <a:pt x="12085398" y="821350"/>
                </a:lnTo>
                <a:lnTo>
                  <a:pt x="12077256" y="824251"/>
                </a:lnTo>
                <a:cubicBezTo>
                  <a:pt x="12068529" y="830715"/>
                  <a:pt x="12059130" y="840409"/>
                  <a:pt x="12049999" y="830715"/>
                </a:cubicBezTo>
                <a:cubicBezTo>
                  <a:pt x="12030664" y="811325"/>
                  <a:pt x="12017774" y="830715"/>
                  <a:pt x="12037109" y="850104"/>
                </a:cubicBezTo>
                <a:cubicBezTo>
                  <a:pt x="11940434" y="895347"/>
                  <a:pt x="11837315" y="913660"/>
                  <a:pt x="11735269" y="901810"/>
                </a:cubicBezTo>
                <a:cubicBezTo>
                  <a:pt x="11761049" y="804862"/>
                  <a:pt x="11831944" y="804862"/>
                  <a:pt x="11888874" y="791935"/>
                </a:cubicBezTo>
                <a:cubicBezTo>
                  <a:pt x="11966214" y="779008"/>
                  <a:pt x="12037109" y="779008"/>
                  <a:pt x="12113375" y="772545"/>
                </a:cubicBezTo>
                <a:close/>
                <a:moveTo>
                  <a:pt x="15318510" y="772543"/>
                </a:moveTo>
                <a:cubicBezTo>
                  <a:pt x="15330486" y="772543"/>
                  <a:pt x="15336474" y="785386"/>
                  <a:pt x="15336474" y="804652"/>
                </a:cubicBezTo>
                <a:cubicBezTo>
                  <a:pt x="15323500" y="804652"/>
                  <a:pt x="15318510" y="791808"/>
                  <a:pt x="15318510" y="772543"/>
                </a:cubicBezTo>
                <a:close/>
                <a:moveTo>
                  <a:pt x="14811358" y="772540"/>
                </a:moveTo>
                <a:cubicBezTo>
                  <a:pt x="14817780" y="778689"/>
                  <a:pt x="14830623" y="778689"/>
                  <a:pt x="14843467" y="790986"/>
                </a:cubicBezTo>
                <a:cubicBezTo>
                  <a:pt x="14830623" y="809432"/>
                  <a:pt x="14811358" y="803284"/>
                  <a:pt x="14811358" y="772540"/>
                </a:cubicBezTo>
                <a:close/>
                <a:moveTo>
                  <a:pt x="16489224" y="772540"/>
                </a:moveTo>
                <a:cubicBezTo>
                  <a:pt x="16520822" y="772540"/>
                  <a:pt x="16552420" y="778745"/>
                  <a:pt x="16582966" y="791154"/>
                </a:cubicBezTo>
                <a:cubicBezTo>
                  <a:pt x="16565060" y="815974"/>
                  <a:pt x="16489224" y="828384"/>
                  <a:pt x="16489224" y="772540"/>
                </a:cubicBezTo>
                <a:close/>
                <a:moveTo>
                  <a:pt x="13019098" y="745785"/>
                </a:moveTo>
                <a:cubicBezTo>
                  <a:pt x="13026784" y="747390"/>
                  <a:pt x="13032933" y="755416"/>
                  <a:pt x="13032933" y="771469"/>
                </a:cubicBezTo>
                <a:cubicBezTo>
                  <a:pt x="13020636" y="765048"/>
                  <a:pt x="13008338" y="758627"/>
                  <a:pt x="12996041" y="758627"/>
                </a:cubicBezTo>
                <a:cubicBezTo>
                  <a:pt x="13002189" y="748995"/>
                  <a:pt x="13011412" y="744179"/>
                  <a:pt x="13019098" y="745785"/>
                </a:cubicBezTo>
                <a:close/>
                <a:moveTo>
                  <a:pt x="13493756" y="739366"/>
                </a:moveTo>
                <a:cubicBezTo>
                  <a:pt x="13493756" y="784127"/>
                  <a:pt x="13505598" y="809704"/>
                  <a:pt x="13524975" y="828888"/>
                </a:cubicBezTo>
                <a:cubicBezTo>
                  <a:pt x="13537894" y="841676"/>
                  <a:pt x="13563730" y="822493"/>
                  <a:pt x="13563730" y="860860"/>
                </a:cubicBezTo>
                <a:cubicBezTo>
                  <a:pt x="13524975" y="860860"/>
                  <a:pt x="13223545" y="918410"/>
                  <a:pt x="13223545" y="835282"/>
                </a:cubicBezTo>
                <a:cubicBezTo>
                  <a:pt x="13236463" y="835282"/>
                  <a:pt x="13249382" y="835282"/>
                  <a:pt x="13262300" y="835282"/>
                </a:cubicBezTo>
                <a:cubicBezTo>
                  <a:pt x="13262300" y="809704"/>
                  <a:pt x="13262300" y="790521"/>
                  <a:pt x="13262300" y="771338"/>
                </a:cubicBezTo>
                <a:cubicBezTo>
                  <a:pt x="13281678" y="777732"/>
                  <a:pt x="13299979" y="777732"/>
                  <a:pt x="13319357" y="784127"/>
                </a:cubicBezTo>
                <a:cubicBezTo>
                  <a:pt x="13312898" y="790521"/>
                  <a:pt x="13306438" y="803310"/>
                  <a:pt x="13299979" y="816099"/>
                </a:cubicBezTo>
                <a:cubicBezTo>
                  <a:pt x="13345194" y="816099"/>
                  <a:pt x="13390408" y="816099"/>
                  <a:pt x="13435623" y="816099"/>
                </a:cubicBezTo>
                <a:cubicBezTo>
                  <a:pt x="13429163" y="803310"/>
                  <a:pt x="13422704" y="796915"/>
                  <a:pt x="13416245" y="784127"/>
                </a:cubicBezTo>
                <a:cubicBezTo>
                  <a:pt x="13435623" y="764943"/>
                  <a:pt x="13461460" y="739366"/>
                  <a:pt x="13493756" y="739366"/>
                </a:cubicBezTo>
                <a:close/>
                <a:moveTo>
                  <a:pt x="15075758" y="736500"/>
                </a:moveTo>
                <a:cubicBezTo>
                  <a:pt x="15075758" y="776181"/>
                  <a:pt x="15051162" y="769567"/>
                  <a:pt x="15038866" y="769567"/>
                </a:cubicBezTo>
                <a:cubicBezTo>
                  <a:pt x="15038866" y="729886"/>
                  <a:pt x="15057312" y="736500"/>
                  <a:pt x="15075758" y="736500"/>
                </a:cubicBezTo>
                <a:close/>
                <a:moveTo>
                  <a:pt x="11568850" y="733767"/>
                </a:moveTo>
                <a:cubicBezTo>
                  <a:pt x="11553536" y="732826"/>
                  <a:pt x="11535803" y="739005"/>
                  <a:pt x="11526130" y="739005"/>
                </a:cubicBezTo>
                <a:cubicBezTo>
                  <a:pt x="11526130" y="797036"/>
                  <a:pt x="11577717" y="771244"/>
                  <a:pt x="11597062" y="771244"/>
                </a:cubicBezTo>
                <a:cubicBezTo>
                  <a:pt x="11597062" y="742766"/>
                  <a:pt x="11584165" y="734707"/>
                  <a:pt x="11568850" y="733767"/>
                </a:cubicBezTo>
                <a:close/>
                <a:moveTo>
                  <a:pt x="11744314" y="726040"/>
                </a:moveTo>
                <a:lnTo>
                  <a:pt x="11742534" y="731101"/>
                </a:lnTo>
                <a:cubicBezTo>
                  <a:pt x="11741131" y="735089"/>
                  <a:pt x="11740008" y="738280"/>
                  <a:pt x="11740008" y="738280"/>
                </a:cubicBezTo>
                <a:close/>
                <a:moveTo>
                  <a:pt x="13443216" y="723397"/>
                </a:moveTo>
                <a:cubicBezTo>
                  <a:pt x="13444856" y="721900"/>
                  <a:pt x="13448138" y="723397"/>
                  <a:pt x="13454700" y="726390"/>
                </a:cubicBezTo>
                <a:cubicBezTo>
                  <a:pt x="13448138" y="726390"/>
                  <a:pt x="13441575" y="732378"/>
                  <a:pt x="13441575" y="738365"/>
                </a:cubicBezTo>
                <a:cubicBezTo>
                  <a:pt x="13441575" y="729384"/>
                  <a:pt x="13441575" y="724893"/>
                  <a:pt x="13443216" y="723397"/>
                </a:cubicBezTo>
                <a:close/>
                <a:moveTo>
                  <a:pt x="11745513" y="722634"/>
                </a:moveTo>
                <a:lnTo>
                  <a:pt x="11744314" y="726040"/>
                </a:lnTo>
                <a:lnTo>
                  <a:pt x="11745165" y="723622"/>
                </a:lnTo>
                <a:close/>
                <a:moveTo>
                  <a:pt x="13946986" y="715666"/>
                </a:moveTo>
                <a:cubicBezTo>
                  <a:pt x="13946986" y="746544"/>
                  <a:pt x="13953438" y="772098"/>
                  <a:pt x="13959889" y="804040"/>
                </a:cubicBezTo>
                <a:cubicBezTo>
                  <a:pt x="13979244" y="804040"/>
                  <a:pt x="13992148" y="804040"/>
                  <a:pt x="14005051" y="804040"/>
                </a:cubicBezTo>
                <a:cubicBezTo>
                  <a:pt x="14024406" y="804040"/>
                  <a:pt x="14037310" y="804040"/>
                  <a:pt x="14056665" y="804040"/>
                </a:cubicBezTo>
                <a:cubicBezTo>
                  <a:pt x="14056665" y="823205"/>
                  <a:pt x="14056665" y="842370"/>
                  <a:pt x="14056665" y="861535"/>
                </a:cubicBezTo>
                <a:cubicBezTo>
                  <a:pt x="14005051" y="855147"/>
                  <a:pt x="13953438" y="842370"/>
                  <a:pt x="13902899" y="835982"/>
                </a:cubicBezTo>
                <a:cubicBezTo>
                  <a:pt x="13831930" y="835982"/>
                  <a:pt x="13767413" y="855147"/>
                  <a:pt x="13697520" y="861535"/>
                </a:cubicBezTo>
                <a:cubicBezTo>
                  <a:pt x="13697520" y="772098"/>
                  <a:pt x="13760962" y="804040"/>
                  <a:pt x="13799672" y="797651"/>
                </a:cubicBezTo>
                <a:cubicBezTo>
                  <a:pt x="13851286" y="784874"/>
                  <a:pt x="13902899" y="765709"/>
                  <a:pt x="13946986" y="715666"/>
                </a:cubicBezTo>
                <a:close/>
                <a:moveTo>
                  <a:pt x="12397752" y="706185"/>
                </a:moveTo>
                <a:cubicBezTo>
                  <a:pt x="12397752" y="771656"/>
                  <a:pt x="12345962" y="738921"/>
                  <a:pt x="12320067" y="738921"/>
                </a:cubicBezTo>
                <a:cubicBezTo>
                  <a:pt x="12320067" y="784750"/>
                  <a:pt x="12326540" y="804391"/>
                  <a:pt x="12300645" y="810938"/>
                </a:cubicBezTo>
                <a:cubicBezTo>
                  <a:pt x="12274750" y="810938"/>
                  <a:pt x="12256408" y="830579"/>
                  <a:pt x="12236986" y="837126"/>
                </a:cubicBezTo>
                <a:cubicBezTo>
                  <a:pt x="12217565" y="843673"/>
                  <a:pt x="12159301" y="856767"/>
                  <a:pt x="12152827" y="810938"/>
                </a:cubicBezTo>
                <a:cubicBezTo>
                  <a:pt x="12133406" y="725827"/>
                  <a:pt x="12191670" y="725827"/>
                  <a:pt x="12224039" y="725827"/>
                </a:cubicBezTo>
                <a:cubicBezTo>
                  <a:pt x="12281224" y="732374"/>
                  <a:pt x="12339488" y="713824"/>
                  <a:pt x="12397752" y="706185"/>
                </a:cubicBezTo>
                <a:close/>
                <a:moveTo>
                  <a:pt x="14768702" y="706184"/>
                </a:moveTo>
                <a:cubicBezTo>
                  <a:pt x="14796002" y="706184"/>
                  <a:pt x="14789177" y="745346"/>
                  <a:pt x="14789177" y="771455"/>
                </a:cubicBezTo>
                <a:cubicBezTo>
                  <a:pt x="14768702" y="771455"/>
                  <a:pt x="14768702" y="732292"/>
                  <a:pt x="14768702" y="706184"/>
                </a:cubicBezTo>
                <a:close/>
                <a:moveTo>
                  <a:pt x="13849192" y="706184"/>
                </a:moveTo>
                <a:cubicBezTo>
                  <a:pt x="13862317" y="706184"/>
                  <a:pt x="13862317" y="719027"/>
                  <a:pt x="13862317" y="738292"/>
                </a:cubicBezTo>
                <a:cubicBezTo>
                  <a:pt x="13849192" y="738292"/>
                  <a:pt x="13849192" y="725449"/>
                  <a:pt x="13849192" y="706184"/>
                </a:cubicBezTo>
                <a:close/>
                <a:moveTo>
                  <a:pt x="14056741" y="706184"/>
                </a:moveTo>
                <a:cubicBezTo>
                  <a:pt x="14056741" y="731870"/>
                  <a:pt x="14050754" y="738292"/>
                  <a:pt x="14038779" y="738292"/>
                </a:cubicBezTo>
                <a:cubicBezTo>
                  <a:pt x="14038779" y="719027"/>
                  <a:pt x="14044766" y="706184"/>
                  <a:pt x="14056741" y="706184"/>
                </a:cubicBezTo>
                <a:close/>
                <a:moveTo>
                  <a:pt x="14882454" y="706183"/>
                </a:moveTo>
                <a:cubicBezTo>
                  <a:pt x="14894429" y="706183"/>
                  <a:pt x="14900416" y="719027"/>
                  <a:pt x="14900416" y="738292"/>
                </a:cubicBezTo>
                <a:cubicBezTo>
                  <a:pt x="14888441" y="738292"/>
                  <a:pt x="14882454" y="731870"/>
                  <a:pt x="14882454" y="706183"/>
                </a:cubicBezTo>
                <a:close/>
                <a:moveTo>
                  <a:pt x="14602811" y="673007"/>
                </a:moveTo>
                <a:cubicBezTo>
                  <a:pt x="14628901" y="673007"/>
                  <a:pt x="14648469" y="673007"/>
                  <a:pt x="14674560" y="673007"/>
                </a:cubicBezTo>
                <a:cubicBezTo>
                  <a:pt x="14687605" y="673007"/>
                  <a:pt x="14700650" y="673007"/>
                  <a:pt x="14720218" y="673007"/>
                </a:cubicBezTo>
                <a:cubicBezTo>
                  <a:pt x="14720218" y="686278"/>
                  <a:pt x="14720218" y="699548"/>
                  <a:pt x="14720218" y="705077"/>
                </a:cubicBezTo>
                <a:cubicBezTo>
                  <a:pt x="14694127" y="705077"/>
                  <a:pt x="14668037" y="705077"/>
                  <a:pt x="14648469" y="705077"/>
                </a:cubicBezTo>
                <a:cubicBezTo>
                  <a:pt x="14628901" y="705077"/>
                  <a:pt x="14615856" y="705077"/>
                  <a:pt x="14602811" y="705077"/>
                </a:cubicBezTo>
                <a:cubicBezTo>
                  <a:pt x="14602811" y="699548"/>
                  <a:pt x="14602811" y="686278"/>
                  <a:pt x="14602811" y="673007"/>
                </a:cubicBezTo>
                <a:close/>
                <a:moveTo>
                  <a:pt x="13223548" y="673006"/>
                </a:moveTo>
                <a:cubicBezTo>
                  <a:pt x="13235845" y="673006"/>
                  <a:pt x="13248143" y="673006"/>
                  <a:pt x="13260440" y="673006"/>
                </a:cubicBezTo>
                <a:cubicBezTo>
                  <a:pt x="13248143" y="703551"/>
                  <a:pt x="13235845" y="735149"/>
                  <a:pt x="13223548" y="766747"/>
                </a:cubicBezTo>
                <a:cubicBezTo>
                  <a:pt x="13223548" y="735149"/>
                  <a:pt x="13223548" y="703551"/>
                  <a:pt x="13223548" y="673006"/>
                </a:cubicBezTo>
                <a:close/>
                <a:moveTo>
                  <a:pt x="14414802" y="673004"/>
                </a:moveTo>
                <a:cubicBezTo>
                  <a:pt x="14446400" y="673004"/>
                  <a:pt x="14477998" y="673004"/>
                  <a:pt x="14502224" y="673004"/>
                </a:cubicBezTo>
                <a:cubicBezTo>
                  <a:pt x="14502224" y="711599"/>
                  <a:pt x="14477998" y="711599"/>
                  <a:pt x="14465359" y="716959"/>
                </a:cubicBezTo>
                <a:cubicBezTo>
                  <a:pt x="14452720" y="723391"/>
                  <a:pt x="14433761" y="761985"/>
                  <a:pt x="14421121" y="736256"/>
                </a:cubicBezTo>
                <a:cubicBezTo>
                  <a:pt x="14408482" y="723391"/>
                  <a:pt x="14414802" y="692302"/>
                  <a:pt x="14414802" y="673004"/>
                </a:cubicBezTo>
                <a:close/>
                <a:moveTo>
                  <a:pt x="16178126" y="671295"/>
                </a:moveTo>
                <a:cubicBezTo>
                  <a:pt x="16270636" y="671844"/>
                  <a:pt x="16364350" y="692007"/>
                  <a:pt x="16450238" y="758286"/>
                </a:cubicBezTo>
                <a:cubicBezTo>
                  <a:pt x="16392444" y="809392"/>
                  <a:pt x="16316456" y="783839"/>
                  <a:pt x="16252242" y="771062"/>
                </a:cubicBezTo>
                <a:cubicBezTo>
                  <a:pt x="16194448" y="758286"/>
                  <a:pt x="16124880" y="745509"/>
                  <a:pt x="16086350" y="676302"/>
                </a:cubicBezTo>
                <a:cubicBezTo>
                  <a:pt x="16116584" y="673108"/>
                  <a:pt x="16147288" y="671112"/>
                  <a:pt x="16178126" y="671295"/>
                </a:cubicBezTo>
                <a:close/>
                <a:moveTo>
                  <a:pt x="13732922" y="660993"/>
                </a:moveTo>
                <a:cubicBezTo>
                  <a:pt x="13771622" y="661675"/>
                  <a:pt x="13805450" y="677766"/>
                  <a:pt x="13805450" y="739400"/>
                </a:cubicBezTo>
                <a:cubicBezTo>
                  <a:pt x="13772975" y="739400"/>
                  <a:pt x="13740499" y="752491"/>
                  <a:pt x="13708024" y="739400"/>
                </a:cubicBezTo>
                <a:cubicBezTo>
                  <a:pt x="13682043" y="726310"/>
                  <a:pt x="13657145" y="694674"/>
                  <a:pt x="13631165" y="675038"/>
                </a:cubicBezTo>
                <a:cubicBezTo>
                  <a:pt x="13650650" y="675038"/>
                  <a:pt x="13694222" y="660312"/>
                  <a:pt x="13732922" y="660993"/>
                </a:cubicBezTo>
                <a:close/>
                <a:moveTo>
                  <a:pt x="14270365" y="655771"/>
                </a:moveTo>
                <a:cubicBezTo>
                  <a:pt x="14278429" y="655771"/>
                  <a:pt x="14286492" y="658997"/>
                  <a:pt x="14289718" y="668673"/>
                </a:cubicBezTo>
                <a:cubicBezTo>
                  <a:pt x="14289718" y="681575"/>
                  <a:pt x="14257462" y="675124"/>
                  <a:pt x="14251011" y="681575"/>
                </a:cubicBezTo>
                <a:cubicBezTo>
                  <a:pt x="14231658" y="706304"/>
                  <a:pt x="14289718" y="713830"/>
                  <a:pt x="14289718" y="713830"/>
                </a:cubicBezTo>
                <a:cubicBezTo>
                  <a:pt x="14296169" y="706304"/>
                  <a:pt x="14340252" y="700928"/>
                  <a:pt x="14340252" y="725657"/>
                </a:cubicBezTo>
                <a:cubicBezTo>
                  <a:pt x="14340252" y="738559"/>
                  <a:pt x="14315522" y="738559"/>
                  <a:pt x="14309071" y="738559"/>
                </a:cubicBezTo>
                <a:cubicBezTo>
                  <a:pt x="14296169" y="738559"/>
                  <a:pt x="14276816" y="738559"/>
                  <a:pt x="14263913" y="738559"/>
                </a:cubicBezTo>
                <a:cubicBezTo>
                  <a:pt x="14257462" y="764363"/>
                  <a:pt x="14251011" y="783716"/>
                  <a:pt x="14251011" y="809520"/>
                </a:cubicBezTo>
                <a:cubicBezTo>
                  <a:pt x="14270364" y="815971"/>
                  <a:pt x="14296169" y="828873"/>
                  <a:pt x="14320898" y="835324"/>
                </a:cubicBezTo>
                <a:cubicBezTo>
                  <a:pt x="14320898" y="815971"/>
                  <a:pt x="14309071" y="783716"/>
                  <a:pt x="14327350" y="770814"/>
                </a:cubicBezTo>
                <a:cubicBezTo>
                  <a:pt x="14333801" y="764363"/>
                  <a:pt x="14346703" y="757912"/>
                  <a:pt x="14359605" y="770814"/>
                </a:cubicBezTo>
                <a:cubicBezTo>
                  <a:pt x="14366056" y="783716"/>
                  <a:pt x="14353154" y="809520"/>
                  <a:pt x="14359605" y="828873"/>
                </a:cubicBezTo>
                <a:cubicBezTo>
                  <a:pt x="14366056" y="841775"/>
                  <a:pt x="14385410" y="835324"/>
                  <a:pt x="14398312" y="835324"/>
                </a:cubicBezTo>
                <a:cubicBezTo>
                  <a:pt x="14437019" y="828873"/>
                  <a:pt x="14430568" y="790167"/>
                  <a:pt x="14456372" y="751461"/>
                </a:cubicBezTo>
                <a:cubicBezTo>
                  <a:pt x="14469274" y="732108"/>
                  <a:pt x="14495079" y="770814"/>
                  <a:pt x="14506906" y="783716"/>
                </a:cubicBezTo>
                <a:cubicBezTo>
                  <a:pt x="14501530" y="790167"/>
                  <a:pt x="14495079" y="803069"/>
                  <a:pt x="14488628" y="815971"/>
                </a:cubicBezTo>
                <a:cubicBezTo>
                  <a:pt x="14506906" y="822422"/>
                  <a:pt x="14526259" y="828873"/>
                  <a:pt x="14545613" y="835324"/>
                </a:cubicBezTo>
                <a:cubicBezTo>
                  <a:pt x="14545613" y="796618"/>
                  <a:pt x="14545613" y="770814"/>
                  <a:pt x="14571417" y="764363"/>
                </a:cubicBezTo>
                <a:cubicBezTo>
                  <a:pt x="14597222" y="757912"/>
                  <a:pt x="14616575" y="757912"/>
                  <a:pt x="14635929" y="757912"/>
                </a:cubicBezTo>
                <a:cubicBezTo>
                  <a:pt x="14642380" y="757912"/>
                  <a:pt x="14712267" y="751461"/>
                  <a:pt x="14712267" y="764363"/>
                </a:cubicBezTo>
                <a:cubicBezTo>
                  <a:pt x="14712267" y="770814"/>
                  <a:pt x="14687538" y="770814"/>
                  <a:pt x="14681087" y="777265"/>
                </a:cubicBezTo>
                <a:cubicBezTo>
                  <a:pt x="14668184" y="783716"/>
                  <a:pt x="14668184" y="822422"/>
                  <a:pt x="14661733" y="841775"/>
                </a:cubicBezTo>
                <a:cubicBezTo>
                  <a:pt x="14726244" y="841775"/>
                  <a:pt x="14789681" y="854677"/>
                  <a:pt x="14847741" y="861128"/>
                </a:cubicBezTo>
                <a:cubicBezTo>
                  <a:pt x="14847741" y="841775"/>
                  <a:pt x="14847741" y="809520"/>
                  <a:pt x="14860643" y="803069"/>
                </a:cubicBezTo>
                <a:cubicBezTo>
                  <a:pt x="14886448" y="796618"/>
                  <a:pt x="14905801" y="809520"/>
                  <a:pt x="14925154" y="815971"/>
                </a:cubicBezTo>
                <a:cubicBezTo>
                  <a:pt x="14917628" y="828873"/>
                  <a:pt x="14917628" y="848226"/>
                  <a:pt x="14912252" y="861128"/>
                </a:cubicBezTo>
                <a:cubicBezTo>
                  <a:pt x="14936981" y="867579"/>
                  <a:pt x="14962786" y="899834"/>
                  <a:pt x="14988590" y="893383"/>
                </a:cubicBezTo>
                <a:cubicBezTo>
                  <a:pt x="15003106" y="888545"/>
                  <a:pt x="15013992" y="865563"/>
                  <a:pt x="15026692" y="867982"/>
                </a:cubicBezTo>
                <a:lnTo>
                  <a:pt x="15031764" y="872674"/>
                </a:lnTo>
                <a:lnTo>
                  <a:pt x="15024646" y="861223"/>
                </a:lnTo>
                <a:cubicBezTo>
                  <a:pt x="15030634" y="848380"/>
                  <a:pt x="15036620" y="848380"/>
                  <a:pt x="15042608" y="861223"/>
                </a:cubicBezTo>
                <a:lnTo>
                  <a:pt x="15037422" y="877910"/>
                </a:lnTo>
                <a:lnTo>
                  <a:pt x="15040200" y="880481"/>
                </a:lnTo>
                <a:cubicBezTo>
                  <a:pt x="15046650" y="867579"/>
                  <a:pt x="15046650" y="861128"/>
                  <a:pt x="15040200" y="848226"/>
                </a:cubicBezTo>
                <a:cubicBezTo>
                  <a:pt x="15053102" y="835324"/>
                  <a:pt x="15078906" y="828873"/>
                  <a:pt x="15091808" y="848226"/>
                </a:cubicBezTo>
                <a:cubicBezTo>
                  <a:pt x="15104710" y="867579"/>
                  <a:pt x="15111162" y="886932"/>
                  <a:pt x="15122990" y="886932"/>
                </a:cubicBezTo>
                <a:cubicBezTo>
                  <a:pt x="15174598" y="893383"/>
                  <a:pt x="15226208" y="893383"/>
                  <a:pt x="15277816" y="899834"/>
                </a:cubicBezTo>
                <a:cubicBezTo>
                  <a:pt x="15277816" y="880481"/>
                  <a:pt x="15277816" y="861128"/>
                  <a:pt x="15277816" y="841775"/>
                </a:cubicBezTo>
                <a:cubicBezTo>
                  <a:pt x="15297170" y="841775"/>
                  <a:pt x="15316522" y="841775"/>
                  <a:pt x="15328350" y="854677"/>
                </a:cubicBezTo>
                <a:cubicBezTo>
                  <a:pt x="15347704" y="874030"/>
                  <a:pt x="15335876" y="906285"/>
                  <a:pt x="15335876" y="937465"/>
                </a:cubicBezTo>
                <a:cubicBezTo>
                  <a:pt x="15342328" y="995523"/>
                  <a:pt x="15450922" y="969720"/>
                  <a:pt x="15476726" y="969720"/>
                </a:cubicBezTo>
                <a:cubicBezTo>
                  <a:pt x="15508982" y="969720"/>
                  <a:pt x="15547688" y="976170"/>
                  <a:pt x="15578870" y="982622"/>
                </a:cubicBezTo>
                <a:cubicBezTo>
                  <a:pt x="15604674" y="982622"/>
                  <a:pt x="15617576" y="1001975"/>
                  <a:pt x="15636930" y="1014876"/>
                </a:cubicBezTo>
                <a:cubicBezTo>
                  <a:pt x="15682088" y="1040681"/>
                  <a:pt x="15727246" y="969720"/>
                  <a:pt x="15764876" y="989073"/>
                </a:cubicBezTo>
                <a:cubicBezTo>
                  <a:pt x="15784230" y="995523"/>
                  <a:pt x="15784230" y="1040681"/>
                  <a:pt x="15803584" y="1040681"/>
                </a:cubicBezTo>
                <a:cubicBezTo>
                  <a:pt x="15835840" y="1040681"/>
                  <a:pt x="15855192" y="1027778"/>
                  <a:pt x="15880998" y="1014876"/>
                </a:cubicBezTo>
                <a:cubicBezTo>
                  <a:pt x="15906802" y="1008426"/>
                  <a:pt x="15939058" y="995523"/>
                  <a:pt x="15958410" y="1014876"/>
                </a:cubicBezTo>
                <a:cubicBezTo>
                  <a:pt x="15983140" y="1034229"/>
                  <a:pt x="15996042" y="1066486"/>
                  <a:pt x="16015396" y="1085839"/>
                </a:cubicBezTo>
                <a:cubicBezTo>
                  <a:pt x="16118614" y="1175078"/>
                  <a:pt x="16233658" y="1149274"/>
                  <a:pt x="16343328" y="1168627"/>
                </a:cubicBezTo>
                <a:cubicBezTo>
                  <a:pt x="16343328" y="1149274"/>
                  <a:pt x="16336878" y="1111643"/>
                  <a:pt x="16356230" y="1111643"/>
                </a:cubicBezTo>
                <a:cubicBezTo>
                  <a:pt x="16356230" y="1129922"/>
                  <a:pt x="16356230" y="1149274"/>
                  <a:pt x="16356230" y="1168627"/>
                </a:cubicBezTo>
                <a:cubicBezTo>
                  <a:pt x="16374508" y="1168627"/>
                  <a:pt x="16387410" y="1168627"/>
                  <a:pt x="16400314" y="1168627"/>
                </a:cubicBezTo>
                <a:cubicBezTo>
                  <a:pt x="16413216" y="1175078"/>
                  <a:pt x="16426118" y="1194431"/>
                  <a:pt x="16432568" y="1200882"/>
                </a:cubicBezTo>
                <a:cubicBezTo>
                  <a:pt x="16451922" y="1207334"/>
                  <a:pt x="16471276" y="1187980"/>
                  <a:pt x="16484178" y="1175078"/>
                </a:cubicBezTo>
                <a:cubicBezTo>
                  <a:pt x="16490630" y="1162176"/>
                  <a:pt x="16484178" y="1142823"/>
                  <a:pt x="16490630" y="1124546"/>
                </a:cubicBezTo>
                <a:cubicBezTo>
                  <a:pt x="16497080" y="1149274"/>
                  <a:pt x="16503532" y="1175078"/>
                  <a:pt x="16509982" y="1200882"/>
                </a:cubicBezTo>
                <a:cubicBezTo>
                  <a:pt x="16522884" y="1207334"/>
                  <a:pt x="16535786" y="1213784"/>
                  <a:pt x="16555140" y="1213784"/>
                </a:cubicBezTo>
                <a:cubicBezTo>
                  <a:pt x="16568042" y="1220235"/>
                  <a:pt x="16586320" y="1226686"/>
                  <a:pt x="16605674" y="1233137"/>
                </a:cubicBezTo>
                <a:cubicBezTo>
                  <a:pt x="16605674" y="1213784"/>
                  <a:pt x="16612126" y="1187980"/>
                  <a:pt x="16612126" y="1168627"/>
                </a:cubicBezTo>
                <a:cubicBezTo>
                  <a:pt x="16618576" y="1194431"/>
                  <a:pt x="16625028" y="1252490"/>
                  <a:pt x="16644382" y="1258942"/>
                </a:cubicBezTo>
                <a:cubicBezTo>
                  <a:pt x="16676636" y="1265392"/>
                  <a:pt x="16708892" y="1220235"/>
                  <a:pt x="16741148" y="1200882"/>
                </a:cubicBezTo>
                <a:cubicBezTo>
                  <a:pt x="16741148" y="1220235"/>
                  <a:pt x="16721794" y="1265392"/>
                  <a:pt x="16734696" y="1265392"/>
                </a:cubicBezTo>
                <a:cubicBezTo>
                  <a:pt x="16760502" y="1278294"/>
                  <a:pt x="16785231" y="1278294"/>
                  <a:pt x="16811035" y="1291197"/>
                </a:cubicBezTo>
                <a:cubicBezTo>
                  <a:pt x="16843291" y="1310550"/>
                  <a:pt x="16875547" y="1317000"/>
                  <a:pt x="16907803" y="1317000"/>
                </a:cubicBezTo>
                <a:cubicBezTo>
                  <a:pt x="16933607" y="1322376"/>
                  <a:pt x="16965863" y="1310550"/>
                  <a:pt x="16990591" y="1322376"/>
                </a:cubicBezTo>
                <a:cubicBezTo>
                  <a:pt x="17016395" y="1329902"/>
                  <a:pt x="17022847" y="1386886"/>
                  <a:pt x="17048651" y="1393337"/>
                </a:cubicBezTo>
                <a:cubicBezTo>
                  <a:pt x="17087359" y="1406239"/>
                  <a:pt x="17119615" y="1419141"/>
                  <a:pt x="17158323" y="1425592"/>
                </a:cubicBezTo>
                <a:cubicBezTo>
                  <a:pt x="17221759" y="1444946"/>
                  <a:pt x="17286267" y="1464298"/>
                  <a:pt x="17350779" y="1509455"/>
                </a:cubicBezTo>
                <a:cubicBezTo>
                  <a:pt x="17344327" y="1522358"/>
                  <a:pt x="17337879" y="1535259"/>
                  <a:pt x="17331427" y="1553537"/>
                </a:cubicBezTo>
                <a:cubicBezTo>
                  <a:pt x="17312075" y="1547086"/>
                  <a:pt x="17299171" y="1547086"/>
                  <a:pt x="17286267" y="1540635"/>
                </a:cubicBezTo>
                <a:cubicBezTo>
                  <a:pt x="17254011" y="1535259"/>
                  <a:pt x="17228207" y="1522358"/>
                  <a:pt x="17195951" y="1515907"/>
                </a:cubicBezTo>
                <a:cubicBezTo>
                  <a:pt x="17138967" y="1503004"/>
                  <a:pt x="17080907" y="1483651"/>
                  <a:pt x="17022847" y="1464298"/>
                </a:cubicBezTo>
                <a:cubicBezTo>
                  <a:pt x="16907803" y="1432043"/>
                  <a:pt x="16791683" y="1399788"/>
                  <a:pt x="16676636" y="1367533"/>
                </a:cubicBezTo>
                <a:cubicBezTo>
                  <a:pt x="16555140" y="1335278"/>
                  <a:pt x="16432568" y="1304099"/>
                  <a:pt x="16317524" y="1278294"/>
                </a:cubicBezTo>
                <a:cubicBezTo>
                  <a:pt x="16259464" y="1258942"/>
                  <a:pt x="16194952" y="1246039"/>
                  <a:pt x="16137968" y="1239589"/>
                </a:cubicBezTo>
                <a:cubicBezTo>
                  <a:pt x="16118614" y="1233137"/>
                  <a:pt x="16105712" y="1207334"/>
                  <a:pt x="16079906" y="1200882"/>
                </a:cubicBezTo>
                <a:cubicBezTo>
                  <a:pt x="16060554" y="1194431"/>
                  <a:pt x="16041200" y="1187980"/>
                  <a:pt x="16021846" y="1181529"/>
                </a:cubicBezTo>
                <a:cubicBezTo>
                  <a:pt x="16021846" y="1168627"/>
                  <a:pt x="16028298" y="1162176"/>
                  <a:pt x="16041200" y="1149274"/>
                </a:cubicBezTo>
                <a:cubicBezTo>
                  <a:pt x="15963786" y="1149274"/>
                  <a:pt x="15893900" y="1142823"/>
                  <a:pt x="15822936" y="1136372"/>
                </a:cubicBezTo>
                <a:cubicBezTo>
                  <a:pt x="15822936" y="1124546"/>
                  <a:pt x="15822936" y="1105192"/>
                  <a:pt x="15829388" y="1092290"/>
                </a:cubicBezTo>
                <a:cubicBezTo>
                  <a:pt x="15777778" y="1092290"/>
                  <a:pt x="15733696" y="1092290"/>
                  <a:pt x="15682088" y="1092290"/>
                </a:cubicBezTo>
                <a:cubicBezTo>
                  <a:pt x="15688538" y="1105192"/>
                  <a:pt x="15694990" y="1111643"/>
                  <a:pt x="15701440" y="1124546"/>
                </a:cubicBezTo>
                <a:cubicBezTo>
                  <a:pt x="15669184" y="1129922"/>
                  <a:pt x="15636930" y="1136372"/>
                  <a:pt x="15604674" y="1136372"/>
                </a:cubicBezTo>
                <a:cubicBezTo>
                  <a:pt x="15604674" y="1117019"/>
                  <a:pt x="15604674" y="1098741"/>
                  <a:pt x="15604674" y="1079389"/>
                </a:cubicBezTo>
                <a:cubicBezTo>
                  <a:pt x="15617576" y="1085839"/>
                  <a:pt x="15630478" y="1092290"/>
                  <a:pt x="15643380" y="1105192"/>
                </a:cubicBezTo>
                <a:cubicBezTo>
                  <a:pt x="15649832" y="1085839"/>
                  <a:pt x="15656282" y="1066486"/>
                  <a:pt x="15662734" y="1047134"/>
                </a:cubicBezTo>
                <a:cubicBezTo>
                  <a:pt x="15624026" y="1047134"/>
                  <a:pt x="15585320" y="1047134"/>
                  <a:pt x="15547688" y="1047134"/>
                </a:cubicBezTo>
                <a:cubicBezTo>
                  <a:pt x="15547688" y="1079389"/>
                  <a:pt x="15572418" y="1079389"/>
                  <a:pt x="15585320" y="1079389"/>
                </a:cubicBezTo>
                <a:cubicBezTo>
                  <a:pt x="15572418" y="1105192"/>
                  <a:pt x="15565966" y="1124546"/>
                  <a:pt x="15547688" y="1111643"/>
                </a:cubicBezTo>
                <a:cubicBezTo>
                  <a:pt x="15528336" y="1105192"/>
                  <a:pt x="15508982" y="1085839"/>
                  <a:pt x="15515432" y="1047134"/>
                </a:cubicBezTo>
                <a:cubicBezTo>
                  <a:pt x="15290718" y="956818"/>
                  <a:pt x="15059552" y="956818"/>
                  <a:pt x="14828387" y="931014"/>
                </a:cubicBezTo>
                <a:cubicBezTo>
                  <a:pt x="14809034" y="931014"/>
                  <a:pt x="14793309" y="917104"/>
                  <a:pt x="14775770" y="910149"/>
                </a:cubicBezTo>
                <a:lnTo>
                  <a:pt x="14770946" y="909133"/>
                </a:lnTo>
                <a:lnTo>
                  <a:pt x="14781783" y="924059"/>
                </a:lnTo>
                <a:cubicBezTo>
                  <a:pt x="14778370" y="930695"/>
                  <a:pt x="14771545" y="930695"/>
                  <a:pt x="14767280" y="926686"/>
                </a:cubicBezTo>
                <a:lnTo>
                  <a:pt x="14768003" y="908513"/>
                </a:lnTo>
                <a:lnTo>
                  <a:pt x="14757425" y="906285"/>
                </a:lnTo>
                <a:cubicBezTo>
                  <a:pt x="14726244" y="906285"/>
                  <a:pt x="14693989" y="899834"/>
                  <a:pt x="14668184" y="899834"/>
                </a:cubicBezTo>
                <a:cubicBezTo>
                  <a:pt x="14610124" y="893383"/>
                  <a:pt x="14552064" y="893383"/>
                  <a:pt x="14501530" y="886932"/>
                </a:cubicBezTo>
                <a:cubicBezTo>
                  <a:pt x="14385410" y="880481"/>
                  <a:pt x="14263913" y="867579"/>
                  <a:pt x="14147793" y="861128"/>
                </a:cubicBezTo>
                <a:cubicBezTo>
                  <a:pt x="14154244" y="828873"/>
                  <a:pt x="14173598" y="796618"/>
                  <a:pt x="14192951" y="783716"/>
                </a:cubicBezTo>
                <a:cubicBezTo>
                  <a:pt x="14205853" y="777265"/>
                  <a:pt x="14225207" y="770814"/>
                  <a:pt x="14225207" y="738559"/>
                </a:cubicBezTo>
                <a:cubicBezTo>
                  <a:pt x="14205853" y="738559"/>
                  <a:pt x="14186500" y="738559"/>
                  <a:pt x="14167146" y="738559"/>
                </a:cubicBezTo>
                <a:cubicBezTo>
                  <a:pt x="14167146" y="681575"/>
                  <a:pt x="14225207" y="662222"/>
                  <a:pt x="14251011" y="662222"/>
                </a:cubicBezTo>
                <a:cubicBezTo>
                  <a:pt x="14254237" y="658997"/>
                  <a:pt x="14262301" y="655771"/>
                  <a:pt x="14270365" y="655771"/>
                </a:cubicBezTo>
                <a:close/>
                <a:moveTo>
                  <a:pt x="12014056" y="649811"/>
                </a:moveTo>
                <a:cubicBezTo>
                  <a:pt x="12014056" y="669154"/>
                  <a:pt x="12020505" y="675602"/>
                  <a:pt x="12033401" y="675602"/>
                </a:cubicBezTo>
                <a:cubicBezTo>
                  <a:pt x="12033401" y="656258"/>
                  <a:pt x="12026953" y="649811"/>
                  <a:pt x="12014056" y="649811"/>
                </a:cubicBezTo>
                <a:close/>
                <a:moveTo>
                  <a:pt x="11897986" y="649811"/>
                </a:moveTo>
                <a:cubicBezTo>
                  <a:pt x="11897986" y="669154"/>
                  <a:pt x="11910883" y="675602"/>
                  <a:pt x="11923779" y="675602"/>
                </a:cubicBezTo>
                <a:cubicBezTo>
                  <a:pt x="11923779" y="656258"/>
                  <a:pt x="11910883" y="649811"/>
                  <a:pt x="11897986" y="649811"/>
                </a:cubicBezTo>
                <a:close/>
                <a:moveTo>
                  <a:pt x="14113619" y="649309"/>
                </a:moveTo>
                <a:cubicBezTo>
                  <a:pt x="14113619" y="669783"/>
                  <a:pt x="14102642" y="676608"/>
                  <a:pt x="14095657" y="676608"/>
                </a:cubicBezTo>
                <a:cubicBezTo>
                  <a:pt x="14095657" y="656134"/>
                  <a:pt x="14102642" y="649309"/>
                  <a:pt x="14113619" y="649309"/>
                </a:cubicBezTo>
                <a:close/>
                <a:moveTo>
                  <a:pt x="13988245" y="638642"/>
                </a:moveTo>
                <a:cubicBezTo>
                  <a:pt x="14023843" y="640245"/>
                  <a:pt x="14062676" y="649865"/>
                  <a:pt x="14075621" y="649865"/>
                </a:cubicBezTo>
                <a:cubicBezTo>
                  <a:pt x="14075621" y="719336"/>
                  <a:pt x="13946175" y="675516"/>
                  <a:pt x="13920286" y="675516"/>
                </a:cubicBezTo>
                <a:cubicBezTo>
                  <a:pt x="13920286" y="643452"/>
                  <a:pt x="13952648" y="637039"/>
                  <a:pt x="13988245" y="638642"/>
                </a:cubicBezTo>
                <a:close/>
                <a:moveTo>
                  <a:pt x="14966848" y="632600"/>
                </a:moveTo>
                <a:cubicBezTo>
                  <a:pt x="14993576" y="630969"/>
                  <a:pt x="15018854" y="644023"/>
                  <a:pt x="15018854" y="676658"/>
                </a:cubicBezTo>
                <a:cubicBezTo>
                  <a:pt x="14980936" y="676658"/>
                  <a:pt x="14943018" y="676658"/>
                  <a:pt x="14906153" y="676658"/>
                </a:cubicBezTo>
                <a:cubicBezTo>
                  <a:pt x="14911946" y="650550"/>
                  <a:pt x="14940121" y="634232"/>
                  <a:pt x="14966848" y="632600"/>
                </a:cubicBezTo>
                <a:close/>
                <a:moveTo>
                  <a:pt x="13454765" y="625642"/>
                </a:moveTo>
                <a:cubicBezTo>
                  <a:pt x="13492482" y="627542"/>
                  <a:pt x="13521084" y="639703"/>
                  <a:pt x="13521084" y="673754"/>
                </a:cubicBezTo>
                <a:cubicBezTo>
                  <a:pt x="13464646" y="686726"/>
                  <a:pt x="13407143" y="693211"/>
                  <a:pt x="13349640" y="705102"/>
                </a:cubicBezTo>
                <a:cubicBezTo>
                  <a:pt x="13324083" y="705102"/>
                  <a:pt x="13280423" y="705102"/>
                  <a:pt x="13280423" y="647810"/>
                </a:cubicBezTo>
                <a:cubicBezTo>
                  <a:pt x="13303717" y="647810"/>
                  <a:pt x="13391902" y="622475"/>
                  <a:pt x="13454765" y="625642"/>
                </a:cubicBezTo>
                <a:close/>
                <a:moveTo>
                  <a:pt x="12167742" y="617572"/>
                </a:moveTo>
                <a:cubicBezTo>
                  <a:pt x="12167742" y="636915"/>
                  <a:pt x="12174191" y="649811"/>
                  <a:pt x="12187087" y="649811"/>
                </a:cubicBezTo>
                <a:cubicBezTo>
                  <a:pt x="12187087" y="630467"/>
                  <a:pt x="12180639" y="617572"/>
                  <a:pt x="12167742" y="617572"/>
                </a:cubicBezTo>
                <a:close/>
                <a:moveTo>
                  <a:pt x="15944156" y="616130"/>
                </a:moveTo>
                <a:cubicBezTo>
                  <a:pt x="15974702" y="628995"/>
                  <a:pt x="16006300" y="635427"/>
                  <a:pt x="16037898" y="648292"/>
                </a:cubicBezTo>
                <a:cubicBezTo>
                  <a:pt x="16018938" y="667589"/>
                  <a:pt x="15993660" y="686886"/>
                  <a:pt x="15981020" y="705111"/>
                </a:cubicBezTo>
                <a:cubicBezTo>
                  <a:pt x="15968382" y="699751"/>
                  <a:pt x="15956796" y="686886"/>
                  <a:pt x="15944156" y="674021"/>
                </a:cubicBezTo>
                <a:cubicBezTo>
                  <a:pt x="15944156" y="654724"/>
                  <a:pt x="15944156" y="635427"/>
                  <a:pt x="15944156" y="616130"/>
                </a:cubicBezTo>
                <a:close/>
                <a:moveTo>
                  <a:pt x="14844536" y="616129"/>
                </a:moveTo>
                <a:cubicBezTo>
                  <a:pt x="14856511" y="616129"/>
                  <a:pt x="14862498" y="628972"/>
                  <a:pt x="14862498" y="648235"/>
                </a:cubicBezTo>
                <a:cubicBezTo>
                  <a:pt x="14850523" y="648235"/>
                  <a:pt x="14844536" y="635393"/>
                  <a:pt x="14844536" y="616129"/>
                </a:cubicBezTo>
                <a:close/>
                <a:moveTo>
                  <a:pt x="14474837" y="582950"/>
                </a:moveTo>
                <a:cubicBezTo>
                  <a:pt x="14487962" y="582950"/>
                  <a:pt x="14487962" y="595793"/>
                  <a:pt x="14487962" y="615059"/>
                </a:cubicBezTo>
                <a:cubicBezTo>
                  <a:pt x="14474837" y="615059"/>
                  <a:pt x="14474837" y="602215"/>
                  <a:pt x="14474837" y="582950"/>
                </a:cubicBezTo>
                <a:close/>
                <a:moveTo>
                  <a:pt x="12242167" y="582109"/>
                </a:moveTo>
                <a:cubicBezTo>
                  <a:pt x="12230345" y="580497"/>
                  <a:pt x="12216106" y="585333"/>
                  <a:pt x="12206433" y="585333"/>
                </a:cubicBezTo>
                <a:cubicBezTo>
                  <a:pt x="12206433" y="636915"/>
                  <a:pt x="12244048" y="617572"/>
                  <a:pt x="12263393" y="617572"/>
                </a:cubicBezTo>
                <a:cubicBezTo>
                  <a:pt x="12263393" y="591780"/>
                  <a:pt x="12253989" y="583721"/>
                  <a:pt x="12242167" y="582109"/>
                </a:cubicBezTo>
                <a:close/>
                <a:moveTo>
                  <a:pt x="14199329" y="577557"/>
                </a:moveTo>
                <a:cubicBezTo>
                  <a:pt x="14211739" y="579951"/>
                  <a:pt x="14222597" y="592720"/>
                  <a:pt x="14222597" y="615065"/>
                </a:cubicBezTo>
                <a:cubicBezTo>
                  <a:pt x="14203982" y="608681"/>
                  <a:pt x="14185368" y="608681"/>
                  <a:pt x="14166753" y="602296"/>
                </a:cubicBezTo>
                <a:cubicBezTo>
                  <a:pt x="14172958" y="583143"/>
                  <a:pt x="14186919" y="575163"/>
                  <a:pt x="14199329" y="577557"/>
                </a:cubicBezTo>
                <a:close/>
                <a:moveTo>
                  <a:pt x="13668243" y="571593"/>
                </a:moveTo>
                <a:cubicBezTo>
                  <a:pt x="13674924" y="571057"/>
                  <a:pt x="13681695" y="571440"/>
                  <a:pt x="13688143" y="572052"/>
                </a:cubicBezTo>
                <a:cubicBezTo>
                  <a:pt x="13696741" y="572867"/>
                  <a:pt x="13704765" y="574091"/>
                  <a:pt x="13711239" y="574091"/>
                </a:cubicBezTo>
                <a:cubicBezTo>
                  <a:pt x="13769503" y="580618"/>
                  <a:pt x="13827767" y="574091"/>
                  <a:pt x="13886031" y="574091"/>
                </a:cubicBezTo>
                <a:cubicBezTo>
                  <a:pt x="13801872" y="587145"/>
                  <a:pt x="13711239" y="600199"/>
                  <a:pt x="13621685" y="619780"/>
                </a:cubicBezTo>
                <a:cubicBezTo>
                  <a:pt x="13628968" y="583066"/>
                  <a:pt x="13648200" y="573199"/>
                  <a:pt x="13668243" y="571593"/>
                </a:cubicBezTo>
                <a:close/>
                <a:moveTo>
                  <a:pt x="14158289" y="566983"/>
                </a:moveTo>
                <a:cubicBezTo>
                  <a:pt x="14159304" y="565486"/>
                  <a:pt x="14161336" y="566983"/>
                  <a:pt x="14165399" y="569977"/>
                </a:cubicBezTo>
                <a:cubicBezTo>
                  <a:pt x="14165399" y="575964"/>
                  <a:pt x="14165399" y="575964"/>
                  <a:pt x="14157273" y="581951"/>
                </a:cubicBezTo>
                <a:cubicBezTo>
                  <a:pt x="14157273" y="572970"/>
                  <a:pt x="14157273" y="568480"/>
                  <a:pt x="14158289" y="566983"/>
                </a:cubicBezTo>
                <a:close/>
                <a:moveTo>
                  <a:pt x="11506785" y="559541"/>
                </a:moveTo>
                <a:cubicBezTo>
                  <a:pt x="11506785" y="578885"/>
                  <a:pt x="11513233" y="585333"/>
                  <a:pt x="11526130" y="585333"/>
                </a:cubicBezTo>
                <a:cubicBezTo>
                  <a:pt x="11526130" y="565989"/>
                  <a:pt x="11519682" y="559541"/>
                  <a:pt x="11506785" y="559541"/>
                </a:cubicBezTo>
                <a:close/>
                <a:moveTo>
                  <a:pt x="13920286" y="559254"/>
                </a:moveTo>
                <a:cubicBezTo>
                  <a:pt x="13932261" y="559254"/>
                  <a:pt x="13938248" y="566078"/>
                  <a:pt x="13938248" y="586553"/>
                </a:cubicBezTo>
                <a:cubicBezTo>
                  <a:pt x="13926273" y="586553"/>
                  <a:pt x="13920286" y="579728"/>
                  <a:pt x="13920286" y="559254"/>
                </a:cubicBezTo>
                <a:close/>
                <a:moveTo>
                  <a:pt x="15604568" y="559251"/>
                </a:moveTo>
                <a:cubicBezTo>
                  <a:pt x="15713582" y="578288"/>
                  <a:pt x="15815116" y="597325"/>
                  <a:pt x="15924130" y="616362"/>
                </a:cubicBezTo>
                <a:cubicBezTo>
                  <a:pt x="15924130" y="686165"/>
                  <a:pt x="15821528" y="654436"/>
                  <a:pt x="15802290" y="648091"/>
                </a:cubicBezTo>
                <a:cubicBezTo>
                  <a:pt x="15752058" y="635399"/>
                  <a:pt x="15707170" y="629054"/>
                  <a:pt x="15662282" y="622708"/>
                </a:cubicBezTo>
                <a:cubicBezTo>
                  <a:pt x="15649456" y="622708"/>
                  <a:pt x="15630218" y="622708"/>
                  <a:pt x="15610980" y="622708"/>
                </a:cubicBezTo>
                <a:cubicBezTo>
                  <a:pt x="15598154" y="616362"/>
                  <a:pt x="15604568" y="571943"/>
                  <a:pt x="15604568" y="559251"/>
                </a:cubicBezTo>
                <a:close/>
                <a:moveTo>
                  <a:pt x="14308592" y="558611"/>
                </a:moveTo>
                <a:cubicBezTo>
                  <a:pt x="14343180" y="562581"/>
                  <a:pt x="14380912" y="578292"/>
                  <a:pt x="14402667" y="581883"/>
                </a:cubicBezTo>
                <a:cubicBezTo>
                  <a:pt x="14351099" y="581883"/>
                  <a:pt x="14299531" y="581883"/>
                  <a:pt x="14242591" y="581883"/>
                </a:cubicBezTo>
                <a:cubicBezTo>
                  <a:pt x="14250648" y="569115"/>
                  <a:pt x="14262265" y="562332"/>
                  <a:pt x="14275761" y="559439"/>
                </a:cubicBezTo>
                <a:cubicBezTo>
                  <a:pt x="14285883" y="557270"/>
                  <a:pt x="14297063" y="557288"/>
                  <a:pt x="14308592" y="558611"/>
                </a:cubicBezTo>
                <a:close/>
                <a:moveTo>
                  <a:pt x="14038648" y="548746"/>
                </a:moveTo>
                <a:cubicBezTo>
                  <a:pt x="14059056" y="550359"/>
                  <a:pt x="14082491" y="560033"/>
                  <a:pt x="14094604" y="560033"/>
                </a:cubicBezTo>
                <a:cubicBezTo>
                  <a:pt x="14094604" y="624533"/>
                  <a:pt x="14019821" y="585833"/>
                  <a:pt x="14000862" y="585833"/>
                </a:cubicBezTo>
                <a:cubicBezTo>
                  <a:pt x="14000862" y="553583"/>
                  <a:pt x="14018241" y="547133"/>
                  <a:pt x="14038648" y="548746"/>
                </a:cubicBezTo>
                <a:close/>
                <a:moveTo>
                  <a:pt x="13957208" y="497634"/>
                </a:moveTo>
                <a:cubicBezTo>
                  <a:pt x="13957208" y="516435"/>
                  <a:pt x="13951221" y="529707"/>
                  <a:pt x="13939246" y="529707"/>
                </a:cubicBezTo>
                <a:cubicBezTo>
                  <a:pt x="13939246" y="503164"/>
                  <a:pt x="13945233" y="497634"/>
                  <a:pt x="13957208" y="497634"/>
                </a:cubicBezTo>
                <a:close/>
                <a:moveTo>
                  <a:pt x="13563987" y="483352"/>
                </a:moveTo>
                <a:cubicBezTo>
                  <a:pt x="13586136" y="484303"/>
                  <a:pt x="13610747" y="494078"/>
                  <a:pt x="13620591" y="494078"/>
                </a:cubicBezTo>
                <a:cubicBezTo>
                  <a:pt x="13620591" y="558164"/>
                  <a:pt x="13548400" y="525578"/>
                  <a:pt x="13522149" y="525578"/>
                </a:cubicBezTo>
                <a:cubicBezTo>
                  <a:pt x="13522149" y="490277"/>
                  <a:pt x="13541837" y="482402"/>
                  <a:pt x="13563987" y="483352"/>
                </a:cubicBezTo>
                <a:close/>
                <a:moveTo>
                  <a:pt x="13394797" y="464807"/>
                </a:moveTo>
                <a:cubicBezTo>
                  <a:pt x="13404105" y="463504"/>
                  <a:pt x="13414915" y="464722"/>
                  <a:pt x="13427727" y="467969"/>
                </a:cubicBezTo>
                <a:cubicBezTo>
                  <a:pt x="13453351" y="474465"/>
                  <a:pt x="13485380" y="474465"/>
                  <a:pt x="13503531" y="493950"/>
                </a:cubicBezTo>
                <a:cubicBezTo>
                  <a:pt x="13516342" y="499363"/>
                  <a:pt x="13503531" y="538333"/>
                  <a:pt x="13503531" y="557819"/>
                </a:cubicBezTo>
                <a:cubicBezTo>
                  <a:pt x="13497125" y="629265"/>
                  <a:pt x="13414915" y="596789"/>
                  <a:pt x="13382886" y="603284"/>
                </a:cubicBezTo>
                <a:cubicBezTo>
                  <a:pt x="13325233" y="603284"/>
                  <a:pt x="13268647" y="609779"/>
                  <a:pt x="13204588" y="616274"/>
                </a:cubicBezTo>
                <a:cubicBezTo>
                  <a:pt x="13204588" y="551323"/>
                  <a:pt x="13312421" y="564314"/>
                  <a:pt x="13338044" y="557819"/>
                </a:cubicBezTo>
                <a:cubicBezTo>
                  <a:pt x="13352458" y="495303"/>
                  <a:pt x="13366871" y="468714"/>
                  <a:pt x="13394797" y="464807"/>
                </a:cubicBezTo>
                <a:close/>
                <a:moveTo>
                  <a:pt x="15519158" y="464455"/>
                </a:moveTo>
                <a:cubicBezTo>
                  <a:pt x="15519158" y="483693"/>
                  <a:pt x="15525636" y="509343"/>
                  <a:pt x="15525636" y="527512"/>
                </a:cubicBezTo>
                <a:cubicBezTo>
                  <a:pt x="15545068" y="527512"/>
                  <a:pt x="15563422" y="527512"/>
                  <a:pt x="15582856" y="527512"/>
                </a:cubicBezTo>
                <a:cubicBezTo>
                  <a:pt x="15576378" y="540338"/>
                  <a:pt x="15569900" y="572400"/>
                  <a:pt x="15556944" y="572400"/>
                </a:cubicBezTo>
                <a:cubicBezTo>
                  <a:pt x="15538592" y="572400"/>
                  <a:pt x="15525636" y="572400"/>
                  <a:pt x="15506202" y="565988"/>
                </a:cubicBezTo>
                <a:cubicBezTo>
                  <a:pt x="15467336" y="553163"/>
                  <a:pt x="15428470" y="527512"/>
                  <a:pt x="15389604" y="509343"/>
                </a:cubicBezTo>
                <a:cubicBezTo>
                  <a:pt x="15415514" y="509343"/>
                  <a:pt x="15441426" y="509343"/>
                  <a:pt x="15467336" y="509343"/>
                </a:cubicBezTo>
                <a:cubicBezTo>
                  <a:pt x="15486770" y="501862"/>
                  <a:pt x="15499724" y="483693"/>
                  <a:pt x="15519158" y="464455"/>
                </a:cubicBezTo>
                <a:close/>
                <a:moveTo>
                  <a:pt x="13765350" y="461326"/>
                </a:moveTo>
                <a:cubicBezTo>
                  <a:pt x="13777455" y="461326"/>
                  <a:pt x="13791290" y="465134"/>
                  <a:pt x="13791290" y="495604"/>
                </a:cubicBezTo>
                <a:cubicBezTo>
                  <a:pt x="13772844" y="495604"/>
                  <a:pt x="13754398" y="501246"/>
                  <a:pt x="13754398" y="461749"/>
                </a:cubicBezTo>
                <a:cubicBezTo>
                  <a:pt x="13757472" y="461749"/>
                  <a:pt x="13761315" y="461326"/>
                  <a:pt x="13765350" y="461326"/>
                </a:cubicBezTo>
                <a:close/>
                <a:moveTo>
                  <a:pt x="15318510" y="398101"/>
                </a:moveTo>
                <a:cubicBezTo>
                  <a:pt x="15330486" y="398101"/>
                  <a:pt x="15336474" y="410943"/>
                  <a:pt x="15336474" y="430207"/>
                </a:cubicBezTo>
                <a:cubicBezTo>
                  <a:pt x="15323500" y="430207"/>
                  <a:pt x="15318510" y="417364"/>
                  <a:pt x="15318510" y="398101"/>
                </a:cubicBezTo>
                <a:close/>
                <a:moveTo>
                  <a:pt x="12650983" y="396298"/>
                </a:moveTo>
                <a:cubicBezTo>
                  <a:pt x="12602470" y="399018"/>
                  <a:pt x="12558943" y="417152"/>
                  <a:pt x="12558943" y="431660"/>
                </a:cubicBezTo>
                <a:cubicBezTo>
                  <a:pt x="12604082" y="418764"/>
                  <a:pt x="12654594" y="412316"/>
                  <a:pt x="12699732" y="399421"/>
                </a:cubicBezTo>
                <a:cubicBezTo>
                  <a:pt x="12683880" y="396197"/>
                  <a:pt x="12667155" y="395391"/>
                  <a:pt x="12650983" y="396298"/>
                </a:cubicBezTo>
                <a:close/>
                <a:moveTo>
                  <a:pt x="12437499" y="386525"/>
                </a:moveTo>
                <a:cubicBezTo>
                  <a:pt x="12418154" y="392973"/>
                  <a:pt x="12411705" y="425212"/>
                  <a:pt x="12398809" y="438108"/>
                </a:cubicBezTo>
                <a:cubicBezTo>
                  <a:pt x="12366567" y="457451"/>
                  <a:pt x="12327877" y="431660"/>
                  <a:pt x="12295635" y="431660"/>
                </a:cubicBezTo>
                <a:cubicBezTo>
                  <a:pt x="12295635" y="444555"/>
                  <a:pt x="12295635" y="457451"/>
                  <a:pt x="12295635" y="463899"/>
                </a:cubicBezTo>
                <a:cubicBezTo>
                  <a:pt x="12366567" y="457451"/>
                  <a:pt x="12443947" y="470347"/>
                  <a:pt x="12500908" y="412316"/>
                </a:cubicBezTo>
                <a:cubicBezTo>
                  <a:pt x="12481563" y="405869"/>
                  <a:pt x="12462218" y="380077"/>
                  <a:pt x="12437499" y="386525"/>
                </a:cubicBezTo>
                <a:close/>
                <a:moveTo>
                  <a:pt x="12353670" y="373629"/>
                </a:moveTo>
                <a:cubicBezTo>
                  <a:pt x="12353670" y="405869"/>
                  <a:pt x="12379464" y="399421"/>
                  <a:pt x="12392360" y="399421"/>
                </a:cubicBezTo>
                <a:cubicBezTo>
                  <a:pt x="12392360" y="367182"/>
                  <a:pt x="12366567" y="373629"/>
                  <a:pt x="12353670" y="373629"/>
                </a:cubicBezTo>
                <a:close/>
                <a:moveTo>
                  <a:pt x="12558943" y="341390"/>
                </a:moveTo>
                <a:cubicBezTo>
                  <a:pt x="12558943" y="360734"/>
                  <a:pt x="12565391" y="373629"/>
                  <a:pt x="12578288" y="373629"/>
                </a:cubicBezTo>
                <a:cubicBezTo>
                  <a:pt x="12578288" y="354286"/>
                  <a:pt x="12571840" y="341390"/>
                  <a:pt x="12558943" y="341390"/>
                </a:cubicBezTo>
                <a:close/>
                <a:moveTo>
                  <a:pt x="14713667" y="304568"/>
                </a:moveTo>
                <a:cubicBezTo>
                  <a:pt x="14725253" y="306319"/>
                  <a:pt x="14734470" y="314398"/>
                  <a:pt x="14734470" y="339712"/>
                </a:cubicBezTo>
                <a:cubicBezTo>
                  <a:pt x="14716564" y="339712"/>
                  <a:pt x="14678645" y="359102"/>
                  <a:pt x="14678645" y="307396"/>
                </a:cubicBezTo>
                <a:cubicBezTo>
                  <a:pt x="14688124" y="307396"/>
                  <a:pt x="14702081" y="302818"/>
                  <a:pt x="14713667" y="304568"/>
                </a:cubicBezTo>
                <a:close/>
                <a:moveTo>
                  <a:pt x="13436834" y="284347"/>
                </a:moveTo>
                <a:cubicBezTo>
                  <a:pt x="13448809" y="284347"/>
                  <a:pt x="13454796" y="290271"/>
                  <a:pt x="13454796" y="307056"/>
                </a:cubicBezTo>
                <a:cubicBezTo>
                  <a:pt x="13442821" y="307056"/>
                  <a:pt x="13436834" y="302119"/>
                  <a:pt x="13436834" y="284347"/>
                </a:cubicBezTo>
                <a:close/>
                <a:moveTo>
                  <a:pt x="14337383" y="284347"/>
                </a:moveTo>
                <a:cubicBezTo>
                  <a:pt x="14356951" y="284347"/>
                  <a:pt x="14383041" y="284347"/>
                  <a:pt x="14409132" y="284347"/>
                </a:cubicBezTo>
                <a:cubicBezTo>
                  <a:pt x="14422177" y="284347"/>
                  <a:pt x="14435222" y="284347"/>
                  <a:pt x="14454790" y="284347"/>
                </a:cubicBezTo>
                <a:cubicBezTo>
                  <a:pt x="14454790" y="290271"/>
                  <a:pt x="14454790" y="295208"/>
                  <a:pt x="14454790" y="307056"/>
                </a:cubicBezTo>
                <a:cubicBezTo>
                  <a:pt x="14428699" y="307056"/>
                  <a:pt x="14402609" y="307056"/>
                  <a:pt x="14383041" y="307056"/>
                </a:cubicBezTo>
                <a:cubicBezTo>
                  <a:pt x="14363473" y="307056"/>
                  <a:pt x="14350428" y="307056"/>
                  <a:pt x="14337383" y="307056"/>
                </a:cubicBezTo>
                <a:cubicBezTo>
                  <a:pt x="14337383" y="295208"/>
                  <a:pt x="14337383" y="290271"/>
                  <a:pt x="14337383" y="284347"/>
                </a:cubicBezTo>
                <a:close/>
                <a:moveTo>
                  <a:pt x="13691975" y="240912"/>
                </a:moveTo>
                <a:cubicBezTo>
                  <a:pt x="13689288" y="240912"/>
                  <a:pt x="13687609" y="242121"/>
                  <a:pt x="13687810" y="245748"/>
                </a:cubicBezTo>
                <a:lnTo>
                  <a:pt x="13688089" y="246505"/>
                </a:lnTo>
                <a:lnTo>
                  <a:pt x="13694072" y="241390"/>
                </a:lnTo>
                <a:close/>
                <a:moveTo>
                  <a:pt x="13855064" y="1806"/>
                </a:moveTo>
                <a:cubicBezTo>
                  <a:pt x="13867961" y="8254"/>
                  <a:pt x="13874409" y="21149"/>
                  <a:pt x="13880858" y="34045"/>
                </a:cubicBezTo>
                <a:cubicBezTo>
                  <a:pt x="13900203" y="34045"/>
                  <a:pt x="13912025" y="34045"/>
                  <a:pt x="13931370" y="34045"/>
                </a:cubicBezTo>
                <a:cubicBezTo>
                  <a:pt x="13957163" y="34045"/>
                  <a:pt x="13989405" y="27597"/>
                  <a:pt x="14021647" y="34045"/>
                </a:cubicBezTo>
                <a:cubicBezTo>
                  <a:pt x="14143091" y="34045"/>
                  <a:pt x="14272059" y="53388"/>
                  <a:pt x="14393503" y="98523"/>
                </a:cubicBezTo>
                <a:cubicBezTo>
                  <a:pt x="14393503" y="72732"/>
                  <a:pt x="14393503" y="53388"/>
                  <a:pt x="14393503" y="34045"/>
                </a:cubicBezTo>
                <a:cubicBezTo>
                  <a:pt x="14412848" y="34045"/>
                  <a:pt x="14432193" y="34045"/>
                  <a:pt x="14451538" y="40493"/>
                </a:cubicBezTo>
                <a:cubicBezTo>
                  <a:pt x="14579431" y="46941"/>
                  <a:pt x="14707323" y="53388"/>
                  <a:pt x="14836290" y="72732"/>
                </a:cubicBezTo>
                <a:cubicBezTo>
                  <a:pt x="14900774" y="85627"/>
                  <a:pt x="14964183" y="98523"/>
                  <a:pt x="15022218" y="116792"/>
                </a:cubicBezTo>
                <a:cubicBezTo>
                  <a:pt x="15080254" y="136135"/>
                  <a:pt x="15131840" y="168374"/>
                  <a:pt x="15188802" y="187718"/>
                </a:cubicBezTo>
                <a:cubicBezTo>
                  <a:pt x="15317768" y="219957"/>
                  <a:pt x="15439212" y="226405"/>
                  <a:pt x="15567106" y="252196"/>
                </a:cubicBezTo>
                <a:cubicBezTo>
                  <a:pt x="15689624" y="277987"/>
                  <a:pt x="15817518" y="309151"/>
                  <a:pt x="15946484" y="334943"/>
                </a:cubicBezTo>
                <a:cubicBezTo>
                  <a:pt x="16074376" y="367182"/>
                  <a:pt x="16202270" y="399421"/>
                  <a:pt x="16331236" y="425212"/>
                </a:cubicBezTo>
                <a:cubicBezTo>
                  <a:pt x="16452680" y="451003"/>
                  <a:pt x="16580574" y="470347"/>
                  <a:pt x="16703092" y="520854"/>
                </a:cubicBezTo>
                <a:cubicBezTo>
                  <a:pt x="16830987" y="565989"/>
                  <a:pt x="16953503" y="624019"/>
                  <a:pt x="17074947" y="675602"/>
                </a:cubicBezTo>
                <a:cubicBezTo>
                  <a:pt x="17139431" y="701393"/>
                  <a:pt x="17196391" y="726110"/>
                  <a:pt x="17260875" y="751901"/>
                </a:cubicBezTo>
                <a:cubicBezTo>
                  <a:pt x="17286671" y="764797"/>
                  <a:pt x="17338255" y="777692"/>
                  <a:pt x="17338255" y="835722"/>
                </a:cubicBezTo>
                <a:cubicBezTo>
                  <a:pt x="17267323" y="816379"/>
                  <a:pt x="17203915" y="797036"/>
                  <a:pt x="17139431" y="777692"/>
                </a:cubicBezTo>
                <a:cubicBezTo>
                  <a:pt x="16632160" y="624019"/>
                  <a:pt x="16119514" y="489690"/>
                  <a:pt x="15605794" y="392973"/>
                </a:cubicBezTo>
                <a:cubicBezTo>
                  <a:pt x="15093150" y="296256"/>
                  <a:pt x="14572982" y="258644"/>
                  <a:pt x="14053889" y="219957"/>
                </a:cubicBezTo>
                <a:cubicBezTo>
                  <a:pt x="14053889" y="239300"/>
                  <a:pt x="14060337" y="284435"/>
                  <a:pt x="14040992" y="284435"/>
                </a:cubicBezTo>
                <a:cubicBezTo>
                  <a:pt x="14021647" y="284435"/>
                  <a:pt x="14028095" y="232852"/>
                  <a:pt x="14021647" y="219957"/>
                </a:cubicBezTo>
                <a:cubicBezTo>
                  <a:pt x="13957163" y="277987"/>
                  <a:pt x="13880858" y="194166"/>
                  <a:pt x="13809926" y="219957"/>
                </a:cubicBezTo>
                <a:cubicBezTo>
                  <a:pt x="13777684" y="232852"/>
                  <a:pt x="13745442" y="258644"/>
                  <a:pt x="13713200" y="245748"/>
                </a:cubicBezTo>
                <a:lnTo>
                  <a:pt x="13696151" y="241864"/>
                </a:lnTo>
                <a:lnTo>
                  <a:pt x="13701260" y="250600"/>
                </a:lnTo>
                <a:cubicBezTo>
                  <a:pt x="13698765" y="254012"/>
                  <a:pt x="13697518" y="257425"/>
                  <a:pt x="13695273" y="258278"/>
                </a:cubicBezTo>
                <a:lnTo>
                  <a:pt x="13692173" y="257601"/>
                </a:lnTo>
                <a:lnTo>
                  <a:pt x="13694930" y="265091"/>
                </a:lnTo>
                <a:cubicBezTo>
                  <a:pt x="13598205" y="258644"/>
                  <a:pt x="13501479" y="252196"/>
                  <a:pt x="13412277" y="252196"/>
                </a:cubicBezTo>
                <a:cubicBezTo>
                  <a:pt x="13412277" y="265091"/>
                  <a:pt x="13418725" y="290883"/>
                  <a:pt x="13412277" y="303778"/>
                </a:cubicBezTo>
                <a:cubicBezTo>
                  <a:pt x="13405828" y="315599"/>
                  <a:pt x="13367138" y="315599"/>
                  <a:pt x="13360690" y="315599"/>
                </a:cubicBezTo>
                <a:cubicBezTo>
                  <a:pt x="13334896" y="309151"/>
                  <a:pt x="13334896" y="277987"/>
                  <a:pt x="13322000" y="258644"/>
                </a:cubicBezTo>
                <a:cubicBezTo>
                  <a:pt x="13309103" y="239300"/>
                  <a:pt x="13277936" y="245748"/>
                  <a:pt x="13277936" y="284435"/>
                </a:cubicBezTo>
                <a:cubicBezTo>
                  <a:pt x="13289758" y="284435"/>
                  <a:pt x="13302654" y="284435"/>
                  <a:pt x="13315551" y="284435"/>
                </a:cubicBezTo>
                <a:cubicBezTo>
                  <a:pt x="13315551" y="315599"/>
                  <a:pt x="13284384" y="315599"/>
                  <a:pt x="13270413" y="309151"/>
                </a:cubicBezTo>
                <a:cubicBezTo>
                  <a:pt x="13252142" y="303778"/>
                  <a:pt x="13258591" y="271539"/>
                  <a:pt x="13258591" y="252196"/>
                </a:cubicBezTo>
                <a:cubicBezTo>
                  <a:pt x="13213452" y="277987"/>
                  <a:pt x="13161865" y="290883"/>
                  <a:pt x="13116727" y="290883"/>
                </a:cubicBezTo>
                <a:cubicBezTo>
                  <a:pt x="13103830" y="290883"/>
                  <a:pt x="13084485" y="277987"/>
                  <a:pt x="13079111" y="303778"/>
                </a:cubicBezTo>
                <a:cubicBezTo>
                  <a:pt x="13072663" y="328495"/>
                  <a:pt x="13065140" y="341390"/>
                  <a:pt x="13046869" y="347838"/>
                </a:cubicBezTo>
                <a:cubicBezTo>
                  <a:pt x="13008179" y="360734"/>
                  <a:pt x="12963041" y="354286"/>
                  <a:pt x="12924350" y="360734"/>
                </a:cubicBezTo>
                <a:cubicBezTo>
                  <a:pt x="12872764" y="367182"/>
                  <a:pt x="12822251" y="380077"/>
                  <a:pt x="12770664" y="386525"/>
                </a:cubicBezTo>
                <a:cubicBezTo>
                  <a:pt x="12898557" y="386525"/>
                  <a:pt x="13021076" y="380077"/>
                  <a:pt x="13148968" y="373629"/>
                </a:cubicBezTo>
                <a:cubicBezTo>
                  <a:pt x="13181210" y="373629"/>
                  <a:pt x="13219900" y="373629"/>
                  <a:pt x="13252142" y="380077"/>
                </a:cubicBezTo>
                <a:cubicBezTo>
                  <a:pt x="13277936" y="380077"/>
                  <a:pt x="13296206" y="360734"/>
                  <a:pt x="13322000" y="347838"/>
                </a:cubicBezTo>
                <a:cubicBezTo>
                  <a:pt x="13367138" y="322047"/>
                  <a:pt x="13425173" y="341390"/>
                  <a:pt x="13470312" y="341390"/>
                </a:cubicBezTo>
                <a:cubicBezTo>
                  <a:pt x="13598205" y="347838"/>
                  <a:pt x="13726097" y="354286"/>
                  <a:pt x="13855064" y="347838"/>
                </a:cubicBezTo>
                <a:cubicBezTo>
                  <a:pt x="13963612" y="347838"/>
                  <a:pt x="14073234" y="341390"/>
                  <a:pt x="14175333" y="373629"/>
                </a:cubicBezTo>
                <a:cubicBezTo>
                  <a:pt x="14194678" y="380077"/>
                  <a:pt x="14214023" y="386525"/>
                  <a:pt x="14226920" y="360734"/>
                </a:cubicBezTo>
                <a:cubicBezTo>
                  <a:pt x="14233368" y="341390"/>
                  <a:pt x="14233368" y="315599"/>
                  <a:pt x="14252713" y="322047"/>
                </a:cubicBezTo>
                <a:cubicBezTo>
                  <a:pt x="14284955" y="322047"/>
                  <a:pt x="14322571" y="367182"/>
                  <a:pt x="14361261" y="373629"/>
                </a:cubicBezTo>
                <a:cubicBezTo>
                  <a:pt x="14419296" y="386525"/>
                  <a:pt x="14477331" y="386525"/>
                  <a:pt x="14540740" y="392973"/>
                </a:cubicBezTo>
                <a:cubicBezTo>
                  <a:pt x="14598776" y="399421"/>
                  <a:pt x="14663259" y="405869"/>
                  <a:pt x="14726668" y="412316"/>
                </a:cubicBezTo>
                <a:cubicBezTo>
                  <a:pt x="14855636" y="431660"/>
                  <a:pt x="14983528" y="451003"/>
                  <a:pt x="15117870" y="463899"/>
                </a:cubicBezTo>
                <a:cubicBezTo>
                  <a:pt x="15163008" y="470347"/>
                  <a:pt x="15214594" y="476794"/>
                  <a:pt x="15266182" y="476794"/>
                </a:cubicBezTo>
                <a:cubicBezTo>
                  <a:pt x="15285526" y="476794"/>
                  <a:pt x="15337114" y="476794"/>
                  <a:pt x="15337114" y="527302"/>
                </a:cubicBezTo>
                <a:cubicBezTo>
                  <a:pt x="15214594" y="540198"/>
                  <a:pt x="15099598" y="476794"/>
                  <a:pt x="14977080" y="509033"/>
                </a:cubicBezTo>
                <a:cubicBezTo>
                  <a:pt x="14957735" y="514407"/>
                  <a:pt x="14938390" y="540198"/>
                  <a:pt x="14926568" y="496138"/>
                </a:cubicBezTo>
                <a:cubicBezTo>
                  <a:pt x="14920119" y="463899"/>
                  <a:pt x="14894326" y="463899"/>
                  <a:pt x="14874981" y="470347"/>
                </a:cubicBezTo>
                <a:cubicBezTo>
                  <a:pt x="14816945" y="476794"/>
                  <a:pt x="14758910" y="476794"/>
                  <a:pt x="14701950" y="476794"/>
                </a:cubicBezTo>
                <a:cubicBezTo>
                  <a:pt x="14445090" y="476794"/>
                  <a:pt x="14188230" y="451003"/>
                  <a:pt x="13931370" y="438108"/>
                </a:cubicBezTo>
                <a:cubicBezTo>
                  <a:pt x="13797029" y="438108"/>
                  <a:pt x="13669137" y="431660"/>
                  <a:pt x="13540169" y="438108"/>
                </a:cubicBezTo>
                <a:cubicBezTo>
                  <a:pt x="13489657" y="438108"/>
                  <a:pt x="13431622" y="425212"/>
                  <a:pt x="13380035" y="438108"/>
                </a:cubicBezTo>
                <a:cubicBezTo>
                  <a:pt x="13367138" y="444555"/>
                  <a:pt x="13354241" y="463899"/>
                  <a:pt x="13334896" y="463899"/>
                </a:cubicBezTo>
                <a:cubicBezTo>
                  <a:pt x="13322000" y="470347"/>
                  <a:pt x="13302654" y="463899"/>
                  <a:pt x="13289758" y="457451"/>
                </a:cubicBezTo>
                <a:cubicBezTo>
                  <a:pt x="13181210" y="431660"/>
                  <a:pt x="13065140" y="483242"/>
                  <a:pt x="12956592" y="501511"/>
                </a:cubicBezTo>
                <a:cubicBezTo>
                  <a:pt x="12828700" y="520854"/>
                  <a:pt x="12699732" y="527302"/>
                  <a:pt x="12571840" y="546646"/>
                </a:cubicBezTo>
                <a:cubicBezTo>
                  <a:pt x="12507356" y="553094"/>
                  <a:pt x="12443947" y="565989"/>
                  <a:pt x="12373015" y="572437"/>
                </a:cubicBezTo>
                <a:cubicBezTo>
                  <a:pt x="12353670" y="572437"/>
                  <a:pt x="12321428" y="565989"/>
                  <a:pt x="12302083" y="585333"/>
                </a:cubicBezTo>
                <a:cubicBezTo>
                  <a:pt x="12295635" y="598228"/>
                  <a:pt x="12302083" y="617572"/>
                  <a:pt x="12295635" y="636915"/>
                </a:cubicBezTo>
                <a:cubicBezTo>
                  <a:pt x="12289187" y="706766"/>
                  <a:pt x="12174191" y="675602"/>
                  <a:pt x="12148397" y="675602"/>
                </a:cubicBezTo>
                <a:cubicBezTo>
                  <a:pt x="12148397" y="649811"/>
                  <a:pt x="12154846" y="624019"/>
                  <a:pt x="12129052" y="617572"/>
                </a:cubicBezTo>
                <a:cubicBezTo>
                  <a:pt x="12109707" y="611124"/>
                  <a:pt x="12090362" y="617572"/>
                  <a:pt x="12071017" y="617572"/>
                </a:cubicBezTo>
                <a:cubicBezTo>
                  <a:pt x="12071017" y="656258"/>
                  <a:pt x="12109707" y="643363"/>
                  <a:pt x="12109707" y="675602"/>
                </a:cubicBezTo>
                <a:cubicBezTo>
                  <a:pt x="12071017" y="688497"/>
                  <a:pt x="12033401" y="694945"/>
                  <a:pt x="11994711" y="706766"/>
                </a:cubicBezTo>
                <a:cubicBezTo>
                  <a:pt x="11994711" y="688497"/>
                  <a:pt x="11994711" y="669154"/>
                  <a:pt x="11994711" y="649811"/>
                </a:cubicBezTo>
                <a:cubicBezTo>
                  <a:pt x="11962469" y="675602"/>
                  <a:pt x="11930228" y="706766"/>
                  <a:pt x="11897986" y="732557"/>
                </a:cubicBezTo>
                <a:cubicBezTo>
                  <a:pt x="11872192" y="669154"/>
                  <a:pt x="11828129" y="662706"/>
                  <a:pt x="11782990" y="675602"/>
                </a:cubicBezTo>
                <a:cubicBezTo>
                  <a:pt x="11770093" y="675602"/>
                  <a:pt x="11757197" y="694945"/>
                  <a:pt x="11776542" y="706766"/>
                </a:cubicBezTo>
                <a:cubicBezTo>
                  <a:pt x="11795887" y="719662"/>
                  <a:pt x="11821680" y="706766"/>
                  <a:pt x="11841025" y="706766"/>
                </a:cubicBezTo>
                <a:cubicBezTo>
                  <a:pt x="11846399" y="706766"/>
                  <a:pt x="11872192" y="719662"/>
                  <a:pt x="11865744" y="739005"/>
                </a:cubicBezTo>
                <a:cubicBezTo>
                  <a:pt x="11852847" y="758349"/>
                  <a:pt x="11808783" y="745453"/>
                  <a:pt x="11795887" y="739005"/>
                </a:cubicBezTo>
                <a:cubicBezTo>
                  <a:pt x="11782990" y="735781"/>
                  <a:pt x="11770093" y="730946"/>
                  <a:pt x="11757197" y="726244"/>
                </a:cubicBezTo>
                <a:lnTo>
                  <a:pt x="11745513" y="722634"/>
                </a:lnTo>
                <a:lnTo>
                  <a:pt x="11718506" y="714289"/>
                </a:lnTo>
                <a:cubicBezTo>
                  <a:pt x="11692713" y="706766"/>
                  <a:pt x="11666919" y="714289"/>
                  <a:pt x="11635752" y="706766"/>
                </a:cubicBezTo>
                <a:cubicBezTo>
                  <a:pt x="11635752" y="758349"/>
                  <a:pt x="11705610" y="739005"/>
                  <a:pt x="11673368" y="803483"/>
                </a:cubicBezTo>
                <a:cubicBezTo>
                  <a:pt x="11654023" y="829275"/>
                  <a:pt x="11622856" y="809931"/>
                  <a:pt x="11603510" y="809931"/>
                </a:cubicBezTo>
                <a:cubicBezTo>
                  <a:pt x="11571269" y="816379"/>
                  <a:pt x="11545475" y="829275"/>
                  <a:pt x="11519682" y="822827"/>
                </a:cubicBezTo>
                <a:cubicBezTo>
                  <a:pt x="11493888" y="822827"/>
                  <a:pt x="11493888" y="771244"/>
                  <a:pt x="11468095" y="771244"/>
                </a:cubicBezTo>
                <a:cubicBezTo>
                  <a:pt x="11448750" y="777692"/>
                  <a:pt x="11435853" y="797036"/>
                  <a:pt x="11417583" y="809931"/>
                </a:cubicBezTo>
                <a:cubicBezTo>
                  <a:pt x="11398238" y="829275"/>
                  <a:pt x="11346651" y="867961"/>
                  <a:pt x="11327306" y="848618"/>
                </a:cubicBezTo>
                <a:cubicBezTo>
                  <a:pt x="11320857" y="835722"/>
                  <a:pt x="11320857" y="816379"/>
                  <a:pt x="11314409" y="803483"/>
                </a:cubicBezTo>
                <a:cubicBezTo>
                  <a:pt x="11301512" y="803483"/>
                  <a:pt x="11288615" y="809931"/>
                  <a:pt x="11275719" y="816379"/>
                </a:cubicBezTo>
                <a:cubicBezTo>
                  <a:pt x="11282167" y="829275"/>
                  <a:pt x="11282167" y="848618"/>
                  <a:pt x="11288615" y="861514"/>
                </a:cubicBezTo>
                <a:cubicBezTo>
                  <a:pt x="11212310" y="893753"/>
                  <a:pt x="11134929" y="937813"/>
                  <a:pt x="11051101" y="937813"/>
                </a:cubicBezTo>
                <a:cubicBezTo>
                  <a:pt x="11083342" y="919544"/>
                  <a:pt x="11115584" y="893753"/>
                  <a:pt x="11147826" y="874409"/>
                </a:cubicBezTo>
                <a:cubicBezTo>
                  <a:pt x="11102688" y="880857"/>
                  <a:pt x="11057549" y="874409"/>
                  <a:pt x="11012410" y="900201"/>
                </a:cubicBezTo>
                <a:cubicBezTo>
                  <a:pt x="10974795" y="924917"/>
                  <a:pt x="10936105" y="944261"/>
                  <a:pt x="10890966" y="957156"/>
                </a:cubicBezTo>
                <a:cubicBezTo>
                  <a:pt x="10845828" y="970052"/>
                  <a:pt x="10801764" y="995843"/>
                  <a:pt x="10756625" y="1015186"/>
                </a:cubicBezTo>
                <a:cubicBezTo>
                  <a:pt x="10724383" y="1028082"/>
                  <a:pt x="10685693" y="1040978"/>
                  <a:pt x="10653451" y="1079682"/>
                </a:cubicBezTo>
                <a:cubicBezTo>
                  <a:pt x="10647003" y="1060339"/>
                  <a:pt x="10647003" y="1040978"/>
                  <a:pt x="10640555" y="1021634"/>
                </a:cubicBezTo>
                <a:cubicBezTo>
                  <a:pt x="10609388" y="1053891"/>
                  <a:pt x="10583594" y="1086131"/>
                  <a:pt x="10544904" y="1092579"/>
                </a:cubicBezTo>
                <a:cubicBezTo>
                  <a:pt x="10520185" y="1099026"/>
                  <a:pt x="10500840" y="1086131"/>
                  <a:pt x="10475047" y="1124818"/>
                </a:cubicBezTo>
                <a:cubicBezTo>
                  <a:pt x="10436357" y="1181774"/>
                  <a:pt x="10379396" y="1201118"/>
                  <a:pt x="10327809" y="1214014"/>
                </a:cubicBezTo>
                <a:cubicBezTo>
                  <a:pt x="10295567" y="1226910"/>
                  <a:pt x="10263325" y="1239806"/>
                  <a:pt x="10231084" y="1259150"/>
                </a:cubicBezTo>
                <a:cubicBezTo>
                  <a:pt x="10199917" y="1278493"/>
                  <a:pt x="10167675" y="1272046"/>
                  <a:pt x="10135433" y="1278493"/>
                </a:cubicBezTo>
                <a:cubicBezTo>
                  <a:pt x="10070949" y="1291390"/>
                  <a:pt x="10006466" y="1335450"/>
                  <a:pt x="9943057" y="1367690"/>
                </a:cubicBezTo>
                <a:cubicBezTo>
                  <a:pt x="10019362" y="1354794"/>
                  <a:pt x="10096743" y="1330077"/>
                  <a:pt x="10174123" y="1335450"/>
                </a:cubicBezTo>
                <a:cubicBezTo>
                  <a:pt x="10192393" y="1335450"/>
                  <a:pt x="10224635" y="1348346"/>
                  <a:pt x="10237532" y="1317181"/>
                </a:cubicBezTo>
                <a:cubicBezTo>
                  <a:pt x="10250429" y="1304285"/>
                  <a:pt x="10250429" y="1272046"/>
                  <a:pt x="10263325" y="1265598"/>
                </a:cubicBezTo>
                <a:cubicBezTo>
                  <a:pt x="10302016" y="1259150"/>
                  <a:pt x="10340706" y="1265598"/>
                  <a:pt x="10372948" y="1259150"/>
                </a:cubicBezTo>
                <a:cubicBezTo>
                  <a:pt x="10405189" y="1259150"/>
                  <a:pt x="10442805" y="1246254"/>
                  <a:pt x="10475047" y="1233358"/>
                </a:cubicBezTo>
                <a:cubicBezTo>
                  <a:pt x="10507289" y="1220462"/>
                  <a:pt x="10544904" y="1188223"/>
                  <a:pt x="10583594" y="1214014"/>
                </a:cubicBezTo>
                <a:cubicBezTo>
                  <a:pt x="10596491" y="1220462"/>
                  <a:pt x="10621210" y="1239806"/>
                  <a:pt x="10621210" y="1201118"/>
                </a:cubicBezTo>
                <a:cubicBezTo>
                  <a:pt x="10611538" y="1201118"/>
                  <a:pt x="10603746" y="1201118"/>
                  <a:pt x="10596760" y="1198700"/>
                </a:cubicBezTo>
                <a:lnTo>
                  <a:pt x="10582800" y="1186653"/>
                </a:lnTo>
                <a:lnTo>
                  <a:pt x="10591854" y="1199432"/>
                </a:lnTo>
                <a:cubicBezTo>
                  <a:pt x="10588442" y="1205854"/>
                  <a:pt x="10581617" y="1207459"/>
                  <a:pt x="10577351" y="1204248"/>
                </a:cubicBezTo>
                <a:lnTo>
                  <a:pt x="10578117" y="1182613"/>
                </a:lnTo>
                <a:lnTo>
                  <a:pt x="10577146" y="1181774"/>
                </a:lnTo>
                <a:lnTo>
                  <a:pt x="10578145" y="1181822"/>
                </a:lnTo>
                <a:lnTo>
                  <a:pt x="10578204" y="1180167"/>
                </a:lnTo>
                <a:lnTo>
                  <a:pt x="10579420" y="1181883"/>
                </a:lnTo>
                <a:lnTo>
                  <a:pt x="10610866" y="1183386"/>
                </a:lnTo>
                <a:cubicBezTo>
                  <a:pt x="10621210" y="1183386"/>
                  <a:pt x="10630882" y="1181775"/>
                  <a:pt x="10640555" y="1175327"/>
                </a:cubicBezTo>
                <a:cubicBezTo>
                  <a:pt x="10659900" y="1162431"/>
                  <a:pt x="10653451" y="1136639"/>
                  <a:pt x="10653451" y="1111922"/>
                </a:cubicBezTo>
                <a:cubicBezTo>
                  <a:pt x="10692142" y="1136639"/>
                  <a:pt x="10743729" y="1207566"/>
                  <a:pt x="10692142" y="1259150"/>
                </a:cubicBezTo>
                <a:cubicBezTo>
                  <a:pt x="10640555" y="1310733"/>
                  <a:pt x="10583594" y="1317181"/>
                  <a:pt x="10526634" y="1322555"/>
                </a:cubicBezTo>
                <a:cubicBezTo>
                  <a:pt x="10526634" y="1304285"/>
                  <a:pt x="10526634" y="1265598"/>
                  <a:pt x="10507289" y="1265598"/>
                </a:cubicBezTo>
                <a:cubicBezTo>
                  <a:pt x="10507289" y="1291390"/>
                  <a:pt x="10513737" y="1317181"/>
                  <a:pt x="10507289" y="1341898"/>
                </a:cubicBezTo>
                <a:cubicBezTo>
                  <a:pt x="10500840" y="1380585"/>
                  <a:pt x="10455702" y="1361242"/>
                  <a:pt x="10442805" y="1354794"/>
                </a:cubicBezTo>
                <a:cubicBezTo>
                  <a:pt x="10410563" y="1354794"/>
                  <a:pt x="10385844" y="1348346"/>
                  <a:pt x="10353603" y="1354794"/>
                </a:cubicBezTo>
                <a:cubicBezTo>
                  <a:pt x="10327809" y="1361242"/>
                  <a:pt x="10334257" y="1393482"/>
                  <a:pt x="10314912" y="1419273"/>
                </a:cubicBezTo>
                <a:cubicBezTo>
                  <a:pt x="10295567" y="1445064"/>
                  <a:pt x="10269774" y="1445064"/>
                  <a:pt x="10250429" y="1451512"/>
                </a:cubicBezTo>
                <a:cubicBezTo>
                  <a:pt x="10224635" y="1457960"/>
                  <a:pt x="10199917" y="1470856"/>
                  <a:pt x="10174123" y="1490200"/>
                </a:cubicBezTo>
                <a:cubicBezTo>
                  <a:pt x="10148330" y="1515992"/>
                  <a:pt x="10122536" y="1515992"/>
                  <a:pt x="10090294" y="1509543"/>
                </a:cubicBezTo>
                <a:cubicBezTo>
                  <a:pt x="10070949" y="1509543"/>
                  <a:pt x="10051604" y="1496648"/>
                  <a:pt x="10051604" y="1540708"/>
                </a:cubicBezTo>
                <a:cubicBezTo>
                  <a:pt x="10161226" y="1527813"/>
                  <a:pt x="10269774" y="1496648"/>
                  <a:pt x="10379396" y="1457960"/>
                </a:cubicBezTo>
                <a:cubicBezTo>
                  <a:pt x="10494392" y="1425721"/>
                  <a:pt x="10609388" y="1393482"/>
                  <a:pt x="10717935" y="1361242"/>
                </a:cubicBezTo>
                <a:cubicBezTo>
                  <a:pt x="10750177" y="1354794"/>
                  <a:pt x="10769522" y="1322555"/>
                  <a:pt x="10795316" y="1317181"/>
                </a:cubicBezTo>
                <a:cubicBezTo>
                  <a:pt x="10820034" y="1304285"/>
                  <a:pt x="10845828" y="1304285"/>
                  <a:pt x="10878070" y="1297837"/>
                </a:cubicBezTo>
                <a:cubicBezTo>
                  <a:pt x="10929656" y="1284941"/>
                  <a:pt x="10987692" y="1265598"/>
                  <a:pt x="11044652" y="1252702"/>
                </a:cubicBezTo>
                <a:cubicBezTo>
                  <a:pt x="11154274" y="1226910"/>
                  <a:pt x="11269270" y="1201118"/>
                  <a:pt x="11378892" y="1168880"/>
                </a:cubicBezTo>
                <a:cubicBezTo>
                  <a:pt x="11846399" y="1060339"/>
                  <a:pt x="12314980" y="963604"/>
                  <a:pt x="12790010" y="893753"/>
                </a:cubicBezTo>
                <a:cubicBezTo>
                  <a:pt x="12790010" y="931365"/>
                  <a:pt x="12751319" y="919544"/>
                  <a:pt x="12751319" y="957156"/>
                </a:cubicBezTo>
                <a:cubicBezTo>
                  <a:pt x="12770664" y="957156"/>
                  <a:pt x="12790010" y="957156"/>
                  <a:pt x="12809355" y="957156"/>
                </a:cubicBezTo>
                <a:cubicBezTo>
                  <a:pt x="12809355" y="931365"/>
                  <a:pt x="12809355" y="912021"/>
                  <a:pt x="12809355" y="893753"/>
                </a:cubicBezTo>
                <a:cubicBezTo>
                  <a:pt x="12835148" y="893753"/>
                  <a:pt x="12859867" y="893753"/>
                  <a:pt x="12885660" y="919544"/>
                </a:cubicBezTo>
                <a:cubicBezTo>
                  <a:pt x="12885660" y="887305"/>
                  <a:pt x="12885660" y="855066"/>
                  <a:pt x="12885660" y="822827"/>
                </a:cubicBezTo>
                <a:cubicBezTo>
                  <a:pt x="12898557" y="809931"/>
                  <a:pt x="12911454" y="797036"/>
                  <a:pt x="12917902" y="784140"/>
                </a:cubicBezTo>
                <a:cubicBezTo>
                  <a:pt x="12898557" y="764797"/>
                  <a:pt x="12879212" y="745453"/>
                  <a:pt x="12859867" y="726110"/>
                </a:cubicBezTo>
                <a:cubicBezTo>
                  <a:pt x="12879212" y="719662"/>
                  <a:pt x="12917902" y="726110"/>
                  <a:pt x="12917902" y="675602"/>
                </a:cubicBezTo>
                <a:cubicBezTo>
                  <a:pt x="12898557" y="675602"/>
                  <a:pt x="12815803" y="643363"/>
                  <a:pt x="12809355" y="701393"/>
                </a:cubicBezTo>
                <a:cubicBezTo>
                  <a:pt x="12796458" y="771244"/>
                  <a:pt x="12757768" y="771244"/>
                  <a:pt x="12719078" y="784140"/>
                </a:cubicBezTo>
                <a:cubicBezTo>
                  <a:pt x="12623427" y="816379"/>
                  <a:pt x="12526701" y="842170"/>
                  <a:pt x="12431051" y="861514"/>
                </a:cubicBezTo>
                <a:cubicBezTo>
                  <a:pt x="12431051" y="816379"/>
                  <a:pt x="12418154" y="758349"/>
                  <a:pt x="12437499" y="719662"/>
                </a:cubicBezTo>
                <a:cubicBezTo>
                  <a:pt x="12449321" y="694945"/>
                  <a:pt x="12481563" y="688497"/>
                  <a:pt x="12500908" y="682050"/>
                </a:cubicBezTo>
                <a:cubicBezTo>
                  <a:pt x="12526701" y="675602"/>
                  <a:pt x="12552495" y="669154"/>
                  <a:pt x="12578288" y="662706"/>
                </a:cubicBezTo>
                <a:cubicBezTo>
                  <a:pt x="12680387" y="624019"/>
                  <a:pt x="12796458" y="604676"/>
                  <a:pt x="12905005" y="598228"/>
                </a:cubicBezTo>
                <a:cubicBezTo>
                  <a:pt x="12956592" y="598228"/>
                  <a:pt x="13008179" y="604676"/>
                  <a:pt x="13065140" y="611124"/>
                </a:cubicBezTo>
                <a:cubicBezTo>
                  <a:pt x="13079111" y="611124"/>
                  <a:pt x="13116727" y="604676"/>
                  <a:pt x="13123175" y="630467"/>
                </a:cubicBezTo>
                <a:cubicBezTo>
                  <a:pt x="13136072" y="649811"/>
                  <a:pt x="13103830" y="656258"/>
                  <a:pt x="13097382" y="656258"/>
                </a:cubicBezTo>
                <a:cubicBezTo>
                  <a:pt x="13053318" y="656258"/>
                  <a:pt x="13021076" y="624019"/>
                  <a:pt x="12995282" y="706766"/>
                </a:cubicBezTo>
                <a:cubicBezTo>
                  <a:pt x="12988834" y="732557"/>
                  <a:pt x="12975937" y="739005"/>
                  <a:pt x="12956592" y="739005"/>
                </a:cubicBezTo>
                <a:cubicBezTo>
                  <a:pt x="12950144" y="771244"/>
                  <a:pt x="12943696" y="803483"/>
                  <a:pt x="12943696" y="842170"/>
                </a:cubicBezTo>
                <a:cubicBezTo>
                  <a:pt x="12969489" y="842170"/>
                  <a:pt x="13001731" y="848618"/>
                  <a:pt x="13027524" y="848618"/>
                </a:cubicBezTo>
                <a:cubicBezTo>
                  <a:pt x="13053318" y="855066"/>
                  <a:pt x="13084485" y="842170"/>
                  <a:pt x="13103830" y="861514"/>
                </a:cubicBezTo>
                <a:cubicBezTo>
                  <a:pt x="13129623" y="887305"/>
                  <a:pt x="13084485" y="900201"/>
                  <a:pt x="13079111" y="900201"/>
                </a:cubicBezTo>
                <a:cubicBezTo>
                  <a:pt x="13053318" y="900201"/>
                  <a:pt x="13027524" y="893753"/>
                  <a:pt x="13001731" y="893753"/>
                </a:cubicBezTo>
                <a:cubicBezTo>
                  <a:pt x="12988834" y="893753"/>
                  <a:pt x="12950144" y="880857"/>
                  <a:pt x="12937247" y="906648"/>
                </a:cubicBezTo>
                <a:cubicBezTo>
                  <a:pt x="12930799" y="937813"/>
                  <a:pt x="12969489" y="931365"/>
                  <a:pt x="12975937" y="931365"/>
                </a:cubicBezTo>
                <a:cubicBezTo>
                  <a:pt x="13033973" y="931365"/>
                  <a:pt x="13084485" y="924917"/>
                  <a:pt x="13142520" y="924917"/>
                </a:cubicBezTo>
                <a:cubicBezTo>
                  <a:pt x="13380035" y="919544"/>
                  <a:pt x="13617550" y="919544"/>
                  <a:pt x="13855064" y="912021"/>
                </a:cubicBezTo>
                <a:cubicBezTo>
                  <a:pt x="14099027" y="912021"/>
                  <a:pt x="14341916" y="924917"/>
                  <a:pt x="14585879" y="919544"/>
                </a:cubicBezTo>
                <a:cubicBezTo>
                  <a:pt x="14637466" y="919544"/>
                  <a:pt x="14689053" y="906648"/>
                  <a:pt x="14739565" y="924917"/>
                </a:cubicBezTo>
                <a:cubicBezTo>
                  <a:pt x="14765358" y="931365"/>
                  <a:pt x="14784704" y="950708"/>
                  <a:pt x="14810497" y="950708"/>
                </a:cubicBezTo>
                <a:cubicBezTo>
                  <a:pt x="14829842" y="950708"/>
                  <a:pt x="14855636" y="944261"/>
                  <a:pt x="14874981" y="944261"/>
                </a:cubicBezTo>
                <a:cubicBezTo>
                  <a:pt x="14900774" y="944261"/>
                  <a:pt x="14920119" y="963604"/>
                  <a:pt x="14944838" y="982947"/>
                </a:cubicBezTo>
                <a:cubicBezTo>
                  <a:pt x="14970631" y="1002291"/>
                  <a:pt x="14996426" y="995843"/>
                  <a:pt x="15028666" y="995843"/>
                </a:cubicBezTo>
                <a:cubicBezTo>
                  <a:pt x="15067358" y="989395"/>
                  <a:pt x="15117870" y="982947"/>
                  <a:pt x="15150110" y="1034530"/>
                </a:cubicBezTo>
                <a:cubicBezTo>
                  <a:pt x="14836290" y="1008739"/>
                  <a:pt x="14527844" y="1002291"/>
                  <a:pt x="14220472" y="1002291"/>
                </a:cubicBezTo>
                <a:cubicBezTo>
                  <a:pt x="14367709" y="1028082"/>
                  <a:pt x="14521395" y="1053891"/>
                  <a:pt x="14669708" y="1079682"/>
                </a:cubicBezTo>
                <a:cubicBezTo>
                  <a:pt x="14739565" y="1099026"/>
                  <a:pt x="14816945" y="1111922"/>
                  <a:pt x="14887877" y="1124818"/>
                </a:cubicBezTo>
                <a:cubicBezTo>
                  <a:pt x="14957735" y="1130193"/>
                  <a:pt x="15015770" y="1181774"/>
                  <a:pt x="15080254" y="1188223"/>
                </a:cubicBezTo>
                <a:cubicBezTo>
                  <a:pt x="15227490" y="1207566"/>
                  <a:pt x="15374730" y="1246254"/>
                  <a:pt x="15528414" y="1272046"/>
                </a:cubicBezTo>
                <a:cubicBezTo>
                  <a:pt x="15599346" y="1291390"/>
                  <a:pt x="15676726" y="1297837"/>
                  <a:pt x="15747658" y="1317181"/>
                </a:cubicBezTo>
                <a:cubicBezTo>
                  <a:pt x="15778826" y="1330077"/>
                  <a:pt x="15811068" y="1341898"/>
                  <a:pt x="15849758" y="1341898"/>
                </a:cubicBezTo>
                <a:cubicBezTo>
                  <a:pt x="15862654" y="1341898"/>
                  <a:pt x="15869102" y="1322555"/>
                  <a:pt x="15882000" y="1322555"/>
                </a:cubicBezTo>
                <a:cubicBezTo>
                  <a:pt x="15894898" y="1322555"/>
                  <a:pt x="15907794" y="1322555"/>
                  <a:pt x="15920690" y="1322555"/>
                </a:cubicBezTo>
                <a:cubicBezTo>
                  <a:pt x="15920690" y="1361242"/>
                  <a:pt x="15882000" y="1348346"/>
                  <a:pt x="15882000" y="1387034"/>
                </a:cubicBezTo>
                <a:cubicBezTo>
                  <a:pt x="16067928" y="1438617"/>
                  <a:pt x="16253856" y="1490200"/>
                  <a:pt x="16439784" y="1547156"/>
                </a:cubicBezTo>
                <a:cubicBezTo>
                  <a:pt x="16530062" y="1572949"/>
                  <a:pt x="16619262" y="1605189"/>
                  <a:pt x="16709540" y="1637427"/>
                </a:cubicBezTo>
                <a:cubicBezTo>
                  <a:pt x="16748230" y="1656771"/>
                  <a:pt x="16793371" y="1663219"/>
                  <a:pt x="16830987" y="1689010"/>
                </a:cubicBezTo>
                <a:cubicBezTo>
                  <a:pt x="16856779" y="1695459"/>
                  <a:pt x="16837435" y="1758863"/>
                  <a:pt x="16863227" y="1758863"/>
                </a:cubicBezTo>
                <a:cubicBezTo>
                  <a:pt x="16863227" y="1721250"/>
                  <a:pt x="16856779" y="1695459"/>
                  <a:pt x="16882571" y="1689010"/>
                </a:cubicBezTo>
                <a:cubicBezTo>
                  <a:pt x="16901919" y="1689010"/>
                  <a:pt x="16901919" y="1656771"/>
                  <a:pt x="16901919" y="1630979"/>
                </a:cubicBezTo>
                <a:cubicBezTo>
                  <a:pt x="17023363" y="1637427"/>
                  <a:pt x="17139431" y="1650323"/>
                  <a:pt x="17254427" y="1695459"/>
                </a:cubicBezTo>
                <a:cubicBezTo>
                  <a:pt x="17312463" y="1714803"/>
                  <a:pt x="17357603" y="1752415"/>
                  <a:pt x="17409187" y="1784655"/>
                </a:cubicBezTo>
                <a:cubicBezTo>
                  <a:pt x="17459699" y="1816895"/>
                  <a:pt x="17511287" y="1810447"/>
                  <a:pt x="17562875" y="1816895"/>
                </a:cubicBezTo>
                <a:cubicBezTo>
                  <a:pt x="17793943" y="1849134"/>
                  <a:pt x="18025007" y="1951226"/>
                  <a:pt x="18248551" y="2054393"/>
                </a:cubicBezTo>
                <a:cubicBezTo>
                  <a:pt x="18704235" y="2272546"/>
                  <a:pt x="19134127" y="2579897"/>
                  <a:pt x="19576915" y="2843195"/>
                </a:cubicBezTo>
                <a:cubicBezTo>
                  <a:pt x="19570467" y="2856089"/>
                  <a:pt x="19564019" y="2888327"/>
                  <a:pt x="19551119" y="2888327"/>
                </a:cubicBezTo>
                <a:lnTo>
                  <a:pt x="19550419" y="2888216"/>
                </a:lnTo>
                <a:lnTo>
                  <a:pt x="19551099" y="2893081"/>
                </a:lnTo>
                <a:cubicBezTo>
                  <a:pt x="19550351" y="2897898"/>
                  <a:pt x="19548851" y="2902714"/>
                  <a:pt x="19548851" y="2909137"/>
                </a:cubicBezTo>
                <a:cubicBezTo>
                  <a:pt x="19545859" y="2902714"/>
                  <a:pt x="19542867" y="2897898"/>
                  <a:pt x="19542119" y="2893081"/>
                </a:cubicBezTo>
                <a:lnTo>
                  <a:pt x="19544547" y="2887289"/>
                </a:lnTo>
                <a:lnTo>
                  <a:pt x="19535803" y="2885909"/>
                </a:lnTo>
                <a:cubicBezTo>
                  <a:pt x="19530163" y="2885103"/>
                  <a:pt x="19525327" y="2885103"/>
                  <a:pt x="19525327" y="2888327"/>
                </a:cubicBezTo>
                <a:cubicBezTo>
                  <a:pt x="19531775" y="2914116"/>
                  <a:pt x="19570467" y="2933464"/>
                  <a:pt x="19583363" y="2946355"/>
                </a:cubicBezTo>
                <a:cubicBezTo>
                  <a:pt x="19609155" y="2964624"/>
                  <a:pt x="19634951" y="2977523"/>
                  <a:pt x="19654295" y="3003312"/>
                </a:cubicBezTo>
                <a:cubicBezTo>
                  <a:pt x="19634951" y="3042000"/>
                  <a:pt x="19589811" y="2977523"/>
                  <a:pt x="19564019" y="2958175"/>
                </a:cubicBezTo>
                <a:cubicBezTo>
                  <a:pt x="19531775" y="2933464"/>
                  <a:pt x="19460843" y="2933464"/>
                  <a:pt x="19436123" y="2888327"/>
                </a:cubicBezTo>
                <a:cubicBezTo>
                  <a:pt x="19423227" y="2868983"/>
                  <a:pt x="19429675" y="2836748"/>
                  <a:pt x="19423227" y="2810946"/>
                </a:cubicBezTo>
                <a:cubicBezTo>
                  <a:pt x="19423227" y="2785149"/>
                  <a:pt x="19403883" y="2772256"/>
                  <a:pt x="19384539" y="2759362"/>
                </a:cubicBezTo>
                <a:cubicBezTo>
                  <a:pt x="19339399" y="2728196"/>
                  <a:pt x="19287811" y="2715302"/>
                  <a:pt x="19243747" y="2695958"/>
                </a:cubicBezTo>
                <a:cubicBezTo>
                  <a:pt x="19192163" y="2670168"/>
                  <a:pt x="19140575" y="2650824"/>
                  <a:pt x="19088987" y="2631480"/>
                </a:cubicBezTo>
                <a:cubicBezTo>
                  <a:pt x="19043851" y="2612137"/>
                  <a:pt x="19006235" y="2566999"/>
                  <a:pt x="18961095" y="2547657"/>
                </a:cubicBezTo>
                <a:cubicBezTo>
                  <a:pt x="18928855" y="2535836"/>
                  <a:pt x="18883715" y="2573448"/>
                  <a:pt x="18883715" y="2510046"/>
                </a:cubicBezTo>
                <a:cubicBezTo>
                  <a:pt x="18877267" y="2471358"/>
                  <a:pt x="18794511" y="2458463"/>
                  <a:pt x="18775167" y="2445566"/>
                </a:cubicBezTo>
                <a:cubicBezTo>
                  <a:pt x="18563447" y="2356369"/>
                  <a:pt x="18345275" y="2259652"/>
                  <a:pt x="18127107" y="2162932"/>
                </a:cubicBezTo>
                <a:lnTo>
                  <a:pt x="17978275" y="2099225"/>
                </a:lnTo>
                <a:lnTo>
                  <a:pt x="17977047" y="2101046"/>
                </a:lnTo>
                <a:cubicBezTo>
                  <a:pt x="17974587" y="2101046"/>
                  <a:pt x="17971303" y="2099015"/>
                  <a:pt x="17968023" y="2094952"/>
                </a:cubicBezTo>
                <a:lnTo>
                  <a:pt x="17968335" y="2094952"/>
                </a:lnTo>
                <a:lnTo>
                  <a:pt x="17805763" y="2022153"/>
                </a:lnTo>
                <a:cubicBezTo>
                  <a:pt x="17755251" y="1996361"/>
                  <a:pt x="17710111" y="1970570"/>
                  <a:pt x="17658527" y="1957674"/>
                </a:cubicBezTo>
                <a:cubicBezTo>
                  <a:pt x="17606939" y="1951226"/>
                  <a:pt x="17562875" y="1964122"/>
                  <a:pt x="17511287" y="1970570"/>
                </a:cubicBezTo>
                <a:cubicBezTo>
                  <a:pt x="17652079" y="2041497"/>
                  <a:pt x="17793943" y="2093081"/>
                  <a:pt x="17934731" y="2156485"/>
                </a:cubicBezTo>
                <a:cubicBezTo>
                  <a:pt x="17998139" y="2188728"/>
                  <a:pt x="18062623" y="2220961"/>
                  <a:pt x="18127107" y="2253207"/>
                </a:cubicBezTo>
                <a:cubicBezTo>
                  <a:pt x="18133555" y="2259652"/>
                  <a:pt x="18165795" y="2272546"/>
                  <a:pt x="18165795" y="2285443"/>
                </a:cubicBezTo>
                <a:cubicBezTo>
                  <a:pt x="18152899" y="2311236"/>
                  <a:pt x="18127107" y="2304791"/>
                  <a:pt x="18127107" y="2337027"/>
                </a:cubicBezTo>
                <a:cubicBezTo>
                  <a:pt x="18146451" y="2343474"/>
                  <a:pt x="18165795" y="2348847"/>
                  <a:pt x="18185143" y="2361740"/>
                </a:cubicBezTo>
                <a:cubicBezTo>
                  <a:pt x="18185143" y="2343474"/>
                  <a:pt x="18178695" y="2317683"/>
                  <a:pt x="18191591" y="2304791"/>
                </a:cubicBezTo>
                <a:cubicBezTo>
                  <a:pt x="18204487" y="2285443"/>
                  <a:pt x="18222759" y="2291889"/>
                  <a:pt x="18242103" y="2291889"/>
                </a:cubicBezTo>
                <a:cubicBezTo>
                  <a:pt x="18229207" y="2311235"/>
                  <a:pt x="18230819" y="2325474"/>
                  <a:pt x="18238071" y="2335818"/>
                </a:cubicBezTo>
                <a:lnTo>
                  <a:pt x="18239139" y="2336553"/>
                </a:lnTo>
                <a:lnTo>
                  <a:pt x="18245035" y="2322465"/>
                </a:lnTo>
                <a:cubicBezTo>
                  <a:pt x="18248195" y="2328886"/>
                  <a:pt x="18248195" y="2333701"/>
                  <a:pt x="18247403" y="2338518"/>
                </a:cubicBezTo>
                <a:lnTo>
                  <a:pt x="18246903" y="2341904"/>
                </a:lnTo>
                <a:lnTo>
                  <a:pt x="18267895" y="2356369"/>
                </a:lnTo>
                <a:cubicBezTo>
                  <a:pt x="18287243" y="2356369"/>
                  <a:pt x="18293691" y="2343474"/>
                  <a:pt x="18306587" y="2343474"/>
                </a:cubicBezTo>
                <a:cubicBezTo>
                  <a:pt x="18325931" y="2337027"/>
                  <a:pt x="18338827" y="2348847"/>
                  <a:pt x="18351723" y="2356369"/>
                </a:cubicBezTo>
                <a:cubicBezTo>
                  <a:pt x="18338827" y="2381086"/>
                  <a:pt x="18313035" y="2393980"/>
                  <a:pt x="18300139" y="2413338"/>
                </a:cubicBezTo>
                <a:cubicBezTo>
                  <a:pt x="18325931" y="2432672"/>
                  <a:pt x="18351723" y="2452014"/>
                  <a:pt x="18371071" y="2477804"/>
                </a:cubicBezTo>
                <a:cubicBezTo>
                  <a:pt x="18351723" y="2497149"/>
                  <a:pt x="18319483" y="2477804"/>
                  <a:pt x="18293691" y="2458463"/>
                </a:cubicBezTo>
                <a:cubicBezTo>
                  <a:pt x="18261447" y="2439119"/>
                  <a:pt x="18235655" y="2426225"/>
                  <a:pt x="18204487" y="2413338"/>
                </a:cubicBezTo>
                <a:cubicBezTo>
                  <a:pt x="18133555" y="2374638"/>
                  <a:pt x="18069071" y="2343474"/>
                  <a:pt x="18005663" y="2311236"/>
                </a:cubicBezTo>
                <a:cubicBezTo>
                  <a:pt x="17947627" y="2278994"/>
                  <a:pt x="17902487" y="2233859"/>
                  <a:pt x="17838007" y="2220961"/>
                </a:cubicBezTo>
                <a:cubicBezTo>
                  <a:pt x="17774595" y="2208069"/>
                  <a:pt x="17710111" y="2182276"/>
                  <a:pt x="17652079" y="2162932"/>
                </a:cubicBezTo>
                <a:cubicBezTo>
                  <a:pt x="17370499" y="2067288"/>
                  <a:pt x="17094295" y="1977018"/>
                  <a:pt x="16811639" y="1894269"/>
                </a:cubicBezTo>
                <a:cubicBezTo>
                  <a:pt x="16562302" y="1816895"/>
                  <a:pt x="16305442" y="1733071"/>
                  <a:pt x="16055030" y="1663219"/>
                </a:cubicBezTo>
                <a:cubicBezTo>
                  <a:pt x="15933586" y="1624531"/>
                  <a:pt x="15804620" y="1592292"/>
                  <a:pt x="15683176" y="1560052"/>
                </a:cubicBezTo>
                <a:cubicBezTo>
                  <a:pt x="15618692" y="1547156"/>
                  <a:pt x="15560658" y="1535335"/>
                  <a:pt x="15503696" y="1503096"/>
                </a:cubicBezTo>
                <a:cubicBezTo>
                  <a:pt x="15458558" y="1477304"/>
                  <a:pt x="15400522" y="1412826"/>
                  <a:pt x="15355384" y="1451512"/>
                </a:cubicBezTo>
                <a:cubicBezTo>
                  <a:pt x="15304872" y="1496648"/>
                  <a:pt x="15259734" y="1457960"/>
                  <a:pt x="15201698" y="1432169"/>
                </a:cubicBezTo>
                <a:cubicBezTo>
                  <a:pt x="15143662" y="1406377"/>
                  <a:pt x="15093150" y="1393482"/>
                  <a:pt x="15035114" y="1380585"/>
                </a:cubicBezTo>
                <a:cubicBezTo>
                  <a:pt x="14920119" y="1354794"/>
                  <a:pt x="14797600" y="1354794"/>
                  <a:pt x="14682604" y="1335450"/>
                </a:cubicBezTo>
                <a:cubicBezTo>
                  <a:pt x="14650363" y="1322555"/>
                  <a:pt x="14393503" y="1252702"/>
                  <a:pt x="14393503" y="1322555"/>
                </a:cubicBezTo>
                <a:cubicBezTo>
                  <a:pt x="14445090" y="1322555"/>
                  <a:pt x="14502050" y="1304285"/>
                  <a:pt x="14553637" y="1322555"/>
                </a:cubicBezTo>
                <a:lnTo>
                  <a:pt x="14578113" y="1332752"/>
                </a:lnTo>
                <a:lnTo>
                  <a:pt x="14574370" y="1320307"/>
                </a:lnTo>
                <a:cubicBezTo>
                  <a:pt x="14580357" y="1308142"/>
                  <a:pt x="14586345" y="1308142"/>
                  <a:pt x="14592332" y="1320307"/>
                </a:cubicBezTo>
                <a:lnTo>
                  <a:pt x="14583496" y="1334995"/>
                </a:lnTo>
                <a:lnTo>
                  <a:pt x="14621345" y="1350764"/>
                </a:lnTo>
                <a:cubicBezTo>
                  <a:pt x="14643914" y="1359630"/>
                  <a:pt x="14666484" y="1367690"/>
                  <a:pt x="14689053" y="1374138"/>
                </a:cubicBezTo>
                <a:cubicBezTo>
                  <a:pt x="14797600" y="1399929"/>
                  <a:pt x="14907222" y="1432169"/>
                  <a:pt x="15009322" y="1457960"/>
                </a:cubicBezTo>
                <a:cubicBezTo>
                  <a:pt x="15221042" y="1515992"/>
                  <a:pt x="15432764" y="1579396"/>
                  <a:pt x="15644486" y="1637427"/>
                </a:cubicBezTo>
                <a:cubicBezTo>
                  <a:pt x="15856206" y="1695459"/>
                  <a:pt x="16067928" y="1758863"/>
                  <a:pt x="16273202" y="1823342"/>
                </a:cubicBezTo>
                <a:cubicBezTo>
                  <a:pt x="16381748" y="1855581"/>
                  <a:pt x="16491370" y="1887821"/>
                  <a:pt x="16599918" y="1920063"/>
                </a:cubicBezTo>
                <a:cubicBezTo>
                  <a:pt x="16645058" y="1932957"/>
                  <a:pt x="16696644" y="1951226"/>
                  <a:pt x="16741782" y="1957674"/>
                </a:cubicBezTo>
                <a:cubicBezTo>
                  <a:pt x="16779399" y="1964122"/>
                  <a:pt x="16767576" y="2022153"/>
                  <a:pt x="16767576" y="2060841"/>
                </a:cubicBezTo>
                <a:cubicBezTo>
                  <a:pt x="16785847" y="2060841"/>
                  <a:pt x="16798743" y="2054393"/>
                  <a:pt x="16811639" y="2060841"/>
                </a:cubicBezTo>
                <a:cubicBezTo>
                  <a:pt x="16824539" y="2060841"/>
                  <a:pt x="16830987" y="2086632"/>
                  <a:pt x="16818087" y="2093081"/>
                </a:cubicBezTo>
                <a:cubicBezTo>
                  <a:pt x="16779399" y="2099528"/>
                  <a:pt x="16735334" y="2073737"/>
                  <a:pt x="16696644" y="2060841"/>
                </a:cubicBezTo>
                <a:cubicBezTo>
                  <a:pt x="16580574" y="2022153"/>
                  <a:pt x="16465578" y="1989913"/>
                  <a:pt x="16350582" y="1957674"/>
                </a:cubicBezTo>
                <a:cubicBezTo>
                  <a:pt x="16119514" y="1894269"/>
                  <a:pt x="15888450" y="1836238"/>
                  <a:pt x="15657382" y="1816895"/>
                </a:cubicBezTo>
                <a:cubicBezTo>
                  <a:pt x="15657382" y="1836238"/>
                  <a:pt x="15657382" y="1862030"/>
                  <a:pt x="15644486" y="1874926"/>
                </a:cubicBezTo>
                <a:cubicBezTo>
                  <a:pt x="15631590" y="1849134"/>
                  <a:pt x="15625140" y="1810447"/>
                  <a:pt x="15599346" y="1797550"/>
                </a:cubicBezTo>
                <a:cubicBezTo>
                  <a:pt x="15580002" y="1778207"/>
                  <a:pt x="15560658" y="1784655"/>
                  <a:pt x="15542386" y="1784655"/>
                </a:cubicBezTo>
                <a:cubicBezTo>
                  <a:pt x="15484350" y="1784655"/>
                  <a:pt x="15426316" y="1778207"/>
                  <a:pt x="15368280" y="1771759"/>
                </a:cubicBezTo>
                <a:cubicBezTo>
                  <a:pt x="15259734" y="1758863"/>
                  <a:pt x="15143662" y="1745967"/>
                  <a:pt x="15035114" y="1727698"/>
                </a:cubicBezTo>
                <a:cubicBezTo>
                  <a:pt x="14804049" y="1689010"/>
                  <a:pt x="14579431" y="1643876"/>
                  <a:pt x="14354813" y="1598740"/>
                </a:cubicBezTo>
                <a:cubicBezTo>
                  <a:pt x="14354813" y="1682563"/>
                  <a:pt x="14296777" y="1689010"/>
                  <a:pt x="14259162" y="1708354"/>
                </a:cubicBezTo>
                <a:cubicBezTo>
                  <a:pt x="14316122" y="1752415"/>
                  <a:pt x="14380606" y="1740594"/>
                  <a:pt x="14445090" y="1752415"/>
                </a:cubicBezTo>
                <a:cubicBezTo>
                  <a:pt x="14464435" y="1752415"/>
                  <a:pt x="14490228" y="1765311"/>
                  <a:pt x="14509573" y="1758863"/>
                </a:cubicBezTo>
                <a:cubicBezTo>
                  <a:pt x="14527844" y="1752415"/>
                  <a:pt x="14527844" y="1727698"/>
                  <a:pt x="14534292" y="1701906"/>
                </a:cubicBezTo>
                <a:cubicBezTo>
                  <a:pt x="14553637" y="1637427"/>
                  <a:pt x="14663259" y="1727698"/>
                  <a:pt x="14689053" y="1740594"/>
                </a:cubicBezTo>
                <a:cubicBezTo>
                  <a:pt x="14714846" y="1752415"/>
                  <a:pt x="14752462" y="1778207"/>
                  <a:pt x="14778255" y="1778207"/>
                </a:cubicBezTo>
                <a:cubicBezTo>
                  <a:pt x="14791152" y="1778207"/>
                  <a:pt x="14797600" y="1745967"/>
                  <a:pt x="14804049" y="1727698"/>
                </a:cubicBezTo>
                <a:cubicBezTo>
                  <a:pt x="14931941" y="1855581"/>
                  <a:pt x="15093150" y="1855581"/>
                  <a:pt x="15240388" y="1862030"/>
                </a:cubicBezTo>
                <a:cubicBezTo>
                  <a:pt x="15285526" y="1862030"/>
                  <a:pt x="15330666" y="1862030"/>
                  <a:pt x="15374730" y="1855581"/>
                </a:cubicBezTo>
                <a:cubicBezTo>
                  <a:pt x="15394074" y="1855581"/>
                  <a:pt x="15413418" y="1849134"/>
                  <a:pt x="15432764" y="1849134"/>
                </a:cubicBezTo>
                <a:cubicBezTo>
                  <a:pt x="15439212" y="1868478"/>
                  <a:pt x="15452110" y="1874926"/>
                  <a:pt x="15471454" y="1881373"/>
                </a:cubicBezTo>
                <a:cubicBezTo>
                  <a:pt x="15510146" y="1894269"/>
                  <a:pt x="15547760" y="1881373"/>
                  <a:pt x="15586450" y="1887821"/>
                </a:cubicBezTo>
                <a:cubicBezTo>
                  <a:pt x="15612244" y="1894269"/>
                  <a:pt x="15644486" y="1907166"/>
                  <a:pt x="15663830" y="1874926"/>
                </a:cubicBezTo>
                <a:cubicBezTo>
                  <a:pt x="15670278" y="1900718"/>
                  <a:pt x="15670278" y="1920063"/>
                  <a:pt x="15676726" y="1938330"/>
                </a:cubicBezTo>
                <a:cubicBezTo>
                  <a:pt x="15683176" y="1945853"/>
                  <a:pt x="15696072" y="1945853"/>
                  <a:pt x="15702522" y="1945853"/>
                </a:cubicBezTo>
                <a:cubicBezTo>
                  <a:pt x="15728314" y="1951226"/>
                  <a:pt x="15753034" y="1957674"/>
                  <a:pt x="15778826" y="1964122"/>
                </a:cubicBezTo>
                <a:cubicBezTo>
                  <a:pt x="15817518" y="1970570"/>
                  <a:pt x="15862654" y="1983465"/>
                  <a:pt x="15901346" y="2015705"/>
                </a:cubicBezTo>
                <a:cubicBezTo>
                  <a:pt x="15791722" y="2002809"/>
                  <a:pt x="15683176" y="1989913"/>
                  <a:pt x="15573554" y="1977018"/>
                </a:cubicBezTo>
                <a:cubicBezTo>
                  <a:pt x="15535938" y="1977018"/>
                  <a:pt x="15465006" y="1996361"/>
                  <a:pt x="15439212" y="1964122"/>
                </a:cubicBezTo>
                <a:lnTo>
                  <a:pt x="15435056" y="1958224"/>
                </a:lnTo>
                <a:lnTo>
                  <a:pt x="15436004" y="1965833"/>
                </a:lnTo>
                <a:lnTo>
                  <a:pt x="15432090" y="1964842"/>
                </a:lnTo>
                <a:lnTo>
                  <a:pt x="15436004" y="1970714"/>
                </a:lnTo>
                <a:cubicBezTo>
                  <a:pt x="15430016" y="1970714"/>
                  <a:pt x="15424030" y="1970714"/>
                  <a:pt x="15418042" y="1970714"/>
                </a:cubicBezTo>
                <a:lnTo>
                  <a:pt x="15423422" y="1962646"/>
                </a:lnTo>
                <a:lnTo>
                  <a:pt x="15422532" y="1962421"/>
                </a:lnTo>
                <a:cubicBezTo>
                  <a:pt x="15421036" y="1960715"/>
                  <a:pt x="15419914" y="1958156"/>
                  <a:pt x="15419164" y="1954316"/>
                </a:cubicBezTo>
                <a:lnTo>
                  <a:pt x="15418200" y="1940768"/>
                </a:lnTo>
                <a:lnTo>
                  <a:pt x="15413418" y="1945853"/>
                </a:lnTo>
                <a:cubicBezTo>
                  <a:pt x="15406970" y="1964122"/>
                  <a:pt x="15387626" y="1964122"/>
                  <a:pt x="15374730" y="1957674"/>
                </a:cubicBezTo>
                <a:cubicBezTo>
                  <a:pt x="15348934" y="1957674"/>
                  <a:pt x="15311320" y="1970570"/>
                  <a:pt x="15285526" y="1951226"/>
                </a:cubicBezTo>
                <a:cubicBezTo>
                  <a:pt x="15272630" y="1938330"/>
                  <a:pt x="15272630" y="1913613"/>
                  <a:pt x="15259734" y="1894269"/>
                </a:cubicBezTo>
                <a:cubicBezTo>
                  <a:pt x="15253286" y="1874926"/>
                  <a:pt x="15233940" y="1868478"/>
                  <a:pt x="15221042" y="1868478"/>
                </a:cubicBezTo>
                <a:cubicBezTo>
                  <a:pt x="15214594" y="1868478"/>
                  <a:pt x="15156558" y="1881373"/>
                  <a:pt x="15163008" y="1907166"/>
                </a:cubicBezTo>
                <a:cubicBezTo>
                  <a:pt x="15175904" y="1932957"/>
                  <a:pt x="15221042" y="1881373"/>
                  <a:pt x="15221042" y="1938330"/>
                </a:cubicBezTo>
                <a:cubicBezTo>
                  <a:pt x="14881429" y="1862030"/>
                  <a:pt x="14540740" y="1810447"/>
                  <a:pt x="14194678" y="1791103"/>
                </a:cubicBezTo>
                <a:cubicBezTo>
                  <a:pt x="14201127" y="1752415"/>
                  <a:pt x="14214023" y="1727698"/>
                  <a:pt x="14233368" y="1714803"/>
                </a:cubicBezTo>
                <a:cubicBezTo>
                  <a:pt x="14105476" y="1605189"/>
                  <a:pt x="13950715" y="1637427"/>
                  <a:pt x="13803477" y="1663219"/>
                </a:cubicBezTo>
                <a:cubicBezTo>
                  <a:pt x="13803477" y="1624531"/>
                  <a:pt x="13848616" y="1637427"/>
                  <a:pt x="13848616" y="1598740"/>
                </a:cubicBezTo>
                <a:cubicBezTo>
                  <a:pt x="13809926" y="1598740"/>
                  <a:pt x="13771236" y="1611636"/>
                  <a:pt x="13738994" y="1598740"/>
                </a:cubicBezTo>
                <a:cubicBezTo>
                  <a:pt x="13726097" y="1592292"/>
                  <a:pt x="13726097" y="1547156"/>
                  <a:pt x="13719649" y="1535335"/>
                </a:cubicBezTo>
                <a:cubicBezTo>
                  <a:pt x="13706752" y="1503096"/>
                  <a:pt x="13662688" y="1503096"/>
                  <a:pt x="13643343" y="1496648"/>
                </a:cubicBezTo>
                <a:cubicBezTo>
                  <a:pt x="13630447" y="1490200"/>
                  <a:pt x="13617550" y="1480528"/>
                  <a:pt x="13603847" y="1470856"/>
                </a:cubicBezTo>
                <a:lnTo>
                  <a:pt x="13600816" y="1469093"/>
                </a:lnTo>
                <a:lnTo>
                  <a:pt x="13603909" y="1483018"/>
                </a:lnTo>
                <a:cubicBezTo>
                  <a:pt x="13603089" y="1487031"/>
                  <a:pt x="13599807" y="1487031"/>
                  <a:pt x="13593245" y="1477398"/>
                </a:cubicBezTo>
                <a:cubicBezTo>
                  <a:pt x="13593245" y="1474187"/>
                  <a:pt x="13594886" y="1470977"/>
                  <a:pt x="13596527" y="1468569"/>
                </a:cubicBezTo>
                <a:lnTo>
                  <a:pt x="13597619" y="1467233"/>
                </a:lnTo>
                <a:lnTo>
                  <a:pt x="13559514" y="1445064"/>
                </a:lnTo>
                <a:cubicBezTo>
                  <a:pt x="13565963" y="1457960"/>
                  <a:pt x="13565963" y="1470856"/>
                  <a:pt x="13572411" y="1477304"/>
                </a:cubicBezTo>
                <a:cubicBezTo>
                  <a:pt x="13578859" y="1490200"/>
                  <a:pt x="13591756" y="1477304"/>
                  <a:pt x="13598205" y="1483753"/>
                </a:cubicBezTo>
                <a:cubicBezTo>
                  <a:pt x="13604653" y="1496648"/>
                  <a:pt x="13598205" y="1522439"/>
                  <a:pt x="13598205" y="1540708"/>
                </a:cubicBezTo>
                <a:cubicBezTo>
                  <a:pt x="13501479" y="1527813"/>
                  <a:pt x="13405828" y="1515992"/>
                  <a:pt x="13302654" y="1509543"/>
                </a:cubicBezTo>
                <a:cubicBezTo>
                  <a:pt x="13367138" y="1432169"/>
                  <a:pt x="13450967" y="1470856"/>
                  <a:pt x="13520824" y="1477304"/>
                </a:cubicBezTo>
                <a:cubicBezTo>
                  <a:pt x="13520824" y="1451512"/>
                  <a:pt x="13514376" y="1419273"/>
                  <a:pt x="13540169" y="1412826"/>
                </a:cubicBezTo>
                <a:cubicBezTo>
                  <a:pt x="13559514" y="1406377"/>
                  <a:pt x="13572411" y="1412826"/>
                  <a:pt x="13591756" y="1419273"/>
                </a:cubicBezTo>
                <a:cubicBezTo>
                  <a:pt x="13611101" y="1419273"/>
                  <a:pt x="13656240" y="1432169"/>
                  <a:pt x="13656240" y="1387034"/>
                </a:cubicBezTo>
                <a:cubicBezTo>
                  <a:pt x="13501479" y="1393482"/>
                  <a:pt x="13354241" y="1374138"/>
                  <a:pt x="13200555" y="1374138"/>
                </a:cubicBezTo>
                <a:cubicBezTo>
                  <a:pt x="13059766" y="1380585"/>
                  <a:pt x="12911454" y="1387034"/>
                  <a:pt x="12777113" y="1477304"/>
                </a:cubicBezTo>
                <a:cubicBezTo>
                  <a:pt x="12822251" y="1483753"/>
                  <a:pt x="12859867" y="1496648"/>
                  <a:pt x="12898557" y="1509543"/>
                </a:cubicBezTo>
                <a:cubicBezTo>
                  <a:pt x="12898557" y="1527813"/>
                  <a:pt x="12892109" y="1547156"/>
                  <a:pt x="12892109" y="1572949"/>
                </a:cubicBezTo>
                <a:cubicBezTo>
                  <a:pt x="12872764" y="1547156"/>
                  <a:pt x="12859867" y="1547156"/>
                  <a:pt x="12848045" y="1579396"/>
                </a:cubicBezTo>
                <a:cubicBezTo>
                  <a:pt x="12879212" y="1592292"/>
                  <a:pt x="12924350" y="1598740"/>
                  <a:pt x="12898557" y="1669667"/>
                </a:cubicBezTo>
                <a:cubicBezTo>
                  <a:pt x="12885660" y="1708354"/>
                  <a:pt x="12841596" y="1689010"/>
                  <a:pt x="12822251" y="1689010"/>
                </a:cubicBezTo>
                <a:cubicBezTo>
                  <a:pt x="12790010" y="1689010"/>
                  <a:pt x="12770664" y="1708354"/>
                  <a:pt x="12744871" y="1727698"/>
                </a:cubicBezTo>
                <a:cubicBezTo>
                  <a:pt x="12712629" y="1745967"/>
                  <a:pt x="12667491" y="1740594"/>
                  <a:pt x="12629875" y="1740594"/>
                </a:cubicBezTo>
                <a:cubicBezTo>
                  <a:pt x="12597633" y="1740594"/>
                  <a:pt x="12565391" y="1740594"/>
                  <a:pt x="12526701" y="1745967"/>
                </a:cubicBezTo>
                <a:cubicBezTo>
                  <a:pt x="12456844" y="1752415"/>
                  <a:pt x="12379464" y="1765311"/>
                  <a:pt x="12302083" y="1778207"/>
                </a:cubicBezTo>
                <a:cubicBezTo>
                  <a:pt x="12225778" y="1797550"/>
                  <a:pt x="12154846" y="1816895"/>
                  <a:pt x="12077465" y="1816895"/>
                </a:cubicBezTo>
                <a:cubicBezTo>
                  <a:pt x="12038775" y="1816895"/>
                  <a:pt x="12020505" y="1829790"/>
                  <a:pt x="11988263" y="1849134"/>
                </a:cubicBezTo>
                <a:cubicBezTo>
                  <a:pt x="11962469" y="1868478"/>
                  <a:pt x="11930228" y="1862030"/>
                  <a:pt x="11897986" y="1862030"/>
                </a:cubicBezTo>
                <a:cubicBezTo>
                  <a:pt x="11833502" y="1868478"/>
                  <a:pt x="11763645" y="1881373"/>
                  <a:pt x="11699161" y="1920063"/>
                </a:cubicBezTo>
                <a:cubicBezTo>
                  <a:pt x="11673368" y="1938330"/>
                  <a:pt x="11660471" y="1938330"/>
                  <a:pt x="11635752" y="1920063"/>
                </a:cubicBezTo>
                <a:lnTo>
                  <a:pt x="11635483" y="1919987"/>
                </a:lnTo>
                <a:lnTo>
                  <a:pt x="11616508" y="1914622"/>
                </a:lnTo>
                <a:cubicBezTo>
                  <a:pt x="11597465" y="1912808"/>
                  <a:pt x="11579329" y="1920063"/>
                  <a:pt x="11564820" y="1920063"/>
                </a:cubicBezTo>
                <a:cubicBezTo>
                  <a:pt x="11603510" y="1964122"/>
                  <a:pt x="11660471" y="1932957"/>
                  <a:pt x="11692713" y="1989913"/>
                </a:cubicBezTo>
                <a:cubicBezTo>
                  <a:pt x="11468095" y="2041497"/>
                  <a:pt x="11243477" y="2112430"/>
                  <a:pt x="11019934" y="2195172"/>
                </a:cubicBezTo>
                <a:cubicBezTo>
                  <a:pt x="10910311" y="2233859"/>
                  <a:pt x="10801764" y="2266099"/>
                  <a:pt x="10692142" y="2311236"/>
                </a:cubicBezTo>
                <a:cubicBezTo>
                  <a:pt x="10640555" y="2330579"/>
                  <a:pt x="10590043" y="2361740"/>
                  <a:pt x="10538456" y="2393980"/>
                </a:cubicBezTo>
                <a:cubicBezTo>
                  <a:pt x="10513737" y="2406870"/>
                  <a:pt x="10487943" y="2400427"/>
                  <a:pt x="10468598" y="2406870"/>
                </a:cubicBezTo>
                <a:cubicBezTo>
                  <a:pt x="10449253" y="2413338"/>
                  <a:pt x="10455702" y="2445566"/>
                  <a:pt x="10449253" y="2464911"/>
                </a:cubicBezTo>
                <a:cubicBezTo>
                  <a:pt x="10653451" y="2387533"/>
                  <a:pt x="10865173" y="2311236"/>
                  <a:pt x="11070446" y="2246753"/>
                </a:cubicBezTo>
                <a:cubicBezTo>
                  <a:pt x="11070446" y="2266099"/>
                  <a:pt x="11070446" y="2291889"/>
                  <a:pt x="11070446" y="2311236"/>
                </a:cubicBezTo>
                <a:cubicBezTo>
                  <a:pt x="11230580" y="2259652"/>
                  <a:pt x="11385341" y="2201616"/>
                  <a:pt x="11545475" y="2169380"/>
                </a:cubicBezTo>
                <a:cubicBezTo>
                  <a:pt x="11616407" y="2151111"/>
                  <a:pt x="11686264" y="2143586"/>
                  <a:pt x="11763645" y="2156485"/>
                </a:cubicBezTo>
                <a:cubicBezTo>
                  <a:pt x="11776542" y="2162932"/>
                  <a:pt x="11808783" y="2162932"/>
                  <a:pt x="11815232" y="2125320"/>
                </a:cubicBezTo>
                <a:cubicBezTo>
                  <a:pt x="11821680" y="2099528"/>
                  <a:pt x="11828129" y="2080184"/>
                  <a:pt x="11846399" y="2080184"/>
                </a:cubicBezTo>
                <a:cubicBezTo>
                  <a:pt x="11878641" y="2086632"/>
                  <a:pt x="11910883" y="2099528"/>
                  <a:pt x="11943124" y="2099528"/>
                </a:cubicBezTo>
                <a:cubicBezTo>
                  <a:pt x="11968918" y="2099528"/>
                  <a:pt x="11949573" y="2125320"/>
                  <a:pt x="11968918" y="2125320"/>
                </a:cubicBezTo>
                <a:cubicBezTo>
                  <a:pt x="11988263" y="2125320"/>
                  <a:pt x="12007608" y="2131768"/>
                  <a:pt x="12026953" y="2125320"/>
                </a:cubicBezTo>
                <a:cubicBezTo>
                  <a:pt x="12038775" y="2125320"/>
                  <a:pt x="12033401" y="2112430"/>
                  <a:pt x="12033401" y="2099528"/>
                </a:cubicBezTo>
                <a:cubicBezTo>
                  <a:pt x="12038775" y="2086632"/>
                  <a:pt x="12051672" y="2086632"/>
                  <a:pt x="12058120" y="2086632"/>
                </a:cubicBezTo>
                <a:cubicBezTo>
                  <a:pt x="12077465" y="2086632"/>
                  <a:pt x="12096810" y="2086632"/>
                  <a:pt x="12116155" y="2086632"/>
                </a:cubicBezTo>
                <a:cubicBezTo>
                  <a:pt x="12148397" y="2086632"/>
                  <a:pt x="12212881" y="2099528"/>
                  <a:pt x="12212881" y="2035049"/>
                </a:cubicBezTo>
                <a:cubicBezTo>
                  <a:pt x="12212881" y="1977018"/>
                  <a:pt x="12174191" y="1862030"/>
                  <a:pt x="12135501" y="1907166"/>
                </a:cubicBezTo>
                <a:cubicBezTo>
                  <a:pt x="12135501" y="1887821"/>
                  <a:pt x="12129052" y="1868478"/>
                  <a:pt x="12129052" y="1849134"/>
                </a:cubicBezTo>
                <a:cubicBezTo>
                  <a:pt x="12225778" y="1842686"/>
                  <a:pt x="12327877" y="1836238"/>
                  <a:pt x="12431051" y="1829790"/>
                </a:cubicBezTo>
                <a:cubicBezTo>
                  <a:pt x="12379464" y="1842686"/>
                  <a:pt x="12321428" y="1829790"/>
                  <a:pt x="12276290" y="1868478"/>
                </a:cubicBezTo>
                <a:cubicBezTo>
                  <a:pt x="12219329" y="1913613"/>
                  <a:pt x="12340773" y="1920063"/>
                  <a:pt x="12353670" y="1920063"/>
                </a:cubicBezTo>
                <a:cubicBezTo>
                  <a:pt x="12334325" y="1951226"/>
                  <a:pt x="12295635" y="1957674"/>
                  <a:pt x="12276290" y="1983465"/>
                </a:cubicBezTo>
                <a:cubicBezTo>
                  <a:pt x="12244048" y="2035049"/>
                  <a:pt x="12308532" y="2041497"/>
                  <a:pt x="12327877" y="2041497"/>
                </a:cubicBezTo>
                <a:cubicBezTo>
                  <a:pt x="12424602" y="2041497"/>
                  <a:pt x="12533150" y="2073737"/>
                  <a:pt x="12623427" y="2002809"/>
                </a:cubicBezTo>
                <a:cubicBezTo>
                  <a:pt x="12673939" y="1964122"/>
                  <a:pt x="12751319" y="1989913"/>
                  <a:pt x="12802906" y="1989913"/>
                </a:cubicBezTo>
                <a:cubicBezTo>
                  <a:pt x="12867390" y="1983465"/>
                  <a:pt x="12930799" y="1977018"/>
                  <a:pt x="13001731" y="1977018"/>
                </a:cubicBezTo>
                <a:cubicBezTo>
                  <a:pt x="13033973" y="1977018"/>
                  <a:pt x="13065140" y="1977018"/>
                  <a:pt x="13103830" y="1977018"/>
                </a:cubicBezTo>
                <a:cubicBezTo>
                  <a:pt x="13123175" y="1977018"/>
                  <a:pt x="13148968" y="1964122"/>
                  <a:pt x="13168314" y="1970570"/>
                </a:cubicBezTo>
                <a:cubicBezTo>
                  <a:pt x="13181210" y="1977018"/>
                  <a:pt x="13194107" y="1996361"/>
                  <a:pt x="13174762" y="2002809"/>
                </a:cubicBezTo>
                <a:cubicBezTo>
                  <a:pt x="13161865" y="2009257"/>
                  <a:pt x="13142520" y="2002809"/>
                  <a:pt x="13123175" y="2002809"/>
                </a:cubicBezTo>
                <a:cubicBezTo>
                  <a:pt x="13136072" y="2093081"/>
                  <a:pt x="13161865" y="2086632"/>
                  <a:pt x="13213452" y="2054393"/>
                </a:cubicBezTo>
                <a:cubicBezTo>
                  <a:pt x="13232797" y="2035049"/>
                  <a:pt x="13239246" y="2047945"/>
                  <a:pt x="13252142" y="2073737"/>
                </a:cubicBezTo>
                <a:cubicBezTo>
                  <a:pt x="13270413" y="2105976"/>
                  <a:pt x="13289758" y="2093081"/>
                  <a:pt x="13309103" y="2086632"/>
                </a:cubicBezTo>
                <a:cubicBezTo>
                  <a:pt x="13341345" y="2073737"/>
                  <a:pt x="13373586" y="2073737"/>
                  <a:pt x="13399380" y="2067288"/>
                </a:cubicBezTo>
                <a:cubicBezTo>
                  <a:pt x="13425173" y="2067288"/>
                  <a:pt x="13444518" y="2073737"/>
                  <a:pt x="13470312" y="2054393"/>
                </a:cubicBezTo>
                <a:cubicBezTo>
                  <a:pt x="13514376" y="2015705"/>
                  <a:pt x="13565963" y="2035049"/>
                  <a:pt x="13617550" y="2035049"/>
                </a:cubicBezTo>
                <a:cubicBezTo>
                  <a:pt x="13617550" y="1989913"/>
                  <a:pt x="13591756" y="1983465"/>
                  <a:pt x="13572411" y="1970570"/>
                </a:cubicBezTo>
                <a:cubicBezTo>
                  <a:pt x="13604653" y="1970570"/>
                  <a:pt x="13643343" y="1977018"/>
                  <a:pt x="13675585" y="1983465"/>
                </a:cubicBezTo>
                <a:cubicBezTo>
                  <a:pt x="13662688" y="1989913"/>
                  <a:pt x="13649791" y="2002809"/>
                  <a:pt x="13636895" y="2015705"/>
                </a:cubicBezTo>
                <a:cubicBezTo>
                  <a:pt x="13649791" y="2028601"/>
                  <a:pt x="13662688" y="2041497"/>
                  <a:pt x="13675585" y="2060841"/>
                </a:cubicBezTo>
                <a:cubicBezTo>
                  <a:pt x="13688482" y="2047945"/>
                  <a:pt x="13694930" y="2028601"/>
                  <a:pt x="13713200" y="2035049"/>
                </a:cubicBezTo>
                <a:cubicBezTo>
                  <a:pt x="13726097" y="2047945"/>
                  <a:pt x="13738994" y="2060841"/>
                  <a:pt x="13751891" y="2060841"/>
                </a:cubicBezTo>
                <a:cubicBezTo>
                  <a:pt x="13764787" y="2060841"/>
                  <a:pt x="13784132" y="2060841"/>
                  <a:pt x="13797029" y="2067288"/>
                </a:cubicBezTo>
                <a:cubicBezTo>
                  <a:pt x="13816374" y="2073737"/>
                  <a:pt x="13777684" y="2086632"/>
                  <a:pt x="13777684" y="2093081"/>
                </a:cubicBezTo>
                <a:cubicBezTo>
                  <a:pt x="13745442" y="2105976"/>
                  <a:pt x="13713200" y="2099528"/>
                  <a:pt x="13680959" y="2099528"/>
                </a:cubicBezTo>
                <a:cubicBezTo>
                  <a:pt x="13604653" y="2105976"/>
                  <a:pt x="13520824" y="2105976"/>
                  <a:pt x="13444518" y="2112430"/>
                </a:cubicBezTo>
                <a:cubicBezTo>
                  <a:pt x="13405828" y="2118874"/>
                  <a:pt x="13367138" y="2118874"/>
                  <a:pt x="13328448" y="2118874"/>
                </a:cubicBezTo>
                <a:cubicBezTo>
                  <a:pt x="13296206" y="2125320"/>
                  <a:pt x="13265039" y="2118874"/>
                  <a:pt x="13239246" y="2151111"/>
                </a:cubicBezTo>
                <a:cubicBezTo>
                  <a:pt x="13258591" y="2156485"/>
                  <a:pt x="13315551" y="2156485"/>
                  <a:pt x="13322000" y="2195172"/>
                </a:cubicBezTo>
                <a:cubicBezTo>
                  <a:pt x="13322000" y="2214516"/>
                  <a:pt x="13289758" y="2220961"/>
                  <a:pt x="13284384" y="2220961"/>
                </a:cubicBezTo>
                <a:cubicBezTo>
                  <a:pt x="13258591" y="2220961"/>
                  <a:pt x="13232797" y="2227413"/>
                  <a:pt x="13207004" y="2220961"/>
                </a:cubicBezTo>
                <a:cubicBezTo>
                  <a:pt x="13181210" y="2214516"/>
                  <a:pt x="13181210" y="2188728"/>
                  <a:pt x="13181210" y="2151111"/>
                </a:cubicBezTo>
                <a:cubicBezTo>
                  <a:pt x="13079111" y="2162932"/>
                  <a:pt x="12969489" y="2175828"/>
                  <a:pt x="12859867" y="2188728"/>
                </a:cubicBezTo>
                <a:cubicBezTo>
                  <a:pt x="12802906" y="2195172"/>
                  <a:pt x="12751319" y="2208069"/>
                  <a:pt x="12693284" y="2208069"/>
                </a:cubicBezTo>
                <a:cubicBezTo>
                  <a:pt x="12673939" y="2208069"/>
                  <a:pt x="12604082" y="2188728"/>
                  <a:pt x="12597633" y="2240307"/>
                </a:cubicBezTo>
                <a:cubicBezTo>
                  <a:pt x="12597633" y="2266099"/>
                  <a:pt x="12610530" y="2298334"/>
                  <a:pt x="12591185" y="2311236"/>
                </a:cubicBezTo>
                <a:cubicBezTo>
                  <a:pt x="12578288" y="2324131"/>
                  <a:pt x="12558943" y="2317683"/>
                  <a:pt x="12546046" y="2324131"/>
                </a:cubicBezTo>
                <a:cubicBezTo>
                  <a:pt x="12494459" y="2330579"/>
                  <a:pt x="12443947" y="2337027"/>
                  <a:pt x="12385912" y="2343474"/>
                </a:cubicBezTo>
                <a:cubicBezTo>
                  <a:pt x="12282738" y="2361740"/>
                  <a:pt x="12180639" y="2387533"/>
                  <a:pt x="12071017" y="2406870"/>
                </a:cubicBezTo>
                <a:cubicBezTo>
                  <a:pt x="11859296" y="2464911"/>
                  <a:pt x="11641126" y="2510046"/>
                  <a:pt x="11430479" y="2561628"/>
                </a:cubicBezTo>
                <a:cubicBezTo>
                  <a:pt x="11333754" y="2579897"/>
                  <a:pt x="11237028" y="2605690"/>
                  <a:pt x="11141378" y="2618587"/>
                </a:cubicBezTo>
                <a:cubicBezTo>
                  <a:pt x="11122033" y="2618587"/>
                  <a:pt x="11109136" y="2625034"/>
                  <a:pt x="11089791" y="2631480"/>
                </a:cubicBezTo>
                <a:cubicBezTo>
                  <a:pt x="11076894" y="2644376"/>
                  <a:pt x="11076894" y="2670168"/>
                  <a:pt x="11070446" y="2689511"/>
                </a:cubicBezTo>
                <a:cubicBezTo>
                  <a:pt x="11051101" y="2734643"/>
                  <a:pt x="10981243" y="2683064"/>
                  <a:pt x="10961898" y="2676615"/>
                </a:cubicBezTo>
                <a:cubicBezTo>
                  <a:pt x="10961898" y="2695958"/>
                  <a:pt x="10961898" y="2721752"/>
                  <a:pt x="10961898" y="2741094"/>
                </a:cubicBezTo>
                <a:cubicBezTo>
                  <a:pt x="10884518" y="2728196"/>
                  <a:pt x="10814661" y="2752914"/>
                  <a:pt x="10750177" y="2785149"/>
                </a:cubicBezTo>
                <a:cubicBezTo>
                  <a:pt x="10807138" y="2772256"/>
                  <a:pt x="10858724" y="2759362"/>
                  <a:pt x="10916760" y="2752914"/>
                </a:cubicBezTo>
                <a:cubicBezTo>
                  <a:pt x="10968347" y="2747539"/>
                  <a:pt x="11019934" y="2741094"/>
                  <a:pt x="11070446" y="2715302"/>
                </a:cubicBezTo>
                <a:cubicBezTo>
                  <a:pt x="11173620" y="2670168"/>
                  <a:pt x="11288615" y="2670168"/>
                  <a:pt x="11398238" y="2650824"/>
                </a:cubicBezTo>
                <a:cubicBezTo>
                  <a:pt x="11622856" y="2612137"/>
                  <a:pt x="11846399" y="2561628"/>
                  <a:pt x="12071017" y="2497149"/>
                </a:cubicBezTo>
                <a:cubicBezTo>
                  <a:pt x="12071017" y="2516495"/>
                  <a:pt x="12071017" y="2554106"/>
                  <a:pt x="12090362" y="2554106"/>
                </a:cubicBezTo>
                <a:cubicBezTo>
                  <a:pt x="12090362" y="2535836"/>
                  <a:pt x="12090362" y="2516495"/>
                  <a:pt x="12090362" y="2497149"/>
                </a:cubicBezTo>
                <a:cubicBezTo>
                  <a:pt x="12103259" y="2490703"/>
                  <a:pt x="12116155" y="2490703"/>
                  <a:pt x="12135501" y="2484256"/>
                </a:cubicBezTo>
                <a:cubicBezTo>
                  <a:pt x="12154846" y="2484256"/>
                  <a:pt x="12180639" y="2477804"/>
                  <a:pt x="12206433" y="2477804"/>
                </a:cubicBezTo>
                <a:cubicBezTo>
                  <a:pt x="12193536" y="2484256"/>
                  <a:pt x="12187087" y="2497149"/>
                  <a:pt x="12187087" y="2510046"/>
                </a:cubicBezTo>
                <a:cubicBezTo>
                  <a:pt x="12193536" y="2516495"/>
                  <a:pt x="12206433" y="2516495"/>
                  <a:pt x="12219329" y="2522941"/>
                </a:cubicBezTo>
                <a:cubicBezTo>
                  <a:pt x="12219329" y="2432672"/>
                  <a:pt x="12302083" y="2445566"/>
                  <a:pt x="12340773" y="2432672"/>
                </a:cubicBezTo>
                <a:cubicBezTo>
                  <a:pt x="12418154" y="2419778"/>
                  <a:pt x="12488011" y="2406870"/>
                  <a:pt x="12565391" y="2387533"/>
                </a:cubicBezTo>
                <a:cubicBezTo>
                  <a:pt x="12591185" y="2381086"/>
                  <a:pt x="12629875" y="2348847"/>
                  <a:pt x="12654594" y="2374638"/>
                </a:cubicBezTo>
                <a:cubicBezTo>
                  <a:pt x="12680387" y="2393980"/>
                  <a:pt x="12693284" y="2406870"/>
                  <a:pt x="12719078" y="2400427"/>
                </a:cubicBezTo>
                <a:cubicBezTo>
                  <a:pt x="12796458" y="2387533"/>
                  <a:pt x="12872764" y="2381086"/>
                  <a:pt x="12950144" y="2374638"/>
                </a:cubicBezTo>
                <a:cubicBezTo>
                  <a:pt x="13265039" y="2348847"/>
                  <a:pt x="13572411" y="2330579"/>
                  <a:pt x="13880858" y="2337027"/>
                </a:cubicBezTo>
                <a:cubicBezTo>
                  <a:pt x="13855064" y="2337027"/>
                  <a:pt x="13829271" y="2343474"/>
                  <a:pt x="13803477" y="2348847"/>
                </a:cubicBezTo>
                <a:cubicBezTo>
                  <a:pt x="13809926" y="2361740"/>
                  <a:pt x="13816374" y="2374638"/>
                  <a:pt x="13822823" y="2381086"/>
                </a:cubicBezTo>
                <a:cubicBezTo>
                  <a:pt x="13797029" y="2400427"/>
                  <a:pt x="13764787" y="2413338"/>
                  <a:pt x="13732545" y="2445566"/>
                </a:cubicBezTo>
                <a:cubicBezTo>
                  <a:pt x="13719649" y="2458463"/>
                  <a:pt x="13694930" y="2458463"/>
                  <a:pt x="13694930" y="2497149"/>
                </a:cubicBezTo>
                <a:cubicBezTo>
                  <a:pt x="13706752" y="2484256"/>
                  <a:pt x="13726097" y="2471358"/>
                  <a:pt x="13738994" y="2471358"/>
                </a:cubicBezTo>
                <a:cubicBezTo>
                  <a:pt x="13758339" y="2471358"/>
                  <a:pt x="13771236" y="2490703"/>
                  <a:pt x="13784132" y="2497149"/>
                </a:cubicBezTo>
                <a:cubicBezTo>
                  <a:pt x="13803477" y="2503598"/>
                  <a:pt x="13842168" y="2510046"/>
                  <a:pt x="13848616" y="2471358"/>
                </a:cubicBezTo>
                <a:cubicBezTo>
                  <a:pt x="13855064" y="2445566"/>
                  <a:pt x="13848616" y="2393980"/>
                  <a:pt x="13867961" y="2381086"/>
                </a:cubicBezTo>
                <a:cubicBezTo>
                  <a:pt x="13874409" y="2374638"/>
                  <a:pt x="13886231" y="2374638"/>
                  <a:pt x="13893755" y="2361740"/>
                </a:cubicBezTo>
                <a:cubicBezTo>
                  <a:pt x="13900203" y="2356369"/>
                  <a:pt x="13900203" y="2330579"/>
                  <a:pt x="13905577" y="2317683"/>
                </a:cubicBezTo>
                <a:cubicBezTo>
                  <a:pt x="13918473" y="2285443"/>
                  <a:pt x="13957163" y="2304791"/>
                  <a:pt x="13976509" y="2304791"/>
                </a:cubicBezTo>
                <a:cubicBezTo>
                  <a:pt x="14015199" y="2304791"/>
                  <a:pt x="14060337" y="2298334"/>
                  <a:pt x="14099027" y="2291889"/>
                </a:cubicBezTo>
                <a:cubicBezTo>
                  <a:pt x="14123746" y="2285443"/>
                  <a:pt x="14175333" y="2266099"/>
                  <a:pt x="14201127" y="2285443"/>
                </a:cubicBezTo>
                <a:cubicBezTo>
                  <a:pt x="14207575" y="2295116"/>
                  <a:pt x="14210799" y="2309625"/>
                  <a:pt x="14212411" y="2324803"/>
                </a:cubicBezTo>
                <a:lnTo>
                  <a:pt x="14213855" y="2363672"/>
                </a:lnTo>
                <a:lnTo>
                  <a:pt x="14217894" y="2366503"/>
                </a:lnTo>
                <a:cubicBezTo>
                  <a:pt x="14211907" y="2372428"/>
                  <a:pt x="14205919" y="2378352"/>
                  <a:pt x="14199932" y="2366503"/>
                </a:cubicBezTo>
                <a:lnTo>
                  <a:pt x="14204446" y="2363340"/>
                </a:lnTo>
                <a:lnTo>
                  <a:pt x="14169506" y="2345640"/>
                </a:lnTo>
                <a:cubicBezTo>
                  <a:pt x="14124216" y="2332190"/>
                  <a:pt x="14077264" y="2341862"/>
                  <a:pt x="14034544" y="2337027"/>
                </a:cubicBezTo>
                <a:cubicBezTo>
                  <a:pt x="14034544" y="2400427"/>
                  <a:pt x="14086131" y="2368190"/>
                  <a:pt x="14110849" y="2368190"/>
                </a:cubicBezTo>
                <a:cubicBezTo>
                  <a:pt x="14110849" y="2400427"/>
                  <a:pt x="14086131" y="2406870"/>
                  <a:pt x="14073234" y="2419778"/>
                </a:cubicBezTo>
                <a:cubicBezTo>
                  <a:pt x="14053889" y="2439119"/>
                  <a:pt x="14028095" y="2464911"/>
                  <a:pt x="14015199" y="2497149"/>
                </a:cubicBezTo>
                <a:cubicBezTo>
                  <a:pt x="14034544" y="2503598"/>
                  <a:pt x="14053889" y="2516495"/>
                  <a:pt x="14073234" y="2522941"/>
                </a:cubicBezTo>
                <a:cubicBezTo>
                  <a:pt x="14073234" y="2503598"/>
                  <a:pt x="14066786" y="2464911"/>
                  <a:pt x="14091504" y="2464911"/>
                </a:cubicBezTo>
                <a:cubicBezTo>
                  <a:pt x="14091504" y="2516495"/>
                  <a:pt x="14105476" y="2522941"/>
                  <a:pt x="14130195" y="2529389"/>
                </a:cubicBezTo>
                <a:cubicBezTo>
                  <a:pt x="14149540" y="2529389"/>
                  <a:pt x="14188230" y="2535836"/>
                  <a:pt x="14188230" y="2497149"/>
                </a:cubicBezTo>
                <a:cubicBezTo>
                  <a:pt x="14168885" y="2497149"/>
                  <a:pt x="14155988" y="2497149"/>
                  <a:pt x="14143091" y="2497149"/>
                </a:cubicBezTo>
                <a:cubicBezTo>
                  <a:pt x="14143091" y="2471358"/>
                  <a:pt x="14143091" y="2452014"/>
                  <a:pt x="14143091" y="2432672"/>
                </a:cubicBezTo>
                <a:cubicBezTo>
                  <a:pt x="14181781" y="2445566"/>
                  <a:pt x="14220472" y="2458463"/>
                  <a:pt x="14259162" y="2477804"/>
                </a:cubicBezTo>
                <a:cubicBezTo>
                  <a:pt x="14246265" y="2490703"/>
                  <a:pt x="14239817" y="2503598"/>
                  <a:pt x="14233368" y="2522941"/>
                </a:cubicBezTo>
                <a:cubicBezTo>
                  <a:pt x="14246265" y="2522941"/>
                  <a:pt x="14272059" y="2510046"/>
                  <a:pt x="14278507" y="2542284"/>
                </a:cubicBezTo>
                <a:cubicBezTo>
                  <a:pt x="14284955" y="2516495"/>
                  <a:pt x="14272059" y="2484256"/>
                  <a:pt x="14284955" y="2464911"/>
                </a:cubicBezTo>
                <a:cubicBezTo>
                  <a:pt x="14296777" y="2445566"/>
                  <a:pt x="14329019" y="2458463"/>
                  <a:pt x="14348364" y="2458463"/>
                </a:cubicBezTo>
                <a:cubicBezTo>
                  <a:pt x="14348364" y="2458463"/>
                  <a:pt x="14380606" y="2471358"/>
                  <a:pt x="14374158" y="2484256"/>
                </a:cubicBezTo>
                <a:cubicBezTo>
                  <a:pt x="14361261" y="2510046"/>
                  <a:pt x="14335467" y="2497149"/>
                  <a:pt x="14316122" y="2497149"/>
                </a:cubicBezTo>
                <a:cubicBezTo>
                  <a:pt x="14316122" y="2516495"/>
                  <a:pt x="14322571" y="2535836"/>
                  <a:pt x="14322571" y="2554106"/>
                </a:cubicBezTo>
                <a:cubicBezTo>
                  <a:pt x="14387054" y="2484256"/>
                  <a:pt x="14464435" y="2566999"/>
                  <a:pt x="14534292" y="2547657"/>
                </a:cubicBezTo>
                <a:cubicBezTo>
                  <a:pt x="14483780" y="2535836"/>
                  <a:pt x="14438641" y="2522941"/>
                  <a:pt x="14393503" y="2510046"/>
                </a:cubicBezTo>
                <a:cubicBezTo>
                  <a:pt x="14470883" y="2445566"/>
                  <a:pt x="14553637" y="2497149"/>
                  <a:pt x="14637466" y="2510046"/>
                </a:cubicBezTo>
                <a:cubicBezTo>
                  <a:pt x="14611672" y="2529389"/>
                  <a:pt x="14566534" y="2547657"/>
                  <a:pt x="14579431" y="2605690"/>
                </a:cubicBezTo>
                <a:cubicBezTo>
                  <a:pt x="14592327" y="2644376"/>
                  <a:pt x="14637466" y="2586345"/>
                  <a:pt x="14637466" y="2644376"/>
                </a:cubicBezTo>
                <a:cubicBezTo>
                  <a:pt x="14451538" y="2612137"/>
                  <a:pt x="14265610" y="2579897"/>
                  <a:pt x="14079682" y="2561628"/>
                </a:cubicBezTo>
                <a:cubicBezTo>
                  <a:pt x="13989405" y="2554106"/>
                  <a:pt x="13900203" y="2535836"/>
                  <a:pt x="13809926" y="2535836"/>
                </a:cubicBezTo>
                <a:cubicBezTo>
                  <a:pt x="13777684" y="2535836"/>
                  <a:pt x="13732545" y="2554106"/>
                  <a:pt x="13700304" y="2535836"/>
                </a:cubicBezTo>
                <a:cubicBezTo>
                  <a:pt x="13669137" y="2516495"/>
                  <a:pt x="13688482" y="2452014"/>
                  <a:pt x="13688482" y="2419778"/>
                </a:cubicBezTo>
                <a:cubicBezTo>
                  <a:pt x="13604653" y="2419778"/>
                  <a:pt x="13520824" y="2426225"/>
                  <a:pt x="13438070" y="2432672"/>
                </a:cubicBezTo>
                <a:lnTo>
                  <a:pt x="13499431" y="2462859"/>
                </a:lnTo>
                <a:lnTo>
                  <a:pt x="13505185" y="2450516"/>
                </a:lnTo>
                <a:cubicBezTo>
                  <a:pt x="13507431" y="2450516"/>
                  <a:pt x="13510424" y="2455331"/>
                  <a:pt x="13516412" y="2464962"/>
                </a:cubicBezTo>
                <a:lnTo>
                  <a:pt x="13512292" y="2468496"/>
                </a:lnTo>
                <a:lnTo>
                  <a:pt x="13538725" y="2478915"/>
                </a:lnTo>
                <a:cubicBezTo>
                  <a:pt x="13549909" y="2482241"/>
                  <a:pt x="13561126" y="2484256"/>
                  <a:pt x="13572411" y="2484256"/>
                </a:cubicBezTo>
                <a:cubicBezTo>
                  <a:pt x="13591756" y="2484256"/>
                  <a:pt x="13636895" y="2477804"/>
                  <a:pt x="13636895" y="2522941"/>
                </a:cubicBezTo>
                <a:cubicBezTo>
                  <a:pt x="13553066" y="2522941"/>
                  <a:pt x="13475686" y="2522941"/>
                  <a:pt x="13392932" y="2522941"/>
                </a:cubicBezTo>
                <a:cubicBezTo>
                  <a:pt x="13392932" y="2503598"/>
                  <a:pt x="13399380" y="2484256"/>
                  <a:pt x="13399380" y="2464911"/>
                </a:cubicBezTo>
                <a:lnTo>
                  <a:pt x="13403724" y="2467517"/>
                </a:lnTo>
                <a:lnTo>
                  <a:pt x="13403655" y="2467412"/>
                </a:lnTo>
                <a:cubicBezTo>
                  <a:pt x="13409642" y="2454185"/>
                  <a:pt x="13411139" y="2450878"/>
                  <a:pt x="13412636" y="2452532"/>
                </a:cubicBezTo>
                <a:lnTo>
                  <a:pt x="13413461" y="2453899"/>
                </a:lnTo>
                <a:lnTo>
                  <a:pt x="13409959" y="2446573"/>
                </a:lnTo>
                <a:cubicBezTo>
                  <a:pt x="13405425" y="2425415"/>
                  <a:pt x="13409052" y="2398815"/>
                  <a:pt x="13380035" y="2393980"/>
                </a:cubicBezTo>
                <a:cubicBezTo>
                  <a:pt x="13354241" y="2393980"/>
                  <a:pt x="13328448" y="2406870"/>
                  <a:pt x="13302654" y="2400427"/>
                </a:cubicBezTo>
                <a:cubicBezTo>
                  <a:pt x="13289758" y="2393980"/>
                  <a:pt x="13270413" y="2393980"/>
                  <a:pt x="13252142" y="2400427"/>
                </a:cubicBezTo>
                <a:cubicBezTo>
                  <a:pt x="13226349" y="2406870"/>
                  <a:pt x="13239246" y="2464911"/>
                  <a:pt x="13239246" y="2497149"/>
                </a:cubicBezTo>
                <a:cubicBezTo>
                  <a:pt x="13252142" y="2484256"/>
                  <a:pt x="13270413" y="2477804"/>
                  <a:pt x="13284384" y="2464911"/>
                </a:cubicBezTo>
                <a:cubicBezTo>
                  <a:pt x="13284384" y="2484256"/>
                  <a:pt x="13289758" y="2503598"/>
                  <a:pt x="13296206" y="2522941"/>
                </a:cubicBezTo>
                <a:cubicBezTo>
                  <a:pt x="13265039" y="2516495"/>
                  <a:pt x="13232797" y="2510046"/>
                  <a:pt x="13200555" y="2510046"/>
                </a:cubicBezTo>
                <a:cubicBezTo>
                  <a:pt x="13207004" y="2490703"/>
                  <a:pt x="13219900" y="2471358"/>
                  <a:pt x="13213452" y="2452014"/>
                </a:cubicBezTo>
                <a:cubicBezTo>
                  <a:pt x="13200555" y="2432672"/>
                  <a:pt x="13194107" y="2413338"/>
                  <a:pt x="13174762" y="2406870"/>
                </a:cubicBezTo>
                <a:cubicBezTo>
                  <a:pt x="13148968" y="2400427"/>
                  <a:pt x="13123175" y="2419778"/>
                  <a:pt x="13090933" y="2426225"/>
                </a:cubicBezTo>
                <a:cubicBezTo>
                  <a:pt x="13027524" y="2439119"/>
                  <a:pt x="12956592" y="2445566"/>
                  <a:pt x="12892109" y="2464911"/>
                </a:cubicBezTo>
                <a:cubicBezTo>
                  <a:pt x="12822251" y="2490703"/>
                  <a:pt x="12751319" y="2477804"/>
                  <a:pt x="12680387" y="2484256"/>
                </a:cubicBezTo>
                <a:cubicBezTo>
                  <a:pt x="12623427" y="2490703"/>
                  <a:pt x="12558943" y="2484256"/>
                  <a:pt x="12500908" y="2535836"/>
                </a:cubicBezTo>
                <a:cubicBezTo>
                  <a:pt x="12513805" y="2547657"/>
                  <a:pt x="12533150" y="2554106"/>
                  <a:pt x="12546046" y="2566999"/>
                </a:cubicBezTo>
                <a:cubicBezTo>
                  <a:pt x="12533150" y="2573448"/>
                  <a:pt x="12526701" y="2586345"/>
                  <a:pt x="12526701" y="2599243"/>
                </a:cubicBezTo>
                <a:cubicBezTo>
                  <a:pt x="12905005" y="2612137"/>
                  <a:pt x="13289758" y="2612137"/>
                  <a:pt x="13675585" y="2612137"/>
                </a:cubicBezTo>
                <a:cubicBezTo>
                  <a:pt x="13611101" y="2618587"/>
                  <a:pt x="13546618" y="2625034"/>
                  <a:pt x="13483209" y="2631480"/>
                </a:cubicBezTo>
                <a:cubicBezTo>
                  <a:pt x="13457415" y="2637928"/>
                  <a:pt x="13431622" y="2631480"/>
                  <a:pt x="13405828" y="2644376"/>
                </a:cubicBezTo>
                <a:cubicBezTo>
                  <a:pt x="13386483" y="2650824"/>
                  <a:pt x="13392932" y="2689511"/>
                  <a:pt x="13392932" y="2708855"/>
                </a:cubicBezTo>
                <a:cubicBezTo>
                  <a:pt x="13457415" y="2695958"/>
                  <a:pt x="13533721" y="2657271"/>
                  <a:pt x="13598205" y="2689511"/>
                </a:cubicBezTo>
                <a:cubicBezTo>
                  <a:pt x="13636895" y="2708855"/>
                  <a:pt x="13669137" y="2734643"/>
                  <a:pt x="13675585" y="2657271"/>
                </a:cubicBezTo>
                <a:cubicBezTo>
                  <a:pt x="13675585" y="2586345"/>
                  <a:pt x="13738994" y="2612137"/>
                  <a:pt x="13764787" y="2612137"/>
                </a:cubicBezTo>
                <a:cubicBezTo>
                  <a:pt x="13797029" y="2618587"/>
                  <a:pt x="13835719" y="2612137"/>
                  <a:pt x="13867961" y="2605690"/>
                </a:cubicBezTo>
                <a:cubicBezTo>
                  <a:pt x="13886231" y="2605690"/>
                  <a:pt x="13937818" y="2592790"/>
                  <a:pt x="13950715" y="2618587"/>
                </a:cubicBezTo>
                <a:cubicBezTo>
                  <a:pt x="13970060" y="2644376"/>
                  <a:pt x="13900203" y="2650824"/>
                  <a:pt x="13893755" y="2644376"/>
                </a:cubicBezTo>
                <a:cubicBezTo>
                  <a:pt x="13874409" y="2644376"/>
                  <a:pt x="13855064" y="2644376"/>
                  <a:pt x="13829271" y="2644376"/>
                </a:cubicBezTo>
                <a:cubicBezTo>
                  <a:pt x="13809926" y="2637928"/>
                  <a:pt x="13745442" y="2625034"/>
                  <a:pt x="13732545" y="2670168"/>
                </a:cubicBezTo>
                <a:cubicBezTo>
                  <a:pt x="13719649" y="2708855"/>
                  <a:pt x="13751891" y="2702408"/>
                  <a:pt x="13764787" y="2702408"/>
                </a:cubicBezTo>
                <a:cubicBezTo>
                  <a:pt x="13797029" y="2702408"/>
                  <a:pt x="13835719" y="2695958"/>
                  <a:pt x="13874409" y="2695958"/>
                </a:cubicBezTo>
                <a:cubicBezTo>
                  <a:pt x="13950715" y="2689511"/>
                  <a:pt x="14028095" y="2683064"/>
                  <a:pt x="14110849" y="2676615"/>
                </a:cubicBezTo>
                <a:cubicBezTo>
                  <a:pt x="14110849" y="2695958"/>
                  <a:pt x="14110849" y="2721752"/>
                  <a:pt x="14110849" y="2741094"/>
                </a:cubicBezTo>
                <a:cubicBezTo>
                  <a:pt x="14123746" y="2741094"/>
                  <a:pt x="14136643" y="2741094"/>
                  <a:pt x="14155988" y="2741094"/>
                </a:cubicBezTo>
                <a:cubicBezTo>
                  <a:pt x="14181781" y="2741094"/>
                  <a:pt x="14214023" y="2747539"/>
                  <a:pt x="14246265" y="2747539"/>
                </a:cubicBezTo>
                <a:cubicBezTo>
                  <a:pt x="14304300" y="2747539"/>
                  <a:pt x="14361261" y="2752914"/>
                  <a:pt x="14425745" y="2752914"/>
                </a:cubicBezTo>
                <a:cubicBezTo>
                  <a:pt x="14477331" y="2759362"/>
                  <a:pt x="14534292" y="2772256"/>
                  <a:pt x="14592327" y="2766883"/>
                </a:cubicBezTo>
                <a:cubicBezTo>
                  <a:pt x="14624569" y="2759362"/>
                  <a:pt x="14637466" y="2772256"/>
                  <a:pt x="14637466" y="2830301"/>
                </a:cubicBezTo>
                <a:cubicBezTo>
                  <a:pt x="14534830" y="2814184"/>
                  <a:pt x="14430581" y="2807707"/>
                  <a:pt x="14326333" y="2801257"/>
                </a:cubicBezTo>
                <a:lnTo>
                  <a:pt x="14262063" y="2796778"/>
                </a:lnTo>
                <a:lnTo>
                  <a:pt x="14275019" y="2805263"/>
                </a:lnTo>
                <a:cubicBezTo>
                  <a:pt x="14278013" y="2810894"/>
                  <a:pt x="14279510" y="2818930"/>
                  <a:pt x="14279510" y="2828558"/>
                </a:cubicBezTo>
                <a:cubicBezTo>
                  <a:pt x="14273522" y="2828558"/>
                  <a:pt x="14269032" y="2825351"/>
                  <a:pt x="14266038" y="2819735"/>
                </a:cubicBezTo>
                <a:lnTo>
                  <a:pt x="14261607" y="2796747"/>
                </a:lnTo>
                <a:lnTo>
                  <a:pt x="14170161" y="2790378"/>
                </a:lnTo>
                <a:cubicBezTo>
                  <a:pt x="14118238" y="2785949"/>
                  <a:pt x="14066517" y="2780312"/>
                  <a:pt x="14015199" y="2772256"/>
                </a:cubicBezTo>
                <a:cubicBezTo>
                  <a:pt x="13931370" y="2759362"/>
                  <a:pt x="13835719" y="2721752"/>
                  <a:pt x="13758339" y="2785149"/>
                </a:cubicBezTo>
                <a:cubicBezTo>
                  <a:pt x="13738994" y="2804473"/>
                  <a:pt x="13726097" y="2778702"/>
                  <a:pt x="13713200" y="2766883"/>
                </a:cubicBezTo>
                <a:cubicBezTo>
                  <a:pt x="13700304" y="2759362"/>
                  <a:pt x="13675585" y="2759362"/>
                  <a:pt x="13662688" y="2752914"/>
                </a:cubicBezTo>
                <a:cubicBezTo>
                  <a:pt x="13636895" y="2741094"/>
                  <a:pt x="13598205" y="2747539"/>
                  <a:pt x="13598205" y="2798035"/>
                </a:cubicBezTo>
                <a:cubicBezTo>
                  <a:pt x="13591756" y="2778702"/>
                  <a:pt x="13578859" y="2759362"/>
                  <a:pt x="13572411" y="2741094"/>
                </a:cubicBezTo>
                <a:cubicBezTo>
                  <a:pt x="13533721" y="2798035"/>
                  <a:pt x="13483209" y="2798035"/>
                  <a:pt x="13431622" y="2798035"/>
                </a:cubicBezTo>
                <a:cubicBezTo>
                  <a:pt x="13367138" y="2798035"/>
                  <a:pt x="13302654" y="2785149"/>
                  <a:pt x="13239246" y="2785149"/>
                </a:cubicBezTo>
                <a:cubicBezTo>
                  <a:pt x="13245694" y="2778702"/>
                  <a:pt x="13245694" y="2772256"/>
                  <a:pt x="13252142" y="2772256"/>
                </a:cubicBezTo>
                <a:cubicBezTo>
                  <a:pt x="13239246" y="2747539"/>
                  <a:pt x="13207004" y="2759362"/>
                  <a:pt x="13194107" y="2766883"/>
                </a:cubicBezTo>
                <a:cubicBezTo>
                  <a:pt x="13161865" y="2772256"/>
                  <a:pt x="13136072" y="2772256"/>
                  <a:pt x="13103830" y="2772256"/>
                </a:cubicBezTo>
                <a:cubicBezTo>
                  <a:pt x="13065140" y="2772256"/>
                  <a:pt x="13008179" y="2759362"/>
                  <a:pt x="12982386" y="2830301"/>
                </a:cubicBezTo>
                <a:cubicBezTo>
                  <a:pt x="12937247" y="2747539"/>
                  <a:pt x="12854493" y="2778702"/>
                  <a:pt x="12790010" y="2791595"/>
                </a:cubicBezTo>
                <a:cubicBezTo>
                  <a:pt x="12751319" y="2791595"/>
                  <a:pt x="12654594" y="2759362"/>
                  <a:pt x="12654594" y="2862535"/>
                </a:cubicBezTo>
                <a:cubicBezTo>
                  <a:pt x="12623427" y="2836748"/>
                  <a:pt x="12584737" y="2823864"/>
                  <a:pt x="12546046" y="2836748"/>
                </a:cubicBezTo>
                <a:cubicBezTo>
                  <a:pt x="12513805" y="2843195"/>
                  <a:pt x="12488011" y="2881878"/>
                  <a:pt x="12456844" y="2894774"/>
                </a:cubicBezTo>
                <a:cubicBezTo>
                  <a:pt x="12418154" y="2907666"/>
                  <a:pt x="12379464" y="2901221"/>
                  <a:pt x="12340773" y="2901221"/>
                </a:cubicBezTo>
                <a:cubicBezTo>
                  <a:pt x="12302083" y="2901221"/>
                  <a:pt x="12263393" y="2907666"/>
                  <a:pt x="12219329" y="2907666"/>
                </a:cubicBezTo>
                <a:cubicBezTo>
                  <a:pt x="12225778" y="2901221"/>
                  <a:pt x="12225778" y="2894774"/>
                  <a:pt x="12232226" y="2888327"/>
                </a:cubicBezTo>
                <a:cubicBezTo>
                  <a:pt x="12187087" y="2856089"/>
                  <a:pt x="12135501" y="2920566"/>
                  <a:pt x="12090362" y="2888327"/>
                </a:cubicBezTo>
                <a:cubicBezTo>
                  <a:pt x="12090362" y="2933464"/>
                  <a:pt x="12090362" y="2958175"/>
                  <a:pt x="12058120" y="2958175"/>
                </a:cubicBezTo>
                <a:cubicBezTo>
                  <a:pt x="12033401" y="2958175"/>
                  <a:pt x="12007608" y="2952806"/>
                  <a:pt x="11981815" y="2964624"/>
                </a:cubicBezTo>
                <a:cubicBezTo>
                  <a:pt x="11923779" y="2983968"/>
                  <a:pt x="11859296" y="2983968"/>
                  <a:pt x="11808783" y="3029103"/>
                </a:cubicBezTo>
                <a:cubicBezTo>
                  <a:pt x="11923779" y="3035555"/>
                  <a:pt x="12046298" y="3035555"/>
                  <a:pt x="12167742" y="3048447"/>
                </a:cubicBezTo>
                <a:cubicBezTo>
                  <a:pt x="12167742" y="3029103"/>
                  <a:pt x="12154846" y="2990416"/>
                  <a:pt x="12174191" y="2983968"/>
                </a:cubicBezTo>
                <a:cubicBezTo>
                  <a:pt x="12193536" y="2972146"/>
                  <a:pt x="12219329" y="2983968"/>
                  <a:pt x="12238674" y="2983968"/>
                </a:cubicBezTo>
                <a:cubicBezTo>
                  <a:pt x="12238674" y="3016207"/>
                  <a:pt x="12187087" y="3035555"/>
                  <a:pt x="12219329" y="3067798"/>
                </a:cubicBezTo>
                <a:cubicBezTo>
                  <a:pt x="12238674" y="3093583"/>
                  <a:pt x="12276290" y="3067798"/>
                  <a:pt x="12295635" y="3061340"/>
                </a:cubicBezTo>
                <a:cubicBezTo>
                  <a:pt x="12379464" y="3029103"/>
                  <a:pt x="12462218" y="3003312"/>
                  <a:pt x="12539598" y="2983968"/>
                </a:cubicBezTo>
                <a:cubicBezTo>
                  <a:pt x="12584737" y="2977523"/>
                  <a:pt x="12623427" y="2972146"/>
                  <a:pt x="12662117" y="2977523"/>
                </a:cubicBezTo>
                <a:cubicBezTo>
                  <a:pt x="12699732" y="2983968"/>
                  <a:pt x="12731974" y="3003312"/>
                  <a:pt x="12764216" y="3022655"/>
                </a:cubicBezTo>
                <a:lnTo>
                  <a:pt x="12769727" y="3023950"/>
                </a:lnTo>
                <a:lnTo>
                  <a:pt x="12759050" y="3014790"/>
                </a:lnTo>
                <a:cubicBezTo>
                  <a:pt x="12771025" y="2995527"/>
                  <a:pt x="12771025" y="2995527"/>
                  <a:pt x="12777012" y="3014790"/>
                </a:cubicBezTo>
                <a:lnTo>
                  <a:pt x="12770482" y="3024128"/>
                </a:lnTo>
                <a:lnTo>
                  <a:pt x="12794225" y="3029707"/>
                </a:lnTo>
                <a:cubicBezTo>
                  <a:pt x="12825005" y="3030313"/>
                  <a:pt x="12857449" y="3014596"/>
                  <a:pt x="12885660" y="3009759"/>
                </a:cubicBezTo>
                <a:cubicBezTo>
                  <a:pt x="12917902" y="3009759"/>
                  <a:pt x="12937247" y="3035555"/>
                  <a:pt x="12956592" y="2983968"/>
                </a:cubicBezTo>
                <a:cubicBezTo>
                  <a:pt x="12969489" y="2952806"/>
                  <a:pt x="12982386" y="2964624"/>
                  <a:pt x="13001731" y="2977523"/>
                </a:cubicBezTo>
                <a:cubicBezTo>
                  <a:pt x="13014628" y="2983968"/>
                  <a:pt x="13014628" y="2964624"/>
                  <a:pt x="13021076" y="2946355"/>
                </a:cubicBezTo>
                <a:cubicBezTo>
                  <a:pt x="13030749" y="2931845"/>
                  <a:pt x="13044049" y="2949377"/>
                  <a:pt x="13052814" y="2962222"/>
                </a:cubicBezTo>
                <a:lnTo>
                  <a:pt x="13056973" y="2968159"/>
                </a:lnTo>
                <a:lnTo>
                  <a:pt x="13059766" y="2972146"/>
                </a:lnTo>
                <a:cubicBezTo>
                  <a:pt x="13079111" y="2977523"/>
                  <a:pt x="13090933" y="2977523"/>
                  <a:pt x="13110278" y="2972146"/>
                </a:cubicBezTo>
                <a:cubicBezTo>
                  <a:pt x="13200555" y="2958175"/>
                  <a:pt x="13284384" y="2907666"/>
                  <a:pt x="13373586" y="2914116"/>
                </a:cubicBezTo>
                <a:cubicBezTo>
                  <a:pt x="13463864" y="2927011"/>
                  <a:pt x="13546618" y="2946355"/>
                  <a:pt x="13636895" y="2907666"/>
                </a:cubicBezTo>
                <a:lnTo>
                  <a:pt x="13676487" y="2893083"/>
                </a:lnTo>
                <a:lnTo>
                  <a:pt x="13680018" y="2911699"/>
                </a:lnTo>
                <a:cubicBezTo>
                  <a:pt x="13683108" y="2917341"/>
                  <a:pt x="13687945" y="2920566"/>
                  <a:pt x="13694930" y="2920566"/>
                </a:cubicBezTo>
                <a:cubicBezTo>
                  <a:pt x="13694930" y="2910893"/>
                  <a:pt x="13693318" y="2902833"/>
                  <a:pt x="13690094" y="2897191"/>
                </a:cubicBezTo>
                <a:lnTo>
                  <a:pt x="13680782" y="2891501"/>
                </a:lnTo>
                <a:lnTo>
                  <a:pt x="13695417" y="2886110"/>
                </a:lnTo>
                <a:cubicBezTo>
                  <a:pt x="13755114" y="2870998"/>
                  <a:pt x="13817986" y="2872207"/>
                  <a:pt x="13880858" y="2862535"/>
                </a:cubicBezTo>
                <a:cubicBezTo>
                  <a:pt x="13880858" y="2881878"/>
                  <a:pt x="13880858" y="2901221"/>
                  <a:pt x="13880858" y="2920566"/>
                </a:cubicBezTo>
                <a:cubicBezTo>
                  <a:pt x="14053889" y="2894774"/>
                  <a:pt x="14220472" y="2927011"/>
                  <a:pt x="14393503" y="2952806"/>
                </a:cubicBezTo>
                <a:cubicBezTo>
                  <a:pt x="14393503" y="2894774"/>
                  <a:pt x="14335467" y="2952806"/>
                  <a:pt x="14335467" y="2888327"/>
                </a:cubicBezTo>
                <a:cubicBezTo>
                  <a:pt x="14367709" y="2888327"/>
                  <a:pt x="14399951" y="2888327"/>
                  <a:pt x="14432193" y="2888327"/>
                </a:cubicBezTo>
                <a:cubicBezTo>
                  <a:pt x="14457986" y="2888327"/>
                  <a:pt x="14457986" y="2933464"/>
                  <a:pt x="14470883" y="2952806"/>
                </a:cubicBezTo>
                <a:cubicBezTo>
                  <a:pt x="14490228" y="2901221"/>
                  <a:pt x="14527844" y="2958175"/>
                  <a:pt x="14553637" y="2972146"/>
                </a:cubicBezTo>
                <a:cubicBezTo>
                  <a:pt x="14605224" y="2983968"/>
                  <a:pt x="14650363" y="2983968"/>
                  <a:pt x="14701950" y="2983968"/>
                </a:cubicBezTo>
                <a:cubicBezTo>
                  <a:pt x="14778255" y="2983968"/>
                  <a:pt x="14868532" y="2983968"/>
                  <a:pt x="14938390" y="3061340"/>
                </a:cubicBezTo>
                <a:cubicBezTo>
                  <a:pt x="14746013" y="3048447"/>
                  <a:pt x="14560086" y="3035555"/>
                  <a:pt x="14374158" y="3029103"/>
                </a:cubicBezTo>
                <a:cubicBezTo>
                  <a:pt x="14380606" y="3042000"/>
                  <a:pt x="14393503" y="3061340"/>
                  <a:pt x="14399951" y="3074240"/>
                </a:cubicBezTo>
                <a:cubicBezTo>
                  <a:pt x="14341916" y="3087134"/>
                  <a:pt x="14278507" y="3093583"/>
                  <a:pt x="14220472" y="3106481"/>
                </a:cubicBezTo>
                <a:cubicBezTo>
                  <a:pt x="14226920" y="3054895"/>
                  <a:pt x="14252713" y="3061340"/>
                  <a:pt x="14278507" y="3074240"/>
                </a:cubicBezTo>
                <a:cubicBezTo>
                  <a:pt x="14278507" y="3042000"/>
                  <a:pt x="14284955" y="3016207"/>
                  <a:pt x="14259162" y="3009759"/>
                </a:cubicBezTo>
                <a:cubicBezTo>
                  <a:pt x="14233368" y="3003312"/>
                  <a:pt x="14214023" y="3009759"/>
                  <a:pt x="14194678" y="3009759"/>
                </a:cubicBezTo>
                <a:cubicBezTo>
                  <a:pt x="14143091" y="3009759"/>
                  <a:pt x="14091504" y="2996864"/>
                  <a:pt x="14040992" y="3003312"/>
                </a:cubicBezTo>
                <a:lnTo>
                  <a:pt x="13993733" y="3009219"/>
                </a:lnTo>
                <a:lnTo>
                  <a:pt x="13976509" y="3011371"/>
                </a:lnTo>
                <a:cubicBezTo>
                  <a:pt x="13953939" y="3014596"/>
                  <a:pt x="13931370" y="3016207"/>
                  <a:pt x="13912025" y="3009759"/>
                </a:cubicBezTo>
                <a:cubicBezTo>
                  <a:pt x="13893755" y="3003312"/>
                  <a:pt x="13855064" y="2983968"/>
                  <a:pt x="13880858" y="3029103"/>
                </a:cubicBezTo>
                <a:cubicBezTo>
                  <a:pt x="13861513" y="3042000"/>
                  <a:pt x="13842168" y="3074240"/>
                  <a:pt x="13816374" y="3074240"/>
                </a:cubicBezTo>
                <a:cubicBezTo>
                  <a:pt x="13803477" y="3074240"/>
                  <a:pt x="13797029" y="3061340"/>
                  <a:pt x="13784132" y="3048447"/>
                </a:cubicBezTo>
                <a:cubicBezTo>
                  <a:pt x="13777684" y="3042000"/>
                  <a:pt x="13764787" y="3048447"/>
                  <a:pt x="13758339" y="3048447"/>
                </a:cubicBezTo>
                <a:cubicBezTo>
                  <a:pt x="13732545" y="3048447"/>
                  <a:pt x="13680959" y="3067798"/>
                  <a:pt x="13662688" y="3048447"/>
                </a:cubicBezTo>
                <a:cubicBezTo>
                  <a:pt x="13649791" y="3035555"/>
                  <a:pt x="13656240" y="3003312"/>
                  <a:pt x="13656240" y="2983968"/>
                </a:cubicBezTo>
                <a:cubicBezTo>
                  <a:pt x="13636895" y="3003312"/>
                  <a:pt x="13617550" y="3022655"/>
                  <a:pt x="13598205" y="3048447"/>
                </a:cubicBezTo>
                <a:cubicBezTo>
                  <a:pt x="13598205" y="3022655"/>
                  <a:pt x="13598205" y="3003312"/>
                  <a:pt x="13598205" y="2983968"/>
                </a:cubicBezTo>
                <a:cubicBezTo>
                  <a:pt x="13483209" y="3016207"/>
                  <a:pt x="13367138" y="3022655"/>
                  <a:pt x="13252142" y="3042000"/>
                </a:cubicBezTo>
                <a:cubicBezTo>
                  <a:pt x="13136072" y="3054895"/>
                  <a:pt x="13021076" y="3067798"/>
                  <a:pt x="12905005" y="3087134"/>
                </a:cubicBezTo>
                <a:cubicBezTo>
                  <a:pt x="12693284" y="3112926"/>
                  <a:pt x="12475114" y="3132271"/>
                  <a:pt x="12263393" y="3169883"/>
                </a:cubicBezTo>
                <a:cubicBezTo>
                  <a:pt x="12212881" y="3177405"/>
                  <a:pt x="11750748" y="3279496"/>
                  <a:pt x="11750748" y="3234361"/>
                </a:cubicBezTo>
                <a:cubicBezTo>
                  <a:pt x="11750748" y="3234361"/>
                  <a:pt x="11770093" y="3221465"/>
                  <a:pt x="11770093" y="3215019"/>
                </a:cubicBezTo>
                <a:cubicBezTo>
                  <a:pt x="11776542" y="3195674"/>
                  <a:pt x="11744300" y="3195674"/>
                  <a:pt x="11737851" y="3195674"/>
                </a:cubicBezTo>
                <a:cubicBezTo>
                  <a:pt x="11699161" y="3195674"/>
                  <a:pt x="11724955" y="3260153"/>
                  <a:pt x="11686264" y="3273049"/>
                </a:cubicBezTo>
                <a:cubicBezTo>
                  <a:pt x="11660471" y="3273049"/>
                  <a:pt x="11609959" y="3234361"/>
                  <a:pt x="11597062" y="3279496"/>
                </a:cubicBezTo>
                <a:cubicBezTo>
                  <a:pt x="11590614" y="3305285"/>
                  <a:pt x="11584165" y="3350421"/>
                  <a:pt x="11564820" y="3350421"/>
                </a:cubicBezTo>
                <a:cubicBezTo>
                  <a:pt x="11564820" y="3318183"/>
                  <a:pt x="11564820" y="3292393"/>
                  <a:pt x="11564820" y="3260153"/>
                </a:cubicBezTo>
                <a:cubicBezTo>
                  <a:pt x="11474543" y="3311735"/>
                  <a:pt x="11391789" y="3368664"/>
                  <a:pt x="11295064" y="3382670"/>
                </a:cubicBezTo>
                <a:cubicBezTo>
                  <a:pt x="11295064" y="3305285"/>
                  <a:pt x="11199413" y="3356866"/>
                  <a:pt x="11199413" y="3413830"/>
                </a:cubicBezTo>
                <a:cubicBezTo>
                  <a:pt x="11186516" y="3407382"/>
                  <a:pt x="11173620" y="3400935"/>
                  <a:pt x="11160723" y="3388041"/>
                </a:cubicBezTo>
                <a:cubicBezTo>
                  <a:pt x="11154274" y="3407382"/>
                  <a:pt x="11147826" y="3426726"/>
                  <a:pt x="11147826" y="3446069"/>
                </a:cubicBezTo>
                <a:cubicBezTo>
                  <a:pt x="11122033" y="3446069"/>
                  <a:pt x="11102688" y="3452516"/>
                  <a:pt x="11083342" y="3458965"/>
                </a:cubicBezTo>
                <a:cubicBezTo>
                  <a:pt x="11038204" y="3478308"/>
                  <a:pt x="10994140" y="3497652"/>
                  <a:pt x="10942553" y="3510547"/>
                </a:cubicBezTo>
                <a:cubicBezTo>
                  <a:pt x="10845828" y="3536339"/>
                  <a:pt x="10750177" y="3580399"/>
                  <a:pt x="10659900" y="3625537"/>
                </a:cubicBezTo>
                <a:cubicBezTo>
                  <a:pt x="10455702" y="3722252"/>
                  <a:pt x="10256877" y="3817897"/>
                  <a:pt x="10058053" y="3908169"/>
                </a:cubicBezTo>
                <a:cubicBezTo>
                  <a:pt x="9852780" y="4003812"/>
                  <a:pt x="9653955" y="4100532"/>
                  <a:pt x="9448682" y="4196035"/>
                </a:cubicBezTo>
                <a:cubicBezTo>
                  <a:pt x="9346583" y="4246544"/>
                  <a:pt x="9249858" y="4291679"/>
                  <a:pt x="9147758" y="4336814"/>
                </a:cubicBezTo>
                <a:cubicBezTo>
                  <a:pt x="9109068" y="4362606"/>
                  <a:pt x="9063930" y="4369054"/>
                  <a:pt x="9025240" y="4393771"/>
                </a:cubicBezTo>
                <a:cubicBezTo>
                  <a:pt x="9005894" y="4406667"/>
                  <a:pt x="8986549" y="4426011"/>
                  <a:pt x="8968279" y="4426011"/>
                </a:cubicBezTo>
                <a:cubicBezTo>
                  <a:pt x="8954308" y="4426011"/>
                  <a:pt x="8941411" y="4432458"/>
                  <a:pt x="8941411" y="4458250"/>
                </a:cubicBezTo>
                <a:cubicBezTo>
                  <a:pt x="9044585" y="4432458"/>
                  <a:pt x="9141310" y="4381950"/>
                  <a:pt x="9243409" y="4426011"/>
                </a:cubicBezTo>
                <a:cubicBezTo>
                  <a:pt x="9243409" y="4375502"/>
                  <a:pt x="9204719" y="4406667"/>
                  <a:pt x="9185374" y="4381950"/>
                </a:cubicBezTo>
                <a:cubicBezTo>
                  <a:pt x="9217616" y="4330366"/>
                  <a:pt x="9269203" y="4356158"/>
                  <a:pt x="9307893" y="4317471"/>
                </a:cubicBezTo>
                <a:cubicBezTo>
                  <a:pt x="9340135" y="4272335"/>
                  <a:pt x="9390647" y="4291679"/>
                  <a:pt x="9435785" y="4291679"/>
                </a:cubicBezTo>
                <a:cubicBezTo>
                  <a:pt x="9429337" y="4291679"/>
                  <a:pt x="9422889" y="4298127"/>
                  <a:pt x="9422889" y="4304575"/>
                </a:cubicBezTo>
                <a:cubicBezTo>
                  <a:pt x="9442234" y="4330366"/>
                  <a:pt x="9468027" y="4298127"/>
                  <a:pt x="9487372" y="4291679"/>
                </a:cubicBezTo>
                <a:cubicBezTo>
                  <a:pt x="9519614" y="4285231"/>
                  <a:pt x="9551856" y="4278783"/>
                  <a:pt x="9584098" y="4272335"/>
                </a:cubicBezTo>
                <a:cubicBezTo>
                  <a:pt x="9576575" y="4252991"/>
                  <a:pt x="9571201" y="4233648"/>
                  <a:pt x="9564753" y="4214304"/>
                </a:cubicBezTo>
                <a:cubicBezTo>
                  <a:pt x="9551856" y="4227200"/>
                  <a:pt x="9538959" y="4233648"/>
                  <a:pt x="9526062" y="4246544"/>
                </a:cubicBezTo>
                <a:cubicBezTo>
                  <a:pt x="9526062" y="4214304"/>
                  <a:pt x="9526062" y="4184354"/>
                  <a:pt x="9551856" y="4184354"/>
                </a:cubicBezTo>
                <a:cubicBezTo>
                  <a:pt x="9576575" y="4177906"/>
                  <a:pt x="9602368" y="4196035"/>
                  <a:pt x="9628162" y="4177906"/>
                </a:cubicBezTo>
                <a:cubicBezTo>
                  <a:pt x="9647507" y="4171458"/>
                  <a:pt x="9666852" y="4145668"/>
                  <a:pt x="9686197" y="4152114"/>
                </a:cubicBezTo>
                <a:cubicBezTo>
                  <a:pt x="9699094" y="4158563"/>
                  <a:pt x="9711990" y="4165011"/>
                  <a:pt x="9705542" y="4189587"/>
                </a:cubicBezTo>
                <a:cubicBezTo>
                  <a:pt x="9705542" y="4184354"/>
                  <a:pt x="9763577" y="4184354"/>
                  <a:pt x="9776474" y="4177906"/>
                </a:cubicBezTo>
                <a:cubicBezTo>
                  <a:pt x="9794744" y="4171458"/>
                  <a:pt x="9859228" y="4177906"/>
                  <a:pt x="9865676" y="4132769"/>
                </a:cubicBezTo>
                <a:cubicBezTo>
                  <a:pt x="9872125" y="4087636"/>
                  <a:pt x="9859228" y="4036052"/>
                  <a:pt x="9904367" y="4036052"/>
                </a:cubicBezTo>
                <a:lnTo>
                  <a:pt x="9930340" y="4033882"/>
                </a:lnTo>
                <a:lnTo>
                  <a:pt x="9952595" y="4032023"/>
                </a:lnTo>
                <a:cubicBezTo>
                  <a:pt x="9966970" y="4026380"/>
                  <a:pt x="9981210" y="4016708"/>
                  <a:pt x="10000017" y="4003812"/>
                </a:cubicBezTo>
                <a:cubicBezTo>
                  <a:pt x="10012914" y="3984469"/>
                  <a:pt x="10096743" y="3914616"/>
                  <a:pt x="10103191" y="3990915"/>
                </a:cubicBezTo>
                <a:cubicBezTo>
                  <a:pt x="10109639" y="4048948"/>
                  <a:pt x="10148330" y="4016708"/>
                  <a:pt x="10174123" y="4003812"/>
                </a:cubicBezTo>
                <a:cubicBezTo>
                  <a:pt x="10269774" y="3959751"/>
                  <a:pt x="10366499" y="3914616"/>
                  <a:pt x="10462150" y="3895275"/>
                </a:cubicBezTo>
                <a:cubicBezTo>
                  <a:pt x="10417011" y="3990915"/>
                  <a:pt x="10347154" y="3953304"/>
                  <a:pt x="10289119" y="3998439"/>
                </a:cubicBezTo>
                <a:cubicBezTo>
                  <a:pt x="10263325" y="4016708"/>
                  <a:pt x="10263325" y="4068293"/>
                  <a:pt x="10224635" y="4068293"/>
                </a:cubicBezTo>
                <a:cubicBezTo>
                  <a:pt x="10199917" y="4068293"/>
                  <a:pt x="10167675" y="4042499"/>
                  <a:pt x="10148330" y="4074739"/>
                </a:cubicBezTo>
                <a:cubicBezTo>
                  <a:pt x="10122536" y="4113427"/>
                  <a:pt x="10109639" y="4132769"/>
                  <a:pt x="10077398" y="4145668"/>
                </a:cubicBezTo>
                <a:cubicBezTo>
                  <a:pt x="10045156" y="4152114"/>
                  <a:pt x="10006466" y="4152114"/>
                  <a:pt x="9975299" y="4165011"/>
                </a:cubicBezTo>
                <a:cubicBezTo>
                  <a:pt x="9949505" y="4177906"/>
                  <a:pt x="9930160" y="4207856"/>
                  <a:pt x="9904367" y="4207856"/>
                </a:cubicBezTo>
                <a:cubicBezTo>
                  <a:pt x="9901143" y="4211080"/>
                  <a:pt x="9888246" y="4212692"/>
                  <a:pt x="9876156" y="4212020"/>
                </a:cubicBezTo>
                <a:lnTo>
                  <a:pt x="9865805" y="4207797"/>
                </a:lnTo>
                <a:lnTo>
                  <a:pt x="9866316" y="4208037"/>
                </a:lnTo>
                <a:cubicBezTo>
                  <a:pt x="9868561" y="4212046"/>
                  <a:pt x="9868561" y="4220065"/>
                  <a:pt x="9865567" y="4226700"/>
                </a:cubicBezTo>
                <a:lnTo>
                  <a:pt x="9864944" y="4225750"/>
                </a:lnTo>
                <a:lnTo>
                  <a:pt x="9865676" y="4227200"/>
                </a:lnTo>
                <a:cubicBezTo>
                  <a:pt x="9839883" y="4233648"/>
                  <a:pt x="9820538" y="4246544"/>
                  <a:pt x="9794744" y="4246544"/>
                </a:cubicBezTo>
                <a:cubicBezTo>
                  <a:pt x="9781848" y="4246544"/>
                  <a:pt x="9794744" y="4278783"/>
                  <a:pt x="9781848" y="4278783"/>
                </a:cubicBezTo>
                <a:cubicBezTo>
                  <a:pt x="9737784" y="4291679"/>
                  <a:pt x="9699094" y="4317471"/>
                  <a:pt x="9653955" y="4330366"/>
                </a:cubicBezTo>
                <a:cubicBezTo>
                  <a:pt x="9571201" y="4369054"/>
                  <a:pt x="9480924" y="4393771"/>
                  <a:pt x="9397095" y="4413115"/>
                </a:cubicBezTo>
                <a:cubicBezTo>
                  <a:pt x="9403544" y="4419563"/>
                  <a:pt x="9409992" y="4432458"/>
                  <a:pt x="9416440" y="4445354"/>
                </a:cubicBezTo>
                <a:cubicBezTo>
                  <a:pt x="9390647" y="4451802"/>
                  <a:pt x="9371302" y="4432458"/>
                  <a:pt x="9353031" y="4445354"/>
                </a:cubicBezTo>
                <a:cubicBezTo>
                  <a:pt x="9333686" y="4464698"/>
                  <a:pt x="9314341" y="4484042"/>
                  <a:pt x="9294996" y="4496938"/>
                </a:cubicBezTo>
                <a:cubicBezTo>
                  <a:pt x="9256306" y="4522729"/>
                  <a:pt x="9211167" y="4542073"/>
                  <a:pt x="9173552" y="4561417"/>
                </a:cubicBezTo>
                <a:cubicBezTo>
                  <a:pt x="9089723" y="4611925"/>
                  <a:pt x="8999446" y="4663509"/>
                  <a:pt x="8916692" y="4708644"/>
                </a:cubicBezTo>
                <a:cubicBezTo>
                  <a:pt x="8736138" y="4804288"/>
                  <a:pt x="8563107" y="4894559"/>
                  <a:pt x="8390076" y="4990203"/>
                </a:cubicBezTo>
                <a:cubicBezTo>
                  <a:pt x="8307322" y="5035338"/>
                  <a:pt x="8217044" y="5086922"/>
                  <a:pt x="8133216" y="5132057"/>
                </a:cubicBezTo>
                <a:cubicBezTo>
                  <a:pt x="8095600" y="5157849"/>
                  <a:pt x="8050462" y="5177193"/>
                  <a:pt x="8011772" y="5195462"/>
                </a:cubicBezTo>
                <a:cubicBezTo>
                  <a:pt x="7992426" y="5202984"/>
                  <a:pt x="7916121" y="5227701"/>
                  <a:pt x="7909672" y="5259941"/>
                </a:cubicBezTo>
                <a:cubicBezTo>
                  <a:pt x="7903224" y="5285733"/>
                  <a:pt x="7960184" y="5292180"/>
                  <a:pt x="7966633" y="5292180"/>
                </a:cubicBezTo>
                <a:cubicBezTo>
                  <a:pt x="7979530" y="5298628"/>
                  <a:pt x="7979530" y="5317972"/>
                  <a:pt x="7979530" y="5337316"/>
                </a:cubicBezTo>
                <a:cubicBezTo>
                  <a:pt x="7979530" y="5356660"/>
                  <a:pt x="7985978" y="5369555"/>
                  <a:pt x="7992426" y="5388899"/>
                </a:cubicBezTo>
                <a:cubicBezTo>
                  <a:pt x="8011772" y="5439408"/>
                  <a:pt x="7960184" y="5471647"/>
                  <a:pt x="7934391" y="5478095"/>
                </a:cubicBezTo>
                <a:cubicBezTo>
                  <a:pt x="7927943" y="5484543"/>
                  <a:pt x="7851637" y="5523231"/>
                  <a:pt x="7864534" y="5542574"/>
                </a:cubicBezTo>
                <a:cubicBezTo>
                  <a:pt x="7870982" y="5555470"/>
                  <a:pt x="7903224" y="5523231"/>
                  <a:pt x="7909672" y="5516783"/>
                </a:cubicBezTo>
                <a:cubicBezTo>
                  <a:pt x="7927943" y="5503887"/>
                  <a:pt x="7953736" y="5503887"/>
                  <a:pt x="7973082" y="5490991"/>
                </a:cubicBezTo>
                <a:cubicBezTo>
                  <a:pt x="7992426" y="5478095"/>
                  <a:pt x="8011772" y="5465199"/>
                  <a:pt x="8031116" y="5452304"/>
                </a:cubicBezTo>
                <a:cubicBezTo>
                  <a:pt x="8044014" y="5445856"/>
                  <a:pt x="8056910" y="5414691"/>
                  <a:pt x="8069807" y="5414691"/>
                </a:cubicBezTo>
                <a:cubicBezTo>
                  <a:pt x="8076255" y="5414691"/>
                  <a:pt x="8082704" y="5426512"/>
                  <a:pt x="8089152" y="5420064"/>
                </a:cubicBezTo>
                <a:cubicBezTo>
                  <a:pt x="8102048" y="5420064"/>
                  <a:pt x="8108497" y="5400720"/>
                  <a:pt x="8121394" y="5388899"/>
                </a:cubicBezTo>
                <a:cubicBezTo>
                  <a:pt x="8139664" y="5376003"/>
                  <a:pt x="8159009" y="5382451"/>
                  <a:pt x="8184802" y="5382451"/>
                </a:cubicBezTo>
                <a:cubicBezTo>
                  <a:pt x="8223493" y="5376003"/>
                  <a:pt x="8262183" y="5350212"/>
                  <a:pt x="8281528" y="5285733"/>
                </a:cubicBezTo>
                <a:cubicBezTo>
                  <a:pt x="8253317" y="5291374"/>
                  <a:pt x="8210295" y="5341447"/>
                  <a:pt x="8182700" y="5319320"/>
                </a:cubicBezTo>
                <a:lnTo>
                  <a:pt x="8173922" y="5307736"/>
                </a:lnTo>
                <a:lnTo>
                  <a:pt x="8174231" y="5310551"/>
                </a:lnTo>
                <a:cubicBezTo>
                  <a:pt x="8174979" y="5312257"/>
                  <a:pt x="8176476" y="5313964"/>
                  <a:pt x="8179469" y="5317376"/>
                </a:cubicBezTo>
                <a:cubicBezTo>
                  <a:pt x="8173482" y="5324201"/>
                  <a:pt x="8168991" y="5324201"/>
                  <a:pt x="8167495" y="5320789"/>
                </a:cubicBezTo>
                <a:lnTo>
                  <a:pt x="8172660" y="5306070"/>
                </a:lnTo>
                <a:lnTo>
                  <a:pt x="8171906" y="5305076"/>
                </a:lnTo>
                <a:cubicBezTo>
                  <a:pt x="8223493" y="5259941"/>
                  <a:pt x="8268632" y="5209432"/>
                  <a:pt x="8320218" y="5157849"/>
                </a:cubicBezTo>
                <a:cubicBezTo>
                  <a:pt x="8333115" y="5138505"/>
                  <a:pt x="8377179" y="5074026"/>
                  <a:pt x="8396524" y="5119161"/>
                </a:cubicBezTo>
                <a:lnTo>
                  <a:pt x="8398315" y="5105641"/>
                </a:lnTo>
                <a:lnTo>
                  <a:pt x="8397856" y="5102556"/>
                </a:lnTo>
                <a:cubicBezTo>
                  <a:pt x="8397446" y="5098944"/>
                  <a:pt x="8397240" y="5095532"/>
                  <a:pt x="8397548" y="5093425"/>
                </a:cubicBezTo>
                <a:lnTo>
                  <a:pt x="8398918" y="5092780"/>
                </a:lnTo>
                <a:lnTo>
                  <a:pt x="8409421" y="5074026"/>
                </a:lnTo>
                <a:cubicBezTo>
                  <a:pt x="8415869" y="5061130"/>
                  <a:pt x="8428766" y="5048234"/>
                  <a:pt x="8441663" y="5041786"/>
                </a:cubicBezTo>
                <a:cubicBezTo>
                  <a:pt x="8467456" y="5015995"/>
                  <a:pt x="8499698" y="4997726"/>
                  <a:pt x="8530865" y="4984830"/>
                </a:cubicBezTo>
                <a:cubicBezTo>
                  <a:pt x="8530865" y="5004174"/>
                  <a:pt x="8530865" y="5022443"/>
                  <a:pt x="8530865" y="5041786"/>
                </a:cubicBezTo>
                <a:cubicBezTo>
                  <a:pt x="8512595" y="5041786"/>
                  <a:pt x="8486801" y="5041786"/>
                  <a:pt x="8486801" y="5074026"/>
                </a:cubicBezTo>
                <a:cubicBezTo>
                  <a:pt x="8506146" y="5074026"/>
                  <a:pt x="8525491" y="5074026"/>
                  <a:pt x="8543762" y="5074026"/>
                </a:cubicBezTo>
                <a:cubicBezTo>
                  <a:pt x="8550210" y="5048234"/>
                  <a:pt x="8557733" y="5022443"/>
                  <a:pt x="8563107" y="4997726"/>
                </a:cubicBezTo>
                <a:cubicBezTo>
                  <a:pt x="8569555" y="5009547"/>
                  <a:pt x="8582452" y="5028891"/>
                  <a:pt x="8595349" y="5041786"/>
                </a:cubicBezTo>
                <a:cubicBezTo>
                  <a:pt x="8614694" y="4997726"/>
                  <a:pt x="8646935" y="4971934"/>
                  <a:pt x="8679177" y="4952590"/>
                </a:cubicBezTo>
                <a:cubicBezTo>
                  <a:pt x="8679177" y="4978382"/>
                  <a:pt x="8672729" y="5015995"/>
                  <a:pt x="8685626" y="5041786"/>
                </a:cubicBezTo>
                <a:cubicBezTo>
                  <a:pt x="8685626" y="5054682"/>
                  <a:pt x="8698522" y="5041786"/>
                  <a:pt x="8698522" y="5028891"/>
                </a:cubicBezTo>
                <a:cubicBezTo>
                  <a:pt x="8704971" y="5009547"/>
                  <a:pt x="8698522" y="4984830"/>
                  <a:pt x="8698522" y="4965486"/>
                </a:cubicBezTo>
                <a:cubicBezTo>
                  <a:pt x="8692074" y="4901007"/>
                  <a:pt x="8711419" y="4875215"/>
                  <a:pt x="8749035" y="4868767"/>
                </a:cubicBezTo>
                <a:cubicBezTo>
                  <a:pt x="8787725" y="4855872"/>
                  <a:pt x="8832863" y="4830080"/>
                  <a:pt x="8871553" y="4868767"/>
                </a:cubicBezTo>
                <a:cubicBezTo>
                  <a:pt x="8852208" y="4881663"/>
                  <a:pt x="8826415" y="4888111"/>
                  <a:pt x="8813518" y="4907455"/>
                </a:cubicBezTo>
                <a:cubicBezTo>
                  <a:pt x="8865105" y="4907455"/>
                  <a:pt x="8910244" y="4868767"/>
                  <a:pt x="8960756" y="4888111"/>
                </a:cubicBezTo>
                <a:cubicBezTo>
                  <a:pt x="8960756" y="4868767"/>
                  <a:pt x="8973653" y="4817184"/>
                  <a:pt x="8960756" y="4798915"/>
                </a:cubicBezTo>
                <a:cubicBezTo>
                  <a:pt x="8948934" y="4792467"/>
                  <a:pt x="8936037" y="4804288"/>
                  <a:pt x="8929589" y="4792467"/>
                </a:cubicBezTo>
                <a:cubicBezTo>
                  <a:pt x="8916692" y="4773123"/>
                  <a:pt x="8941411" y="4753780"/>
                  <a:pt x="8948934" y="4747332"/>
                </a:cubicBezTo>
                <a:cubicBezTo>
                  <a:pt x="8980101" y="4727988"/>
                  <a:pt x="9031688" y="4715092"/>
                  <a:pt x="9063930" y="4734436"/>
                </a:cubicBezTo>
                <a:cubicBezTo>
                  <a:pt x="9044585" y="4786019"/>
                  <a:pt x="9057481" y="4842976"/>
                  <a:pt x="9076826" y="4888111"/>
                </a:cubicBezTo>
                <a:cubicBezTo>
                  <a:pt x="9018791" y="4907455"/>
                  <a:pt x="8960756" y="4926799"/>
                  <a:pt x="8903795" y="4959038"/>
                </a:cubicBezTo>
                <a:cubicBezTo>
                  <a:pt x="8878002" y="4971934"/>
                  <a:pt x="8858657" y="4984830"/>
                  <a:pt x="8832863" y="5004174"/>
                </a:cubicBezTo>
                <a:cubicBezTo>
                  <a:pt x="8819967" y="5015995"/>
                  <a:pt x="8800621" y="5035338"/>
                  <a:pt x="8781276" y="5035338"/>
                </a:cubicBezTo>
                <a:lnTo>
                  <a:pt x="8773438" y="5035965"/>
                </a:lnTo>
                <a:lnTo>
                  <a:pt x="8781360" y="5042472"/>
                </a:lnTo>
                <a:cubicBezTo>
                  <a:pt x="8778200" y="5045884"/>
                  <a:pt x="8775040" y="5049297"/>
                  <a:pt x="8772012" y="5050150"/>
                </a:cubicBezTo>
                <a:lnTo>
                  <a:pt x="8767963" y="5049272"/>
                </a:lnTo>
                <a:lnTo>
                  <a:pt x="8770472" y="5059093"/>
                </a:lnTo>
                <a:cubicBezTo>
                  <a:pt x="8770472" y="5063909"/>
                  <a:pt x="8769105" y="5068725"/>
                  <a:pt x="8766370" y="5075146"/>
                </a:cubicBezTo>
                <a:cubicBezTo>
                  <a:pt x="8766370" y="5068725"/>
                  <a:pt x="8758714" y="5062304"/>
                  <a:pt x="8758714" y="5055883"/>
                </a:cubicBezTo>
                <a:cubicBezTo>
                  <a:pt x="8758714" y="5055883"/>
                  <a:pt x="8760628" y="5054277"/>
                  <a:pt x="8762542" y="5051869"/>
                </a:cubicBezTo>
                <a:lnTo>
                  <a:pt x="8765308" y="5045489"/>
                </a:lnTo>
                <a:lnTo>
                  <a:pt x="8763453" y="5042472"/>
                </a:lnTo>
                <a:lnTo>
                  <a:pt x="8767145" y="5036469"/>
                </a:lnTo>
                <a:lnTo>
                  <a:pt x="8761126" y="5036950"/>
                </a:lnTo>
                <a:cubicBezTo>
                  <a:pt x="8753871" y="5036950"/>
                  <a:pt x="8745811" y="5038562"/>
                  <a:pt x="8736138" y="5048234"/>
                </a:cubicBezTo>
                <a:cubicBezTo>
                  <a:pt x="8730764" y="5061130"/>
                  <a:pt x="8724316" y="5086922"/>
                  <a:pt x="8736138" y="5093370"/>
                </a:cubicBezTo>
                <a:cubicBezTo>
                  <a:pt x="8755483" y="5106266"/>
                  <a:pt x="8781276" y="5080474"/>
                  <a:pt x="8794173" y="5074026"/>
                </a:cubicBezTo>
                <a:cubicBezTo>
                  <a:pt x="8813518" y="5054682"/>
                  <a:pt x="8832863" y="5054682"/>
                  <a:pt x="8852208" y="5054682"/>
                </a:cubicBezTo>
                <a:cubicBezTo>
                  <a:pt x="8878002" y="5054682"/>
                  <a:pt x="8903795" y="5054682"/>
                  <a:pt x="8923140" y="5028891"/>
                </a:cubicBezTo>
                <a:cubicBezTo>
                  <a:pt x="8941411" y="5009547"/>
                  <a:pt x="8954308" y="4990203"/>
                  <a:pt x="8980101" y="4990203"/>
                </a:cubicBezTo>
                <a:cubicBezTo>
                  <a:pt x="9018791" y="4990203"/>
                  <a:pt x="9044585" y="4939694"/>
                  <a:pt x="9089723" y="4933247"/>
                </a:cubicBezTo>
                <a:cubicBezTo>
                  <a:pt x="9102620" y="4926799"/>
                  <a:pt x="9128413" y="4926799"/>
                  <a:pt x="9134862" y="4894559"/>
                </a:cubicBezTo>
                <a:cubicBezTo>
                  <a:pt x="9134862" y="4868767"/>
                  <a:pt x="9128413" y="4849424"/>
                  <a:pt x="9128413" y="4823632"/>
                </a:cubicBezTo>
                <a:cubicBezTo>
                  <a:pt x="9134862" y="4798915"/>
                  <a:pt x="9154207" y="4804288"/>
                  <a:pt x="9166029" y="4792467"/>
                </a:cubicBezTo>
                <a:cubicBezTo>
                  <a:pt x="9178926" y="4779571"/>
                  <a:pt x="9173552" y="4753780"/>
                  <a:pt x="9178926" y="4734436"/>
                </a:cubicBezTo>
                <a:cubicBezTo>
                  <a:pt x="9191822" y="4766675"/>
                  <a:pt x="9224064" y="4817184"/>
                  <a:pt x="9198271" y="4855872"/>
                </a:cubicBezTo>
                <a:cubicBezTo>
                  <a:pt x="9217616" y="4894559"/>
                  <a:pt x="9269203" y="4836528"/>
                  <a:pt x="9288548" y="4823632"/>
                </a:cubicBezTo>
                <a:cubicBezTo>
                  <a:pt x="9340135" y="4786019"/>
                  <a:pt x="9390647" y="4773123"/>
                  <a:pt x="9448682" y="4753780"/>
                </a:cubicBezTo>
                <a:cubicBezTo>
                  <a:pt x="9500269" y="4727988"/>
                  <a:pt x="9545408" y="4695748"/>
                  <a:pt x="9589471" y="4650613"/>
                </a:cubicBezTo>
                <a:cubicBezTo>
                  <a:pt x="9628162" y="4611925"/>
                  <a:pt x="9679748" y="4611925"/>
                  <a:pt x="9718439" y="4605477"/>
                </a:cubicBezTo>
                <a:cubicBezTo>
                  <a:pt x="9750680" y="4605477"/>
                  <a:pt x="9846331" y="4611925"/>
                  <a:pt x="9852780" y="4548521"/>
                </a:cubicBezTo>
                <a:cubicBezTo>
                  <a:pt x="9859228" y="4516281"/>
                  <a:pt x="9839883" y="4509833"/>
                  <a:pt x="9833435" y="4484042"/>
                </a:cubicBezTo>
                <a:cubicBezTo>
                  <a:pt x="9820538" y="4464698"/>
                  <a:pt x="9826986" y="4426011"/>
                  <a:pt x="9826986" y="4400219"/>
                </a:cubicBezTo>
                <a:cubicBezTo>
                  <a:pt x="9826986" y="4369054"/>
                  <a:pt x="9820538" y="4336814"/>
                  <a:pt x="9846331" y="4330366"/>
                </a:cubicBezTo>
                <a:cubicBezTo>
                  <a:pt x="9865676" y="4330366"/>
                  <a:pt x="9885021" y="4336814"/>
                  <a:pt x="9910815" y="4330366"/>
                </a:cubicBezTo>
                <a:cubicBezTo>
                  <a:pt x="9955953" y="4317471"/>
                  <a:pt x="9994644" y="4278783"/>
                  <a:pt x="10038707" y="4246544"/>
                </a:cubicBezTo>
                <a:cubicBezTo>
                  <a:pt x="10038707" y="4291679"/>
                  <a:pt x="10058053" y="4356158"/>
                  <a:pt x="10025811" y="4381950"/>
                </a:cubicBezTo>
                <a:cubicBezTo>
                  <a:pt x="10006466" y="4393771"/>
                  <a:pt x="9981747" y="4388398"/>
                  <a:pt x="9962402" y="4393771"/>
                </a:cubicBezTo>
                <a:cubicBezTo>
                  <a:pt x="9949505" y="4400219"/>
                  <a:pt x="9949505" y="4419563"/>
                  <a:pt x="9943057" y="4438906"/>
                </a:cubicBezTo>
                <a:cubicBezTo>
                  <a:pt x="9936608" y="4464698"/>
                  <a:pt x="9930160" y="4451802"/>
                  <a:pt x="9917263" y="4451802"/>
                </a:cubicBezTo>
                <a:cubicBezTo>
                  <a:pt x="9885021" y="4458250"/>
                  <a:pt x="9904367" y="4522729"/>
                  <a:pt x="9904367" y="4548521"/>
                </a:cubicBezTo>
                <a:cubicBezTo>
                  <a:pt x="10096743" y="4464698"/>
                  <a:pt x="10295567" y="4381950"/>
                  <a:pt x="10487943" y="4298127"/>
                </a:cubicBezTo>
                <a:cubicBezTo>
                  <a:pt x="10583594" y="4259439"/>
                  <a:pt x="10679245" y="4214304"/>
                  <a:pt x="10775970" y="4189587"/>
                </a:cubicBezTo>
                <a:cubicBezTo>
                  <a:pt x="10820034" y="4184354"/>
                  <a:pt x="10858724" y="4152114"/>
                  <a:pt x="10903863" y="4139219"/>
                </a:cubicBezTo>
                <a:cubicBezTo>
                  <a:pt x="10949002" y="4126322"/>
                  <a:pt x="10987692" y="4113427"/>
                  <a:pt x="11031756" y="4100532"/>
                </a:cubicBezTo>
                <a:cubicBezTo>
                  <a:pt x="10929656" y="4152114"/>
                  <a:pt x="10832931" y="4214304"/>
                  <a:pt x="10730832" y="4265887"/>
                </a:cubicBezTo>
                <a:cubicBezTo>
                  <a:pt x="10634106" y="4317471"/>
                  <a:pt x="10532007" y="4343262"/>
                  <a:pt x="10436357" y="4381950"/>
                </a:cubicBezTo>
                <a:cubicBezTo>
                  <a:pt x="10385844" y="4400219"/>
                  <a:pt x="10334257" y="4432458"/>
                  <a:pt x="10282671" y="4458250"/>
                </a:cubicBezTo>
                <a:cubicBezTo>
                  <a:pt x="10237532" y="4477594"/>
                  <a:pt x="10192393" y="4484042"/>
                  <a:pt x="10148330" y="4490490"/>
                </a:cubicBezTo>
                <a:cubicBezTo>
                  <a:pt x="10045156" y="4496938"/>
                  <a:pt x="9949505" y="4554969"/>
                  <a:pt x="9852780" y="4618373"/>
                </a:cubicBezTo>
                <a:cubicBezTo>
                  <a:pt x="9801193" y="4650613"/>
                  <a:pt x="9757129" y="4682852"/>
                  <a:pt x="9705542" y="4715092"/>
                </a:cubicBezTo>
                <a:cubicBezTo>
                  <a:pt x="9660403" y="4740884"/>
                  <a:pt x="9615265" y="4766675"/>
                  <a:pt x="9571201" y="4798915"/>
                </a:cubicBezTo>
                <a:cubicBezTo>
                  <a:pt x="9526062" y="4836528"/>
                  <a:pt x="9474476" y="4823632"/>
                  <a:pt x="9429337" y="4830080"/>
                </a:cubicBezTo>
                <a:cubicBezTo>
                  <a:pt x="9378825" y="4842976"/>
                  <a:pt x="9333686" y="4868767"/>
                  <a:pt x="9288548" y="4888111"/>
                </a:cubicBezTo>
                <a:cubicBezTo>
                  <a:pt x="9185374" y="4939694"/>
                  <a:pt x="9089723" y="5009547"/>
                  <a:pt x="8992998" y="5061130"/>
                </a:cubicBezTo>
                <a:cubicBezTo>
                  <a:pt x="8936037" y="5086922"/>
                  <a:pt x="8884450" y="5112713"/>
                  <a:pt x="8832863" y="5144953"/>
                </a:cubicBezTo>
                <a:cubicBezTo>
                  <a:pt x="8787725" y="5164297"/>
                  <a:pt x="8743661" y="5195462"/>
                  <a:pt x="8698522" y="5195462"/>
                </a:cubicBezTo>
                <a:cubicBezTo>
                  <a:pt x="8704971" y="5227701"/>
                  <a:pt x="8730764" y="5285733"/>
                  <a:pt x="8711419" y="5324420"/>
                </a:cubicBezTo>
                <a:cubicBezTo>
                  <a:pt x="8698522" y="5343764"/>
                  <a:pt x="8672729" y="5337316"/>
                  <a:pt x="8653384" y="5343764"/>
                </a:cubicBezTo>
                <a:cubicBezTo>
                  <a:pt x="8627590" y="5356660"/>
                  <a:pt x="8595349" y="5369555"/>
                  <a:pt x="8569555" y="5388899"/>
                </a:cubicBezTo>
                <a:cubicBezTo>
                  <a:pt x="8550210" y="5408243"/>
                  <a:pt x="8530865" y="5432960"/>
                  <a:pt x="8506146" y="5445856"/>
                </a:cubicBezTo>
                <a:cubicBezTo>
                  <a:pt x="8441663" y="5478095"/>
                  <a:pt x="8377179" y="5503887"/>
                  <a:pt x="8313770" y="5549022"/>
                </a:cubicBezTo>
                <a:cubicBezTo>
                  <a:pt x="8255734" y="5587710"/>
                  <a:pt x="8197700" y="5638219"/>
                  <a:pt x="8139664" y="5683354"/>
                </a:cubicBezTo>
                <a:cubicBezTo>
                  <a:pt x="8229942" y="5709146"/>
                  <a:pt x="8313770" y="5651114"/>
                  <a:pt x="8396524" y="5605979"/>
                </a:cubicBezTo>
                <a:cubicBezTo>
                  <a:pt x="8415869" y="5594158"/>
                  <a:pt x="8461008" y="5594158"/>
                  <a:pt x="8467456" y="5549022"/>
                </a:cubicBezTo>
                <a:cubicBezTo>
                  <a:pt x="8473904" y="5503887"/>
                  <a:pt x="8473904" y="5471647"/>
                  <a:pt x="8506146" y="5484543"/>
                </a:cubicBezTo>
                <a:cubicBezTo>
                  <a:pt x="8499698" y="5490991"/>
                  <a:pt x="8493249" y="5503887"/>
                  <a:pt x="8486801" y="5516783"/>
                </a:cubicBezTo>
                <a:cubicBezTo>
                  <a:pt x="8506146" y="5510335"/>
                  <a:pt x="8525491" y="5510335"/>
                  <a:pt x="8538388" y="5510335"/>
                </a:cubicBezTo>
                <a:cubicBezTo>
                  <a:pt x="8525491" y="5452304"/>
                  <a:pt x="8557733" y="5432960"/>
                  <a:pt x="8582452" y="5458752"/>
                </a:cubicBezTo>
                <a:cubicBezTo>
                  <a:pt x="8582452" y="5458752"/>
                  <a:pt x="8576003" y="5465199"/>
                  <a:pt x="8576003" y="5471647"/>
                </a:cubicBezTo>
                <a:cubicBezTo>
                  <a:pt x="8576003" y="5478095"/>
                  <a:pt x="8582452" y="5484543"/>
                  <a:pt x="8582452" y="5490991"/>
                </a:cubicBezTo>
                <a:cubicBezTo>
                  <a:pt x="8601797" y="5426512"/>
                  <a:pt x="8659832" y="5432960"/>
                  <a:pt x="8692074" y="5426512"/>
                </a:cubicBezTo>
                <a:cubicBezTo>
                  <a:pt x="8749035" y="5400720"/>
                  <a:pt x="8807070" y="5369555"/>
                  <a:pt x="8865105" y="5343764"/>
                </a:cubicBezTo>
                <a:cubicBezTo>
                  <a:pt x="8973653" y="5292180"/>
                  <a:pt x="9083275" y="5221253"/>
                  <a:pt x="9191822" y="5170745"/>
                </a:cubicBezTo>
                <a:cubicBezTo>
                  <a:pt x="9307893" y="5119161"/>
                  <a:pt x="9422889" y="5061130"/>
                  <a:pt x="9538959" y="4990203"/>
                </a:cubicBezTo>
                <a:cubicBezTo>
                  <a:pt x="9589471" y="4965486"/>
                  <a:pt x="9634610" y="4907455"/>
                  <a:pt x="9686197" y="4894559"/>
                </a:cubicBezTo>
                <a:cubicBezTo>
                  <a:pt x="9705542" y="4888111"/>
                  <a:pt x="9724887" y="4894559"/>
                  <a:pt x="9744232" y="4894559"/>
                </a:cubicBezTo>
                <a:cubicBezTo>
                  <a:pt x="9757129" y="4888111"/>
                  <a:pt x="9750680" y="4836528"/>
                  <a:pt x="9750680" y="4823632"/>
                </a:cubicBezTo>
                <a:cubicBezTo>
                  <a:pt x="9666852" y="4862319"/>
                  <a:pt x="9584098" y="4913903"/>
                  <a:pt x="9500269" y="4946142"/>
                </a:cubicBezTo>
                <a:cubicBezTo>
                  <a:pt x="9461579" y="4965486"/>
                  <a:pt x="9429337" y="4978382"/>
                  <a:pt x="9390647" y="4997726"/>
                </a:cubicBezTo>
                <a:cubicBezTo>
                  <a:pt x="9359480" y="5009547"/>
                  <a:pt x="9364853" y="5048234"/>
                  <a:pt x="9346583" y="5067578"/>
                </a:cubicBezTo>
                <a:cubicBezTo>
                  <a:pt x="9327238" y="5086922"/>
                  <a:pt x="9301444" y="5080474"/>
                  <a:pt x="9275651" y="5080474"/>
                </a:cubicBezTo>
                <a:cubicBezTo>
                  <a:pt x="9230512" y="5080474"/>
                  <a:pt x="9191822" y="5106266"/>
                  <a:pt x="9147758" y="5125609"/>
                </a:cubicBezTo>
                <a:cubicBezTo>
                  <a:pt x="9070378" y="5164297"/>
                  <a:pt x="8992998" y="5209432"/>
                  <a:pt x="8916692" y="5195462"/>
                </a:cubicBezTo>
                <a:cubicBezTo>
                  <a:pt x="8929589" y="5144953"/>
                  <a:pt x="8980101" y="5132057"/>
                  <a:pt x="9005894" y="5119161"/>
                </a:cubicBezTo>
                <a:cubicBezTo>
                  <a:pt x="9051033" y="5099818"/>
                  <a:pt x="9096172" y="5067578"/>
                  <a:pt x="9134862" y="5041786"/>
                </a:cubicBezTo>
                <a:cubicBezTo>
                  <a:pt x="9243409" y="4978382"/>
                  <a:pt x="9359480" y="4926799"/>
                  <a:pt x="9468027" y="4875215"/>
                </a:cubicBezTo>
                <a:cubicBezTo>
                  <a:pt x="9584098" y="4823632"/>
                  <a:pt x="9692645" y="4773123"/>
                  <a:pt x="9807641" y="4721540"/>
                </a:cubicBezTo>
                <a:cubicBezTo>
                  <a:pt x="9910815" y="4676405"/>
                  <a:pt x="10019362" y="4599030"/>
                  <a:pt x="10128985" y="4580760"/>
                </a:cubicBezTo>
                <a:cubicBezTo>
                  <a:pt x="10128985" y="4663509"/>
                  <a:pt x="10090294" y="4624821"/>
                  <a:pt x="10058053" y="4663509"/>
                </a:cubicBezTo>
                <a:cubicBezTo>
                  <a:pt x="10025811" y="4695748"/>
                  <a:pt x="9987121" y="4702196"/>
                  <a:pt x="9955953" y="4715092"/>
                </a:cubicBezTo>
                <a:cubicBezTo>
                  <a:pt x="9917263" y="4727988"/>
                  <a:pt x="9885021" y="4740884"/>
                  <a:pt x="9852780" y="4760227"/>
                </a:cubicBezTo>
                <a:cubicBezTo>
                  <a:pt x="9833435" y="4766675"/>
                  <a:pt x="9776474" y="4779571"/>
                  <a:pt x="9770026" y="4823632"/>
                </a:cubicBezTo>
                <a:cubicBezTo>
                  <a:pt x="9770026" y="4849424"/>
                  <a:pt x="9763577" y="4888111"/>
                  <a:pt x="9789371" y="4894559"/>
                </a:cubicBezTo>
                <a:cubicBezTo>
                  <a:pt x="9814089" y="4894559"/>
                  <a:pt x="9820538" y="4888111"/>
                  <a:pt x="9826986" y="4849424"/>
                </a:cubicBezTo>
                <a:cubicBezTo>
                  <a:pt x="9826986" y="4817184"/>
                  <a:pt x="9852780" y="4817184"/>
                  <a:pt x="9865676" y="4842976"/>
                </a:cubicBezTo>
                <a:lnTo>
                  <a:pt x="9867618" y="4830031"/>
                </a:lnTo>
                <a:lnTo>
                  <a:pt x="9867175" y="4826849"/>
                </a:lnTo>
                <a:lnTo>
                  <a:pt x="9866965" y="4819327"/>
                </a:lnTo>
                <a:lnTo>
                  <a:pt x="9865676" y="4810736"/>
                </a:lnTo>
                <a:cubicBezTo>
                  <a:pt x="9891470" y="4804288"/>
                  <a:pt x="9930160" y="4823632"/>
                  <a:pt x="9949505" y="4786019"/>
                </a:cubicBezTo>
                <a:cubicBezTo>
                  <a:pt x="9962402" y="4753780"/>
                  <a:pt x="9968850" y="4740884"/>
                  <a:pt x="9994644" y="4760227"/>
                </a:cubicBezTo>
                <a:cubicBezTo>
                  <a:pt x="10045156" y="4798915"/>
                  <a:pt x="9981747" y="4849424"/>
                  <a:pt x="9955953" y="4868767"/>
                </a:cubicBezTo>
                <a:cubicBezTo>
                  <a:pt x="9981747" y="4888111"/>
                  <a:pt x="10000017" y="4901007"/>
                  <a:pt x="10025811" y="4920351"/>
                </a:cubicBezTo>
                <a:cubicBezTo>
                  <a:pt x="9981747" y="4984830"/>
                  <a:pt x="9923712" y="4990203"/>
                  <a:pt x="9865676" y="5015995"/>
                </a:cubicBezTo>
                <a:cubicBezTo>
                  <a:pt x="9801193" y="5054682"/>
                  <a:pt x="9737784" y="5080474"/>
                  <a:pt x="9666852" y="5106266"/>
                </a:cubicBezTo>
                <a:cubicBezTo>
                  <a:pt x="9628162" y="5125609"/>
                  <a:pt x="9589471" y="5138505"/>
                  <a:pt x="9558304" y="5151401"/>
                </a:cubicBezTo>
                <a:cubicBezTo>
                  <a:pt x="9526062" y="5164297"/>
                  <a:pt x="9500269" y="5177193"/>
                  <a:pt x="9474476" y="5157849"/>
                </a:cubicBezTo>
                <a:lnTo>
                  <a:pt x="9472484" y="5156878"/>
                </a:lnTo>
                <a:lnTo>
                  <a:pt x="9476907" y="5170517"/>
                </a:lnTo>
                <a:cubicBezTo>
                  <a:pt x="9475410" y="5174530"/>
                  <a:pt x="9470920" y="5174530"/>
                  <a:pt x="9464932" y="5164898"/>
                </a:cubicBezTo>
                <a:cubicBezTo>
                  <a:pt x="9464932" y="5161687"/>
                  <a:pt x="9466429" y="5158476"/>
                  <a:pt x="9467926" y="5156068"/>
                </a:cubicBezTo>
                <a:lnTo>
                  <a:pt x="9468697" y="5155034"/>
                </a:lnTo>
                <a:lnTo>
                  <a:pt x="9443040" y="5142535"/>
                </a:lnTo>
                <a:cubicBezTo>
                  <a:pt x="9432561" y="5140117"/>
                  <a:pt x="9422889" y="5141729"/>
                  <a:pt x="9416440" y="5151401"/>
                </a:cubicBezTo>
                <a:cubicBezTo>
                  <a:pt x="9403544" y="5157849"/>
                  <a:pt x="9378825" y="5170745"/>
                  <a:pt x="9378825" y="5195462"/>
                </a:cubicBezTo>
                <a:cubicBezTo>
                  <a:pt x="9403544" y="5183641"/>
                  <a:pt x="9442234" y="5138505"/>
                  <a:pt x="9468027" y="5183641"/>
                </a:cubicBezTo>
                <a:cubicBezTo>
                  <a:pt x="9384198" y="5240597"/>
                  <a:pt x="9301444" y="5292180"/>
                  <a:pt x="9211167" y="5343764"/>
                </a:cubicBezTo>
                <a:cubicBezTo>
                  <a:pt x="9173552" y="5363108"/>
                  <a:pt x="9141310" y="5376003"/>
                  <a:pt x="9102620" y="5400720"/>
                </a:cubicBezTo>
                <a:cubicBezTo>
                  <a:pt x="9089723" y="5408243"/>
                  <a:pt x="9070378" y="5420064"/>
                  <a:pt x="9057481" y="5414691"/>
                </a:cubicBezTo>
                <a:cubicBezTo>
                  <a:pt x="9051033" y="5414691"/>
                  <a:pt x="9038136" y="5388899"/>
                  <a:pt x="9025240" y="5395347"/>
                </a:cubicBezTo>
                <a:cubicBezTo>
                  <a:pt x="9025240" y="5396690"/>
                  <a:pt x="9026449" y="5400519"/>
                  <a:pt x="9027860" y="5405607"/>
                </a:cubicBezTo>
                <a:lnTo>
                  <a:pt x="9029904" y="5415120"/>
                </a:lnTo>
                <a:lnTo>
                  <a:pt x="9037858" y="5406503"/>
                </a:lnTo>
                <a:cubicBezTo>
                  <a:pt x="9040852" y="5406503"/>
                  <a:pt x="9043846" y="5409746"/>
                  <a:pt x="9046839" y="5416233"/>
                </a:cubicBezTo>
                <a:lnTo>
                  <a:pt x="9030144" y="5416233"/>
                </a:lnTo>
                <a:lnTo>
                  <a:pt x="9031689" y="5423422"/>
                </a:lnTo>
                <a:cubicBezTo>
                  <a:pt x="9033301" y="5436184"/>
                  <a:pt x="9031688" y="5449080"/>
                  <a:pt x="9018791" y="5452304"/>
                </a:cubicBezTo>
                <a:cubicBezTo>
                  <a:pt x="9005894" y="5452304"/>
                  <a:pt x="8986549" y="5452304"/>
                  <a:pt x="8968279" y="5439408"/>
                </a:cubicBezTo>
                <a:cubicBezTo>
                  <a:pt x="8954308" y="5432960"/>
                  <a:pt x="8941411" y="5426512"/>
                  <a:pt x="8929589" y="5426512"/>
                </a:cubicBezTo>
                <a:cubicBezTo>
                  <a:pt x="8916692" y="5432960"/>
                  <a:pt x="8916692" y="5452304"/>
                  <a:pt x="8903795" y="5458752"/>
                </a:cubicBezTo>
                <a:cubicBezTo>
                  <a:pt x="8890899" y="5471647"/>
                  <a:pt x="8871553" y="5445856"/>
                  <a:pt x="8884450" y="5490991"/>
                </a:cubicBezTo>
                <a:cubicBezTo>
                  <a:pt x="8730764" y="5594158"/>
                  <a:pt x="8582452" y="5715594"/>
                  <a:pt x="8415869" y="5741385"/>
                </a:cubicBezTo>
                <a:cubicBezTo>
                  <a:pt x="8325592" y="5754281"/>
                  <a:pt x="8249286" y="5805864"/>
                  <a:pt x="8171906" y="5856373"/>
                </a:cubicBezTo>
                <a:cubicBezTo>
                  <a:pt x="8089152" y="5907956"/>
                  <a:pt x="8005323" y="5959540"/>
                  <a:pt x="7922569" y="6011123"/>
                </a:cubicBezTo>
                <a:cubicBezTo>
                  <a:pt x="7947288" y="6024019"/>
                  <a:pt x="7979530" y="6042288"/>
                  <a:pt x="8005323" y="6030467"/>
                </a:cubicBezTo>
                <a:cubicBezTo>
                  <a:pt x="8024668" y="6030467"/>
                  <a:pt x="8044014" y="6011123"/>
                  <a:pt x="8056910" y="6042288"/>
                </a:cubicBezTo>
                <a:lnTo>
                  <a:pt x="8058033" y="6038764"/>
                </a:lnTo>
                <a:lnTo>
                  <a:pt x="8054135" y="6026397"/>
                </a:lnTo>
                <a:lnTo>
                  <a:pt x="8057813" y="6014107"/>
                </a:lnTo>
                <a:lnTo>
                  <a:pt x="8056910" y="6011123"/>
                </a:lnTo>
                <a:cubicBezTo>
                  <a:pt x="8108497" y="5959540"/>
                  <a:pt x="8165458" y="5946644"/>
                  <a:pt x="8223493" y="5914404"/>
                </a:cubicBezTo>
                <a:cubicBezTo>
                  <a:pt x="8281528" y="5888613"/>
                  <a:pt x="8333115" y="5849925"/>
                  <a:pt x="8390076" y="5830581"/>
                </a:cubicBezTo>
                <a:cubicBezTo>
                  <a:pt x="8506146" y="5792969"/>
                  <a:pt x="8601797" y="5689802"/>
                  <a:pt x="8711419" y="5638219"/>
                </a:cubicBezTo>
                <a:cubicBezTo>
                  <a:pt x="8743661" y="5625323"/>
                  <a:pt x="8774828" y="5605979"/>
                  <a:pt x="8807070" y="5600606"/>
                </a:cubicBezTo>
                <a:lnTo>
                  <a:pt x="8824041" y="5601471"/>
                </a:lnTo>
                <a:lnTo>
                  <a:pt x="8820327" y="5593734"/>
                </a:lnTo>
                <a:cubicBezTo>
                  <a:pt x="8832302" y="5573893"/>
                  <a:pt x="8826314" y="5587120"/>
                  <a:pt x="8838289" y="5593734"/>
                </a:cubicBezTo>
                <a:lnTo>
                  <a:pt x="8833196" y="5601939"/>
                </a:lnTo>
                <a:lnTo>
                  <a:pt x="8846567" y="5602621"/>
                </a:lnTo>
                <a:cubicBezTo>
                  <a:pt x="8860269" y="5603292"/>
                  <a:pt x="8874778" y="5603292"/>
                  <a:pt x="8890899" y="5600606"/>
                </a:cubicBezTo>
                <a:cubicBezTo>
                  <a:pt x="8948934" y="5581262"/>
                  <a:pt x="9012343" y="5542574"/>
                  <a:pt x="9070378" y="5510335"/>
                </a:cubicBezTo>
                <a:cubicBezTo>
                  <a:pt x="9128413" y="5471647"/>
                  <a:pt x="9185374" y="5432960"/>
                  <a:pt x="9249858" y="5395347"/>
                </a:cubicBezTo>
                <a:cubicBezTo>
                  <a:pt x="9275651" y="5376003"/>
                  <a:pt x="9301444" y="5356660"/>
                  <a:pt x="9327238" y="5343764"/>
                </a:cubicBezTo>
                <a:cubicBezTo>
                  <a:pt x="9353031" y="5330868"/>
                  <a:pt x="9371302" y="5356660"/>
                  <a:pt x="9384198" y="5382451"/>
                </a:cubicBezTo>
                <a:cubicBezTo>
                  <a:pt x="9371302" y="5400720"/>
                  <a:pt x="9359480" y="5426512"/>
                  <a:pt x="9340135" y="5432960"/>
                </a:cubicBezTo>
                <a:cubicBezTo>
                  <a:pt x="9314341" y="5445856"/>
                  <a:pt x="9294996" y="5458752"/>
                  <a:pt x="9269203" y="5471647"/>
                </a:cubicBezTo>
                <a:cubicBezTo>
                  <a:pt x="9217616" y="5497439"/>
                  <a:pt x="9159580" y="5523231"/>
                  <a:pt x="9109068" y="5549022"/>
                </a:cubicBezTo>
                <a:cubicBezTo>
                  <a:pt x="8999446" y="5605979"/>
                  <a:pt x="8897347" y="5657562"/>
                  <a:pt x="8794173" y="5709146"/>
                </a:cubicBezTo>
                <a:cubicBezTo>
                  <a:pt x="8685626" y="5760729"/>
                  <a:pt x="8582452" y="5818760"/>
                  <a:pt x="8473904" y="5869269"/>
                </a:cubicBezTo>
                <a:cubicBezTo>
                  <a:pt x="8422317" y="5901508"/>
                  <a:pt x="8364282" y="5927300"/>
                  <a:pt x="8313770" y="5959540"/>
                </a:cubicBezTo>
                <a:cubicBezTo>
                  <a:pt x="8268632" y="5985331"/>
                  <a:pt x="8217044" y="6024019"/>
                  <a:pt x="8171906" y="6042288"/>
                </a:cubicBezTo>
                <a:cubicBezTo>
                  <a:pt x="8147187" y="6048736"/>
                  <a:pt x="8114946" y="6035840"/>
                  <a:pt x="8102048" y="6061632"/>
                </a:cubicBezTo>
                <a:cubicBezTo>
                  <a:pt x="8082704" y="6087423"/>
                  <a:pt x="8076255" y="6087423"/>
                  <a:pt x="8056910" y="6087423"/>
                </a:cubicBezTo>
                <a:cubicBezTo>
                  <a:pt x="8011772" y="6080975"/>
                  <a:pt x="7973082" y="6132559"/>
                  <a:pt x="7934391" y="6158350"/>
                </a:cubicBezTo>
                <a:cubicBezTo>
                  <a:pt x="7838740" y="6216382"/>
                  <a:pt x="7742015" y="6253994"/>
                  <a:pt x="7646364" y="6305578"/>
                </a:cubicBezTo>
                <a:cubicBezTo>
                  <a:pt x="7549639" y="6357161"/>
                  <a:pt x="7453988" y="6408744"/>
                  <a:pt x="7350814" y="6446357"/>
                </a:cubicBezTo>
                <a:cubicBezTo>
                  <a:pt x="7325021" y="6459253"/>
                  <a:pt x="7300302" y="6465701"/>
                  <a:pt x="7280957" y="6478597"/>
                </a:cubicBezTo>
                <a:cubicBezTo>
                  <a:pt x="7261612" y="6491493"/>
                  <a:pt x="7248715" y="6517284"/>
                  <a:pt x="7229370" y="6523732"/>
                </a:cubicBezTo>
                <a:cubicBezTo>
                  <a:pt x="7210025" y="6530180"/>
                  <a:pt x="7190680" y="6549524"/>
                  <a:pt x="7171335" y="6555972"/>
                </a:cubicBezTo>
                <a:cubicBezTo>
                  <a:pt x="7145542" y="6562420"/>
                  <a:pt x="7126196" y="6568868"/>
                  <a:pt x="7101478" y="6575316"/>
                </a:cubicBezTo>
                <a:cubicBezTo>
                  <a:pt x="7151990" y="6601107"/>
                  <a:pt x="7203576" y="6562420"/>
                  <a:pt x="7248715" y="6530180"/>
                </a:cubicBezTo>
                <a:cubicBezTo>
                  <a:pt x="7300302" y="6491493"/>
                  <a:pt x="7357262" y="6478597"/>
                  <a:pt x="7408850" y="6452805"/>
                </a:cubicBezTo>
                <a:cubicBezTo>
                  <a:pt x="7460436" y="6427013"/>
                  <a:pt x="7517397" y="6402296"/>
                  <a:pt x="7568984" y="6370057"/>
                </a:cubicBezTo>
                <a:cubicBezTo>
                  <a:pt x="7594778" y="6357161"/>
                  <a:pt x="7620571" y="6344265"/>
                  <a:pt x="7646364" y="6331369"/>
                </a:cubicBezTo>
                <a:cubicBezTo>
                  <a:pt x="7672158" y="6318474"/>
                  <a:pt x="7691503" y="6292682"/>
                  <a:pt x="7717296" y="6279786"/>
                </a:cubicBezTo>
                <a:cubicBezTo>
                  <a:pt x="7767808" y="6247547"/>
                  <a:pt x="7819396" y="6235725"/>
                  <a:pt x="7870982" y="6209934"/>
                </a:cubicBezTo>
                <a:cubicBezTo>
                  <a:pt x="7927943" y="6177694"/>
                  <a:pt x="7979530" y="6145455"/>
                  <a:pt x="8037565" y="6119663"/>
                </a:cubicBezTo>
                <a:cubicBezTo>
                  <a:pt x="8089152" y="6106767"/>
                  <a:pt x="8133216" y="6087423"/>
                  <a:pt x="8184802" y="6048736"/>
                </a:cubicBezTo>
                <a:cubicBezTo>
                  <a:pt x="8223493" y="6016496"/>
                  <a:pt x="8275080" y="6030467"/>
                  <a:pt x="8325592" y="5998227"/>
                </a:cubicBezTo>
                <a:cubicBezTo>
                  <a:pt x="8344937" y="5985331"/>
                  <a:pt x="8364282" y="5959540"/>
                  <a:pt x="8390076" y="5946644"/>
                </a:cubicBezTo>
                <a:cubicBezTo>
                  <a:pt x="8415869" y="5933748"/>
                  <a:pt x="8441663" y="5920852"/>
                  <a:pt x="8467456" y="5907956"/>
                </a:cubicBezTo>
                <a:cubicBezTo>
                  <a:pt x="8525491" y="5882165"/>
                  <a:pt x="8582452" y="5849925"/>
                  <a:pt x="8640487" y="5825208"/>
                </a:cubicBezTo>
                <a:cubicBezTo>
                  <a:pt x="8755483" y="5767177"/>
                  <a:pt x="8878002" y="5715594"/>
                  <a:pt x="8992998" y="5664010"/>
                </a:cubicBezTo>
                <a:cubicBezTo>
                  <a:pt x="9109068" y="5605979"/>
                  <a:pt x="9230512" y="5549022"/>
                  <a:pt x="9346583" y="5490991"/>
                </a:cubicBezTo>
                <a:cubicBezTo>
                  <a:pt x="9397095" y="5465199"/>
                  <a:pt x="9448682" y="5445856"/>
                  <a:pt x="9506717" y="5414691"/>
                </a:cubicBezTo>
                <a:cubicBezTo>
                  <a:pt x="9519614" y="5400720"/>
                  <a:pt x="9571201" y="5356660"/>
                  <a:pt x="9584098" y="5395347"/>
                </a:cubicBezTo>
                <a:cubicBezTo>
                  <a:pt x="9384198" y="5523231"/>
                  <a:pt x="9173552" y="5619949"/>
                  <a:pt x="8968279" y="5728489"/>
                </a:cubicBezTo>
                <a:cubicBezTo>
                  <a:pt x="8755483" y="5837029"/>
                  <a:pt x="8538388" y="5953092"/>
                  <a:pt x="8325592" y="6061632"/>
                </a:cubicBezTo>
                <a:cubicBezTo>
                  <a:pt x="8114946" y="6171246"/>
                  <a:pt x="7896776" y="6279786"/>
                  <a:pt x="7685054" y="6395849"/>
                </a:cubicBezTo>
                <a:cubicBezTo>
                  <a:pt x="7575432" y="6446357"/>
                  <a:pt x="7466885" y="6504388"/>
                  <a:pt x="7363711" y="6555972"/>
                </a:cubicBezTo>
                <a:cubicBezTo>
                  <a:pt x="7312124" y="6588211"/>
                  <a:pt x="7261612" y="6614003"/>
                  <a:pt x="7203576" y="6638720"/>
                </a:cubicBezTo>
                <a:cubicBezTo>
                  <a:pt x="7171335" y="6658064"/>
                  <a:pt x="7119748" y="6670960"/>
                  <a:pt x="7095029" y="6716095"/>
                </a:cubicBezTo>
                <a:cubicBezTo>
                  <a:pt x="7101478" y="6728991"/>
                  <a:pt x="7106851" y="6735439"/>
                  <a:pt x="7113300" y="6748335"/>
                </a:cubicBezTo>
                <a:cubicBezTo>
                  <a:pt x="7104165" y="6751558"/>
                  <a:pt x="7096373" y="6753170"/>
                  <a:pt x="7088447" y="6754782"/>
                </a:cubicBezTo>
                <a:lnTo>
                  <a:pt x="7064365" y="6760834"/>
                </a:lnTo>
                <a:lnTo>
                  <a:pt x="7065628" y="6762189"/>
                </a:lnTo>
                <a:cubicBezTo>
                  <a:pt x="7065628" y="6768610"/>
                  <a:pt x="7059641" y="6775031"/>
                  <a:pt x="7059641" y="6781452"/>
                </a:cubicBezTo>
                <a:cubicBezTo>
                  <a:pt x="7059641" y="6775031"/>
                  <a:pt x="7053653" y="6768610"/>
                  <a:pt x="7047666" y="6762189"/>
                </a:cubicBezTo>
                <a:cubicBezTo>
                  <a:pt x="7050660" y="6755767"/>
                  <a:pt x="7053654" y="6752557"/>
                  <a:pt x="7056647" y="6752557"/>
                </a:cubicBezTo>
                <a:lnTo>
                  <a:pt x="7062228" y="6758542"/>
                </a:lnTo>
                <a:lnTo>
                  <a:pt x="7058758" y="6741887"/>
                </a:lnTo>
                <a:cubicBezTo>
                  <a:pt x="7059564" y="6735439"/>
                  <a:pt x="7062788" y="6728991"/>
                  <a:pt x="7069236" y="6722543"/>
                </a:cubicBezTo>
                <a:cubicBezTo>
                  <a:pt x="6966062" y="6696751"/>
                  <a:pt x="6863963" y="6774126"/>
                  <a:pt x="6793031" y="6889114"/>
                </a:cubicBezTo>
                <a:cubicBezTo>
                  <a:pt x="6773686" y="6843979"/>
                  <a:pt x="6741444" y="6863322"/>
                  <a:pt x="6722098" y="6882666"/>
                </a:cubicBezTo>
                <a:cubicBezTo>
                  <a:pt x="6690932" y="6902010"/>
                  <a:pt x="6652242" y="6914906"/>
                  <a:pt x="6620000" y="6934249"/>
                </a:cubicBezTo>
                <a:cubicBezTo>
                  <a:pt x="6549573" y="6966489"/>
                  <a:pt x="6473263" y="7005177"/>
                  <a:pt x="6402328" y="7042789"/>
                </a:cubicBezTo>
                <a:cubicBezTo>
                  <a:pt x="6363637" y="7062133"/>
                  <a:pt x="6324943" y="7081477"/>
                  <a:pt x="6286252" y="7094373"/>
                </a:cubicBezTo>
                <a:cubicBezTo>
                  <a:pt x="6248635" y="7113716"/>
                  <a:pt x="6209943" y="7107269"/>
                  <a:pt x="6177698" y="7126612"/>
                </a:cubicBezTo>
                <a:cubicBezTo>
                  <a:pt x="6151904" y="7145956"/>
                  <a:pt x="6126108" y="7178196"/>
                  <a:pt x="6093865" y="7191091"/>
                </a:cubicBezTo>
                <a:cubicBezTo>
                  <a:pt x="6062696" y="7203987"/>
                  <a:pt x="6030452" y="7210435"/>
                  <a:pt x="6004658" y="7216883"/>
                </a:cubicBezTo>
                <a:cubicBezTo>
                  <a:pt x="5850962" y="7254496"/>
                  <a:pt x="5696190" y="7318975"/>
                  <a:pt x="5548951" y="7377006"/>
                </a:cubicBezTo>
                <a:cubicBezTo>
                  <a:pt x="5465116" y="7409246"/>
                  <a:pt x="5388806" y="7435038"/>
                  <a:pt x="5304973" y="7466202"/>
                </a:cubicBezTo>
                <a:cubicBezTo>
                  <a:pt x="5266283" y="7479098"/>
                  <a:pt x="5228667" y="7498442"/>
                  <a:pt x="5189970" y="7498442"/>
                </a:cubicBezTo>
                <a:cubicBezTo>
                  <a:pt x="5170627" y="7498442"/>
                  <a:pt x="5151276" y="7491994"/>
                  <a:pt x="5151276" y="7530682"/>
                </a:cubicBezTo>
                <a:cubicBezTo>
                  <a:pt x="5177073" y="7530682"/>
                  <a:pt x="5209320" y="7537130"/>
                  <a:pt x="5235114" y="7517786"/>
                </a:cubicBezTo>
                <a:cubicBezTo>
                  <a:pt x="5259833" y="7504890"/>
                  <a:pt x="5279178" y="7491994"/>
                  <a:pt x="5304973" y="7485546"/>
                </a:cubicBezTo>
                <a:cubicBezTo>
                  <a:pt x="5369460" y="7459755"/>
                  <a:pt x="5427499" y="7447933"/>
                  <a:pt x="5490908" y="7428590"/>
                </a:cubicBezTo>
                <a:cubicBezTo>
                  <a:pt x="5619886" y="7383454"/>
                  <a:pt x="5754231" y="7344767"/>
                  <a:pt x="5882127" y="7299631"/>
                </a:cubicBezTo>
                <a:cubicBezTo>
                  <a:pt x="6011105" y="7254496"/>
                  <a:pt x="6145454" y="7210435"/>
                  <a:pt x="6274430" y="7165300"/>
                </a:cubicBezTo>
                <a:cubicBezTo>
                  <a:pt x="6337842" y="7139508"/>
                  <a:pt x="6402328" y="7120164"/>
                  <a:pt x="6466813" y="7094373"/>
                </a:cubicBezTo>
                <a:cubicBezTo>
                  <a:pt x="6523777" y="7075029"/>
                  <a:pt x="6581816" y="7042789"/>
                  <a:pt x="6639344" y="7055685"/>
                </a:cubicBezTo>
                <a:cubicBezTo>
                  <a:pt x="6613552" y="7100821"/>
                  <a:pt x="6581816" y="7107269"/>
                  <a:pt x="6543125" y="7120164"/>
                </a:cubicBezTo>
                <a:cubicBezTo>
                  <a:pt x="6510880" y="7133060"/>
                  <a:pt x="6473263" y="7152404"/>
                  <a:pt x="6434572" y="7171748"/>
                </a:cubicBezTo>
                <a:cubicBezTo>
                  <a:pt x="6357188" y="7203987"/>
                  <a:pt x="6286252" y="7242675"/>
                  <a:pt x="6209943" y="7267392"/>
                </a:cubicBezTo>
                <a:cubicBezTo>
                  <a:pt x="5959516" y="7364110"/>
                  <a:pt x="5709088" y="7441485"/>
                  <a:pt x="5453293" y="7517786"/>
                </a:cubicBezTo>
                <a:cubicBezTo>
                  <a:pt x="5202869" y="7595161"/>
                  <a:pt x="4945995" y="7671461"/>
                  <a:pt x="4695573" y="7729492"/>
                </a:cubicBezTo>
                <a:cubicBezTo>
                  <a:pt x="4182899" y="7845555"/>
                  <a:pt x="3669147" y="7915407"/>
                  <a:pt x="3150021" y="7915407"/>
                </a:cubicBezTo>
                <a:cubicBezTo>
                  <a:pt x="3187638" y="7941199"/>
                  <a:pt x="3265023" y="7941199"/>
                  <a:pt x="3265023" y="8025022"/>
                </a:cubicBezTo>
                <a:cubicBezTo>
                  <a:pt x="3239229" y="8025022"/>
                  <a:pt x="3111328" y="7979886"/>
                  <a:pt x="3111328" y="8050813"/>
                </a:cubicBezTo>
                <a:cubicBezTo>
                  <a:pt x="3368204" y="8076605"/>
                  <a:pt x="3624006" y="8088426"/>
                  <a:pt x="3874433" y="8094874"/>
                </a:cubicBezTo>
                <a:cubicBezTo>
                  <a:pt x="4118411" y="8094874"/>
                  <a:pt x="4368838" y="8081978"/>
                  <a:pt x="4612814" y="8069083"/>
                </a:cubicBezTo>
                <a:cubicBezTo>
                  <a:pt x="4663330" y="8063709"/>
                  <a:pt x="4702021" y="8044366"/>
                  <a:pt x="4753610" y="8018574"/>
                </a:cubicBezTo>
                <a:cubicBezTo>
                  <a:pt x="4798751" y="7992782"/>
                  <a:pt x="4849266" y="8025022"/>
                  <a:pt x="4887959" y="7986334"/>
                </a:cubicBezTo>
                <a:cubicBezTo>
                  <a:pt x="4933101" y="7941199"/>
                  <a:pt x="4984689" y="7960543"/>
                  <a:pt x="5029830" y="7960543"/>
                </a:cubicBezTo>
                <a:cubicBezTo>
                  <a:pt x="5086793" y="7960543"/>
                  <a:pt x="5144827" y="7941199"/>
                  <a:pt x="5202869" y="7928303"/>
                </a:cubicBezTo>
                <a:cubicBezTo>
                  <a:pt x="5453293" y="7863824"/>
                  <a:pt x="5696190" y="7787524"/>
                  <a:pt x="5940167" y="7716596"/>
                </a:cubicBezTo>
                <a:cubicBezTo>
                  <a:pt x="5940167" y="7813315"/>
                  <a:pt x="5844514" y="7806867"/>
                  <a:pt x="5805820" y="7819763"/>
                </a:cubicBezTo>
                <a:cubicBezTo>
                  <a:pt x="5728433" y="7839107"/>
                  <a:pt x="5651055" y="7858451"/>
                  <a:pt x="5581194" y="7883168"/>
                </a:cubicBezTo>
                <a:cubicBezTo>
                  <a:pt x="5427499" y="7921855"/>
                  <a:pt x="5272731" y="7966991"/>
                  <a:pt x="5125486" y="8005678"/>
                </a:cubicBezTo>
                <a:cubicBezTo>
                  <a:pt x="4818096" y="8081978"/>
                  <a:pt x="4516084" y="8146457"/>
                  <a:pt x="4208695" y="8191593"/>
                </a:cubicBezTo>
                <a:cubicBezTo>
                  <a:pt x="4239863" y="8204489"/>
                  <a:pt x="4285004" y="8198041"/>
                  <a:pt x="4297902" y="8256072"/>
                </a:cubicBezTo>
                <a:cubicBezTo>
                  <a:pt x="3765879" y="8492495"/>
                  <a:pt x="3187638" y="8396851"/>
                  <a:pt x="2642716" y="8281864"/>
                </a:cubicBezTo>
                <a:cubicBezTo>
                  <a:pt x="2392326" y="8230280"/>
                  <a:pt x="2155892" y="8120666"/>
                  <a:pt x="1918385" y="7992782"/>
                </a:cubicBezTo>
                <a:cubicBezTo>
                  <a:pt x="1795863" y="7928303"/>
                  <a:pt x="1674418" y="7863824"/>
                  <a:pt x="1552977" y="7793971"/>
                </a:cubicBezTo>
                <a:cubicBezTo>
                  <a:pt x="1527182" y="7774628"/>
                  <a:pt x="1488492" y="7735940"/>
                  <a:pt x="1456250" y="7735940"/>
                </a:cubicBezTo>
                <a:cubicBezTo>
                  <a:pt x="1436911" y="7735940"/>
                  <a:pt x="1353076" y="7697253"/>
                  <a:pt x="1321914" y="7684357"/>
                </a:cubicBezTo>
                <a:cubicBezTo>
                  <a:pt x="1296116" y="7677909"/>
                  <a:pt x="1270323" y="7666088"/>
                  <a:pt x="1238084" y="7653192"/>
                </a:cubicBezTo>
                <a:cubicBezTo>
                  <a:pt x="1180048" y="7627400"/>
                  <a:pt x="1123086" y="7582265"/>
                  <a:pt x="1065052" y="7562921"/>
                </a:cubicBezTo>
                <a:cubicBezTo>
                  <a:pt x="1007013" y="7537130"/>
                  <a:pt x="942526" y="7550025"/>
                  <a:pt x="885576" y="7562921"/>
                </a:cubicBezTo>
                <a:cubicBezTo>
                  <a:pt x="846884" y="7562921"/>
                  <a:pt x="724364" y="7614505"/>
                  <a:pt x="699644" y="7550025"/>
                </a:cubicBezTo>
                <a:cubicBezTo>
                  <a:pt x="673850" y="7498442"/>
                  <a:pt x="737259" y="7485546"/>
                  <a:pt x="756601" y="7485546"/>
                </a:cubicBezTo>
                <a:cubicBezTo>
                  <a:pt x="808190" y="7479098"/>
                  <a:pt x="859780" y="7472650"/>
                  <a:pt x="911364" y="7459755"/>
                </a:cubicBezTo>
                <a:cubicBezTo>
                  <a:pt x="937152" y="7453307"/>
                  <a:pt x="942526" y="7441485"/>
                  <a:pt x="955422" y="7409246"/>
                </a:cubicBezTo>
                <a:cubicBezTo>
                  <a:pt x="961871" y="7389902"/>
                  <a:pt x="974769" y="7377006"/>
                  <a:pt x="994116" y="7383454"/>
                </a:cubicBezTo>
                <a:cubicBezTo>
                  <a:pt x="1007013" y="7389902"/>
                  <a:pt x="1058602" y="7428590"/>
                  <a:pt x="1058602" y="7383454"/>
                </a:cubicBezTo>
                <a:cubicBezTo>
                  <a:pt x="1048929" y="7383454"/>
                  <a:pt x="1040064" y="7380633"/>
                  <a:pt x="1031593" y="7376301"/>
                </a:cubicBezTo>
                <a:lnTo>
                  <a:pt x="1023024" y="7370645"/>
                </a:lnTo>
                <a:lnTo>
                  <a:pt x="1027510" y="7385989"/>
                </a:lnTo>
                <a:cubicBezTo>
                  <a:pt x="1024515" y="7389401"/>
                  <a:pt x="1020025" y="7389401"/>
                  <a:pt x="1017780" y="7385989"/>
                </a:cubicBezTo>
                <a:lnTo>
                  <a:pt x="1020847" y="7369209"/>
                </a:lnTo>
                <a:lnTo>
                  <a:pt x="1007013" y="7360080"/>
                </a:lnTo>
                <a:cubicBezTo>
                  <a:pt x="990891" y="7347991"/>
                  <a:pt x="974769" y="7335095"/>
                  <a:pt x="955422" y="7331871"/>
                </a:cubicBezTo>
                <a:cubicBezTo>
                  <a:pt x="917812" y="7325423"/>
                  <a:pt x="879127" y="7325423"/>
                  <a:pt x="840431" y="7318975"/>
                </a:cubicBezTo>
                <a:cubicBezTo>
                  <a:pt x="808190" y="7318975"/>
                  <a:pt x="756601" y="7344767"/>
                  <a:pt x="737259" y="7299631"/>
                </a:cubicBezTo>
                <a:cubicBezTo>
                  <a:pt x="724364" y="7267392"/>
                  <a:pt x="737259" y="7223331"/>
                  <a:pt x="756601" y="7210435"/>
                </a:cubicBezTo>
                <a:cubicBezTo>
                  <a:pt x="775945" y="7191091"/>
                  <a:pt x="801740" y="7191091"/>
                  <a:pt x="827532" y="7191091"/>
                </a:cubicBezTo>
                <a:cubicBezTo>
                  <a:pt x="904916" y="7184644"/>
                  <a:pt x="981220" y="7178196"/>
                  <a:pt x="1058602" y="7178196"/>
                </a:cubicBezTo>
                <a:cubicBezTo>
                  <a:pt x="1000565" y="7133060"/>
                  <a:pt x="750154" y="6863322"/>
                  <a:pt x="731887" y="6843979"/>
                </a:cubicBezTo>
                <a:cubicBezTo>
                  <a:pt x="680297" y="6787022"/>
                  <a:pt x="628715" y="6728991"/>
                  <a:pt x="570676" y="6670960"/>
                </a:cubicBezTo>
                <a:cubicBezTo>
                  <a:pt x="468577" y="6555972"/>
                  <a:pt x="358957" y="6440984"/>
                  <a:pt x="243959" y="6376505"/>
                </a:cubicBezTo>
                <a:cubicBezTo>
                  <a:pt x="224614" y="6370057"/>
                  <a:pt x="198821" y="6350713"/>
                  <a:pt x="192373" y="6318474"/>
                </a:cubicBezTo>
                <a:cubicBezTo>
                  <a:pt x="185924" y="6286234"/>
                  <a:pt x="179477" y="6266890"/>
                  <a:pt x="160132" y="6247547"/>
                </a:cubicBezTo>
                <a:cubicBezTo>
                  <a:pt x="127890" y="6221755"/>
                  <a:pt x="90276" y="6235725"/>
                  <a:pt x="58034" y="6221755"/>
                </a:cubicBezTo>
                <a:cubicBezTo>
                  <a:pt x="83827" y="6209934"/>
                  <a:pt x="108546" y="6216382"/>
                  <a:pt x="134339" y="6197038"/>
                </a:cubicBezTo>
                <a:cubicBezTo>
                  <a:pt x="160132" y="6177694"/>
                  <a:pt x="147235" y="6139007"/>
                  <a:pt x="160132" y="6106767"/>
                </a:cubicBezTo>
                <a:cubicBezTo>
                  <a:pt x="173028" y="6074527"/>
                  <a:pt x="211718" y="6093871"/>
                  <a:pt x="224614" y="6061632"/>
                </a:cubicBezTo>
                <a:cubicBezTo>
                  <a:pt x="250408" y="6024019"/>
                  <a:pt x="205270" y="5991779"/>
                  <a:pt x="185924" y="5978883"/>
                </a:cubicBezTo>
                <a:cubicBezTo>
                  <a:pt x="243959" y="5985331"/>
                  <a:pt x="301994" y="5991779"/>
                  <a:pt x="358957" y="5998227"/>
                </a:cubicBezTo>
                <a:cubicBezTo>
                  <a:pt x="404095" y="6004675"/>
                  <a:pt x="455681" y="6030467"/>
                  <a:pt x="500824" y="5991779"/>
                </a:cubicBezTo>
                <a:cubicBezTo>
                  <a:pt x="416998" y="5895060"/>
                  <a:pt x="333164" y="5805864"/>
                  <a:pt x="243959" y="5728489"/>
                </a:cubicBezTo>
                <a:cubicBezTo>
                  <a:pt x="224614" y="5709146"/>
                  <a:pt x="205270" y="5696250"/>
                  <a:pt x="185924" y="5683354"/>
                </a:cubicBezTo>
                <a:cubicBezTo>
                  <a:pt x="173028" y="5676906"/>
                  <a:pt x="153683" y="5670458"/>
                  <a:pt x="153683" y="5651114"/>
                </a:cubicBezTo>
                <a:cubicBezTo>
                  <a:pt x="147235" y="5631771"/>
                  <a:pt x="153683" y="5613502"/>
                  <a:pt x="153683" y="5594158"/>
                </a:cubicBezTo>
                <a:cubicBezTo>
                  <a:pt x="140787" y="5594158"/>
                  <a:pt x="134339" y="5587710"/>
                  <a:pt x="121442" y="5581262"/>
                </a:cubicBezTo>
                <a:cubicBezTo>
                  <a:pt x="103172" y="5574814"/>
                  <a:pt x="83827" y="5568366"/>
                  <a:pt x="64482" y="5561918"/>
                </a:cubicBezTo>
                <a:cubicBezTo>
                  <a:pt x="38690" y="5555470"/>
                  <a:pt x="0" y="5555470"/>
                  <a:pt x="0" y="5503887"/>
                </a:cubicBezTo>
                <a:cubicBezTo>
                  <a:pt x="0" y="5452304"/>
                  <a:pt x="38690" y="5465199"/>
                  <a:pt x="58034" y="5452304"/>
                </a:cubicBezTo>
                <a:cubicBezTo>
                  <a:pt x="140787" y="5414691"/>
                  <a:pt x="269753" y="5388899"/>
                  <a:pt x="295546" y="5408243"/>
                </a:cubicBezTo>
                <a:cubicBezTo>
                  <a:pt x="326717" y="5426512"/>
                  <a:pt x="346059" y="5439408"/>
                  <a:pt x="358957" y="5458752"/>
                </a:cubicBezTo>
                <a:cubicBezTo>
                  <a:pt x="371854" y="5432960"/>
                  <a:pt x="365403" y="5376003"/>
                  <a:pt x="384753" y="5363108"/>
                </a:cubicBezTo>
                <a:cubicBezTo>
                  <a:pt x="423439" y="5350212"/>
                  <a:pt x="436338" y="5484543"/>
                  <a:pt x="397647" y="5484543"/>
                </a:cubicBezTo>
                <a:cubicBezTo>
                  <a:pt x="531990" y="5631771"/>
                  <a:pt x="706092" y="5696250"/>
                  <a:pt x="866231" y="5722041"/>
                </a:cubicBezTo>
                <a:cubicBezTo>
                  <a:pt x="866231" y="5702698"/>
                  <a:pt x="859780" y="5670458"/>
                  <a:pt x="872681" y="5657562"/>
                </a:cubicBezTo>
                <a:cubicBezTo>
                  <a:pt x="885576" y="5638219"/>
                  <a:pt x="904916" y="5644666"/>
                  <a:pt x="924259" y="5644666"/>
                </a:cubicBezTo>
                <a:cubicBezTo>
                  <a:pt x="898470" y="5613502"/>
                  <a:pt x="879127" y="5574814"/>
                  <a:pt x="846884" y="5561918"/>
                </a:cubicBezTo>
                <a:cubicBezTo>
                  <a:pt x="821085" y="5536127"/>
                  <a:pt x="795292" y="5516783"/>
                  <a:pt x="775945" y="5478095"/>
                </a:cubicBezTo>
                <a:cubicBezTo>
                  <a:pt x="756601" y="5439408"/>
                  <a:pt x="731887" y="5414691"/>
                  <a:pt x="699644" y="5400720"/>
                </a:cubicBezTo>
                <a:cubicBezTo>
                  <a:pt x="680297" y="5388899"/>
                  <a:pt x="635162" y="5382451"/>
                  <a:pt x="622265" y="5343764"/>
                </a:cubicBezTo>
                <a:cubicBezTo>
                  <a:pt x="615815" y="5305076"/>
                  <a:pt x="622265" y="5285733"/>
                  <a:pt x="590021" y="5272837"/>
                </a:cubicBezTo>
                <a:cubicBezTo>
                  <a:pt x="551334" y="5259941"/>
                  <a:pt x="519093" y="5247045"/>
                  <a:pt x="481474" y="5227701"/>
                </a:cubicBezTo>
                <a:cubicBezTo>
                  <a:pt x="410555" y="5190088"/>
                  <a:pt x="339610" y="5144953"/>
                  <a:pt x="276200" y="5099818"/>
                </a:cubicBezTo>
                <a:cubicBezTo>
                  <a:pt x="289097" y="5080474"/>
                  <a:pt x="308442" y="5067578"/>
                  <a:pt x="321342" y="5054682"/>
                </a:cubicBezTo>
                <a:cubicBezTo>
                  <a:pt x="295546" y="5041786"/>
                  <a:pt x="269753" y="5041786"/>
                  <a:pt x="250408" y="5022443"/>
                </a:cubicBezTo>
                <a:cubicBezTo>
                  <a:pt x="231062" y="5004174"/>
                  <a:pt x="237511" y="4959038"/>
                  <a:pt x="218166" y="4952590"/>
                </a:cubicBezTo>
                <a:cubicBezTo>
                  <a:pt x="166580" y="4913903"/>
                  <a:pt x="116069" y="4933247"/>
                  <a:pt x="77379" y="4849424"/>
                </a:cubicBezTo>
                <a:cubicBezTo>
                  <a:pt x="121442" y="4842976"/>
                  <a:pt x="166580" y="4823632"/>
                  <a:pt x="218166" y="4830080"/>
                </a:cubicBezTo>
                <a:cubicBezTo>
                  <a:pt x="263304" y="4842976"/>
                  <a:pt x="269753" y="4901007"/>
                  <a:pt x="308442" y="4939694"/>
                </a:cubicBezTo>
                <a:cubicBezTo>
                  <a:pt x="352508" y="4990203"/>
                  <a:pt x="429889" y="4959038"/>
                  <a:pt x="481474" y="4933247"/>
                </a:cubicBezTo>
                <a:cubicBezTo>
                  <a:pt x="526613" y="4913903"/>
                  <a:pt x="583570" y="4868767"/>
                  <a:pt x="628715" y="4901007"/>
                </a:cubicBezTo>
                <a:cubicBezTo>
                  <a:pt x="660959" y="4913903"/>
                  <a:pt x="641609" y="4868767"/>
                  <a:pt x="622265" y="4855872"/>
                </a:cubicBezTo>
                <a:cubicBezTo>
                  <a:pt x="602922" y="4849424"/>
                  <a:pt x="583570" y="4842976"/>
                  <a:pt x="557782" y="4836528"/>
                </a:cubicBezTo>
                <a:cubicBezTo>
                  <a:pt x="538440" y="4830080"/>
                  <a:pt x="513723" y="4823632"/>
                  <a:pt x="494372" y="4792467"/>
                </a:cubicBezTo>
                <a:cubicBezTo>
                  <a:pt x="481474" y="4766675"/>
                  <a:pt x="500824" y="4734436"/>
                  <a:pt x="519093" y="4727988"/>
                </a:cubicBezTo>
                <a:cubicBezTo>
                  <a:pt x="609368" y="4682852"/>
                  <a:pt x="731887" y="4817184"/>
                  <a:pt x="795292" y="4907455"/>
                </a:cubicBezTo>
                <a:cubicBezTo>
                  <a:pt x="801740" y="4888111"/>
                  <a:pt x="808190" y="4875215"/>
                  <a:pt x="821085" y="4855872"/>
                </a:cubicBezTo>
                <a:cubicBezTo>
                  <a:pt x="827532" y="4868767"/>
                  <a:pt x="833981" y="4875215"/>
                  <a:pt x="840431" y="4881663"/>
                </a:cubicBezTo>
                <a:cubicBezTo>
                  <a:pt x="859780" y="4894559"/>
                  <a:pt x="879127" y="4888111"/>
                  <a:pt x="898470" y="4907455"/>
                </a:cubicBezTo>
                <a:cubicBezTo>
                  <a:pt x="917812" y="4933247"/>
                  <a:pt x="911364" y="4978382"/>
                  <a:pt x="942526" y="4984830"/>
                </a:cubicBezTo>
                <a:cubicBezTo>
                  <a:pt x="1000565" y="4990203"/>
                  <a:pt x="1071500" y="4946142"/>
                  <a:pt x="1097291" y="4855872"/>
                </a:cubicBezTo>
                <a:cubicBezTo>
                  <a:pt x="1052150" y="4842976"/>
                  <a:pt x="1007013" y="4830080"/>
                  <a:pt x="961871" y="4830080"/>
                </a:cubicBezTo>
                <a:cubicBezTo>
                  <a:pt x="924259" y="4830080"/>
                  <a:pt x="879127" y="4836528"/>
                  <a:pt x="846884" y="4810736"/>
                </a:cubicBezTo>
                <a:cubicBezTo>
                  <a:pt x="821085" y="4792467"/>
                  <a:pt x="840431" y="4740884"/>
                  <a:pt x="808190" y="4721540"/>
                </a:cubicBezTo>
                <a:cubicBezTo>
                  <a:pt x="788844" y="4708644"/>
                  <a:pt x="769495" y="4708644"/>
                  <a:pt x="750154" y="4702196"/>
                </a:cubicBezTo>
                <a:cubicBezTo>
                  <a:pt x="712539" y="4689300"/>
                  <a:pt x="680297" y="4663509"/>
                  <a:pt x="641609" y="4644165"/>
                </a:cubicBezTo>
                <a:cubicBezTo>
                  <a:pt x="622265" y="4631269"/>
                  <a:pt x="596471" y="4618373"/>
                  <a:pt x="577123" y="4593656"/>
                </a:cubicBezTo>
                <a:cubicBezTo>
                  <a:pt x="557782" y="4554969"/>
                  <a:pt x="557782" y="4516281"/>
                  <a:pt x="526613" y="4496938"/>
                </a:cubicBezTo>
                <a:cubicBezTo>
                  <a:pt x="500824" y="4484042"/>
                  <a:pt x="475027" y="4477594"/>
                  <a:pt x="449232" y="4471146"/>
                </a:cubicBezTo>
                <a:cubicBezTo>
                  <a:pt x="507270" y="4419563"/>
                  <a:pt x="577123" y="4375502"/>
                  <a:pt x="602922" y="4272335"/>
                </a:cubicBezTo>
                <a:cubicBezTo>
                  <a:pt x="551334" y="4259439"/>
                  <a:pt x="500824" y="4240096"/>
                  <a:pt x="449232" y="4227200"/>
                </a:cubicBezTo>
                <a:cubicBezTo>
                  <a:pt x="442785" y="4227200"/>
                  <a:pt x="352508" y="4220752"/>
                  <a:pt x="358957" y="4196035"/>
                </a:cubicBezTo>
                <a:cubicBezTo>
                  <a:pt x="371854" y="4165011"/>
                  <a:pt x="442785" y="4184354"/>
                  <a:pt x="462128" y="4184354"/>
                </a:cubicBezTo>
                <a:cubicBezTo>
                  <a:pt x="468577" y="4184354"/>
                  <a:pt x="513723" y="4177906"/>
                  <a:pt x="507270" y="4158563"/>
                </a:cubicBezTo>
                <a:cubicBezTo>
                  <a:pt x="487921" y="4126322"/>
                  <a:pt x="436338" y="4126322"/>
                  <a:pt x="410555" y="4119876"/>
                </a:cubicBezTo>
                <a:cubicBezTo>
                  <a:pt x="308442" y="4106979"/>
                  <a:pt x="211718" y="4094084"/>
                  <a:pt x="108546" y="4087636"/>
                </a:cubicBezTo>
                <a:cubicBezTo>
                  <a:pt x="127890" y="3966206"/>
                  <a:pt x="231062" y="3990915"/>
                  <a:pt x="282648" y="4010258"/>
                </a:cubicBezTo>
                <a:cubicBezTo>
                  <a:pt x="346059" y="4029605"/>
                  <a:pt x="410555" y="4042499"/>
                  <a:pt x="468577" y="4023156"/>
                </a:cubicBezTo>
                <a:cubicBezTo>
                  <a:pt x="500824" y="4016708"/>
                  <a:pt x="531990" y="4010258"/>
                  <a:pt x="564229" y="3998439"/>
                </a:cubicBezTo>
                <a:cubicBezTo>
                  <a:pt x="577123" y="3998439"/>
                  <a:pt x="590021" y="3990915"/>
                  <a:pt x="609368" y="3984469"/>
                </a:cubicBezTo>
                <a:cubicBezTo>
                  <a:pt x="609368" y="3972648"/>
                  <a:pt x="615815" y="3953304"/>
                  <a:pt x="622265" y="3940409"/>
                </a:cubicBezTo>
                <a:cubicBezTo>
                  <a:pt x="538440" y="3921065"/>
                  <a:pt x="462128" y="3908169"/>
                  <a:pt x="378306" y="3888822"/>
                </a:cubicBezTo>
                <a:cubicBezTo>
                  <a:pt x="481474" y="3837243"/>
                  <a:pt x="590021" y="3863039"/>
                  <a:pt x="699644" y="3908169"/>
                </a:cubicBezTo>
                <a:cubicBezTo>
                  <a:pt x="743708" y="3927511"/>
                  <a:pt x="795292" y="3946857"/>
                  <a:pt x="846884" y="3979098"/>
                </a:cubicBezTo>
                <a:cubicBezTo>
                  <a:pt x="872681" y="3998439"/>
                  <a:pt x="898470" y="3990915"/>
                  <a:pt x="929631" y="3998439"/>
                </a:cubicBezTo>
                <a:cubicBezTo>
                  <a:pt x="948971" y="4003812"/>
                  <a:pt x="961871" y="4023156"/>
                  <a:pt x="981220" y="4029605"/>
                </a:cubicBezTo>
                <a:cubicBezTo>
                  <a:pt x="981220" y="3953706"/>
                  <a:pt x="913630" y="3977719"/>
                  <a:pt x="862945" y="3973605"/>
                </a:cubicBezTo>
                <a:lnTo>
                  <a:pt x="861166" y="3973165"/>
                </a:lnTo>
                <a:lnTo>
                  <a:pt x="861361" y="3973462"/>
                </a:lnTo>
                <a:cubicBezTo>
                  <a:pt x="854540" y="3976875"/>
                  <a:pt x="847713" y="3976875"/>
                  <a:pt x="844300" y="3973462"/>
                </a:cubicBezTo>
                <a:lnTo>
                  <a:pt x="845016" y="3969164"/>
                </a:lnTo>
                <a:lnTo>
                  <a:pt x="835225" y="3966739"/>
                </a:lnTo>
                <a:cubicBezTo>
                  <a:pt x="819004" y="3958542"/>
                  <a:pt x="808190" y="3941752"/>
                  <a:pt x="808190" y="3908169"/>
                </a:cubicBezTo>
                <a:cubicBezTo>
                  <a:pt x="833981" y="3908169"/>
                  <a:pt x="853333" y="3914616"/>
                  <a:pt x="872681" y="3901721"/>
                </a:cubicBezTo>
                <a:cubicBezTo>
                  <a:pt x="885576" y="3895275"/>
                  <a:pt x="892023" y="3882376"/>
                  <a:pt x="872681" y="3869481"/>
                </a:cubicBezTo>
                <a:cubicBezTo>
                  <a:pt x="853333" y="3856586"/>
                  <a:pt x="833981" y="3856586"/>
                  <a:pt x="814638" y="3843691"/>
                </a:cubicBezTo>
                <a:cubicBezTo>
                  <a:pt x="801740" y="3830801"/>
                  <a:pt x="788844" y="3811449"/>
                  <a:pt x="775945" y="3798554"/>
                </a:cubicBezTo>
                <a:cubicBezTo>
                  <a:pt x="846884" y="3817897"/>
                  <a:pt x="929631" y="3908169"/>
                  <a:pt x="1000565" y="3824343"/>
                </a:cubicBezTo>
                <a:cubicBezTo>
                  <a:pt x="911364" y="3767389"/>
                  <a:pt x="821085" y="3709359"/>
                  <a:pt x="737259" y="3644881"/>
                </a:cubicBezTo>
                <a:cubicBezTo>
                  <a:pt x="750154" y="3587921"/>
                  <a:pt x="814638" y="3631983"/>
                  <a:pt x="840431" y="3631983"/>
                </a:cubicBezTo>
                <a:cubicBezTo>
                  <a:pt x="840431" y="3593294"/>
                  <a:pt x="846884" y="3555685"/>
                  <a:pt x="833981" y="3516994"/>
                </a:cubicBezTo>
                <a:cubicBezTo>
                  <a:pt x="827532" y="3484756"/>
                  <a:pt x="801740" y="3465411"/>
                  <a:pt x="782393" y="3452516"/>
                </a:cubicBezTo>
                <a:cubicBezTo>
                  <a:pt x="731887" y="3407382"/>
                  <a:pt x="743708" y="3337527"/>
                  <a:pt x="731887" y="3260153"/>
                </a:cubicBezTo>
                <a:cubicBezTo>
                  <a:pt x="724364" y="3195674"/>
                  <a:pt x="680297" y="3169883"/>
                  <a:pt x="641609" y="3151613"/>
                </a:cubicBezTo>
                <a:cubicBezTo>
                  <a:pt x="583570" y="3119374"/>
                  <a:pt x="526613" y="3074240"/>
                  <a:pt x="475027" y="3029103"/>
                </a:cubicBezTo>
                <a:cubicBezTo>
                  <a:pt x="494372" y="2990416"/>
                  <a:pt x="538440" y="3022655"/>
                  <a:pt x="564229" y="3035555"/>
                </a:cubicBezTo>
                <a:cubicBezTo>
                  <a:pt x="602922" y="3048447"/>
                  <a:pt x="641609" y="3054895"/>
                  <a:pt x="680297" y="3054895"/>
                </a:cubicBezTo>
                <a:cubicBezTo>
                  <a:pt x="737259" y="3061340"/>
                  <a:pt x="814638" y="3061340"/>
                  <a:pt x="859780" y="2983968"/>
                </a:cubicBezTo>
                <a:cubicBezTo>
                  <a:pt x="718991" y="2894774"/>
                  <a:pt x="577123" y="2817421"/>
                  <a:pt x="436338" y="2752914"/>
                </a:cubicBezTo>
                <a:cubicBezTo>
                  <a:pt x="590021" y="2689511"/>
                  <a:pt x="743708" y="2644376"/>
                  <a:pt x="904916" y="2637928"/>
                </a:cubicBezTo>
                <a:cubicBezTo>
                  <a:pt x="981220" y="2637928"/>
                  <a:pt x="1065052" y="2644376"/>
                  <a:pt x="1147800" y="2657271"/>
                </a:cubicBezTo>
                <a:cubicBezTo>
                  <a:pt x="1186493" y="2663721"/>
                  <a:pt x="1225190" y="2676615"/>
                  <a:pt x="1263872" y="2683064"/>
                </a:cubicBezTo>
                <a:cubicBezTo>
                  <a:pt x="1302562" y="2695958"/>
                  <a:pt x="1340180" y="2670168"/>
                  <a:pt x="1378873" y="2657271"/>
                </a:cubicBezTo>
                <a:cubicBezTo>
                  <a:pt x="1372423" y="2650824"/>
                  <a:pt x="1365974" y="2637928"/>
                  <a:pt x="1359525" y="2625034"/>
                </a:cubicBezTo>
                <a:cubicBezTo>
                  <a:pt x="1436911" y="2618587"/>
                  <a:pt x="1520743" y="2612137"/>
                  <a:pt x="1597039" y="2579897"/>
                </a:cubicBezTo>
                <a:cubicBezTo>
                  <a:pt x="1674418" y="2547657"/>
                  <a:pt x="1750721" y="2516495"/>
                  <a:pt x="1828106" y="2503598"/>
                </a:cubicBezTo>
                <a:cubicBezTo>
                  <a:pt x="1988239" y="2471358"/>
                  <a:pt x="2155892" y="2471358"/>
                  <a:pt x="2316022" y="2490703"/>
                </a:cubicBezTo>
                <a:cubicBezTo>
                  <a:pt x="2571781" y="2510046"/>
                  <a:pt x="2828656" y="2573448"/>
                  <a:pt x="3079083" y="2605690"/>
                </a:cubicBezTo>
                <a:cubicBezTo>
                  <a:pt x="3342408" y="2644376"/>
                  <a:pt x="3598209" y="2625034"/>
                  <a:pt x="3855086" y="2618587"/>
                </a:cubicBezTo>
                <a:cubicBezTo>
                  <a:pt x="4118411" y="2612137"/>
                  <a:pt x="4375286" y="2605690"/>
                  <a:pt x="4638608" y="2605690"/>
                </a:cubicBezTo>
                <a:cubicBezTo>
                  <a:pt x="4894407" y="2599243"/>
                  <a:pt x="5138381" y="2522941"/>
                  <a:pt x="5388806" y="2445566"/>
                </a:cubicBezTo>
                <a:cubicBezTo>
                  <a:pt x="5895025" y="2298334"/>
                  <a:pt x="6395880" y="2131768"/>
                  <a:pt x="6896204" y="1926509"/>
                </a:cubicBezTo>
                <a:cubicBezTo>
                  <a:pt x="7145542" y="1823342"/>
                  <a:pt x="7395953" y="1765311"/>
                  <a:pt x="7652812" y="1689010"/>
                </a:cubicBezTo>
                <a:cubicBezTo>
                  <a:pt x="7774257" y="1650323"/>
                  <a:pt x="7903224" y="1611636"/>
                  <a:pt x="8024668" y="1566500"/>
                </a:cubicBezTo>
                <a:cubicBezTo>
                  <a:pt x="8139664" y="1522439"/>
                  <a:pt x="8480353" y="1367690"/>
                  <a:pt x="8530865" y="1348346"/>
                </a:cubicBezTo>
                <a:cubicBezTo>
                  <a:pt x="8588900" y="1330077"/>
                  <a:pt x="8653384" y="1304285"/>
                  <a:pt x="8711419" y="1284941"/>
                </a:cubicBezTo>
                <a:cubicBezTo>
                  <a:pt x="8839312" y="1233358"/>
                  <a:pt x="8960756" y="1188223"/>
                  <a:pt x="9089723" y="1136639"/>
                </a:cubicBezTo>
                <a:cubicBezTo>
                  <a:pt x="9340135" y="1040978"/>
                  <a:pt x="9595920" y="937813"/>
                  <a:pt x="9846331" y="848618"/>
                </a:cubicBezTo>
                <a:cubicBezTo>
                  <a:pt x="10347154" y="662706"/>
                  <a:pt x="10852276" y="489690"/>
                  <a:pt x="11359547" y="347838"/>
                </a:cubicBezTo>
                <a:cubicBezTo>
                  <a:pt x="11609959" y="277987"/>
                  <a:pt x="11865744" y="213509"/>
                  <a:pt x="12122604" y="174822"/>
                </a:cubicBezTo>
                <a:cubicBezTo>
                  <a:pt x="12379464" y="136135"/>
                  <a:pt x="12642772" y="110344"/>
                  <a:pt x="12898557" y="79180"/>
                </a:cubicBezTo>
                <a:cubicBezTo>
                  <a:pt x="13155417" y="53388"/>
                  <a:pt x="13418725" y="27597"/>
                  <a:pt x="13675585" y="14702"/>
                </a:cubicBezTo>
                <a:cubicBezTo>
                  <a:pt x="13706752" y="14702"/>
                  <a:pt x="13745442" y="14702"/>
                  <a:pt x="13777684" y="8254"/>
                </a:cubicBezTo>
                <a:cubicBezTo>
                  <a:pt x="13803477" y="8254"/>
                  <a:pt x="13829271" y="-4642"/>
                  <a:pt x="13855064" y="1806"/>
                </a:cubicBezTo>
                <a:close/>
              </a:path>
            </a:pathLst>
          </a:custGeom>
          <a:solidFill>
            <a:schemeClr val="bg1">
              <a:lumMod val="95000"/>
            </a:schemeClr>
          </a:solidFill>
          <a:ln>
            <a:noFill/>
          </a:ln>
          <a:effectLst/>
        </p:spPr>
        <p:txBody>
          <a:bodyPr wrap="square" anchor="ctr">
            <a:noAutofit/>
          </a:bodyPr>
          <a:lstStyle/>
          <a:p>
            <a:pPr defTabSz="914400"/>
            <a:endParaRPr lang="en-US" dirty="0">
              <a:solidFill>
                <a:srgbClr val="7F7F7F"/>
              </a:solidFill>
              <a:latin typeface="思源宋体 CN Heavy" pitchFamily="18" charset="-122"/>
              <a:sym typeface="Arial" panose="020B0604020202020204" pitchFamily="34" charset="0"/>
            </a:endParaRPr>
          </a:p>
        </p:txBody>
      </p:sp>
      <p:pic>
        <p:nvPicPr>
          <p:cNvPr id="10" name="图片占位符 9" descr="C:/兼职/觅知网/2月/国风实拍松柏/松柏/51miz-P1260777-D3C74B9E-3840x2644.jpg51miz-P1260777-D3C74B9E-3840x2644"/>
          <p:cNvPicPr>
            <a:picLocks noGrp="1" noChangeAspect="1"/>
          </p:cNvPicPr>
          <p:nvPr>
            <p:ph type="pic" sz="quarter" idx="16"/>
          </p:nvPr>
        </p:nvPicPr>
        <p:blipFill>
          <a:blip r:embed="R008081f25bd94ff8" cstate="screen">
            <a:extLst>
              <a:ext uri="{28A0092B-C50C-407E-A947-70E740481C1C}">
                <a14:useLocalDpi xmlns:a14="http://schemas.microsoft.com/office/drawing/2010/main"/>
              </a:ext>
            </a:extLst>
          </a:blip>
          <a:srcRect/>
          <a:stretch>
            <a:fillRect/>
          </a:stretch>
        </p:blipFill>
        <p:spPr>
          <a:xfrm rot="21420000">
            <a:off x="-765175" y="46990"/>
            <a:ext cx="12752070" cy="5088255"/>
          </a:xfrm>
        </p:spPr>
      </p:pic>
      <p:sp>
        <p:nvSpPr>
          <p:cNvPr id="47" name="文本框 46"/>
          <p:cNvSpPr txBox="1"/>
          <p:nvPr/>
        </p:nvSpPr>
        <p:spPr>
          <a:xfrm>
            <a:off x="5415915" y="2767965"/>
            <a:ext cx="5350510" cy="1322070"/>
          </a:xfrm>
          <a:prstGeom prst="rect">
            <a:avLst/>
          </a:prstGeom>
          <a:noFill/>
        </p:spPr>
        <p:txBody>
          <a:bodyPr wrap="square" rtlCol="0">
            <a:spAutoFit/>
          </a:bodyPr>
          <a:lstStyle/>
          <a:p>
            <a:pPr algn="ctr"/>
            <a:r>
              <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rPr>
              <a:t>冬青夏夏</a:t>
            </a:r>
          </a:p>
        </p:txBody>
      </p:sp>
      <p:sp>
        <p:nvSpPr>
          <p:cNvPr id="53" name="矩形 52"/>
          <p:cNvSpPr/>
          <p:nvPr>
            <p:custDataLst>
              <p:tags r:id="Rb42ee67df41240c1"/>
            </p:custDataLst>
          </p:nvPr>
        </p:nvSpPr>
        <p:spPr>
          <a:xfrm>
            <a:off x="6151245" y="3977005"/>
            <a:ext cx="4095750" cy="810260"/>
          </a:xfrm>
          <a:prstGeom prst="rect">
            <a:avLst/>
          </a:prstGeom>
        </p:spPr>
        <p:txBody>
          <a:bodyPr wrap="square">
            <a:spAutoFit/>
          </a:bodyPr>
          <a:lstStyle/>
          <a:p>
            <a:pPr indent="0" algn="ctr"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54" name="矩形 53"/>
          <p:cNvSpPr/>
          <p:nvPr>
            <p:custDataLst>
              <p:tags r:id="R26a6285edf934154"/>
            </p:custDataLst>
          </p:nvPr>
        </p:nvSpPr>
        <p:spPr>
          <a:xfrm>
            <a:off x="6151245" y="5014595"/>
            <a:ext cx="4095750" cy="810260"/>
          </a:xfrm>
          <a:prstGeom prst="rect">
            <a:avLst/>
          </a:prstGeom>
        </p:spPr>
        <p:txBody>
          <a:bodyPr wrap="square">
            <a:spAutoFit/>
          </a:bodyPr>
          <a:lstStyle/>
          <a:p>
            <a:pPr indent="0" algn="ctr"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dur="1000" fill="hold" grpId="0" nodeType="afterEffect">
                                  <p:stCondLst>
                                    <p:cond delay="0"/>
                                  </p:stCondLst>
                                  <p:childTnLst>
                                    <p:set>
                                      <p:cBhvr>
                                        <p:cTn id="6" dur="1000" fill="hold">
                                          <p:stCondLst>
                                            <p:cond delay="0"/>
                                          </p:stCondLst>
                                        </p:cTn>
                                        <p:tgtEl>
                                          <p:spTgt spid="2257"/>
                                        </p:tgtEl>
                                        <p:attrNameLst>
                                          <p:attrName>style.visibility</p:attrName>
                                        </p:attrNameLst>
                                      </p:cBhvr>
                                      <p:to>
                                        <p:strVal val="visible"/>
                                      </p:to>
                                    </p:set>
                                    <p:animEffect transition="in" filter="wipe(left)">
                                      <p:cBhvr>
                                        <p:cTn id="7" dur="1000"/>
                                        <p:tgtEl>
                                          <p:spTgt spid="2257"/>
                                        </p:tgtEl>
                                      </p:cBhvr>
                                    </p:animEffect>
                                  </p:childTnLst>
                                </p:cTn>
                              </p:par>
                              <p:par>
                                <p:cTn id="8" presetID="22" presetClass="entr" presetSubtype="8" dur="1000" fill="hold" grpId="0" nodeType="withEffect">
                                  <p:stCondLst>
                                    <p:cond delay="0"/>
                                  </p:stCondLst>
                                  <p:childTnLst>
                                    <p:set>
                                      <p:cBhvr>
                                        <p:cTn id="9" dur="1000" fill="hold">
                                          <p:stCondLst>
                                            <p:cond delay="0"/>
                                          </p:stCondLst>
                                        </p:cTn>
                                        <p:tgtEl>
                                          <p:spTgt spid="2255"/>
                                        </p:tgtEl>
                                        <p:attrNameLst>
                                          <p:attrName>style.visibility</p:attrName>
                                        </p:attrNameLst>
                                      </p:cBhvr>
                                      <p:to>
                                        <p:strVal val="visible"/>
                                      </p:to>
                                    </p:set>
                                    <p:animEffect transition="in" filter="wipe(left)">
                                      <p:cBhvr>
                                        <p:cTn id="10" dur="1000"/>
                                        <p:tgtEl>
                                          <p:spTgt spid="2255"/>
                                        </p:tgtEl>
                                      </p:cBhvr>
                                    </p:animEffect>
                                  </p:childTnLst>
                                </p:cTn>
                              </p:par>
                              <p:par>
                                <p:cTn id="11" presetID="22" presetClass="entr" presetSubtype="8" dur="1000" fill="hold" nodeType="withEffect">
                                  <p:stCondLst>
                                    <p:cond delay="0"/>
                                  </p:stCondLst>
                                  <p:childTnLst>
                                    <p:set>
                                      <p:cBhvr>
                                        <p:cTn id="12" dur="1000" fill="hold">
                                          <p:stCondLst>
                                            <p:cond delay="0"/>
                                          </p:stCondLst>
                                        </p:cTn>
                                        <p:tgtEl>
                                          <p:spTgt spid="10"/>
                                        </p:tgtEl>
                                        <p:attrNameLst>
                                          <p:attrName>style.visibility</p:attrName>
                                        </p:attrNameLst>
                                      </p:cBhvr>
                                      <p:to>
                                        <p:strVal val="visible"/>
                                      </p:to>
                                    </p:set>
                                    <p:animEffect transition="in" filter="wipe(left)">
                                      <p:cBhvr>
                                        <p:cTn id="13" dur="1000"/>
                                        <p:tgtEl>
                                          <p:spTgt spid="10"/>
                                        </p:tgtEl>
                                      </p:cBhvr>
                                    </p:animEffect>
                                  </p:childTnLst>
                                </p:cTn>
                              </p:par>
                            </p:childTnLst>
                          </p:cTn>
                        </p:par>
                        <p:par>
                          <p:cTn id="14" fill="hold" nodeType="afterGroup">
                            <p:stCondLst>
                              <p:cond delay="1000"/>
                            </p:stCondLst>
                            <p:childTnLst>
                              <p:par>
                                <p:cTn id="15" presetID="55" presetClass="entr" presetSubtype="0" dur="100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1000" fill="hold"/>
                                        <p:tgtEl>
                                          <p:spTgt spid="12"/>
                                        </p:tgtEl>
                                        <p:attrNameLst>
                                          <p:attrName>ppt_w</p:attrName>
                                        </p:attrNameLst>
                                      </p:cBhvr>
                                      <p:tavLst>
                                        <p:tav tm="0">
                                          <p:val>
                                            <p:strVal val="#ppt_w*0.70"/>
                                          </p:val>
                                        </p:tav>
                                        <p:tav tm="100000">
                                          <p:val>
                                            <p:strVal val="#ppt_w"/>
                                          </p:val>
                                        </p:tav>
                                      </p:tavLst>
                                    </p:anim>
                                    <p:anim calcmode="lin" valueType="num">
                                      <p:cBhvr>
                                        <p:cTn id="18" dur="1000" fill="hold"/>
                                        <p:tgtEl>
                                          <p:spTgt spid="12"/>
                                        </p:tgtEl>
                                        <p:attrNameLst>
                                          <p:attrName>ppt_h</p:attrName>
                                        </p:attrNameLst>
                                      </p:cBhvr>
                                      <p:tavLst>
                                        <p:tav tm="0">
                                          <p:val>
                                            <p:strVal val="#ppt_h"/>
                                          </p:val>
                                        </p:tav>
                                        <p:tav tm="100000">
                                          <p:val>
                                            <p:strVal val="#ppt_h"/>
                                          </p:val>
                                        </p:tav>
                                      </p:tavLst>
                                    </p:anim>
                                    <p:animEffect transition="in" filter="fade">
                                      <p:cBhvr>
                                        <p:cTn id="19" dur="1000"/>
                                        <p:tgtEl>
                                          <p:spTgt spid="12"/>
                                        </p:tgtEl>
                                      </p:cBhvr>
                                    </p:animEffect>
                                  </p:childTnLst>
                                </p:cTn>
                              </p:par>
                            </p:childTnLst>
                          </p:cTn>
                        </p:par>
                        <p:par>
                          <p:cTn id="20" fill="hold" nodeType="afterGroup">
                            <p:stCondLst>
                              <p:cond delay="2000"/>
                            </p:stCondLst>
                            <p:childTnLst>
                              <p:par>
                                <p:cTn id="21" presetID="12" presetClass="entr" presetSubtype="4" dur="1000" fill="hold" grpId="0" nodeType="afterEffect">
                                  <p:stCondLst>
                                    <p:cond delay="0"/>
                                  </p:stCondLst>
                                  <p:childTnLst>
                                    <p:set>
                                      <p:cBhvr>
                                        <p:cTn id="22" dur="1000" fill="hold">
                                          <p:stCondLst>
                                            <p:cond delay="0"/>
                                          </p:stCondLst>
                                        </p:cTn>
                                        <p:tgtEl>
                                          <p:spTgt spid="47"/>
                                        </p:tgtEl>
                                        <p:attrNameLst>
                                          <p:attrName>style.visibility</p:attrName>
                                        </p:attrNameLst>
                                      </p:cBhvr>
                                      <p:to>
                                        <p:strVal val="visible"/>
                                      </p:to>
                                    </p:set>
                                    <p:anim calcmode="lin" valueType="num">
                                      <p:cBhvr additive="base">
                                        <p:cTn id="23" dur="1000"/>
                                        <p:tgtEl>
                                          <p:spTgt spid="47"/>
                                        </p:tgtEl>
                                        <p:attrNameLst>
                                          <p:attrName>ppt_y</p:attrName>
                                        </p:attrNameLst>
                                      </p:cBhvr>
                                      <p:tavLst>
                                        <p:tav tm="0">
                                          <p:val>
                                            <p:strVal val="#ppt_y+#ppt_h*1.125000"/>
                                          </p:val>
                                        </p:tav>
                                        <p:tav tm="100000">
                                          <p:val>
                                            <p:strVal val="#ppt_y"/>
                                          </p:val>
                                        </p:tav>
                                      </p:tavLst>
                                    </p:anim>
                                    <p:animEffect transition="in" filter="wipe(up)">
                                      <p:cBhvr>
                                        <p:cTn id="24" dur="1000"/>
                                        <p:tgtEl>
                                          <p:spTgt spid="47"/>
                                        </p:tgtEl>
                                      </p:cBhvr>
                                    </p:animEffect>
                                  </p:childTnLst>
                                </p:cTn>
                              </p:par>
                            </p:childTnLst>
                          </p:cTn>
                        </p:par>
                        <p:par>
                          <p:cTn id="25" fill="hold" nodeType="afterGroup">
                            <p:stCondLst>
                              <p:cond delay="3000"/>
                            </p:stCondLst>
                            <p:childTnLst>
                              <p:par>
                                <p:cTn id="26" presetID="12" presetClass="entr" presetSubtype="4" dur="1000" fill="hold" grpId="0" nodeType="afterEffect">
                                  <p:stCondLst>
                                    <p:cond delay="0"/>
                                  </p:stCondLst>
                                  <p:childTnLst>
                                    <p:set>
                                      <p:cBhvr>
                                        <p:cTn id="27" dur="1000" fill="hold">
                                          <p:stCondLst>
                                            <p:cond delay="0"/>
                                          </p:stCondLst>
                                        </p:cTn>
                                        <p:tgtEl>
                                          <p:spTgt spid="53"/>
                                        </p:tgtEl>
                                        <p:attrNameLst>
                                          <p:attrName>style.visibility</p:attrName>
                                        </p:attrNameLst>
                                      </p:cBhvr>
                                      <p:to>
                                        <p:strVal val="visible"/>
                                      </p:to>
                                    </p:set>
                                    <p:anim calcmode="lin" valueType="num">
                                      <p:cBhvr additive="base">
                                        <p:cTn id="28" dur="1000"/>
                                        <p:tgtEl>
                                          <p:spTgt spid="53"/>
                                        </p:tgtEl>
                                        <p:attrNameLst>
                                          <p:attrName>ppt_y</p:attrName>
                                        </p:attrNameLst>
                                      </p:cBhvr>
                                      <p:tavLst>
                                        <p:tav tm="0">
                                          <p:val>
                                            <p:strVal val="#ppt_y+#ppt_h*1.125000"/>
                                          </p:val>
                                        </p:tav>
                                        <p:tav tm="100000">
                                          <p:val>
                                            <p:strVal val="#ppt_y"/>
                                          </p:val>
                                        </p:tav>
                                      </p:tavLst>
                                    </p:anim>
                                    <p:animEffect transition="in" filter="wipe(up)">
                                      <p:cBhvr>
                                        <p:cTn id="29" dur="1000"/>
                                        <p:tgtEl>
                                          <p:spTgt spid="53"/>
                                        </p:tgtEl>
                                      </p:cBhvr>
                                    </p:animEffect>
                                  </p:childTnLst>
                                </p:cTn>
                              </p:par>
                            </p:childTnLst>
                          </p:cTn>
                        </p:par>
                        <p:par>
                          <p:cTn id="30" fill="hold" nodeType="afterGroup">
                            <p:stCondLst>
                              <p:cond delay="4000"/>
                            </p:stCondLst>
                            <p:childTnLst>
                              <p:par>
                                <p:cTn id="31" presetID="12" presetClass="entr" presetSubtype="4" dur="1000" fill="hold" grpId="0" nodeType="afterEffect">
                                  <p:stCondLst>
                                    <p:cond delay="0"/>
                                  </p:stCondLst>
                                  <p:childTnLst>
                                    <p:set>
                                      <p:cBhvr>
                                        <p:cTn id="32" dur="1000" fill="hold">
                                          <p:stCondLst>
                                            <p:cond delay="0"/>
                                          </p:stCondLst>
                                        </p:cTn>
                                        <p:tgtEl>
                                          <p:spTgt spid="54"/>
                                        </p:tgtEl>
                                        <p:attrNameLst>
                                          <p:attrName>style.visibility</p:attrName>
                                        </p:attrNameLst>
                                      </p:cBhvr>
                                      <p:to>
                                        <p:strVal val="visible"/>
                                      </p:to>
                                    </p:set>
                                    <p:anim calcmode="lin" valueType="num">
                                      <p:cBhvr additive="base">
                                        <p:cTn id="33" dur="1000"/>
                                        <p:tgtEl>
                                          <p:spTgt spid="54"/>
                                        </p:tgtEl>
                                        <p:attrNameLst>
                                          <p:attrName>ppt_y</p:attrName>
                                        </p:attrNameLst>
                                      </p:cBhvr>
                                      <p:tavLst>
                                        <p:tav tm="0">
                                          <p:val>
                                            <p:strVal val="#ppt_y+#ppt_h*1.125000"/>
                                          </p:val>
                                        </p:tav>
                                        <p:tav tm="100000">
                                          <p:val>
                                            <p:strVal val="#ppt_y"/>
                                          </p:val>
                                        </p:tav>
                                      </p:tavLst>
                                    </p:anim>
                                    <p:animEffect transition="in" filter="wipe(up)">
                                      <p:cBhvr>
                                        <p:cTn id="34"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257" grpId="0" animBg="1"/>
      <p:bldP spid="2255" grpId="0" animBg="1"/>
      <p:bldP spid="47" grpId="0"/>
      <p:bldP spid="53" grpId="0"/>
      <p:bldP spid="5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new-P-1524215-79635798O"/>
          <p:cNvPicPr>
            <a:picLocks noChangeAspect="1"/>
          </p:cNvPicPr>
          <p:nvPr>
            <p:custDataLst>
              <p:tags r:id="R6883b3b2b8e74a3c"/>
            </p:custDataLst>
          </p:nvPr>
        </p:nvPicPr>
        <p:blipFill>
          <a:blip r:embed="R088f04de95424851">
            <a:alphaModFix amt="12000"/>
          </a:blip>
          <a:stretch>
            <a:fillRect/>
          </a:stretch>
        </p:blipFill>
        <p:spPr>
          <a:xfrm>
            <a:off x="0" y="0"/>
            <a:ext cx="12200890" cy="6858000"/>
          </a:xfrm>
          <a:prstGeom prst="rect">
            <a:avLst/>
          </a:prstGeom>
          <a:solidFill>
            <a:schemeClr val="accent6">
              <a:lumMod val="40000"/>
              <a:lumOff val="60000"/>
            </a:schemeClr>
          </a:solidFill>
        </p:spPr>
      </p:pic>
      <p:sp>
        <p:nvSpPr>
          <p:cNvPr id="4" name="矩形 3"/>
          <p:cNvSpPr/>
          <p:nvPr/>
        </p:nvSpPr>
        <p:spPr>
          <a:xfrm>
            <a:off x="0" y="-518160"/>
            <a:ext cx="4365625" cy="8508365"/>
          </a:xfrm>
          <a:prstGeom prst="rect">
            <a:avLst/>
          </a:prstGeom>
          <a:gradFill>
            <a:gsLst>
              <a:gs pos="0">
                <a:schemeClr val="accent4">
                  <a:lumMod val="50000"/>
                  <a:alpha val="0"/>
                </a:schemeClr>
              </a:gs>
              <a:gs pos="30000">
                <a:schemeClr val="accent4">
                  <a:lumMod val="50000"/>
                </a:schemeClr>
              </a:gs>
              <a:gs pos="83000">
                <a:schemeClr val="accent4">
                  <a:lumMod val="50000"/>
                </a:schemeClr>
              </a:gs>
              <a:gs pos="100000">
                <a:schemeClr val="accent4">
                  <a:lumMod val="5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pic>
        <p:nvPicPr>
          <p:cNvPr id="30" name="图片占位符 29" descr="C:/兼职/觅知网/2月/国风实拍松柏/松柏/P-1622054-C909A6B3.jpgP-1622054-C909A6B3"/>
          <p:cNvPicPr>
            <a:picLocks noGrp="1" noChangeAspect="1"/>
          </p:cNvPicPr>
          <p:nvPr>
            <p:ph type="pic" idx="10"/>
          </p:nvPr>
        </p:nvPicPr>
        <p:blipFill>
          <a:blip r:embed="R0123c06134884c20" cstate="screen">
            <a:extLst>
              <a:ext uri="{28A0092B-C50C-407E-A947-70E740481C1C}">
                <a14:useLocalDpi xmlns:a14="http://schemas.microsoft.com/office/drawing/2010/main"/>
              </a:ext>
            </a:extLst>
          </a:blip>
          <a:srcRect/>
          <a:stretch>
            <a:fillRect/>
          </a:stretch>
        </p:blipFill>
        <p:spPr>
          <a:xfrm>
            <a:off x="6700308" y="0"/>
            <a:ext cx="5054024" cy="6858000"/>
          </a:xfrm>
        </p:spPr>
      </p:pic>
      <p:sp>
        <p:nvSpPr>
          <p:cNvPr id="2" name="文本框 1"/>
          <p:cNvSpPr txBox="1"/>
          <p:nvPr/>
        </p:nvSpPr>
        <p:spPr>
          <a:xfrm>
            <a:off x="902672" y="1311910"/>
            <a:ext cx="1015663" cy="4328160"/>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lumMod val="95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请点击添加内容请点击添加内容请点击添加内容请点击添加内容请点击添加内容请点击添加内容请点击添加内容请点击添加内容请点击添加内容</a:t>
            </a:r>
          </a:p>
        </p:txBody>
      </p:sp>
      <p:sp>
        <p:nvSpPr>
          <p:cNvPr id="47" name="文本框 46"/>
          <p:cNvSpPr txBox="1"/>
          <p:nvPr/>
        </p:nvSpPr>
        <p:spPr>
          <a:xfrm>
            <a:off x="4238625" y="941705"/>
            <a:ext cx="1710690" cy="5015865"/>
          </a:xfrm>
          <a:prstGeom prst="rect">
            <a:avLst/>
          </a:prstGeom>
          <a:noFill/>
        </p:spPr>
        <p:txBody>
          <a:bodyPr wrap="square" rtlCol="0">
            <a:spAutoFit/>
          </a:bodyPr>
          <a:lstStyle/>
          <a:p>
            <a:pPr algn="ctr"/>
            <a:r>
              <a:rPr lang="zh-CN" altLang="en-US" sz="8000" dirty="0">
                <a:solidFill>
                  <a:schemeClr val="accent6">
                    <a:lumMod val="50000"/>
                  </a:schemeClr>
                </a:solidFill>
                <a:latin typeface="思源宋体 CN Heavy" pitchFamily="18" charset="-122"/>
                <a:ea typeface="思源宋体 CN Heavy" pitchFamily="18" charset="-122"/>
                <a:cs typeface="+mn-ea"/>
                <a:sym typeface="Arial" panose="020B0604020202020204" pitchFamily="34" charset="0"/>
              </a:rPr>
              <a:t>冬青夏夏</a:t>
            </a:r>
          </a:p>
        </p:txBody>
      </p:sp>
      <p:sp>
        <p:nvSpPr>
          <p:cNvPr id="3" name="文本框 2"/>
          <p:cNvSpPr txBox="1"/>
          <p:nvPr/>
        </p:nvSpPr>
        <p:spPr>
          <a:xfrm>
            <a:off x="2192992" y="1310640"/>
            <a:ext cx="1015663" cy="4328160"/>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lumMod val="95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请点击添加内容请点击添加内容请点击添加内容请点击添加内容请点击添加内容请点击添加内容请点击添加内容请点击添加内容请点击添加内容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1000" fill="hold" nodeType="afterEffect">
                                  <p:stCondLst>
                                    <p:cond delay="0"/>
                                  </p:stCondLst>
                                  <p:childTnLst>
                                    <p:set>
                                      <p:cBhvr>
                                        <p:cTn id="6" dur="1000" fill="hold">
                                          <p:stCondLst>
                                            <p:cond delay="0"/>
                                          </p:stCondLst>
                                        </p:cTn>
                                        <p:tgtEl>
                                          <p:spTgt spid="30"/>
                                        </p:tgtEl>
                                        <p:attrNameLst>
                                          <p:attrName>style.visibility</p:attrName>
                                        </p:attrNameLst>
                                      </p:cBhvr>
                                      <p:to>
                                        <p:strVal val="visible"/>
                                      </p:to>
                                    </p:set>
                                    <p:animEffect transition="in" filter="wipe(up)">
                                      <p:cBhvr>
                                        <p:cTn id="7" dur="1000"/>
                                        <p:tgtEl>
                                          <p:spTgt spid="30"/>
                                        </p:tgtEl>
                                      </p:cBhvr>
                                    </p:animEffect>
                                  </p:childTnLst>
                                </p:cTn>
                              </p:par>
                            </p:childTnLst>
                          </p:cTn>
                        </p:par>
                        <p:par>
                          <p:cTn id="8" fill="hold" nodeType="afterGroup">
                            <p:stCondLst>
                              <p:cond delay="1000"/>
                            </p:stCondLst>
                            <p:childTnLst>
                              <p:par>
                                <p:cTn id="9" presetID="12" presetClass="entr" presetSubtype="8" dur="1000" fill="hold" grpId="0" nodeType="afterEffect">
                                  <p:stCondLst>
                                    <p:cond delay="0"/>
                                  </p:stCondLst>
                                  <p:childTnLst>
                                    <p:set>
                                      <p:cBhvr>
                                        <p:cTn id="10" dur="1000" fill="hold">
                                          <p:stCondLst>
                                            <p:cond delay="0"/>
                                          </p:stCondLst>
                                        </p:cTn>
                                        <p:tgtEl>
                                          <p:spTgt spid="4"/>
                                        </p:tgtEl>
                                        <p:attrNameLst>
                                          <p:attrName>style.visibility</p:attrName>
                                        </p:attrNameLst>
                                      </p:cBhvr>
                                      <p:to>
                                        <p:strVal val="visible"/>
                                      </p:to>
                                    </p:set>
                                    <p:anim calcmode="lin" valueType="num">
                                      <p:cBhvr additive="base">
                                        <p:cTn id="11" dur="1000"/>
                                        <p:tgtEl>
                                          <p:spTgt spid="4"/>
                                        </p:tgtEl>
                                        <p:attrNameLst>
                                          <p:attrName>ppt_x</p:attrName>
                                        </p:attrNameLst>
                                      </p:cBhvr>
                                      <p:tavLst>
                                        <p:tav tm="0">
                                          <p:val>
                                            <p:strVal val="#ppt_x-#ppt_w*1.125000"/>
                                          </p:val>
                                        </p:tav>
                                        <p:tav tm="100000">
                                          <p:val>
                                            <p:strVal val="#ppt_x"/>
                                          </p:val>
                                        </p:tav>
                                      </p:tavLst>
                                    </p:anim>
                                    <p:animEffect transition="in" filter="wipe(right)">
                                      <p:cBhvr>
                                        <p:cTn id="12" dur="1000"/>
                                        <p:tgtEl>
                                          <p:spTgt spid="4"/>
                                        </p:tgtEl>
                                      </p:cBhvr>
                                    </p:animEffect>
                                  </p:childTnLst>
                                </p:cTn>
                              </p:par>
                            </p:childTnLst>
                          </p:cTn>
                        </p:par>
                        <p:par>
                          <p:cTn id="13" fill="hold" nodeType="afterGroup">
                            <p:stCondLst>
                              <p:cond delay="2000"/>
                            </p:stCondLst>
                            <p:childTnLst>
                              <p:par>
                                <p:cTn id="14" presetID="22" presetClass="entr" presetSubtype="1" dur="1000" fill="hold" grpId="0" nodeType="afterEffect">
                                  <p:stCondLst>
                                    <p:cond delay="0"/>
                                  </p:stCondLst>
                                  <p:childTnLst>
                                    <p:set>
                                      <p:cBhvr>
                                        <p:cTn id="15" dur="1000" fill="hold">
                                          <p:stCondLst>
                                            <p:cond delay="0"/>
                                          </p:stCondLst>
                                        </p:cTn>
                                        <p:tgtEl>
                                          <p:spTgt spid="47"/>
                                        </p:tgtEl>
                                        <p:attrNameLst>
                                          <p:attrName>style.visibility</p:attrName>
                                        </p:attrNameLst>
                                      </p:cBhvr>
                                      <p:to>
                                        <p:strVal val="visible"/>
                                      </p:to>
                                    </p:set>
                                    <p:animEffect transition="in" filter="wipe(up)">
                                      <p:cBhvr>
                                        <p:cTn id="16" dur="1000"/>
                                        <p:tgtEl>
                                          <p:spTgt spid="47"/>
                                        </p:tgtEl>
                                      </p:cBhvr>
                                    </p:animEffect>
                                  </p:childTnLst>
                                </p:cTn>
                              </p:par>
                            </p:childTnLst>
                          </p:cTn>
                        </p:par>
                        <p:par>
                          <p:cTn id="17" fill="hold" nodeType="afterGroup">
                            <p:stCondLst>
                              <p:cond delay="3000"/>
                            </p:stCondLst>
                            <p:childTnLst>
                              <p:par>
                                <p:cTn id="18" presetID="22" presetClass="entr" presetSubtype="1" dur="1000" fill="hold" grpId="0" nodeType="afterEffect">
                                  <p:stCondLst>
                                    <p:cond delay="0"/>
                                  </p:stCondLst>
                                  <p:childTnLst>
                                    <p:set>
                                      <p:cBhvr>
                                        <p:cTn id="19" dur="1000" fill="hold">
                                          <p:stCondLst>
                                            <p:cond delay="0"/>
                                          </p:stCondLst>
                                        </p:cTn>
                                        <p:tgtEl>
                                          <p:spTgt spid="3"/>
                                        </p:tgtEl>
                                        <p:attrNameLst>
                                          <p:attrName>style.visibility</p:attrName>
                                        </p:attrNameLst>
                                      </p:cBhvr>
                                      <p:to>
                                        <p:strVal val="visible"/>
                                      </p:to>
                                    </p:set>
                                    <p:animEffect transition="in" filter="wipe(up)">
                                      <p:cBhvr>
                                        <p:cTn id="20" dur="1000"/>
                                        <p:tgtEl>
                                          <p:spTgt spid="3"/>
                                        </p:tgtEl>
                                      </p:cBhvr>
                                    </p:animEffect>
                                  </p:childTnLst>
                                </p:cTn>
                              </p:par>
                            </p:childTnLst>
                          </p:cTn>
                        </p:par>
                        <p:par>
                          <p:cTn id="21" fill="hold" nodeType="afterGroup">
                            <p:stCondLst>
                              <p:cond delay="4000"/>
                            </p:stCondLst>
                            <p:childTnLst>
                              <p:par>
                                <p:cTn id="22" presetID="22" presetClass="entr" presetSubtype="1" dur="1000" fill="hold" grpId="0" nodeType="afterEffect">
                                  <p:stCondLst>
                                    <p:cond delay="0"/>
                                  </p:stCondLst>
                                  <p:childTnLst>
                                    <p:set>
                                      <p:cBhvr>
                                        <p:cTn id="23" dur="1000" fill="hold">
                                          <p:stCondLst>
                                            <p:cond delay="0"/>
                                          </p:stCondLst>
                                        </p:cTn>
                                        <p:tgtEl>
                                          <p:spTgt spid="2"/>
                                        </p:tgtEl>
                                        <p:attrNameLst>
                                          <p:attrName>style.visibility</p:attrName>
                                        </p:attrNameLst>
                                      </p:cBhvr>
                                      <p:to>
                                        <p:strVal val="visible"/>
                                      </p:to>
                                    </p:set>
                                    <p:animEffect transition="in" filter="wipe(up)">
                                      <p:cBhvr>
                                        <p:cTn id="2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47"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new-P-1524215-79635798O"/>
          <p:cNvPicPr>
            <a:picLocks noChangeAspect="1"/>
          </p:cNvPicPr>
          <p:nvPr>
            <p:custDataLst>
              <p:tags r:id="Rc11ea7c3c9ee4c4e"/>
            </p:custDataLst>
          </p:nvPr>
        </p:nvPicPr>
        <p:blipFill>
          <a:blip r:embed="R5685cfa0428142ac">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67" name="Picture 4" descr="C:/兼职/觅知网/2月/国风实拍松柏/松柏/P-1618107-FC739ECC.jpgP-1618107-FC739ECC"/>
          <p:cNvPicPr>
            <a:picLocks noChangeAspect="1" noChangeArrowheads="1"/>
          </p:cNvPicPr>
          <p:nvPr/>
        </p:nvPicPr>
        <p:blipFill>
          <a:blip r:embed="R22db50a718da4862" cstate="screen">
            <a:extLst>
              <a:ext uri="{28A0092B-C50C-407E-A947-70E740481C1C}">
                <a14:useLocalDpi xmlns:a14="http://schemas.microsoft.com/office/drawing/2010/main"/>
              </a:ext>
            </a:extLst>
          </a:blip>
          <a:srcRect/>
          <a:stretch>
            <a:fillRect/>
          </a:stretch>
        </p:blipFill>
        <p:spPr bwMode="auto">
          <a:xfrm>
            <a:off x="-22860" y="-70485"/>
            <a:ext cx="4679315" cy="6998335"/>
          </a:xfrm>
          <a:prstGeom prst="rect">
            <a:avLst/>
          </a:prstGeom>
          <a:noFill/>
          <a:extLst>
            <a:ext uri="{909E8E84-426E-40DD-AFC4-6F175D3DCCD1}">
              <a14:hiddenFill xmlns:a14="http://schemas.microsoft.com/office/drawing/2010/main">
                <a:solidFill>
                  <a:srgbClr val="FFFFFF"/>
                </a:solidFill>
              </a14:hiddenFill>
            </a:ext>
          </a:extLst>
        </p:spPr>
      </p:pic>
      <p:sp>
        <p:nvSpPr>
          <p:cNvPr id="68" name="矩形 67"/>
          <p:cNvSpPr/>
          <p:nvPr/>
        </p:nvSpPr>
        <p:spPr>
          <a:xfrm>
            <a:off x="2004882" y="2335427"/>
            <a:ext cx="9220201" cy="2471351"/>
          </a:xfrm>
          <a:prstGeom prst="rect">
            <a:avLst/>
          </a:prstGeom>
          <a:solidFill>
            <a:schemeClr val="bg1">
              <a:alpha val="9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方正清刻本悦宋简体" panose="02000000000000000000" charset="-122"/>
              <a:sym typeface="Arial" panose="020B0604020202020204" pitchFamily="34" charset="0"/>
            </a:endParaRPr>
          </a:p>
        </p:txBody>
      </p:sp>
      <p:sp>
        <p:nvSpPr>
          <p:cNvPr id="38" name="文本框 37"/>
          <p:cNvSpPr txBox="1"/>
          <p:nvPr/>
        </p:nvSpPr>
        <p:spPr>
          <a:xfrm>
            <a:off x="4224020" y="2708275"/>
            <a:ext cx="6690360" cy="1753235"/>
          </a:xfrm>
          <a:prstGeom prst="rect">
            <a:avLst/>
          </a:prstGeom>
        </p:spPr>
        <p:txBody>
          <a:bodyPr vert="horz" wrap="square">
            <a:spAutoFit/>
          </a:bodyPr>
          <a:lstStyle>
            <a:defPPr>
              <a:defRPr lang="zh-CN"/>
            </a:defPPr>
            <a:lvl1pPr algn="ctr">
              <a:defRPr sz="2000">
                <a:solidFill>
                  <a:srgbClr val="494848"/>
                </a:solidFill>
                <a:latin typeface="汉仪良品线简" panose="00020600040101010101" pitchFamily="18" charset="-122"/>
                <a:ea typeface="汉仪良品线简" panose="00020600040101010101" pitchFamily="18" charset="-122"/>
              </a:defRPr>
            </a:lvl1pPr>
          </a:lstStyle>
          <a:p>
            <a:pPr algn="ctr"/>
            <a:r>
              <a:rPr lang="zh-CN" altLang="en-US" sz="10800" dirty="0">
                <a:solidFill>
                  <a:schemeClr val="accent6">
                    <a:lumMod val="50000"/>
                  </a:schemeClr>
                </a:solidFill>
                <a:latin typeface="思源宋体 CN Heavy" pitchFamily="18" charset="-122"/>
                <a:ea typeface="思源宋体 CN Heavy" pitchFamily="18" charset="-122"/>
                <a:sym typeface="Arial" panose="020B0604020202020204" pitchFamily="34" charset="0"/>
              </a:rPr>
              <a:t>不拔之志</a:t>
            </a:r>
          </a:p>
        </p:txBody>
      </p:sp>
      <p:grpSp>
        <p:nvGrpSpPr>
          <p:cNvPr id="2" name="组合 1"/>
          <p:cNvGrpSpPr/>
          <p:nvPr/>
        </p:nvGrpSpPr>
        <p:grpSpPr>
          <a:xfrm>
            <a:off x="2331085" y="2623820"/>
            <a:ext cx="1935480" cy="1960245"/>
            <a:chOff x="3671" y="4132"/>
            <a:chExt cx="3048" cy="3087"/>
          </a:xfrm>
        </p:grpSpPr>
        <p:sp>
          <p:nvSpPr>
            <p:cNvPr id="69" name="矩形 68"/>
            <p:cNvSpPr/>
            <p:nvPr/>
          </p:nvSpPr>
          <p:spPr>
            <a:xfrm>
              <a:off x="3671" y="4132"/>
              <a:ext cx="2981" cy="2981"/>
            </a:xfrm>
            <a:prstGeom prst="rect">
              <a:avLst/>
            </a:prstGeom>
            <a:solidFill>
              <a:srgbClr val="47807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dirty="0">
                <a:solidFill>
                  <a:schemeClr val="bg1"/>
                </a:solidFill>
                <a:latin typeface="思源宋体 CN Heavy" pitchFamily="18" charset="-122"/>
                <a:ea typeface="方正清刻本悦宋简体" panose="02000000000000000000" charset="-122"/>
                <a:sym typeface="Arial" panose="020B0604020202020204" pitchFamily="34" charset="0"/>
              </a:endParaRPr>
            </a:p>
          </p:txBody>
        </p:sp>
        <p:cxnSp>
          <p:nvCxnSpPr>
            <p:cNvPr id="3" name="直接连接符 2"/>
            <p:cNvCxnSpPr/>
            <p:nvPr/>
          </p:nvCxnSpPr>
          <p:spPr>
            <a:xfrm>
              <a:off x="3771" y="4245"/>
              <a:ext cx="2948" cy="2974"/>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1"/>
            </p:cNvCxnSpPr>
            <p:nvPr/>
          </p:nvCxnSpPr>
          <p:spPr>
            <a:xfrm>
              <a:off x="3671" y="5623"/>
              <a:ext cx="3048" cy="0"/>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3671" y="4132"/>
              <a:ext cx="2981" cy="2895"/>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a:endCxn id="69" idx="0"/>
            </p:cNvCxnSpPr>
            <p:nvPr/>
          </p:nvCxnSpPr>
          <p:spPr>
            <a:xfrm flipH="1" flipV="1">
              <a:off x="5162" y="4132"/>
              <a:ext cx="0" cy="3087"/>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2438762" y="2643478"/>
            <a:ext cx="1681480" cy="1906905"/>
          </a:xfrm>
          <a:prstGeom prst="rect">
            <a:avLst/>
          </a:prstGeom>
        </p:spPr>
        <p:txBody>
          <a:bodyPr wrap="none">
            <a:spAutoFit/>
          </a:bodyPr>
          <a:lstStyle/>
          <a:p>
            <a:pPr algn="ctr"/>
            <a:r>
              <a:rPr lang="zh-CN" altLang="en-US" sz="11800" dirty="0">
                <a:solidFill>
                  <a:schemeClr val="bg1"/>
                </a:solidFill>
                <a:latin typeface="华文行楷" pitchFamily="2" charset="-122"/>
                <a:ea typeface="华文行楷" pitchFamily="2" charset="-122"/>
                <a:sym typeface="Arial" panose="020B0604020202020204" pitchFamily="34" charset="0"/>
              </a:rPr>
              <a:t>叁</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1000" fill="hold"/>
                                        <p:tgtEl>
                                          <p:spTgt spid="68"/>
                                        </p:tgtEl>
                                        <p:attrNameLst>
                                          <p:attrName>ppt_w</p:attrName>
                                        </p:attrNameLst>
                                      </p:cBhvr>
                                      <p:tavLst>
                                        <p:tav tm="0">
                                          <p:val>
                                            <p:strVal val="#ppt_w*0.70"/>
                                          </p:val>
                                        </p:tav>
                                        <p:tav tm="100000">
                                          <p:val>
                                            <p:strVal val="#ppt_w"/>
                                          </p:val>
                                        </p:tav>
                                      </p:tavLst>
                                    </p:anim>
                                    <p:anim calcmode="lin" valueType="num">
                                      <p:cBhvr>
                                        <p:cTn id="8" dur="1000" fill="hold"/>
                                        <p:tgtEl>
                                          <p:spTgt spid="68"/>
                                        </p:tgtEl>
                                        <p:attrNameLst>
                                          <p:attrName>ppt_h</p:attrName>
                                        </p:attrNameLst>
                                      </p:cBhvr>
                                      <p:tavLst>
                                        <p:tav tm="0">
                                          <p:val>
                                            <p:strVal val="#ppt_h"/>
                                          </p:val>
                                        </p:tav>
                                        <p:tav tm="100000">
                                          <p:val>
                                            <p:strVal val="#ppt_h"/>
                                          </p:val>
                                        </p:tav>
                                      </p:tavLst>
                                    </p:anim>
                                    <p:animEffect transition="in" filter="fade">
                                      <p:cBhvr>
                                        <p:cTn id="9" dur="1000"/>
                                        <p:tgtEl>
                                          <p:spTgt spid="68"/>
                                        </p:tgtEl>
                                      </p:cBhvr>
                                    </p:animEffect>
                                  </p:childTnLst>
                                </p:cTn>
                              </p:par>
                            </p:childTnLst>
                          </p:cTn>
                        </p:par>
                        <p:par>
                          <p:cTn id="10" fill="hold" nodeType="afterGroup">
                            <p:stCondLst>
                              <p:cond delay="1000"/>
                            </p:stCondLst>
                            <p:childTnLst>
                              <p:par>
                                <p:cTn id="11" presetID="29" presetClass="entr" presetSubtype="0" dur="100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ppt_x</p:attrName>
                                        </p:attrNameLst>
                                      </p:cBhvr>
                                      <p:tavLst>
                                        <p:tav tm="0">
                                          <p:val>
                                            <p:strVal val="#ppt_x-.2"/>
                                          </p:val>
                                        </p:tav>
                                        <p:tav tm="100000">
                                          <p:val>
                                            <p:strVal val="#ppt_x"/>
                                          </p:val>
                                        </p:tav>
                                      </p:tavLst>
                                    </p:anim>
                                    <p:anim calcmode="lin" valueType="num">
                                      <p:cBhvr>
                                        <p:cTn id="14"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5" dur="1000"/>
                                        <p:tgtEl>
                                          <p:spTgt spid="2"/>
                                        </p:tgtEl>
                                      </p:cBhvr>
                                    </p:animEffect>
                                  </p:childTnLst>
                                </p:cTn>
                              </p:par>
                              <p:par>
                                <p:cTn id="16" presetID="29" presetClass="entr" presetSubtype="0" dur="1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1000" fill="hold"/>
                                        <p:tgtEl>
                                          <p:spTgt spid="10"/>
                                        </p:tgtEl>
                                        <p:attrNameLst>
                                          <p:attrName>ppt_x</p:attrName>
                                        </p:attrNameLst>
                                      </p:cBhvr>
                                      <p:tavLst>
                                        <p:tav tm="0">
                                          <p:val>
                                            <p:strVal val="#ppt_x-.2"/>
                                          </p:val>
                                        </p:tav>
                                        <p:tav tm="100000">
                                          <p:val>
                                            <p:strVal val="#ppt_x"/>
                                          </p:val>
                                        </p:tav>
                                      </p:tavLst>
                                    </p:anim>
                                    <p:anim calcmode="lin" valueType="num">
                                      <p:cBhvr>
                                        <p:cTn id="19"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20" dur="1000"/>
                                        <p:tgtEl>
                                          <p:spTgt spid="10"/>
                                        </p:tgtEl>
                                      </p:cBhvr>
                                    </p:animEffect>
                                  </p:childTnLst>
                                </p:cTn>
                              </p:par>
                            </p:childTnLst>
                          </p:cTn>
                        </p:par>
                        <p:par>
                          <p:cTn id="21" fill="hold" nodeType="afterGroup">
                            <p:stCondLst>
                              <p:cond delay="2000"/>
                            </p:stCondLst>
                            <p:childTnLst>
                              <p:par>
                                <p:cTn id="22" presetID="22" presetClass="entr" presetSubtype="8" dur="1000" fill="hold" grpId="0" nodeType="afterEffect">
                                  <p:stCondLst>
                                    <p:cond delay="0"/>
                                  </p:stCondLst>
                                  <p:childTnLst>
                                    <p:set>
                                      <p:cBhvr>
                                        <p:cTn id="23" dur="1000" fill="hold">
                                          <p:stCondLst>
                                            <p:cond delay="0"/>
                                          </p:stCondLst>
                                        </p:cTn>
                                        <p:tgtEl>
                                          <p:spTgt spid="38"/>
                                        </p:tgtEl>
                                        <p:attrNameLst>
                                          <p:attrName>style.visibility</p:attrName>
                                        </p:attrNameLst>
                                      </p:cBhvr>
                                      <p:to>
                                        <p:strVal val="visible"/>
                                      </p:to>
                                    </p:set>
                                    <p:animEffect transition="in" filter="wipe(left)">
                                      <p:cBhvr>
                                        <p:cTn id="24"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3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4" name="图片 3" descr="new-P-1524215-79635798O"/>
          <p:cNvPicPr>
            <a:picLocks noChangeAspect="1"/>
          </p:cNvPicPr>
          <p:nvPr>
            <p:custDataLst>
              <p:tags r:id="Rc2671e8dec9e44d6"/>
            </p:custDataLst>
          </p:nvPr>
        </p:nvPicPr>
        <p:blipFill>
          <a:blip r:embed="R3308bf1176824125">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2" name="图片 1" descr="51miz-E1137901-164BCB74"/>
          <p:cNvPicPr>
            <a:picLocks noChangeAspect="1"/>
          </p:cNvPicPr>
          <p:nvPr/>
        </p:nvPicPr>
        <p:blipFill>
          <a:blip r:embed="R700ca9938fba43ed"/>
          <a:stretch>
            <a:fillRect/>
          </a:stretch>
        </p:blipFill>
        <p:spPr>
          <a:xfrm>
            <a:off x="-2084705" y="38735"/>
            <a:ext cx="16423639" cy="6858000"/>
          </a:xfrm>
          <a:prstGeom prst="rect">
            <a:avLst/>
          </a:prstGeom>
        </p:spPr>
      </p:pic>
      <p:pic>
        <p:nvPicPr>
          <p:cNvPr id="3" name="图片 2" descr="C:/兼职/觅知网/2月/国风实拍松柏/松柏/51miz-P1259687-8130C0F9-3840x2160.jpg51miz-P1259687-8130C0F9-3840x2160"/>
          <p:cNvPicPr>
            <a:picLocks noChangeAspect="1"/>
          </p:cNvPicPr>
          <p:nvPr/>
        </p:nvPicPr>
        <p:blipFill>
          <a:blip r:embed="R258ac2b4f25e4534" cstate="screen">
            <a:extLst>
              <a:ext uri="{28A0092B-C50C-407E-A947-70E740481C1C}">
                <a14:useLocalDpi xmlns:a14="http://schemas.microsoft.com/office/drawing/2010/main"/>
              </a:ext>
            </a:extLst>
          </a:blip>
          <a:srcRect/>
          <a:stretch>
            <a:fillRect/>
          </a:stretch>
        </p:blipFill>
        <p:spPr>
          <a:xfrm>
            <a:off x="655955" y="1929765"/>
            <a:ext cx="10922635" cy="3315335"/>
          </a:xfrm>
          <a:prstGeom prst="rect">
            <a:avLst/>
          </a:prstGeom>
        </p:spPr>
      </p:pic>
      <p:sp>
        <p:nvSpPr>
          <p:cNvPr id="53" name="矩形 52"/>
          <p:cNvSpPr/>
          <p:nvPr>
            <p:custDataLst>
              <p:tags r:id="R5bdbe63fafe744d0"/>
            </p:custDataLst>
          </p:nvPr>
        </p:nvSpPr>
        <p:spPr>
          <a:xfrm>
            <a:off x="2091055" y="5586095"/>
            <a:ext cx="8009890" cy="810260"/>
          </a:xfrm>
          <a:prstGeom prst="rect">
            <a:avLst/>
          </a:prstGeom>
        </p:spPr>
        <p:txBody>
          <a:bodyPr wrap="square">
            <a:spAutoFit/>
          </a:bodyPr>
          <a:lstStyle/>
          <a:p>
            <a:pPr indent="0" algn="l" fontAlgn="auto">
              <a:lnSpc>
                <a:spcPct val="130000"/>
              </a:lnSpc>
            </a:pPr>
            <a:r>
              <a:rPr lang="zh-CN" altLang="en-US" sz="1200" dirty="0">
                <a:solidFill>
                  <a:schemeClr val="tx2">
                    <a:lumMod val="60000"/>
                    <a:lumOff val="40000"/>
                  </a:schemeClr>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标题数字等都可以通过点击和重新输入进行更改板中可以对字字标题数字等。</a:t>
            </a:r>
          </a:p>
          <a:p>
            <a:pPr indent="0" algn="l" fontAlgn="auto">
              <a:lnSpc>
                <a:spcPct val="130000"/>
              </a:lnSpc>
            </a:pPr>
            <a:endParaRPr lang="zh-CN" altLang="en-US" sz="1200" dirty="0">
              <a:solidFill>
                <a:schemeClr val="tx2">
                  <a:lumMod val="60000"/>
                  <a:lumOff val="40000"/>
                </a:schemeClr>
              </a:solidFill>
              <a:latin typeface="思源宋体 CN Heavy" pitchFamily="18" charset="-122"/>
              <a:ea typeface="微软雅黑" panose="020B0503020204020204" pitchFamily="34" charset="-122"/>
              <a:cs typeface="+mn-ea"/>
              <a:sym typeface="Arial" panose="020B0604020202020204" pitchFamily="34" charset="0"/>
            </a:endParaRPr>
          </a:p>
        </p:txBody>
      </p:sp>
      <p:sp>
        <p:nvSpPr>
          <p:cNvPr id="11" name="文本框 10"/>
          <p:cNvSpPr txBox="1"/>
          <p:nvPr/>
        </p:nvSpPr>
        <p:spPr>
          <a:xfrm>
            <a:off x="3438525" y="523875"/>
            <a:ext cx="5350510" cy="1322070"/>
          </a:xfrm>
          <a:prstGeom prst="rect">
            <a:avLst/>
          </a:prstGeom>
          <a:noFill/>
        </p:spPr>
        <p:txBody>
          <a:bodyPr wrap="square" rtlCol="0">
            <a:spAutoFit/>
          </a:bodyPr>
          <a:lstStyle/>
          <a:p>
            <a:pPr algn="ctr"/>
            <a:r>
              <a:rPr lang="zh-CN" altLang="en-US" sz="8000" dirty="0">
                <a:solidFill>
                  <a:srgbClr val="486052"/>
                </a:solidFill>
                <a:latin typeface="思源宋体 CN Heavy" pitchFamily="18" charset="-122"/>
                <a:ea typeface="思源宋体 CN Heavy" pitchFamily="18" charset="-122"/>
                <a:cs typeface="+mn-ea"/>
                <a:sym typeface="Arial" panose="020B0604020202020204" pitchFamily="34" charset="0"/>
              </a:rPr>
              <a:t>不拔之志</a:t>
            </a:r>
            <a:endPar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dur="100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strVal val="#ppt_w*0.70"/>
                                          </p:val>
                                        </p:tav>
                                        <p:tav tm="100000">
                                          <p:val>
                                            <p:strVal val="#ppt_w"/>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animEffect transition="in" filter="fade">
                                      <p:cBhvr>
                                        <p:cTn id="14" dur="1000"/>
                                        <p:tgtEl>
                                          <p:spTgt spid="3"/>
                                        </p:tgtEl>
                                      </p:cBhvr>
                                    </p:animEffect>
                                  </p:childTnLst>
                                </p:cTn>
                              </p:par>
                            </p:childTnLst>
                          </p:cTn>
                        </p:par>
                        <p:par>
                          <p:cTn id="15" fill="hold" nodeType="afterGroup">
                            <p:stCondLst>
                              <p:cond delay="1000"/>
                            </p:stCondLst>
                            <p:childTnLst>
                              <p:par>
                                <p:cTn id="16" presetID="55" presetClass="entr" presetSubtype="0" dur="100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1000" fill="hold"/>
                                        <p:tgtEl>
                                          <p:spTgt spid="11"/>
                                        </p:tgtEl>
                                        <p:attrNameLst>
                                          <p:attrName>ppt_w</p:attrName>
                                        </p:attrNameLst>
                                      </p:cBhvr>
                                      <p:tavLst>
                                        <p:tav tm="0">
                                          <p:val>
                                            <p:strVal val="#ppt_w*0.70"/>
                                          </p:val>
                                        </p:tav>
                                        <p:tav tm="100000">
                                          <p:val>
                                            <p:strVal val="#ppt_w"/>
                                          </p:val>
                                        </p:tav>
                                      </p:tavLst>
                                    </p:anim>
                                    <p:anim calcmode="lin" valueType="num">
                                      <p:cBhvr>
                                        <p:cTn id="19" dur="1000" fill="hold"/>
                                        <p:tgtEl>
                                          <p:spTgt spid="11"/>
                                        </p:tgtEl>
                                        <p:attrNameLst>
                                          <p:attrName>ppt_h</p:attrName>
                                        </p:attrNameLst>
                                      </p:cBhvr>
                                      <p:tavLst>
                                        <p:tav tm="0">
                                          <p:val>
                                            <p:strVal val="#ppt_h"/>
                                          </p:val>
                                        </p:tav>
                                        <p:tav tm="100000">
                                          <p:val>
                                            <p:strVal val="#ppt_h"/>
                                          </p:val>
                                        </p:tav>
                                      </p:tavLst>
                                    </p:anim>
                                    <p:animEffect transition="in" filter="fade">
                                      <p:cBhvr>
                                        <p:cTn id="20" dur="1000"/>
                                        <p:tgtEl>
                                          <p:spTgt spid="11"/>
                                        </p:tgtEl>
                                      </p:cBhvr>
                                    </p:animEffect>
                                  </p:childTnLst>
                                </p:cTn>
                              </p:par>
                            </p:childTnLst>
                          </p:cTn>
                        </p:par>
                        <p:par>
                          <p:cTn id="21" fill="hold" nodeType="afterGroup">
                            <p:stCondLst>
                              <p:cond delay="2000"/>
                            </p:stCondLst>
                            <p:childTnLst>
                              <p:par>
                                <p:cTn id="22" presetID="55" presetClass="entr" presetSubtype="0" dur="1000" fill="hold" grpId="0" nodeType="afterEffect">
                                  <p:stCondLst>
                                    <p:cond delay="0"/>
                                  </p:stCondLst>
                                  <p:childTnLst>
                                    <p:set>
                                      <p:cBhvr>
                                        <p:cTn id="23" dur="1" fill="hold">
                                          <p:stCondLst>
                                            <p:cond delay="0"/>
                                          </p:stCondLst>
                                        </p:cTn>
                                        <p:tgtEl>
                                          <p:spTgt spid="53"/>
                                        </p:tgtEl>
                                        <p:attrNameLst>
                                          <p:attrName>style.visibility</p:attrName>
                                        </p:attrNameLst>
                                      </p:cBhvr>
                                      <p:to>
                                        <p:strVal val="visible"/>
                                      </p:to>
                                    </p:set>
                                    <p:anim calcmode="lin" valueType="num">
                                      <p:cBhvr>
                                        <p:cTn id="24" dur="1000" fill="hold"/>
                                        <p:tgtEl>
                                          <p:spTgt spid="53"/>
                                        </p:tgtEl>
                                        <p:attrNameLst>
                                          <p:attrName>ppt_w</p:attrName>
                                        </p:attrNameLst>
                                      </p:cBhvr>
                                      <p:tavLst>
                                        <p:tav tm="0">
                                          <p:val>
                                            <p:strVal val="#ppt_w*0.70"/>
                                          </p:val>
                                        </p:tav>
                                        <p:tav tm="100000">
                                          <p:val>
                                            <p:strVal val="#ppt_w"/>
                                          </p:val>
                                        </p:tav>
                                      </p:tavLst>
                                    </p:anim>
                                    <p:anim calcmode="lin" valueType="num">
                                      <p:cBhvr>
                                        <p:cTn id="25" dur="1000" fill="hold"/>
                                        <p:tgtEl>
                                          <p:spTgt spid="53"/>
                                        </p:tgtEl>
                                        <p:attrNameLst>
                                          <p:attrName>ppt_h</p:attrName>
                                        </p:attrNameLst>
                                      </p:cBhvr>
                                      <p:tavLst>
                                        <p:tav tm="0">
                                          <p:val>
                                            <p:strVal val="#ppt_h"/>
                                          </p:val>
                                        </p:tav>
                                        <p:tav tm="100000">
                                          <p:val>
                                            <p:strVal val="#ppt_h"/>
                                          </p:val>
                                        </p:tav>
                                      </p:tavLst>
                                    </p:anim>
                                    <p:animEffect transition="in" filter="fade">
                                      <p:cBhvr>
                                        <p:cTn id="26" dur="1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new-P-1524215-79635798O"/>
          <p:cNvPicPr>
            <a:picLocks noChangeAspect="1"/>
          </p:cNvPicPr>
          <p:nvPr>
            <p:custDataLst>
              <p:tags r:id="R2f82048ad3c04871"/>
            </p:custDataLst>
          </p:nvPr>
        </p:nvPicPr>
        <p:blipFill>
          <a:blip r:embed="Rbbbfdf8766304fb4">
            <a:alphaModFix amt="12000"/>
          </a:blip>
          <a:stretch>
            <a:fillRect/>
          </a:stretch>
        </p:blipFill>
        <p:spPr>
          <a:xfrm>
            <a:off x="0" y="0"/>
            <a:ext cx="12200890" cy="6858000"/>
          </a:xfrm>
          <a:prstGeom prst="rect">
            <a:avLst/>
          </a:prstGeom>
          <a:solidFill>
            <a:schemeClr val="accent6">
              <a:lumMod val="40000"/>
              <a:lumOff val="60000"/>
            </a:schemeClr>
          </a:solidFill>
        </p:spPr>
      </p:pic>
      <p:sp>
        <p:nvSpPr>
          <p:cNvPr id="9" name="矩形 8"/>
          <p:cNvSpPr/>
          <p:nvPr/>
        </p:nvSpPr>
        <p:spPr>
          <a:xfrm>
            <a:off x="0" y="0"/>
            <a:ext cx="8018145" cy="6933565"/>
          </a:xfrm>
          <a:prstGeom prst="rect">
            <a:avLst/>
          </a:prstGeom>
          <a:gradFill>
            <a:gsLst>
              <a:gs pos="0">
                <a:schemeClr val="accent4">
                  <a:lumMod val="50000"/>
                  <a:alpha val="0"/>
                </a:schemeClr>
              </a:gs>
              <a:gs pos="74000">
                <a:schemeClr val="accent4">
                  <a:lumMod val="50000"/>
                </a:schemeClr>
              </a:gs>
              <a:gs pos="83000">
                <a:schemeClr val="accent4">
                  <a:lumMod val="50000"/>
                </a:schemeClr>
              </a:gs>
              <a:gs pos="100000">
                <a:schemeClr val="accent4">
                  <a:lumMod val="5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pic>
        <p:nvPicPr>
          <p:cNvPr id="11" name="图片 10" descr="C:/兼职/觅知网/2月/国风实拍松柏/松柏/P-10228801-10175231-3840x2560.jpgP-10228801-10175231-3840x2560"/>
          <p:cNvPicPr>
            <a:picLocks noChangeAspect="1"/>
          </p:cNvPicPr>
          <p:nvPr/>
        </p:nvPicPr>
        <p:blipFill>
          <a:blip r:embed="R2fa51e179c8a4af2" cstate="screen">
            <a:extLst>
              <a:ext uri="{28A0092B-C50C-407E-A947-70E740481C1C}">
                <a14:useLocalDpi xmlns:a14="http://schemas.microsoft.com/office/drawing/2010/main"/>
              </a:ext>
            </a:extLst>
          </a:blip>
          <a:srcRect/>
          <a:stretch>
            <a:fillRect/>
          </a:stretch>
        </p:blipFill>
        <p:spPr>
          <a:xfrm>
            <a:off x="4330429" y="1637030"/>
            <a:ext cx="8414385" cy="5608320"/>
          </a:xfrm>
          <a:custGeom>
            <a:avLst/>
            <a:gdLst>
              <a:gd name="connsiteX0" fmla="*/ 8414657 w 8414657"/>
              <a:gd name="connsiteY0" fmla="*/ 0 h 5029200"/>
              <a:gd name="connsiteX1" fmla="*/ 0 w 8414657"/>
              <a:gd name="connsiteY1" fmla="*/ 0 h 5029200"/>
              <a:gd name="connsiteX2" fmla="*/ 0 w 8414657"/>
              <a:gd name="connsiteY2" fmla="*/ 5029200 h 5029200"/>
              <a:gd name="connsiteX3" fmla="*/ 8414657 w 8414657"/>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8414657" h="5029200">
                <a:moveTo>
                  <a:pt x="8414657" y="0"/>
                </a:moveTo>
                <a:lnTo>
                  <a:pt x="0" y="0"/>
                </a:lnTo>
                <a:lnTo>
                  <a:pt x="0" y="5029200"/>
                </a:lnTo>
                <a:lnTo>
                  <a:pt x="8414657" y="5029200"/>
                </a:lnTo>
                <a:close/>
              </a:path>
            </a:pathLst>
          </a:custGeom>
        </p:spPr>
      </p:pic>
      <p:sp>
        <p:nvSpPr>
          <p:cNvPr id="4" name="e7d195523061f1c0" descr="e7d195523061f1c0092ce48a5fc95870a0687ac45bc8b2caB227BFDC40F9DB2B7A559DE97B8BDC6E716585DDCE188C7BF488BAA08C98985C74A3E1B5E305210FABE6A8AE2A6A8AB67019A6860E9B7AF5159397336B0ABBE29A758D929466F82B2D51184BE6FFFF85A1EF7C3DE9210637568495AD1229F6FAC4D60A45E9E2A28747B1FF9F0B6DD3F6" hidden="1"/>
          <p:cNvSpPr txBox="1"/>
          <p:nvPr/>
        </p:nvSpPr>
        <p:spPr>
          <a:xfrm>
            <a:off x="-418781" y="2404533"/>
            <a:ext cx="387542" cy="1354667"/>
          </a:xfrm>
          <a:prstGeom prst="rect">
            <a:avLst/>
          </a:prstGeom>
          <a:noFill/>
        </p:spPr>
        <p:txBody>
          <a:bodyPr vert="wordArtVert" rtlCol="0">
            <a:spAutoFit/>
          </a:bodyPr>
          <a:lstStyle/>
          <a:p>
            <a:r>
              <a:rPr lang="en-US" altLang="zh-CN" sz="135" dirty="0">
                <a:latin typeface="思源宋体 CN Heavy" pitchFamily="18" charset="-122"/>
                <a:sym typeface="Arial" panose="020B0604020202020204" pitchFamily="34" charset="0"/>
              </a:rPr>
              <a:t>e7d195523061f1c0092ce48a5fc95870a0687ac45bc8b2caB227BFDC40F9DB2B7A559DE97B8BDC6E716585DDCE188C7BF488BAA08C98985C74A3E1B5E305210FABE6A8AE2A6A8AB67019A6860E9B7AF5159397336B0ABBE29A758D929466F82B2D51184BE6FFFF85A1EF7C3DE9210637568495AD1229F6FAC4D60A45E9E2A28747B1FF9F0B6DD3F6</a:t>
            </a:r>
            <a:endParaRPr lang="zh-CN" altLang="en-US" sz="135" dirty="0">
              <a:latin typeface="思源宋体 CN Heavy" pitchFamily="18" charset="-122"/>
              <a:sym typeface="Arial" panose="020B0604020202020204" pitchFamily="34" charset="0"/>
            </a:endParaRPr>
          </a:p>
        </p:txBody>
      </p:sp>
      <p:sp>
        <p:nvSpPr>
          <p:cNvPr id="38" name="文本框 37"/>
          <p:cNvSpPr txBox="1"/>
          <p:nvPr/>
        </p:nvSpPr>
        <p:spPr>
          <a:xfrm>
            <a:off x="10700385" y="262890"/>
            <a:ext cx="1308735" cy="4427220"/>
          </a:xfrm>
          <a:prstGeom prst="rect">
            <a:avLst/>
          </a:prstGeom>
        </p:spPr>
        <p:txBody>
          <a:bodyPr vert="horz" wrap="square">
            <a:noAutofit/>
          </a:bodyPr>
          <a:lstStyle>
            <a:defPPr>
              <a:defRPr lang="zh-CN"/>
            </a:defPPr>
            <a:lvl1pPr algn="ctr">
              <a:defRPr sz="2000">
                <a:solidFill>
                  <a:srgbClr val="494848"/>
                </a:solidFill>
                <a:latin typeface="汉仪良品线简" panose="00020600040101010101" pitchFamily="18" charset="-122"/>
                <a:ea typeface="汉仪良品线简" panose="00020600040101010101" pitchFamily="18" charset="-122"/>
              </a:defRPr>
            </a:lvl1pPr>
          </a:lstStyle>
          <a:p>
            <a:pPr algn="ctr"/>
            <a:r>
              <a:rPr lang="zh-CN" altLang="en-US" sz="6600" dirty="0">
                <a:solidFill>
                  <a:schemeClr val="accent6">
                    <a:lumMod val="50000"/>
                  </a:schemeClr>
                </a:solidFill>
                <a:latin typeface="思源宋体 CN Heavy" pitchFamily="18" charset="-122"/>
                <a:ea typeface="思源宋体 CN Heavy" pitchFamily="18" charset="-122"/>
                <a:sym typeface="Arial" panose="020B0604020202020204" pitchFamily="34" charset="0"/>
              </a:rPr>
              <a:t>不拔之志</a:t>
            </a:r>
          </a:p>
        </p:txBody>
      </p:sp>
      <p:sp>
        <p:nvSpPr>
          <p:cNvPr id="2" name="文本框 1"/>
          <p:cNvSpPr txBox="1"/>
          <p:nvPr>
            <p:custDataLst>
              <p:tags r:id="R910b1ff329f84a24"/>
            </p:custDataLst>
          </p:nvPr>
        </p:nvSpPr>
        <p:spPr>
          <a:xfrm>
            <a:off x="918547" y="1311910"/>
            <a:ext cx="1015663" cy="4328160"/>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lumMod val="95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请点击添加内容请点击添加内容请点击添加内容请点击添加内容请点击添加内容请点击添加内容请点击添加内容请点击添加内容请点击添加内容</a:t>
            </a:r>
          </a:p>
        </p:txBody>
      </p:sp>
      <p:sp>
        <p:nvSpPr>
          <p:cNvPr id="3" name="文本框 2"/>
          <p:cNvSpPr txBox="1"/>
          <p:nvPr>
            <p:custDataLst>
              <p:tags r:id="Red8a22c005dd43fc"/>
            </p:custDataLst>
          </p:nvPr>
        </p:nvSpPr>
        <p:spPr>
          <a:xfrm>
            <a:off x="2113617" y="1310640"/>
            <a:ext cx="1015663" cy="4328160"/>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lumMod val="95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请点击添加内容请点击添加内容请点击添加内容请点击添加内容请点击添加内容请点击添加内容请点击添加内容请点击添加内容请点击添加内容</a:t>
            </a:r>
          </a:p>
        </p:txBody>
      </p:sp>
      <p:sp>
        <p:nvSpPr>
          <p:cNvPr id="5" name="文本框 4"/>
          <p:cNvSpPr txBox="1"/>
          <p:nvPr>
            <p:custDataLst>
              <p:tags r:id="R3538a5af75f84693"/>
            </p:custDataLst>
          </p:nvPr>
        </p:nvSpPr>
        <p:spPr>
          <a:xfrm>
            <a:off x="3308687" y="1289050"/>
            <a:ext cx="1015663" cy="4328160"/>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lumMod val="95000"/>
                  </a:schemeClr>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请点击添加内容请点击添加内容请点击添加内容请点击添加内容请点击添加内容请点击添加内容请点击添加内容请点击添加内容请点击添加内容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dur="1000" fill="hold" nodeType="afterEffect">
                                  <p:stCondLst>
                                    <p:cond delay="0"/>
                                  </p:stCondLst>
                                  <p:childTnLst>
                                    <p:set>
                                      <p:cBhvr>
                                        <p:cTn id="6" dur="1000" fill="hold">
                                          <p:stCondLst>
                                            <p:cond delay="0"/>
                                          </p:stCondLst>
                                        </p:cTn>
                                        <p:tgtEl>
                                          <p:spTgt spid="11"/>
                                        </p:tgtEl>
                                        <p:attrNameLst>
                                          <p:attrName>style.visibility</p:attrName>
                                        </p:attrNameLst>
                                      </p:cBhvr>
                                      <p:to>
                                        <p:strVal val="visible"/>
                                      </p:to>
                                    </p:set>
                                    <p:animEffect transition="in" filter="wipe(down)">
                                      <p:cBhvr>
                                        <p:cTn id="7" dur="1000"/>
                                        <p:tgtEl>
                                          <p:spTgt spid="11"/>
                                        </p:tgtEl>
                                      </p:cBhvr>
                                    </p:animEffect>
                                  </p:childTnLst>
                                </p:cTn>
                              </p:par>
                            </p:childTnLst>
                          </p:cTn>
                        </p:par>
                        <p:par>
                          <p:cTn id="8" fill="hold" nodeType="afterGroup">
                            <p:stCondLst>
                              <p:cond delay="1000"/>
                            </p:stCondLst>
                            <p:childTnLst>
                              <p:par>
                                <p:cTn id="9" presetID="22" presetClass="entr" presetSubtype="1" dur="1000" fill="hold" grpId="0" nodeType="afterEffect">
                                  <p:stCondLst>
                                    <p:cond delay="0"/>
                                  </p:stCondLst>
                                  <p:childTnLst>
                                    <p:set>
                                      <p:cBhvr>
                                        <p:cTn id="10" dur="1000" fill="hold">
                                          <p:stCondLst>
                                            <p:cond delay="0"/>
                                          </p:stCondLst>
                                        </p:cTn>
                                        <p:tgtEl>
                                          <p:spTgt spid="38"/>
                                        </p:tgtEl>
                                        <p:attrNameLst>
                                          <p:attrName>style.visibility</p:attrName>
                                        </p:attrNameLst>
                                      </p:cBhvr>
                                      <p:to>
                                        <p:strVal val="visible"/>
                                      </p:to>
                                    </p:set>
                                    <p:animEffect transition="in" filter="wipe(up)">
                                      <p:cBhvr>
                                        <p:cTn id="11" dur="1000"/>
                                        <p:tgtEl>
                                          <p:spTgt spid="38"/>
                                        </p:tgtEl>
                                      </p:cBhvr>
                                    </p:animEffect>
                                  </p:childTnLst>
                                </p:cTn>
                              </p:par>
                              <p:par>
                                <p:cTn id="12" presetID="12" presetClass="entr" presetSubtype="8" dur="1000" fill="hold" grpId="0" nodeType="withEffect">
                                  <p:stCondLst>
                                    <p:cond delay="0"/>
                                  </p:stCondLst>
                                  <p:childTnLst>
                                    <p:set>
                                      <p:cBhvr>
                                        <p:cTn id="13" dur="1000" fill="hold">
                                          <p:stCondLst>
                                            <p:cond delay="0"/>
                                          </p:stCondLst>
                                        </p:cTn>
                                        <p:tgtEl>
                                          <p:spTgt spid="9"/>
                                        </p:tgtEl>
                                        <p:attrNameLst>
                                          <p:attrName>style.visibility</p:attrName>
                                        </p:attrNameLst>
                                      </p:cBhvr>
                                      <p:to>
                                        <p:strVal val="visible"/>
                                      </p:to>
                                    </p:set>
                                    <p:anim calcmode="lin" valueType="num">
                                      <p:cBhvr additive="base">
                                        <p:cTn id="14" dur="1000"/>
                                        <p:tgtEl>
                                          <p:spTgt spid="9"/>
                                        </p:tgtEl>
                                        <p:attrNameLst>
                                          <p:attrName>ppt_x</p:attrName>
                                        </p:attrNameLst>
                                      </p:cBhvr>
                                      <p:tavLst>
                                        <p:tav tm="0">
                                          <p:val>
                                            <p:strVal val="#ppt_x-#ppt_w*1.125000"/>
                                          </p:val>
                                        </p:tav>
                                        <p:tav tm="100000">
                                          <p:val>
                                            <p:strVal val="#ppt_x"/>
                                          </p:val>
                                        </p:tav>
                                      </p:tavLst>
                                    </p:anim>
                                    <p:animEffect transition="in" filter="wipe(right)">
                                      <p:cBhvr>
                                        <p:cTn id="15" dur="1000"/>
                                        <p:tgtEl>
                                          <p:spTgt spid="9"/>
                                        </p:tgtEl>
                                      </p:cBhvr>
                                    </p:animEffect>
                                  </p:childTnLst>
                                </p:cTn>
                              </p:par>
                            </p:childTnLst>
                          </p:cTn>
                        </p:par>
                        <p:par>
                          <p:cTn id="16" fill="hold" nodeType="afterGroup">
                            <p:stCondLst>
                              <p:cond delay="2000"/>
                            </p:stCondLst>
                            <p:childTnLst>
                              <p:par>
                                <p:cTn id="17" presetID="22" presetClass="entr" presetSubtype="1" dur="1000" fill="hold" grpId="0" nodeType="afterEffect">
                                  <p:stCondLst>
                                    <p:cond delay="0"/>
                                  </p:stCondLst>
                                  <p:childTnLst>
                                    <p:set>
                                      <p:cBhvr>
                                        <p:cTn id="18" dur="1000" fill="hold">
                                          <p:stCondLst>
                                            <p:cond delay="0"/>
                                          </p:stCondLst>
                                        </p:cTn>
                                        <p:tgtEl>
                                          <p:spTgt spid="2"/>
                                        </p:tgtEl>
                                        <p:attrNameLst>
                                          <p:attrName>style.visibility</p:attrName>
                                        </p:attrNameLst>
                                      </p:cBhvr>
                                      <p:to>
                                        <p:strVal val="visible"/>
                                      </p:to>
                                    </p:set>
                                    <p:animEffect transition="in" filter="wipe(up)">
                                      <p:cBhvr>
                                        <p:cTn id="19" dur="1000"/>
                                        <p:tgtEl>
                                          <p:spTgt spid="2"/>
                                        </p:tgtEl>
                                      </p:cBhvr>
                                    </p:animEffect>
                                  </p:childTnLst>
                                </p:cTn>
                              </p:par>
                            </p:childTnLst>
                          </p:cTn>
                        </p:par>
                        <p:par>
                          <p:cTn id="20" fill="hold" nodeType="afterGroup">
                            <p:stCondLst>
                              <p:cond delay="3000"/>
                            </p:stCondLst>
                            <p:childTnLst>
                              <p:par>
                                <p:cTn id="21" presetID="22" presetClass="entr" presetSubtype="1" dur="1000" fill="hold" grpId="0" nodeType="afterEffect">
                                  <p:stCondLst>
                                    <p:cond delay="0"/>
                                  </p:stCondLst>
                                  <p:childTnLst>
                                    <p:set>
                                      <p:cBhvr>
                                        <p:cTn id="22" dur="1000" fill="hold">
                                          <p:stCondLst>
                                            <p:cond delay="0"/>
                                          </p:stCondLst>
                                        </p:cTn>
                                        <p:tgtEl>
                                          <p:spTgt spid="3"/>
                                        </p:tgtEl>
                                        <p:attrNameLst>
                                          <p:attrName>style.visibility</p:attrName>
                                        </p:attrNameLst>
                                      </p:cBhvr>
                                      <p:to>
                                        <p:strVal val="visible"/>
                                      </p:to>
                                    </p:set>
                                    <p:animEffect transition="in" filter="wipe(up)">
                                      <p:cBhvr>
                                        <p:cTn id="23" dur="1000"/>
                                        <p:tgtEl>
                                          <p:spTgt spid="3"/>
                                        </p:tgtEl>
                                      </p:cBhvr>
                                    </p:animEffect>
                                  </p:childTnLst>
                                </p:cTn>
                              </p:par>
                            </p:childTnLst>
                          </p:cTn>
                        </p:par>
                        <p:par>
                          <p:cTn id="24" fill="hold" nodeType="afterGroup">
                            <p:stCondLst>
                              <p:cond delay="4000"/>
                            </p:stCondLst>
                            <p:childTnLst>
                              <p:par>
                                <p:cTn id="25" presetID="22" presetClass="entr" presetSubtype="1" dur="1000" fill="hold" grpId="0" nodeType="afterEffect">
                                  <p:stCondLst>
                                    <p:cond delay="0"/>
                                  </p:stCondLst>
                                  <p:childTnLst>
                                    <p:set>
                                      <p:cBhvr>
                                        <p:cTn id="26" dur="1000" fill="hold">
                                          <p:stCondLst>
                                            <p:cond delay="0"/>
                                          </p:stCondLst>
                                        </p:cTn>
                                        <p:tgtEl>
                                          <p:spTgt spid="5"/>
                                        </p:tgtEl>
                                        <p:attrNameLst>
                                          <p:attrName>style.visibility</p:attrName>
                                        </p:attrNameLst>
                                      </p:cBhvr>
                                      <p:to>
                                        <p:strVal val="visible"/>
                                      </p:to>
                                    </p:set>
                                    <p:animEffect transition="in" filter="wipe(up)">
                                      <p:cBhvr>
                                        <p:cTn id="2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8" grpId="0"/>
      <p:bldP spid="2" grpId="0"/>
      <p:bldP spid="3"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new-P-1524215-79635798O"/>
          <p:cNvPicPr>
            <a:picLocks noChangeAspect="1"/>
          </p:cNvPicPr>
          <p:nvPr>
            <p:custDataLst>
              <p:tags r:id="R376f9e87f71b4281"/>
            </p:custDataLst>
          </p:nvPr>
        </p:nvPicPr>
        <p:blipFill>
          <a:blip r:embed="R52d7974ae3484c39">
            <a:alphaModFix amt="12000"/>
          </a:blip>
          <a:stretch>
            <a:fillRect/>
          </a:stretch>
        </p:blipFill>
        <p:spPr>
          <a:xfrm>
            <a:off x="0" y="0"/>
            <a:ext cx="12200890" cy="6985000"/>
          </a:xfrm>
          <a:prstGeom prst="rect">
            <a:avLst/>
          </a:prstGeom>
          <a:solidFill>
            <a:schemeClr val="accent6">
              <a:lumMod val="40000"/>
              <a:lumOff val="60000"/>
            </a:schemeClr>
          </a:solidFill>
        </p:spPr>
      </p:pic>
      <p:sp>
        <p:nvSpPr>
          <p:cNvPr id="3" name="圆角矩形 2"/>
          <p:cNvSpPr/>
          <p:nvPr/>
        </p:nvSpPr>
        <p:spPr>
          <a:xfrm>
            <a:off x="120015" y="2613660"/>
            <a:ext cx="7407275" cy="3449955"/>
          </a:xfrm>
          <a:prstGeom prst="roundRect">
            <a:avLst>
              <a:gd name="adj" fmla="val 25878"/>
            </a:avLst>
          </a:prstGeom>
          <a:gradFill>
            <a:gsLst>
              <a:gs pos="0">
                <a:schemeClr val="accent4">
                  <a:lumMod val="50000"/>
                  <a:alpha val="0"/>
                </a:schemeClr>
              </a:gs>
              <a:gs pos="30000">
                <a:schemeClr val="accent4">
                  <a:lumMod val="50000"/>
                </a:schemeClr>
              </a:gs>
              <a:gs pos="83000">
                <a:schemeClr val="accent4">
                  <a:lumMod val="50000"/>
                </a:schemeClr>
              </a:gs>
              <a:gs pos="100000">
                <a:schemeClr val="accent4">
                  <a:lumMod val="5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sp>
        <p:nvSpPr>
          <p:cNvPr id="11" name="Freeform 10"/>
          <p:cNvSpPr>
            <a:spLocks noChangeArrowheads="1"/>
          </p:cNvSpPr>
          <p:nvPr/>
        </p:nvSpPr>
        <p:spPr bwMode="auto">
          <a:xfrm>
            <a:off x="53253" y="633626"/>
            <a:ext cx="12137160" cy="4555501"/>
          </a:xfrm>
          <a:custGeom>
            <a:avLst/>
            <a:gdLst>
              <a:gd name="T0" fmla="*/ 18399 w 19740"/>
              <a:gd name="T1" fmla="*/ 6795 h 7409"/>
              <a:gd name="T2" fmla="*/ 18269 w 19740"/>
              <a:gd name="T3" fmla="*/ 6603 h 7409"/>
              <a:gd name="T4" fmla="*/ 18076 w 19740"/>
              <a:gd name="T5" fmla="*/ 6462 h 7409"/>
              <a:gd name="T6" fmla="*/ 19599 w 19740"/>
              <a:gd name="T7" fmla="*/ 6125 h 7409"/>
              <a:gd name="T8" fmla="*/ 18383 w 19740"/>
              <a:gd name="T9" fmla="*/ 6140 h 7409"/>
              <a:gd name="T10" fmla="*/ 19308 w 19740"/>
              <a:gd name="T11" fmla="*/ 5901 h 7409"/>
              <a:gd name="T12" fmla="*/ 18742 w 19740"/>
              <a:gd name="T13" fmla="*/ 5839 h 7409"/>
              <a:gd name="T14" fmla="*/ 18175 w 19740"/>
              <a:gd name="T15" fmla="*/ 5756 h 7409"/>
              <a:gd name="T16" fmla="*/ 16861 w 19740"/>
              <a:gd name="T17" fmla="*/ 5631 h 7409"/>
              <a:gd name="T18" fmla="*/ 18206 w 19740"/>
              <a:gd name="T19" fmla="*/ 5439 h 7409"/>
              <a:gd name="T20" fmla="*/ 17515 w 19740"/>
              <a:gd name="T21" fmla="*/ 5340 h 7409"/>
              <a:gd name="T22" fmla="*/ 18300 w 19740"/>
              <a:gd name="T23" fmla="*/ 5039 h 7409"/>
              <a:gd name="T24" fmla="*/ 18991 w 19740"/>
              <a:gd name="T25" fmla="*/ 4748 h 7409"/>
              <a:gd name="T26" fmla="*/ 17500 w 19740"/>
              <a:gd name="T27" fmla="*/ 4623 h 7409"/>
              <a:gd name="T28" fmla="*/ 16892 w 19740"/>
              <a:gd name="T29" fmla="*/ 4493 h 7409"/>
              <a:gd name="T30" fmla="*/ 18591 w 19740"/>
              <a:gd name="T31" fmla="*/ 4187 h 7409"/>
              <a:gd name="T32" fmla="*/ 18799 w 19740"/>
              <a:gd name="T33" fmla="*/ 3948 h 7409"/>
              <a:gd name="T34" fmla="*/ 17344 w 19740"/>
              <a:gd name="T35" fmla="*/ 3823 h 7409"/>
              <a:gd name="T36" fmla="*/ 18575 w 19740"/>
              <a:gd name="T37" fmla="*/ 3549 h 7409"/>
              <a:gd name="T38" fmla="*/ 17375 w 19740"/>
              <a:gd name="T39" fmla="*/ 3549 h 7409"/>
              <a:gd name="T40" fmla="*/ 15915 w 19740"/>
              <a:gd name="T41" fmla="*/ 3341 h 7409"/>
              <a:gd name="T42" fmla="*/ 16315 w 19740"/>
              <a:gd name="T43" fmla="*/ 3102 h 7409"/>
              <a:gd name="T44" fmla="*/ 15998 w 19740"/>
              <a:gd name="T45" fmla="*/ 2910 h 7409"/>
              <a:gd name="T46" fmla="*/ 15972 w 19740"/>
              <a:gd name="T47" fmla="*/ 2795 h 7409"/>
              <a:gd name="T48" fmla="*/ 15452 w 19740"/>
              <a:gd name="T49" fmla="*/ 2639 h 7409"/>
              <a:gd name="T50" fmla="*/ 10412 w 19740"/>
              <a:gd name="T51" fmla="*/ 431 h 7409"/>
              <a:gd name="T52" fmla="*/ 9582 w 19740"/>
              <a:gd name="T53" fmla="*/ 255 h 7409"/>
              <a:gd name="T54" fmla="*/ 9103 w 19740"/>
              <a:gd name="T55" fmla="*/ 447 h 7409"/>
              <a:gd name="T56" fmla="*/ 14429 w 19740"/>
              <a:gd name="T57" fmla="*/ 3149 h 7409"/>
              <a:gd name="T58" fmla="*/ 8158 w 19740"/>
              <a:gd name="T59" fmla="*/ 270 h 7409"/>
              <a:gd name="T60" fmla="*/ 8095 w 19740"/>
              <a:gd name="T61" fmla="*/ 556 h 7409"/>
              <a:gd name="T62" fmla="*/ 8667 w 19740"/>
              <a:gd name="T63" fmla="*/ 992 h 7409"/>
              <a:gd name="T64" fmla="*/ 6957 w 19740"/>
              <a:gd name="T65" fmla="*/ 748 h 7409"/>
              <a:gd name="T66" fmla="*/ 8459 w 19740"/>
              <a:gd name="T67" fmla="*/ 1247 h 7409"/>
              <a:gd name="T68" fmla="*/ 8766 w 19740"/>
              <a:gd name="T69" fmla="*/ 1502 h 7409"/>
              <a:gd name="T70" fmla="*/ 9467 w 19740"/>
              <a:gd name="T71" fmla="*/ 1933 h 7409"/>
              <a:gd name="T72" fmla="*/ 7404 w 19740"/>
              <a:gd name="T73" fmla="*/ 1439 h 7409"/>
              <a:gd name="T74" fmla="*/ 6781 w 19740"/>
              <a:gd name="T75" fmla="*/ 1408 h 7409"/>
              <a:gd name="T76" fmla="*/ 7565 w 19740"/>
              <a:gd name="T77" fmla="*/ 1855 h 7409"/>
              <a:gd name="T78" fmla="*/ 6350 w 19740"/>
              <a:gd name="T79" fmla="*/ 1886 h 7409"/>
              <a:gd name="T80" fmla="*/ 7295 w 19740"/>
              <a:gd name="T81" fmla="*/ 2255 h 7409"/>
              <a:gd name="T82" fmla="*/ 6251 w 19740"/>
              <a:gd name="T83" fmla="*/ 2224 h 7409"/>
              <a:gd name="T84" fmla="*/ 9327 w 19740"/>
              <a:gd name="T85" fmla="*/ 3263 h 7409"/>
              <a:gd name="T86" fmla="*/ 1694 w 19740"/>
              <a:gd name="T87" fmla="*/ 2624 h 7409"/>
              <a:gd name="T88" fmla="*/ 4588 w 19740"/>
              <a:gd name="T89" fmla="*/ 2416 h 7409"/>
              <a:gd name="T90" fmla="*/ 7659 w 19740"/>
              <a:gd name="T91" fmla="*/ 2972 h 7409"/>
              <a:gd name="T92" fmla="*/ 478 w 19740"/>
              <a:gd name="T93" fmla="*/ 3372 h 7409"/>
              <a:gd name="T94" fmla="*/ 441 w 19740"/>
              <a:gd name="T95" fmla="*/ 3776 h 7409"/>
              <a:gd name="T96" fmla="*/ 171 w 19740"/>
              <a:gd name="T97" fmla="*/ 4270 h 7409"/>
              <a:gd name="T98" fmla="*/ 5149 w 19740"/>
              <a:gd name="T99" fmla="*/ 4093 h 7409"/>
              <a:gd name="T100" fmla="*/ 7342 w 19740"/>
              <a:gd name="T101" fmla="*/ 4332 h 7409"/>
              <a:gd name="T102" fmla="*/ 9181 w 19740"/>
              <a:gd name="T103" fmla="*/ 5023 h 7409"/>
              <a:gd name="T104" fmla="*/ 13358 w 19740"/>
              <a:gd name="T105" fmla="*/ 7086 h 7409"/>
              <a:gd name="T106" fmla="*/ 15198 w 19740"/>
              <a:gd name="T107" fmla="*/ 7263 h 7409"/>
              <a:gd name="T108" fmla="*/ 14429 w 19740"/>
              <a:gd name="T109" fmla="*/ 7133 h 7409"/>
              <a:gd name="T110" fmla="*/ 18175 w 19740"/>
              <a:gd name="T111" fmla="*/ 7117 h 7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740" h="7409">
                <a:moveTo>
                  <a:pt x="19693" y="6795"/>
                </a:moveTo>
                <a:lnTo>
                  <a:pt x="19693" y="6795"/>
                </a:lnTo>
                <a:cubicBezTo>
                  <a:pt x="19672" y="6779"/>
                  <a:pt x="19168" y="6878"/>
                  <a:pt x="19422" y="6795"/>
                </a:cubicBezTo>
                <a:cubicBezTo>
                  <a:pt x="19568" y="6748"/>
                  <a:pt x="19194" y="6779"/>
                  <a:pt x="19100" y="6779"/>
                </a:cubicBezTo>
                <a:cubicBezTo>
                  <a:pt x="19053" y="6785"/>
                  <a:pt x="18986" y="6795"/>
                  <a:pt x="18991" y="6764"/>
                </a:cubicBezTo>
                <a:cubicBezTo>
                  <a:pt x="18986" y="6785"/>
                  <a:pt x="19084" y="6727"/>
                  <a:pt x="19100" y="6732"/>
                </a:cubicBezTo>
                <a:cubicBezTo>
                  <a:pt x="19022" y="6712"/>
                  <a:pt x="18887" y="6743"/>
                  <a:pt x="18799" y="6748"/>
                </a:cubicBezTo>
                <a:cubicBezTo>
                  <a:pt x="18700" y="6759"/>
                  <a:pt x="18529" y="6816"/>
                  <a:pt x="18399" y="6795"/>
                </a:cubicBezTo>
                <a:cubicBezTo>
                  <a:pt x="18310" y="6785"/>
                  <a:pt x="18549" y="6759"/>
                  <a:pt x="18591" y="6748"/>
                </a:cubicBezTo>
                <a:cubicBezTo>
                  <a:pt x="18627" y="6743"/>
                  <a:pt x="18762" y="6727"/>
                  <a:pt x="18560" y="6732"/>
                </a:cubicBezTo>
                <a:cubicBezTo>
                  <a:pt x="18331" y="6743"/>
                  <a:pt x="18316" y="6759"/>
                  <a:pt x="18160" y="6748"/>
                </a:cubicBezTo>
                <a:cubicBezTo>
                  <a:pt x="18149" y="6748"/>
                  <a:pt x="17588" y="6759"/>
                  <a:pt x="17915" y="6732"/>
                </a:cubicBezTo>
                <a:cubicBezTo>
                  <a:pt x="18097" y="6717"/>
                  <a:pt x="18570" y="6681"/>
                  <a:pt x="18783" y="6639"/>
                </a:cubicBezTo>
                <a:cubicBezTo>
                  <a:pt x="18840" y="6623"/>
                  <a:pt x="18929" y="6629"/>
                  <a:pt x="18799" y="6623"/>
                </a:cubicBezTo>
                <a:cubicBezTo>
                  <a:pt x="18710" y="6613"/>
                  <a:pt x="18523" y="6629"/>
                  <a:pt x="18430" y="6623"/>
                </a:cubicBezTo>
                <a:cubicBezTo>
                  <a:pt x="18388" y="6618"/>
                  <a:pt x="18009" y="6644"/>
                  <a:pt x="18269" y="6603"/>
                </a:cubicBezTo>
                <a:cubicBezTo>
                  <a:pt x="18279" y="6603"/>
                  <a:pt x="18357" y="6603"/>
                  <a:pt x="18316" y="6587"/>
                </a:cubicBezTo>
                <a:cubicBezTo>
                  <a:pt x="18180" y="6545"/>
                  <a:pt x="18045" y="6649"/>
                  <a:pt x="17936" y="6603"/>
                </a:cubicBezTo>
                <a:cubicBezTo>
                  <a:pt x="17936" y="6623"/>
                  <a:pt x="17910" y="6613"/>
                  <a:pt x="17936" y="6603"/>
                </a:cubicBezTo>
                <a:cubicBezTo>
                  <a:pt x="18414" y="6535"/>
                  <a:pt x="19027" y="6483"/>
                  <a:pt x="19568" y="6395"/>
                </a:cubicBezTo>
                <a:cubicBezTo>
                  <a:pt x="19568" y="6395"/>
                  <a:pt x="19687" y="6369"/>
                  <a:pt x="19677" y="6364"/>
                </a:cubicBezTo>
                <a:cubicBezTo>
                  <a:pt x="19640" y="6332"/>
                  <a:pt x="19459" y="6405"/>
                  <a:pt x="19500" y="6348"/>
                </a:cubicBezTo>
                <a:cubicBezTo>
                  <a:pt x="19131" y="6348"/>
                  <a:pt x="18674" y="6457"/>
                  <a:pt x="18238" y="6478"/>
                </a:cubicBezTo>
                <a:cubicBezTo>
                  <a:pt x="18227" y="6478"/>
                  <a:pt x="18066" y="6483"/>
                  <a:pt x="18076" y="6462"/>
                </a:cubicBezTo>
                <a:cubicBezTo>
                  <a:pt x="18087" y="6447"/>
                  <a:pt x="18555" y="6421"/>
                  <a:pt x="18607" y="6416"/>
                </a:cubicBezTo>
                <a:cubicBezTo>
                  <a:pt x="18747" y="6395"/>
                  <a:pt x="18970" y="6379"/>
                  <a:pt x="19100" y="6348"/>
                </a:cubicBezTo>
                <a:cubicBezTo>
                  <a:pt x="19121" y="6343"/>
                  <a:pt x="19152" y="6312"/>
                  <a:pt x="19199" y="6301"/>
                </a:cubicBezTo>
                <a:cubicBezTo>
                  <a:pt x="19272" y="6281"/>
                  <a:pt x="19417" y="6281"/>
                  <a:pt x="19531" y="6254"/>
                </a:cubicBezTo>
                <a:cubicBezTo>
                  <a:pt x="19693" y="6218"/>
                  <a:pt x="19557" y="6254"/>
                  <a:pt x="19453" y="6223"/>
                </a:cubicBezTo>
                <a:cubicBezTo>
                  <a:pt x="19402" y="6203"/>
                  <a:pt x="19511" y="6197"/>
                  <a:pt x="19422" y="6187"/>
                </a:cubicBezTo>
                <a:cubicBezTo>
                  <a:pt x="19427" y="6192"/>
                  <a:pt x="19256" y="6229"/>
                  <a:pt x="19277" y="6187"/>
                </a:cubicBezTo>
                <a:cubicBezTo>
                  <a:pt x="19282" y="6182"/>
                  <a:pt x="19589" y="6166"/>
                  <a:pt x="19599" y="6125"/>
                </a:cubicBezTo>
                <a:cubicBezTo>
                  <a:pt x="19599" y="6125"/>
                  <a:pt x="19526" y="6125"/>
                  <a:pt x="19516" y="6125"/>
                </a:cubicBezTo>
                <a:cubicBezTo>
                  <a:pt x="19480" y="6114"/>
                  <a:pt x="19542" y="6099"/>
                  <a:pt x="19485" y="6094"/>
                </a:cubicBezTo>
                <a:cubicBezTo>
                  <a:pt x="19370" y="6078"/>
                  <a:pt x="19136" y="6114"/>
                  <a:pt x="18991" y="6125"/>
                </a:cubicBezTo>
                <a:cubicBezTo>
                  <a:pt x="18726" y="6145"/>
                  <a:pt x="18544" y="6197"/>
                  <a:pt x="18284" y="6208"/>
                </a:cubicBezTo>
                <a:cubicBezTo>
                  <a:pt x="18051" y="6208"/>
                  <a:pt x="18549" y="6145"/>
                  <a:pt x="18591" y="6140"/>
                </a:cubicBezTo>
                <a:cubicBezTo>
                  <a:pt x="18710" y="6130"/>
                  <a:pt x="18768" y="6135"/>
                  <a:pt x="18960" y="6094"/>
                </a:cubicBezTo>
                <a:cubicBezTo>
                  <a:pt x="18871" y="6078"/>
                  <a:pt x="18778" y="6114"/>
                  <a:pt x="18669" y="6125"/>
                </a:cubicBezTo>
                <a:cubicBezTo>
                  <a:pt x="18570" y="6135"/>
                  <a:pt x="18419" y="6166"/>
                  <a:pt x="18383" y="6140"/>
                </a:cubicBezTo>
                <a:cubicBezTo>
                  <a:pt x="18393" y="6145"/>
                  <a:pt x="18419" y="6094"/>
                  <a:pt x="18414" y="6094"/>
                </a:cubicBezTo>
                <a:cubicBezTo>
                  <a:pt x="18305" y="6083"/>
                  <a:pt x="18373" y="6119"/>
                  <a:pt x="18316" y="6125"/>
                </a:cubicBezTo>
                <a:cubicBezTo>
                  <a:pt x="18227" y="6135"/>
                  <a:pt x="17915" y="6130"/>
                  <a:pt x="17822" y="6140"/>
                </a:cubicBezTo>
                <a:cubicBezTo>
                  <a:pt x="17728" y="6151"/>
                  <a:pt x="17552" y="6151"/>
                  <a:pt x="17760" y="6125"/>
                </a:cubicBezTo>
                <a:cubicBezTo>
                  <a:pt x="17832" y="6119"/>
                  <a:pt x="17941" y="6109"/>
                  <a:pt x="18030" y="6094"/>
                </a:cubicBezTo>
                <a:cubicBezTo>
                  <a:pt x="18045" y="6088"/>
                  <a:pt x="18035" y="6067"/>
                  <a:pt x="18061" y="6062"/>
                </a:cubicBezTo>
                <a:cubicBezTo>
                  <a:pt x="18253" y="6005"/>
                  <a:pt x="18430" y="6036"/>
                  <a:pt x="18752" y="5995"/>
                </a:cubicBezTo>
                <a:cubicBezTo>
                  <a:pt x="18882" y="5979"/>
                  <a:pt x="19183" y="5927"/>
                  <a:pt x="19308" y="5901"/>
                </a:cubicBezTo>
                <a:cubicBezTo>
                  <a:pt x="19485" y="5865"/>
                  <a:pt x="19220" y="5907"/>
                  <a:pt x="19069" y="5901"/>
                </a:cubicBezTo>
                <a:cubicBezTo>
                  <a:pt x="19012" y="5901"/>
                  <a:pt x="18908" y="5870"/>
                  <a:pt x="18845" y="5870"/>
                </a:cubicBezTo>
                <a:cubicBezTo>
                  <a:pt x="18716" y="5870"/>
                  <a:pt x="18560" y="5927"/>
                  <a:pt x="18399" y="5917"/>
                </a:cubicBezTo>
                <a:cubicBezTo>
                  <a:pt x="18258" y="5907"/>
                  <a:pt x="18477" y="5891"/>
                  <a:pt x="18508" y="5886"/>
                </a:cubicBezTo>
                <a:cubicBezTo>
                  <a:pt x="18560" y="5880"/>
                  <a:pt x="18601" y="5901"/>
                  <a:pt x="18653" y="5870"/>
                </a:cubicBezTo>
                <a:cubicBezTo>
                  <a:pt x="18570" y="5886"/>
                  <a:pt x="18632" y="5818"/>
                  <a:pt x="18653" y="5870"/>
                </a:cubicBezTo>
                <a:cubicBezTo>
                  <a:pt x="18716" y="5880"/>
                  <a:pt x="18773" y="5860"/>
                  <a:pt x="18783" y="5854"/>
                </a:cubicBezTo>
                <a:cubicBezTo>
                  <a:pt x="18788" y="5849"/>
                  <a:pt x="18762" y="5844"/>
                  <a:pt x="18742" y="5839"/>
                </a:cubicBezTo>
                <a:cubicBezTo>
                  <a:pt x="18716" y="5844"/>
                  <a:pt x="18700" y="5844"/>
                  <a:pt x="18700" y="5839"/>
                </a:cubicBezTo>
                <a:cubicBezTo>
                  <a:pt x="18705" y="5834"/>
                  <a:pt x="18721" y="5834"/>
                  <a:pt x="18742" y="5839"/>
                </a:cubicBezTo>
                <a:cubicBezTo>
                  <a:pt x="18830" y="5834"/>
                  <a:pt x="19027" y="5792"/>
                  <a:pt x="19007" y="5771"/>
                </a:cubicBezTo>
                <a:cubicBezTo>
                  <a:pt x="19012" y="5782"/>
                  <a:pt x="18747" y="5782"/>
                  <a:pt x="18669" y="5787"/>
                </a:cubicBezTo>
                <a:cubicBezTo>
                  <a:pt x="18560" y="5797"/>
                  <a:pt x="18388" y="5849"/>
                  <a:pt x="18238" y="5839"/>
                </a:cubicBezTo>
                <a:cubicBezTo>
                  <a:pt x="18108" y="5829"/>
                  <a:pt x="18341" y="5808"/>
                  <a:pt x="18367" y="5808"/>
                </a:cubicBezTo>
                <a:cubicBezTo>
                  <a:pt x="18404" y="5803"/>
                  <a:pt x="18440" y="5823"/>
                  <a:pt x="18477" y="5787"/>
                </a:cubicBezTo>
                <a:cubicBezTo>
                  <a:pt x="18419" y="5803"/>
                  <a:pt x="17957" y="5818"/>
                  <a:pt x="18175" y="5756"/>
                </a:cubicBezTo>
                <a:cubicBezTo>
                  <a:pt x="18217" y="5745"/>
                  <a:pt x="18326" y="5709"/>
                  <a:pt x="18367" y="5693"/>
                </a:cubicBezTo>
                <a:cubicBezTo>
                  <a:pt x="18362" y="5693"/>
                  <a:pt x="18388" y="5657"/>
                  <a:pt x="18414" y="5657"/>
                </a:cubicBezTo>
                <a:cubicBezTo>
                  <a:pt x="18305" y="5631"/>
                  <a:pt x="17702" y="5709"/>
                  <a:pt x="17567" y="5709"/>
                </a:cubicBezTo>
                <a:cubicBezTo>
                  <a:pt x="17391" y="5709"/>
                  <a:pt x="17193" y="5678"/>
                  <a:pt x="17006" y="5693"/>
                </a:cubicBezTo>
                <a:cubicBezTo>
                  <a:pt x="16975" y="5693"/>
                  <a:pt x="16699" y="5683"/>
                  <a:pt x="16674" y="5678"/>
                </a:cubicBezTo>
                <a:cubicBezTo>
                  <a:pt x="16694" y="5683"/>
                  <a:pt x="16871" y="5673"/>
                  <a:pt x="16829" y="5662"/>
                </a:cubicBezTo>
                <a:cubicBezTo>
                  <a:pt x="16855" y="5673"/>
                  <a:pt x="16362" y="5647"/>
                  <a:pt x="16367" y="5647"/>
                </a:cubicBezTo>
                <a:cubicBezTo>
                  <a:pt x="16388" y="5626"/>
                  <a:pt x="16840" y="5631"/>
                  <a:pt x="16861" y="5631"/>
                </a:cubicBezTo>
                <a:cubicBezTo>
                  <a:pt x="16980" y="5621"/>
                  <a:pt x="17016" y="5636"/>
                  <a:pt x="17152" y="5631"/>
                </a:cubicBezTo>
                <a:cubicBezTo>
                  <a:pt x="17474" y="5616"/>
                  <a:pt x="16970" y="5616"/>
                  <a:pt x="16861" y="5616"/>
                </a:cubicBezTo>
                <a:cubicBezTo>
                  <a:pt x="16834" y="5616"/>
                  <a:pt x="16601" y="5605"/>
                  <a:pt x="16606" y="5595"/>
                </a:cubicBezTo>
                <a:cubicBezTo>
                  <a:pt x="16627" y="5574"/>
                  <a:pt x="17053" y="5589"/>
                  <a:pt x="17136" y="5579"/>
                </a:cubicBezTo>
                <a:cubicBezTo>
                  <a:pt x="17167" y="5579"/>
                  <a:pt x="17188" y="5558"/>
                  <a:pt x="17229" y="5548"/>
                </a:cubicBezTo>
                <a:cubicBezTo>
                  <a:pt x="17453" y="5517"/>
                  <a:pt x="17832" y="5522"/>
                  <a:pt x="18076" y="5501"/>
                </a:cubicBezTo>
                <a:cubicBezTo>
                  <a:pt x="18274" y="5486"/>
                  <a:pt x="17910" y="5506"/>
                  <a:pt x="17936" y="5454"/>
                </a:cubicBezTo>
                <a:cubicBezTo>
                  <a:pt x="17936" y="5449"/>
                  <a:pt x="18201" y="5439"/>
                  <a:pt x="18206" y="5439"/>
                </a:cubicBezTo>
                <a:cubicBezTo>
                  <a:pt x="18362" y="5423"/>
                  <a:pt x="18555" y="5397"/>
                  <a:pt x="18716" y="5371"/>
                </a:cubicBezTo>
                <a:cubicBezTo>
                  <a:pt x="18804" y="5361"/>
                  <a:pt x="18955" y="5376"/>
                  <a:pt x="18923" y="5309"/>
                </a:cubicBezTo>
                <a:cubicBezTo>
                  <a:pt x="18903" y="5262"/>
                  <a:pt x="18378" y="5335"/>
                  <a:pt x="18284" y="5340"/>
                </a:cubicBezTo>
                <a:cubicBezTo>
                  <a:pt x="18160" y="5351"/>
                  <a:pt x="17910" y="5371"/>
                  <a:pt x="17837" y="5371"/>
                </a:cubicBezTo>
                <a:cubicBezTo>
                  <a:pt x="17775" y="5376"/>
                  <a:pt x="17583" y="5397"/>
                  <a:pt x="17505" y="5387"/>
                </a:cubicBezTo>
                <a:cubicBezTo>
                  <a:pt x="17494" y="5387"/>
                  <a:pt x="17479" y="5387"/>
                  <a:pt x="17469" y="5371"/>
                </a:cubicBezTo>
                <a:cubicBezTo>
                  <a:pt x="17474" y="5382"/>
                  <a:pt x="17489" y="5382"/>
                  <a:pt x="17505" y="5387"/>
                </a:cubicBezTo>
                <a:cubicBezTo>
                  <a:pt x="17536" y="5382"/>
                  <a:pt x="17557" y="5330"/>
                  <a:pt x="17515" y="5340"/>
                </a:cubicBezTo>
                <a:cubicBezTo>
                  <a:pt x="17687" y="5293"/>
                  <a:pt x="17770" y="5340"/>
                  <a:pt x="17900" y="5309"/>
                </a:cubicBezTo>
                <a:cubicBezTo>
                  <a:pt x="18149" y="5247"/>
                  <a:pt x="18544" y="5210"/>
                  <a:pt x="18830" y="5148"/>
                </a:cubicBezTo>
                <a:cubicBezTo>
                  <a:pt x="18996" y="5111"/>
                  <a:pt x="18658" y="5138"/>
                  <a:pt x="18591" y="5132"/>
                </a:cubicBezTo>
                <a:cubicBezTo>
                  <a:pt x="18544" y="5127"/>
                  <a:pt x="18451" y="5132"/>
                  <a:pt x="18383" y="5132"/>
                </a:cubicBezTo>
                <a:cubicBezTo>
                  <a:pt x="18378" y="5132"/>
                  <a:pt x="18175" y="5096"/>
                  <a:pt x="18175" y="5101"/>
                </a:cubicBezTo>
                <a:cubicBezTo>
                  <a:pt x="18180" y="5080"/>
                  <a:pt x="18679" y="5028"/>
                  <a:pt x="18752" y="5023"/>
                </a:cubicBezTo>
                <a:cubicBezTo>
                  <a:pt x="18736" y="5023"/>
                  <a:pt x="18851" y="5034"/>
                  <a:pt x="18845" y="5008"/>
                </a:cubicBezTo>
                <a:cubicBezTo>
                  <a:pt x="18747" y="4976"/>
                  <a:pt x="18430" y="5075"/>
                  <a:pt x="18300" y="5039"/>
                </a:cubicBezTo>
                <a:cubicBezTo>
                  <a:pt x="18264" y="5023"/>
                  <a:pt x="18331" y="5008"/>
                  <a:pt x="18269" y="5008"/>
                </a:cubicBezTo>
                <a:cubicBezTo>
                  <a:pt x="18222" y="5002"/>
                  <a:pt x="18030" y="5023"/>
                  <a:pt x="18045" y="5008"/>
                </a:cubicBezTo>
                <a:cubicBezTo>
                  <a:pt x="18082" y="4961"/>
                  <a:pt x="18607" y="5002"/>
                  <a:pt x="18669" y="4924"/>
                </a:cubicBezTo>
                <a:cubicBezTo>
                  <a:pt x="18658" y="4935"/>
                  <a:pt x="18373" y="4940"/>
                  <a:pt x="18607" y="4909"/>
                </a:cubicBezTo>
                <a:cubicBezTo>
                  <a:pt x="18664" y="4904"/>
                  <a:pt x="18965" y="4873"/>
                  <a:pt x="18783" y="4847"/>
                </a:cubicBezTo>
                <a:cubicBezTo>
                  <a:pt x="18617" y="4821"/>
                  <a:pt x="18913" y="4784"/>
                  <a:pt x="18975" y="4779"/>
                </a:cubicBezTo>
                <a:cubicBezTo>
                  <a:pt x="18934" y="4784"/>
                  <a:pt x="19053" y="4805"/>
                  <a:pt x="19069" y="4779"/>
                </a:cubicBezTo>
                <a:cubicBezTo>
                  <a:pt x="19095" y="4748"/>
                  <a:pt x="18939" y="4732"/>
                  <a:pt x="18991" y="4748"/>
                </a:cubicBezTo>
                <a:cubicBezTo>
                  <a:pt x="18949" y="4732"/>
                  <a:pt x="18960" y="4722"/>
                  <a:pt x="18923" y="4717"/>
                </a:cubicBezTo>
                <a:cubicBezTo>
                  <a:pt x="18898" y="4717"/>
                  <a:pt x="18435" y="4784"/>
                  <a:pt x="18731" y="4732"/>
                </a:cubicBezTo>
                <a:cubicBezTo>
                  <a:pt x="18944" y="4696"/>
                  <a:pt x="18617" y="4722"/>
                  <a:pt x="18622" y="4670"/>
                </a:cubicBezTo>
                <a:cubicBezTo>
                  <a:pt x="18622" y="4686"/>
                  <a:pt x="18700" y="4649"/>
                  <a:pt x="18669" y="4639"/>
                </a:cubicBezTo>
                <a:cubicBezTo>
                  <a:pt x="18664" y="4633"/>
                  <a:pt x="18617" y="4675"/>
                  <a:pt x="18523" y="4639"/>
                </a:cubicBezTo>
                <a:cubicBezTo>
                  <a:pt x="18492" y="4623"/>
                  <a:pt x="18497" y="4592"/>
                  <a:pt x="18461" y="4587"/>
                </a:cubicBezTo>
                <a:cubicBezTo>
                  <a:pt x="18367" y="4576"/>
                  <a:pt x="18300" y="4623"/>
                  <a:pt x="18175" y="4623"/>
                </a:cubicBezTo>
                <a:cubicBezTo>
                  <a:pt x="17962" y="4623"/>
                  <a:pt x="17734" y="4613"/>
                  <a:pt x="17500" y="4623"/>
                </a:cubicBezTo>
                <a:cubicBezTo>
                  <a:pt x="16928" y="4644"/>
                  <a:pt x="16455" y="4623"/>
                  <a:pt x="15982" y="4608"/>
                </a:cubicBezTo>
                <a:cubicBezTo>
                  <a:pt x="15972" y="4602"/>
                  <a:pt x="15806" y="4602"/>
                  <a:pt x="15837" y="4571"/>
                </a:cubicBezTo>
                <a:cubicBezTo>
                  <a:pt x="15852" y="4556"/>
                  <a:pt x="15946" y="4587"/>
                  <a:pt x="15998" y="4587"/>
                </a:cubicBezTo>
                <a:cubicBezTo>
                  <a:pt x="16164" y="4597"/>
                  <a:pt x="16616" y="4602"/>
                  <a:pt x="16767" y="4608"/>
                </a:cubicBezTo>
                <a:cubicBezTo>
                  <a:pt x="16944" y="4608"/>
                  <a:pt x="17396" y="4618"/>
                  <a:pt x="17552" y="4571"/>
                </a:cubicBezTo>
                <a:cubicBezTo>
                  <a:pt x="17500" y="4582"/>
                  <a:pt x="17547" y="4488"/>
                  <a:pt x="17598" y="4509"/>
                </a:cubicBezTo>
                <a:cubicBezTo>
                  <a:pt x="17474" y="4462"/>
                  <a:pt x="17354" y="4509"/>
                  <a:pt x="17229" y="4509"/>
                </a:cubicBezTo>
                <a:cubicBezTo>
                  <a:pt x="17219" y="4509"/>
                  <a:pt x="16892" y="4493"/>
                  <a:pt x="16892" y="4493"/>
                </a:cubicBezTo>
                <a:cubicBezTo>
                  <a:pt x="16923" y="4462"/>
                  <a:pt x="17131" y="4493"/>
                  <a:pt x="17152" y="4493"/>
                </a:cubicBezTo>
                <a:cubicBezTo>
                  <a:pt x="17344" y="4493"/>
                  <a:pt x="17411" y="4467"/>
                  <a:pt x="17536" y="4446"/>
                </a:cubicBezTo>
                <a:cubicBezTo>
                  <a:pt x="17863" y="4384"/>
                  <a:pt x="18378" y="4410"/>
                  <a:pt x="18752" y="4332"/>
                </a:cubicBezTo>
                <a:cubicBezTo>
                  <a:pt x="18809" y="4322"/>
                  <a:pt x="18845" y="4301"/>
                  <a:pt x="18960" y="4285"/>
                </a:cubicBezTo>
                <a:cubicBezTo>
                  <a:pt x="19111" y="4265"/>
                  <a:pt x="18887" y="4249"/>
                  <a:pt x="18799" y="4254"/>
                </a:cubicBezTo>
                <a:cubicBezTo>
                  <a:pt x="18513" y="4270"/>
                  <a:pt x="18347" y="4296"/>
                  <a:pt x="18030" y="4301"/>
                </a:cubicBezTo>
                <a:cubicBezTo>
                  <a:pt x="17863" y="4301"/>
                  <a:pt x="18097" y="4265"/>
                  <a:pt x="18175" y="4254"/>
                </a:cubicBezTo>
                <a:cubicBezTo>
                  <a:pt x="18341" y="4223"/>
                  <a:pt x="18393" y="4223"/>
                  <a:pt x="18591" y="4187"/>
                </a:cubicBezTo>
                <a:cubicBezTo>
                  <a:pt x="18658" y="4176"/>
                  <a:pt x="18762" y="4140"/>
                  <a:pt x="18768" y="4140"/>
                </a:cubicBezTo>
                <a:cubicBezTo>
                  <a:pt x="18747" y="4119"/>
                  <a:pt x="18555" y="4171"/>
                  <a:pt x="18523" y="4171"/>
                </a:cubicBezTo>
                <a:cubicBezTo>
                  <a:pt x="18149" y="4213"/>
                  <a:pt x="17853" y="4145"/>
                  <a:pt x="17453" y="4155"/>
                </a:cubicBezTo>
                <a:cubicBezTo>
                  <a:pt x="17297" y="4161"/>
                  <a:pt x="17115" y="4150"/>
                  <a:pt x="16928" y="4140"/>
                </a:cubicBezTo>
                <a:cubicBezTo>
                  <a:pt x="16850" y="4140"/>
                  <a:pt x="16533" y="4135"/>
                  <a:pt x="16544" y="4124"/>
                </a:cubicBezTo>
                <a:cubicBezTo>
                  <a:pt x="16575" y="4093"/>
                  <a:pt x="17136" y="4135"/>
                  <a:pt x="17214" y="4124"/>
                </a:cubicBezTo>
                <a:cubicBezTo>
                  <a:pt x="17640" y="4083"/>
                  <a:pt x="18149" y="4072"/>
                  <a:pt x="18591" y="4015"/>
                </a:cubicBezTo>
                <a:cubicBezTo>
                  <a:pt x="18684" y="4000"/>
                  <a:pt x="19012" y="3948"/>
                  <a:pt x="18799" y="3948"/>
                </a:cubicBezTo>
                <a:cubicBezTo>
                  <a:pt x="18788" y="3948"/>
                  <a:pt x="18726" y="3958"/>
                  <a:pt x="18716" y="3948"/>
                </a:cubicBezTo>
                <a:cubicBezTo>
                  <a:pt x="18726" y="3958"/>
                  <a:pt x="18757" y="3906"/>
                  <a:pt x="18752" y="3901"/>
                </a:cubicBezTo>
                <a:cubicBezTo>
                  <a:pt x="18736" y="3906"/>
                  <a:pt x="18300" y="3922"/>
                  <a:pt x="18544" y="3901"/>
                </a:cubicBezTo>
                <a:cubicBezTo>
                  <a:pt x="18601" y="3896"/>
                  <a:pt x="18747" y="3880"/>
                  <a:pt x="18799" y="3854"/>
                </a:cubicBezTo>
                <a:cubicBezTo>
                  <a:pt x="18960" y="3771"/>
                  <a:pt x="18419" y="3859"/>
                  <a:pt x="18269" y="3870"/>
                </a:cubicBezTo>
                <a:cubicBezTo>
                  <a:pt x="17827" y="3896"/>
                  <a:pt x="17416" y="3896"/>
                  <a:pt x="16928" y="3870"/>
                </a:cubicBezTo>
                <a:cubicBezTo>
                  <a:pt x="16840" y="3865"/>
                  <a:pt x="16653" y="3839"/>
                  <a:pt x="16653" y="3839"/>
                </a:cubicBezTo>
                <a:cubicBezTo>
                  <a:pt x="16658" y="3828"/>
                  <a:pt x="17224" y="3828"/>
                  <a:pt x="17344" y="3823"/>
                </a:cubicBezTo>
                <a:cubicBezTo>
                  <a:pt x="17707" y="3802"/>
                  <a:pt x="17760" y="3818"/>
                  <a:pt x="17931" y="3792"/>
                </a:cubicBezTo>
                <a:cubicBezTo>
                  <a:pt x="17915" y="3792"/>
                  <a:pt x="18238" y="3740"/>
                  <a:pt x="18222" y="3724"/>
                </a:cubicBezTo>
                <a:cubicBezTo>
                  <a:pt x="18175" y="3694"/>
                  <a:pt x="18066" y="3750"/>
                  <a:pt x="18014" y="3724"/>
                </a:cubicBezTo>
                <a:cubicBezTo>
                  <a:pt x="17931" y="3776"/>
                  <a:pt x="17858" y="3704"/>
                  <a:pt x="18014" y="3724"/>
                </a:cubicBezTo>
                <a:cubicBezTo>
                  <a:pt x="18170" y="3673"/>
                  <a:pt x="18456" y="3714"/>
                  <a:pt x="18591" y="3663"/>
                </a:cubicBezTo>
                <a:cubicBezTo>
                  <a:pt x="18617" y="3653"/>
                  <a:pt x="18586" y="3637"/>
                  <a:pt x="18622" y="3632"/>
                </a:cubicBezTo>
                <a:cubicBezTo>
                  <a:pt x="18674" y="3616"/>
                  <a:pt x="18794" y="3601"/>
                  <a:pt x="18783" y="3601"/>
                </a:cubicBezTo>
                <a:cubicBezTo>
                  <a:pt x="18788" y="3601"/>
                  <a:pt x="18357" y="3595"/>
                  <a:pt x="18575" y="3549"/>
                </a:cubicBezTo>
                <a:cubicBezTo>
                  <a:pt x="18627" y="3538"/>
                  <a:pt x="18799" y="3559"/>
                  <a:pt x="18783" y="3502"/>
                </a:cubicBezTo>
                <a:cubicBezTo>
                  <a:pt x="18773" y="3471"/>
                  <a:pt x="18409" y="3528"/>
                  <a:pt x="18300" y="3533"/>
                </a:cubicBezTo>
                <a:cubicBezTo>
                  <a:pt x="18061" y="3549"/>
                  <a:pt x="17895" y="3538"/>
                  <a:pt x="17630" y="3549"/>
                </a:cubicBezTo>
                <a:cubicBezTo>
                  <a:pt x="17572" y="3554"/>
                  <a:pt x="17469" y="3554"/>
                  <a:pt x="17375" y="3549"/>
                </a:cubicBezTo>
                <a:cubicBezTo>
                  <a:pt x="17344" y="3554"/>
                  <a:pt x="17313" y="3549"/>
                  <a:pt x="17276" y="3549"/>
                </a:cubicBezTo>
                <a:cubicBezTo>
                  <a:pt x="17198" y="3549"/>
                  <a:pt x="17136" y="3549"/>
                  <a:pt x="17136" y="3549"/>
                </a:cubicBezTo>
                <a:cubicBezTo>
                  <a:pt x="17146" y="3538"/>
                  <a:pt x="17209" y="3543"/>
                  <a:pt x="17276" y="3549"/>
                </a:cubicBezTo>
                <a:cubicBezTo>
                  <a:pt x="17307" y="3549"/>
                  <a:pt x="17339" y="3549"/>
                  <a:pt x="17375" y="3549"/>
                </a:cubicBezTo>
                <a:lnTo>
                  <a:pt x="17375" y="3549"/>
                </a:lnTo>
                <a:cubicBezTo>
                  <a:pt x="17526" y="3543"/>
                  <a:pt x="17998" y="3502"/>
                  <a:pt x="18238" y="3486"/>
                </a:cubicBezTo>
                <a:cubicBezTo>
                  <a:pt x="18388" y="3476"/>
                  <a:pt x="18362" y="3491"/>
                  <a:pt x="18430" y="3455"/>
                </a:cubicBezTo>
                <a:cubicBezTo>
                  <a:pt x="18544" y="3388"/>
                  <a:pt x="18253" y="3450"/>
                  <a:pt x="18160" y="3455"/>
                </a:cubicBezTo>
                <a:cubicBezTo>
                  <a:pt x="17754" y="3471"/>
                  <a:pt x="17219" y="3445"/>
                  <a:pt x="16861" y="3424"/>
                </a:cubicBezTo>
                <a:cubicBezTo>
                  <a:pt x="16559" y="3403"/>
                  <a:pt x="16393" y="3393"/>
                  <a:pt x="16014" y="3372"/>
                </a:cubicBezTo>
                <a:cubicBezTo>
                  <a:pt x="15863" y="3367"/>
                  <a:pt x="15400" y="3382"/>
                  <a:pt x="15551" y="3325"/>
                </a:cubicBezTo>
                <a:cubicBezTo>
                  <a:pt x="15624" y="3299"/>
                  <a:pt x="15847" y="3341"/>
                  <a:pt x="15915" y="3341"/>
                </a:cubicBezTo>
                <a:cubicBezTo>
                  <a:pt x="15967" y="3341"/>
                  <a:pt x="16310" y="3336"/>
                  <a:pt x="16060" y="3294"/>
                </a:cubicBezTo>
                <a:cubicBezTo>
                  <a:pt x="15795" y="3247"/>
                  <a:pt x="16320" y="3273"/>
                  <a:pt x="16315" y="3263"/>
                </a:cubicBezTo>
                <a:cubicBezTo>
                  <a:pt x="16305" y="3242"/>
                  <a:pt x="15962" y="3232"/>
                  <a:pt x="15899" y="3232"/>
                </a:cubicBezTo>
                <a:cubicBezTo>
                  <a:pt x="15733" y="3221"/>
                  <a:pt x="15556" y="3190"/>
                  <a:pt x="15406" y="3164"/>
                </a:cubicBezTo>
                <a:cubicBezTo>
                  <a:pt x="15270" y="3143"/>
                  <a:pt x="15504" y="3133"/>
                  <a:pt x="15536" y="3133"/>
                </a:cubicBezTo>
                <a:cubicBezTo>
                  <a:pt x="15707" y="3133"/>
                  <a:pt x="16071" y="3180"/>
                  <a:pt x="16143" y="3164"/>
                </a:cubicBezTo>
                <a:cubicBezTo>
                  <a:pt x="16154" y="3164"/>
                  <a:pt x="16123" y="3117"/>
                  <a:pt x="16159" y="3102"/>
                </a:cubicBezTo>
                <a:cubicBezTo>
                  <a:pt x="16201" y="3081"/>
                  <a:pt x="16242" y="3112"/>
                  <a:pt x="16315" y="3102"/>
                </a:cubicBezTo>
                <a:cubicBezTo>
                  <a:pt x="16356" y="3097"/>
                  <a:pt x="16393" y="3065"/>
                  <a:pt x="16445" y="3055"/>
                </a:cubicBezTo>
                <a:cubicBezTo>
                  <a:pt x="16533" y="3034"/>
                  <a:pt x="16647" y="3034"/>
                  <a:pt x="16684" y="3024"/>
                </a:cubicBezTo>
                <a:cubicBezTo>
                  <a:pt x="16746" y="3003"/>
                  <a:pt x="16621" y="3003"/>
                  <a:pt x="16715" y="2993"/>
                </a:cubicBezTo>
                <a:cubicBezTo>
                  <a:pt x="16933" y="2962"/>
                  <a:pt x="17105" y="2993"/>
                  <a:pt x="17307" y="2993"/>
                </a:cubicBezTo>
                <a:cubicBezTo>
                  <a:pt x="17520" y="2993"/>
                  <a:pt x="17136" y="2972"/>
                  <a:pt x="17068" y="2972"/>
                </a:cubicBezTo>
                <a:cubicBezTo>
                  <a:pt x="16928" y="2972"/>
                  <a:pt x="16767" y="2962"/>
                  <a:pt x="16653" y="2956"/>
                </a:cubicBezTo>
                <a:cubicBezTo>
                  <a:pt x="16663" y="2956"/>
                  <a:pt x="16398" y="2977"/>
                  <a:pt x="16383" y="2941"/>
                </a:cubicBezTo>
                <a:cubicBezTo>
                  <a:pt x="16367" y="2904"/>
                  <a:pt x="16071" y="2925"/>
                  <a:pt x="15998" y="2910"/>
                </a:cubicBezTo>
                <a:cubicBezTo>
                  <a:pt x="16008" y="2915"/>
                  <a:pt x="15920" y="2863"/>
                  <a:pt x="15915" y="2863"/>
                </a:cubicBezTo>
                <a:cubicBezTo>
                  <a:pt x="15936" y="2842"/>
                  <a:pt x="16149" y="2873"/>
                  <a:pt x="16206" y="2878"/>
                </a:cubicBezTo>
                <a:cubicBezTo>
                  <a:pt x="16637" y="2899"/>
                  <a:pt x="16918" y="2894"/>
                  <a:pt x="17167" y="2894"/>
                </a:cubicBezTo>
                <a:cubicBezTo>
                  <a:pt x="17339" y="2894"/>
                  <a:pt x="17614" y="2894"/>
                  <a:pt x="17770" y="2873"/>
                </a:cubicBezTo>
                <a:cubicBezTo>
                  <a:pt x="17692" y="2878"/>
                  <a:pt x="17827" y="2811"/>
                  <a:pt x="17869" y="2832"/>
                </a:cubicBezTo>
                <a:cubicBezTo>
                  <a:pt x="17853" y="2821"/>
                  <a:pt x="17780" y="2816"/>
                  <a:pt x="17760" y="2816"/>
                </a:cubicBezTo>
                <a:cubicBezTo>
                  <a:pt x="17489" y="2811"/>
                  <a:pt x="16871" y="2853"/>
                  <a:pt x="16445" y="2832"/>
                </a:cubicBezTo>
                <a:cubicBezTo>
                  <a:pt x="16315" y="2826"/>
                  <a:pt x="16097" y="2837"/>
                  <a:pt x="15972" y="2795"/>
                </a:cubicBezTo>
                <a:cubicBezTo>
                  <a:pt x="15967" y="2795"/>
                  <a:pt x="15951" y="2790"/>
                  <a:pt x="15936" y="2780"/>
                </a:cubicBezTo>
                <a:cubicBezTo>
                  <a:pt x="15946" y="2790"/>
                  <a:pt x="15956" y="2790"/>
                  <a:pt x="15972" y="2795"/>
                </a:cubicBezTo>
                <a:cubicBezTo>
                  <a:pt x="15988" y="2795"/>
                  <a:pt x="15956" y="2764"/>
                  <a:pt x="15930" y="2749"/>
                </a:cubicBezTo>
                <a:cubicBezTo>
                  <a:pt x="15915" y="2754"/>
                  <a:pt x="15899" y="2754"/>
                  <a:pt x="15899" y="2749"/>
                </a:cubicBezTo>
                <a:cubicBezTo>
                  <a:pt x="15904" y="2738"/>
                  <a:pt x="15915" y="2743"/>
                  <a:pt x="15930" y="2749"/>
                </a:cubicBezTo>
                <a:cubicBezTo>
                  <a:pt x="15951" y="2749"/>
                  <a:pt x="15977" y="2738"/>
                  <a:pt x="15967" y="2733"/>
                </a:cubicBezTo>
                <a:cubicBezTo>
                  <a:pt x="15920" y="2712"/>
                  <a:pt x="15863" y="2728"/>
                  <a:pt x="15806" y="2717"/>
                </a:cubicBezTo>
                <a:cubicBezTo>
                  <a:pt x="15697" y="2697"/>
                  <a:pt x="15567" y="2655"/>
                  <a:pt x="15452" y="2639"/>
                </a:cubicBezTo>
                <a:cubicBezTo>
                  <a:pt x="15270" y="2613"/>
                  <a:pt x="15063" y="2593"/>
                  <a:pt x="14860" y="2556"/>
                </a:cubicBezTo>
                <a:cubicBezTo>
                  <a:pt x="14735" y="2535"/>
                  <a:pt x="14860" y="2520"/>
                  <a:pt x="14876" y="2525"/>
                </a:cubicBezTo>
                <a:cubicBezTo>
                  <a:pt x="14860" y="2520"/>
                  <a:pt x="14782" y="2499"/>
                  <a:pt x="14766" y="2494"/>
                </a:cubicBezTo>
                <a:cubicBezTo>
                  <a:pt x="14507" y="2442"/>
                  <a:pt x="14257" y="2437"/>
                  <a:pt x="14029" y="2380"/>
                </a:cubicBezTo>
                <a:cubicBezTo>
                  <a:pt x="13919" y="2359"/>
                  <a:pt x="13800" y="2317"/>
                  <a:pt x="13691" y="2286"/>
                </a:cubicBezTo>
                <a:cubicBezTo>
                  <a:pt x="13488" y="2229"/>
                  <a:pt x="13322" y="2156"/>
                  <a:pt x="13135" y="2078"/>
                </a:cubicBezTo>
                <a:cubicBezTo>
                  <a:pt x="12272" y="1715"/>
                  <a:pt x="11607" y="1174"/>
                  <a:pt x="10828" y="686"/>
                </a:cubicBezTo>
                <a:cubicBezTo>
                  <a:pt x="10698" y="603"/>
                  <a:pt x="10557" y="514"/>
                  <a:pt x="10412" y="431"/>
                </a:cubicBezTo>
                <a:cubicBezTo>
                  <a:pt x="10272" y="348"/>
                  <a:pt x="10116" y="239"/>
                  <a:pt x="9981" y="192"/>
                </a:cubicBezTo>
                <a:cubicBezTo>
                  <a:pt x="9939" y="177"/>
                  <a:pt x="9893" y="187"/>
                  <a:pt x="9852" y="177"/>
                </a:cubicBezTo>
                <a:cubicBezTo>
                  <a:pt x="9815" y="161"/>
                  <a:pt x="9779" y="125"/>
                  <a:pt x="9743" y="109"/>
                </a:cubicBezTo>
                <a:cubicBezTo>
                  <a:pt x="9680" y="88"/>
                  <a:pt x="9608" y="88"/>
                  <a:pt x="9535" y="62"/>
                </a:cubicBezTo>
                <a:cubicBezTo>
                  <a:pt x="9467" y="42"/>
                  <a:pt x="9420" y="0"/>
                  <a:pt x="9343" y="0"/>
                </a:cubicBezTo>
                <a:cubicBezTo>
                  <a:pt x="9374" y="47"/>
                  <a:pt x="9556" y="68"/>
                  <a:pt x="9519" y="109"/>
                </a:cubicBezTo>
                <a:cubicBezTo>
                  <a:pt x="9509" y="120"/>
                  <a:pt x="9420" y="114"/>
                  <a:pt x="9420" y="109"/>
                </a:cubicBezTo>
                <a:cubicBezTo>
                  <a:pt x="9431" y="130"/>
                  <a:pt x="9634" y="234"/>
                  <a:pt x="9582" y="255"/>
                </a:cubicBezTo>
                <a:cubicBezTo>
                  <a:pt x="9587" y="249"/>
                  <a:pt x="9098" y="57"/>
                  <a:pt x="9343" y="192"/>
                </a:cubicBezTo>
                <a:cubicBezTo>
                  <a:pt x="9410" y="229"/>
                  <a:pt x="9504" y="244"/>
                  <a:pt x="9566" y="301"/>
                </a:cubicBezTo>
                <a:cubicBezTo>
                  <a:pt x="9634" y="286"/>
                  <a:pt x="9571" y="348"/>
                  <a:pt x="9566" y="301"/>
                </a:cubicBezTo>
                <a:cubicBezTo>
                  <a:pt x="9322" y="265"/>
                  <a:pt x="9156" y="161"/>
                  <a:pt x="8927" y="109"/>
                </a:cubicBezTo>
                <a:cubicBezTo>
                  <a:pt x="8771" y="130"/>
                  <a:pt x="9046" y="223"/>
                  <a:pt x="9103" y="255"/>
                </a:cubicBezTo>
                <a:cubicBezTo>
                  <a:pt x="9301" y="359"/>
                  <a:pt x="9561" y="572"/>
                  <a:pt x="9727" y="639"/>
                </a:cubicBezTo>
                <a:cubicBezTo>
                  <a:pt x="9795" y="623"/>
                  <a:pt x="9727" y="686"/>
                  <a:pt x="9727" y="639"/>
                </a:cubicBezTo>
                <a:cubicBezTo>
                  <a:pt x="9561" y="660"/>
                  <a:pt x="9317" y="509"/>
                  <a:pt x="9103" y="447"/>
                </a:cubicBezTo>
                <a:cubicBezTo>
                  <a:pt x="8968" y="405"/>
                  <a:pt x="9156" y="504"/>
                  <a:pt x="9197" y="525"/>
                </a:cubicBezTo>
                <a:cubicBezTo>
                  <a:pt x="9545" y="696"/>
                  <a:pt x="9924" y="852"/>
                  <a:pt x="10251" y="1039"/>
                </a:cubicBezTo>
                <a:cubicBezTo>
                  <a:pt x="11326" y="1647"/>
                  <a:pt x="12127" y="2426"/>
                  <a:pt x="13389" y="2863"/>
                </a:cubicBezTo>
                <a:cubicBezTo>
                  <a:pt x="13545" y="2915"/>
                  <a:pt x="13696" y="2930"/>
                  <a:pt x="13727" y="2972"/>
                </a:cubicBezTo>
                <a:cubicBezTo>
                  <a:pt x="13722" y="2967"/>
                  <a:pt x="13686" y="2982"/>
                  <a:pt x="13675" y="2972"/>
                </a:cubicBezTo>
                <a:cubicBezTo>
                  <a:pt x="13883" y="3045"/>
                  <a:pt x="14138" y="3071"/>
                  <a:pt x="14351" y="3133"/>
                </a:cubicBezTo>
                <a:cubicBezTo>
                  <a:pt x="14372" y="3143"/>
                  <a:pt x="14434" y="3117"/>
                  <a:pt x="14429" y="3149"/>
                </a:cubicBezTo>
                <a:cubicBezTo>
                  <a:pt x="14564" y="3133"/>
                  <a:pt x="14496" y="3200"/>
                  <a:pt x="14429" y="3149"/>
                </a:cubicBezTo>
                <a:cubicBezTo>
                  <a:pt x="14408" y="3143"/>
                  <a:pt x="14346" y="3169"/>
                  <a:pt x="14351" y="3133"/>
                </a:cubicBezTo>
                <a:cubicBezTo>
                  <a:pt x="14153" y="3128"/>
                  <a:pt x="13810" y="3029"/>
                  <a:pt x="13597" y="2972"/>
                </a:cubicBezTo>
                <a:cubicBezTo>
                  <a:pt x="13545" y="2962"/>
                  <a:pt x="13358" y="2910"/>
                  <a:pt x="13358" y="2910"/>
                </a:cubicBezTo>
                <a:cubicBezTo>
                  <a:pt x="13369" y="2904"/>
                  <a:pt x="13379" y="2899"/>
                  <a:pt x="13389" y="2899"/>
                </a:cubicBezTo>
                <a:cubicBezTo>
                  <a:pt x="12922" y="2769"/>
                  <a:pt x="12480" y="2546"/>
                  <a:pt x="12090" y="2302"/>
                </a:cubicBezTo>
                <a:cubicBezTo>
                  <a:pt x="11306" y="1813"/>
                  <a:pt x="10531" y="1190"/>
                  <a:pt x="9613" y="800"/>
                </a:cubicBezTo>
                <a:cubicBezTo>
                  <a:pt x="9270" y="650"/>
                  <a:pt x="8922" y="530"/>
                  <a:pt x="8527" y="400"/>
                </a:cubicBezTo>
                <a:cubicBezTo>
                  <a:pt x="8402" y="359"/>
                  <a:pt x="8277" y="291"/>
                  <a:pt x="8158" y="270"/>
                </a:cubicBezTo>
                <a:cubicBezTo>
                  <a:pt x="7877" y="213"/>
                  <a:pt x="8283" y="405"/>
                  <a:pt x="8350" y="431"/>
                </a:cubicBezTo>
                <a:cubicBezTo>
                  <a:pt x="8438" y="463"/>
                  <a:pt x="8537" y="494"/>
                  <a:pt x="8636" y="540"/>
                </a:cubicBezTo>
                <a:cubicBezTo>
                  <a:pt x="8740" y="592"/>
                  <a:pt x="8516" y="520"/>
                  <a:pt x="8444" y="494"/>
                </a:cubicBezTo>
                <a:cubicBezTo>
                  <a:pt x="8371" y="468"/>
                  <a:pt x="8308" y="452"/>
                  <a:pt x="8236" y="431"/>
                </a:cubicBezTo>
                <a:cubicBezTo>
                  <a:pt x="8116" y="390"/>
                  <a:pt x="7612" y="244"/>
                  <a:pt x="7888" y="400"/>
                </a:cubicBezTo>
                <a:cubicBezTo>
                  <a:pt x="8080" y="504"/>
                  <a:pt x="8308" y="514"/>
                  <a:pt x="8527" y="608"/>
                </a:cubicBezTo>
                <a:cubicBezTo>
                  <a:pt x="8631" y="650"/>
                  <a:pt x="8433" y="634"/>
                  <a:pt x="8366" y="623"/>
                </a:cubicBezTo>
                <a:cubicBezTo>
                  <a:pt x="8288" y="608"/>
                  <a:pt x="8205" y="551"/>
                  <a:pt x="8095" y="556"/>
                </a:cubicBezTo>
                <a:cubicBezTo>
                  <a:pt x="8070" y="525"/>
                  <a:pt x="8033" y="546"/>
                  <a:pt x="8038" y="556"/>
                </a:cubicBezTo>
                <a:cubicBezTo>
                  <a:pt x="7732" y="540"/>
                  <a:pt x="7306" y="452"/>
                  <a:pt x="6926" y="416"/>
                </a:cubicBezTo>
                <a:cubicBezTo>
                  <a:pt x="6822" y="405"/>
                  <a:pt x="7004" y="457"/>
                  <a:pt x="7020" y="463"/>
                </a:cubicBezTo>
                <a:cubicBezTo>
                  <a:pt x="7238" y="509"/>
                  <a:pt x="7711" y="613"/>
                  <a:pt x="7919" y="670"/>
                </a:cubicBezTo>
                <a:cubicBezTo>
                  <a:pt x="8340" y="779"/>
                  <a:pt x="8641" y="878"/>
                  <a:pt x="8828" y="1008"/>
                </a:cubicBezTo>
                <a:cubicBezTo>
                  <a:pt x="8812" y="998"/>
                  <a:pt x="8776" y="1013"/>
                  <a:pt x="8781" y="1024"/>
                </a:cubicBezTo>
                <a:cubicBezTo>
                  <a:pt x="8797" y="1034"/>
                  <a:pt x="8968" y="1070"/>
                  <a:pt x="8896" y="1086"/>
                </a:cubicBezTo>
                <a:cubicBezTo>
                  <a:pt x="8854" y="1091"/>
                  <a:pt x="8698" y="998"/>
                  <a:pt x="8667" y="992"/>
                </a:cubicBezTo>
                <a:cubicBezTo>
                  <a:pt x="8615" y="977"/>
                  <a:pt x="8568" y="998"/>
                  <a:pt x="8527" y="992"/>
                </a:cubicBezTo>
                <a:cubicBezTo>
                  <a:pt x="8438" y="977"/>
                  <a:pt x="8371" y="909"/>
                  <a:pt x="8251" y="909"/>
                </a:cubicBezTo>
                <a:cubicBezTo>
                  <a:pt x="8350" y="961"/>
                  <a:pt x="8444" y="1018"/>
                  <a:pt x="8542" y="1070"/>
                </a:cubicBezTo>
                <a:cubicBezTo>
                  <a:pt x="8563" y="1070"/>
                  <a:pt x="8553" y="1091"/>
                  <a:pt x="8542" y="1070"/>
                </a:cubicBezTo>
                <a:cubicBezTo>
                  <a:pt x="8345" y="1029"/>
                  <a:pt x="8194" y="935"/>
                  <a:pt x="7981" y="909"/>
                </a:cubicBezTo>
                <a:cubicBezTo>
                  <a:pt x="8194" y="972"/>
                  <a:pt x="8392" y="1055"/>
                  <a:pt x="8589" y="1148"/>
                </a:cubicBezTo>
                <a:cubicBezTo>
                  <a:pt x="8667" y="1190"/>
                  <a:pt x="8433" y="1112"/>
                  <a:pt x="8397" y="1101"/>
                </a:cubicBezTo>
                <a:cubicBezTo>
                  <a:pt x="7939" y="946"/>
                  <a:pt x="7513" y="831"/>
                  <a:pt x="6957" y="748"/>
                </a:cubicBezTo>
                <a:cubicBezTo>
                  <a:pt x="6724" y="717"/>
                  <a:pt x="7046" y="790"/>
                  <a:pt x="7103" y="800"/>
                </a:cubicBezTo>
                <a:cubicBezTo>
                  <a:pt x="7326" y="842"/>
                  <a:pt x="7519" y="878"/>
                  <a:pt x="7758" y="941"/>
                </a:cubicBezTo>
                <a:cubicBezTo>
                  <a:pt x="7908" y="982"/>
                  <a:pt x="7534" y="941"/>
                  <a:pt x="7534" y="941"/>
                </a:cubicBezTo>
                <a:cubicBezTo>
                  <a:pt x="7534" y="961"/>
                  <a:pt x="7945" y="1065"/>
                  <a:pt x="7966" y="1070"/>
                </a:cubicBezTo>
                <a:cubicBezTo>
                  <a:pt x="8147" y="1122"/>
                  <a:pt x="8230" y="1143"/>
                  <a:pt x="8366" y="1216"/>
                </a:cubicBezTo>
                <a:cubicBezTo>
                  <a:pt x="8386" y="1216"/>
                  <a:pt x="8412" y="1211"/>
                  <a:pt x="8412" y="1231"/>
                </a:cubicBezTo>
                <a:cubicBezTo>
                  <a:pt x="8433" y="1231"/>
                  <a:pt x="8459" y="1226"/>
                  <a:pt x="8459" y="1247"/>
                </a:cubicBezTo>
                <a:cubicBezTo>
                  <a:pt x="8527" y="1231"/>
                  <a:pt x="8464" y="1294"/>
                  <a:pt x="8459" y="1247"/>
                </a:cubicBezTo>
                <a:cubicBezTo>
                  <a:pt x="8444" y="1242"/>
                  <a:pt x="8418" y="1247"/>
                  <a:pt x="8412" y="1231"/>
                </a:cubicBezTo>
                <a:cubicBezTo>
                  <a:pt x="8397" y="1226"/>
                  <a:pt x="8366" y="1231"/>
                  <a:pt x="8366" y="1216"/>
                </a:cubicBezTo>
                <a:cubicBezTo>
                  <a:pt x="8241" y="1205"/>
                  <a:pt x="7945" y="1070"/>
                  <a:pt x="7758" y="1070"/>
                </a:cubicBezTo>
                <a:cubicBezTo>
                  <a:pt x="7669" y="1070"/>
                  <a:pt x="7711" y="1117"/>
                  <a:pt x="7820" y="1117"/>
                </a:cubicBezTo>
                <a:cubicBezTo>
                  <a:pt x="7825" y="1070"/>
                  <a:pt x="7888" y="1133"/>
                  <a:pt x="7820" y="1117"/>
                </a:cubicBezTo>
                <a:cubicBezTo>
                  <a:pt x="8111" y="1231"/>
                  <a:pt x="8407" y="1330"/>
                  <a:pt x="8667" y="1470"/>
                </a:cubicBezTo>
                <a:cubicBezTo>
                  <a:pt x="8688" y="1470"/>
                  <a:pt x="8714" y="1465"/>
                  <a:pt x="8719" y="1486"/>
                </a:cubicBezTo>
                <a:cubicBezTo>
                  <a:pt x="8735" y="1491"/>
                  <a:pt x="8761" y="1481"/>
                  <a:pt x="8766" y="1502"/>
                </a:cubicBezTo>
                <a:cubicBezTo>
                  <a:pt x="8787" y="1502"/>
                  <a:pt x="8776" y="1528"/>
                  <a:pt x="8766" y="1502"/>
                </a:cubicBezTo>
                <a:cubicBezTo>
                  <a:pt x="8745" y="1502"/>
                  <a:pt x="8719" y="1507"/>
                  <a:pt x="8719" y="1486"/>
                </a:cubicBezTo>
                <a:cubicBezTo>
                  <a:pt x="8698" y="1486"/>
                  <a:pt x="8672" y="1491"/>
                  <a:pt x="8667" y="1470"/>
                </a:cubicBezTo>
                <a:cubicBezTo>
                  <a:pt x="8101" y="1289"/>
                  <a:pt x="7529" y="1107"/>
                  <a:pt x="6859" y="1024"/>
                </a:cubicBezTo>
                <a:cubicBezTo>
                  <a:pt x="6911" y="1044"/>
                  <a:pt x="7176" y="1091"/>
                  <a:pt x="7295" y="1117"/>
                </a:cubicBezTo>
                <a:cubicBezTo>
                  <a:pt x="7404" y="1143"/>
                  <a:pt x="7259" y="1148"/>
                  <a:pt x="7259" y="1148"/>
                </a:cubicBezTo>
                <a:cubicBezTo>
                  <a:pt x="7295" y="1164"/>
                  <a:pt x="7373" y="1169"/>
                  <a:pt x="7420" y="1185"/>
                </a:cubicBezTo>
                <a:cubicBezTo>
                  <a:pt x="8163" y="1382"/>
                  <a:pt x="8828" y="1616"/>
                  <a:pt x="9467" y="1933"/>
                </a:cubicBezTo>
                <a:cubicBezTo>
                  <a:pt x="10002" y="2198"/>
                  <a:pt x="10391" y="2458"/>
                  <a:pt x="10875" y="2780"/>
                </a:cubicBezTo>
                <a:cubicBezTo>
                  <a:pt x="10947" y="2832"/>
                  <a:pt x="11155" y="2956"/>
                  <a:pt x="11259" y="3055"/>
                </a:cubicBezTo>
                <a:cubicBezTo>
                  <a:pt x="11275" y="3065"/>
                  <a:pt x="11306" y="3076"/>
                  <a:pt x="11275" y="3086"/>
                </a:cubicBezTo>
                <a:cubicBezTo>
                  <a:pt x="11223" y="3102"/>
                  <a:pt x="10885" y="2842"/>
                  <a:pt x="10812" y="2800"/>
                </a:cubicBezTo>
                <a:cubicBezTo>
                  <a:pt x="10355" y="2510"/>
                  <a:pt x="9955" y="2234"/>
                  <a:pt x="9389" y="2000"/>
                </a:cubicBezTo>
                <a:cubicBezTo>
                  <a:pt x="9062" y="1860"/>
                  <a:pt x="8688" y="1699"/>
                  <a:pt x="8319" y="1579"/>
                </a:cubicBezTo>
                <a:cubicBezTo>
                  <a:pt x="7820" y="1429"/>
                  <a:pt x="7404" y="1304"/>
                  <a:pt x="6812" y="1294"/>
                </a:cubicBezTo>
                <a:cubicBezTo>
                  <a:pt x="7004" y="1346"/>
                  <a:pt x="7233" y="1361"/>
                  <a:pt x="7404" y="1439"/>
                </a:cubicBezTo>
                <a:cubicBezTo>
                  <a:pt x="7467" y="1439"/>
                  <a:pt x="7513" y="1444"/>
                  <a:pt x="7550" y="1470"/>
                </a:cubicBezTo>
                <a:cubicBezTo>
                  <a:pt x="7633" y="1455"/>
                  <a:pt x="7571" y="1517"/>
                  <a:pt x="7550" y="1470"/>
                </a:cubicBezTo>
                <a:cubicBezTo>
                  <a:pt x="7488" y="1470"/>
                  <a:pt x="7441" y="1465"/>
                  <a:pt x="7404" y="1439"/>
                </a:cubicBezTo>
                <a:cubicBezTo>
                  <a:pt x="7326" y="1439"/>
                  <a:pt x="7046" y="1356"/>
                  <a:pt x="6911" y="1356"/>
                </a:cubicBezTo>
                <a:cubicBezTo>
                  <a:pt x="6760" y="1356"/>
                  <a:pt x="6937" y="1377"/>
                  <a:pt x="6973" y="1408"/>
                </a:cubicBezTo>
                <a:cubicBezTo>
                  <a:pt x="7077" y="1387"/>
                  <a:pt x="7009" y="1455"/>
                  <a:pt x="6973" y="1408"/>
                </a:cubicBezTo>
                <a:cubicBezTo>
                  <a:pt x="6833" y="1392"/>
                  <a:pt x="6786" y="1372"/>
                  <a:pt x="6687" y="1392"/>
                </a:cubicBezTo>
                <a:cubicBezTo>
                  <a:pt x="6692" y="1387"/>
                  <a:pt x="6786" y="1387"/>
                  <a:pt x="6781" y="1408"/>
                </a:cubicBezTo>
                <a:cubicBezTo>
                  <a:pt x="6770" y="1439"/>
                  <a:pt x="6428" y="1408"/>
                  <a:pt x="6620" y="1470"/>
                </a:cubicBezTo>
                <a:cubicBezTo>
                  <a:pt x="6744" y="1507"/>
                  <a:pt x="6942" y="1517"/>
                  <a:pt x="7067" y="1548"/>
                </a:cubicBezTo>
                <a:cubicBezTo>
                  <a:pt x="7170" y="1574"/>
                  <a:pt x="7316" y="1637"/>
                  <a:pt x="7467" y="1678"/>
                </a:cubicBezTo>
                <a:cubicBezTo>
                  <a:pt x="7524" y="1694"/>
                  <a:pt x="7643" y="1715"/>
                  <a:pt x="7711" y="1741"/>
                </a:cubicBezTo>
                <a:cubicBezTo>
                  <a:pt x="7898" y="1813"/>
                  <a:pt x="7586" y="1725"/>
                  <a:pt x="7503" y="1709"/>
                </a:cubicBezTo>
                <a:cubicBezTo>
                  <a:pt x="7290" y="1668"/>
                  <a:pt x="7212" y="1668"/>
                  <a:pt x="6989" y="1647"/>
                </a:cubicBezTo>
                <a:cubicBezTo>
                  <a:pt x="6900" y="1637"/>
                  <a:pt x="6682" y="1621"/>
                  <a:pt x="6859" y="1678"/>
                </a:cubicBezTo>
                <a:cubicBezTo>
                  <a:pt x="7093" y="1751"/>
                  <a:pt x="7326" y="1761"/>
                  <a:pt x="7565" y="1855"/>
                </a:cubicBezTo>
                <a:cubicBezTo>
                  <a:pt x="7711" y="1912"/>
                  <a:pt x="7389" y="1834"/>
                  <a:pt x="7243" y="1808"/>
                </a:cubicBezTo>
                <a:cubicBezTo>
                  <a:pt x="7160" y="1787"/>
                  <a:pt x="6687" y="1735"/>
                  <a:pt x="6942" y="1808"/>
                </a:cubicBezTo>
                <a:cubicBezTo>
                  <a:pt x="6994" y="1824"/>
                  <a:pt x="7207" y="1860"/>
                  <a:pt x="7197" y="1870"/>
                </a:cubicBezTo>
                <a:cubicBezTo>
                  <a:pt x="7170" y="1897"/>
                  <a:pt x="7004" y="1855"/>
                  <a:pt x="6989" y="1855"/>
                </a:cubicBezTo>
                <a:cubicBezTo>
                  <a:pt x="6656" y="1808"/>
                  <a:pt x="6355" y="1782"/>
                  <a:pt x="5996" y="1756"/>
                </a:cubicBezTo>
                <a:cubicBezTo>
                  <a:pt x="5877" y="1751"/>
                  <a:pt x="5804" y="1735"/>
                  <a:pt x="5710" y="1741"/>
                </a:cubicBezTo>
                <a:cubicBezTo>
                  <a:pt x="5705" y="1741"/>
                  <a:pt x="5643" y="1761"/>
                  <a:pt x="5643" y="1772"/>
                </a:cubicBezTo>
                <a:cubicBezTo>
                  <a:pt x="5653" y="1793"/>
                  <a:pt x="6308" y="1876"/>
                  <a:pt x="6350" y="1886"/>
                </a:cubicBezTo>
                <a:cubicBezTo>
                  <a:pt x="6687" y="1959"/>
                  <a:pt x="6708" y="1954"/>
                  <a:pt x="7020" y="2016"/>
                </a:cubicBezTo>
                <a:cubicBezTo>
                  <a:pt x="7508" y="2109"/>
                  <a:pt x="7836" y="2208"/>
                  <a:pt x="8267" y="2364"/>
                </a:cubicBezTo>
                <a:cubicBezTo>
                  <a:pt x="8334" y="2348"/>
                  <a:pt x="8272" y="2416"/>
                  <a:pt x="8267" y="2364"/>
                </a:cubicBezTo>
                <a:cubicBezTo>
                  <a:pt x="7784" y="2239"/>
                  <a:pt x="7342" y="2078"/>
                  <a:pt x="6781" y="2032"/>
                </a:cubicBezTo>
                <a:cubicBezTo>
                  <a:pt x="6729" y="1980"/>
                  <a:pt x="6661" y="2047"/>
                  <a:pt x="6781" y="2032"/>
                </a:cubicBezTo>
                <a:cubicBezTo>
                  <a:pt x="6791" y="2037"/>
                  <a:pt x="7145" y="2130"/>
                  <a:pt x="7150" y="2125"/>
                </a:cubicBezTo>
                <a:cubicBezTo>
                  <a:pt x="7139" y="2135"/>
                  <a:pt x="6672" y="2078"/>
                  <a:pt x="6942" y="2172"/>
                </a:cubicBezTo>
                <a:cubicBezTo>
                  <a:pt x="7035" y="2208"/>
                  <a:pt x="7165" y="2229"/>
                  <a:pt x="7295" y="2255"/>
                </a:cubicBezTo>
                <a:cubicBezTo>
                  <a:pt x="7446" y="2286"/>
                  <a:pt x="7404" y="2281"/>
                  <a:pt x="7488" y="2302"/>
                </a:cubicBezTo>
                <a:cubicBezTo>
                  <a:pt x="7649" y="2348"/>
                  <a:pt x="7295" y="2276"/>
                  <a:pt x="7280" y="2271"/>
                </a:cubicBezTo>
                <a:cubicBezTo>
                  <a:pt x="7041" y="2224"/>
                  <a:pt x="6781" y="2177"/>
                  <a:pt x="6495" y="2156"/>
                </a:cubicBezTo>
                <a:cubicBezTo>
                  <a:pt x="7124" y="2302"/>
                  <a:pt x="7851" y="2442"/>
                  <a:pt x="8459" y="2671"/>
                </a:cubicBezTo>
                <a:cubicBezTo>
                  <a:pt x="8605" y="2722"/>
                  <a:pt x="8761" y="2769"/>
                  <a:pt x="8875" y="2863"/>
                </a:cubicBezTo>
                <a:cubicBezTo>
                  <a:pt x="8942" y="2847"/>
                  <a:pt x="8880" y="2910"/>
                  <a:pt x="8875" y="2863"/>
                </a:cubicBezTo>
                <a:cubicBezTo>
                  <a:pt x="8308" y="2650"/>
                  <a:pt x="7669" y="2432"/>
                  <a:pt x="6973" y="2317"/>
                </a:cubicBezTo>
                <a:cubicBezTo>
                  <a:pt x="6734" y="2281"/>
                  <a:pt x="6479" y="2234"/>
                  <a:pt x="6251" y="2224"/>
                </a:cubicBezTo>
                <a:cubicBezTo>
                  <a:pt x="6230" y="2219"/>
                  <a:pt x="6116" y="2208"/>
                  <a:pt x="6095" y="2234"/>
                </a:cubicBezTo>
                <a:cubicBezTo>
                  <a:pt x="6121" y="2219"/>
                  <a:pt x="6287" y="2265"/>
                  <a:pt x="6277" y="2271"/>
                </a:cubicBezTo>
                <a:cubicBezTo>
                  <a:pt x="6370" y="2281"/>
                  <a:pt x="6474" y="2286"/>
                  <a:pt x="6588" y="2317"/>
                </a:cubicBezTo>
                <a:cubicBezTo>
                  <a:pt x="6687" y="2343"/>
                  <a:pt x="6760" y="2390"/>
                  <a:pt x="6557" y="2364"/>
                </a:cubicBezTo>
                <a:cubicBezTo>
                  <a:pt x="6266" y="2328"/>
                  <a:pt x="6713" y="2400"/>
                  <a:pt x="6859" y="2432"/>
                </a:cubicBezTo>
                <a:cubicBezTo>
                  <a:pt x="7768" y="2608"/>
                  <a:pt x="8584" y="2894"/>
                  <a:pt x="9296" y="3247"/>
                </a:cubicBezTo>
                <a:cubicBezTo>
                  <a:pt x="9306" y="3247"/>
                  <a:pt x="9327" y="3247"/>
                  <a:pt x="9327" y="3263"/>
                </a:cubicBezTo>
                <a:cubicBezTo>
                  <a:pt x="9394" y="3247"/>
                  <a:pt x="9327" y="3310"/>
                  <a:pt x="9327" y="3263"/>
                </a:cubicBezTo>
                <a:cubicBezTo>
                  <a:pt x="9311" y="3258"/>
                  <a:pt x="9296" y="3263"/>
                  <a:pt x="9296" y="3247"/>
                </a:cubicBezTo>
                <a:cubicBezTo>
                  <a:pt x="8215" y="2769"/>
                  <a:pt x="6921" y="2400"/>
                  <a:pt x="5565" y="2317"/>
                </a:cubicBezTo>
                <a:cubicBezTo>
                  <a:pt x="5217" y="2297"/>
                  <a:pt x="4811" y="2260"/>
                  <a:pt x="4411" y="2286"/>
                </a:cubicBezTo>
                <a:cubicBezTo>
                  <a:pt x="4193" y="2302"/>
                  <a:pt x="4520" y="2291"/>
                  <a:pt x="4655" y="2302"/>
                </a:cubicBezTo>
                <a:cubicBezTo>
                  <a:pt x="4785" y="2317"/>
                  <a:pt x="5139" y="2317"/>
                  <a:pt x="5310" y="2348"/>
                </a:cubicBezTo>
                <a:cubicBezTo>
                  <a:pt x="5430" y="2375"/>
                  <a:pt x="5123" y="2364"/>
                  <a:pt x="5035" y="2364"/>
                </a:cubicBezTo>
                <a:cubicBezTo>
                  <a:pt x="4323" y="2369"/>
                  <a:pt x="3434" y="2426"/>
                  <a:pt x="2655" y="2478"/>
                </a:cubicBezTo>
                <a:cubicBezTo>
                  <a:pt x="2411" y="2494"/>
                  <a:pt x="2005" y="2556"/>
                  <a:pt x="1694" y="2624"/>
                </a:cubicBezTo>
                <a:cubicBezTo>
                  <a:pt x="1481" y="2665"/>
                  <a:pt x="1278" y="2728"/>
                  <a:pt x="1252" y="2738"/>
                </a:cubicBezTo>
                <a:cubicBezTo>
                  <a:pt x="1252" y="2738"/>
                  <a:pt x="1257" y="2733"/>
                  <a:pt x="1262" y="2733"/>
                </a:cubicBezTo>
                <a:cubicBezTo>
                  <a:pt x="1247" y="2738"/>
                  <a:pt x="1247" y="2738"/>
                  <a:pt x="1252" y="2738"/>
                </a:cubicBezTo>
                <a:cubicBezTo>
                  <a:pt x="1148" y="2769"/>
                  <a:pt x="1044" y="2790"/>
                  <a:pt x="940" y="2832"/>
                </a:cubicBezTo>
                <a:cubicBezTo>
                  <a:pt x="706" y="2925"/>
                  <a:pt x="1138" y="2800"/>
                  <a:pt x="1195" y="2780"/>
                </a:cubicBezTo>
                <a:cubicBezTo>
                  <a:pt x="1662" y="2650"/>
                  <a:pt x="2109" y="2546"/>
                  <a:pt x="2717" y="2494"/>
                </a:cubicBezTo>
                <a:cubicBezTo>
                  <a:pt x="3008" y="2468"/>
                  <a:pt x="3320" y="2463"/>
                  <a:pt x="3663" y="2447"/>
                </a:cubicBezTo>
                <a:cubicBezTo>
                  <a:pt x="3970" y="2432"/>
                  <a:pt x="4333" y="2380"/>
                  <a:pt x="4588" y="2416"/>
                </a:cubicBezTo>
                <a:cubicBezTo>
                  <a:pt x="4785" y="2442"/>
                  <a:pt x="4526" y="2447"/>
                  <a:pt x="4411" y="2447"/>
                </a:cubicBezTo>
                <a:cubicBezTo>
                  <a:pt x="4136" y="2447"/>
                  <a:pt x="3814" y="2452"/>
                  <a:pt x="3549" y="2494"/>
                </a:cubicBezTo>
                <a:cubicBezTo>
                  <a:pt x="3377" y="2520"/>
                  <a:pt x="3757" y="2499"/>
                  <a:pt x="3819" y="2494"/>
                </a:cubicBezTo>
                <a:cubicBezTo>
                  <a:pt x="4110" y="2484"/>
                  <a:pt x="4401" y="2484"/>
                  <a:pt x="4671" y="2494"/>
                </a:cubicBezTo>
                <a:cubicBezTo>
                  <a:pt x="5586" y="2535"/>
                  <a:pt x="6438" y="2686"/>
                  <a:pt x="7285" y="2878"/>
                </a:cubicBezTo>
                <a:cubicBezTo>
                  <a:pt x="7373" y="2899"/>
                  <a:pt x="7461" y="2920"/>
                  <a:pt x="7550" y="2941"/>
                </a:cubicBezTo>
                <a:cubicBezTo>
                  <a:pt x="7597" y="2941"/>
                  <a:pt x="7638" y="2951"/>
                  <a:pt x="7659" y="2972"/>
                </a:cubicBezTo>
                <a:cubicBezTo>
                  <a:pt x="7747" y="2956"/>
                  <a:pt x="7680" y="3024"/>
                  <a:pt x="7659" y="2972"/>
                </a:cubicBezTo>
                <a:cubicBezTo>
                  <a:pt x="7612" y="2977"/>
                  <a:pt x="7571" y="2967"/>
                  <a:pt x="7550" y="2941"/>
                </a:cubicBezTo>
                <a:cubicBezTo>
                  <a:pt x="7461" y="2920"/>
                  <a:pt x="7373" y="2899"/>
                  <a:pt x="7285" y="2878"/>
                </a:cubicBezTo>
                <a:cubicBezTo>
                  <a:pt x="6043" y="2608"/>
                  <a:pt x="4359" y="2546"/>
                  <a:pt x="2894" y="2655"/>
                </a:cubicBezTo>
                <a:cubicBezTo>
                  <a:pt x="2328" y="2697"/>
                  <a:pt x="1574" y="2790"/>
                  <a:pt x="1070" y="2956"/>
                </a:cubicBezTo>
                <a:cubicBezTo>
                  <a:pt x="821" y="3039"/>
                  <a:pt x="592" y="3117"/>
                  <a:pt x="556" y="3263"/>
                </a:cubicBezTo>
                <a:cubicBezTo>
                  <a:pt x="566" y="3232"/>
                  <a:pt x="561" y="3330"/>
                  <a:pt x="556" y="3325"/>
                </a:cubicBezTo>
                <a:cubicBezTo>
                  <a:pt x="571" y="3341"/>
                  <a:pt x="686" y="3310"/>
                  <a:pt x="670" y="3341"/>
                </a:cubicBezTo>
                <a:cubicBezTo>
                  <a:pt x="634" y="3398"/>
                  <a:pt x="504" y="3330"/>
                  <a:pt x="478" y="3372"/>
                </a:cubicBezTo>
                <a:cubicBezTo>
                  <a:pt x="431" y="3440"/>
                  <a:pt x="571" y="3455"/>
                  <a:pt x="602" y="3455"/>
                </a:cubicBezTo>
                <a:cubicBezTo>
                  <a:pt x="628" y="3455"/>
                  <a:pt x="841" y="3388"/>
                  <a:pt x="670" y="3455"/>
                </a:cubicBezTo>
                <a:cubicBezTo>
                  <a:pt x="660" y="3455"/>
                  <a:pt x="628" y="3486"/>
                  <a:pt x="618" y="3486"/>
                </a:cubicBezTo>
                <a:cubicBezTo>
                  <a:pt x="561" y="3502"/>
                  <a:pt x="467" y="3460"/>
                  <a:pt x="478" y="3580"/>
                </a:cubicBezTo>
                <a:cubicBezTo>
                  <a:pt x="478" y="3616"/>
                  <a:pt x="519" y="3611"/>
                  <a:pt x="509" y="3663"/>
                </a:cubicBezTo>
                <a:cubicBezTo>
                  <a:pt x="509" y="3668"/>
                  <a:pt x="447" y="3658"/>
                  <a:pt x="447" y="3663"/>
                </a:cubicBezTo>
                <a:cubicBezTo>
                  <a:pt x="426" y="3704"/>
                  <a:pt x="473" y="3673"/>
                  <a:pt x="478" y="3719"/>
                </a:cubicBezTo>
                <a:cubicBezTo>
                  <a:pt x="473" y="3704"/>
                  <a:pt x="426" y="3781"/>
                  <a:pt x="441" y="3776"/>
                </a:cubicBezTo>
                <a:cubicBezTo>
                  <a:pt x="374" y="3839"/>
                  <a:pt x="265" y="3823"/>
                  <a:pt x="270" y="3901"/>
                </a:cubicBezTo>
                <a:cubicBezTo>
                  <a:pt x="270" y="3948"/>
                  <a:pt x="379" y="3880"/>
                  <a:pt x="395" y="3948"/>
                </a:cubicBezTo>
                <a:cubicBezTo>
                  <a:pt x="400" y="3963"/>
                  <a:pt x="93" y="4078"/>
                  <a:pt x="285" y="4124"/>
                </a:cubicBezTo>
                <a:cubicBezTo>
                  <a:pt x="327" y="4135"/>
                  <a:pt x="358" y="4135"/>
                  <a:pt x="363" y="4135"/>
                </a:cubicBezTo>
                <a:cubicBezTo>
                  <a:pt x="358" y="4135"/>
                  <a:pt x="337" y="4140"/>
                  <a:pt x="301" y="4155"/>
                </a:cubicBezTo>
                <a:cubicBezTo>
                  <a:pt x="301" y="4155"/>
                  <a:pt x="249" y="4202"/>
                  <a:pt x="254" y="4208"/>
                </a:cubicBezTo>
                <a:cubicBezTo>
                  <a:pt x="265" y="4218"/>
                  <a:pt x="504" y="4130"/>
                  <a:pt x="379" y="4187"/>
                </a:cubicBezTo>
                <a:cubicBezTo>
                  <a:pt x="405" y="4176"/>
                  <a:pt x="166" y="4291"/>
                  <a:pt x="171" y="4270"/>
                </a:cubicBezTo>
                <a:cubicBezTo>
                  <a:pt x="145" y="4343"/>
                  <a:pt x="306" y="4322"/>
                  <a:pt x="301" y="4363"/>
                </a:cubicBezTo>
                <a:cubicBezTo>
                  <a:pt x="301" y="4363"/>
                  <a:pt x="0" y="4441"/>
                  <a:pt x="156" y="4462"/>
                </a:cubicBezTo>
                <a:cubicBezTo>
                  <a:pt x="228" y="4473"/>
                  <a:pt x="280" y="4530"/>
                  <a:pt x="332" y="4540"/>
                </a:cubicBezTo>
                <a:cubicBezTo>
                  <a:pt x="379" y="4550"/>
                  <a:pt x="431" y="4519"/>
                  <a:pt x="447" y="4524"/>
                </a:cubicBezTo>
                <a:cubicBezTo>
                  <a:pt x="493" y="4550"/>
                  <a:pt x="415" y="4592"/>
                  <a:pt x="509" y="4608"/>
                </a:cubicBezTo>
                <a:cubicBezTo>
                  <a:pt x="592" y="4618"/>
                  <a:pt x="769" y="4514"/>
                  <a:pt x="1003" y="4431"/>
                </a:cubicBezTo>
                <a:cubicBezTo>
                  <a:pt x="1792" y="4140"/>
                  <a:pt x="2806" y="4130"/>
                  <a:pt x="3788" y="4046"/>
                </a:cubicBezTo>
                <a:cubicBezTo>
                  <a:pt x="4250" y="4005"/>
                  <a:pt x="4707" y="4078"/>
                  <a:pt x="5149" y="4093"/>
                </a:cubicBezTo>
                <a:cubicBezTo>
                  <a:pt x="5414" y="4104"/>
                  <a:pt x="5669" y="4104"/>
                  <a:pt x="5918" y="4124"/>
                </a:cubicBezTo>
                <a:cubicBezTo>
                  <a:pt x="6287" y="4161"/>
                  <a:pt x="6635" y="4254"/>
                  <a:pt x="6989" y="4265"/>
                </a:cubicBezTo>
                <a:cubicBezTo>
                  <a:pt x="6978" y="4254"/>
                  <a:pt x="7020" y="4239"/>
                  <a:pt x="7051" y="4270"/>
                </a:cubicBezTo>
                <a:cubicBezTo>
                  <a:pt x="7186" y="4280"/>
                  <a:pt x="7004" y="4301"/>
                  <a:pt x="7134" y="4285"/>
                </a:cubicBezTo>
                <a:cubicBezTo>
                  <a:pt x="7269" y="4270"/>
                  <a:pt x="7072" y="4332"/>
                  <a:pt x="7212" y="4317"/>
                </a:cubicBezTo>
                <a:cubicBezTo>
                  <a:pt x="7233" y="4270"/>
                  <a:pt x="7300" y="4332"/>
                  <a:pt x="7212" y="4317"/>
                </a:cubicBezTo>
                <a:cubicBezTo>
                  <a:pt x="7243" y="4343"/>
                  <a:pt x="7290" y="4348"/>
                  <a:pt x="7342" y="4348"/>
                </a:cubicBezTo>
                <a:cubicBezTo>
                  <a:pt x="7342" y="4343"/>
                  <a:pt x="7342" y="4337"/>
                  <a:pt x="7342" y="4332"/>
                </a:cubicBezTo>
                <a:cubicBezTo>
                  <a:pt x="7259" y="4353"/>
                  <a:pt x="7321" y="4285"/>
                  <a:pt x="7342" y="4332"/>
                </a:cubicBezTo>
                <a:cubicBezTo>
                  <a:pt x="7363" y="4337"/>
                  <a:pt x="7399" y="4327"/>
                  <a:pt x="7404" y="4348"/>
                </a:cubicBezTo>
                <a:cubicBezTo>
                  <a:pt x="7425" y="4353"/>
                  <a:pt x="7446" y="4358"/>
                  <a:pt x="7461" y="4363"/>
                </a:cubicBezTo>
                <a:cubicBezTo>
                  <a:pt x="7446" y="4363"/>
                  <a:pt x="7415" y="4374"/>
                  <a:pt x="7420" y="4379"/>
                </a:cubicBezTo>
                <a:cubicBezTo>
                  <a:pt x="7430" y="4389"/>
                  <a:pt x="7477" y="4374"/>
                  <a:pt x="7467" y="4363"/>
                </a:cubicBezTo>
                <a:lnTo>
                  <a:pt x="7467" y="4363"/>
                </a:lnTo>
                <a:cubicBezTo>
                  <a:pt x="7919" y="4473"/>
                  <a:pt x="8371" y="4639"/>
                  <a:pt x="8781" y="4815"/>
                </a:cubicBezTo>
                <a:cubicBezTo>
                  <a:pt x="8916" y="4873"/>
                  <a:pt x="9041" y="4971"/>
                  <a:pt x="9181" y="5023"/>
                </a:cubicBezTo>
                <a:cubicBezTo>
                  <a:pt x="9291" y="5060"/>
                  <a:pt x="9400" y="5060"/>
                  <a:pt x="9504" y="5101"/>
                </a:cubicBezTo>
                <a:cubicBezTo>
                  <a:pt x="9670" y="5169"/>
                  <a:pt x="9836" y="5298"/>
                  <a:pt x="10012" y="5408"/>
                </a:cubicBezTo>
                <a:cubicBezTo>
                  <a:pt x="10506" y="5704"/>
                  <a:pt x="10968" y="6057"/>
                  <a:pt x="11451" y="6364"/>
                </a:cubicBezTo>
                <a:cubicBezTo>
                  <a:pt x="11997" y="6712"/>
                  <a:pt x="12631" y="7013"/>
                  <a:pt x="13421" y="7195"/>
                </a:cubicBezTo>
                <a:cubicBezTo>
                  <a:pt x="13545" y="7226"/>
                  <a:pt x="13873" y="7283"/>
                  <a:pt x="13712" y="7231"/>
                </a:cubicBezTo>
                <a:cubicBezTo>
                  <a:pt x="13166" y="7044"/>
                  <a:pt x="12672" y="6946"/>
                  <a:pt x="12205" y="6701"/>
                </a:cubicBezTo>
                <a:cubicBezTo>
                  <a:pt x="12158" y="6675"/>
                  <a:pt x="11924" y="6530"/>
                  <a:pt x="12127" y="6623"/>
                </a:cubicBezTo>
                <a:cubicBezTo>
                  <a:pt x="12470" y="6779"/>
                  <a:pt x="12937" y="6972"/>
                  <a:pt x="13358" y="7086"/>
                </a:cubicBezTo>
                <a:cubicBezTo>
                  <a:pt x="13597" y="7148"/>
                  <a:pt x="13868" y="7200"/>
                  <a:pt x="14112" y="7247"/>
                </a:cubicBezTo>
                <a:cubicBezTo>
                  <a:pt x="14741" y="7361"/>
                  <a:pt x="15291" y="7356"/>
                  <a:pt x="16014" y="7387"/>
                </a:cubicBezTo>
                <a:cubicBezTo>
                  <a:pt x="16419" y="7408"/>
                  <a:pt x="17281" y="7408"/>
                  <a:pt x="17645" y="7387"/>
                </a:cubicBezTo>
                <a:cubicBezTo>
                  <a:pt x="17640" y="7387"/>
                  <a:pt x="17983" y="7398"/>
                  <a:pt x="17983" y="7356"/>
                </a:cubicBezTo>
                <a:cubicBezTo>
                  <a:pt x="17983" y="7346"/>
                  <a:pt x="17718" y="7309"/>
                  <a:pt x="17692" y="7309"/>
                </a:cubicBezTo>
                <a:cubicBezTo>
                  <a:pt x="17661" y="7309"/>
                  <a:pt x="17635" y="7340"/>
                  <a:pt x="17614" y="7340"/>
                </a:cubicBezTo>
                <a:cubicBezTo>
                  <a:pt x="17494" y="7351"/>
                  <a:pt x="17333" y="7330"/>
                  <a:pt x="17183" y="7325"/>
                </a:cubicBezTo>
                <a:cubicBezTo>
                  <a:pt x="16564" y="7299"/>
                  <a:pt x="15858" y="7314"/>
                  <a:pt x="15198" y="7263"/>
                </a:cubicBezTo>
                <a:cubicBezTo>
                  <a:pt x="14969" y="7242"/>
                  <a:pt x="14668" y="7169"/>
                  <a:pt x="14429" y="7133"/>
                </a:cubicBezTo>
                <a:cubicBezTo>
                  <a:pt x="14403" y="7122"/>
                  <a:pt x="14335" y="7153"/>
                  <a:pt x="14335" y="7117"/>
                </a:cubicBezTo>
                <a:cubicBezTo>
                  <a:pt x="14304" y="7107"/>
                  <a:pt x="14242" y="7138"/>
                  <a:pt x="14236" y="7101"/>
                </a:cubicBezTo>
                <a:cubicBezTo>
                  <a:pt x="14210" y="7091"/>
                  <a:pt x="14143" y="7122"/>
                  <a:pt x="14143" y="7086"/>
                </a:cubicBezTo>
                <a:cubicBezTo>
                  <a:pt x="14039" y="7101"/>
                  <a:pt x="14106" y="7034"/>
                  <a:pt x="14143" y="7086"/>
                </a:cubicBezTo>
                <a:cubicBezTo>
                  <a:pt x="14169" y="7096"/>
                  <a:pt x="14236" y="7065"/>
                  <a:pt x="14236" y="7101"/>
                </a:cubicBezTo>
                <a:cubicBezTo>
                  <a:pt x="14268" y="7112"/>
                  <a:pt x="14330" y="7081"/>
                  <a:pt x="14335" y="7117"/>
                </a:cubicBezTo>
                <a:cubicBezTo>
                  <a:pt x="14361" y="7127"/>
                  <a:pt x="14429" y="7096"/>
                  <a:pt x="14429" y="7133"/>
                </a:cubicBezTo>
                <a:cubicBezTo>
                  <a:pt x="14470" y="7117"/>
                  <a:pt x="14637" y="7164"/>
                  <a:pt x="14668" y="7164"/>
                </a:cubicBezTo>
                <a:cubicBezTo>
                  <a:pt x="14829" y="7179"/>
                  <a:pt x="14564" y="7122"/>
                  <a:pt x="14413" y="7101"/>
                </a:cubicBezTo>
                <a:cubicBezTo>
                  <a:pt x="14257" y="7075"/>
                  <a:pt x="14169" y="7060"/>
                  <a:pt x="14060" y="7055"/>
                </a:cubicBezTo>
                <a:cubicBezTo>
                  <a:pt x="14008" y="7101"/>
                  <a:pt x="13940" y="7034"/>
                  <a:pt x="14060" y="7055"/>
                </a:cubicBezTo>
                <a:cubicBezTo>
                  <a:pt x="13862" y="6997"/>
                  <a:pt x="14304" y="7055"/>
                  <a:pt x="14429" y="7070"/>
                </a:cubicBezTo>
                <a:cubicBezTo>
                  <a:pt x="14631" y="7096"/>
                  <a:pt x="14824" y="7143"/>
                  <a:pt x="15037" y="7148"/>
                </a:cubicBezTo>
                <a:cubicBezTo>
                  <a:pt x="15260" y="7159"/>
                  <a:pt x="15395" y="7138"/>
                  <a:pt x="15645" y="7148"/>
                </a:cubicBezTo>
                <a:cubicBezTo>
                  <a:pt x="16492" y="7190"/>
                  <a:pt x="17500" y="7210"/>
                  <a:pt x="18175" y="7117"/>
                </a:cubicBezTo>
                <a:cubicBezTo>
                  <a:pt x="18399" y="7086"/>
                  <a:pt x="18617" y="7034"/>
                  <a:pt x="18830" y="7003"/>
                </a:cubicBezTo>
                <a:cubicBezTo>
                  <a:pt x="19074" y="6972"/>
                  <a:pt x="19313" y="6966"/>
                  <a:pt x="19500" y="6909"/>
                </a:cubicBezTo>
                <a:cubicBezTo>
                  <a:pt x="19511" y="6904"/>
                  <a:pt x="19547" y="6868"/>
                  <a:pt x="19599" y="6847"/>
                </a:cubicBezTo>
                <a:cubicBezTo>
                  <a:pt x="19573" y="6857"/>
                  <a:pt x="19739" y="6847"/>
                  <a:pt x="19693" y="6795"/>
                </a:cubicBezTo>
              </a:path>
            </a:pathLst>
          </a:custGeom>
          <a:solidFill>
            <a:schemeClr val="bg1">
              <a:lumMod val="95000"/>
            </a:schemeClr>
          </a:solidFill>
          <a:ln>
            <a:noFill/>
          </a:ln>
          <a:effectLst/>
        </p:spPr>
        <p:txBody>
          <a:bodyPr wrap="none" anchor="ctr"/>
          <a:lstStyle/>
          <a:p>
            <a:pPr defTabSz="914400"/>
            <a:endParaRPr lang="en-US" dirty="0">
              <a:solidFill>
                <a:srgbClr val="7F7F7F"/>
              </a:solidFill>
              <a:latin typeface="思源宋体 CN Heavy" pitchFamily="18" charset="-122"/>
              <a:sym typeface="Arial" panose="020B0604020202020204" pitchFamily="34" charset="0"/>
            </a:endParaRPr>
          </a:p>
        </p:txBody>
      </p:sp>
      <p:pic>
        <p:nvPicPr>
          <p:cNvPr id="8" name="图片占位符 7" descr="C:/兼职/觅知网/2月/国风实拍松柏/松柏/new-P-1598253-C49C775AO.jpgnew-P-1598253-C49C775AO"/>
          <p:cNvPicPr>
            <a:picLocks noGrp="1" noChangeAspect="1"/>
          </p:cNvPicPr>
          <p:nvPr>
            <p:ph type="pic" sz="quarter" idx="26"/>
          </p:nvPr>
        </p:nvPicPr>
        <p:blipFill>
          <a:blip r:embed="R4da28aaf99a54306" cstate="screen">
            <a:extLst>
              <a:ext uri="{28A0092B-C50C-407E-A947-70E740481C1C}">
                <a14:useLocalDpi xmlns:a14="http://schemas.microsoft.com/office/drawing/2010/main"/>
              </a:ext>
            </a:extLst>
          </a:blip>
          <a:srcRect/>
          <a:stretch>
            <a:fillRect/>
          </a:stretch>
        </p:blipFill>
        <p:spPr>
          <a:xfrm>
            <a:off x="120035" y="633626"/>
            <a:ext cx="12048044" cy="4551658"/>
          </a:xfrm>
        </p:spPr>
      </p:pic>
      <p:sp>
        <p:nvSpPr>
          <p:cNvPr id="2" name="文本框 1"/>
          <p:cNvSpPr txBox="1"/>
          <p:nvPr>
            <p:custDataLst>
              <p:tags r:id="R41260a842c5a4173"/>
            </p:custDataLst>
          </p:nvPr>
        </p:nvSpPr>
        <p:spPr>
          <a:xfrm>
            <a:off x="7143750" y="508000"/>
            <a:ext cx="5350510" cy="1322070"/>
          </a:xfrm>
          <a:prstGeom prst="rect">
            <a:avLst/>
          </a:prstGeom>
          <a:noFill/>
        </p:spPr>
        <p:txBody>
          <a:bodyPr wrap="square" rtlCol="0">
            <a:spAutoFit/>
          </a:bodyPr>
          <a:lstStyle/>
          <a:p>
            <a:pPr algn="ctr"/>
            <a:r>
              <a:rPr lang="zh-CN" altLang="en-US" sz="8000" dirty="0">
                <a:solidFill>
                  <a:srgbClr val="486052"/>
                </a:solidFill>
                <a:latin typeface="思源宋体 CN Heavy" pitchFamily="18" charset="-122"/>
                <a:ea typeface="思源宋体 CN Heavy" pitchFamily="18" charset="-122"/>
                <a:cs typeface="+mn-ea"/>
                <a:sym typeface="Arial" panose="020B0604020202020204" pitchFamily="34" charset="0"/>
              </a:rPr>
              <a:t>不拔之志</a:t>
            </a:r>
            <a:endPar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endParaRPr>
          </a:p>
        </p:txBody>
      </p:sp>
      <p:sp>
        <p:nvSpPr>
          <p:cNvPr id="53" name="矩形 52"/>
          <p:cNvSpPr/>
          <p:nvPr>
            <p:custDataLst>
              <p:tags r:id="R5aec4d93444f4265"/>
            </p:custDataLst>
          </p:nvPr>
        </p:nvSpPr>
        <p:spPr>
          <a:xfrm>
            <a:off x="1573530" y="3809365"/>
            <a:ext cx="4350385" cy="810260"/>
          </a:xfrm>
          <a:prstGeom prst="rect">
            <a:avLst/>
          </a:prstGeom>
        </p:spPr>
        <p:txBody>
          <a:bodyPr wrap="square">
            <a:spAutoFit/>
          </a:bodyPr>
          <a:lstStyle/>
          <a:p>
            <a:pPr indent="0" algn="r"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54" name="矩形 53"/>
          <p:cNvSpPr/>
          <p:nvPr>
            <p:custDataLst>
              <p:tags r:id="R929272e5191f4013"/>
            </p:custDataLst>
          </p:nvPr>
        </p:nvSpPr>
        <p:spPr>
          <a:xfrm>
            <a:off x="1573530" y="4846955"/>
            <a:ext cx="4350385" cy="810260"/>
          </a:xfrm>
          <a:prstGeom prst="rect">
            <a:avLst/>
          </a:prstGeom>
        </p:spPr>
        <p:txBody>
          <a:bodyPr wrap="square">
            <a:spAutoFit/>
          </a:bodyPr>
          <a:lstStyle/>
          <a:p>
            <a:pPr indent="0" algn="r"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2" dur="1000" fill="hold" grpId="0" nodeType="after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wipe(right)">
                                      <p:cBhvr>
                                        <p:cTn id="7" dur="1000"/>
                                        <p:tgtEl>
                                          <p:spTgt spid="3"/>
                                        </p:tgtEl>
                                      </p:cBhvr>
                                    </p:animEffect>
                                  </p:childTnLst>
                                </p:cTn>
                              </p:par>
                              <p:par>
                                <p:cTn id="8" presetID="22" presetClass="entr" presetSubtype="2" dur="1000" fill="hold" grpId="0" nodeType="withEffect">
                                  <p:stCondLst>
                                    <p:cond delay="0"/>
                                  </p:stCondLst>
                                  <p:childTnLst>
                                    <p:set>
                                      <p:cBhvr>
                                        <p:cTn id="9" dur="1000" fill="hold">
                                          <p:stCondLst>
                                            <p:cond delay="0"/>
                                          </p:stCondLst>
                                        </p:cTn>
                                        <p:tgtEl>
                                          <p:spTgt spid="11"/>
                                        </p:tgtEl>
                                        <p:attrNameLst>
                                          <p:attrName>style.visibility</p:attrName>
                                        </p:attrNameLst>
                                      </p:cBhvr>
                                      <p:to>
                                        <p:strVal val="visible"/>
                                      </p:to>
                                    </p:set>
                                    <p:animEffect transition="in" filter="wipe(right)">
                                      <p:cBhvr>
                                        <p:cTn id="10" dur="1000"/>
                                        <p:tgtEl>
                                          <p:spTgt spid="11"/>
                                        </p:tgtEl>
                                      </p:cBhvr>
                                    </p:animEffect>
                                  </p:childTnLst>
                                </p:cTn>
                              </p:par>
                              <p:par>
                                <p:cTn id="11" presetID="22" presetClass="entr" presetSubtype="2" dur="1000" fill="hold" nodeType="withEffect">
                                  <p:stCondLst>
                                    <p:cond delay="0"/>
                                  </p:stCondLst>
                                  <p:childTnLst>
                                    <p:set>
                                      <p:cBhvr>
                                        <p:cTn id="12" dur="1000" fill="hold">
                                          <p:stCondLst>
                                            <p:cond delay="0"/>
                                          </p:stCondLst>
                                        </p:cTn>
                                        <p:tgtEl>
                                          <p:spTgt spid="8"/>
                                        </p:tgtEl>
                                        <p:attrNameLst>
                                          <p:attrName>style.visibility</p:attrName>
                                        </p:attrNameLst>
                                      </p:cBhvr>
                                      <p:to>
                                        <p:strVal val="visible"/>
                                      </p:to>
                                    </p:set>
                                    <p:animEffect transition="in" filter="wipe(right)">
                                      <p:cBhvr>
                                        <p:cTn id="13" dur="1000"/>
                                        <p:tgtEl>
                                          <p:spTgt spid="8"/>
                                        </p:tgtEl>
                                      </p:cBhvr>
                                    </p:animEffect>
                                  </p:childTnLst>
                                </p:cTn>
                              </p:par>
                            </p:childTnLst>
                          </p:cTn>
                        </p:par>
                        <p:par>
                          <p:cTn id="14" fill="hold" nodeType="afterGroup">
                            <p:stCondLst>
                              <p:cond delay="1000"/>
                            </p:stCondLst>
                            <p:childTnLst>
                              <p:par>
                                <p:cTn id="15" presetID="55" presetClass="entr" presetSubtype="0" dur="100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par>
                          <p:cTn id="20" fill="hold" nodeType="afterGroup">
                            <p:stCondLst>
                              <p:cond delay="2000"/>
                            </p:stCondLst>
                            <p:childTnLst>
                              <p:par>
                                <p:cTn id="21" presetID="12" presetClass="entr" presetSubtype="2" dur="1000" fill="hold" grpId="0" nodeType="afterEffect">
                                  <p:stCondLst>
                                    <p:cond delay="0"/>
                                  </p:stCondLst>
                                  <p:childTnLst>
                                    <p:set>
                                      <p:cBhvr>
                                        <p:cTn id="22" dur="1000" fill="hold">
                                          <p:stCondLst>
                                            <p:cond delay="0"/>
                                          </p:stCondLst>
                                        </p:cTn>
                                        <p:tgtEl>
                                          <p:spTgt spid="53"/>
                                        </p:tgtEl>
                                        <p:attrNameLst>
                                          <p:attrName>style.visibility</p:attrName>
                                        </p:attrNameLst>
                                      </p:cBhvr>
                                      <p:to>
                                        <p:strVal val="visible"/>
                                      </p:to>
                                    </p:set>
                                    <p:anim calcmode="lin" valueType="num">
                                      <p:cBhvr additive="base">
                                        <p:cTn id="23" dur="1000"/>
                                        <p:tgtEl>
                                          <p:spTgt spid="53"/>
                                        </p:tgtEl>
                                        <p:attrNameLst>
                                          <p:attrName>ppt_x</p:attrName>
                                        </p:attrNameLst>
                                      </p:cBhvr>
                                      <p:tavLst>
                                        <p:tav tm="0">
                                          <p:val>
                                            <p:strVal val="#ppt_x+#ppt_w*1.125000"/>
                                          </p:val>
                                        </p:tav>
                                        <p:tav tm="100000">
                                          <p:val>
                                            <p:strVal val="#ppt_x"/>
                                          </p:val>
                                        </p:tav>
                                      </p:tavLst>
                                    </p:anim>
                                    <p:animEffect transition="in" filter="wipe(left)">
                                      <p:cBhvr>
                                        <p:cTn id="24" dur="1000"/>
                                        <p:tgtEl>
                                          <p:spTgt spid="53"/>
                                        </p:tgtEl>
                                      </p:cBhvr>
                                    </p:animEffect>
                                  </p:childTnLst>
                                </p:cTn>
                              </p:par>
                            </p:childTnLst>
                          </p:cTn>
                        </p:par>
                        <p:par>
                          <p:cTn id="25" fill="hold" nodeType="afterGroup">
                            <p:stCondLst>
                              <p:cond delay="3000"/>
                            </p:stCondLst>
                            <p:childTnLst>
                              <p:par>
                                <p:cTn id="26" presetID="12" presetClass="entr" presetSubtype="2" dur="1000" fill="hold" grpId="0" nodeType="afterEffect">
                                  <p:stCondLst>
                                    <p:cond delay="0"/>
                                  </p:stCondLst>
                                  <p:childTnLst>
                                    <p:set>
                                      <p:cBhvr>
                                        <p:cTn id="27" dur="1000" fill="hold">
                                          <p:stCondLst>
                                            <p:cond delay="0"/>
                                          </p:stCondLst>
                                        </p:cTn>
                                        <p:tgtEl>
                                          <p:spTgt spid="54"/>
                                        </p:tgtEl>
                                        <p:attrNameLst>
                                          <p:attrName>style.visibility</p:attrName>
                                        </p:attrNameLst>
                                      </p:cBhvr>
                                      <p:to>
                                        <p:strVal val="visible"/>
                                      </p:to>
                                    </p:set>
                                    <p:anim calcmode="lin" valueType="num">
                                      <p:cBhvr additive="base">
                                        <p:cTn id="28" dur="1000"/>
                                        <p:tgtEl>
                                          <p:spTgt spid="54"/>
                                        </p:tgtEl>
                                        <p:attrNameLst>
                                          <p:attrName>ppt_x</p:attrName>
                                        </p:attrNameLst>
                                      </p:cBhvr>
                                      <p:tavLst>
                                        <p:tav tm="0">
                                          <p:val>
                                            <p:strVal val="#ppt_x+#ppt_w*1.125000"/>
                                          </p:val>
                                        </p:tav>
                                        <p:tav tm="100000">
                                          <p:val>
                                            <p:strVal val="#ppt_x"/>
                                          </p:val>
                                        </p:tav>
                                      </p:tavLst>
                                    </p:anim>
                                    <p:animEffect transition="in" filter="wipe(left)">
                                      <p:cBhvr>
                                        <p:cTn id="29"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2" grpId="0"/>
      <p:bldP spid="53" grpId="0"/>
      <p:bldP spid="5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new-P-1524215-79635798O"/>
          <p:cNvPicPr>
            <a:picLocks noChangeAspect="1"/>
          </p:cNvPicPr>
          <p:nvPr>
            <p:custDataLst>
              <p:tags r:id="Ra77a938ace244cab"/>
            </p:custDataLst>
          </p:nvPr>
        </p:nvPicPr>
        <p:blipFill>
          <a:blip r:embed="R9f49e6280b0d4156">
            <a:alphaModFix amt="12000"/>
          </a:blip>
          <a:stretch>
            <a:fillRect/>
          </a:stretch>
        </p:blipFill>
        <p:spPr>
          <a:xfrm>
            <a:off x="0" y="0"/>
            <a:ext cx="12200890" cy="6858000"/>
          </a:xfrm>
          <a:prstGeom prst="rect">
            <a:avLst/>
          </a:prstGeom>
          <a:solidFill>
            <a:schemeClr val="accent6">
              <a:lumMod val="40000"/>
              <a:lumOff val="60000"/>
            </a:schemeClr>
          </a:solidFill>
        </p:spPr>
      </p:pic>
      <p:sp>
        <p:nvSpPr>
          <p:cNvPr id="4" name="camille"/>
          <p:cNvSpPr>
            <a:spLocks noEditPoints="1"/>
          </p:cNvSpPr>
          <p:nvPr/>
        </p:nvSpPr>
        <p:spPr bwMode="auto">
          <a:xfrm>
            <a:off x="5484495" y="504190"/>
            <a:ext cx="6771005" cy="6084570"/>
          </a:xfrm>
          <a:custGeom>
            <a:avLst/>
            <a:gdLst>
              <a:gd name="T0" fmla="*/ 604 w 1329"/>
              <a:gd name="T1" fmla="*/ 170 h 1194"/>
              <a:gd name="T2" fmla="*/ 1162 w 1329"/>
              <a:gd name="T3" fmla="*/ 327 h 1194"/>
              <a:gd name="T4" fmla="*/ 1149 w 1329"/>
              <a:gd name="T5" fmla="*/ 421 h 1194"/>
              <a:gd name="T6" fmla="*/ 1156 w 1329"/>
              <a:gd name="T7" fmla="*/ 484 h 1194"/>
              <a:gd name="T8" fmla="*/ 229 w 1329"/>
              <a:gd name="T9" fmla="*/ 618 h 1194"/>
              <a:gd name="T10" fmla="*/ 176 w 1329"/>
              <a:gd name="T11" fmla="*/ 780 h 1194"/>
              <a:gd name="T12" fmla="*/ 970 w 1329"/>
              <a:gd name="T13" fmla="*/ 857 h 1194"/>
              <a:gd name="T14" fmla="*/ 1161 w 1329"/>
              <a:gd name="T15" fmla="*/ 921 h 1194"/>
              <a:gd name="T16" fmla="*/ 1072 w 1329"/>
              <a:gd name="T17" fmla="*/ 944 h 1194"/>
              <a:gd name="T18" fmla="*/ 1190 w 1329"/>
              <a:gd name="T19" fmla="*/ 976 h 1194"/>
              <a:gd name="T20" fmla="*/ 825 w 1329"/>
              <a:gd name="T21" fmla="*/ 1024 h 1194"/>
              <a:gd name="T22" fmla="*/ 718 w 1329"/>
              <a:gd name="T23" fmla="*/ 1059 h 1194"/>
              <a:gd name="T24" fmla="*/ 697 w 1329"/>
              <a:gd name="T25" fmla="*/ 1113 h 1194"/>
              <a:gd name="T26" fmla="*/ 569 w 1329"/>
              <a:gd name="T27" fmla="*/ 1181 h 1194"/>
              <a:gd name="T28" fmla="*/ 1207 w 1329"/>
              <a:gd name="T29" fmla="*/ 61 h 1194"/>
              <a:gd name="T30" fmla="*/ 1238 w 1329"/>
              <a:gd name="T31" fmla="*/ 471 h 1194"/>
              <a:gd name="T32" fmla="*/ 1086 w 1329"/>
              <a:gd name="T33" fmla="*/ 508 h 1194"/>
              <a:gd name="T34" fmla="*/ 1092 w 1329"/>
              <a:gd name="T35" fmla="*/ 407 h 1194"/>
              <a:gd name="T36" fmla="*/ 1102 w 1329"/>
              <a:gd name="T37" fmla="*/ 321 h 1194"/>
              <a:gd name="T38" fmla="*/ 1004 w 1329"/>
              <a:gd name="T39" fmla="*/ 192 h 1194"/>
              <a:gd name="T40" fmla="*/ 814 w 1329"/>
              <a:gd name="T41" fmla="*/ 113 h 1194"/>
              <a:gd name="T42" fmla="*/ 270 w 1329"/>
              <a:gd name="T43" fmla="*/ 179 h 1194"/>
              <a:gd name="T44" fmla="*/ 181 w 1329"/>
              <a:gd name="T45" fmla="*/ 539 h 1194"/>
              <a:gd name="T46" fmla="*/ 191 w 1329"/>
              <a:gd name="T47" fmla="*/ 774 h 1194"/>
              <a:gd name="T48" fmla="*/ 174 w 1329"/>
              <a:gd name="T49" fmla="*/ 943 h 1194"/>
              <a:gd name="T50" fmla="*/ 234 w 1329"/>
              <a:gd name="T51" fmla="*/ 1036 h 1194"/>
              <a:gd name="T52" fmla="*/ 531 w 1329"/>
              <a:gd name="T53" fmla="*/ 1101 h 1194"/>
              <a:gd name="T54" fmla="*/ 736 w 1329"/>
              <a:gd name="T55" fmla="*/ 1035 h 1194"/>
              <a:gd name="T56" fmla="*/ 1027 w 1329"/>
              <a:gd name="T57" fmla="*/ 896 h 1194"/>
              <a:gd name="T58" fmla="*/ 1140 w 1329"/>
              <a:gd name="T59" fmla="*/ 840 h 1194"/>
              <a:gd name="T60" fmla="*/ 1222 w 1329"/>
              <a:gd name="T61" fmla="*/ 812 h 1194"/>
              <a:gd name="T62" fmla="*/ 1200 w 1329"/>
              <a:gd name="T63" fmla="*/ 772 h 1194"/>
              <a:gd name="T64" fmla="*/ 1135 w 1329"/>
              <a:gd name="T65" fmla="*/ 676 h 1194"/>
              <a:gd name="T66" fmla="*/ 1181 w 1329"/>
              <a:gd name="T67" fmla="*/ 550 h 1194"/>
              <a:gd name="T68" fmla="*/ 168 w 1329"/>
              <a:gd name="T69" fmla="*/ 817 h 1194"/>
              <a:gd name="T70" fmla="*/ 270 w 1329"/>
              <a:gd name="T71" fmla="*/ 942 h 1194"/>
              <a:gd name="T72" fmla="*/ 583 w 1329"/>
              <a:gd name="T73" fmla="*/ 198 h 1194"/>
              <a:gd name="T74" fmla="*/ 736 w 1329"/>
              <a:gd name="T75" fmla="*/ 965 h 1194"/>
              <a:gd name="T76" fmla="*/ 1192 w 1329"/>
              <a:gd name="T77" fmla="*/ 759 h 1194"/>
              <a:gd name="T78" fmla="*/ 1000 w 1329"/>
              <a:gd name="T79" fmla="*/ 751 h 1194"/>
              <a:gd name="T80" fmla="*/ 949 w 1329"/>
              <a:gd name="T81" fmla="*/ 732 h 1194"/>
              <a:gd name="T82" fmla="*/ 915 w 1329"/>
              <a:gd name="T83" fmla="*/ 739 h 1194"/>
              <a:gd name="T84" fmla="*/ 868 w 1329"/>
              <a:gd name="T85" fmla="*/ 781 h 1194"/>
              <a:gd name="T86" fmla="*/ 1033 w 1329"/>
              <a:gd name="T87" fmla="*/ 827 h 1194"/>
              <a:gd name="T88" fmla="*/ 968 w 1329"/>
              <a:gd name="T89" fmla="*/ 836 h 1194"/>
              <a:gd name="T90" fmla="*/ 1026 w 1329"/>
              <a:gd name="T91" fmla="*/ 784 h 1194"/>
              <a:gd name="T92" fmla="*/ 1111 w 1329"/>
              <a:gd name="T93" fmla="*/ 821 h 1194"/>
              <a:gd name="T94" fmla="*/ 1113 w 1329"/>
              <a:gd name="T95" fmla="*/ 772 h 1194"/>
              <a:gd name="T96" fmla="*/ 1031 w 1329"/>
              <a:gd name="T97" fmla="*/ 716 h 1194"/>
              <a:gd name="T98" fmla="*/ 1175 w 1329"/>
              <a:gd name="T99" fmla="*/ 552 h 1194"/>
              <a:gd name="T100" fmla="*/ 1255 w 1329"/>
              <a:gd name="T101" fmla="*/ 404 h 1194"/>
              <a:gd name="T102" fmla="*/ 1125 w 1329"/>
              <a:gd name="T103" fmla="*/ 462 h 1194"/>
              <a:gd name="T104" fmla="*/ 1117 w 1329"/>
              <a:gd name="T105" fmla="*/ 846 h 1194"/>
              <a:gd name="T106" fmla="*/ 1097 w 1329"/>
              <a:gd name="T107" fmla="*/ 857 h 1194"/>
              <a:gd name="T108" fmla="*/ 1108 w 1329"/>
              <a:gd name="T109" fmla="*/ 916 h 1194"/>
              <a:gd name="T110" fmla="*/ 900 w 1329"/>
              <a:gd name="T111" fmla="*/ 1028 h 1194"/>
              <a:gd name="T112" fmla="*/ 885 w 1329"/>
              <a:gd name="T113" fmla="*/ 1008 h 1194"/>
              <a:gd name="T114" fmla="*/ 736 w 1329"/>
              <a:gd name="T115" fmla="*/ 1122 h 1194"/>
              <a:gd name="T116" fmla="*/ 837 w 1329"/>
              <a:gd name="T117" fmla="*/ 1067 h 1194"/>
              <a:gd name="T118" fmla="*/ 1076 w 1329"/>
              <a:gd name="T119" fmla="*/ 959 h 1194"/>
              <a:gd name="T120" fmla="*/ 940 w 1329"/>
              <a:gd name="T121" fmla="*/ 1053 h 1194"/>
              <a:gd name="T122" fmla="*/ 812 w 1329"/>
              <a:gd name="T123" fmla="*/ 1117 h 1194"/>
              <a:gd name="T124" fmla="*/ 813 w 1329"/>
              <a:gd name="T125" fmla="*/ 1168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29" h="1194">
                <a:moveTo>
                  <a:pt x="1270" y="436"/>
                </a:moveTo>
                <a:cubicBezTo>
                  <a:pt x="1273" y="435"/>
                  <a:pt x="1279" y="433"/>
                  <a:pt x="1278" y="430"/>
                </a:cubicBezTo>
                <a:cubicBezTo>
                  <a:pt x="1275" y="432"/>
                  <a:pt x="1271" y="433"/>
                  <a:pt x="1270" y="436"/>
                </a:cubicBezTo>
                <a:close/>
                <a:moveTo>
                  <a:pt x="1304" y="441"/>
                </a:moveTo>
                <a:cubicBezTo>
                  <a:pt x="1304" y="439"/>
                  <a:pt x="1303" y="438"/>
                  <a:pt x="1302" y="438"/>
                </a:cubicBezTo>
                <a:cubicBezTo>
                  <a:pt x="1302" y="439"/>
                  <a:pt x="1300" y="440"/>
                  <a:pt x="1299" y="440"/>
                </a:cubicBezTo>
                <a:cubicBezTo>
                  <a:pt x="1298" y="444"/>
                  <a:pt x="1302" y="442"/>
                  <a:pt x="1304" y="441"/>
                </a:cubicBezTo>
                <a:close/>
                <a:moveTo>
                  <a:pt x="1283" y="495"/>
                </a:moveTo>
                <a:cubicBezTo>
                  <a:pt x="1283" y="498"/>
                  <a:pt x="1276" y="498"/>
                  <a:pt x="1279" y="501"/>
                </a:cubicBezTo>
                <a:cubicBezTo>
                  <a:pt x="1280" y="499"/>
                  <a:pt x="1286" y="498"/>
                  <a:pt x="1283" y="495"/>
                </a:cubicBezTo>
                <a:close/>
                <a:moveTo>
                  <a:pt x="1286" y="505"/>
                </a:moveTo>
                <a:cubicBezTo>
                  <a:pt x="1291" y="500"/>
                  <a:pt x="1293" y="502"/>
                  <a:pt x="1301" y="503"/>
                </a:cubicBezTo>
                <a:cubicBezTo>
                  <a:pt x="1302" y="501"/>
                  <a:pt x="1305" y="501"/>
                  <a:pt x="1304" y="498"/>
                </a:cubicBezTo>
                <a:cubicBezTo>
                  <a:pt x="1296" y="495"/>
                  <a:pt x="1288" y="498"/>
                  <a:pt x="1286" y="505"/>
                </a:cubicBezTo>
                <a:close/>
                <a:moveTo>
                  <a:pt x="1327" y="419"/>
                </a:moveTo>
                <a:cubicBezTo>
                  <a:pt x="1326" y="420"/>
                  <a:pt x="1322" y="423"/>
                  <a:pt x="1325" y="425"/>
                </a:cubicBezTo>
                <a:cubicBezTo>
                  <a:pt x="1325" y="423"/>
                  <a:pt x="1329" y="420"/>
                  <a:pt x="1327" y="419"/>
                </a:cubicBezTo>
                <a:close/>
                <a:moveTo>
                  <a:pt x="1216" y="25"/>
                </a:moveTo>
                <a:cubicBezTo>
                  <a:pt x="1211" y="25"/>
                  <a:pt x="1209" y="27"/>
                  <a:pt x="1208" y="30"/>
                </a:cubicBezTo>
                <a:cubicBezTo>
                  <a:pt x="1212" y="30"/>
                  <a:pt x="1217" y="30"/>
                  <a:pt x="1216" y="25"/>
                </a:cubicBezTo>
                <a:close/>
                <a:moveTo>
                  <a:pt x="982" y="81"/>
                </a:moveTo>
                <a:cubicBezTo>
                  <a:pt x="976" y="80"/>
                  <a:pt x="972" y="85"/>
                  <a:pt x="973" y="89"/>
                </a:cubicBezTo>
                <a:cubicBezTo>
                  <a:pt x="976" y="86"/>
                  <a:pt x="980" y="84"/>
                  <a:pt x="982" y="81"/>
                </a:cubicBezTo>
                <a:close/>
                <a:moveTo>
                  <a:pt x="731" y="93"/>
                </a:moveTo>
                <a:cubicBezTo>
                  <a:pt x="728" y="93"/>
                  <a:pt x="726" y="93"/>
                  <a:pt x="726" y="95"/>
                </a:cubicBezTo>
                <a:cubicBezTo>
                  <a:pt x="727" y="97"/>
                  <a:pt x="731" y="96"/>
                  <a:pt x="731" y="93"/>
                </a:cubicBezTo>
                <a:close/>
                <a:moveTo>
                  <a:pt x="827" y="111"/>
                </a:moveTo>
                <a:cubicBezTo>
                  <a:pt x="826" y="112"/>
                  <a:pt x="823" y="112"/>
                  <a:pt x="823" y="114"/>
                </a:cubicBezTo>
                <a:cubicBezTo>
                  <a:pt x="827" y="113"/>
                  <a:pt x="829" y="110"/>
                  <a:pt x="830" y="107"/>
                </a:cubicBezTo>
                <a:cubicBezTo>
                  <a:pt x="827" y="108"/>
                  <a:pt x="821" y="107"/>
                  <a:pt x="820" y="111"/>
                </a:cubicBezTo>
                <a:cubicBezTo>
                  <a:pt x="822" y="111"/>
                  <a:pt x="826" y="108"/>
                  <a:pt x="827" y="111"/>
                </a:cubicBezTo>
                <a:close/>
                <a:moveTo>
                  <a:pt x="1020" y="108"/>
                </a:moveTo>
                <a:cubicBezTo>
                  <a:pt x="1017" y="108"/>
                  <a:pt x="1017" y="110"/>
                  <a:pt x="1016" y="112"/>
                </a:cubicBezTo>
                <a:cubicBezTo>
                  <a:pt x="1019" y="113"/>
                  <a:pt x="1019" y="110"/>
                  <a:pt x="1020" y="108"/>
                </a:cubicBezTo>
                <a:close/>
                <a:moveTo>
                  <a:pt x="552" y="137"/>
                </a:moveTo>
                <a:cubicBezTo>
                  <a:pt x="553" y="133"/>
                  <a:pt x="559" y="133"/>
                  <a:pt x="558" y="127"/>
                </a:cubicBezTo>
                <a:cubicBezTo>
                  <a:pt x="553" y="122"/>
                  <a:pt x="545" y="134"/>
                  <a:pt x="552" y="137"/>
                </a:cubicBezTo>
                <a:close/>
                <a:moveTo>
                  <a:pt x="343" y="134"/>
                </a:moveTo>
                <a:cubicBezTo>
                  <a:pt x="338" y="134"/>
                  <a:pt x="336" y="136"/>
                  <a:pt x="335" y="139"/>
                </a:cubicBezTo>
                <a:cubicBezTo>
                  <a:pt x="340" y="140"/>
                  <a:pt x="342" y="137"/>
                  <a:pt x="343" y="134"/>
                </a:cubicBezTo>
                <a:close/>
                <a:moveTo>
                  <a:pt x="1239" y="143"/>
                </a:moveTo>
                <a:cubicBezTo>
                  <a:pt x="1235" y="146"/>
                  <a:pt x="1230" y="147"/>
                  <a:pt x="1227" y="151"/>
                </a:cubicBezTo>
                <a:cubicBezTo>
                  <a:pt x="1233" y="150"/>
                  <a:pt x="1232" y="148"/>
                  <a:pt x="1238" y="147"/>
                </a:cubicBezTo>
                <a:cubicBezTo>
                  <a:pt x="1238" y="145"/>
                  <a:pt x="1239" y="145"/>
                  <a:pt x="1239" y="143"/>
                </a:cubicBezTo>
                <a:close/>
                <a:moveTo>
                  <a:pt x="1168" y="160"/>
                </a:moveTo>
                <a:cubicBezTo>
                  <a:pt x="1165" y="157"/>
                  <a:pt x="1158" y="159"/>
                  <a:pt x="1158" y="163"/>
                </a:cubicBezTo>
                <a:cubicBezTo>
                  <a:pt x="1160" y="166"/>
                  <a:pt x="1166" y="163"/>
                  <a:pt x="1168" y="160"/>
                </a:cubicBezTo>
                <a:close/>
                <a:moveTo>
                  <a:pt x="1005" y="166"/>
                </a:moveTo>
                <a:cubicBezTo>
                  <a:pt x="1009" y="167"/>
                  <a:pt x="1012" y="164"/>
                  <a:pt x="1014" y="162"/>
                </a:cubicBezTo>
                <a:cubicBezTo>
                  <a:pt x="1011" y="160"/>
                  <a:pt x="1006" y="162"/>
                  <a:pt x="1005" y="166"/>
                </a:cubicBezTo>
                <a:close/>
                <a:moveTo>
                  <a:pt x="611" y="163"/>
                </a:moveTo>
                <a:cubicBezTo>
                  <a:pt x="608" y="164"/>
                  <a:pt x="605" y="163"/>
                  <a:pt x="603" y="165"/>
                </a:cubicBezTo>
                <a:cubicBezTo>
                  <a:pt x="603" y="167"/>
                  <a:pt x="603" y="169"/>
                  <a:pt x="604" y="170"/>
                </a:cubicBezTo>
                <a:cubicBezTo>
                  <a:pt x="607" y="169"/>
                  <a:pt x="610" y="167"/>
                  <a:pt x="611" y="163"/>
                </a:cubicBezTo>
                <a:close/>
                <a:moveTo>
                  <a:pt x="1165" y="179"/>
                </a:moveTo>
                <a:cubicBezTo>
                  <a:pt x="1168" y="177"/>
                  <a:pt x="1168" y="173"/>
                  <a:pt x="1171" y="171"/>
                </a:cubicBezTo>
                <a:cubicBezTo>
                  <a:pt x="1165" y="170"/>
                  <a:pt x="1171" y="167"/>
                  <a:pt x="1170" y="163"/>
                </a:cubicBezTo>
                <a:cubicBezTo>
                  <a:pt x="1163" y="165"/>
                  <a:pt x="1159" y="170"/>
                  <a:pt x="1157" y="177"/>
                </a:cubicBezTo>
                <a:cubicBezTo>
                  <a:pt x="1160" y="176"/>
                  <a:pt x="1160" y="180"/>
                  <a:pt x="1165" y="179"/>
                </a:cubicBezTo>
                <a:close/>
                <a:moveTo>
                  <a:pt x="1070" y="192"/>
                </a:moveTo>
                <a:cubicBezTo>
                  <a:pt x="1075" y="192"/>
                  <a:pt x="1078" y="189"/>
                  <a:pt x="1085" y="188"/>
                </a:cubicBezTo>
                <a:cubicBezTo>
                  <a:pt x="1086" y="186"/>
                  <a:pt x="1088" y="185"/>
                  <a:pt x="1087" y="181"/>
                </a:cubicBezTo>
                <a:cubicBezTo>
                  <a:pt x="1083" y="181"/>
                  <a:pt x="1080" y="184"/>
                  <a:pt x="1079" y="181"/>
                </a:cubicBezTo>
                <a:cubicBezTo>
                  <a:pt x="1079" y="179"/>
                  <a:pt x="1080" y="178"/>
                  <a:pt x="1081" y="177"/>
                </a:cubicBezTo>
                <a:cubicBezTo>
                  <a:pt x="1072" y="167"/>
                  <a:pt x="1059" y="185"/>
                  <a:pt x="1070" y="192"/>
                </a:cubicBezTo>
                <a:close/>
                <a:moveTo>
                  <a:pt x="262" y="175"/>
                </a:moveTo>
                <a:cubicBezTo>
                  <a:pt x="259" y="175"/>
                  <a:pt x="259" y="179"/>
                  <a:pt x="257" y="181"/>
                </a:cubicBezTo>
                <a:cubicBezTo>
                  <a:pt x="260" y="180"/>
                  <a:pt x="263" y="179"/>
                  <a:pt x="262" y="175"/>
                </a:cubicBezTo>
                <a:close/>
                <a:moveTo>
                  <a:pt x="1056" y="194"/>
                </a:moveTo>
                <a:cubicBezTo>
                  <a:pt x="1056" y="191"/>
                  <a:pt x="1054" y="191"/>
                  <a:pt x="1053" y="190"/>
                </a:cubicBezTo>
                <a:cubicBezTo>
                  <a:pt x="1051" y="193"/>
                  <a:pt x="1044" y="192"/>
                  <a:pt x="1043" y="196"/>
                </a:cubicBezTo>
                <a:cubicBezTo>
                  <a:pt x="1049" y="197"/>
                  <a:pt x="1051" y="194"/>
                  <a:pt x="1056" y="194"/>
                </a:cubicBezTo>
                <a:close/>
                <a:moveTo>
                  <a:pt x="1041" y="196"/>
                </a:moveTo>
                <a:cubicBezTo>
                  <a:pt x="1036" y="197"/>
                  <a:pt x="1038" y="200"/>
                  <a:pt x="1037" y="203"/>
                </a:cubicBezTo>
                <a:cubicBezTo>
                  <a:pt x="1041" y="202"/>
                  <a:pt x="1040" y="199"/>
                  <a:pt x="1041" y="196"/>
                </a:cubicBezTo>
                <a:close/>
                <a:moveTo>
                  <a:pt x="1106" y="201"/>
                </a:moveTo>
                <a:cubicBezTo>
                  <a:pt x="1106" y="204"/>
                  <a:pt x="1106" y="206"/>
                  <a:pt x="1109" y="206"/>
                </a:cubicBezTo>
                <a:cubicBezTo>
                  <a:pt x="1109" y="203"/>
                  <a:pt x="1113" y="201"/>
                  <a:pt x="1109" y="200"/>
                </a:cubicBezTo>
                <a:cubicBezTo>
                  <a:pt x="1109" y="201"/>
                  <a:pt x="1108" y="201"/>
                  <a:pt x="1106" y="201"/>
                </a:cubicBezTo>
                <a:close/>
                <a:moveTo>
                  <a:pt x="1023" y="204"/>
                </a:moveTo>
                <a:cubicBezTo>
                  <a:pt x="1021" y="206"/>
                  <a:pt x="1018" y="206"/>
                  <a:pt x="1018" y="209"/>
                </a:cubicBezTo>
                <a:cubicBezTo>
                  <a:pt x="1020" y="209"/>
                  <a:pt x="1020" y="210"/>
                  <a:pt x="1021" y="210"/>
                </a:cubicBezTo>
                <a:cubicBezTo>
                  <a:pt x="1020" y="207"/>
                  <a:pt x="1026" y="207"/>
                  <a:pt x="1023" y="204"/>
                </a:cubicBezTo>
                <a:close/>
                <a:moveTo>
                  <a:pt x="1001" y="222"/>
                </a:moveTo>
                <a:cubicBezTo>
                  <a:pt x="1004" y="223"/>
                  <a:pt x="1011" y="220"/>
                  <a:pt x="1013" y="216"/>
                </a:cubicBezTo>
                <a:cubicBezTo>
                  <a:pt x="1008" y="217"/>
                  <a:pt x="1002" y="217"/>
                  <a:pt x="1001" y="222"/>
                </a:cubicBezTo>
                <a:close/>
                <a:moveTo>
                  <a:pt x="985" y="221"/>
                </a:moveTo>
                <a:cubicBezTo>
                  <a:pt x="981" y="221"/>
                  <a:pt x="979" y="223"/>
                  <a:pt x="977" y="225"/>
                </a:cubicBezTo>
                <a:cubicBezTo>
                  <a:pt x="980" y="224"/>
                  <a:pt x="985" y="226"/>
                  <a:pt x="985" y="221"/>
                </a:cubicBezTo>
                <a:close/>
                <a:moveTo>
                  <a:pt x="1122" y="240"/>
                </a:moveTo>
                <a:cubicBezTo>
                  <a:pt x="1124" y="240"/>
                  <a:pt x="1124" y="243"/>
                  <a:pt x="1126" y="244"/>
                </a:cubicBezTo>
                <a:cubicBezTo>
                  <a:pt x="1127" y="243"/>
                  <a:pt x="1128" y="243"/>
                  <a:pt x="1129" y="243"/>
                </a:cubicBezTo>
                <a:cubicBezTo>
                  <a:pt x="1129" y="241"/>
                  <a:pt x="1129" y="239"/>
                  <a:pt x="1128" y="239"/>
                </a:cubicBezTo>
                <a:cubicBezTo>
                  <a:pt x="1128" y="241"/>
                  <a:pt x="1126" y="237"/>
                  <a:pt x="1126" y="236"/>
                </a:cubicBezTo>
                <a:cubicBezTo>
                  <a:pt x="1128" y="237"/>
                  <a:pt x="1129" y="235"/>
                  <a:pt x="1127" y="234"/>
                </a:cubicBezTo>
                <a:cubicBezTo>
                  <a:pt x="1126" y="236"/>
                  <a:pt x="1124" y="236"/>
                  <a:pt x="1124" y="238"/>
                </a:cubicBezTo>
                <a:cubicBezTo>
                  <a:pt x="1127" y="241"/>
                  <a:pt x="1122" y="238"/>
                  <a:pt x="1122" y="240"/>
                </a:cubicBezTo>
                <a:close/>
                <a:moveTo>
                  <a:pt x="1145" y="258"/>
                </a:moveTo>
                <a:cubicBezTo>
                  <a:pt x="1141" y="259"/>
                  <a:pt x="1141" y="256"/>
                  <a:pt x="1138" y="256"/>
                </a:cubicBezTo>
                <a:cubicBezTo>
                  <a:pt x="1138" y="257"/>
                  <a:pt x="1138" y="259"/>
                  <a:pt x="1137" y="259"/>
                </a:cubicBezTo>
                <a:cubicBezTo>
                  <a:pt x="1141" y="260"/>
                  <a:pt x="1143" y="259"/>
                  <a:pt x="1145" y="258"/>
                </a:cubicBezTo>
                <a:close/>
                <a:moveTo>
                  <a:pt x="1140" y="326"/>
                </a:moveTo>
                <a:cubicBezTo>
                  <a:pt x="1136" y="328"/>
                  <a:pt x="1140" y="321"/>
                  <a:pt x="1136" y="323"/>
                </a:cubicBezTo>
                <a:cubicBezTo>
                  <a:pt x="1136" y="326"/>
                  <a:pt x="1139" y="330"/>
                  <a:pt x="1140" y="326"/>
                </a:cubicBezTo>
                <a:close/>
                <a:moveTo>
                  <a:pt x="1151" y="341"/>
                </a:moveTo>
                <a:cubicBezTo>
                  <a:pt x="1158" y="341"/>
                  <a:pt x="1164" y="334"/>
                  <a:pt x="1162" y="327"/>
                </a:cubicBezTo>
                <a:cubicBezTo>
                  <a:pt x="1153" y="326"/>
                  <a:pt x="1148" y="336"/>
                  <a:pt x="1151" y="341"/>
                </a:cubicBezTo>
                <a:close/>
                <a:moveTo>
                  <a:pt x="119" y="329"/>
                </a:moveTo>
                <a:cubicBezTo>
                  <a:pt x="115" y="329"/>
                  <a:pt x="113" y="330"/>
                  <a:pt x="111" y="333"/>
                </a:cubicBezTo>
                <a:cubicBezTo>
                  <a:pt x="116" y="334"/>
                  <a:pt x="116" y="331"/>
                  <a:pt x="119" y="329"/>
                </a:cubicBezTo>
                <a:close/>
                <a:moveTo>
                  <a:pt x="1131" y="342"/>
                </a:moveTo>
                <a:cubicBezTo>
                  <a:pt x="1132" y="338"/>
                  <a:pt x="1134" y="336"/>
                  <a:pt x="1136" y="334"/>
                </a:cubicBezTo>
                <a:cubicBezTo>
                  <a:pt x="1131" y="335"/>
                  <a:pt x="1129" y="335"/>
                  <a:pt x="1127" y="337"/>
                </a:cubicBezTo>
                <a:cubicBezTo>
                  <a:pt x="1131" y="336"/>
                  <a:pt x="1126" y="342"/>
                  <a:pt x="1131" y="342"/>
                </a:cubicBezTo>
                <a:close/>
                <a:moveTo>
                  <a:pt x="1136" y="343"/>
                </a:moveTo>
                <a:cubicBezTo>
                  <a:pt x="1132" y="343"/>
                  <a:pt x="1128" y="341"/>
                  <a:pt x="1128" y="347"/>
                </a:cubicBezTo>
                <a:cubicBezTo>
                  <a:pt x="1131" y="349"/>
                  <a:pt x="1136" y="346"/>
                  <a:pt x="1136" y="343"/>
                </a:cubicBezTo>
                <a:close/>
                <a:moveTo>
                  <a:pt x="1208" y="347"/>
                </a:moveTo>
                <a:cubicBezTo>
                  <a:pt x="1208" y="345"/>
                  <a:pt x="1208" y="344"/>
                  <a:pt x="1209" y="343"/>
                </a:cubicBezTo>
                <a:cubicBezTo>
                  <a:pt x="1202" y="345"/>
                  <a:pt x="1195" y="346"/>
                  <a:pt x="1192" y="351"/>
                </a:cubicBezTo>
                <a:cubicBezTo>
                  <a:pt x="1199" y="351"/>
                  <a:pt x="1202" y="345"/>
                  <a:pt x="1208" y="347"/>
                </a:cubicBezTo>
                <a:close/>
                <a:moveTo>
                  <a:pt x="1191" y="376"/>
                </a:moveTo>
                <a:cubicBezTo>
                  <a:pt x="1204" y="374"/>
                  <a:pt x="1208" y="366"/>
                  <a:pt x="1215" y="359"/>
                </a:cubicBezTo>
                <a:cubicBezTo>
                  <a:pt x="1204" y="358"/>
                  <a:pt x="1200" y="365"/>
                  <a:pt x="1191" y="367"/>
                </a:cubicBezTo>
                <a:cubicBezTo>
                  <a:pt x="1192" y="371"/>
                  <a:pt x="1193" y="374"/>
                  <a:pt x="1191" y="376"/>
                </a:cubicBezTo>
                <a:close/>
                <a:moveTo>
                  <a:pt x="1212" y="393"/>
                </a:moveTo>
                <a:cubicBezTo>
                  <a:pt x="1211" y="399"/>
                  <a:pt x="1207" y="394"/>
                  <a:pt x="1203" y="400"/>
                </a:cubicBezTo>
                <a:cubicBezTo>
                  <a:pt x="1208" y="400"/>
                  <a:pt x="1209" y="398"/>
                  <a:pt x="1212" y="398"/>
                </a:cubicBezTo>
                <a:cubicBezTo>
                  <a:pt x="1213" y="399"/>
                  <a:pt x="1212" y="400"/>
                  <a:pt x="1212" y="401"/>
                </a:cubicBezTo>
                <a:cubicBezTo>
                  <a:pt x="1218" y="401"/>
                  <a:pt x="1216" y="395"/>
                  <a:pt x="1212" y="393"/>
                </a:cubicBezTo>
                <a:close/>
                <a:moveTo>
                  <a:pt x="1108" y="408"/>
                </a:moveTo>
                <a:cubicBezTo>
                  <a:pt x="1110" y="408"/>
                  <a:pt x="1110" y="408"/>
                  <a:pt x="1110" y="408"/>
                </a:cubicBezTo>
                <a:cubicBezTo>
                  <a:pt x="1110" y="409"/>
                  <a:pt x="1109" y="413"/>
                  <a:pt x="1111" y="413"/>
                </a:cubicBezTo>
                <a:cubicBezTo>
                  <a:pt x="1113" y="411"/>
                  <a:pt x="1110" y="410"/>
                  <a:pt x="1111" y="407"/>
                </a:cubicBezTo>
                <a:cubicBezTo>
                  <a:pt x="1110" y="407"/>
                  <a:pt x="1108" y="407"/>
                  <a:pt x="1108" y="408"/>
                </a:cubicBezTo>
                <a:close/>
                <a:moveTo>
                  <a:pt x="1147" y="417"/>
                </a:moveTo>
                <a:cubicBezTo>
                  <a:pt x="1150" y="416"/>
                  <a:pt x="1152" y="414"/>
                  <a:pt x="1155" y="414"/>
                </a:cubicBezTo>
                <a:cubicBezTo>
                  <a:pt x="1156" y="410"/>
                  <a:pt x="1152" y="413"/>
                  <a:pt x="1152" y="411"/>
                </a:cubicBezTo>
                <a:cubicBezTo>
                  <a:pt x="1153" y="411"/>
                  <a:pt x="1154" y="411"/>
                  <a:pt x="1154" y="410"/>
                </a:cubicBezTo>
                <a:cubicBezTo>
                  <a:pt x="1150" y="409"/>
                  <a:pt x="1149" y="411"/>
                  <a:pt x="1147" y="412"/>
                </a:cubicBezTo>
                <a:cubicBezTo>
                  <a:pt x="1147" y="413"/>
                  <a:pt x="1145" y="417"/>
                  <a:pt x="1147" y="417"/>
                </a:cubicBezTo>
                <a:close/>
                <a:moveTo>
                  <a:pt x="1179" y="431"/>
                </a:moveTo>
                <a:cubicBezTo>
                  <a:pt x="1183" y="429"/>
                  <a:pt x="1188" y="427"/>
                  <a:pt x="1193" y="425"/>
                </a:cubicBezTo>
                <a:cubicBezTo>
                  <a:pt x="1195" y="426"/>
                  <a:pt x="1192" y="428"/>
                  <a:pt x="1194" y="429"/>
                </a:cubicBezTo>
                <a:cubicBezTo>
                  <a:pt x="1200" y="429"/>
                  <a:pt x="1200" y="429"/>
                  <a:pt x="1200" y="429"/>
                </a:cubicBezTo>
                <a:cubicBezTo>
                  <a:pt x="1202" y="426"/>
                  <a:pt x="1204" y="421"/>
                  <a:pt x="1209" y="419"/>
                </a:cubicBezTo>
                <a:cubicBezTo>
                  <a:pt x="1210" y="418"/>
                  <a:pt x="1206" y="416"/>
                  <a:pt x="1209" y="416"/>
                </a:cubicBezTo>
                <a:cubicBezTo>
                  <a:pt x="1210" y="411"/>
                  <a:pt x="1197" y="413"/>
                  <a:pt x="1191" y="416"/>
                </a:cubicBezTo>
                <a:cubicBezTo>
                  <a:pt x="1191" y="421"/>
                  <a:pt x="1179" y="427"/>
                  <a:pt x="1179" y="431"/>
                </a:cubicBezTo>
                <a:close/>
                <a:moveTo>
                  <a:pt x="1073" y="425"/>
                </a:moveTo>
                <a:cubicBezTo>
                  <a:pt x="1075" y="425"/>
                  <a:pt x="1075" y="426"/>
                  <a:pt x="1077" y="426"/>
                </a:cubicBezTo>
                <a:cubicBezTo>
                  <a:pt x="1076" y="420"/>
                  <a:pt x="1083" y="422"/>
                  <a:pt x="1082" y="416"/>
                </a:cubicBezTo>
                <a:cubicBezTo>
                  <a:pt x="1079" y="416"/>
                  <a:pt x="1079" y="416"/>
                  <a:pt x="1079" y="416"/>
                </a:cubicBezTo>
                <a:cubicBezTo>
                  <a:pt x="1080" y="420"/>
                  <a:pt x="1075" y="418"/>
                  <a:pt x="1074" y="420"/>
                </a:cubicBezTo>
                <a:cubicBezTo>
                  <a:pt x="1077" y="422"/>
                  <a:pt x="1072" y="422"/>
                  <a:pt x="1073" y="425"/>
                </a:cubicBezTo>
                <a:close/>
                <a:moveTo>
                  <a:pt x="1152" y="425"/>
                </a:moveTo>
                <a:cubicBezTo>
                  <a:pt x="1154" y="425"/>
                  <a:pt x="1157" y="425"/>
                  <a:pt x="1158" y="424"/>
                </a:cubicBezTo>
                <a:cubicBezTo>
                  <a:pt x="1160" y="417"/>
                  <a:pt x="1152" y="422"/>
                  <a:pt x="1157" y="417"/>
                </a:cubicBezTo>
                <a:cubicBezTo>
                  <a:pt x="1154" y="418"/>
                  <a:pt x="1150" y="418"/>
                  <a:pt x="1149" y="421"/>
                </a:cubicBezTo>
                <a:cubicBezTo>
                  <a:pt x="1152" y="422"/>
                  <a:pt x="1154" y="419"/>
                  <a:pt x="1154" y="421"/>
                </a:cubicBezTo>
                <a:cubicBezTo>
                  <a:pt x="1152" y="421"/>
                  <a:pt x="1152" y="423"/>
                  <a:pt x="1152" y="425"/>
                </a:cubicBezTo>
                <a:close/>
                <a:moveTo>
                  <a:pt x="1104" y="424"/>
                </a:moveTo>
                <a:cubicBezTo>
                  <a:pt x="1107" y="423"/>
                  <a:pt x="1110" y="420"/>
                  <a:pt x="1109" y="418"/>
                </a:cubicBezTo>
                <a:cubicBezTo>
                  <a:pt x="1108" y="420"/>
                  <a:pt x="1104" y="420"/>
                  <a:pt x="1104" y="424"/>
                </a:cubicBezTo>
                <a:close/>
                <a:moveTo>
                  <a:pt x="68" y="432"/>
                </a:moveTo>
                <a:cubicBezTo>
                  <a:pt x="68" y="429"/>
                  <a:pt x="68" y="429"/>
                  <a:pt x="68" y="429"/>
                </a:cubicBezTo>
                <a:cubicBezTo>
                  <a:pt x="67" y="429"/>
                  <a:pt x="65" y="428"/>
                  <a:pt x="65" y="429"/>
                </a:cubicBezTo>
                <a:cubicBezTo>
                  <a:pt x="66" y="430"/>
                  <a:pt x="65" y="433"/>
                  <a:pt x="68" y="432"/>
                </a:cubicBezTo>
                <a:close/>
                <a:moveTo>
                  <a:pt x="1185" y="436"/>
                </a:moveTo>
                <a:cubicBezTo>
                  <a:pt x="1190" y="436"/>
                  <a:pt x="1193" y="434"/>
                  <a:pt x="1195" y="431"/>
                </a:cubicBezTo>
                <a:cubicBezTo>
                  <a:pt x="1192" y="430"/>
                  <a:pt x="1187" y="434"/>
                  <a:pt x="1185" y="436"/>
                </a:cubicBezTo>
                <a:close/>
                <a:moveTo>
                  <a:pt x="1159" y="432"/>
                </a:moveTo>
                <a:cubicBezTo>
                  <a:pt x="1158" y="436"/>
                  <a:pt x="1154" y="437"/>
                  <a:pt x="1153" y="441"/>
                </a:cubicBezTo>
                <a:cubicBezTo>
                  <a:pt x="1158" y="440"/>
                  <a:pt x="1161" y="438"/>
                  <a:pt x="1164" y="435"/>
                </a:cubicBezTo>
                <a:cubicBezTo>
                  <a:pt x="1161" y="435"/>
                  <a:pt x="1162" y="432"/>
                  <a:pt x="1159" y="432"/>
                </a:cubicBezTo>
                <a:close/>
                <a:moveTo>
                  <a:pt x="1201" y="437"/>
                </a:moveTo>
                <a:cubicBezTo>
                  <a:pt x="1199" y="437"/>
                  <a:pt x="1199" y="437"/>
                  <a:pt x="1199" y="437"/>
                </a:cubicBezTo>
                <a:cubicBezTo>
                  <a:pt x="1198" y="442"/>
                  <a:pt x="1192" y="441"/>
                  <a:pt x="1191" y="445"/>
                </a:cubicBezTo>
                <a:cubicBezTo>
                  <a:pt x="1194" y="442"/>
                  <a:pt x="1201" y="443"/>
                  <a:pt x="1201" y="437"/>
                </a:cubicBezTo>
                <a:close/>
                <a:moveTo>
                  <a:pt x="1240" y="443"/>
                </a:moveTo>
                <a:cubicBezTo>
                  <a:pt x="1239" y="440"/>
                  <a:pt x="1241" y="439"/>
                  <a:pt x="1241" y="437"/>
                </a:cubicBezTo>
                <a:cubicBezTo>
                  <a:pt x="1234" y="438"/>
                  <a:pt x="1228" y="441"/>
                  <a:pt x="1226" y="447"/>
                </a:cubicBezTo>
                <a:cubicBezTo>
                  <a:pt x="1233" y="448"/>
                  <a:pt x="1234" y="443"/>
                  <a:pt x="1240" y="443"/>
                </a:cubicBezTo>
                <a:close/>
                <a:moveTo>
                  <a:pt x="1059" y="439"/>
                </a:moveTo>
                <a:cubicBezTo>
                  <a:pt x="1051" y="438"/>
                  <a:pt x="1048" y="443"/>
                  <a:pt x="1048" y="450"/>
                </a:cubicBezTo>
                <a:cubicBezTo>
                  <a:pt x="1043" y="453"/>
                  <a:pt x="1037" y="456"/>
                  <a:pt x="1032" y="459"/>
                </a:cubicBezTo>
                <a:cubicBezTo>
                  <a:pt x="1031" y="463"/>
                  <a:pt x="1033" y="464"/>
                  <a:pt x="1035" y="466"/>
                </a:cubicBezTo>
                <a:cubicBezTo>
                  <a:pt x="1039" y="464"/>
                  <a:pt x="1042" y="461"/>
                  <a:pt x="1048" y="461"/>
                </a:cubicBezTo>
                <a:cubicBezTo>
                  <a:pt x="1049" y="458"/>
                  <a:pt x="1045" y="460"/>
                  <a:pt x="1046" y="457"/>
                </a:cubicBezTo>
                <a:cubicBezTo>
                  <a:pt x="1051" y="456"/>
                  <a:pt x="1055" y="454"/>
                  <a:pt x="1058" y="451"/>
                </a:cubicBezTo>
                <a:cubicBezTo>
                  <a:pt x="1055" y="450"/>
                  <a:pt x="1054" y="452"/>
                  <a:pt x="1052" y="452"/>
                </a:cubicBezTo>
                <a:cubicBezTo>
                  <a:pt x="1055" y="449"/>
                  <a:pt x="1050" y="450"/>
                  <a:pt x="1050" y="449"/>
                </a:cubicBezTo>
                <a:cubicBezTo>
                  <a:pt x="1051" y="444"/>
                  <a:pt x="1057" y="444"/>
                  <a:pt x="1059" y="439"/>
                </a:cubicBezTo>
                <a:close/>
                <a:moveTo>
                  <a:pt x="1030" y="451"/>
                </a:moveTo>
                <a:cubicBezTo>
                  <a:pt x="1032" y="453"/>
                  <a:pt x="1034" y="451"/>
                  <a:pt x="1037" y="451"/>
                </a:cubicBezTo>
                <a:cubicBezTo>
                  <a:pt x="1037" y="448"/>
                  <a:pt x="1035" y="448"/>
                  <a:pt x="1036" y="446"/>
                </a:cubicBezTo>
                <a:cubicBezTo>
                  <a:pt x="1032" y="446"/>
                  <a:pt x="1031" y="448"/>
                  <a:pt x="1030" y="451"/>
                </a:cubicBezTo>
                <a:close/>
                <a:moveTo>
                  <a:pt x="1194" y="448"/>
                </a:moveTo>
                <a:cubicBezTo>
                  <a:pt x="1193" y="449"/>
                  <a:pt x="1193" y="451"/>
                  <a:pt x="1193" y="453"/>
                </a:cubicBezTo>
                <a:cubicBezTo>
                  <a:pt x="1196" y="452"/>
                  <a:pt x="1198" y="451"/>
                  <a:pt x="1199" y="449"/>
                </a:cubicBezTo>
                <a:cubicBezTo>
                  <a:pt x="1197" y="449"/>
                  <a:pt x="1197" y="447"/>
                  <a:pt x="1194" y="448"/>
                </a:cubicBezTo>
                <a:close/>
                <a:moveTo>
                  <a:pt x="1245" y="449"/>
                </a:moveTo>
                <a:cubicBezTo>
                  <a:pt x="1243" y="449"/>
                  <a:pt x="1243" y="450"/>
                  <a:pt x="1241" y="450"/>
                </a:cubicBezTo>
                <a:cubicBezTo>
                  <a:pt x="1241" y="449"/>
                  <a:pt x="1240" y="448"/>
                  <a:pt x="1239" y="448"/>
                </a:cubicBezTo>
                <a:cubicBezTo>
                  <a:pt x="1239" y="450"/>
                  <a:pt x="1237" y="452"/>
                  <a:pt x="1238" y="455"/>
                </a:cubicBezTo>
                <a:cubicBezTo>
                  <a:pt x="1241" y="454"/>
                  <a:pt x="1242" y="451"/>
                  <a:pt x="1245" y="449"/>
                </a:cubicBezTo>
                <a:close/>
                <a:moveTo>
                  <a:pt x="1212" y="456"/>
                </a:moveTo>
                <a:cubicBezTo>
                  <a:pt x="1213" y="457"/>
                  <a:pt x="1211" y="452"/>
                  <a:pt x="1209" y="452"/>
                </a:cubicBezTo>
                <a:cubicBezTo>
                  <a:pt x="1207" y="455"/>
                  <a:pt x="1205" y="452"/>
                  <a:pt x="1203" y="453"/>
                </a:cubicBezTo>
                <a:cubicBezTo>
                  <a:pt x="1195" y="454"/>
                  <a:pt x="1192" y="462"/>
                  <a:pt x="1185" y="466"/>
                </a:cubicBezTo>
                <a:cubicBezTo>
                  <a:pt x="1177" y="470"/>
                  <a:pt x="1168" y="473"/>
                  <a:pt x="1159" y="477"/>
                </a:cubicBezTo>
                <a:cubicBezTo>
                  <a:pt x="1159" y="480"/>
                  <a:pt x="1156" y="481"/>
                  <a:pt x="1156" y="484"/>
                </a:cubicBezTo>
                <a:cubicBezTo>
                  <a:pt x="1168" y="484"/>
                  <a:pt x="1178" y="470"/>
                  <a:pt x="1195" y="468"/>
                </a:cubicBezTo>
                <a:cubicBezTo>
                  <a:pt x="1200" y="463"/>
                  <a:pt x="1207" y="460"/>
                  <a:pt x="1212" y="456"/>
                </a:cubicBezTo>
                <a:close/>
                <a:moveTo>
                  <a:pt x="1055" y="455"/>
                </a:moveTo>
                <a:cubicBezTo>
                  <a:pt x="1055" y="457"/>
                  <a:pt x="1051" y="456"/>
                  <a:pt x="1051" y="458"/>
                </a:cubicBezTo>
                <a:cubicBezTo>
                  <a:pt x="1053" y="458"/>
                  <a:pt x="1052" y="461"/>
                  <a:pt x="1054" y="461"/>
                </a:cubicBezTo>
                <a:cubicBezTo>
                  <a:pt x="1053" y="459"/>
                  <a:pt x="1058" y="457"/>
                  <a:pt x="1055" y="455"/>
                </a:cubicBezTo>
                <a:close/>
                <a:moveTo>
                  <a:pt x="128" y="500"/>
                </a:moveTo>
                <a:cubicBezTo>
                  <a:pt x="131" y="500"/>
                  <a:pt x="133" y="499"/>
                  <a:pt x="134" y="497"/>
                </a:cubicBezTo>
                <a:cubicBezTo>
                  <a:pt x="132" y="495"/>
                  <a:pt x="129" y="498"/>
                  <a:pt x="128" y="500"/>
                </a:cubicBezTo>
                <a:close/>
                <a:moveTo>
                  <a:pt x="123" y="531"/>
                </a:moveTo>
                <a:cubicBezTo>
                  <a:pt x="127" y="529"/>
                  <a:pt x="131" y="527"/>
                  <a:pt x="137" y="528"/>
                </a:cubicBezTo>
                <a:cubicBezTo>
                  <a:pt x="141" y="524"/>
                  <a:pt x="139" y="514"/>
                  <a:pt x="144" y="511"/>
                </a:cubicBezTo>
                <a:cubicBezTo>
                  <a:pt x="141" y="507"/>
                  <a:pt x="134" y="509"/>
                  <a:pt x="130" y="512"/>
                </a:cubicBezTo>
                <a:cubicBezTo>
                  <a:pt x="134" y="516"/>
                  <a:pt x="131" y="519"/>
                  <a:pt x="133" y="521"/>
                </a:cubicBezTo>
                <a:cubicBezTo>
                  <a:pt x="131" y="526"/>
                  <a:pt x="126" y="527"/>
                  <a:pt x="123" y="531"/>
                </a:cubicBezTo>
                <a:close/>
                <a:moveTo>
                  <a:pt x="1252" y="521"/>
                </a:moveTo>
                <a:cubicBezTo>
                  <a:pt x="1255" y="520"/>
                  <a:pt x="1259" y="520"/>
                  <a:pt x="1260" y="517"/>
                </a:cubicBezTo>
                <a:cubicBezTo>
                  <a:pt x="1256" y="517"/>
                  <a:pt x="1253" y="518"/>
                  <a:pt x="1252" y="521"/>
                </a:cubicBezTo>
                <a:close/>
                <a:moveTo>
                  <a:pt x="163" y="524"/>
                </a:moveTo>
                <a:cubicBezTo>
                  <a:pt x="162" y="528"/>
                  <a:pt x="157" y="529"/>
                  <a:pt x="154" y="533"/>
                </a:cubicBezTo>
                <a:cubicBezTo>
                  <a:pt x="160" y="533"/>
                  <a:pt x="160" y="533"/>
                  <a:pt x="160" y="533"/>
                </a:cubicBezTo>
                <a:cubicBezTo>
                  <a:pt x="160" y="530"/>
                  <a:pt x="166" y="527"/>
                  <a:pt x="163" y="524"/>
                </a:cubicBezTo>
                <a:close/>
                <a:moveTo>
                  <a:pt x="143" y="551"/>
                </a:moveTo>
                <a:cubicBezTo>
                  <a:pt x="142" y="551"/>
                  <a:pt x="143" y="548"/>
                  <a:pt x="141" y="548"/>
                </a:cubicBezTo>
                <a:cubicBezTo>
                  <a:pt x="140" y="549"/>
                  <a:pt x="139" y="549"/>
                  <a:pt x="138" y="549"/>
                </a:cubicBezTo>
                <a:cubicBezTo>
                  <a:pt x="136" y="554"/>
                  <a:pt x="143" y="554"/>
                  <a:pt x="143" y="551"/>
                </a:cubicBezTo>
                <a:close/>
                <a:moveTo>
                  <a:pt x="133" y="576"/>
                </a:moveTo>
                <a:cubicBezTo>
                  <a:pt x="130" y="576"/>
                  <a:pt x="126" y="580"/>
                  <a:pt x="128" y="582"/>
                </a:cubicBezTo>
                <a:cubicBezTo>
                  <a:pt x="129" y="580"/>
                  <a:pt x="132" y="579"/>
                  <a:pt x="133" y="576"/>
                </a:cubicBezTo>
                <a:close/>
                <a:moveTo>
                  <a:pt x="139" y="587"/>
                </a:moveTo>
                <a:cubicBezTo>
                  <a:pt x="145" y="585"/>
                  <a:pt x="152" y="583"/>
                  <a:pt x="153" y="576"/>
                </a:cubicBezTo>
                <a:cubicBezTo>
                  <a:pt x="145" y="576"/>
                  <a:pt x="145" y="585"/>
                  <a:pt x="139" y="587"/>
                </a:cubicBezTo>
                <a:close/>
                <a:moveTo>
                  <a:pt x="129" y="597"/>
                </a:moveTo>
                <a:cubicBezTo>
                  <a:pt x="128" y="600"/>
                  <a:pt x="135" y="597"/>
                  <a:pt x="136" y="597"/>
                </a:cubicBezTo>
                <a:cubicBezTo>
                  <a:pt x="134" y="595"/>
                  <a:pt x="131" y="596"/>
                  <a:pt x="129" y="597"/>
                </a:cubicBezTo>
                <a:close/>
                <a:moveTo>
                  <a:pt x="1159" y="601"/>
                </a:moveTo>
                <a:cubicBezTo>
                  <a:pt x="1154" y="604"/>
                  <a:pt x="1147" y="604"/>
                  <a:pt x="1147" y="611"/>
                </a:cubicBezTo>
                <a:cubicBezTo>
                  <a:pt x="1152" y="610"/>
                  <a:pt x="1163" y="605"/>
                  <a:pt x="1159" y="601"/>
                </a:cubicBezTo>
                <a:close/>
                <a:moveTo>
                  <a:pt x="95" y="617"/>
                </a:moveTo>
                <a:cubicBezTo>
                  <a:pt x="100" y="616"/>
                  <a:pt x="103" y="611"/>
                  <a:pt x="105" y="607"/>
                </a:cubicBezTo>
                <a:cubicBezTo>
                  <a:pt x="99" y="607"/>
                  <a:pt x="96" y="612"/>
                  <a:pt x="95" y="617"/>
                </a:cubicBezTo>
                <a:close/>
                <a:moveTo>
                  <a:pt x="1184" y="609"/>
                </a:moveTo>
                <a:cubicBezTo>
                  <a:pt x="1182" y="610"/>
                  <a:pt x="1179" y="611"/>
                  <a:pt x="1177" y="612"/>
                </a:cubicBezTo>
                <a:cubicBezTo>
                  <a:pt x="1176" y="614"/>
                  <a:pt x="1177" y="617"/>
                  <a:pt x="1179" y="619"/>
                </a:cubicBezTo>
                <a:cubicBezTo>
                  <a:pt x="1181" y="616"/>
                  <a:pt x="1184" y="613"/>
                  <a:pt x="1184" y="609"/>
                </a:cubicBezTo>
                <a:close/>
                <a:moveTo>
                  <a:pt x="1170" y="621"/>
                </a:moveTo>
                <a:cubicBezTo>
                  <a:pt x="1172" y="623"/>
                  <a:pt x="1173" y="620"/>
                  <a:pt x="1175" y="620"/>
                </a:cubicBezTo>
                <a:cubicBezTo>
                  <a:pt x="1175" y="618"/>
                  <a:pt x="1175" y="616"/>
                  <a:pt x="1172" y="616"/>
                </a:cubicBezTo>
                <a:cubicBezTo>
                  <a:pt x="1172" y="618"/>
                  <a:pt x="1171" y="619"/>
                  <a:pt x="1170" y="621"/>
                </a:cubicBezTo>
                <a:close/>
                <a:moveTo>
                  <a:pt x="229" y="618"/>
                </a:moveTo>
                <a:cubicBezTo>
                  <a:pt x="222" y="620"/>
                  <a:pt x="218" y="616"/>
                  <a:pt x="208" y="617"/>
                </a:cubicBezTo>
                <a:cubicBezTo>
                  <a:pt x="209" y="621"/>
                  <a:pt x="212" y="624"/>
                  <a:pt x="215" y="626"/>
                </a:cubicBezTo>
                <a:cubicBezTo>
                  <a:pt x="223" y="627"/>
                  <a:pt x="227" y="623"/>
                  <a:pt x="229" y="618"/>
                </a:cubicBezTo>
                <a:close/>
                <a:moveTo>
                  <a:pt x="131" y="618"/>
                </a:moveTo>
                <a:cubicBezTo>
                  <a:pt x="131" y="620"/>
                  <a:pt x="129" y="620"/>
                  <a:pt x="129" y="622"/>
                </a:cubicBezTo>
                <a:cubicBezTo>
                  <a:pt x="131" y="622"/>
                  <a:pt x="135" y="623"/>
                  <a:pt x="135" y="620"/>
                </a:cubicBezTo>
                <a:cubicBezTo>
                  <a:pt x="132" y="621"/>
                  <a:pt x="134" y="617"/>
                  <a:pt x="131" y="618"/>
                </a:cubicBezTo>
                <a:close/>
                <a:moveTo>
                  <a:pt x="119" y="637"/>
                </a:moveTo>
                <a:cubicBezTo>
                  <a:pt x="114" y="634"/>
                  <a:pt x="123" y="630"/>
                  <a:pt x="118" y="626"/>
                </a:cubicBezTo>
                <a:cubicBezTo>
                  <a:pt x="116" y="630"/>
                  <a:pt x="113" y="622"/>
                  <a:pt x="111" y="625"/>
                </a:cubicBezTo>
                <a:cubicBezTo>
                  <a:pt x="113" y="626"/>
                  <a:pt x="114" y="627"/>
                  <a:pt x="114" y="629"/>
                </a:cubicBezTo>
                <a:cubicBezTo>
                  <a:pt x="113" y="631"/>
                  <a:pt x="109" y="630"/>
                  <a:pt x="109" y="633"/>
                </a:cubicBezTo>
                <a:cubicBezTo>
                  <a:pt x="110" y="636"/>
                  <a:pt x="106" y="641"/>
                  <a:pt x="105" y="645"/>
                </a:cubicBezTo>
                <a:cubicBezTo>
                  <a:pt x="109" y="642"/>
                  <a:pt x="116" y="641"/>
                  <a:pt x="119" y="637"/>
                </a:cubicBezTo>
                <a:close/>
                <a:moveTo>
                  <a:pt x="126" y="633"/>
                </a:moveTo>
                <a:cubicBezTo>
                  <a:pt x="127" y="632"/>
                  <a:pt x="128" y="631"/>
                  <a:pt x="128" y="629"/>
                </a:cubicBezTo>
                <a:cubicBezTo>
                  <a:pt x="125" y="628"/>
                  <a:pt x="123" y="628"/>
                  <a:pt x="121" y="630"/>
                </a:cubicBezTo>
                <a:cubicBezTo>
                  <a:pt x="124" y="630"/>
                  <a:pt x="123" y="633"/>
                  <a:pt x="126" y="633"/>
                </a:cubicBezTo>
                <a:close/>
                <a:moveTo>
                  <a:pt x="85" y="656"/>
                </a:moveTo>
                <a:cubicBezTo>
                  <a:pt x="90" y="653"/>
                  <a:pt x="99" y="656"/>
                  <a:pt x="101" y="646"/>
                </a:cubicBezTo>
                <a:cubicBezTo>
                  <a:pt x="98" y="647"/>
                  <a:pt x="96" y="645"/>
                  <a:pt x="95" y="644"/>
                </a:cubicBezTo>
                <a:cubicBezTo>
                  <a:pt x="94" y="646"/>
                  <a:pt x="92" y="648"/>
                  <a:pt x="93" y="651"/>
                </a:cubicBezTo>
                <a:cubicBezTo>
                  <a:pt x="90" y="653"/>
                  <a:pt x="86" y="653"/>
                  <a:pt x="85" y="656"/>
                </a:cubicBezTo>
                <a:close/>
                <a:moveTo>
                  <a:pt x="1150" y="651"/>
                </a:moveTo>
                <a:cubicBezTo>
                  <a:pt x="1149" y="649"/>
                  <a:pt x="1145" y="650"/>
                  <a:pt x="1145" y="651"/>
                </a:cubicBezTo>
                <a:cubicBezTo>
                  <a:pt x="1146" y="652"/>
                  <a:pt x="1145" y="655"/>
                  <a:pt x="1148" y="654"/>
                </a:cubicBezTo>
                <a:cubicBezTo>
                  <a:pt x="1148" y="652"/>
                  <a:pt x="1150" y="652"/>
                  <a:pt x="1150" y="651"/>
                </a:cubicBezTo>
                <a:close/>
                <a:moveTo>
                  <a:pt x="1164" y="657"/>
                </a:moveTo>
                <a:cubicBezTo>
                  <a:pt x="1165" y="654"/>
                  <a:pt x="1165" y="652"/>
                  <a:pt x="1162" y="651"/>
                </a:cubicBezTo>
                <a:cubicBezTo>
                  <a:pt x="1160" y="653"/>
                  <a:pt x="1162" y="656"/>
                  <a:pt x="1164" y="657"/>
                </a:cubicBezTo>
                <a:close/>
                <a:moveTo>
                  <a:pt x="1195" y="662"/>
                </a:moveTo>
                <a:cubicBezTo>
                  <a:pt x="1195" y="659"/>
                  <a:pt x="1193" y="658"/>
                  <a:pt x="1192" y="657"/>
                </a:cubicBezTo>
                <a:cubicBezTo>
                  <a:pt x="1191" y="659"/>
                  <a:pt x="1189" y="660"/>
                  <a:pt x="1187" y="661"/>
                </a:cubicBezTo>
                <a:cubicBezTo>
                  <a:pt x="1186" y="664"/>
                  <a:pt x="1188" y="665"/>
                  <a:pt x="1188" y="668"/>
                </a:cubicBezTo>
                <a:cubicBezTo>
                  <a:pt x="1193" y="669"/>
                  <a:pt x="1190" y="661"/>
                  <a:pt x="1195" y="662"/>
                </a:cubicBezTo>
                <a:close/>
                <a:moveTo>
                  <a:pt x="1196" y="671"/>
                </a:moveTo>
                <a:cubicBezTo>
                  <a:pt x="1196" y="672"/>
                  <a:pt x="1195" y="672"/>
                  <a:pt x="1194" y="671"/>
                </a:cubicBezTo>
                <a:cubicBezTo>
                  <a:pt x="1194" y="674"/>
                  <a:pt x="1191" y="675"/>
                  <a:pt x="1188" y="675"/>
                </a:cubicBezTo>
                <a:cubicBezTo>
                  <a:pt x="1188" y="676"/>
                  <a:pt x="1187" y="677"/>
                  <a:pt x="1187" y="678"/>
                </a:cubicBezTo>
                <a:cubicBezTo>
                  <a:pt x="1192" y="680"/>
                  <a:pt x="1192" y="675"/>
                  <a:pt x="1196" y="676"/>
                </a:cubicBezTo>
                <a:cubicBezTo>
                  <a:pt x="1195" y="673"/>
                  <a:pt x="1199" y="672"/>
                  <a:pt x="1196" y="671"/>
                </a:cubicBezTo>
                <a:close/>
                <a:moveTo>
                  <a:pt x="1161" y="690"/>
                </a:moveTo>
                <a:cubicBezTo>
                  <a:pt x="1171" y="690"/>
                  <a:pt x="1166" y="685"/>
                  <a:pt x="1161" y="690"/>
                </a:cubicBezTo>
                <a:close/>
                <a:moveTo>
                  <a:pt x="1213" y="728"/>
                </a:moveTo>
                <a:cubicBezTo>
                  <a:pt x="1210" y="728"/>
                  <a:pt x="1208" y="730"/>
                  <a:pt x="1207" y="733"/>
                </a:cubicBezTo>
                <a:cubicBezTo>
                  <a:pt x="1208" y="735"/>
                  <a:pt x="1209" y="736"/>
                  <a:pt x="1211" y="737"/>
                </a:cubicBezTo>
                <a:cubicBezTo>
                  <a:pt x="1210" y="735"/>
                  <a:pt x="1213" y="736"/>
                  <a:pt x="1213" y="734"/>
                </a:cubicBezTo>
                <a:cubicBezTo>
                  <a:pt x="1211" y="733"/>
                  <a:pt x="1214" y="730"/>
                  <a:pt x="1213" y="728"/>
                </a:cubicBezTo>
                <a:close/>
                <a:moveTo>
                  <a:pt x="1152" y="730"/>
                </a:moveTo>
                <a:cubicBezTo>
                  <a:pt x="1149" y="731"/>
                  <a:pt x="1145" y="734"/>
                  <a:pt x="1149" y="735"/>
                </a:cubicBezTo>
                <a:cubicBezTo>
                  <a:pt x="1149" y="732"/>
                  <a:pt x="1152" y="733"/>
                  <a:pt x="1152" y="730"/>
                </a:cubicBezTo>
                <a:close/>
                <a:moveTo>
                  <a:pt x="1090" y="772"/>
                </a:moveTo>
                <a:cubicBezTo>
                  <a:pt x="1090" y="770"/>
                  <a:pt x="1094" y="771"/>
                  <a:pt x="1093" y="768"/>
                </a:cubicBezTo>
                <a:cubicBezTo>
                  <a:pt x="1092" y="768"/>
                  <a:pt x="1092" y="766"/>
                  <a:pt x="1091" y="767"/>
                </a:cubicBezTo>
                <a:cubicBezTo>
                  <a:pt x="1090" y="768"/>
                  <a:pt x="1087" y="771"/>
                  <a:pt x="1090" y="772"/>
                </a:cubicBezTo>
                <a:close/>
                <a:moveTo>
                  <a:pt x="176" y="780"/>
                </a:moveTo>
                <a:cubicBezTo>
                  <a:pt x="173" y="779"/>
                  <a:pt x="167" y="778"/>
                  <a:pt x="165" y="782"/>
                </a:cubicBezTo>
                <a:cubicBezTo>
                  <a:pt x="170" y="783"/>
                  <a:pt x="175" y="783"/>
                  <a:pt x="176" y="780"/>
                </a:cubicBezTo>
                <a:close/>
                <a:moveTo>
                  <a:pt x="1020" y="798"/>
                </a:moveTo>
                <a:cubicBezTo>
                  <a:pt x="1020" y="795"/>
                  <a:pt x="1022" y="794"/>
                  <a:pt x="1023" y="792"/>
                </a:cubicBezTo>
                <a:cubicBezTo>
                  <a:pt x="1021" y="792"/>
                  <a:pt x="1022" y="789"/>
                  <a:pt x="1019" y="790"/>
                </a:cubicBezTo>
                <a:cubicBezTo>
                  <a:pt x="1022" y="794"/>
                  <a:pt x="1016" y="796"/>
                  <a:pt x="1020" y="798"/>
                </a:cubicBezTo>
                <a:close/>
                <a:moveTo>
                  <a:pt x="1191" y="812"/>
                </a:moveTo>
                <a:cubicBezTo>
                  <a:pt x="1191" y="811"/>
                  <a:pt x="1191" y="810"/>
                  <a:pt x="1191" y="810"/>
                </a:cubicBezTo>
                <a:cubicBezTo>
                  <a:pt x="1191" y="814"/>
                  <a:pt x="1190" y="815"/>
                  <a:pt x="1192" y="817"/>
                </a:cubicBezTo>
                <a:cubicBezTo>
                  <a:pt x="1193" y="815"/>
                  <a:pt x="1198" y="811"/>
                  <a:pt x="1200" y="813"/>
                </a:cubicBezTo>
                <a:cubicBezTo>
                  <a:pt x="1200" y="817"/>
                  <a:pt x="1197" y="812"/>
                  <a:pt x="1198" y="816"/>
                </a:cubicBezTo>
                <a:cubicBezTo>
                  <a:pt x="1199" y="816"/>
                  <a:pt x="1200" y="816"/>
                  <a:pt x="1201" y="817"/>
                </a:cubicBezTo>
                <a:cubicBezTo>
                  <a:pt x="1201" y="813"/>
                  <a:pt x="1205" y="811"/>
                  <a:pt x="1204" y="809"/>
                </a:cubicBezTo>
                <a:cubicBezTo>
                  <a:pt x="1207" y="809"/>
                  <a:pt x="1207" y="812"/>
                  <a:pt x="1208" y="813"/>
                </a:cubicBezTo>
                <a:cubicBezTo>
                  <a:pt x="1212" y="812"/>
                  <a:pt x="1213" y="808"/>
                  <a:pt x="1218" y="808"/>
                </a:cubicBezTo>
                <a:cubicBezTo>
                  <a:pt x="1217" y="803"/>
                  <a:pt x="1218" y="802"/>
                  <a:pt x="1220" y="798"/>
                </a:cubicBezTo>
                <a:cubicBezTo>
                  <a:pt x="1208" y="801"/>
                  <a:pt x="1205" y="811"/>
                  <a:pt x="1191" y="812"/>
                </a:cubicBezTo>
                <a:close/>
                <a:moveTo>
                  <a:pt x="1157" y="815"/>
                </a:moveTo>
                <a:cubicBezTo>
                  <a:pt x="1158" y="815"/>
                  <a:pt x="1159" y="816"/>
                  <a:pt x="1160" y="816"/>
                </a:cubicBezTo>
                <a:cubicBezTo>
                  <a:pt x="1161" y="813"/>
                  <a:pt x="1164" y="813"/>
                  <a:pt x="1164" y="810"/>
                </a:cubicBezTo>
                <a:cubicBezTo>
                  <a:pt x="1163" y="810"/>
                  <a:pt x="1162" y="810"/>
                  <a:pt x="1161" y="809"/>
                </a:cubicBezTo>
                <a:cubicBezTo>
                  <a:pt x="1160" y="812"/>
                  <a:pt x="1157" y="812"/>
                  <a:pt x="1157" y="815"/>
                </a:cubicBezTo>
                <a:close/>
                <a:moveTo>
                  <a:pt x="963" y="823"/>
                </a:moveTo>
                <a:cubicBezTo>
                  <a:pt x="963" y="825"/>
                  <a:pt x="961" y="824"/>
                  <a:pt x="961" y="825"/>
                </a:cubicBezTo>
                <a:cubicBezTo>
                  <a:pt x="961" y="827"/>
                  <a:pt x="961" y="830"/>
                  <a:pt x="962" y="831"/>
                </a:cubicBezTo>
                <a:cubicBezTo>
                  <a:pt x="963" y="829"/>
                  <a:pt x="966" y="829"/>
                  <a:pt x="967" y="828"/>
                </a:cubicBezTo>
                <a:cubicBezTo>
                  <a:pt x="966" y="826"/>
                  <a:pt x="966" y="824"/>
                  <a:pt x="963" y="823"/>
                </a:cubicBezTo>
                <a:close/>
                <a:moveTo>
                  <a:pt x="928" y="831"/>
                </a:moveTo>
                <a:cubicBezTo>
                  <a:pt x="928" y="834"/>
                  <a:pt x="922" y="838"/>
                  <a:pt x="927" y="840"/>
                </a:cubicBezTo>
                <a:cubicBezTo>
                  <a:pt x="927" y="838"/>
                  <a:pt x="931" y="833"/>
                  <a:pt x="928" y="831"/>
                </a:cubicBezTo>
                <a:close/>
                <a:moveTo>
                  <a:pt x="991" y="831"/>
                </a:moveTo>
                <a:cubicBezTo>
                  <a:pt x="991" y="833"/>
                  <a:pt x="988" y="832"/>
                  <a:pt x="989" y="834"/>
                </a:cubicBezTo>
                <a:cubicBezTo>
                  <a:pt x="991" y="834"/>
                  <a:pt x="991" y="836"/>
                  <a:pt x="992" y="836"/>
                </a:cubicBezTo>
                <a:cubicBezTo>
                  <a:pt x="991" y="835"/>
                  <a:pt x="993" y="831"/>
                  <a:pt x="991" y="831"/>
                </a:cubicBezTo>
                <a:close/>
                <a:moveTo>
                  <a:pt x="1016" y="833"/>
                </a:moveTo>
                <a:cubicBezTo>
                  <a:pt x="1013" y="830"/>
                  <a:pt x="1010" y="834"/>
                  <a:pt x="1010" y="837"/>
                </a:cubicBezTo>
                <a:cubicBezTo>
                  <a:pt x="1013" y="837"/>
                  <a:pt x="1016" y="837"/>
                  <a:pt x="1016" y="833"/>
                </a:cubicBezTo>
                <a:close/>
                <a:moveTo>
                  <a:pt x="1096" y="833"/>
                </a:moveTo>
                <a:cubicBezTo>
                  <a:pt x="1096" y="834"/>
                  <a:pt x="1096" y="834"/>
                  <a:pt x="1096" y="834"/>
                </a:cubicBezTo>
                <a:cubicBezTo>
                  <a:pt x="1095" y="835"/>
                  <a:pt x="1093" y="834"/>
                  <a:pt x="1092" y="835"/>
                </a:cubicBezTo>
                <a:cubicBezTo>
                  <a:pt x="1094" y="836"/>
                  <a:pt x="1094" y="837"/>
                  <a:pt x="1096" y="836"/>
                </a:cubicBezTo>
                <a:cubicBezTo>
                  <a:pt x="1096" y="836"/>
                  <a:pt x="1098" y="833"/>
                  <a:pt x="1096" y="833"/>
                </a:cubicBezTo>
                <a:close/>
                <a:moveTo>
                  <a:pt x="1012" y="845"/>
                </a:moveTo>
                <a:cubicBezTo>
                  <a:pt x="1012" y="840"/>
                  <a:pt x="1017" y="846"/>
                  <a:pt x="1019" y="840"/>
                </a:cubicBezTo>
                <a:cubicBezTo>
                  <a:pt x="1015" y="841"/>
                  <a:pt x="1019" y="838"/>
                  <a:pt x="1019" y="836"/>
                </a:cubicBezTo>
                <a:cubicBezTo>
                  <a:pt x="1016" y="838"/>
                  <a:pt x="1009" y="840"/>
                  <a:pt x="1012" y="845"/>
                </a:cubicBezTo>
                <a:close/>
                <a:moveTo>
                  <a:pt x="111" y="855"/>
                </a:moveTo>
                <a:cubicBezTo>
                  <a:pt x="108" y="856"/>
                  <a:pt x="107" y="858"/>
                  <a:pt x="105" y="860"/>
                </a:cubicBezTo>
                <a:cubicBezTo>
                  <a:pt x="108" y="861"/>
                  <a:pt x="113" y="857"/>
                  <a:pt x="111" y="855"/>
                </a:cubicBezTo>
                <a:close/>
                <a:moveTo>
                  <a:pt x="967" y="855"/>
                </a:moveTo>
                <a:cubicBezTo>
                  <a:pt x="968" y="860"/>
                  <a:pt x="965" y="856"/>
                  <a:pt x="962" y="857"/>
                </a:cubicBezTo>
                <a:cubicBezTo>
                  <a:pt x="962" y="859"/>
                  <a:pt x="963" y="861"/>
                  <a:pt x="964" y="861"/>
                </a:cubicBezTo>
                <a:cubicBezTo>
                  <a:pt x="965" y="859"/>
                  <a:pt x="969" y="860"/>
                  <a:pt x="970" y="857"/>
                </a:cubicBezTo>
                <a:cubicBezTo>
                  <a:pt x="968" y="857"/>
                  <a:pt x="969" y="854"/>
                  <a:pt x="967" y="855"/>
                </a:cubicBezTo>
                <a:close/>
                <a:moveTo>
                  <a:pt x="100" y="870"/>
                </a:moveTo>
                <a:cubicBezTo>
                  <a:pt x="102" y="869"/>
                  <a:pt x="105" y="869"/>
                  <a:pt x="105" y="866"/>
                </a:cubicBezTo>
                <a:cubicBezTo>
                  <a:pt x="102" y="866"/>
                  <a:pt x="102" y="866"/>
                  <a:pt x="102" y="866"/>
                </a:cubicBezTo>
                <a:cubicBezTo>
                  <a:pt x="103" y="869"/>
                  <a:pt x="100" y="868"/>
                  <a:pt x="100" y="870"/>
                </a:cubicBezTo>
                <a:close/>
                <a:moveTo>
                  <a:pt x="177" y="879"/>
                </a:moveTo>
                <a:cubicBezTo>
                  <a:pt x="172" y="873"/>
                  <a:pt x="164" y="880"/>
                  <a:pt x="161" y="885"/>
                </a:cubicBezTo>
                <a:cubicBezTo>
                  <a:pt x="166" y="888"/>
                  <a:pt x="174" y="884"/>
                  <a:pt x="177" y="879"/>
                </a:cubicBezTo>
                <a:close/>
                <a:moveTo>
                  <a:pt x="1111" y="885"/>
                </a:moveTo>
                <a:cubicBezTo>
                  <a:pt x="1109" y="888"/>
                  <a:pt x="1105" y="888"/>
                  <a:pt x="1104" y="892"/>
                </a:cubicBezTo>
                <a:cubicBezTo>
                  <a:pt x="1112" y="898"/>
                  <a:pt x="1111" y="900"/>
                  <a:pt x="1112" y="909"/>
                </a:cubicBezTo>
                <a:cubicBezTo>
                  <a:pt x="1116" y="907"/>
                  <a:pt x="1118" y="904"/>
                  <a:pt x="1120" y="899"/>
                </a:cubicBezTo>
                <a:cubicBezTo>
                  <a:pt x="1114" y="899"/>
                  <a:pt x="1113" y="889"/>
                  <a:pt x="1111" y="885"/>
                </a:cubicBezTo>
                <a:close/>
                <a:moveTo>
                  <a:pt x="146" y="887"/>
                </a:moveTo>
                <a:cubicBezTo>
                  <a:pt x="139" y="888"/>
                  <a:pt x="134" y="892"/>
                  <a:pt x="132" y="898"/>
                </a:cubicBezTo>
                <a:cubicBezTo>
                  <a:pt x="137" y="895"/>
                  <a:pt x="152" y="890"/>
                  <a:pt x="145" y="887"/>
                </a:cubicBezTo>
                <a:cubicBezTo>
                  <a:pt x="146" y="887"/>
                  <a:pt x="146" y="887"/>
                  <a:pt x="146" y="887"/>
                </a:cubicBezTo>
                <a:close/>
                <a:moveTo>
                  <a:pt x="152" y="894"/>
                </a:moveTo>
                <a:cubicBezTo>
                  <a:pt x="155" y="894"/>
                  <a:pt x="155" y="894"/>
                  <a:pt x="155" y="894"/>
                </a:cubicBezTo>
                <a:cubicBezTo>
                  <a:pt x="156" y="891"/>
                  <a:pt x="154" y="891"/>
                  <a:pt x="152" y="890"/>
                </a:cubicBezTo>
                <a:cubicBezTo>
                  <a:pt x="152" y="891"/>
                  <a:pt x="151" y="892"/>
                  <a:pt x="152" y="894"/>
                </a:cubicBezTo>
                <a:close/>
                <a:moveTo>
                  <a:pt x="1199" y="891"/>
                </a:moveTo>
                <a:cubicBezTo>
                  <a:pt x="1195" y="894"/>
                  <a:pt x="1193" y="894"/>
                  <a:pt x="1192" y="900"/>
                </a:cubicBezTo>
                <a:cubicBezTo>
                  <a:pt x="1195" y="898"/>
                  <a:pt x="1199" y="899"/>
                  <a:pt x="1201" y="896"/>
                </a:cubicBezTo>
                <a:cubicBezTo>
                  <a:pt x="1198" y="895"/>
                  <a:pt x="1203" y="891"/>
                  <a:pt x="1199" y="891"/>
                </a:cubicBezTo>
                <a:close/>
                <a:moveTo>
                  <a:pt x="1133" y="913"/>
                </a:moveTo>
                <a:cubicBezTo>
                  <a:pt x="1134" y="916"/>
                  <a:pt x="1142" y="909"/>
                  <a:pt x="1141" y="915"/>
                </a:cubicBezTo>
                <a:cubicBezTo>
                  <a:pt x="1149" y="915"/>
                  <a:pt x="1144" y="910"/>
                  <a:pt x="1147" y="906"/>
                </a:cubicBezTo>
                <a:cubicBezTo>
                  <a:pt x="1141" y="905"/>
                  <a:pt x="1136" y="909"/>
                  <a:pt x="1133" y="913"/>
                </a:cubicBezTo>
                <a:close/>
                <a:moveTo>
                  <a:pt x="118" y="907"/>
                </a:moveTo>
                <a:cubicBezTo>
                  <a:pt x="117" y="911"/>
                  <a:pt x="113" y="910"/>
                  <a:pt x="111" y="913"/>
                </a:cubicBezTo>
                <a:cubicBezTo>
                  <a:pt x="116" y="915"/>
                  <a:pt x="116" y="912"/>
                  <a:pt x="120" y="913"/>
                </a:cubicBezTo>
                <a:cubicBezTo>
                  <a:pt x="120" y="910"/>
                  <a:pt x="121" y="906"/>
                  <a:pt x="118" y="907"/>
                </a:cubicBezTo>
                <a:close/>
                <a:moveTo>
                  <a:pt x="1122" y="910"/>
                </a:moveTo>
                <a:cubicBezTo>
                  <a:pt x="1121" y="910"/>
                  <a:pt x="1121" y="908"/>
                  <a:pt x="1121" y="907"/>
                </a:cubicBezTo>
                <a:cubicBezTo>
                  <a:pt x="1118" y="907"/>
                  <a:pt x="1118" y="907"/>
                  <a:pt x="1118" y="907"/>
                </a:cubicBezTo>
                <a:cubicBezTo>
                  <a:pt x="1118" y="909"/>
                  <a:pt x="1117" y="909"/>
                  <a:pt x="1117" y="911"/>
                </a:cubicBezTo>
                <a:cubicBezTo>
                  <a:pt x="1119" y="910"/>
                  <a:pt x="1122" y="912"/>
                  <a:pt x="1122" y="910"/>
                </a:cubicBezTo>
                <a:close/>
                <a:moveTo>
                  <a:pt x="47" y="910"/>
                </a:moveTo>
                <a:cubicBezTo>
                  <a:pt x="44" y="907"/>
                  <a:pt x="38" y="912"/>
                  <a:pt x="41" y="914"/>
                </a:cubicBezTo>
                <a:cubicBezTo>
                  <a:pt x="42" y="912"/>
                  <a:pt x="46" y="913"/>
                  <a:pt x="47" y="910"/>
                </a:cubicBezTo>
                <a:close/>
                <a:moveTo>
                  <a:pt x="1167" y="913"/>
                </a:moveTo>
                <a:cubicBezTo>
                  <a:pt x="1168" y="914"/>
                  <a:pt x="1168" y="915"/>
                  <a:pt x="1170" y="914"/>
                </a:cubicBezTo>
                <a:cubicBezTo>
                  <a:pt x="1170" y="912"/>
                  <a:pt x="1171" y="911"/>
                  <a:pt x="1171" y="909"/>
                </a:cubicBezTo>
                <a:cubicBezTo>
                  <a:pt x="1169" y="909"/>
                  <a:pt x="1167" y="911"/>
                  <a:pt x="1167" y="913"/>
                </a:cubicBezTo>
                <a:close/>
                <a:moveTo>
                  <a:pt x="1158" y="911"/>
                </a:moveTo>
                <a:cubicBezTo>
                  <a:pt x="1157" y="914"/>
                  <a:pt x="1153" y="913"/>
                  <a:pt x="1151" y="913"/>
                </a:cubicBezTo>
                <a:cubicBezTo>
                  <a:pt x="1151" y="915"/>
                  <a:pt x="1148" y="916"/>
                  <a:pt x="1146" y="917"/>
                </a:cubicBezTo>
                <a:cubicBezTo>
                  <a:pt x="1145" y="922"/>
                  <a:pt x="1145" y="922"/>
                  <a:pt x="1146" y="926"/>
                </a:cubicBezTo>
                <a:cubicBezTo>
                  <a:pt x="1149" y="926"/>
                  <a:pt x="1152" y="923"/>
                  <a:pt x="1155" y="925"/>
                </a:cubicBezTo>
                <a:cubicBezTo>
                  <a:pt x="1154" y="926"/>
                  <a:pt x="1153" y="927"/>
                  <a:pt x="1153" y="928"/>
                </a:cubicBezTo>
                <a:cubicBezTo>
                  <a:pt x="1157" y="926"/>
                  <a:pt x="1161" y="925"/>
                  <a:pt x="1158" y="921"/>
                </a:cubicBezTo>
                <a:cubicBezTo>
                  <a:pt x="1161" y="921"/>
                  <a:pt x="1161" y="921"/>
                  <a:pt x="1161" y="921"/>
                </a:cubicBezTo>
                <a:cubicBezTo>
                  <a:pt x="1161" y="923"/>
                  <a:pt x="1160" y="924"/>
                  <a:pt x="1162" y="926"/>
                </a:cubicBezTo>
                <a:cubicBezTo>
                  <a:pt x="1163" y="921"/>
                  <a:pt x="1166" y="919"/>
                  <a:pt x="1165" y="914"/>
                </a:cubicBezTo>
                <a:cubicBezTo>
                  <a:pt x="1159" y="916"/>
                  <a:pt x="1160" y="911"/>
                  <a:pt x="1158" y="911"/>
                </a:cubicBezTo>
                <a:close/>
                <a:moveTo>
                  <a:pt x="1147" y="923"/>
                </a:moveTo>
                <a:cubicBezTo>
                  <a:pt x="1146" y="920"/>
                  <a:pt x="1149" y="921"/>
                  <a:pt x="1148" y="917"/>
                </a:cubicBezTo>
                <a:cubicBezTo>
                  <a:pt x="1149" y="918"/>
                  <a:pt x="1150" y="918"/>
                  <a:pt x="1151" y="918"/>
                </a:cubicBezTo>
                <a:cubicBezTo>
                  <a:pt x="1151" y="921"/>
                  <a:pt x="1150" y="923"/>
                  <a:pt x="1147" y="923"/>
                </a:cubicBezTo>
                <a:close/>
                <a:moveTo>
                  <a:pt x="88" y="926"/>
                </a:moveTo>
                <a:cubicBezTo>
                  <a:pt x="92" y="922"/>
                  <a:pt x="97" y="920"/>
                  <a:pt x="101" y="916"/>
                </a:cubicBezTo>
                <a:cubicBezTo>
                  <a:pt x="95" y="911"/>
                  <a:pt x="91" y="920"/>
                  <a:pt x="87" y="923"/>
                </a:cubicBezTo>
                <a:cubicBezTo>
                  <a:pt x="88" y="923"/>
                  <a:pt x="87" y="925"/>
                  <a:pt x="88" y="926"/>
                </a:cubicBezTo>
                <a:close/>
                <a:moveTo>
                  <a:pt x="994" y="937"/>
                </a:moveTo>
                <a:cubicBezTo>
                  <a:pt x="1001" y="937"/>
                  <a:pt x="1006" y="930"/>
                  <a:pt x="1012" y="931"/>
                </a:cubicBezTo>
                <a:cubicBezTo>
                  <a:pt x="1013" y="927"/>
                  <a:pt x="1012" y="927"/>
                  <a:pt x="1012" y="922"/>
                </a:cubicBezTo>
                <a:cubicBezTo>
                  <a:pt x="1002" y="920"/>
                  <a:pt x="1004" y="933"/>
                  <a:pt x="996" y="931"/>
                </a:cubicBezTo>
                <a:cubicBezTo>
                  <a:pt x="998" y="927"/>
                  <a:pt x="1001" y="926"/>
                  <a:pt x="1005" y="924"/>
                </a:cubicBezTo>
                <a:cubicBezTo>
                  <a:pt x="1001" y="923"/>
                  <a:pt x="997" y="922"/>
                  <a:pt x="994" y="925"/>
                </a:cubicBezTo>
                <a:cubicBezTo>
                  <a:pt x="997" y="930"/>
                  <a:pt x="993" y="931"/>
                  <a:pt x="994" y="937"/>
                </a:cubicBezTo>
                <a:close/>
                <a:moveTo>
                  <a:pt x="178" y="931"/>
                </a:moveTo>
                <a:cubicBezTo>
                  <a:pt x="175" y="931"/>
                  <a:pt x="176" y="933"/>
                  <a:pt x="174" y="935"/>
                </a:cubicBezTo>
                <a:cubicBezTo>
                  <a:pt x="178" y="935"/>
                  <a:pt x="178" y="933"/>
                  <a:pt x="178" y="931"/>
                </a:cubicBezTo>
                <a:close/>
                <a:moveTo>
                  <a:pt x="1184" y="948"/>
                </a:moveTo>
                <a:cubicBezTo>
                  <a:pt x="1186" y="945"/>
                  <a:pt x="1188" y="942"/>
                  <a:pt x="1189" y="939"/>
                </a:cubicBezTo>
                <a:cubicBezTo>
                  <a:pt x="1184" y="941"/>
                  <a:pt x="1188" y="934"/>
                  <a:pt x="1184" y="935"/>
                </a:cubicBezTo>
                <a:cubicBezTo>
                  <a:pt x="1177" y="945"/>
                  <a:pt x="1160" y="942"/>
                  <a:pt x="1160" y="956"/>
                </a:cubicBezTo>
                <a:cubicBezTo>
                  <a:pt x="1159" y="954"/>
                  <a:pt x="1158" y="957"/>
                  <a:pt x="1158" y="955"/>
                </a:cubicBezTo>
                <a:cubicBezTo>
                  <a:pt x="1158" y="954"/>
                  <a:pt x="1159" y="953"/>
                  <a:pt x="1158" y="952"/>
                </a:cubicBezTo>
                <a:cubicBezTo>
                  <a:pt x="1156" y="954"/>
                  <a:pt x="1155" y="956"/>
                  <a:pt x="1154" y="958"/>
                </a:cubicBezTo>
                <a:cubicBezTo>
                  <a:pt x="1149" y="959"/>
                  <a:pt x="1153" y="956"/>
                  <a:pt x="1149" y="955"/>
                </a:cubicBezTo>
                <a:cubicBezTo>
                  <a:pt x="1150" y="963"/>
                  <a:pt x="1143" y="964"/>
                  <a:pt x="1135" y="964"/>
                </a:cubicBezTo>
                <a:cubicBezTo>
                  <a:pt x="1132" y="973"/>
                  <a:pt x="1125" y="977"/>
                  <a:pt x="1117" y="980"/>
                </a:cubicBezTo>
                <a:cubicBezTo>
                  <a:pt x="1114" y="975"/>
                  <a:pt x="1120" y="972"/>
                  <a:pt x="1122" y="969"/>
                </a:cubicBezTo>
                <a:cubicBezTo>
                  <a:pt x="1117" y="969"/>
                  <a:pt x="1126" y="967"/>
                  <a:pt x="1122" y="965"/>
                </a:cubicBezTo>
                <a:cubicBezTo>
                  <a:pt x="1121" y="968"/>
                  <a:pt x="1119" y="965"/>
                  <a:pt x="1118" y="965"/>
                </a:cubicBezTo>
                <a:cubicBezTo>
                  <a:pt x="1116" y="966"/>
                  <a:pt x="1115" y="969"/>
                  <a:pt x="1114" y="972"/>
                </a:cubicBezTo>
                <a:cubicBezTo>
                  <a:pt x="1109" y="971"/>
                  <a:pt x="1108" y="974"/>
                  <a:pt x="1106" y="977"/>
                </a:cubicBezTo>
                <a:cubicBezTo>
                  <a:pt x="1110" y="976"/>
                  <a:pt x="1110" y="973"/>
                  <a:pt x="1114" y="974"/>
                </a:cubicBezTo>
                <a:cubicBezTo>
                  <a:pt x="1118" y="982"/>
                  <a:pt x="1110" y="982"/>
                  <a:pt x="1107" y="987"/>
                </a:cubicBezTo>
                <a:cubicBezTo>
                  <a:pt x="1115" y="986"/>
                  <a:pt x="1119" y="980"/>
                  <a:pt x="1127" y="978"/>
                </a:cubicBezTo>
                <a:cubicBezTo>
                  <a:pt x="1128" y="981"/>
                  <a:pt x="1129" y="983"/>
                  <a:pt x="1130" y="984"/>
                </a:cubicBezTo>
                <a:cubicBezTo>
                  <a:pt x="1134" y="981"/>
                  <a:pt x="1140" y="978"/>
                  <a:pt x="1143" y="973"/>
                </a:cubicBezTo>
                <a:cubicBezTo>
                  <a:pt x="1153" y="977"/>
                  <a:pt x="1151" y="960"/>
                  <a:pt x="1158" y="958"/>
                </a:cubicBezTo>
                <a:cubicBezTo>
                  <a:pt x="1161" y="958"/>
                  <a:pt x="1161" y="961"/>
                  <a:pt x="1164" y="960"/>
                </a:cubicBezTo>
                <a:cubicBezTo>
                  <a:pt x="1171" y="957"/>
                  <a:pt x="1174" y="946"/>
                  <a:pt x="1184" y="948"/>
                </a:cubicBezTo>
                <a:close/>
                <a:moveTo>
                  <a:pt x="215" y="940"/>
                </a:moveTo>
                <a:cubicBezTo>
                  <a:pt x="216" y="940"/>
                  <a:pt x="218" y="940"/>
                  <a:pt x="218" y="942"/>
                </a:cubicBezTo>
                <a:cubicBezTo>
                  <a:pt x="219" y="942"/>
                  <a:pt x="221" y="942"/>
                  <a:pt x="221" y="940"/>
                </a:cubicBezTo>
                <a:cubicBezTo>
                  <a:pt x="220" y="940"/>
                  <a:pt x="220" y="940"/>
                  <a:pt x="220" y="939"/>
                </a:cubicBezTo>
                <a:cubicBezTo>
                  <a:pt x="218" y="939"/>
                  <a:pt x="215" y="938"/>
                  <a:pt x="215" y="940"/>
                </a:cubicBezTo>
                <a:close/>
                <a:moveTo>
                  <a:pt x="1064" y="943"/>
                </a:moveTo>
                <a:cubicBezTo>
                  <a:pt x="1065" y="946"/>
                  <a:pt x="1063" y="946"/>
                  <a:pt x="1062" y="948"/>
                </a:cubicBezTo>
                <a:cubicBezTo>
                  <a:pt x="1066" y="947"/>
                  <a:pt x="1065" y="950"/>
                  <a:pt x="1068" y="950"/>
                </a:cubicBezTo>
                <a:cubicBezTo>
                  <a:pt x="1069" y="948"/>
                  <a:pt x="1073" y="948"/>
                  <a:pt x="1072" y="944"/>
                </a:cubicBezTo>
                <a:cubicBezTo>
                  <a:pt x="1070" y="943"/>
                  <a:pt x="1069" y="948"/>
                  <a:pt x="1069" y="945"/>
                </a:cubicBezTo>
                <a:cubicBezTo>
                  <a:pt x="1069" y="944"/>
                  <a:pt x="1070" y="943"/>
                  <a:pt x="1070" y="942"/>
                </a:cubicBezTo>
                <a:cubicBezTo>
                  <a:pt x="1068" y="942"/>
                  <a:pt x="1067" y="940"/>
                  <a:pt x="1064" y="939"/>
                </a:cubicBezTo>
                <a:cubicBezTo>
                  <a:pt x="1063" y="944"/>
                  <a:pt x="1057" y="942"/>
                  <a:pt x="1058" y="948"/>
                </a:cubicBezTo>
                <a:cubicBezTo>
                  <a:pt x="1063" y="949"/>
                  <a:pt x="1061" y="944"/>
                  <a:pt x="1064" y="943"/>
                </a:cubicBezTo>
                <a:close/>
                <a:moveTo>
                  <a:pt x="942" y="948"/>
                </a:moveTo>
                <a:cubicBezTo>
                  <a:pt x="942" y="944"/>
                  <a:pt x="942" y="944"/>
                  <a:pt x="942" y="944"/>
                </a:cubicBezTo>
                <a:cubicBezTo>
                  <a:pt x="939" y="943"/>
                  <a:pt x="939" y="949"/>
                  <a:pt x="942" y="948"/>
                </a:cubicBezTo>
                <a:close/>
                <a:moveTo>
                  <a:pt x="1171" y="961"/>
                </a:moveTo>
                <a:cubicBezTo>
                  <a:pt x="1171" y="966"/>
                  <a:pt x="1164" y="965"/>
                  <a:pt x="1164" y="970"/>
                </a:cubicBezTo>
                <a:cubicBezTo>
                  <a:pt x="1176" y="963"/>
                  <a:pt x="1186" y="960"/>
                  <a:pt x="1195" y="950"/>
                </a:cubicBezTo>
                <a:cubicBezTo>
                  <a:pt x="1185" y="945"/>
                  <a:pt x="1181" y="960"/>
                  <a:pt x="1171" y="961"/>
                </a:cubicBezTo>
                <a:close/>
                <a:moveTo>
                  <a:pt x="199" y="950"/>
                </a:moveTo>
                <a:cubicBezTo>
                  <a:pt x="197" y="950"/>
                  <a:pt x="194" y="950"/>
                  <a:pt x="195" y="952"/>
                </a:cubicBezTo>
                <a:cubicBezTo>
                  <a:pt x="197" y="952"/>
                  <a:pt x="199" y="952"/>
                  <a:pt x="199" y="950"/>
                </a:cubicBezTo>
                <a:close/>
                <a:moveTo>
                  <a:pt x="72" y="952"/>
                </a:moveTo>
                <a:cubicBezTo>
                  <a:pt x="70" y="949"/>
                  <a:pt x="65" y="951"/>
                  <a:pt x="64" y="954"/>
                </a:cubicBezTo>
                <a:cubicBezTo>
                  <a:pt x="67" y="954"/>
                  <a:pt x="71" y="955"/>
                  <a:pt x="72" y="952"/>
                </a:cubicBezTo>
                <a:close/>
                <a:moveTo>
                  <a:pt x="1136" y="954"/>
                </a:moveTo>
                <a:cubicBezTo>
                  <a:pt x="1139" y="955"/>
                  <a:pt x="1141" y="954"/>
                  <a:pt x="1140" y="951"/>
                </a:cubicBezTo>
                <a:cubicBezTo>
                  <a:pt x="1137" y="951"/>
                  <a:pt x="1137" y="951"/>
                  <a:pt x="1137" y="951"/>
                </a:cubicBezTo>
                <a:cubicBezTo>
                  <a:pt x="1138" y="952"/>
                  <a:pt x="1136" y="953"/>
                  <a:pt x="1136" y="954"/>
                </a:cubicBezTo>
                <a:close/>
                <a:moveTo>
                  <a:pt x="90" y="958"/>
                </a:moveTo>
                <a:cubicBezTo>
                  <a:pt x="89" y="960"/>
                  <a:pt x="87" y="960"/>
                  <a:pt x="87" y="962"/>
                </a:cubicBezTo>
                <a:cubicBezTo>
                  <a:pt x="91" y="962"/>
                  <a:pt x="91" y="962"/>
                  <a:pt x="91" y="962"/>
                </a:cubicBezTo>
                <a:cubicBezTo>
                  <a:pt x="91" y="960"/>
                  <a:pt x="91" y="958"/>
                  <a:pt x="90" y="958"/>
                </a:cubicBezTo>
                <a:close/>
                <a:moveTo>
                  <a:pt x="130" y="964"/>
                </a:moveTo>
                <a:cubicBezTo>
                  <a:pt x="134" y="965"/>
                  <a:pt x="135" y="959"/>
                  <a:pt x="133" y="958"/>
                </a:cubicBezTo>
                <a:cubicBezTo>
                  <a:pt x="132" y="959"/>
                  <a:pt x="128" y="961"/>
                  <a:pt x="130" y="964"/>
                </a:cubicBezTo>
                <a:close/>
                <a:moveTo>
                  <a:pt x="236" y="965"/>
                </a:moveTo>
                <a:cubicBezTo>
                  <a:pt x="236" y="967"/>
                  <a:pt x="236" y="968"/>
                  <a:pt x="237" y="969"/>
                </a:cubicBezTo>
                <a:cubicBezTo>
                  <a:pt x="243" y="967"/>
                  <a:pt x="247" y="971"/>
                  <a:pt x="248" y="975"/>
                </a:cubicBezTo>
                <a:cubicBezTo>
                  <a:pt x="248" y="967"/>
                  <a:pt x="247" y="967"/>
                  <a:pt x="247" y="960"/>
                </a:cubicBezTo>
                <a:cubicBezTo>
                  <a:pt x="242" y="960"/>
                  <a:pt x="240" y="963"/>
                  <a:pt x="236" y="965"/>
                </a:cubicBezTo>
                <a:close/>
                <a:moveTo>
                  <a:pt x="171" y="965"/>
                </a:moveTo>
                <a:cubicBezTo>
                  <a:pt x="167" y="965"/>
                  <a:pt x="167" y="968"/>
                  <a:pt x="164" y="969"/>
                </a:cubicBezTo>
                <a:cubicBezTo>
                  <a:pt x="168" y="969"/>
                  <a:pt x="170" y="968"/>
                  <a:pt x="171" y="965"/>
                </a:cubicBezTo>
                <a:close/>
                <a:moveTo>
                  <a:pt x="1060" y="970"/>
                </a:moveTo>
                <a:cubicBezTo>
                  <a:pt x="1064" y="970"/>
                  <a:pt x="1066" y="969"/>
                  <a:pt x="1067" y="966"/>
                </a:cubicBezTo>
                <a:cubicBezTo>
                  <a:pt x="1064" y="967"/>
                  <a:pt x="1061" y="967"/>
                  <a:pt x="1060" y="970"/>
                </a:cubicBezTo>
                <a:close/>
                <a:moveTo>
                  <a:pt x="187" y="977"/>
                </a:moveTo>
                <a:cubicBezTo>
                  <a:pt x="187" y="978"/>
                  <a:pt x="188" y="981"/>
                  <a:pt x="186" y="981"/>
                </a:cubicBezTo>
                <a:cubicBezTo>
                  <a:pt x="182" y="981"/>
                  <a:pt x="178" y="982"/>
                  <a:pt x="176" y="985"/>
                </a:cubicBezTo>
                <a:cubicBezTo>
                  <a:pt x="173" y="986"/>
                  <a:pt x="175" y="982"/>
                  <a:pt x="172" y="983"/>
                </a:cubicBezTo>
                <a:cubicBezTo>
                  <a:pt x="166" y="985"/>
                  <a:pt x="164" y="989"/>
                  <a:pt x="161" y="992"/>
                </a:cubicBezTo>
                <a:cubicBezTo>
                  <a:pt x="156" y="997"/>
                  <a:pt x="149" y="999"/>
                  <a:pt x="145" y="1001"/>
                </a:cubicBezTo>
                <a:cubicBezTo>
                  <a:pt x="159" y="1005"/>
                  <a:pt x="173" y="992"/>
                  <a:pt x="179" y="985"/>
                </a:cubicBezTo>
                <a:cubicBezTo>
                  <a:pt x="191" y="984"/>
                  <a:pt x="196" y="977"/>
                  <a:pt x="204" y="972"/>
                </a:cubicBezTo>
                <a:cubicBezTo>
                  <a:pt x="196" y="971"/>
                  <a:pt x="193" y="975"/>
                  <a:pt x="187" y="977"/>
                </a:cubicBezTo>
                <a:close/>
                <a:moveTo>
                  <a:pt x="1174" y="972"/>
                </a:moveTo>
                <a:cubicBezTo>
                  <a:pt x="1175" y="975"/>
                  <a:pt x="1171" y="974"/>
                  <a:pt x="1172" y="977"/>
                </a:cubicBezTo>
                <a:cubicBezTo>
                  <a:pt x="1175" y="977"/>
                  <a:pt x="1177" y="973"/>
                  <a:pt x="1174" y="972"/>
                </a:cubicBezTo>
                <a:close/>
                <a:moveTo>
                  <a:pt x="1190" y="976"/>
                </a:moveTo>
                <a:cubicBezTo>
                  <a:pt x="1185" y="977"/>
                  <a:pt x="1178" y="975"/>
                  <a:pt x="1177" y="980"/>
                </a:cubicBezTo>
                <a:cubicBezTo>
                  <a:pt x="1183" y="977"/>
                  <a:pt x="1187" y="984"/>
                  <a:pt x="1190" y="980"/>
                </a:cubicBezTo>
                <a:cubicBezTo>
                  <a:pt x="1185" y="980"/>
                  <a:pt x="1188" y="977"/>
                  <a:pt x="1190" y="976"/>
                </a:cubicBezTo>
                <a:close/>
                <a:moveTo>
                  <a:pt x="989" y="985"/>
                </a:moveTo>
                <a:cubicBezTo>
                  <a:pt x="991" y="985"/>
                  <a:pt x="991" y="986"/>
                  <a:pt x="991" y="988"/>
                </a:cubicBezTo>
                <a:cubicBezTo>
                  <a:pt x="995" y="986"/>
                  <a:pt x="997" y="983"/>
                  <a:pt x="999" y="979"/>
                </a:cubicBezTo>
                <a:cubicBezTo>
                  <a:pt x="994" y="980"/>
                  <a:pt x="991" y="982"/>
                  <a:pt x="989" y="985"/>
                </a:cubicBezTo>
                <a:close/>
                <a:moveTo>
                  <a:pt x="207" y="982"/>
                </a:moveTo>
                <a:cubicBezTo>
                  <a:pt x="210" y="985"/>
                  <a:pt x="216" y="983"/>
                  <a:pt x="219" y="982"/>
                </a:cubicBezTo>
                <a:cubicBezTo>
                  <a:pt x="217" y="981"/>
                  <a:pt x="211" y="979"/>
                  <a:pt x="207" y="982"/>
                </a:cubicBezTo>
                <a:close/>
                <a:moveTo>
                  <a:pt x="4" y="982"/>
                </a:moveTo>
                <a:cubicBezTo>
                  <a:pt x="2" y="983"/>
                  <a:pt x="1" y="985"/>
                  <a:pt x="0" y="988"/>
                </a:cubicBezTo>
                <a:cubicBezTo>
                  <a:pt x="4" y="987"/>
                  <a:pt x="6" y="990"/>
                  <a:pt x="9" y="991"/>
                </a:cubicBezTo>
                <a:cubicBezTo>
                  <a:pt x="9" y="987"/>
                  <a:pt x="15" y="989"/>
                  <a:pt x="14" y="985"/>
                </a:cubicBezTo>
                <a:cubicBezTo>
                  <a:pt x="9" y="987"/>
                  <a:pt x="8" y="984"/>
                  <a:pt x="4" y="982"/>
                </a:cubicBezTo>
                <a:close/>
                <a:moveTo>
                  <a:pt x="1088" y="991"/>
                </a:moveTo>
                <a:cubicBezTo>
                  <a:pt x="1090" y="987"/>
                  <a:pt x="1095" y="986"/>
                  <a:pt x="1099" y="986"/>
                </a:cubicBezTo>
                <a:cubicBezTo>
                  <a:pt x="1098" y="977"/>
                  <a:pt x="1086" y="988"/>
                  <a:pt x="1088" y="991"/>
                </a:cubicBezTo>
                <a:close/>
                <a:moveTo>
                  <a:pt x="1136" y="986"/>
                </a:moveTo>
                <a:cubicBezTo>
                  <a:pt x="1138" y="986"/>
                  <a:pt x="1138" y="987"/>
                  <a:pt x="1139" y="988"/>
                </a:cubicBezTo>
                <a:cubicBezTo>
                  <a:pt x="1138" y="985"/>
                  <a:pt x="1142" y="987"/>
                  <a:pt x="1141" y="984"/>
                </a:cubicBezTo>
                <a:cubicBezTo>
                  <a:pt x="1139" y="984"/>
                  <a:pt x="1137" y="985"/>
                  <a:pt x="1136" y="986"/>
                </a:cubicBezTo>
                <a:close/>
                <a:moveTo>
                  <a:pt x="1151" y="990"/>
                </a:moveTo>
                <a:cubicBezTo>
                  <a:pt x="1152" y="990"/>
                  <a:pt x="1153" y="991"/>
                  <a:pt x="1154" y="991"/>
                </a:cubicBezTo>
                <a:cubicBezTo>
                  <a:pt x="1153" y="998"/>
                  <a:pt x="1147" y="992"/>
                  <a:pt x="1146" y="995"/>
                </a:cubicBezTo>
                <a:cubicBezTo>
                  <a:pt x="1150" y="996"/>
                  <a:pt x="1151" y="999"/>
                  <a:pt x="1154" y="1000"/>
                </a:cubicBezTo>
                <a:cubicBezTo>
                  <a:pt x="1152" y="997"/>
                  <a:pt x="1153" y="993"/>
                  <a:pt x="1157" y="992"/>
                </a:cubicBezTo>
                <a:cubicBezTo>
                  <a:pt x="1156" y="991"/>
                  <a:pt x="1156" y="989"/>
                  <a:pt x="1155" y="988"/>
                </a:cubicBezTo>
                <a:cubicBezTo>
                  <a:pt x="1155" y="990"/>
                  <a:pt x="1150" y="987"/>
                  <a:pt x="1151" y="990"/>
                </a:cubicBezTo>
                <a:close/>
                <a:moveTo>
                  <a:pt x="845" y="991"/>
                </a:moveTo>
                <a:cubicBezTo>
                  <a:pt x="842" y="993"/>
                  <a:pt x="834" y="994"/>
                  <a:pt x="836" y="998"/>
                </a:cubicBezTo>
                <a:cubicBezTo>
                  <a:pt x="839" y="996"/>
                  <a:pt x="843" y="995"/>
                  <a:pt x="845" y="991"/>
                </a:cubicBezTo>
                <a:close/>
                <a:moveTo>
                  <a:pt x="996" y="992"/>
                </a:moveTo>
                <a:cubicBezTo>
                  <a:pt x="994" y="993"/>
                  <a:pt x="992" y="994"/>
                  <a:pt x="991" y="995"/>
                </a:cubicBezTo>
                <a:cubicBezTo>
                  <a:pt x="994" y="995"/>
                  <a:pt x="996" y="995"/>
                  <a:pt x="996" y="992"/>
                </a:cubicBezTo>
                <a:close/>
                <a:moveTo>
                  <a:pt x="1031" y="997"/>
                </a:moveTo>
                <a:cubicBezTo>
                  <a:pt x="1031" y="995"/>
                  <a:pt x="1034" y="996"/>
                  <a:pt x="1035" y="994"/>
                </a:cubicBezTo>
                <a:cubicBezTo>
                  <a:pt x="1033" y="992"/>
                  <a:pt x="1028" y="996"/>
                  <a:pt x="1031" y="997"/>
                </a:cubicBezTo>
                <a:close/>
                <a:moveTo>
                  <a:pt x="856" y="1002"/>
                </a:moveTo>
                <a:cubicBezTo>
                  <a:pt x="861" y="1004"/>
                  <a:pt x="865" y="997"/>
                  <a:pt x="869" y="995"/>
                </a:cubicBezTo>
                <a:cubicBezTo>
                  <a:pt x="865" y="998"/>
                  <a:pt x="858" y="994"/>
                  <a:pt x="854" y="1000"/>
                </a:cubicBezTo>
                <a:cubicBezTo>
                  <a:pt x="856" y="1001"/>
                  <a:pt x="858" y="997"/>
                  <a:pt x="859" y="999"/>
                </a:cubicBezTo>
                <a:cubicBezTo>
                  <a:pt x="858" y="999"/>
                  <a:pt x="857" y="1000"/>
                  <a:pt x="856" y="1002"/>
                </a:cubicBezTo>
                <a:close/>
                <a:moveTo>
                  <a:pt x="882" y="994"/>
                </a:moveTo>
                <a:cubicBezTo>
                  <a:pt x="880" y="996"/>
                  <a:pt x="873" y="997"/>
                  <a:pt x="876" y="1001"/>
                </a:cubicBezTo>
                <a:cubicBezTo>
                  <a:pt x="880" y="1001"/>
                  <a:pt x="884" y="997"/>
                  <a:pt x="882" y="994"/>
                </a:cubicBezTo>
                <a:close/>
                <a:moveTo>
                  <a:pt x="327" y="1005"/>
                </a:moveTo>
                <a:cubicBezTo>
                  <a:pt x="328" y="1004"/>
                  <a:pt x="332" y="1005"/>
                  <a:pt x="331" y="1002"/>
                </a:cubicBezTo>
                <a:cubicBezTo>
                  <a:pt x="329" y="1002"/>
                  <a:pt x="325" y="1004"/>
                  <a:pt x="327" y="1005"/>
                </a:cubicBezTo>
                <a:close/>
                <a:moveTo>
                  <a:pt x="126" y="1017"/>
                </a:moveTo>
                <a:cubicBezTo>
                  <a:pt x="133" y="1015"/>
                  <a:pt x="141" y="1013"/>
                  <a:pt x="143" y="1006"/>
                </a:cubicBezTo>
                <a:cubicBezTo>
                  <a:pt x="136" y="1000"/>
                  <a:pt x="127" y="1008"/>
                  <a:pt x="126" y="1017"/>
                </a:cubicBezTo>
                <a:close/>
                <a:moveTo>
                  <a:pt x="825" y="1024"/>
                </a:moveTo>
                <a:cubicBezTo>
                  <a:pt x="837" y="1021"/>
                  <a:pt x="845" y="1013"/>
                  <a:pt x="852" y="1005"/>
                </a:cubicBezTo>
                <a:cubicBezTo>
                  <a:pt x="840" y="1006"/>
                  <a:pt x="834" y="1017"/>
                  <a:pt x="825" y="1018"/>
                </a:cubicBezTo>
                <a:cubicBezTo>
                  <a:pt x="827" y="1021"/>
                  <a:pt x="822" y="1022"/>
                  <a:pt x="825" y="1024"/>
                </a:cubicBezTo>
                <a:close/>
                <a:moveTo>
                  <a:pt x="834" y="1010"/>
                </a:moveTo>
                <a:cubicBezTo>
                  <a:pt x="836" y="1007"/>
                  <a:pt x="840" y="1009"/>
                  <a:pt x="840" y="1006"/>
                </a:cubicBezTo>
                <a:cubicBezTo>
                  <a:pt x="838" y="1004"/>
                  <a:pt x="830" y="1007"/>
                  <a:pt x="834" y="1010"/>
                </a:cubicBezTo>
                <a:close/>
                <a:moveTo>
                  <a:pt x="828" y="1006"/>
                </a:moveTo>
                <a:cubicBezTo>
                  <a:pt x="828" y="1009"/>
                  <a:pt x="824" y="1008"/>
                  <a:pt x="824" y="1011"/>
                </a:cubicBezTo>
                <a:cubicBezTo>
                  <a:pt x="827" y="1012"/>
                  <a:pt x="830" y="1012"/>
                  <a:pt x="832" y="1011"/>
                </a:cubicBezTo>
                <a:cubicBezTo>
                  <a:pt x="831" y="1009"/>
                  <a:pt x="830" y="1007"/>
                  <a:pt x="828" y="1006"/>
                </a:cubicBezTo>
                <a:close/>
                <a:moveTo>
                  <a:pt x="985" y="1009"/>
                </a:moveTo>
                <a:cubicBezTo>
                  <a:pt x="977" y="1010"/>
                  <a:pt x="972" y="1015"/>
                  <a:pt x="967" y="1019"/>
                </a:cubicBezTo>
                <a:cubicBezTo>
                  <a:pt x="976" y="1019"/>
                  <a:pt x="982" y="1015"/>
                  <a:pt x="985" y="1009"/>
                </a:cubicBezTo>
                <a:close/>
                <a:moveTo>
                  <a:pt x="1131" y="1012"/>
                </a:moveTo>
                <a:cubicBezTo>
                  <a:pt x="1133" y="1012"/>
                  <a:pt x="1135" y="1011"/>
                  <a:pt x="1136" y="1009"/>
                </a:cubicBezTo>
                <a:cubicBezTo>
                  <a:pt x="1133" y="1009"/>
                  <a:pt x="1131" y="1009"/>
                  <a:pt x="1131" y="1012"/>
                </a:cubicBezTo>
                <a:close/>
                <a:moveTo>
                  <a:pt x="816" y="1013"/>
                </a:moveTo>
                <a:cubicBezTo>
                  <a:pt x="813" y="1013"/>
                  <a:pt x="810" y="1014"/>
                  <a:pt x="808" y="1016"/>
                </a:cubicBezTo>
                <a:cubicBezTo>
                  <a:pt x="811" y="1015"/>
                  <a:pt x="815" y="1015"/>
                  <a:pt x="816" y="1013"/>
                </a:cubicBezTo>
                <a:close/>
                <a:moveTo>
                  <a:pt x="937" y="1026"/>
                </a:moveTo>
                <a:cubicBezTo>
                  <a:pt x="942" y="1026"/>
                  <a:pt x="945" y="1024"/>
                  <a:pt x="948" y="1021"/>
                </a:cubicBezTo>
                <a:cubicBezTo>
                  <a:pt x="947" y="1020"/>
                  <a:pt x="947" y="1017"/>
                  <a:pt x="946" y="1017"/>
                </a:cubicBezTo>
                <a:cubicBezTo>
                  <a:pt x="945" y="1018"/>
                  <a:pt x="942" y="1019"/>
                  <a:pt x="943" y="1016"/>
                </a:cubicBezTo>
                <a:cubicBezTo>
                  <a:pt x="938" y="1018"/>
                  <a:pt x="940" y="1022"/>
                  <a:pt x="937" y="1026"/>
                </a:cubicBezTo>
                <a:close/>
                <a:moveTo>
                  <a:pt x="239" y="1024"/>
                </a:moveTo>
                <a:cubicBezTo>
                  <a:pt x="239" y="1023"/>
                  <a:pt x="244" y="1021"/>
                  <a:pt x="241" y="1019"/>
                </a:cubicBezTo>
                <a:cubicBezTo>
                  <a:pt x="241" y="1021"/>
                  <a:pt x="235" y="1022"/>
                  <a:pt x="239" y="1024"/>
                </a:cubicBezTo>
                <a:close/>
                <a:moveTo>
                  <a:pt x="976" y="1035"/>
                </a:moveTo>
                <a:cubicBezTo>
                  <a:pt x="977" y="1036"/>
                  <a:pt x="983" y="1034"/>
                  <a:pt x="983" y="1030"/>
                </a:cubicBezTo>
                <a:cubicBezTo>
                  <a:pt x="976" y="1034"/>
                  <a:pt x="962" y="1038"/>
                  <a:pt x="956" y="1044"/>
                </a:cubicBezTo>
                <a:cubicBezTo>
                  <a:pt x="965" y="1044"/>
                  <a:pt x="970" y="1039"/>
                  <a:pt x="976" y="1035"/>
                </a:cubicBezTo>
                <a:close/>
                <a:moveTo>
                  <a:pt x="978" y="1043"/>
                </a:moveTo>
                <a:cubicBezTo>
                  <a:pt x="975" y="1043"/>
                  <a:pt x="973" y="1045"/>
                  <a:pt x="972" y="1046"/>
                </a:cubicBezTo>
                <a:cubicBezTo>
                  <a:pt x="974" y="1046"/>
                  <a:pt x="978" y="1046"/>
                  <a:pt x="978" y="1043"/>
                </a:cubicBezTo>
                <a:close/>
                <a:moveTo>
                  <a:pt x="245" y="1049"/>
                </a:moveTo>
                <a:cubicBezTo>
                  <a:pt x="243" y="1053"/>
                  <a:pt x="242" y="1059"/>
                  <a:pt x="240" y="1062"/>
                </a:cubicBezTo>
                <a:cubicBezTo>
                  <a:pt x="248" y="1060"/>
                  <a:pt x="255" y="1056"/>
                  <a:pt x="258" y="1048"/>
                </a:cubicBezTo>
                <a:cubicBezTo>
                  <a:pt x="254" y="1051"/>
                  <a:pt x="250" y="1050"/>
                  <a:pt x="245" y="1049"/>
                </a:cubicBezTo>
                <a:close/>
                <a:moveTo>
                  <a:pt x="921" y="1054"/>
                </a:moveTo>
                <a:cubicBezTo>
                  <a:pt x="923" y="1053"/>
                  <a:pt x="932" y="1052"/>
                  <a:pt x="933" y="1048"/>
                </a:cubicBezTo>
                <a:cubicBezTo>
                  <a:pt x="930" y="1050"/>
                  <a:pt x="923" y="1050"/>
                  <a:pt x="921" y="1054"/>
                </a:cubicBezTo>
                <a:close/>
                <a:moveTo>
                  <a:pt x="926" y="1062"/>
                </a:moveTo>
                <a:cubicBezTo>
                  <a:pt x="928" y="1057"/>
                  <a:pt x="934" y="1057"/>
                  <a:pt x="938" y="1054"/>
                </a:cubicBezTo>
                <a:cubicBezTo>
                  <a:pt x="931" y="1054"/>
                  <a:pt x="925" y="1057"/>
                  <a:pt x="921" y="1060"/>
                </a:cubicBezTo>
                <a:cubicBezTo>
                  <a:pt x="922" y="1061"/>
                  <a:pt x="925" y="1061"/>
                  <a:pt x="926" y="1062"/>
                </a:cubicBezTo>
                <a:close/>
                <a:moveTo>
                  <a:pt x="768" y="1057"/>
                </a:moveTo>
                <a:cubicBezTo>
                  <a:pt x="762" y="1054"/>
                  <a:pt x="760" y="1062"/>
                  <a:pt x="755" y="1060"/>
                </a:cubicBezTo>
                <a:cubicBezTo>
                  <a:pt x="755" y="1063"/>
                  <a:pt x="757" y="1063"/>
                  <a:pt x="758" y="1064"/>
                </a:cubicBezTo>
                <a:cubicBezTo>
                  <a:pt x="761" y="1060"/>
                  <a:pt x="766" y="1061"/>
                  <a:pt x="768" y="1057"/>
                </a:cubicBezTo>
                <a:close/>
                <a:moveTo>
                  <a:pt x="718" y="1059"/>
                </a:moveTo>
                <a:cubicBezTo>
                  <a:pt x="715" y="1059"/>
                  <a:pt x="713" y="1060"/>
                  <a:pt x="712" y="1062"/>
                </a:cubicBezTo>
                <a:cubicBezTo>
                  <a:pt x="713" y="1062"/>
                  <a:pt x="713" y="1063"/>
                  <a:pt x="712" y="1064"/>
                </a:cubicBezTo>
                <a:cubicBezTo>
                  <a:pt x="715" y="1063"/>
                  <a:pt x="718" y="1062"/>
                  <a:pt x="718" y="1059"/>
                </a:cubicBezTo>
                <a:close/>
                <a:moveTo>
                  <a:pt x="906" y="1070"/>
                </a:moveTo>
                <a:cubicBezTo>
                  <a:pt x="911" y="1069"/>
                  <a:pt x="915" y="1067"/>
                  <a:pt x="919" y="1064"/>
                </a:cubicBezTo>
                <a:cubicBezTo>
                  <a:pt x="919" y="1064"/>
                  <a:pt x="918" y="1063"/>
                  <a:pt x="918" y="1062"/>
                </a:cubicBezTo>
                <a:cubicBezTo>
                  <a:pt x="914" y="1065"/>
                  <a:pt x="906" y="1064"/>
                  <a:pt x="906" y="1070"/>
                </a:cubicBezTo>
                <a:close/>
                <a:moveTo>
                  <a:pt x="524" y="1069"/>
                </a:moveTo>
                <a:cubicBezTo>
                  <a:pt x="524" y="1066"/>
                  <a:pt x="526" y="1066"/>
                  <a:pt x="526" y="1063"/>
                </a:cubicBezTo>
                <a:cubicBezTo>
                  <a:pt x="523" y="1062"/>
                  <a:pt x="523" y="1065"/>
                  <a:pt x="522" y="1063"/>
                </a:cubicBezTo>
                <a:cubicBezTo>
                  <a:pt x="522" y="1069"/>
                  <a:pt x="515" y="1064"/>
                  <a:pt x="515" y="1068"/>
                </a:cubicBezTo>
                <a:cubicBezTo>
                  <a:pt x="516" y="1070"/>
                  <a:pt x="521" y="1068"/>
                  <a:pt x="524" y="1069"/>
                </a:cubicBezTo>
                <a:close/>
                <a:moveTo>
                  <a:pt x="678" y="1074"/>
                </a:moveTo>
                <a:cubicBezTo>
                  <a:pt x="691" y="1077"/>
                  <a:pt x="702" y="1069"/>
                  <a:pt x="710" y="1063"/>
                </a:cubicBezTo>
                <a:cubicBezTo>
                  <a:pt x="699" y="1065"/>
                  <a:pt x="688" y="1067"/>
                  <a:pt x="682" y="1073"/>
                </a:cubicBezTo>
                <a:cubicBezTo>
                  <a:pt x="682" y="1072"/>
                  <a:pt x="682" y="1071"/>
                  <a:pt x="681" y="1070"/>
                </a:cubicBezTo>
                <a:cubicBezTo>
                  <a:pt x="682" y="1074"/>
                  <a:pt x="677" y="1071"/>
                  <a:pt x="678" y="1074"/>
                </a:cubicBezTo>
                <a:close/>
                <a:moveTo>
                  <a:pt x="747" y="1066"/>
                </a:moveTo>
                <a:cubicBezTo>
                  <a:pt x="736" y="1067"/>
                  <a:pt x="724" y="1073"/>
                  <a:pt x="716" y="1078"/>
                </a:cubicBezTo>
                <a:cubicBezTo>
                  <a:pt x="727" y="1080"/>
                  <a:pt x="733" y="1070"/>
                  <a:pt x="744" y="1070"/>
                </a:cubicBezTo>
                <a:cubicBezTo>
                  <a:pt x="743" y="1067"/>
                  <a:pt x="746" y="1067"/>
                  <a:pt x="747" y="1066"/>
                </a:cubicBezTo>
                <a:close/>
                <a:moveTo>
                  <a:pt x="1029" y="1088"/>
                </a:moveTo>
                <a:cubicBezTo>
                  <a:pt x="1035" y="1088"/>
                  <a:pt x="1051" y="1081"/>
                  <a:pt x="1048" y="1075"/>
                </a:cubicBezTo>
                <a:cubicBezTo>
                  <a:pt x="1043" y="1080"/>
                  <a:pt x="1034" y="1083"/>
                  <a:pt x="1029" y="1088"/>
                </a:cubicBezTo>
                <a:close/>
                <a:moveTo>
                  <a:pt x="402" y="1084"/>
                </a:moveTo>
                <a:cubicBezTo>
                  <a:pt x="402" y="1086"/>
                  <a:pt x="399" y="1085"/>
                  <a:pt x="399" y="1086"/>
                </a:cubicBezTo>
                <a:cubicBezTo>
                  <a:pt x="402" y="1085"/>
                  <a:pt x="399" y="1089"/>
                  <a:pt x="402" y="1089"/>
                </a:cubicBezTo>
                <a:cubicBezTo>
                  <a:pt x="403" y="1088"/>
                  <a:pt x="405" y="1085"/>
                  <a:pt x="402" y="1084"/>
                </a:cubicBezTo>
                <a:close/>
                <a:moveTo>
                  <a:pt x="710" y="1088"/>
                </a:moveTo>
                <a:cubicBezTo>
                  <a:pt x="708" y="1090"/>
                  <a:pt x="702" y="1089"/>
                  <a:pt x="702" y="1093"/>
                </a:cubicBezTo>
                <a:cubicBezTo>
                  <a:pt x="704" y="1094"/>
                  <a:pt x="707" y="1094"/>
                  <a:pt x="711" y="1094"/>
                </a:cubicBezTo>
                <a:cubicBezTo>
                  <a:pt x="712" y="1092"/>
                  <a:pt x="713" y="1089"/>
                  <a:pt x="710" y="1088"/>
                </a:cubicBezTo>
                <a:close/>
                <a:moveTo>
                  <a:pt x="710" y="1097"/>
                </a:moveTo>
                <a:cubicBezTo>
                  <a:pt x="712" y="1098"/>
                  <a:pt x="715" y="1096"/>
                  <a:pt x="714" y="1099"/>
                </a:cubicBezTo>
                <a:cubicBezTo>
                  <a:pt x="709" y="1100"/>
                  <a:pt x="709" y="1101"/>
                  <a:pt x="709" y="1105"/>
                </a:cubicBezTo>
                <a:cubicBezTo>
                  <a:pt x="711" y="1105"/>
                  <a:pt x="713" y="1105"/>
                  <a:pt x="714" y="1107"/>
                </a:cubicBezTo>
                <a:cubicBezTo>
                  <a:pt x="711" y="1108"/>
                  <a:pt x="710" y="1107"/>
                  <a:pt x="710" y="1109"/>
                </a:cubicBezTo>
                <a:cubicBezTo>
                  <a:pt x="715" y="1109"/>
                  <a:pt x="718" y="1106"/>
                  <a:pt x="721" y="1104"/>
                </a:cubicBezTo>
                <a:cubicBezTo>
                  <a:pt x="718" y="1103"/>
                  <a:pt x="716" y="1107"/>
                  <a:pt x="714" y="1104"/>
                </a:cubicBezTo>
                <a:cubicBezTo>
                  <a:pt x="717" y="1103"/>
                  <a:pt x="722" y="1099"/>
                  <a:pt x="725" y="1101"/>
                </a:cubicBezTo>
                <a:cubicBezTo>
                  <a:pt x="725" y="1103"/>
                  <a:pt x="722" y="1102"/>
                  <a:pt x="722" y="1104"/>
                </a:cubicBezTo>
                <a:cubicBezTo>
                  <a:pt x="725" y="1106"/>
                  <a:pt x="729" y="1104"/>
                  <a:pt x="731" y="1102"/>
                </a:cubicBezTo>
                <a:cubicBezTo>
                  <a:pt x="728" y="1102"/>
                  <a:pt x="726" y="1099"/>
                  <a:pt x="728" y="1097"/>
                </a:cubicBezTo>
                <a:cubicBezTo>
                  <a:pt x="726" y="1097"/>
                  <a:pt x="724" y="1098"/>
                  <a:pt x="724" y="1096"/>
                </a:cubicBezTo>
                <a:cubicBezTo>
                  <a:pt x="724" y="1094"/>
                  <a:pt x="727" y="1095"/>
                  <a:pt x="727" y="1094"/>
                </a:cubicBezTo>
                <a:cubicBezTo>
                  <a:pt x="725" y="1092"/>
                  <a:pt x="723" y="1090"/>
                  <a:pt x="721" y="1089"/>
                </a:cubicBezTo>
                <a:cubicBezTo>
                  <a:pt x="720" y="1095"/>
                  <a:pt x="712" y="1092"/>
                  <a:pt x="710" y="1097"/>
                </a:cubicBezTo>
                <a:close/>
                <a:moveTo>
                  <a:pt x="939" y="1102"/>
                </a:moveTo>
                <a:cubicBezTo>
                  <a:pt x="932" y="1106"/>
                  <a:pt x="924" y="1109"/>
                  <a:pt x="917" y="1113"/>
                </a:cubicBezTo>
                <a:cubicBezTo>
                  <a:pt x="928" y="1113"/>
                  <a:pt x="933" y="1105"/>
                  <a:pt x="940" y="1105"/>
                </a:cubicBezTo>
                <a:cubicBezTo>
                  <a:pt x="940" y="1104"/>
                  <a:pt x="941" y="1102"/>
                  <a:pt x="939" y="1102"/>
                </a:cubicBezTo>
                <a:close/>
                <a:moveTo>
                  <a:pt x="625" y="1108"/>
                </a:moveTo>
                <a:cubicBezTo>
                  <a:pt x="629" y="1107"/>
                  <a:pt x="634" y="1107"/>
                  <a:pt x="635" y="1104"/>
                </a:cubicBezTo>
                <a:cubicBezTo>
                  <a:pt x="631" y="1105"/>
                  <a:pt x="628" y="1105"/>
                  <a:pt x="625" y="1108"/>
                </a:cubicBezTo>
                <a:close/>
                <a:moveTo>
                  <a:pt x="682" y="1117"/>
                </a:moveTo>
                <a:cubicBezTo>
                  <a:pt x="685" y="1117"/>
                  <a:pt x="695" y="1117"/>
                  <a:pt x="697" y="1113"/>
                </a:cubicBezTo>
                <a:cubicBezTo>
                  <a:pt x="693" y="1112"/>
                  <a:pt x="692" y="1113"/>
                  <a:pt x="688" y="1113"/>
                </a:cubicBezTo>
                <a:cubicBezTo>
                  <a:pt x="684" y="1110"/>
                  <a:pt x="689" y="1110"/>
                  <a:pt x="689" y="1108"/>
                </a:cubicBezTo>
                <a:cubicBezTo>
                  <a:pt x="682" y="1108"/>
                  <a:pt x="687" y="1111"/>
                  <a:pt x="682" y="1113"/>
                </a:cubicBezTo>
                <a:cubicBezTo>
                  <a:pt x="686" y="1115"/>
                  <a:pt x="683" y="1115"/>
                  <a:pt x="682" y="1117"/>
                </a:cubicBezTo>
                <a:close/>
                <a:moveTo>
                  <a:pt x="561" y="1110"/>
                </a:moveTo>
                <a:cubicBezTo>
                  <a:pt x="558" y="1112"/>
                  <a:pt x="550" y="1108"/>
                  <a:pt x="547" y="1112"/>
                </a:cubicBezTo>
                <a:cubicBezTo>
                  <a:pt x="551" y="1114"/>
                  <a:pt x="560" y="1114"/>
                  <a:pt x="561" y="1110"/>
                </a:cubicBezTo>
                <a:close/>
                <a:moveTo>
                  <a:pt x="870" y="1113"/>
                </a:moveTo>
                <a:cubicBezTo>
                  <a:pt x="867" y="1113"/>
                  <a:pt x="866" y="1115"/>
                  <a:pt x="863" y="1115"/>
                </a:cubicBezTo>
                <a:cubicBezTo>
                  <a:pt x="865" y="1119"/>
                  <a:pt x="863" y="1120"/>
                  <a:pt x="862" y="1122"/>
                </a:cubicBezTo>
                <a:cubicBezTo>
                  <a:pt x="871" y="1122"/>
                  <a:pt x="869" y="1120"/>
                  <a:pt x="870" y="1113"/>
                </a:cubicBezTo>
                <a:close/>
                <a:moveTo>
                  <a:pt x="809" y="1121"/>
                </a:moveTo>
                <a:cubicBezTo>
                  <a:pt x="806" y="1121"/>
                  <a:pt x="802" y="1120"/>
                  <a:pt x="801" y="1123"/>
                </a:cubicBezTo>
                <a:cubicBezTo>
                  <a:pt x="804" y="1123"/>
                  <a:pt x="807" y="1122"/>
                  <a:pt x="809" y="1121"/>
                </a:cubicBezTo>
                <a:close/>
                <a:moveTo>
                  <a:pt x="742" y="1145"/>
                </a:moveTo>
                <a:cubicBezTo>
                  <a:pt x="746" y="1144"/>
                  <a:pt x="748" y="1141"/>
                  <a:pt x="749" y="1137"/>
                </a:cubicBezTo>
                <a:cubicBezTo>
                  <a:pt x="745" y="1140"/>
                  <a:pt x="743" y="1140"/>
                  <a:pt x="742" y="1145"/>
                </a:cubicBezTo>
                <a:close/>
                <a:moveTo>
                  <a:pt x="571" y="1138"/>
                </a:moveTo>
                <a:cubicBezTo>
                  <a:pt x="568" y="1141"/>
                  <a:pt x="562" y="1142"/>
                  <a:pt x="559" y="1145"/>
                </a:cubicBezTo>
                <a:cubicBezTo>
                  <a:pt x="564" y="1147"/>
                  <a:pt x="569" y="1142"/>
                  <a:pt x="571" y="1138"/>
                </a:cubicBezTo>
                <a:close/>
                <a:moveTo>
                  <a:pt x="611" y="1147"/>
                </a:moveTo>
                <a:cubicBezTo>
                  <a:pt x="609" y="1143"/>
                  <a:pt x="603" y="1146"/>
                  <a:pt x="602" y="1148"/>
                </a:cubicBezTo>
                <a:cubicBezTo>
                  <a:pt x="606" y="1148"/>
                  <a:pt x="610" y="1149"/>
                  <a:pt x="611" y="1147"/>
                </a:cubicBezTo>
                <a:close/>
                <a:moveTo>
                  <a:pt x="634" y="1152"/>
                </a:moveTo>
                <a:cubicBezTo>
                  <a:pt x="638" y="1153"/>
                  <a:pt x="644" y="1149"/>
                  <a:pt x="649" y="1148"/>
                </a:cubicBezTo>
                <a:cubicBezTo>
                  <a:pt x="644" y="1148"/>
                  <a:pt x="637" y="1148"/>
                  <a:pt x="634" y="1152"/>
                </a:cubicBezTo>
                <a:close/>
                <a:moveTo>
                  <a:pt x="695" y="1156"/>
                </a:moveTo>
                <a:cubicBezTo>
                  <a:pt x="689" y="1154"/>
                  <a:pt x="686" y="1160"/>
                  <a:pt x="681" y="1161"/>
                </a:cubicBezTo>
                <a:cubicBezTo>
                  <a:pt x="681" y="1161"/>
                  <a:pt x="680" y="1159"/>
                  <a:pt x="678" y="1160"/>
                </a:cubicBezTo>
                <a:cubicBezTo>
                  <a:pt x="674" y="1160"/>
                  <a:pt x="669" y="1166"/>
                  <a:pt x="662" y="1165"/>
                </a:cubicBezTo>
                <a:cubicBezTo>
                  <a:pt x="667" y="1171"/>
                  <a:pt x="677" y="1165"/>
                  <a:pt x="686" y="1162"/>
                </a:cubicBezTo>
                <a:cubicBezTo>
                  <a:pt x="693" y="1160"/>
                  <a:pt x="701" y="1159"/>
                  <a:pt x="708" y="1157"/>
                </a:cubicBezTo>
                <a:cubicBezTo>
                  <a:pt x="706" y="1151"/>
                  <a:pt x="697" y="1151"/>
                  <a:pt x="695" y="1156"/>
                </a:cubicBezTo>
                <a:close/>
                <a:moveTo>
                  <a:pt x="557" y="1166"/>
                </a:moveTo>
                <a:cubicBezTo>
                  <a:pt x="557" y="1170"/>
                  <a:pt x="558" y="1171"/>
                  <a:pt x="559" y="1174"/>
                </a:cubicBezTo>
                <a:cubicBezTo>
                  <a:pt x="571" y="1173"/>
                  <a:pt x="577" y="1170"/>
                  <a:pt x="582" y="1160"/>
                </a:cubicBezTo>
                <a:cubicBezTo>
                  <a:pt x="572" y="1156"/>
                  <a:pt x="566" y="1165"/>
                  <a:pt x="557" y="1166"/>
                </a:cubicBezTo>
                <a:close/>
                <a:moveTo>
                  <a:pt x="605" y="1161"/>
                </a:moveTo>
                <a:cubicBezTo>
                  <a:pt x="607" y="1163"/>
                  <a:pt x="614" y="1162"/>
                  <a:pt x="615" y="1160"/>
                </a:cubicBezTo>
                <a:cubicBezTo>
                  <a:pt x="612" y="1161"/>
                  <a:pt x="605" y="1158"/>
                  <a:pt x="605" y="1161"/>
                </a:cubicBezTo>
                <a:close/>
                <a:moveTo>
                  <a:pt x="606" y="1170"/>
                </a:moveTo>
                <a:cubicBezTo>
                  <a:pt x="606" y="1168"/>
                  <a:pt x="604" y="1167"/>
                  <a:pt x="605" y="1164"/>
                </a:cubicBezTo>
                <a:cubicBezTo>
                  <a:pt x="601" y="1165"/>
                  <a:pt x="602" y="1162"/>
                  <a:pt x="599" y="1162"/>
                </a:cubicBezTo>
                <a:cubicBezTo>
                  <a:pt x="599" y="1164"/>
                  <a:pt x="599" y="1164"/>
                  <a:pt x="599" y="1164"/>
                </a:cubicBezTo>
                <a:cubicBezTo>
                  <a:pt x="598" y="1164"/>
                  <a:pt x="598" y="1164"/>
                  <a:pt x="598" y="1165"/>
                </a:cubicBezTo>
                <a:cubicBezTo>
                  <a:pt x="601" y="1165"/>
                  <a:pt x="604" y="1165"/>
                  <a:pt x="604" y="1168"/>
                </a:cubicBezTo>
                <a:cubicBezTo>
                  <a:pt x="601" y="1168"/>
                  <a:pt x="598" y="1169"/>
                  <a:pt x="595" y="1171"/>
                </a:cubicBezTo>
                <a:cubicBezTo>
                  <a:pt x="599" y="1174"/>
                  <a:pt x="602" y="1170"/>
                  <a:pt x="606" y="1170"/>
                </a:cubicBezTo>
                <a:close/>
                <a:moveTo>
                  <a:pt x="811" y="1194"/>
                </a:moveTo>
                <a:cubicBezTo>
                  <a:pt x="821" y="1191"/>
                  <a:pt x="837" y="1185"/>
                  <a:pt x="847" y="1179"/>
                </a:cubicBezTo>
                <a:cubicBezTo>
                  <a:pt x="838" y="1180"/>
                  <a:pt x="830" y="1185"/>
                  <a:pt x="822" y="1188"/>
                </a:cubicBezTo>
                <a:cubicBezTo>
                  <a:pt x="819" y="1189"/>
                  <a:pt x="811" y="1188"/>
                  <a:pt x="811" y="1194"/>
                </a:cubicBezTo>
                <a:close/>
                <a:moveTo>
                  <a:pt x="569" y="1181"/>
                </a:moveTo>
                <a:cubicBezTo>
                  <a:pt x="567" y="1182"/>
                  <a:pt x="563" y="1182"/>
                  <a:pt x="563" y="1185"/>
                </a:cubicBezTo>
                <a:cubicBezTo>
                  <a:pt x="566" y="1184"/>
                  <a:pt x="574" y="1187"/>
                  <a:pt x="577" y="1184"/>
                </a:cubicBezTo>
                <a:cubicBezTo>
                  <a:pt x="574" y="1183"/>
                  <a:pt x="568" y="1186"/>
                  <a:pt x="569" y="1181"/>
                </a:cubicBezTo>
                <a:close/>
                <a:moveTo>
                  <a:pt x="596" y="1188"/>
                </a:moveTo>
                <a:cubicBezTo>
                  <a:pt x="598" y="1188"/>
                  <a:pt x="599" y="1189"/>
                  <a:pt x="599" y="1191"/>
                </a:cubicBezTo>
                <a:cubicBezTo>
                  <a:pt x="604" y="1191"/>
                  <a:pt x="609" y="1191"/>
                  <a:pt x="612" y="1188"/>
                </a:cubicBezTo>
                <a:cubicBezTo>
                  <a:pt x="606" y="1188"/>
                  <a:pt x="602" y="1187"/>
                  <a:pt x="596" y="1188"/>
                </a:cubicBezTo>
                <a:close/>
                <a:moveTo>
                  <a:pt x="1057" y="131"/>
                </a:moveTo>
                <a:cubicBezTo>
                  <a:pt x="1067" y="127"/>
                  <a:pt x="1072" y="123"/>
                  <a:pt x="1082" y="118"/>
                </a:cubicBezTo>
                <a:cubicBezTo>
                  <a:pt x="1083" y="123"/>
                  <a:pt x="1077" y="128"/>
                  <a:pt x="1081" y="129"/>
                </a:cubicBezTo>
                <a:cubicBezTo>
                  <a:pt x="1086" y="124"/>
                  <a:pt x="1095" y="123"/>
                  <a:pt x="1102" y="116"/>
                </a:cubicBezTo>
                <a:cubicBezTo>
                  <a:pt x="1102" y="118"/>
                  <a:pt x="1103" y="117"/>
                  <a:pt x="1103" y="118"/>
                </a:cubicBezTo>
                <a:cubicBezTo>
                  <a:pt x="1104" y="130"/>
                  <a:pt x="1088" y="126"/>
                  <a:pt x="1085" y="135"/>
                </a:cubicBezTo>
                <a:cubicBezTo>
                  <a:pt x="1086" y="136"/>
                  <a:pt x="1089" y="136"/>
                  <a:pt x="1089" y="139"/>
                </a:cubicBezTo>
                <a:cubicBezTo>
                  <a:pt x="1103" y="136"/>
                  <a:pt x="1112" y="135"/>
                  <a:pt x="1125" y="131"/>
                </a:cubicBezTo>
                <a:cubicBezTo>
                  <a:pt x="1135" y="149"/>
                  <a:pt x="1100" y="141"/>
                  <a:pt x="1105" y="156"/>
                </a:cubicBezTo>
                <a:cubicBezTo>
                  <a:pt x="1108" y="158"/>
                  <a:pt x="1109" y="155"/>
                  <a:pt x="1111" y="157"/>
                </a:cubicBezTo>
                <a:cubicBezTo>
                  <a:pt x="1106" y="157"/>
                  <a:pt x="1109" y="161"/>
                  <a:pt x="1111" y="162"/>
                </a:cubicBezTo>
                <a:cubicBezTo>
                  <a:pt x="1108" y="165"/>
                  <a:pt x="1099" y="166"/>
                  <a:pt x="1100" y="169"/>
                </a:cubicBezTo>
                <a:cubicBezTo>
                  <a:pt x="1104" y="167"/>
                  <a:pt x="1110" y="164"/>
                  <a:pt x="1115" y="165"/>
                </a:cubicBezTo>
                <a:cubicBezTo>
                  <a:pt x="1115" y="161"/>
                  <a:pt x="1118" y="161"/>
                  <a:pt x="1118" y="158"/>
                </a:cubicBezTo>
                <a:cubicBezTo>
                  <a:pt x="1116" y="158"/>
                  <a:pt x="1115" y="157"/>
                  <a:pt x="1115" y="154"/>
                </a:cubicBezTo>
                <a:cubicBezTo>
                  <a:pt x="1118" y="152"/>
                  <a:pt x="1119" y="148"/>
                  <a:pt x="1123" y="146"/>
                </a:cubicBezTo>
                <a:cubicBezTo>
                  <a:pt x="1127" y="146"/>
                  <a:pt x="1129" y="150"/>
                  <a:pt x="1129" y="154"/>
                </a:cubicBezTo>
                <a:cubicBezTo>
                  <a:pt x="1143" y="157"/>
                  <a:pt x="1173" y="157"/>
                  <a:pt x="1180" y="143"/>
                </a:cubicBezTo>
                <a:cubicBezTo>
                  <a:pt x="1182" y="144"/>
                  <a:pt x="1184" y="144"/>
                  <a:pt x="1184" y="146"/>
                </a:cubicBezTo>
                <a:cubicBezTo>
                  <a:pt x="1184" y="154"/>
                  <a:pt x="1178" y="159"/>
                  <a:pt x="1185" y="163"/>
                </a:cubicBezTo>
                <a:cubicBezTo>
                  <a:pt x="1184" y="166"/>
                  <a:pt x="1181" y="166"/>
                  <a:pt x="1179" y="167"/>
                </a:cubicBezTo>
                <a:cubicBezTo>
                  <a:pt x="1189" y="181"/>
                  <a:pt x="1172" y="189"/>
                  <a:pt x="1167" y="197"/>
                </a:cubicBezTo>
                <a:cubicBezTo>
                  <a:pt x="1178" y="197"/>
                  <a:pt x="1189" y="194"/>
                  <a:pt x="1195" y="190"/>
                </a:cubicBezTo>
                <a:cubicBezTo>
                  <a:pt x="1191" y="185"/>
                  <a:pt x="1196" y="177"/>
                  <a:pt x="1201" y="176"/>
                </a:cubicBezTo>
                <a:cubicBezTo>
                  <a:pt x="1201" y="177"/>
                  <a:pt x="1202" y="178"/>
                  <a:pt x="1201" y="180"/>
                </a:cubicBezTo>
                <a:cubicBezTo>
                  <a:pt x="1205" y="178"/>
                  <a:pt x="1208" y="175"/>
                  <a:pt x="1213" y="175"/>
                </a:cubicBezTo>
                <a:cubicBezTo>
                  <a:pt x="1213" y="173"/>
                  <a:pt x="1212" y="172"/>
                  <a:pt x="1214" y="170"/>
                </a:cubicBezTo>
                <a:cubicBezTo>
                  <a:pt x="1217" y="170"/>
                  <a:pt x="1214" y="175"/>
                  <a:pt x="1216" y="174"/>
                </a:cubicBezTo>
                <a:cubicBezTo>
                  <a:pt x="1218" y="172"/>
                  <a:pt x="1221" y="172"/>
                  <a:pt x="1221" y="168"/>
                </a:cubicBezTo>
                <a:cubicBezTo>
                  <a:pt x="1216" y="171"/>
                  <a:pt x="1214" y="167"/>
                  <a:pt x="1212" y="164"/>
                </a:cubicBezTo>
                <a:cubicBezTo>
                  <a:pt x="1214" y="162"/>
                  <a:pt x="1218" y="163"/>
                  <a:pt x="1220" y="161"/>
                </a:cubicBezTo>
                <a:cubicBezTo>
                  <a:pt x="1217" y="153"/>
                  <a:pt x="1223" y="145"/>
                  <a:pt x="1223" y="138"/>
                </a:cubicBezTo>
                <a:cubicBezTo>
                  <a:pt x="1229" y="135"/>
                  <a:pt x="1233" y="128"/>
                  <a:pt x="1236" y="122"/>
                </a:cubicBezTo>
                <a:cubicBezTo>
                  <a:pt x="1228" y="125"/>
                  <a:pt x="1216" y="140"/>
                  <a:pt x="1208" y="128"/>
                </a:cubicBezTo>
                <a:cubicBezTo>
                  <a:pt x="1211" y="116"/>
                  <a:pt x="1226" y="108"/>
                  <a:pt x="1230" y="97"/>
                </a:cubicBezTo>
                <a:cubicBezTo>
                  <a:pt x="1225" y="99"/>
                  <a:pt x="1221" y="103"/>
                  <a:pt x="1214" y="102"/>
                </a:cubicBezTo>
                <a:cubicBezTo>
                  <a:pt x="1215" y="98"/>
                  <a:pt x="1211" y="94"/>
                  <a:pt x="1210" y="89"/>
                </a:cubicBezTo>
                <a:cubicBezTo>
                  <a:pt x="1211" y="84"/>
                  <a:pt x="1215" y="81"/>
                  <a:pt x="1219" y="78"/>
                </a:cubicBezTo>
                <a:cubicBezTo>
                  <a:pt x="1206" y="82"/>
                  <a:pt x="1196" y="91"/>
                  <a:pt x="1182" y="89"/>
                </a:cubicBezTo>
                <a:cubicBezTo>
                  <a:pt x="1182" y="86"/>
                  <a:pt x="1184" y="85"/>
                  <a:pt x="1186" y="85"/>
                </a:cubicBezTo>
                <a:cubicBezTo>
                  <a:pt x="1187" y="85"/>
                  <a:pt x="1187" y="88"/>
                  <a:pt x="1190" y="87"/>
                </a:cubicBezTo>
                <a:cubicBezTo>
                  <a:pt x="1192" y="86"/>
                  <a:pt x="1191" y="83"/>
                  <a:pt x="1193" y="82"/>
                </a:cubicBezTo>
                <a:cubicBezTo>
                  <a:pt x="1197" y="82"/>
                  <a:pt x="1199" y="79"/>
                  <a:pt x="1202" y="76"/>
                </a:cubicBezTo>
                <a:cubicBezTo>
                  <a:pt x="1208" y="74"/>
                  <a:pt x="1214" y="73"/>
                  <a:pt x="1213" y="65"/>
                </a:cubicBezTo>
                <a:cubicBezTo>
                  <a:pt x="1211" y="63"/>
                  <a:pt x="1211" y="66"/>
                  <a:pt x="1208" y="65"/>
                </a:cubicBezTo>
                <a:cubicBezTo>
                  <a:pt x="1209" y="63"/>
                  <a:pt x="1207" y="63"/>
                  <a:pt x="1207" y="61"/>
                </a:cubicBezTo>
                <a:cubicBezTo>
                  <a:pt x="1211" y="57"/>
                  <a:pt x="1216" y="53"/>
                  <a:pt x="1220" y="49"/>
                </a:cubicBezTo>
                <a:cubicBezTo>
                  <a:pt x="1211" y="49"/>
                  <a:pt x="1207" y="54"/>
                  <a:pt x="1197" y="53"/>
                </a:cubicBezTo>
                <a:cubicBezTo>
                  <a:pt x="1201" y="47"/>
                  <a:pt x="1207" y="43"/>
                  <a:pt x="1211" y="37"/>
                </a:cubicBezTo>
                <a:cubicBezTo>
                  <a:pt x="1204" y="37"/>
                  <a:pt x="1197" y="45"/>
                  <a:pt x="1191" y="40"/>
                </a:cubicBezTo>
                <a:cubicBezTo>
                  <a:pt x="1187" y="33"/>
                  <a:pt x="1196" y="30"/>
                  <a:pt x="1195" y="27"/>
                </a:cubicBezTo>
                <a:cubicBezTo>
                  <a:pt x="1195" y="29"/>
                  <a:pt x="1190" y="29"/>
                  <a:pt x="1191" y="27"/>
                </a:cubicBezTo>
                <a:cubicBezTo>
                  <a:pt x="1191" y="24"/>
                  <a:pt x="1191" y="24"/>
                  <a:pt x="1193" y="21"/>
                </a:cubicBezTo>
                <a:cubicBezTo>
                  <a:pt x="1188" y="22"/>
                  <a:pt x="1187" y="19"/>
                  <a:pt x="1185" y="17"/>
                </a:cubicBezTo>
                <a:cubicBezTo>
                  <a:pt x="1186" y="13"/>
                  <a:pt x="1192" y="14"/>
                  <a:pt x="1191" y="9"/>
                </a:cubicBezTo>
                <a:cubicBezTo>
                  <a:pt x="1169" y="0"/>
                  <a:pt x="1158" y="26"/>
                  <a:pt x="1138" y="26"/>
                </a:cubicBezTo>
                <a:cubicBezTo>
                  <a:pt x="1138" y="30"/>
                  <a:pt x="1137" y="33"/>
                  <a:pt x="1135" y="37"/>
                </a:cubicBezTo>
                <a:cubicBezTo>
                  <a:pt x="1139" y="37"/>
                  <a:pt x="1144" y="31"/>
                  <a:pt x="1146" y="36"/>
                </a:cubicBezTo>
                <a:cubicBezTo>
                  <a:pt x="1134" y="51"/>
                  <a:pt x="1109" y="51"/>
                  <a:pt x="1093" y="63"/>
                </a:cubicBezTo>
                <a:cubicBezTo>
                  <a:pt x="1096" y="62"/>
                  <a:pt x="1095" y="64"/>
                  <a:pt x="1094" y="65"/>
                </a:cubicBezTo>
                <a:cubicBezTo>
                  <a:pt x="1098" y="66"/>
                  <a:pt x="1101" y="68"/>
                  <a:pt x="1103" y="70"/>
                </a:cubicBezTo>
                <a:cubicBezTo>
                  <a:pt x="1104" y="74"/>
                  <a:pt x="1100" y="74"/>
                  <a:pt x="1101" y="78"/>
                </a:cubicBezTo>
                <a:cubicBezTo>
                  <a:pt x="1108" y="90"/>
                  <a:pt x="1107" y="106"/>
                  <a:pt x="1094" y="112"/>
                </a:cubicBezTo>
                <a:cubicBezTo>
                  <a:pt x="1090" y="108"/>
                  <a:pt x="1082" y="112"/>
                  <a:pt x="1079" y="109"/>
                </a:cubicBezTo>
                <a:cubicBezTo>
                  <a:pt x="1080" y="106"/>
                  <a:pt x="1082" y="105"/>
                  <a:pt x="1084" y="104"/>
                </a:cubicBezTo>
                <a:cubicBezTo>
                  <a:pt x="1085" y="106"/>
                  <a:pt x="1086" y="106"/>
                  <a:pt x="1085" y="108"/>
                </a:cubicBezTo>
                <a:cubicBezTo>
                  <a:pt x="1094" y="106"/>
                  <a:pt x="1099" y="95"/>
                  <a:pt x="1098" y="86"/>
                </a:cubicBezTo>
                <a:cubicBezTo>
                  <a:pt x="1096" y="85"/>
                  <a:pt x="1094" y="88"/>
                  <a:pt x="1093" y="86"/>
                </a:cubicBezTo>
                <a:cubicBezTo>
                  <a:pt x="1095" y="83"/>
                  <a:pt x="1094" y="83"/>
                  <a:pt x="1093" y="79"/>
                </a:cubicBezTo>
                <a:cubicBezTo>
                  <a:pt x="1083" y="79"/>
                  <a:pt x="1080" y="86"/>
                  <a:pt x="1074" y="90"/>
                </a:cubicBezTo>
                <a:cubicBezTo>
                  <a:pt x="1076" y="96"/>
                  <a:pt x="1078" y="103"/>
                  <a:pt x="1074" y="108"/>
                </a:cubicBezTo>
                <a:cubicBezTo>
                  <a:pt x="1065" y="111"/>
                  <a:pt x="1061" y="120"/>
                  <a:pt x="1055" y="127"/>
                </a:cubicBezTo>
                <a:cubicBezTo>
                  <a:pt x="1057" y="127"/>
                  <a:pt x="1055" y="131"/>
                  <a:pt x="1057" y="131"/>
                </a:cubicBezTo>
                <a:close/>
                <a:moveTo>
                  <a:pt x="1218" y="20"/>
                </a:moveTo>
                <a:cubicBezTo>
                  <a:pt x="1212" y="21"/>
                  <a:pt x="1203" y="24"/>
                  <a:pt x="1201" y="26"/>
                </a:cubicBezTo>
                <a:cubicBezTo>
                  <a:pt x="1208" y="25"/>
                  <a:pt x="1214" y="25"/>
                  <a:pt x="1218" y="20"/>
                </a:cubicBezTo>
                <a:close/>
                <a:moveTo>
                  <a:pt x="1239" y="43"/>
                </a:moveTo>
                <a:cubicBezTo>
                  <a:pt x="1239" y="44"/>
                  <a:pt x="1237" y="44"/>
                  <a:pt x="1236" y="43"/>
                </a:cubicBezTo>
                <a:cubicBezTo>
                  <a:pt x="1236" y="41"/>
                  <a:pt x="1239" y="42"/>
                  <a:pt x="1239" y="40"/>
                </a:cubicBezTo>
                <a:cubicBezTo>
                  <a:pt x="1237" y="41"/>
                  <a:pt x="1237" y="38"/>
                  <a:pt x="1236" y="37"/>
                </a:cubicBezTo>
                <a:cubicBezTo>
                  <a:pt x="1238" y="36"/>
                  <a:pt x="1238" y="33"/>
                  <a:pt x="1240" y="32"/>
                </a:cubicBezTo>
                <a:cubicBezTo>
                  <a:pt x="1237" y="32"/>
                  <a:pt x="1236" y="35"/>
                  <a:pt x="1234" y="37"/>
                </a:cubicBezTo>
                <a:cubicBezTo>
                  <a:pt x="1238" y="42"/>
                  <a:pt x="1223" y="44"/>
                  <a:pt x="1221" y="50"/>
                </a:cubicBezTo>
                <a:cubicBezTo>
                  <a:pt x="1228" y="50"/>
                  <a:pt x="1239" y="48"/>
                  <a:pt x="1239" y="43"/>
                </a:cubicBezTo>
                <a:close/>
                <a:moveTo>
                  <a:pt x="1204" y="47"/>
                </a:moveTo>
                <a:cubicBezTo>
                  <a:pt x="1210" y="48"/>
                  <a:pt x="1212" y="45"/>
                  <a:pt x="1214" y="43"/>
                </a:cubicBezTo>
                <a:cubicBezTo>
                  <a:pt x="1211" y="45"/>
                  <a:pt x="1206" y="42"/>
                  <a:pt x="1204" y="47"/>
                </a:cubicBezTo>
                <a:close/>
                <a:moveTo>
                  <a:pt x="1117" y="481"/>
                </a:moveTo>
                <a:cubicBezTo>
                  <a:pt x="1118" y="481"/>
                  <a:pt x="1118" y="481"/>
                  <a:pt x="1119" y="481"/>
                </a:cubicBezTo>
                <a:cubicBezTo>
                  <a:pt x="1118" y="481"/>
                  <a:pt x="1118" y="481"/>
                  <a:pt x="1117" y="481"/>
                </a:cubicBezTo>
                <a:close/>
                <a:moveTo>
                  <a:pt x="1284" y="478"/>
                </a:moveTo>
                <a:cubicBezTo>
                  <a:pt x="1280" y="478"/>
                  <a:pt x="1276" y="483"/>
                  <a:pt x="1274" y="481"/>
                </a:cubicBezTo>
                <a:cubicBezTo>
                  <a:pt x="1274" y="479"/>
                  <a:pt x="1277" y="479"/>
                  <a:pt x="1277" y="476"/>
                </a:cubicBezTo>
                <a:cubicBezTo>
                  <a:pt x="1263" y="476"/>
                  <a:pt x="1257" y="490"/>
                  <a:pt x="1237" y="485"/>
                </a:cubicBezTo>
                <a:cubicBezTo>
                  <a:pt x="1236" y="486"/>
                  <a:pt x="1232" y="490"/>
                  <a:pt x="1229" y="487"/>
                </a:cubicBezTo>
                <a:cubicBezTo>
                  <a:pt x="1233" y="485"/>
                  <a:pt x="1236" y="483"/>
                  <a:pt x="1239" y="480"/>
                </a:cubicBezTo>
                <a:cubicBezTo>
                  <a:pt x="1236" y="480"/>
                  <a:pt x="1232" y="485"/>
                  <a:pt x="1230" y="483"/>
                </a:cubicBezTo>
                <a:cubicBezTo>
                  <a:pt x="1233" y="480"/>
                  <a:pt x="1237" y="479"/>
                  <a:pt x="1240" y="475"/>
                </a:cubicBezTo>
                <a:cubicBezTo>
                  <a:pt x="1239" y="474"/>
                  <a:pt x="1238" y="473"/>
                  <a:pt x="1238" y="471"/>
                </a:cubicBezTo>
                <a:cubicBezTo>
                  <a:pt x="1239" y="471"/>
                  <a:pt x="1240" y="470"/>
                  <a:pt x="1242" y="469"/>
                </a:cubicBezTo>
                <a:cubicBezTo>
                  <a:pt x="1250" y="479"/>
                  <a:pt x="1256" y="465"/>
                  <a:pt x="1266" y="463"/>
                </a:cubicBezTo>
                <a:cubicBezTo>
                  <a:pt x="1266" y="467"/>
                  <a:pt x="1266" y="467"/>
                  <a:pt x="1266" y="467"/>
                </a:cubicBezTo>
                <a:cubicBezTo>
                  <a:pt x="1269" y="468"/>
                  <a:pt x="1272" y="463"/>
                  <a:pt x="1270" y="462"/>
                </a:cubicBezTo>
                <a:cubicBezTo>
                  <a:pt x="1270" y="463"/>
                  <a:pt x="1268" y="463"/>
                  <a:pt x="1267" y="462"/>
                </a:cubicBezTo>
                <a:cubicBezTo>
                  <a:pt x="1270" y="457"/>
                  <a:pt x="1282" y="456"/>
                  <a:pt x="1281" y="451"/>
                </a:cubicBezTo>
                <a:cubicBezTo>
                  <a:pt x="1277" y="456"/>
                  <a:pt x="1269" y="456"/>
                  <a:pt x="1263" y="457"/>
                </a:cubicBezTo>
                <a:cubicBezTo>
                  <a:pt x="1265" y="462"/>
                  <a:pt x="1259" y="464"/>
                  <a:pt x="1256" y="465"/>
                </a:cubicBezTo>
                <a:cubicBezTo>
                  <a:pt x="1253" y="461"/>
                  <a:pt x="1247" y="466"/>
                  <a:pt x="1244" y="465"/>
                </a:cubicBezTo>
                <a:cubicBezTo>
                  <a:pt x="1244" y="467"/>
                  <a:pt x="1243" y="468"/>
                  <a:pt x="1242" y="468"/>
                </a:cubicBezTo>
                <a:cubicBezTo>
                  <a:pt x="1230" y="469"/>
                  <a:pt x="1219" y="479"/>
                  <a:pt x="1209" y="485"/>
                </a:cubicBezTo>
                <a:cubicBezTo>
                  <a:pt x="1212" y="487"/>
                  <a:pt x="1210" y="494"/>
                  <a:pt x="1208" y="496"/>
                </a:cubicBezTo>
                <a:cubicBezTo>
                  <a:pt x="1205" y="497"/>
                  <a:pt x="1202" y="498"/>
                  <a:pt x="1200" y="499"/>
                </a:cubicBezTo>
                <a:cubicBezTo>
                  <a:pt x="1200" y="504"/>
                  <a:pt x="1204" y="505"/>
                  <a:pt x="1203" y="510"/>
                </a:cubicBezTo>
                <a:cubicBezTo>
                  <a:pt x="1199" y="511"/>
                  <a:pt x="1195" y="513"/>
                  <a:pt x="1192" y="508"/>
                </a:cubicBezTo>
                <a:cubicBezTo>
                  <a:pt x="1188" y="507"/>
                  <a:pt x="1188" y="510"/>
                  <a:pt x="1184" y="510"/>
                </a:cubicBezTo>
                <a:cubicBezTo>
                  <a:pt x="1184" y="504"/>
                  <a:pt x="1184" y="504"/>
                  <a:pt x="1184" y="504"/>
                </a:cubicBezTo>
                <a:cubicBezTo>
                  <a:pt x="1192" y="501"/>
                  <a:pt x="1199" y="497"/>
                  <a:pt x="1204" y="491"/>
                </a:cubicBezTo>
                <a:cubicBezTo>
                  <a:pt x="1200" y="491"/>
                  <a:pt x="1199" y="495"/>
                  <a:pt x="1194" y="494"/>
                </a:cubicBezTo>
                <a:cubicBezTo>
                  <a:pt x="1194" y="493"/>
                  <a:pt x="1194" y="492"/>
                  <a:pt x="1193" y="492"/>
                </a:cubicBezTo>
                <a:cubicBezTo>
                  <a:pt x="1191" y="493"/>
                  <a:pt x="1189" y="495"/>
                  <a:pt x="1186" y="495"/>
                </a:cubicBezTo>
                <a:cubicBezTo>
                  <a:pt x="1184" y="494"/>
                  <a:pt x="1185" y="491"/>
                  <a:pt x="1182" y="490"/>
                </a:cubicBezTo>
                <a:cubicBezTo>
                  <a:pt x="1181" y="492"/>
                  <a:pt x="1181" y="496"/>
                  <a:pt x="1178" y="496"/>
                </a:cubicBezTo>
                <a:cubicBezTo>
                  <a:pt x="1180" y="496"/>
                  <a:pt x="1180" y="499"/>
                  <a:pt x="1179" y="501"/>
                </a:cubicBezTo>
                <a:cubicBezTo>
                  <a:pt x="1179" y="504"/>
                  <a:pt x="1172" y="505"/>
                  <a:pt x="1173" y="508"/>
                </a:cubicBezTo>
                <a:cubicBezTo>
                  <a:pt x="1177" y="507"/>
                  <a:pt x="1179" y="501"/>
                  <a:pt x="1183" y="504"/>
                </a:cubicBezTo>
                <a:cubicBezTo>
                  <a:pt x="1179" y="506"/>
                  <a:pt x="1175" y="509"/>
                  <a:pt x="1173" y="514"/>
                </a:cubicBezTo>
                <a:cubicBezTo>
                  <a:pt x="1170" y="513"/>
                  <a:pt x="1170" y="516"/>
                  <a:pt x="1168" y="516"/>
                </a:cubicBezTo>
                <a:cubicBezTo>
                  <a:pt x="1166" y="512"/>
                  <a:pt x="1166" y="512"/>
                  <a:pt x="1167" y="508"/>
                </a:cubicBezTo>
                <a:cubicBezTo>
                  <a:pt x="1159" y="508"/>
                  <a:pt x="1160" y="498"/>
                  <a:pt x="1156" y="494"/>
                </a:cubicBezTo>
                <a:cubicBezTo>
                  <a:pt x="1152" y="493"/>
                  <a:pt x="1153" y="496"/>
                  <a:pt x="1150" y="495"/>
                </a:cubicBezTo>
                <a:cubicBezTo>
                  <a:pt x="1150" y="493"/>
                  <a:pt x="1147" y="493"/>
                  <a:pt x="1147" y="492"/>
                </a:cubicBezTo>
                <a:cubicBezTo>
                  <a:pt x="1147" y="490"/>
                  <a:pt x="1149" y="486"/>
                  <a:pt x="1147" y="485"/>
                </a:cubicBezTo>
                <a:cubicBezTo>
                  <a:pt x="1146" y="487"/>
                  <a:pt x="1141" y="485"/>
                  <a:pt x="1140" y="484"/>
                </a:cubicBezTo>
                <a:cubicBezTo>
                  <a:pt x="1140" y="481"/>
                  <a:pt x="1140" y="478"/>
                  <a:pt x="1144" y="476"/>
                </a:cubicBezTo>
                <a:cubicBezTo>
                  <a:pt x="1139" y="475"/>
                  <a:pt x="1138" y="476"/>
                  <a:pt x="1134" y="477"/>
                </a:cubicBezTo>
                <a:cubicBezTo>
                  <a:pt x="1133" y="470"/>
                  <a:pt x="1145" y="471"/>
                  <a:pt x="1145" y="467"/>
                </a:cubicBezTo>
                <a:cubicBezTo>
                  <a:pt x="1135" y="466"/>
                  <a:pt x="1132" y="477"/>
                  <a:pt x="1127" y="481"/>
                </a:cubicBezTo>
                <a:cubicBezTo>
                  <a:pt x="1127" y="477"/>
                  <a:pt x="1127" y="477"/>
                  <a:pt x="1127" y="477"/>
                </a:cubicBezTo>
                <a:cubicBezTo>
                  <a:pt x="1123" y="478"/>
                  <a:pt x="1122" y="480"/>
                  <a:pt x="1119" y="481"/>
                </a:cubicBezTo>
                <a:cubicBezTo>
                  <a:pt x="1120" y="481"/>
                  <a:pt x="1118" y="482"/>
                  <a:pt x="1118" y="483"/>
                </a:cubicBezTo>
                <a:cubicBezTo>
                  <a:pt x="1120" y="484"/>
                  <a:pt x="1121" y="479"/>
                  <a:pt x="1123" y="482"/>
                </a:cubicBezTo>
                <a:cubicBezTo>
                  <a:pt x="1122" y="483"/>
                  <a:pt x="1121" y="485"/>
                  <a:pt x="1122" y="487"/>
                </a:cubicBezTo>
                <a:cubicBezTo>
                  <a:pt x="1123" y="489"/>
                  <a:pt x="1126" y="488"/>
                  <a:pt x="1127" y="490"/>
                </a:cubicBezTo>
                <a:cubicBezTo>
                  <a:pt x="1126" y="492"/>
                  <a:pt x="1125" y="494"/>
                  <a:pt x="1122" y="494"/>
                </a:cubicBezTo>
                <a:cubicBezTo>
                  <a:pt x="1122" y="493"/>
                  <a:pt x="1123" y="492"/>
                  <a:pt x="1122" y="492"/>
                </a:cubicBezTo>
                <a:cubicBezTo>
                  <a:pt x="1121" y="496"/>
                  <a:pt x="1117" y="492"/>
                  <a:pt x="1114" y="495"/>
                </a:cubicBezTo>
                <a:cubicBezTo>
                  <a:pt x="1115" y="494"/>
                  <a:pt x="1116" y="493"/>
                  <a:pt x="1116" y="492"/>
                </a:cubicBezTo>
                <a:cubicBezTo>
                  <a:pt x="1113" y="491"/>
                  <a:pt x="1112" y="493"/>
                  <a:pt x="1108" y="493"/>
                </a:cubicBezTo>
                <a:cubicBezTo>
                  <a:pt x="1107" y="497"/>
                  <a:pt x="1110" y="498"/>
                  <a:pt x="1112" y="499"/>
                </a:cubicBezTo>
                <a:cubicBezTo>
                  <a:pt x="1106" y="505"/>
                  <a:pt x="1101" y="501"/>
                  <a:pt x="1094" y="505"/>
                </a:cubicBezTo>
                <a:cubicBezTo>
                  <a:pt x="1094" y="504"/>
                  <a:pt x="1094" y="502"/>
                  <a:pt x="1093" y="502"/>
                </a:cubicBezTo>
                <a:cubicBezTo>
                  <a:pt x="1092" y="505"/>
                  <a:pt x="1090" y="508"/>
                  <a:pt x="1086" y="508"/>
                </a:cubicBezTo>
                <a:cubicBezTo>
                  <a:pt x="1086" y="508"/>
                  <a:pt x="1085" y="507"/>
                  <a:pt x="1085" y="507"/>
                </a:cubicBezTo>
                <a:cubicBezTo>
                  <a:pt x="1089" y="500"/>
                  <a:pt x="1096" y="497"/>
                  <a:pt x="1104" y="494"/>
                </a:cubicBezTo>
                <a:cubicBezTo>
                  <a:pt x="1104" y="490"/>
                  <a:pt x="1109" y="491"/>
                  <a:pt x="1111" y="488"/>
                </a:cubicBezTo>
                <a:cubicBezTo>
                  <a:pt x="1100" y="492"/>
                  <a:pt x="1093" y="498"/>
                  <a:pt x="1083" y="499"/>
                </a:cubicBezTo>
                <a:cubicBezTo>
                  <a:pt x="1083" y="498"/>
                  <a:pt x="1082" y="496"/>
                  <a:pt x="1080" y="496"/>
                </a:cubicBezTo>
                <a:cubicBezTo>
                  <a:pt x="1080" y="500"/>
                  <a:pt x="1077" y="501"/>
                  <a:pt x="1075" y="498"/>
                </a:cubicBezTo>
                <a:cubicBezTo>
                  <a:pt x="1075" y="502"/>
                  <a:pt x="1070" y="500"/>
                  <a:pt x="1070" y="504"/>
                </a:cubicBezTo>
                <a:cubicBezTo>
                  <a:pt x="1071" y="504"/>
                  <a:pt x="1072" y="505"/>
                  <a:pt x="1072" y="506"/>
                </a:cubicBezTo>
                <a:cubicBezTo>
                  <a:pt x="1068" y="506"/>
                  <a:pt x="1068" y="510"/>
                  <a:pt x="1066" y="511"/>
                </a:cubicBezTo>
                <a:cubicBezTo>
                  <a:pt x="1054" y="509"/>
                  <a:pt x="1047" y="530"/>
                  <a:pt x="1036" y="521"/>
                </a:cubicBezTo>
                <a:cubicBezTo>
                  <a:pt x="1048" y="505"/>
                  <a:pt x="1064" y="499"/>
                  <a:pt x="1084" y="493"/>
                </a:cubicBezTo>
                <a:cubicBezTo>
                  <a:pt x="1088" y="495"/>
                  <a:pt x="1101" y="492"/>
                  <a:pt x="1103" y="487"/>
                </a:cubicBezTo>
                <a:cubicBezTo>
                  <a:pt x="1101" y="484"/>
                  <a:pt x="1097" y="487"/>
                  <a:pt x="1095" y="485"/>
                </a:cubicBezTo>
                <a:cubicBezTo>
                  <a:pt x="1098" y="482"/>
                  <a:pt x="1097" y="480"/>
                  <a:pt x="1096" y="477"/>
                </a:cubicBezTo>
                <a:cubicBezTo>
                  <a:pt x="1096" y="479"/>
                  <a:pt x="1090" y="480"/>
                  <a:pt x="1089" y="479"/>
                </a:cubicBezTo>
                <a:cubicBezTo>
                  <a:pt x="1093" y="475"/>
                  <a:pt x="1099" y="467"/>
                  <a:pt x="1101" y="463"/>
                </a:cubicBezTo>
                <a:cubicBezTo>
                  <a:pt x="1094" y="466"/>
                  <a:pt x="1087" y="474"/>
                  <a:pt x="1081" y="469"/>
                </a:cubicBezTo>
                <a:cubicBezTo>
                  <a:pt x="1082" y="477"/>
                  <a:pt x="1084" y="475"/>
                  <a:pt x="1083" y="483"/>
                </a:cubicBezTo>
                <a:cubicBezTo>
                  <a:pt x="1078" y="485"/>
                  <a:pt x="1073" y="492"/>
                  <a:pt x="1066" y="489"/>
                </a:cubicBezTo>
                <a:cubicBezTo>
                  <a:pt x="1074" y="487"/>
                  <a:pt x="1061" y="482"/>
                  <a:pt x="1067" y="480"/>
                </a:cubicBezTo>
                <a:cubicBezTo>
                  <a:pt x="1058" y="477"/>
                  <a:pt x="1056" y="487"/>
                  <a:pt x="1049" y="489"/>
                </a:cubicBezTo>
                <a:cubicBezTo>
                  <a:pt x="1044" y="477"/>
                  <a:pt x="1060" y="474"/>
                  <a:pt x="1067" y="467"/>
                </a:cubicBezTo>
                <a:cubicBezTo>
                  <a:pt x="1061" y="466"/>
                  <a:pt x="1059" y="471"/>
                  <a:pt x="1053" y="471"/>
                </a:cubicBezTo>
                <a:cubicBezTo>
                  <a:pt x="1053" y="469"/>
                  <a:pt x="1059" y="468"/>
                  <a:pt x="1057" y="467"/>
                </a:cubicBezTo>
                <a:cubicBezTo>
                  <a:pt x="1053" y="469"/>
                  <a:pt x="1047" y="472"/>
                  <a:pt x="1042" y="471"/>
                </a:cubicBezTo>
                <a:cubicBezTo>
                  <a:pt x="1040" y="468"/>
                  <a:pt x="1047" y="468"/>
                  <a:pt x="1044" y="466"/>
                </a:cubicBezTo>
                <a:cubicBezTo>
                  <a:pt x="1042" y="469"/>
                  <a:pt x="1039" y="470"/>
                  <a:pt x="1036" y="471"/>
                </a:cubicBezTo>
                <a:cubicBezTo>
                  <a:pt x="1035" y="474"/>
                  <a:pt x="1036" y="473"/>
                  <a:pt x="1036" y="477"/>
                </a:cubicBezTo>
                <a:cubicBezTo>
                  <a:pt x="1031" y="479"/>
                  <a:pt x="1028" y="483"/>
                  <a:pt x="1022" y="483"/>
                </a:cubicBezTo>
                <a:cubicBezTo>
                  <a:pt x="1012" y="476"/>
                  <a:pt x="1004" y="492"/>
                  <a:pt x="995" y="493"/>
                </a:cubicBezTo>
                <a:cubicBezTo>
                  <a:pt x="995" y="493"/>
                  <a:pt x="995" y="494"/>
                  <a:pt x="993" y="493"/>
                </a:cubicBezTo>
                <a:cubicBezTo>
                  <a:pt x="993" y="493"/>
                  <a:pt x="994" y="493"/>
                  <a:pt x="995" y="493"/>
                </a:cubicBezTo>
                <a:cubicBezTo>
                  <a:pt x="994" y="492"/>
                  <a:pt x="993" y="490"/>
                  <a:pt x="994" y="490"/>
                </a:cubicBezTo>
                <a:cubicBezTo>
                  <a:pt x="996" y="486"/>
                  <a:pt x="1004" y="483"/>
                  <a:pt x="999" y="478"/>
                </a:cubicBezTo>
                <a:cubicBezTo>
                  <a:pt x="995" y="481"/>
                  <a:pt x="990" y="480"/>
                  <a:pt x="986" y="483"/>
                </a:cubicBezTo>
                <a:cubicBezTo>
                  <a:pt x="986" y="490"/>
                  <a:pt x="982" y="493"/>
                  <a:pt x="977" y="494"/>
                </a:cubicBezTo>
                <a:cubicBezTo>
                  <a:pt x="977" y="498"/>
                  <a:pt x="980" y="498"/>
                  <a:pt x="980" y="502"/>
                </a:cubicBezTo>
                <a:cubicBezTo>
                  <a:pt x="977" y="504"/>
                  <a:pt x="971" y="509"/>
                  <a:pt x="968" y="505"/>
                </a:cubicBezTo>
                <a:cubicBezTo>
                  <a:pt x="975" y="501"/>
                  <a:pt x="976" y="488"/>
                  <a:pt x="979" y="482"/>
                </a:cubicBezTo>
                <a:cubicBezTo>
                  <a:pt x="980" y="482"/>
                  <a:pt x="981" y="483"/>
                  <a:pt x="982" y="483"/>
                </a:cubicBezTo>
                <a:cubicBezTo>
                  <a:pt x="987" y="475"/>
                  <a:pt x="1000" y="476"/>
                  <a:pt x="1005" y="467"/>
                </a:cubicBezTo>
                <a:cubicBezTo>
                  <a:pt x="1000" y="465"/>
                  <a:pt x="999" y="471"/>
                  <a:pt x="996" y="468"/>
                </a:cubicBezTo>
                <a:cubicBezTo>
                  <a:pt x="998" y="466"/>
                  <a:pt x="998" y="464"/>
                  <a:pt x="997" y="463"/>
                </a:cubicBezTo>
                <a:cubicBezTo>
                  <a:pt x="993" y="468"/>
                  <a:pt x="992" y="476"/>
                  <a:pt x="985" y="476"/>
                </a:cubicBezTo>
                <a:cubicBezTo>
                  <a:pt x="982" y="476"/>
                  <a:pt x="983" y="472"/>
                  <a:pt x="980" y="474"/>
                </a:cubicBezTo>
                <a:cubicBezTo>
                  <a:pt x="980" y="470"/>
                  <a:pt x="980" y="470"/>
                  <a:pt x="980" y="470"/>
                </a:cubicBezTo>
                <a:cubicBezTo>
                  <a:pt x="978" y="470"/>
                  <a:pt x="976" y="473"/>
                  <a:pt x="975" y="470"/>
                </a:cubicBezTo>
                <a:cubicBezTo>
                  <a:pt x="980" y="468"/>
                  <a:pt x="982" y="453"/>
                  <a:pt x="988" y="457"/>
                </a:cubicBezTo>
                <a:cubicBezTo>
                  <a:pt x="988" y="455"/>
                  <a:pt x="990" y="453"/>
                  <a:pt x="993" y="451"/>
                </a:cubicBezTo>
                <a:cubicBezTo>
                  <a:pt x="1007" y="446"/>
                  <a:pt x="1018" y="439"/>
                  <a:pt x="1033" y="433"/>
                </a:cubicBezTo>
                <a:cubicBezTo>
                  <a:pt x="1035" y="435"/>
                  <a:pt x="1033" y="435"/>
                  <a:pt x="1032" y="437"/>
                </a:cubicBezTo>
                <a:cubicBezTo>
                  <a:pt x="1043" y="428"/>
                  <a:pt x="1057" y="419"/>
                  <a:pt x="1073" y="417"/>
                </a:cubicBezTo>
                <a:cubicBezTo>
                  <a:pt x="1079" y="415"/>
                  <a:pt x="1084" y="406"/>
                  <a:pt x="1092" y="407"/>
                </a:cubicBezTo>
                <a:cubicBezTo>
                  <a:pt x="1094" y="401"/>
                  <a:pt x="1100" y="400"/>
                  <a:pt x="1106" y="398"/>
                </a:cubicBezTo>
                <a:cubicBezTo>
                  <a:pt x="1105" y="404"/>
                  <a:pt x="1099" y="401"/>
                  <a:pt x="1095" y="406"/>
                </a:cubicBezTo>
                <a:cubicBezTo>
                  <a:pt x="1097" y="407"/>
                  <a:pt x="1096" y="410"/>
                  <a:pt x="1098" y="411"/>
                </a:cubicBezTo>
                <a:cubicBezTo>
                  <a:pt x="1103" y="409"/>
                  <a:pt x="1105" y="404"/>
                  <a:pt x="1109" y="402"/>
                </a:cubicBezTo>
                <a:cubicBezTo>
                  <a:pt x="1110" y="403"/>
                  <a:pt x="1111" y="404"/>
                  <a:pt x="1110" y="405"/>
                </a:cubicBezTo>
                <a:cubicBezTo>
                  <a:pt x="1113" y="405"/>
                  <a:pt x="1114" y="404"/>
                  <a:pt x="1118" y="404"/>
                </a:cubicBezTo>
                <a:cubicBezTo>
                  <a:pt x="1117" y="397"/>
                  <a:pt x="1121" y="395"/>
                  <a:pt x="1125" y="392"/>
                </a:cubicBezTo>
                <a:cubicBezTo>
                  <a:pt x="1122" y="392"/>
                  <a:pt x="1120" y="394"/>
                  <a:pt x="1117" y="394"/>
                </a:cubicBezTo>
                <a:cubicBezTo>
                  <a:pt x="1117" y="393"/>
                  <a:pt x="1116" y="393"/>
                  <a:pt x="1116" y="392"/>
                </a:cubicBezTo>
                <a:cubicBezTo>
                  <a:pt x="1121" y="387"/>
                  <a:pt x="1128" y="383"/>
                  <a:pt x="1136" y="382"/>
                </a:cubicBezTo>
                <a:cubicBezTo>
                  <a:pt x="1134" y="384"/>
                  <a:pt x="1142" y="385"/>
                  <a:pt x="1137" y="389"/>
                </a:cubicBezTo>
                <a:cubicBezTo>
                  <a:pt x="1138" y="386"/>
                  <a:pt x="1134" y="386"/>
                  <a:pt x="1136" y="389"/>
                </a:cubicBezTo>
                <a:cubicBezTo>
                  <a:pt x="1133" y="390"/>
                  <a:pt x="1138" y="387"/>
                  <a:pt x="1137" y="390"/>
                </a:cubicBezTo>
                <a:cubicBezTo>
                  <a:pt x="1136" y="394"/>
                  <a:pt x="1131" y="397"/>
                  <a:pt x="1132" y="400"/>
                </a:cubicBezTo>
                <a:cubicBezTo>
                  <a:pt x="1132" y="397"/>
                  <a:pt x="1135" y="398"/>
                  <a:pt x="1136" y="400"/>
                </a:cubicBezTo>
                <a:cubicBezTo>
                  <a:pt x="1135" y="402"/>
                  <a:pt x="1131" y="402"/>
                  <a:pt x="1132" y="405"/>
                </a:cubicBezTo>
                <a:cubicBezTo>
                  <a:pt x="1135" y="407"/>
                  <a:pt x="1136" y="402"/>
                  <a:pt x="1136" y="404"/>
                </a:cubicBezTo>
                <a:cubicBezTo>
                  <a:pt x="1137" y="407"/>
                  <a:pt x="1134" y="407"/>
                  <a:pt x="1135" y="410"/>
                </a:cubicBezTo>
                <a:cubicBezTo>
                  <a:pt x="1138" y="411"/>
                  <a:pt x="1143" y="405"/>
                  <a:pt x="1146" y="403"/>
                </a:cubicBezTo>
                <a:cubicBezTo>
                  <a:pt x="1144" y="400"/>
                  <a:pt x="1139" y="405"/>
                  <a:pt x="1137" y="403"/>
                </a:cubicBezTo>
                <a:cubicBezTo>
                  <a:pt x="1147" y="401"/>
                  <a:pt x="1150" y="392"/>
                  <a:pt x="1158" y="387"/>
                </a:cubicBezTo>
                <a:cubicBezTo>
                  <a:pt x="1156" y="387"/>
                  <a:pt x="1154" y="387"/>
                  <a:pt x="1154" y="386"/>
                </a:cubicBezTo>
                <a:cubicBezTo>
                  <a:pt x="1160" y="382"/>
                  <a:pt x="1155" y="378"/>
                  <a:pt x="1162" y="374"/>
                </a:cubicBezTo>
                <a:cubicBezTo>
                  <a:pt x="1159" y="373"/>
                  <a:pt x="1157" y="376"/>
                  <a:pt x="1157" y="373"/>
                </a:cubicBezTo>
                <a:cubicBezTo>
                  <a:pt x="1159" y="370"/>
                  <a:pt x="1166" y="366"/>
                  <a:pt x="1165" y="364"/>
                </a:cubicBezTo>
                <a:cubicBezTo>
                  <a:pt x="1164" y="363"/>
                  <a:pt x="1155" y="366"/>
                  <a:pt x="1153" y="370"/>
                </a:cubicBezTo>
                <a:cubicBezTo>
                  <a:pt x="1152" y="370"/>
                  <a:pt x="1151" y="369"/>
                  <a:pt x="1149" y="368"/>
                </a:cubicBezTo>
                <a:cubicBezTo>
                  <a:pt x="1146" y="370"/>
                  <a:pt x="1145" y="373"/>
                  <a:pt x="1140" y="373"/>
                </a:cubicBezTo>
                <a:cubicBezTo>
                  <a:pt x="1140" y="371"/>
                  <a:pt x="1141" y="367"/>
                  <a:pt x="1139" y="366"/>
                </a:cubicBezTo>
                <a:cubicBezTo>
                  <a:pt x="1129" y="369"/>
                  <a:pt x="1120" y="381"/>
                  <a:pt x="1111" y="377"/>
                </a:cubicBezTo>
                <a:cubicBezTo>
                  <a:pt x="1104" y="387"/>
                  <a:pt x="1093" y="386"/>
                  <a:pt x="1083" y="390"/>
                </a:cubicBezTo>
                <a:cubicBezTo>
                  <a:pt x="1083" y="400"/>
                  <a:pt x="1069" y="397"/>
                  <a:pt x="1063" y="403"/>
                </a:cubicBezTo>
                <a:cubicBezTo>
                  <a:pt x="1061" y="400"/>
                  <a:pt x="1065" y="398"/>
                  <a:pt x="1061" y="397"/>
                </a:cubicBezTo>
                <a:cubicBezTo>
                  <a:pt x="1069" y="390"/>
                  <a:pt x="1076" y="376"/>
                  <a:pt x="1091" y="383"/>
                </a:cubicBezTo>
                <a:cubicBezTo>
                  <a:pt x="1093" y="381"/>
                  <a:pt x="1094" y="379"/>
                  <a:pt x="1098" y="378"/>
                </a:cubicBezTo>
                <a:cubicBezTo>
                  <a:pt x="1099" y="375"/>
                  <a:pt x="1097" y="376"/>
                  <a:pt x="1096" y="375"/>
                </a:cubicBezTo>
                <a:cubicBezTo>
                  <a:pt x="1099" y="373"/>
                  <a:pt x="1099" y="373"/>
                  <a:pt x="1098" y="370"/>
                </a:cubicBezTo>
                <a:cubicBezTo>
                  <a:pt x="1102" y="369"/>
                  <a:pt x="1104" y="366"/>
                  <a:pt x="1109" y="365"/>
                </a:cubicBezTo>
                <a:cubicBezTo>
                  <a:pt x="1112" y="365"/>
                  <a:pt x="1111" y="369"/>
                  <a:pt x="1114" y="369"/>
                </a:cubicBezTo>
                <a:cubicBezTo>
                  <a:pt x="1120" y="367"/>
                  <a:pt x="1124" y="363"/>
                  <a:pt x="1126" y="357"/>
                </a:cubicBezTo>
                <a:cubicBezTo>
                  <a:pt x="1121" y="356"/>
                  <a:pt x="1122" y="353"/>
                  <a:pt x="1122" y="350"/>
                </a:cubicBezTo>
                <a:cubicBezTo>
                  <a:pt x="1117" y="349"/>
                  <a:pt x="1117" y="344"/>
                  <a:pt x="1111" y="345"/>
                </a:cubicBezTo>
                <a:cubicBezTo>
                  <a:pt x="1111" y="342"/>
                  <a:pt x="1109" y="342"/>
                  <a:pt x="1110" y="339"/>
                </a:cubicBezTo>
                <a:cubicBezTo>
                  <a:pt x="1115" y="336"/>
                  <a:pt x="1120" y="333"/>
                  <a:pt x="1126" y="330"/>
                </a:cubicBezTo>
                <a:cubicBezTo>
                  <a:pt x="1125" y="323"/>
                  <a:pt x="1139" y="315"/>
                  <a:pt x="1144" y="318"/>
                </a:cubicBezTo>
                <a:cubicBezTo>
                  <a:pt x="1143" y="320"/>
                  <a:pt x="1139" y="320"/>
                  <a:pt x="1138" y="322"/>
                </a:cubicBezTo>
                <a:cubicBezTo>
                  <a:pt x="1147" y="322"/>
                  <a:pt x="1152" y="319"/>
                  <a:pt x="1158" y="315"/>
                </a:cubicBezTo>
                <a:cubicBezTo>
                  <a:pt x="1156" y="304"/>
                  <a:pt x="1167" y="311"/>
                  <a:pt x="1167" y="304"/>
                </a:cubicBezTo>
                <a:cubicBezTo>
                  <a:pt x="1159" y="307"/>
                  <a:pt x="1154" y="304"/>
                  <a:pt x="1147" y="308"/>
                </a:cubicBezTo>
                <a:cubicBezTo>
                  <a:pt x="1144" y="309"/>
                  <a:pt x="1142" y="315"/>
                  <a:pt x="1139" y="316"/>
                </a:cubicBezTo>
                <a:cubicBezTo>
                  <a:pt x="1139" y="316"/>
                  <a:pt x="1118" y="311"/>
                  <a:pt x="1116" y="311"/>
                </a:cubicBezTo>
                <a:cubicBezTo>
                  <a:pt x="1115" y="312"/>
                  <a:pt x="1112" y="316"/>
                  <a:pt x="1110" y="316"/>
                </a:cubicBezTo>
                <a:cubicBezTo>
                  <a:pt x="1107" y="317"/>
                  <a:pt x="1104" y="317"/>
                  <a:pt x="1102" y="321"/>
                </a:cubicBezTo>
                <a:cubicBezTo>
                  <a:pt x="1095" y="314"/>
                  <a:pt x="1088" y="326"/>
                  <a:pt x="1081" y="327"/>
                </a:cubicBezTo>
                <a:cubicBezTo>
                  <a:pt x="1076" y="326"/>
                  <a:pt x="1073" y="326"/>
                  <a:pt x="1070" y="324"/>
                </a:cubicBezTo>
                <a:cubicBezTo>
                  <a:pt x="1073" y="318"/>
                  <a:pt x="1078" y="314"/>
                  <a:pt x="1085" y="311"/>
                </a:cubicBezTo>
                <a:cubicBezTo>
                  <a:pt x="1087" y="312"/>
                  <a:pt x="1087" y="314"/>
                  <a:pt x="1089" y="315"/>
                </a:cubicBezTo>
                <a:cubicBezTo>
                  <a:pt x="1089" y="311"/>
                  <a:pt x="1089" y="312"/>
                  <a:pt x="1090" y="309"/>
                </a:cubicBezTo>
                <a:cubicBezTo>
                  <a:pt x="1098" y="307"/>
                  <a:pt x="1102" y="300"/>
                  <a:pt x="1108" y="295"/>
                </a:cubicBezTo>
                <a:cubicBezTo>
                  <a:pt x="1104" y="295"/>
                  <a:pt x="1104" y="297"/>
                  <a:pt x="1102" y="295"/>
                </a:cubicBezTo>
                <a:cubicBezTo>
                  <a:pt x="1107" y="291"/>
                  <a:pt x="1113" y="287"/>
                  <a:pt x="1121" y="285"/>
                </a:cubicBezTo>
                <a:cubicBezTo>
                  <a:pt x="1121" y="289"/>
                  <a:pt x="1124" y="288"/>
                  <a:pt x="1126" y="287"/>
                </a:cubicBezTo>
                <a:cubicBezTo>
                  <a:pt x="1126" y="286"/>
                  <a:pt x="1126" y="283"/>
                  <a:pt x="1125" y="282"/>
                </a:cubicBezTo>
                <a:cubicBezTo>
                  <a:pt x="1125" y="283"/>
                  <a:pt x="1120" y="283"/>
                  <a:pt x="1121" y="282"/>
                </a:cubicBezTo>
                <a:cubicBezTo>
                  <a:pt x="1121" y="281"/>
                  <a:pt x="1120" y="281"/>
                  <a:pt x="1120" y="280"/>
                </a:cubicBezTo>
                <a:cubicBezTo>
                  <a:pt x="1126" y="276"/>
                  <a:pt x="1130" y="273"/>
                  <a:pt x="1130" y="267"/>
                </a:cubicBezTo>
                <a:cubicBezTo>
                  <a:pt x="1126" y="267"/>
                  <a:pt x="1126" y="262"/>
                  <a:pt x="1122" y="262"/>
                </a:cubicBezTo>
                <a:cubicBezTo>
                  <a:pt x="1125" y="256"/>
                  <a:pt x="1132" y="253"/>
                  <a:pt x="1135" y="246"/>
                </a:cubicBezTo>
                <a:cubicBezTo>
                  <a:pt x="1123" y="249"/>
                  <a:pt x="1107" y="239"/>
                  <a:pt x="1098" y="249"/>
                </a:cubicBezTo>
                <a:cubicBezTo>
                  <a:pt x="1100" y="249"/>
                  <a:pt x="1099" y="253"/>
                  <a:pt x="1101" y="254"/>
                </a:cubicBezTo>
                <a:cubicBezTo>
                  <a:pt x="1096" y="256"/>
                  <a:pt x="1087" y="262"/>
                  <a:pt x="1082" y="259"/>
                </a:cubicBezTo>
                <a:cubicBezTo>
                  <a:pt x="1082" y="253"/>
                  <a:pt x="1083" y="249"/>
                  <a:pt x="1088" y="248"/>
                </a:cubicBezTo>
                <a:cubicBezTo>
                  <a:pt x="1093" y="241"/>
                  <a:pt x="1097" y="232"/>
                  <a:pt x="1099" y="224"/>
                </a:cubicBezTo>
                <a:cubicBezTo>
                  <a:pt x="1094" y="223"/>
                  <a:pt x="1092" y="222"/>
                  <a:pt x="1086" y="223"/>
                </a:cubicBezTo>
                <a:cubicBezTo>
                  <a:pt x="1085" y="221"/>
                  <a:pt x="1084" y="219"/>
                  <a:pt x="1083" y="216"/>
                </a:cubicBezTo>
                <a:cubicBezTo>
                  <a:pt x="1085" y="215"/>
                  <a:pt x="1087" y="214"/>
                  <a:pt x="1088" y="212"/>
                </a:cubicBezTo>
                <a:cubicBezTo>
                  <a:pt x="1077" y="213"/>
                  <a:pt x="1065" y="213"/>
                  <a:pt x="1061" y="223"/>
                </a:cubicBezTo>
                <a:cubicBezTo>
                  <a:pt x="1063" y="227"/>
                  <a:pt x="1066" y="228"/>
                  <a:pt x="1067" y="233"/>
                </a:cubicBezTo>
                <a:cubicBezTo>
                  <a:pt x="1062" y="235"/>
                  <a:pt x="1053" y="238"/>
                  <a:pt x="1047" y="235"/>
                </a:cubicBezTo>
                <a:cubicBezTo>
                  <a:pt x="1048" y="233"/>
                  <a:pt x="1050" y="230"/>
                  <a:pt x="1052" y="228"/>
                </a:cubicBezTo>
                <a:cubicBezTo>
                  <a:pt x="1049" y="228"/>
                  <a:pt x="1049" y="232"/>
                  <a:pt x="1046" y="233"/>
                </a:cubicBezTo>
                <a:cubicBezTo>
                  <a:pt x="1046" y="230"/>
                  <a:pt x="1043" y="230"/>
                  <a:pt x="1042" y="229"/>
                </a:cubicBezTo>
                <a:cubicBezTo>
                  <a:pt x="1047" y="219"/>
                  <a:pt x="1049" y="222"/>
                  <a:pt x="1051" y="211"/>
                </a:cubicBezTo>
                <a:cubicBezTo>
                  <a:pt x="1047" y="209"/>
                  <a:pt x="1038" y="216"/>
                  <a:pt x="1035" y="211"/>
                </a:cubicBezTo>
                <a:cubicBezTo>
                  <a:pt x="1035" y="210"/>
                  <a:pt x="1036" y="210"/>
                  <a:pt x="1037" y="208"/>
                </a:cubicBezTo>
                <a:cubicBezTo>
                  <a:pt x="1027" y="209"/>
                  <a:pt x="1025" y="218"/>
                  <a:pt x="1019" y="222"/>
                </a:cubicBezTo>
                <a:cubicBezTo>
                  <a:pt x="1014" y="227"/>
                  <a:pt x="1006" y="228"/>
                  <a:pt x="997" y="229"/>
                </a:cubicBezTo>
                <a:cubicBezTo>
                  <a:pt x="997" y="227"/>
                  <a:pt x="999" y="226"/>
                  <a:pt x="997" y="224"/>
                </a:cubicBezTo>
                <a:cubicBezTo>
                  <a:pt x="988" y="224"/>
                  <a:pt x="984" y="232"/>
                  <a:pt x="973" y="233"/>
                </a:cubicBezTo>
                <a:cubicBezTo>
                  <a:pt x="973" y="229"/>
                  <a:pt x="975" y="229"/>
                  <a:pt x="973" y="226"/>
                </a:cubicBezTo>
                <a:cubicBezTo>
                  <a:pt x="969" y="225"/>
                  <a:pt x="970" y="230"/>
                  <a:pt x="965" y="229"/>
                </a:cubicBezTo>
                <a:cubicBezTo>
                  <a:pt x="965" y="228"/>
                  <a:pt x="964" y="228"/>
                  <a:pt x="964" y="227"/>
                </a:cubicBezTo>
                <a:cubicBezTo>
                  <a:pt x="967" y="224"/>
                  <a:pt x="968" y="220"/>
                  <a:pt x="972" y="220"/>
                </a:cubicBezTo>
                <a:cubicBezTo>
                  <a:pt x="972" y="217"/>
                  <a:pt x="971" y="215"/>
                  <a:pt x="970" y="214"/>
                </a:cubicBezTo>
                <a:cubicBezTo>
                  <a:pt x="972" y="210"/>
                  <a:pt x="976" y="208"/>
                  <a:pt x="981" y="210"/>
                </a:cubicBezTo>
                <a:cubicBezTo>
                  <a:pt x="982" y="203"/>
                  <a:pt x="991" y="205"/>
                  <a:pt x="994" y="200"/>
                </a:cubicBezTo>
                <a:cubicBezTo>
                  <a:pt x="996" y="202"/>
                  <a:pt x="993" y="203"/>
                  <a:pt x="995" y="205"/>
                </a:cubicBezTo>
                <a:cubicBezTo>
                  <a:pt x="1000" y="205"/>
                  <a:pt x="1003" y="198"/>
                  <a:pt x="1007" y="202"/>
                </a:cubicBezTo>
                <a:cubicBezTo>
                  <a:pt x="1006" y="203"/>
                  <a:pt x="1007" y="206"/>
                  <a:pt x="1005" y="207"/>
                </a:cubicBezTo>
                <a:cubicBezTo>
                  <a:pt x="1008" y="208"/>
                  <a:pt x="1008" y="211"/>
                  <a:pt x="1012" y="210"/>
                </a:cubicBezTo>
                <a:cubicBezTo>
                  <a:pt x="1012" y="207"/>
                  <a:pt x="1012" y="207"/>
                  <a:pt x="1012" y="207"/>
                </a:cubicBezTo>
                <a:cubicBezTo>
                  <a:pt x="1012" y="205"/>
                  <a:pt x="1009" y="206"/>
                  <a:pt x="1009" y="205"/>
                </a:cubicBezTo>
                <a:cubicBezTo>
                  <a:pt x="1010" y="202"/>
                  <a:pt x="1011" y="203"/>
                  <a:pt x="1010" y="200"/>
                </a:cubicBezTo>
                <a:cubicBezTo>
                  <a:pt x="1022" y="195"/>
                  <a:pt x="1030" y="186"/>
                  <a:pt x="1037" y="176"/>
                </a:cubicBezTo>
                <a:cubicBezTo>
                  <a:pt x="1021" y="180"/>
                  <a:pt x="1012" y="194"/>
                  <a:pt x="998" y="197"/>
                </a:cubicBezTo>
                <a:cubicBezTo>
                  <a:pt x="1000" y="195"/>
                  <a:pt x="1002" y="194"/>
                  <a:pt x="1004" y="192"/>
                </a:cubicBezTo>
                <a:cubicBezTo>
                  <a:pt x="992" y="198"/>
                  <a:pt x="975" y="200"/>
                  <a:pt x="965" y="209"/>
                </a:cubicBezTo>
                <a:cubicBezTo>
                  <a:pt x="959" y="208"/>
                  <a:pt x="956" y="205"/>
                  <a:pt x="954" y="200"/>
                </a:cubicBezTo>
                <a:cubicBezTo>
                  <a:pt x="956" y="192"/>
                  <a:pt x="966" y="192"/>
                  <a:pt x="969" y="185"/>
                </a:cubicBezTo>
                <a:cubicBezTo>
                  <a:pt x="961" y="190"/>
                  <a:pt x="951" y="197"/>
                  <a:pt x="940" y="196"/>
                </a:cubicBezTo>
                <a:cubicBezTo>
                  <a:pt x="940" y="190"/>
                  <a:pt x="946" y="191"/>
                  <a:pt x="949" y="188"/>
                </a:cubicBezTo>
                <a:cubicBezTo>
                  <a:pt x="945" y="187"/>
                  <a:pt x="941" y="190"/>
                  <a:pt x="939" y="188"/>
                </a:cubicBezTo>
                <a:cubicBezTo>
                  <a:pt x="955" y="185"/>
                  <a:pt x="955" y="167"/>
                  <a:pt x="972" y="168"/>
                </a:cubicBezTo>
                <a:cubicBezTo>
                  <a:pt x="973" y="161"/>
                  <a:pt x="983" y="156"/>
                  <a:pt x="990" y="162"/>
                </a:cubicBezTo>
                <a:cubicBezTo>
                  <a:pt x="1000" y="158"/>
                  <a:pt x="993" y="135"/>
                  <a:pt x="1009" y="139"/>
                </a:cubicBezTo>
                <a:cubicBezTo>
                  <a:pt x="1006" y="143"/>
                  <a:pt x="1004" y="147"/>
                  <a:pt x="1002" y="152"/>
                </a:cubicBezTo>
                <a:cubicBezTo>
                  <a:pt x="1002" y="155"/>
                  <a:pt x="1007" y="157"/>
                  <a:pt x="1004" y="160"/>
                </a:cubicBezTo>
                <a:cubicBezTo>
                  <a:pt x="1010" y="160"/>
                  <a:pt x="1014" y="152"/>
                  <a:pt x="1021" y="155"/>
                </a:cubicBezTo>
                <a:cubicBezTo>
                  <a:pt x="1021" y="158"/>
                  <a:pt x="1018" y="156"/>
                  <a:pt x="1017" y="158"/>
                </a:cubicBezTo>
                <a:cubicBezTo>
                  <a:pt x="1029" y="158"/>
                  <a:pt x="1033" y="150"/>
                  <a:pt x="1038" y="143"/>
                </a:cubicBezTo>
                <a:cubicBezTo>
                  <a:pt x="1034" y="137"/>
                  <a:pt x="1039" y="133"/>
                  <a:pt x="1041" y="130"/>
                </a:cubicBezTo>
                <a:cubicBezTo>
                  <a:pt x="1034" y="132"/>
                  <a:pt x="1025" y="134"/>
                  <a:pt x="1022" y="128"/>
                </a:cubicBezTo>
                <a:cubicBezTo>
                  <a:pt x="1024" y="126"/>
                  <a:pt x="1025" y="125"/>
                  <a:pt x="1027" y="124"/>
                </a:cubicBezTo>
                <a:cubicBezTo>
                  <a:pt x="1024" y="123"/>
                  <a:pt x="1021" y="121"/>
                  <a:pt x="1016" y="122"/>
                </a:cubicBezTo>
                <a:cubicBezTo>
                  <a:pt x="1016" y="121"/>
                  <a:pt x="1017" y="120"/>
                  <a:pt x="1017" y="119"/>
                </a:cubicBezTo>
                <a:cubicBezTo>
                  <a:pt x="1014" y="118"/>
                  <a:pt x="1010" y="119"/>
                  <a:pt x="1007" y="121"/>
                </a:cubicBezTo>
                <a:cubicBezTo>
                  <a:pt x="1011" y="128"/>
                  <a:pt x="1002" y="129"/>
                  <a:pt x="997" y="131"/>
                </a:cubicBezTo>
                <a:cubicBezTo>
                  <a:pt x="997" y="128"/>
                  <a:pt x="1000" y="129"/>
                  <a:pt x="1000" y="127"/>
                </a:cubicBezTo>
                <a:cubicBezTo>
                  <a:pt x="997" y="126"/>
                  <a:pt x="993" y="128"/>
                  <a:pt x="992" y="126"/>
                </a:cubicBezTo>
                <a:cubicBezTo>
                  <a:pt x="990" y="124"/>
                  <a:pt x="993" y="121"/>
                  <a:pt x="991" y="119"/>
                </a:cubicBezTo>
                <a:cubicBezTo>
                  <a:pt x="979" y="119"/>
                  <a:pt x="971" y="128"/>
                  <a:pt x="960" y="125"/>
                </a:cubicBezTo>
                <a:cubicBezTo>
                  <a:pt x="962" y="117"/>
                  <a:pt x="978" y="122"/>
                  <a:pt x="980" y="113"/>
                </a:cubicBezTo>
                <a:cubicBezTo>
                  <a:pt x="976" y="111"/>
                  <a:pt x="976" y="112"/>
                  <a:pt x="978" y="109"/>
                </a:cubicBezTo>
                <a:cubicBezTo>
                  <a:pt x="976" y="107"/>
                  <a:pt x="967" y="113"/>
                  <a:pt x="964" y="108"/>
                </a:cubicBezTo>
                <a:cubicBezTo>
                  <a:pt x="966" y="107"/>
                  <a:pt x="973" y="102"/>
                  <a:pt x="971" y="103"/>
                </a:cubicBezTo>
                <a:cubicBezTo>
                  <a:pt x="963" y="105"/>
                  <a:pt x="956" y="107"/>
                  <a:pt x="949" y="108"/>
                </a:cubicBezTo>
                <a:cubicBezTo>
                  <a:pt x="946" y="106"/>
                  <a:pt x="944" y="104"/>
                  <a:pt x="942" y="101"/>
                </a:cubicBezTo>
                <a:cubicBezTo>
                  <a:pt x="943" y="98"/>
                  <a:pt x="946" y="97"/>
                  <a:pt x="950" y="97"/>
                </a:cubicBezTo>
                <a:cubicBezTo>
                  <a:pt x="949" y="98"/>
                  <a:pt x="948" y="98"/>
                  <a:pt x="949" y="100"/>
                </a:cubicBezTo>
                <a:cubicBezTo>
                  <a:pt x="951" y="99"/>
                  <a:pt x="954" y="99"/>
                  <a:pt x="954" y="97"/>
                </a:cubicBezTo>
                <a:cubicBezTo>
                  <a:pt x="952" y="95"/>
                  <a:pt x="949" y="93"/>
                  <a:pt x="947" y="91"/>
                </a:cubicBezTo>
                <a:cubicBezTo>
                  <a:pt x="937" y="94"/>
                  <a:pt x="931" y="100"/>
                  <a:pt x="928" y="109"/>
                </a:cubicBezTo>
                <a:cubicBezTo>
                  <a:pt x="925" y="108"/>
                  <a:pt x="923" y="106"/>
                  <a:pt x="920" y="105"/>
                </a:cubicBezTo>
                <a:cubicBezTo>
                  <a:pt x="924" y="104"/>
                  <a:pt x="923" y="98"/>
                  <a:pt x="922" y="96"/>
                </a:cubicBezTo>
                <a:cubicBezTo>
                  <a:pt x="921" y="97"/>
                  <a:pt x="922" y="100"/>
                  <a:pt x="920" y="100"/>
                </a:cubicBezTo>
                <a:cubicBezTo>
                  <a:pt x="919" y="100"/>
                  <a:pt x="917" y="100"/>
                  <a:pt x="917" y="101"/>
                </a:cubicBezTo>
                <a:cubicBezTo>
                  <a:pt x="919" y="98"/>
                  <a:pt x="914" y="97"/>
                  <a:pt x="913" y="95"/>
                </a:cubicBezTo>
                <a:cubicBezTo>
                  <a:pt x="902" y="97"/>
                  <a:pt x="897" y="105"/>
                  <a:pt x="885" y="103"/>
                </a:cubicBezTo>
                <a:cubicBezTo>
                  <a:pt x="883" y="100"/>
                  <a:pt x="889" y="98"/>
                  <a:pt x="889" y="95"/>
                </a:cubicBezTo>
                <a:cubicBezTo>
                  <a:pt x="886" y="94"/>
                  <a:pt x="885" y="89"/>
                  <a:pt x="882" y="88"/>
                </a:cubicBezTo>
                <a:cubicBezTo>
                  <a:pt x="882" y="87"/>
                  <a:pt x="888" y="86"/>
                  <a:pt x="885" y="85"/>
                </a:cubicBezTo>
                <a:cubicBezTo>
                  <a:pt x="881" y="88"/>
                  <a:pt x="880" y="82"/>
                  <a:pt x="876" y="85"/>
                </a:cubicBezTo>
                <a:cubicBezTo>
                  <a:pt x="864" y="96"/>
                  <a:pt x="859" y="114"/>
                  <a:pt x="848" y="126"/>
                </a:cubicBezTo>
                <a:cubicBezTo>
                  <a:pt x="848" y="132"/>
                  <a:pt x="848" y="132"/>
                  <a:pt x="848" y="132"/>
                </a:cubicBezTo>
                <a:cubicBezTo>
                  <a:pt x="843" y="134"/>
                  <a:pt x="831" y="140"/>
                  <a:pt x="830" y="129"/>
                </a:cubicBezTo>
                <a:cubicBezTo>
                  <a:pt x="827" y="131"/>
                  <a:pt x="824" y="128"/>
                  <a:pt x="819" y="128"/>
                </a:cubicBezTo>
                <a:cubicBezTo>
                  <a:pt x="817" y="127"/>
                  <a:pt x="820" y="124"/>
                  <a:pt x="819" y="123"/>
                </a:cubicBezTo>
                <a:cubicBezTo>
                  <a:pt x="816" y="123"/>
                  <a:pt x="815" y="125"/>
                  <a:pt x="814" y="122"/>
                </a:cubicBezTo>
                <a:cubicBezTo>
                  <a:pt x="816" y="117"/>
                  <a:pt x="813" y="115"/>
                  <a:pt x="814" y="113"/>
                </a:cubicBezTo>
                <a:cubicBezTo>
                  <a:pt x="803" y="117"/>
                  <a:pt x="788" y="117"/>
                  <a:pt x="783" y="128"/>
                </a:cubicBezTo>
                <a:cubicBezTo>
                  <a:pt x="780" y="127"/>
                  <a:pt x="776" y="129"/>
                  <a:pt x="778" y="130"/>
                </a:cubicBezTo>
                <a:cubicBezTo>
                  <a:pt x="787" y="126"/>
                  <a:pt x="797" y="127"/>
                  <a:pt x="805" y="121"/>
                </a:cubicBezTo>
                <a:cubicBezTo>
                  <a:pt x="806" y="122"/>
                  <a:pt x="809" y="123"/>
                  <a:pt x="809" y="125"/>
                </a:cubicBezTo>
                <a:cubicBezTo>
                  <a:pt x="807" y="125"/>
                  <a:pt x="806" y="127"/>
                  <a:pt x="806" y="128"/>
                </a:cubicBezTo>
                <a:cubicBezTo>
                  <a:pt x="808" y="130"/>
                  <a:pt x="811" y="127"/>
                  <a:pt x="811" y="128"/>
                </a:cubicBezTo>
                <a:cubicBezTo>
                  <a:pt x="808" y="130"/>
                  <a:pt x="807" y="133"/>
                  <a:pt x="808" y="137"/>
                </a:cubicBezTo>
                <a:cubicBezTo>
                  <a:pt x="804" y="138"/>
                  <a:pt x="798" y="138"/>
                  <a:pt x="794" y="137"/>
                </a:cubicBezTo>
                <a:cubicBezTo>
                  <a:pt x="792" y="137"/>
                  <a:pt x="794" y="141"/>
                  <a:pt x="792" y="141"/>
                </a:cubicBezTo>
                <a:cubicBezTo>
                  <a:pt x="781" y="142"/>
                  <a:pt x="775" y="147"/>
                  <a:pt x="769" y="153"/>
                </a:cubicBezTo>
                <a:cubicBezTo>
                  <a:pt x="761" y="150"/>
                  <a:pt x="756" y="155"/>
                  <a:pt x="750" y="157"/>
                </a:cubicBezTo>
                <a:cubicBezTo>
                  <a:pt x="750" y="161"/>
                  <a:pt x="753" y="161"/>
                  <a:pt x="753" y="165"/>
                </a:cubicBezTo>
                <a:cubicBezTo>
                  <a:pt x="757" y="164"/>
                  <a:pt x="759" y="160"/>
                  <a:pt x="762" y="158"/>
                </a:cubicBezTo>
                <a:cubicBezTo>
                  <a:pt x="764" y="160"/>
                  <a:pt x="768" y="160"/>
                  <a:pt x="770" y="162"/>
                </a:cubicBezTo>
                <a:cubicBezTo>
                  <a:pt x="759" y="170"/>
                  <a:pt x="749" y="184"/>
                  <a:pt x="731" y="179"/>
                </a:cubicBezTo>
                <a:cubicBezTo>
                  <a:pt x="727" y="172"/>
                  <a:pt x="723" y="166"/>
                  <a:pt x="722" y="156"/>
                </a:cubicBezTo>
                <a:cubicBezTo>
                  <a:pt x="714" y="156"/>
                  <a:pt x="714" y="142"/>
                  <a:pt x="716" y="138"/>
                </a:cubicBezTo>
                <a:cubicBezTo>
                  <a:pt x="719" y="129"/>
                  <a:pt x="741" y="128"/>
                  <a:pt x="735" y="115"/>
                </a:cubicBezTo>
                <a:cubicBezTo>
                  <a:pt x="734" y="114"/>
                  <a:pt x="731" y="115"/>
                  <a:pt x="729" y="115"/>
                </a:cubicBezTo>
                <a:cubicBezTo>
                  <a:pt x="723" y="109"/>
                  <a:pt x="723" y="96"/>
                  <a:pt x="715" y="94"/>
                </a:cubicBezTo>
                <a:cubicBezTo>
                  <a:pt x="712" y="93"/>
                  <a:pt x="709" y="98"/>
                  <a:pt x="707" y="93"/>
                </a:cubicBezTo>
                <a:cubicBezTo>
                  <a:pt x="714" y="88"/>
                  <a:pt x="716" y="77"/>
                  <a:pt x="721" y="70"/>
                </a:cubicBezTo>
                <a:cubicBezTo>
                  <a:pt x="708" y="72"/>
                  <a:pt x="691" y="71"/>
                  <a:pt x="678" y="76"/>
                </a:cubicBezTo>
                <a:cubicBezTo>
                  <a:pt x="679" y="74"/>
                  <a:pt x="682" y="74"/>
                  <a:pt x="682" y="72"/>
                </a:cubicBezTo>
                <a:cubicBezTo>
                  <a:pt x="678" y="74"/>
                  <a:pt x="676" y="74"/>
                  <a:pt x="672" y="75"/>
                </a:cubicBezTo>
                <a:cubicBezTo>
                  <a:pt x="672" y="77"/>
                  <a:pt x="672" y="79"/>
                  <a:pt x="673" y="80"/>
                </a:cubicBezTo>
                <a:cubicBezTo>
                  <a:pt x="668" y="83"/>
                  <a:pt x="661" y="91"/>
                  <a:pt x="655" y="87"/>
                </a:cubicBezTo>
                <a:cubicBezTo>
                  <a:pt x="648" y="89"/>
                  <a:pt x="648" y="97"/>
                  <a:pt x="640" y="98"/>
                </a:cubicBezTo>
                <a:cubicBezTo>
                  <a:pt x="638" y="96"/>
                  <a:pt x="641" y="96"/>
                  <a:pt x="639" y="95"/>
                </a:cubicBezTo>
                <a:cubicBezTo>
                  <a:pt x="634" y="108"/>
                  <a:pt x="620" y="113"/>
                  <a:pt x="611" y="123"/>
                </a:cubicBezTo>
                <a:cubicBezTo>
                  <a:pt x="615" y="123"/>
                  <a:pt x="609" y="127"/>
                  <a:pt x="612" y="128"/>
                </a:cubicBezTo>
                <a:cubicBezTo>
                  <a:pt x="613" y="125"/>
                  <a:pt x="616" y="127"/>
                  <a:pt x="616" y="128"/>
                </a:cubicBezTo>
                <a:cubicBezTo>
                  <a:pt x="612" y="133"/>
                  <a:pt x="604" y="133"/>
                  <a:pt x="598" y="136"/>
                </a:cubicBezTo>
                <a:cubicBezTo>
                  <a:pt x="591" y="128"/>
                  <a:pt x="572" y="131"/>
                  <a:pt x="566" y="137"/>
                </a:cubicBezTo>
                <a:cubicBezTo>
                  <a:pt x="537" y="144"/>
                  <a:pt x="518" y="160"/>
                  <a:pt x="491" y="170"/>
                </a:cubicBezTo>
                <a:cubicBezTo>
                  <a:pt x="489" y="168"/>
                  <a:pt x="486" y="167"/>
                  <a:pt x="484" y="166"/>
                </a:cubicBezTo>
                <a:cubicBezTo>
                  <a:pt x="486" y="164"/>
                  <a:pt x="486" y="158"/>
                  <a:pt x="484" y="156"/>
                </a:cubicBezTo>
                <a:cubicBezTo>
                  <a:pt x="480" y="156"/>
                  <a:pt x="480" y="159"/>
                  <a:pt x="477" y="159"/>
                </a:cubicBezTo>
                <a:cubicBezTo>
                  <a:pt x="477" y="155"/>
                  <a:pt x="480" y="153"/>
                  <a:pt x="480" y="150"/>
                </a:cubicBezTo>
                <a:cubicBezTo>
                  <a:pt x="454" y="144"/>
                  <a:pt x="433" y="163"/>
                  <a:pt x="415" y="167"/>
                </a:cubicBezTo>
                <a:cubicBezTo>
                  <a:pt x="424" y="161"/>
                  <a:pt x="430" y="153"/>
                  <a:pt x="438" y="148"/>
                </a:cubicBezTo>
                <a:cubicBezTo>
                  <a:pt x="439" y="145"/>
                  <a:pt x="437" y="146"/>
                  <a:pt x="437" y="143"/>
                </a:cubicBezTo>
                <a:cubicBezTo>
                  <a:pt x="438" y="143"/>
                  <a:pt x="440" y="142"/>
                  <a:pt x="442" y="142"/>
                </a:cubicBezTo>
                <a:cubicBezTo>
                  <a:pt x="442" y="130"/>
                  <a:pt x="459" y="133"/>
                  <a:pt x="461" y="123"/>
                </a:cubicBezTo>
                <a:cubicBezTo>
                  <a:pt x="461" y="120"/>
                  <a:pt x="456" y="121"/>
                  <a:pt x="455" y="118"/>
                </a:cubicBezTo>
                <a:cubicBezTo>
                  <a:pt x="454" y="114"/>
                  <a:pt x="456" y="112"/>
                  <a:pt x="456" y="108"/>
                </a:cubicBezTo>
                <a:cubicBezTo>
                  <a:pt x="451" y="103"/>
                  <a:pt x="446" y="105"/>
                  <a:pt x="441" y="106"/>
                </a:cubicBezTo>
                <a:cubicBezTo>
                  <a:pt x="426" y="109"/>
                  <a:pt x="417" y="110"/>
                  <a:pt x="406" y="115"/>
                </a:cubicBezTo>
                <a:cubicBezTo>
                  <a:pt x="401" y="117"/>
                  <a:pt x="397" y="121"/>
                  <a:pt x="391" y="123"/>
                </a:cubicBezTo>
                <a:cubicBezTo>
                  <a:pt x="387" y="124"/>
                  <a:pt x="383" y="124"/>
                  <a:pt x="380" y="125"/>
                </a:cubicBezTo>
                <a:cubicBezTo>
                  <a:pt x="340" y="136"/>
                  <a:pt x="304" y="163"/>
                  <a:pt x="273" y="177"/>
                </a:cubicBezTo>
                <a:cubicBezTo>
                  <a:pt x="273" y="176"/>
                  <a:pt x="273" y="175"/>
                  <a:pt x="272" y="175"/>
                </a:cubicBezTo>
                <a:cubicBezTo>
                  <a:pt x="271" y="177"/>
                  <a:pt x="271" y="178"/>
                  <a:pt x="270" y="179"/>
                </a:cubicBezTo>
                <a:cubicBezTo>
                  <a:pt x="252" y="188"/>
                  <a:pt x="234" y="197"/>
                  <a:pt x="220" y="210"/>
                </a:cubicBezTo>
                <a:cubicBezTo>
                  <a:pt x="225" y="224"/>
                  <a:pt x="199" y="227"/>
                  <a:pt x="196" y="237"/>
                </a:cubicBezTo>
                <a:cubicBezTo>
                  <a:pt x="198" y="237"/>
                  <a:pt x="201" y="236"/>
                  <a:pt x="203" y="237"/>
                </a:cubicBezTo>
                <a:cubicBezTo>
                  <a:pt x="197" y="239"/>
                  <a:pt x="194" y="243"/>
                  <a:pt x="190" y="246"/>
                </a:cubicBezTo>
                <a:cubicBezTo>
                  <a:pt x="202" y="242"/>
                  <a:pt x="216" y="236"/>
                  <a:pt x="226" y="241"/>
                </a:cubicBezTo>
                <a:cubicBezTo>
                  <a:pt x="224" y="244"/>
                  <a:pt x="219" y="244"/>
                  <a:pt x="219" y="249"/>
                </a:cubicBezTo>
                <a:cubicBezTo>
                  <a:pt x="227" y="247"/>
                  <a:pt x="229" y="247"/>
                  <a:pt x="238" y="246"/>
                </a:cubicBezTo>
                <a:cubicBezTo>
                  <a:pt x="238" y="244"/>
                  <a:pt x="237" y="242"/>
                  <a:pt x="239" y="242"/>
                </a:cubicBezTo>
                <a:cubicBezTo>
                  <a:pt x="247" y="246"/>
                  <a:pt x="251" y="236"/>
                  <a:pt x="258" y="235"/>
                </a:cubicBezTo>
                <a:cubicBezTo>
                  <a:pt x="261" y="240"/>
                  <a:pt x="269" y="242"/>
                  <a:pt x="267" y="249"/>
                </a:cubicBezTo>
                <a:cubicBezTo>
                  <a:pt x="272" y="253"/>
                  <a:pt x="282" y="242"/>
                  <a:pt x="282" y="252"/>
                </a:cubicBezTo>
                <a:cubicBezTo>
                  <a:pt x="289" y="251"/>
                  <a:pt x="293" y="255"/>
                  <a:pt x="298" y="257"/>
                </a:cubicBezTo>
                <a:cubicBezTo>
                  <a:pt x="298" y="258"/>
                  <a:pt x="297" y="259"/>
                  <a:pt x="297" y="260"/>
                </a:cubicBezTo>
                <a:cubicBezTo>
                  <a:pt x="300" y="260"/>
                  <a:pt x="308" y="256"/>
                  <a:pt x="308" y="261"/>
                </a:cubicBezTo>
                <a:cubicBezTo>
                  <a:pt x="278" y="290"/>
                  <a:pt x="235" y="307"/>
                  <a:pt x="198" y="329"/>
                </a:cubicBezTo>
                <a:cubicBezTo>
                  <a:pt x="198" y="326"/>
                  <a:pt x="195" y="328"/>
                  <a:pt x="193" y="328"/>
                </a:cubicBezTo>
                <a:cubicBezTo>
                  <a:pt x="193" y="333"/>
                  <a:pt x="193" y="333"/>
                  <a:pt x="193" y="333"/>
                </a:cubicBezTo>
                <a:cubicBezTo>
                  <a:pt x="183" y="339"/>
                  <a:pt x="172" y="344"/>
                  <a:pt x="160" y="343"/>
                </a:cubicBezTo>
                <a:cubicBezTo>
                  <a:pt x="159" y="346"/>
                  <a:pt x="160" y="345"/>
                  <a:pt x="160" y="349"/>
                </a:cubicBezTo>
                <a:cubicBezTo>
                  <a:pt x="157" y="350"/>
                  <a:pt x="155" y="353"/>
                  <a:pt x="152" y="354"/>
                </a:cubicBezTo>
                <a:cubicBezTo>
                  <a:pt x="143" y="348"/>
                  <a:pt x="138" y="361"/>
                  <a:pt x="130" y="358"/>
                </a:cubicBezTo>
                <a:cubicBezTo>
                  <a:pt x="127" y="373"/>
                  <a:pt x="112" y="371"/>
                  <a:pt x="104" y="380"/>
                </a:cubicBezTo>
                <a:cubicBezTo>
                  <a:pt x="100" y="377"/>
                  <a:pt x="95" y="382"/>
                  <a:pt x="97" y="388"/>
                </a:cubicBezTo>
                <a:cubicBezTo>
                  <a:pt x="90" y="391"/>
                  <a:pt x="86" y="391"/>
                  <a:pt x="79" y="389"/>
                </a:cubicBezTo>
                <a:cubicBezTo>
                  <a:pt x="76" y="393"/>
                  <a:pt x="72" y="396"/>
                  <a:pt x="65" y="394"/>
                </a:cubicBezTo>
                <a:cubicBezTo>
                  <a:pt x="64" y="397"/>
                  <a:pt x="61" y="400"/>
                  <a:pt x="63" y="404"/>
                </a:cubicBezTo>
                <a:cubicBezTo>
                  <a:pt x="62" y="402"/>
                  <a:pt x="64" y="401"/>
                  <a:pt x="66" y="402"/>
                </a:cubicBezTo>
                <a:cubicBezTo>
                  <a:pt x="63" y="411"/>
                  <a:pt x="51" y="417"/>
                  <a:pt x="48" y="424"/>
                </a:cubicBezTo>
                <a:cubicBezTo>
                  <a:pt x="52" y="424"/>
                  <a:pt x="57" y="420"/>
                  <a:pt x="60" y="422"/>
                </a:cubicBezTo>
                <a:cubicBezTo>
                  <a:pt x="60" y="425"/>
                  <a:pt x="56" y="424"/>
                  <a:pt x="56" y="427"/>
                </a:cubicBezTo>
                <a:cubicBezTo>
                  <a:pt x="62" y="428"/>
                  <a:pt x="74" y="422"/>
                  <a:pt x="78" y="429"/>
                </a:cubicBezTo>
                <a:cubicBezTo>
                  <a:pt x="77" y="430"/>
                  <a:pt x="76" y="432"/>
                  <a:pt x="76" y="435"/>
                </a:cubicBezTo>
                <a:cubicBezTo>
                  <a:pt x="81" y="441"/>
                  <a:pt x="92" y="436"/>
                  <a:pt x="97" y="434"/>
                </a:cubicBezTo>
                <a:cubicBezTo>
                  <a:pt x="97" y="435"/>
                  <a:pt x="97" y="435"/>
                  <a:pt x="98" y="436"/>
                </a:cubicBezTo>
                <a:cubicBezTo>
                  <a:pt x="99" y="440"/>
                  <a:pt x="96" y="440"/>
                  <a:pt x="96" y="442"/>
                </a:cubicBezTo>
                <a:cubicBezTo>
                  <a:pt x="104" y="446"/>
                  <a:pt x="118" y="444"/>
                  <a:pt x="118" y="456"/>
                </a:cubicBezTo>
                <a:cubicBezTo>
                  <a:pt x="141" y="448"/>
                  <a:pt x="161" y="432"/>
                  <a:pt x="185" y="422"/>
                </a:cubicBezTo>
                <a:cubicBezTo>
                  <a:pt x="185" y="430"/>
                  <a:pt x="181" y="436"/>
                  <a:pt x="176" y="440"/>
                </a:cubicBezTo>
                <a:cubicBezTo>
                  <a:pt x="178" y="440"/>
                  <a:pt x="181" y="439"/>
                  <a:pt x="181" y="441"/>
                </a:cubicBezTo>
                <a:cubicBezTo>
                  <a:pt x="178" y="445"/>
                  <a:pt x="175" y="449"/>
                  <a:pt x="170" y="451"/>
                </a:cubicBezTo>
                <a:cubicBezTo>
                  <a:pt x="169" y="456"/>
                  <a:pt x="164" y="461"/>
                  <a:pt x="159" y="459"/>
                </a:cubicBezTo>
                <a:cubicBezTo>
                  <a:pt x="153" y="466"/>
                  <a:pt x="156" y="482"/>
                  <a:pt x="146" y="488"/>
                </a:cubicBezTo>
                <a:cubicBezTo>
                  <a:pt x="143" y="486"/>
                  <a:pt x="143" y="491"/>
                  <a:pt x="141" y="492"/>
                </a:cubicBezTo>
                <a:cubicBezTo>
                  <a:pt x="145" y="493"/>
                  <a:pt x="153" y="487"/>
                  <a:pt x="156" y="494"/>
                </a:cubicBezTo>
                <a:cubicBezTo>
                  <a:pt x="157" y="498"/>
                  <a:pt x="152" y="496"/>
                  <a:pt x="152" y="500"/>
                </a:cubicBezTo>
                <a:cubicBezTo>
                  <a:pt x="158" y="500"/>
                  <a:pt x="166" y="497"/>
                  <a:pt x="167" y="503"/>
                </a:cubicBezTo>
                <a:cubicBezTo>
                  <a:pt x="163" y="508"/>
                  <a:pt x="154" y="509"/>
                  <a:pt x="150" y="514"/>
                </a:cubicBezTo>
                <a:cubicBezTo>
                  <a:pt x="158" y="511"/>
                  <a:pt x="180" y="494"/>
                  <a:pt x="177" y="515"/>
                </a:cubicBezTo>
                <a:cubicBezTo>
                  <a:pt x="184" y="519"/>
                  <a:pt x="191" y="507"/>
                  <a:pt x="196" y="512"/>
                </a:cubicBezTo>
                <a:cubicBezTo>
                  <a:pt x="196" y="514"/>
                  <a:pt x="194" y="513"/>
                  <a:pt x="195" y="516"/>
                </a:cubicBezTo>
                <a:cubicBezTo>
                  <a:pt x="197" y="516"/>
                  <a:pt x="198" y="518"/>
                  <a:pt x="199" y="519"/>
                </a:cubicBezTo>
                <a:cubicBezTo>
                  <a:pt x="202" y="531"/>
                  <a:pt x="200" y="545"/>
                  <a:pt x="185" y="547"/>
                </a:cubicBezTo>
                <a:cubicBezTo>
                  <a:pt x="183" y="545"/>
                  <a:pt x="180" y="544"/>
                  <a:pt x="181" y="539"/>
                </a:cubicBezTo>
                <a:cubicBezTo>
                  <a:pt x="180" y="539"/>
                  <a:pt x="176" y="540"/>
                  <a:pt x="176" y="538"/>
                </a:cubicBezTo>
                <a:cubicBezTo>
                  <a:pt x="174" y="534"/>
                  <a:pt x="179" y="533"/>
                  <a:pt x="183" y="534"/>
                </a:cubicBezTo>
                <a:cubicBezTo>
                  <a:pt x="182" y="531"/>
                  <a:pt x="183" y="530"/>
                  <a:pt x="184" y="528"/>
                </a:cubicBezTo>
                <a:cubicBezTo>
                  <a:pt x="170" y="529"/>
                  <a:pt x="162" y="535"/>
                  <a:pt x="152" y="540"/>
                </a:cubicBezTo>
                <a:cubicBezTo>
                  <a:pt x="157" y="544"/>
                  <a:pt x="155" y="556"/>
                  <a:pt x="154" y="561"/>
                </a:cubicBezTo>
                <a:cubicBezTo>
                  <a:pt x="159" y="559"/>
                  <a:pt x="166" y="561"/>
                  <a:pt x="173" y="560"/>
                </a:cubicBezTo>
                <a:cubicBezTo>
                  <a:pt x="172" y="564"/>
                  <a:pt x="168" y="564"/>
                  <a:pt x="168" y="569"/>
                </a:cubicBezTo>
                <a:cubicBezTo>
                  <a:pt x="173" y="570"/>
                  <a:pt x="183" y="570"/>
                  <a:pt x="184" y="563"/>
                </a:cubicBezTo>
                <a:cubicBezTo>
                  <a:pt x="181" y="563"/>
                  <a:pt x="175" y="566"/>
                  <a:pt x="174" y="562"/>
                </a:cubicBezTo>
                <a:cubicBezTo>
                  <a:pt x="178" y="558"/>
                  <a:pt x="181" y="560"/>
                  <a:pt x="187" y="559"/>
                </a:cubicBezTo>
                <a:cubicBezTo>
                  <a:pt x="188" y="546"/>
                  <a:pt x="202" y="543"/>
                  <a:pt x="209" y="540"/>
                </a:cubicBezTo>
                <a:cubicBezTo>
                  <a:pt x="209" y="542"/>
                  <a:pt x="207" y="542"/>
                  <a:pt x="207" y="544"/>
                </a:cubicBezTo>
                <a:cubicBezTo>
                  <a:pt x="208" y="544"/>
                  <a:pt x="209" y="544"/>
                  <a:pt x="209" y="546"/>
                </a:cubicBezTo>
                <a:cubicBezTo>
                  <a:pt x="208" y="547"/>
                  <a:pt x="207" y="549"/>
                  <a:pt x="206" y="550"/>
                </a:cubicBezTo>
                <a:cubicBezTo>
                  <a:pt x="212" y="550"/>
                  <a:pt x="215" y="547"/>
                  <a:pt x="219" y="545"/>
                </a:cubicBezTo>
                <a:cubicBezTo>
                  <a:pt x="221" y="547"/>
                  <a:pt x="223" y="545"/>
                  <a:pt x="225" y="547"/>
                </a:cubicBezTo>
                <a:cubicBezTo>
                  <a:pt x="226" y="540"/>
                  <a:pt x="228" y="536"/>
                  <a:pt x="235" y="535"/>
                </a:cubicBezTo>
                <a:cubicBezTo>
                  <a:pt x="235" y="532"/>
                  <a:pt x="238" y="530"/>
                  <a:pt x="243" y="529"/>
                </a:cubicBezTo>
                <a:cubicBezTo>
                  <a:pt x="243" y="530"/>
                  <a:pt x="242" y="531"/>
                  <a:pt x="243" y="532"/>
                </a:cubicBezTo>
                <a:cubicBezTo>
                  <a:pt x="247" y="532"/>
                  <a:pt x="257" y="528"/>
                  <a:pt x="262" y="533"/>
                </a:cubicBezTo>
                <a:cubicBezTo>
                  <a:pt x="263" y="537"/>
                  <a:pt x="261" y="539"/>
                  <a:pt x="259" y="542"/>
                </a:cubicBezTo>
                <a:cubicBezTo>
                  <a:pt x="262" y="541"/>
                  <a:pt x="262" y="545"/>
                  <a:pt x="262" y="547"/>
                </a:cubicBezTo>
                <a:cubicBezTo>
                  <a:pt x="261" y="549"/>
                  <a:pt x="260" y="552"/>
                  <a:pt x="258" y="553"/>
                </a:cubicBezTo>
                <a:cubicBezTo>
                  <a:pt x="244" y="550"/>
                  <a:pt x="243" y="562"/>
                  <a:pt x="237" y="566"/>
                </a:cubicBezTo>
                <a:cubicBezTo>
                  <a:pt x="233" y="568"/>
                  <a:pt x="230" y="568"/>
                  <a:pt x="229" y="573"/>
                </a:cubicBezTo>
                <a:cubicBezTo>
                  <a:pt x="230" y="573"/>
                  <a:pt x="232" y="572"/>
                  <a:pt x="231" y="574"/>
                </a:cubicBezTo>
                <a:cubicBezTo>
                  <a:pt x="227" y="580"/>
                  <a:pt x="221" y="583"/>
                  <a:pt x="221" y="592"/>
                </a:cubicBezTo>
                <a:cubicBezTo>
                  <a:pt x="225" y="596"/>
                  <a:pt x="220" y="604"/>
                  <a:pt x="215" y="603"/>
                </a:cubicBezTo>
                <a:cubicBezTo>
                  <a:pt x="217" y="607"/>
                  <a:pt x="215" y="608"/>
                  <a:pt x="214" y="611"/>
                </a:cubicBezTo>
                <a:cubicBezTo>
                  <a:pt x="221" y="612"/>
                  <a:pt x="227" y="616"/>
                  <a:pt x="233" y="617"/>
                </a:cubicBezTo>
                <a:cubicBezTo>
                  <a:pt x="241" y="619"/>
                  <a:pt x="252" y="615"/>
                  <a:pt x="259" y="615"/>
                </a:cubicBezTo>
                <a:cubicBezTo>
                  <a:pt x="265" y="615"/>
                  <a:pt x="273" y="622"/>
                  <a:pt x="281" y="619"/>
                </a:cubicBezTo>
                <a:cubicBezTo>
                  <a:pt x="269" y="621"/>
                  <a:pt x="263" y="628"/>
                  <a:pt x="255" y="634"/>
                </a:cubicBezTo>
                <a:cubicBezTo>
                  <a:pt x="232" y="636"/>
                  <a:pt x="212" y="624"/>
                  <a:pt x="196" y="630"/>
                </a:cubicBezTo>
                <a:cubicBezTo>
                  <a:pt x="192" y="641"/>
                  <a:pt x="209" y="638"/>
                  <a:pt x="204" y="645"/>
                </a:cubicBezTo>
                <a:cubicBezTo>
                  <a:pt x="208" y="642"/>
                  <a:pt x="217" y="644"/>
                  <a:pt x="218" y="650"/>
                </a:cubicBezTo>
                <a:cubicBezTo>
                  <a:pt x="210" y="649"/>
                  <a:pt x="209" y="655"/>
                  <a:pt x="206" y="658"/>
                </a:cubicBezTo>
                <a:cubicBezTo>
                  <a:pt x="211" y="655"/>
                  <a:pt x="218" y="655"/>
                  <a:pt x="219" y="648"/>
                </a:cubicBezTo>
                <a:cubicBezTo>
                  <a:pt x="223" y="649"/>
                  <a:pt x="221" y="651"/>
                  <a:pt x="222" y="652"/>
                </a:cubicBezTo>
                <a:cubicBezTo>
                  <a:pt x="222" y="651"/>
                  <a:pt x="224" y="651"/>
                  <a:pt x="225" y="651"/>
                </a:cubicBezTo>
                <a:cubicBezTo>
                  <a:pt x="234" y="657"/>
                  <a:pt x="249" y="651"/>
                  <a:pt x="256" y="658"/>
                </a:cubicBezTo>
                <a:cubicBezTo>
                  <a:pt x="252" y="671"/>
                  <a:pt x="237" y="674"/>
                  <a:pt x="234" y="689"/>
                </a:cubicBezTo>
                <a:cubicBezTo>
                  <a:pt x="231" y="688"/>
                  <a:pt x="231" y="690"/>
                  <a:pt x="229" y="691"/>
                </a:cubicBezTo>
                <a:cubicBezTo>
                  <a:pt x="230" y="694"/>
                  <a:pt x="231" y="697"/>
                  <a:pt x="230" y="701"/>
                </a:cubicBezTo>
                <a:cubicBezTo>
                  <a:pt x="218" y="704"/>
                  <a:pt x="215" y="717"/>
                  <a:pt x="201" y="719"/>
                </a:cubicBezTo>
                <a:cubicBezTo>
                  <a:pt x="198" y="725"/>
                  <a:pt x="196" y="728"/>
                  <a:pt x="196" y="735"/>
                </a:cubicBezTo>
                <a:cubicBezTo>
                  <a:pt x="186" y="742"/>
                  <a:pt x="177" y="752"/>
                  <a:pt x="177" y="765"/>
                </a:cubicBezTo>
                <a:cubicBezTo>
                  <a:pt x="178" y="767"/>
                  <a:pt x="183" y="764"/>
                  <a:pt x="183" y="766"/>
                </a:cubicBezTo>
                <a:cubicBezTo>
                  <a:pt x="181" y="766"/>
                  <a:pt x="182" y="768"/>
                  <a:pt x="183" y="769"/>
                </a:cubicBezTo>
                <a:cubicBezTo>
                  <a:pt x="180" y="769"/>
                  <a:pt x="179" y="770"/>
                  <a:pt x="177" y="771"/>
                </a:cubicBezTo>
                <a:cubicBezTo>
                  <a:pt x="180" y="773"/>
                  <a:pt x="184" y="772"/>
                  <a:pt x="186" y="774"/>
                </a:cubicBezTo>
                <a:cubicBezTo>
                  <a:pt x="185" y="776"/>
                  <a:pt x="180" y="776"/>
                  <a:pt x="179" y="779"/>
                </a:cubicBezTo>
                <a:cubicBezTo>
                  <a:pt x="185" y="779"/>
                  <a:pt x="190" y="779"/>
                  <a:pt x="191" y="774"/>
                </a:cubicBezTo>
                <a:cubicBezTo>
                  <a:pt x="194" y="775"/>
                  <a:pt x="195" y="776"/>
                  <a:pt x="197" y="778"/>
                </a:cubicBezTo>
                <a:cubicBezTo>
                  <a:pt x="197" y="780"/>
                  <a:pt x="195" y="781"/>
                  <a:pt x="194" y="783"/>
                </a:cubicBezTo>
                <a:cubicBezTo>
                  <a:pt x="199" y="780"/>
                  <a:pt x="205" y="777"/>
                  <a:pt x="210" y="781"/>
                </a:cubicBezTo>
                <a:cubicBezTo>
                  <a:pt x="203" y="785"/>
                  <a:pt x="199" y="793"/>
                  <a:pt x="192" y="798"/>
                </a:cubicBezTo>
                <a:cubicBezTo>
                  <a:pt x="188" y="797"/>
                  <a:pt x="187" y="800"/>
                  <a:pt x="184" y="800"/>
                </a:cubicBezTo>
                <a:cubicBezTo>
                  <a:pt x="178" y="811"/>
                  <a:pt x="164" y="813"/>
                  <a:pt x="157" y="821"/>
                </a:cubicBezTo>
                <a:cubicBezTo>
                  <a:pt x="159" y="822"/>
                  <a:pt x="161" y="819"/>
                  <a:pt x="162" y="821"/>
                </a:cubicBezTo>
                <a:cubicBezTo>
                  <a:pt x="162" y="824"/>
                  <a:pt x="161" y="825"/>
                  <a:pt x="161" y="827"/>
                </a:cubicBezTo>
                <a:cubicBezTo>
                  <a:pt x="163" y="827"/>
                  <a:pt x="165" y="828"/>
                  <a:pt x="166" y="829"/>
                </a:cubicBezTo>
                <a:cubicBezTo>
                  <a:pt x="166" y="831"/>
                  <a:pt x="165" y="834"/>
                  <a:pt x="164" y="835"/>
                </a:cubicBezTo>
                <a:cubicBezTo>
                  <a:pt x="167" y="836"/>
                  <a:pt x="167" y="834"/>
                  <a:pt x="170" y="834"/>
                </a:cubicBezTo>
                <a:cubicBezTo>
                  <a:pt x="173" y="836"/>
                  <a:pt x="168" y="839"/>
                  <a:pt x="171" y="840"/>
                </a:cubicBezTo>
                <a:cubicBezTo>
                  <a:pt x="172" y="839"/>
                  <a:pt x="174" y="837"/>
                  <a:pt x="177" y="837"/>
                </a:cubicBezTo>
                <a:cubicBezTo>
                  <a:pt x="174" y="843"/>
                  <a:pt x="166" y="842"/>
                  <a:pt x="165" y="849"/>
                </a:cubicBezTo>
                <a:cubicBezTo>
                  <a:pt x="171" y="853"/>
                  <a:pt x="177" y="848"/>
                  <a:pt x="181" y="844"/>
                </a:cubicBezTo>
                <a:cubicBezTo>
                  <a:pt x="188" y="844"/>
                  <a:pt x="190" y="839"/>
                  <a:pt x="195" y="836"/>
                </a:cubicBezTo>
                <a:cubicBezTo>
                  <a:pt x="194" y="834"/>
                  <a:pt x="192" y="829"/>
                  <a:pt x="195" y="828"/>
                </a:cubicBezTo>
                <a:cubicBezTo>
                  <a:pt x="198" y="829"/>
                  <a:pt x="198" y="828"/>
                  <a:pt x="201" y="828"/>
                </a:cubicBezTo>
                <a:cubicBezTo>
                  <a:pt x="201" y="829"/>
                  <a:pt x="201" y="831"/>
                  <a:pt x="202" y="832"/>
                </a:cubicBezTo>
                <a:cubicBezTo>
                  <a:pt x="204" y="829"/>
                  <a:pt x="209" y="829"/>
                  <a:pt x="212" y="827"/>
                </a:cubicBezTo>
                <a:cubicBezTo>
                  <a:pt x="212" y="828"/>
                  <a:pt x="214" y="828"/>
                  <a:pt x="214" y="829"/>
                </a:cubicBezTo>
                <a:cubicBezTo>
                  <a:pt x="214" y="834"/>
                  <a:pt x="214" y="834"/>
                  <a:pt x="214" y="834"/>
                </a:cubicBezTo>
                <a:cubicBezTo>
                  <a:pt x="207" y="834"/>
                  <a:pt x="206" y="841"/>
                  <a:pt x="201" y="844"/>
                </a:cubicBezTo>
                <a:cubicBezTo>
                  <a:pt x="207" y="841"/>
                  <a:pt x="209" y="842"/>
                  <a:pt x="217" y="843"/>
                </a:cubicBezTo>
                <a:cubicBezTo>
                  <a:pt x="216" y="845"/>
                  <a:pt x="214" y="845"/>
                  <a:pt x="214" y="847"/>
                </a:cubicBezTo>
                <a:cubicBezTo>
                  <a:pt x="215" y="848"/>
                  <a:pt x="217" y="848"/>
                  <a:pt x="218" y="849"/>
                </a:cubicBezTo>
                <a:cubicBezTo>
                  <a:pt x="216" y="853"/>
                  <a:pt x="213" y="860"/>
                  <a:pt x="208" y="860"/>
                </a:cubicBezTo>
                <a:cubicBezTo>
                  <a:pt x="208" y="863"/>
                  <a:pt x="211" y="862"/>
                  <a:pt x="210" y="865"/>
                </a:cubicBezTo>
                <a:cubicBezTo>
                  <a:pt x="197" y="876"/>
                  <a:pt x="185" y="889"/>
                  <a:pt x="169" y="898"/>
                </a:cubicBezTo>
                <a:cubicBezTo>
                  <a:pt x="169" y="897"/>
                  <a:pt x="168" y="897"/>
                  <a:pt x="168" y="896"/>
                </a:cubicBezTo>
                <a:cubicBezTo>
                  <a:pt x="167" y="892"/>
                  <a:pt x="173" y="890"/>
                  <a:pt x="172" y="888"/>
                </a:cubicBezTo>
                <a:cubicBezTo>
                  <a:pt x="165" y="891"/>
                  <a:pt x="162" y="898"/>
                  <a:pt x="154" y="900"/>
                </a:cubicBezTo>
                <a:cubicBezTo>
                  <a:pt x="153" y="903"/>
                  <a:pt x="156" y="906"/>
                  <a:pt x="152" y="908"/>
                </a:cubicBezTo>
                <a:cubicBezTo>
                  <a:pt x="149" y="908"/>
                  <a:pt x="147" y="908"/>
                  <a:pt x="144" y="909"/>
                </a:cubicBezTo>
                <a:cubicBezTo>
                  <a:pt x="141" y="921"/>
                  <a:pt x="124" y="923"/>
                  <a:pt x="119" y="931"/>
                </a:cubicBezTo>
                <a:cubicBezTo>
                  <a:pt x="117" y="931"/>
                  <a:pt x="107" y="936"/>
                  <a:pt x="108" y="939"/>
                </a:cubicBezTo>
                <a:cubicBezTo>
                  <a:pt x="114" y="935"/>
                  <a:pt x="117" y="932"/>
                  <a:pt x="125" y="930"/>
                </a:cubicBezTo>
                <a:cubicBezTo>
                  <a:pt x="124" y="930"/>
                  <a:pt x="123" y="929"/>
                  <a:pt x="123" y="927"/>
                </a:cubicBezTo>
                <a:cubicBezTo>
                  <a:pt x="139" y="919"/>
                  <a:pt x="157" y="910"/>
                  <a:pt x="170" y="901"/>
                </a:cubicBezTo>
                <a:cubicBezTo>
                  <a:pt x="170" y="903"/>
                  <a:pt x="170" y="904"/>
                  <a:pt x="172" y="903"/>
                </a:cubicBezTo>
                <a:cubicBezTo>
                  <a:pt x="174" y="897"/>
                  <a:pt x="179" y="894"/>
                  <a:pt x="185" y="892"/>
                </a:cubicBezTo>
                <a:cubicBezTo>
                  <a:pt x="187" y="891"/>
                  <a:pt x="184" y="888"/>
                  <a:pt x="187" y="887"/>
                </a:cubicBezTo>
                <a:cubicBezTo>
                  <a:pt x="189" y="890"/>
                  <a:pt x="192" y="886"/>
                  <a:pt x="193" y="888"/>
                </a:cubicBezTo>
                <a:cubicBezTo>
                  <a:pt x="193" y="892"/>
                  <a:pt x="190" y="895"/>
                  <a:pt x="187" y="893"/>
                </a:cubicBezTo>
                <a:cubicBezTo>
                  <a:pt x="183" y="898"/>
                  <a:pt x="180" y="903"/>
                  <a:pt x="176" y="908"/>
                </a:cubicBezTo>
                <a:cubicBezTo>
                  <a:pt x="178" y="908"/>
                  <a:pt x="181" y="905"/>
                  <a:pt x="182" y="907"/>
                </a:cubicBezTo>
                <a:cubicBezTo>
                  <a:pt x="183" y="919"/>
                  <a:pt x="166" y="918"/>
                  <a:pt x="164" y="925"/>
                </a:cubicBezTo>
                <a:cubicBezTo>
                  <a:pt x="175" y="921"/>
                  <a:pt x="188" y="915"/>
                  <a:pt x="199" y="914"/>
                </a:cubicBezTo>
                <a:cubicBezTo>
                  <a:pt x="200" y="912"/>
                  <a:pt x="201" y="911"/>
                  <a:pt x="204" y="911"/>
                </a:cubicBezTo>
                <a:cubicBezTo>
                  <a:pt x="204" y="914"/>
                  <a:pt x="201" y="914"/>
                  <a:pt x="199" y="915"/>
                </a:cubicBezTo>
                <a:cubicBezTo>
                  <a:pt x="202" y="915"/>
                  <a:pt x="203" y="916"/>
                  <a:pt x="203" y="918"/>
                </a:cubicBezTo>
                <a:cubicBezTo>
                  <a:pt x="196" y="933"/>
                  <a:pt x="176" y="935"/>
                  <a:pt x="165" y="947"/>
                </a:cubicBezTo>
                <a:cubicBezTo>
                  <a:pt x="170" y="948"/>
                  <a:pt x="172" y="945"/>
                  <a:pt x="174" y="943"/>
                </a:cubicBezTo>
                <a:cubicBezTo>
                  <a:pt x="185" y="944"/>
                  <a:pt x="191" y="934"/>
                  <a:pt x="199" y="929"/>
                </a:cubicBezTo>
                <a:cubicBezTo>
                  <a:pt x="209" y="924"/>
                  <a:pt x="222" y="921"/>
                  <a:pt x="231" y="915"/>
                </a:cubicBezTo>
                <a:cubicBezTo>
                  <a:pt x="232" y="917"/>
                  <a:pt x="234" y="917"/>
                  <a:pt x="236" y="917"/>
                </a:cubicBezTo>
                <a:cubicBezTo>
                  <a:pt x="238" y="916"/>
                  <a:pt x="239" y="915"/>
                  <a:pt x="242" y="915"/>
                </a:cubicBezTo>
                <a:cubicBezTo>
                  <a:pt x="242" y="918"/>
                  <a:pt x="238" y="918"/>
                  <a:pt x="238" y="920"/>
                </a:cubicBezTo>
                <a:cubicBezTo>
                  <a:pt x="240" y="923"/>
                  <a:pt x="245" y="920"/>
                  <a:pt x="247" y="921"/>
                </a:cubicBezTo>
                <a:cubicBezTo>
                  <a:pt x="241" y="923"/>
                  <a:pt x="242" y="927"/>
                  <a:pt x="238" y="930"/>
                </a:cubicBezTo>
                <a:cubicBezTo>
                  <a:pt x="237" y="928"/>
                  <a:pt x="234" y="928"/>
                  <a:pt x="232" y="927"/>
                </a:cubicBezTo>
                <a:cubicBezTo>
                  <a:pt x="231" y="930"/>
                  <a:pt x="228" y="931"/>
                  <a:pt x="225" y="932"/>
                </a:cubicBezTo>
                <a:cubicBezTo>
                  <a:pt x="225" y="934"/>
                  <a:pt x="224" y="938"/>
                  <a:pt x="226" y="939"/>
                </a:cubicBezTo>
                <a:cubicBezTo>
                  <a:pt x="233" y="932"/>
                  <a:pt x="239" y="930"/>
                  <a:pt x="251" y="929"/>
                </a:cubicBezTo>
                <a:cubicBezTo>
                  <a:pt x="250" y="932"/>
                  <a:pt x="252" y="933"/>
                  <a:pt x="251" y="936"/>
                </a:cubicBezTo>
                <a:cubicBezTo>
                  <a:pt x="251" y="936"/>
                  <a:pt x="250" y="937"/>
                  <a:pt x="250" y="937"/>
                </a:cubicBezTo>
                <a:cubicBezTo>
                  <a:pt x="247" y="936"/>
                  <a:pt x="243" y="936"/>
                  <a:pt x="240" y="936"/>
                </a:cubicBezTo>
                <a:cubicBezTo>
                  <a:pt x="234" y="943"/>
                  <a:pt x="227" y="949"/>
                  <a:pt x="221" y="956"/>
                </a:cubicBezTo>
                <a:cubicBezTo>
                  <a:pt x="214" y="957"/>
                  <a:pt x="211" y="962"/>
                  <a:pt x="207" y="966"/>
                </a:cubicBezTo>
                <a:cubicBezTo>
                  <a:pt x="206" y="966"/>
                  <a:pt x="202" y="967"/>
                  <a:pt x="205" y="967"/>
                </a:cubicBezTo>
                <a:cubicBezTo>
                  <a:pt x="212" y="968"/>
                  <a:pt x="212" y="961"/>
                  <a:pt x="220" y="964"/>
                </a:cubicBezTo>
                <a:cubicBezTo>
                  <a:pt x="221" y="958"/>
                  <a:pt x="229" y="960"/>
                  <a:pt x="231" y="956"/>
                </a:cubicBezTo>
                <a:cubicBezTo>
                  <a:pt x="234" y="958"/>
                  <a:pt x="233" y="959"/>
                  <a:pt x="234" y="961"/>
                </a:cubicBezTo>
                <a:cubicBezTo>
                  <a:pt x="234" y="958"/>
                  <a:pt x="238" y="963"/>
                  <a:pt x="237" y="959"/>
                </a:cubicBezTo>
                <a:cubicBezTo>
                  <a:pt x="236" y="958"/>
                  <a:pt x="233" y="960"/>
                  <a:pt x="234" y="955"/>
                </a:cubicBezTo>
                <a:cubicBezTo>
                  <a:pt x="236" y="954"/>
                  <a:pt x="238" y="950"/>
                  <a:pt x="240" y="952"/>
                </a:cubicBezTo>
                <a:cubicBezTo>
                  <a:pt x="241" y="956"/>
                  <a:pt x="235" y="954"/>
                  <a:pt x="238" y="957"/>
                </a:cubicBezTo>
                <a:cubicBezTo>
                  <a:pt x="240" y="956"/>
                  <a:pt x="243" y="956"/>
                  <a:pt x="246" y="955"/>
                </a:cubicBezTo>
                <a:cubicBezTo>
                  <a:pt x="242" y="950"/>
                  <a:pt x="251" y="954"/>
                  <a:pt x="252" y="952"/>
                </a:cubicBezTo>
                <a:cubicBezTo>
                  <a:pt x="248" y="950"/>
                  <a:pt x="253" y="948"/>
                  <a:pt x="253" y="946"/>
                </a:cubicBezTo>
                <a:cubicBezTo>
                  <a:pt x="249" y="944"/>
                  <a:pt x="250" y="949"/>
                  <a:pt x="248" y="947"/>
                </a:cubicBezTo>
                <a:cubicBezTo>
                  <a:pt x="248" y="946"/>
                  <a:pt x="249" y="945"/>
                  <a:pt x="251" y="944"/>
                </a:cubicBezTo>
                <a:cubicBezTo>
                  <a:pt x="258" y="946"/>
                  <a:pt x="261" y="934"/>
                  <a:pt x="266" y="936"/>
                </a:cubicBezTo>
                <a:cubicBezTo>
                  <a:pt x="263" y="938"/>
                  <a:pt x="265" y="939"/>
                  <a:pt x="264" y="942"/>
                </a:cubicBezTo>
                <a:cubicBezTo>
                  <a:pt x="261" y="940"/>
                  <a:pt x="260" y="947"/>
                  <a:pt x="256" y="948"/>
                </a:cubicBezTo>
                <a:cubicBezTo>
                  <a:pt x="258" y="949"/>
                  <a:pt x="257" y="955"/>
                  <a:pt x="254" y="957"/>
                </a:cubicBezTo>
                <a:cubicBezTo>
                  <a:pt x="262" y="956"/>
                  <a:pt x="271" y="953"/>
                  <a:pt x="272" y="963"/>
                </a:cubicBezTo>
                <a:cubicBezTo>
                  <a:pt x="269" y="966"/>
                  <a:pt x="259" y="967"/>
                  <a:pt x="262" y="972"/>
                </a:cubicBezTo>
                <a:cubicBezTo>
                  <a:pt x="266" y="967"/>
                  <a:pt x="273" y="964"/>
                  <a:pt x="278" y="960"/>
                </a:cubicBezTo>
                <a:cubicBezTo>
                  <a:pt x="277" y="959"/>
                  <a:pt x="273" y="961"/>
                  <a:pt x="273" y="959"/>
                </a:cubicBezTo>
                <a:cubicBezTo>
                  <a:pt x="276" y="959"/>
                  <a:pt x="278" y="957"/>
                  <a:pt x="276" y="955"/>
                </a:cubicBezTo>
                <a:cubicBezTo>
                  <a:pt x="276" y="953"/>
                  <a:pt x="272" y="955"/>
                  <a:pt x="272" y="952"/>
                </a:cubicBezTo>
                <a:cubicBezTo>
                  <a:pt x="277" y="948"/>
                  <a:pt x="283" y="945"/>
                  <a:pt x="289" y="941"/>
                </a:cubicBezTo>
                <a:cubicBezTo>
                  <a:pt x="292" y="944"/>
                  <a:pt x="286" y="947"/>
                  <a:pt x="290" y="949"/>
                </a:cubicBezTo>
                <a:cubicBezTo>
                  <a:pt x="287" y="953"/>
                  <a:pt x="283" y="956"/>
                  <a:pt x="280" y="960"/>
                </a:cubicBezTo>
                <a:cubicBezTo>
                  <a:pt x="283" y="959"/>
                  <a:pt x="281" y="963"/>
                  <a:pt x="282" y="965"/>
                </a:cubicBezTo>
                <a:cubicBezTo>
                  <a:pt x="275" y="968"/>
                  <a:pt x="273" y="977"/>
                  <a:pt x="263" y="978"/>
                </a:cubicBezTo>
                <a:cubicBezTo>
                  <a:pt x="266" y="983"/>
                  <a:pt x="257" y="979"/>
                  <a:pt x="257" y="983"/>
                </a:cubicBezTo>
                <a:cubicBezTo>
                  <a:pt x="271" y="983"/>
                  <a:pt x="278" y="967"/>
                  <a:pt x="296" y="968"/>
                </a:cubicBezTo>
                <a:cubicBezTo>
                  <a:pt x="298" y="973"/>
                  <a:pt x="297" y="975"/>
                  <a:pt x="300" y="978"/>
                </a:cubicBezTo>
                <a:cubicBezTo>
                  <a:pt x="297" y="992"/>
                  <a:pt x="280" y="991"/>
                  <a:pt x="273" y="1001"/>
                </a:cubicBezTo>
                <a:cubicBezTo>
                  <a:pt x="276" y="1001"/>
                  <a:pt x="278" y="998"/>
                  <a:pt x="279" y="1002"/>
                </a:cubicBezTo>
                <a:cubicBezTo>
                  <a:pt x="279" y="1006"/>
                  <a:pt x="275" y="1007"/>
                  <a:pt x="274" y="1011"/>
                </a:cubicBezTo>
                <a:cubicBezTo>
                  <a:pt x="277" y="1011"/>
                  <a:pt x="280" y="1010"/>
                  <a:pt x="280" y="1013"/>
                </a:cubicBezTo>
                <a:cubicBezTo>
                  <a:pt x="278" y="1017"/>
                  <a:pt x="269" y="1020"/>
                  <a:pt x="265" y="1015"/>
                </a:cubicBezTo>
                <a:cubicBezTo>
                  <a:pt x="256" y="1023"/>
                  <a:pt x="242" y="1026"/>
                  <a:pt x="234" y="1036"/>
                </a:cubicBezTo>
                <a:cubicBezTo>
                  <a:pt x="240" y="1036"/>
                  <a:pt x="237" y="1041"/>
                  <a:pt x="240" y="1043"/>
                </a:cubicBezTo>
                <a:cubicBezTo>
                  <a:pt x="243" y="1041"/>
                  <a:pt x="246" y="1040"/>
                  <a:pt x="251" y="1039"/>
                </a:cubicBezTo>
                <a:cubicBezTo>
                  <a:pt x="251" y="1042"/>
                  <a:pt x="247" y="1041"/>
                  <a:pt x="248" y="1044"/>
                </a:cubicBezTo>
                <a:cubicBezTo>
                  <a:pt x="258" y="1041"/>
                  <a:pt x="273" y="1045"/>
                  <a:pt x="280" y="1034"/>
                </a:cubicBezTo>
                <a:cubicBezTo>
                  <a:pt x="277" y="1034"/>
                  <a:pt x="276" y="1034"/>
                  <a:pt x="276" y="1031"/>
                </a:cubicBezTo>
                <a:cubicBezTo>
                  <a:pt x="278" y="1023"/>
                  <a:pt x="285" y="1020"/>
                  <a:pt x="290" y="1015"/>
                </a:cubicBezTo>
                <a:cubicBezTo>
                  <a:pt x="296" y="1015"/>
                  <a:pt x="304" y="1015"/>
                  <a:pt x="311" y="1015"/>
                </a:cubicBezTo>
                <a:cubicBezTo>
                  <a:pt x="314" y="1006"/>
                  <a:pt x="323" y="1003"/>
                  <a:pt x="327" y="995"/>
                </a:cubicBezTo>
                <a:cubicBezTo>
                  <a:pt x="326" y="991"/>
                  <a:pt x="327" y="989"/>
                  <a:pt x="328" y="986"/>
                </a:cubicBezTo>
                <a:cubicBezTo>
                  <a:pt x="326" y="985"/>
                  <a:pt x="326" y="982"/>
                  <a:pt x="325" y="980"/>
                </a:cubicBezTo>
                <a:cubicBezTo>
                  <a:pt x="328" y="973"/>
                  <a:pt x="341" y="971"/>
                  <a:pt x="338" y="985"/>
                </a:cubicBezTo>
                <a:cubicBezTo>
                  <a:pt x="342" y="986"/>
                  <a:pt x="345" y="990"/>
                  <a:pt x="349" y="992"/>
                </a:cubicBezTo>
                <a:cubicBezTo>
                  <a:pt x="350" y="996"/>
                  <a:pt x="347" y="996"/>
                  <a:pt x="347" y="999"/>
                </a:cubicBezTo>
                <a:cubicBezTo>
                  <a:pt x="349" y="999"/>
                  <a:pt x="351" y="1003"/>
                  <a:pt x="349" y="1005"/>
                </a:cubicBezTo>
                <a:cubicBezTo>
                  <a:pt x="356" y="1006"/>
                  <a:pt x="363" y="1007"/>
                  <a:pt x="364" y="1011"/>
                </a:cubicBezTo>
                <a:cubicBezTo>
                  <a:pt x="369" y="1008"/>
                  <a:pt x="375" y="1011"/>
                  <a:pt x="378" y="1015"/>
                </a:cubicBezTo>
                <a:cubicBezTo>
                  <a:pt x="378" y="1017"/>
                  <a:pt x="375" y="1016"/>
                  <a:pt x="376" y="1018"/>
                </a:cubicBezTo>
                <a:cubicBezTo>
                  <a:pt x="379" y="1019"/>
                  <a:pt x="380" y="1016"/>
                  <a:pt x="381" y="1019"/>
                </a:cubicBezTo>
                <a:cubicBezTo>
                  <a:pt x="381" y="1021"/>
                  <a:pt x="378" y="1020"/>
                  <a:pt x="378" y="1022"/>
                </a:cubicBezTo>
                <a:cubicBezTo>
                  <a:pt x="382" y="1022"/>
                  <a:pt x="383" y="1020"/>
                  <a:pt x="387" y="1020"/>
                </a:cubicBezTo>
                <a:cubicBezTo>
                  <a:pt x="389" y="1023"/>
                  <a:pt x="388" y="1024"/>
                  <a:pt x="390" y="1027"/>
                </a:cubicBezTo>
                <a:cubicBezTo>
                  <a:pt x="394" y="1025"/>
                  <a:pt x="396" y="1030"/>
                  <a:pt x="398" y="1033"/>
                </a:cubicBezTo>
                <a:cubicBezTo>
                  <a:pt x="385" y="1041"/>
                  <a:pt x="383" y="1053"/>
                  <a:pt x="378" y="1067"/>
                </a:cubicBezTo>
                <a:cubicBezTo>
                  <a:pt x="387" y="1070"/>
                  <a:pt x="401" y="1068"/>
                  <a:pt x="402" y="1080"/>
                </a:cubicBezTo>
                <a:cubicBezTo>
                  <a:pt x="407" y="1084"/>
                  <a:pt x="411" y="1089"/>
                  <a:pt x="417" y="1092"/>
                </a:cubicBezTo>
                <a:cubicBezTo>
                  <a:pt x="415" y="1096"/>
                  <a:pt x="418" y="1100"/>
                  <a:pt x="416" y="1103"/>
                </a:cubicBezTo>
                <a:cubicBezTo>
                  <a:pt x="420" y="1104"/>
                  <a:pt x="424" y="1105"/>
                  <a:pt x="428" y="1106"/>
                </a:cubicBezTo>
                <a:cubicBezTo>
                  <a:pt x="433" y="1104"/>
                  <a:pt x="435" y="1099"/>
                  <a:pt x="440" y="1096"/>
                </a:cubicBezTo>
                <a:cubicBezTo>
                  <a:pt x="451" y="1082"/>
                  <a:pt x="471" y="1076"/>
                  <a:pt x="486" y="1066"/>
                </a:cubicBezTo>
                <a:cubicBezTo>
                  <a:pt x="493" y="1070"/>
                  <a:pt x="499" y="1058"/>
                  <a:pt x="504" y="1054"/>
                </a:cubicBezTo>
                <a:cubicBezTo>
                  <a:pt x="507" y="1054"/>
                  <a:pt x="508" y="1057"/>
                  <a:pt x="512" y="1056"/>
                </a:cubicBezTo>
                <a:cubicBezTo>
                  <a:pt x="512" y="1049"/>
                  <a:pt x="522" y="1050"/>
                  <a:pt x="524" y="1051"/>
                </a:cubicBezTo>
                <a:cubicBezTo>
                  <a:pt x="520" y="1049"/>
                  <a:pt x="527" y="1043"/>
                  <a:pt x="530" y="1042"/>
                </a:cubicBezTo>
                <a:cubicBezTo>
                  <a:pt x="530" y="1048"/>
                  <a:pt x="540" y="1051"/>
                  <a:pt x="541" y="1059"/>
                </a:cubicBezTo>
                <a:cubicBezTo>
                  <a:pt x="538" y="1058"/>
                  <a:pt x="537" y="1062"/>
                  <a:pt x="533" y="1059"/>
                </a:cubicBezTo>
                <a:cubicBezTo>
                  <a:pt x="532" y="1065"/>
                  <a:pt x="533" y="1067"/>
                  <a:pt x="533" y="1073"/>
                </a:cubicBezTo>
                <a:cubicBezTo>
                  <a:pt x="537" y="1073"/>
                  <a:pt x="537" y="1078"/>
                  <a:pt x="541" y="1078"/>
                </a:cubicBezTo>
                <a:cubicBezTo>
                  <a:pt x="542" y="1074"/>
                  <a:pt x="540" y="1072"/>
                  <a:pt x="545" y="1072"/>
                </a:cubicBezTo>
                <a:cubicBezTo>
                  <a:pt x="545" y="1075"/>
                  <a:pt x="540" y="1077"/>
                  <a:pt x="545" y="1077"/>
                </a:cubicBezTo>
                <a:cubicBezTo>
                  <a:pt x="547" y="1078"/>
                  <a:pt x="544" y="1073"/>
                  <a:pt x="546" y="1073"/>
                </a:cubicBezTo>
                <a:cubicBezTo>
                  <a:pt x="549" y="1074"/>
                  <a:pt x="553" y="1074"/>
                  <a:pt x="553" y="1078"/>
                </a:cubicBezTo>
                <a:cubicBezTo>
                  <a:pt x="551" y="1078"/>
                  <a:pt x="551" y="1076"/>
                  <a:pt x="548" y="1077"/>
                </a:cubicBezTo>
                <a:cubicBezTo>
                  <a:pt x="548" y="1081"/>
                  <a:pt x="548" y="1085"/>
                  <a:pt x="545" y="1085"/>
                </a:cubicBezTo>
                <a:cubicBezTo>
                  <a:pt x="546" y="1080"/>
                  <a:pt x="541" y="1086"/>
                  <a:pt x="541" y="1082"/>
                </a:cubicBezTo>
                <a:cubicBezTo>
                  <a:pt x="542" y="1080"/>
                  <a:pt x="544" y="1079"/>
                  <a:pt x="541" y="1078"/>
                </a:cubicBezTo>
                <a:cubicBezTo>
                  <a:pt x="539" y="1079"/>
                  <a:pt x="541" y="1082"/>
                  <a:pt x="538" y="1082"/>
                </a:cubicBezTo>
                <a:cubicBezTo>
                  <a:pt x="541" y="1079"/>
                  <a:pt x="533" y="1082"/>
                  <a:pt x="532" y="1078"/>
                </a:cubicBezTo>
                <a:cubicBezTo>
                  <a:pt x="531" y="1080"/>
                  <a:pt x="530" y="1082"/>
                  <a:pt x="529" y="1085"/>
                </a:cubicBezTo>
                <a:cubicBezTo>
                  <a:pt x="533" y="1085"/>
                  <a:pt x="536" y="1088"/>
                  <a:pt x="533" y="1090"/>
                </a:cubicBezTo>
                <a:cubicBezTo>
                  <a:pt x="534" y="1091"/>
                  <a:pt x="538" y="1089"/>
                  <a:pt x="538" y="1091"/>
                </a:cubicBezTo>
                <a:cubicBezTo>
                  <a:pt x="529" y="1095"/>
                  <a:pt x="513" y="1093"/>
                  <a:pt x="508" y="1101"/>
                </a:cubicBezTo>
                <a:cubicBezTo>
                  <a:pt x="518" y="1101"/>
                  <a:pt x="530" y="1093"/>
                  <a:pt x="539" y="1097"/>
                </a:cubicBezTo>
                <a:cubicBezTo>
                  <a:pt x="538" y="1103"/>
                  <a:pt x="532" y="1097"/>
                  <a:pt x="531" y="1101"/>
                </a:cubicBezTo>
                <a:cubicBezTo>
                  <a:pt x="533" y="1104"/>
                  <a:pt x="541" y="1101"/>
                  <a:pt x="541" y="1106"/>
                </a:cubicBezTo>
                <a:cubicBezTo>
                  <a:pt x="541" y="1108"/>
                  <a:pt x="537" y="1107"/>
                  <a:pt x="537" y="1110"/>
                </a:cubicBezTo>
                <a:cubicBezTo>
                  <a:pt x="544" y="1109"/>
                  <a:pt x="552" y="1104"/>
                  <a:pt x="552" y="1098"/>
                </a:cubicBezTo>
                <a:cubicBezTo>
                  <a:pt x="570" y="1092"/>
                  <a:pt x="580" y="1083"/>
                  <a:pt x="601" y="1083"/>
                </a:cubicBezTo>
                <a:cubicBezTo>
                  <a:pt x="608" y="1079"/>
                  <a:pt x="621" y="1083"/>
                  <a:pt x="627" y="1088"/>
                </a:cubicBezTo>
                <a:cubicBezTo>
                  <a:pt x="639" y="1088"/>
                  <a:pt x="638" y="1074"/>
                  <a:pt x="651" y="1074"/>
                </a:cubicBezTo>
                <a:cubicBezTo>
                  <a:pt x="652" y="1077"/>
                  <a:pt x="650" y="1077"/>
                  <a:pt x="650" y="1079"/>
                </a:cubicBezTo>
                <a:cubicBezTo>
                  <a:pt x="665" y="1076"/>
                  <a:pt x="677" y="1070"/>
                  <a:pt x="688" y="1064"/>
                </a:cubicBezTo>
                <a:cubicBezTo>
                  <a:pt x="694" y="1064"/>
                  <a:pt x="699" y="1063"/>
                  <a:pt x="701" y="1059"/>
                </a:cubicBezTo>
                <a:cubicBezTo>
                  <a:pt x="693" y="1057"/>
                  <a:pt x="682" y="1067"/>
                  <a:pt x="672" y="1060"/>
                </a:cubicBezTo>
                <a:cubicBezTo>
                  <a:pt x="683" y="1053"/>
                  <a:pt x="695" y="1048"/>
                  <a:pt x="710" y="1044"/>
                </a:cubicBezTo>
                <a:cubicBezTo>
                  <a:pt x="712" y="1042"/>
                  <a:pt x="712" y="1039"/>
                  <a:pt x="714" y="1038"/>
                </a:cubicBezTo>
                <a:cubicBezTo>
                  <a:pt x="722" y="1040"/>
                  <a:pt x="729" y="1035"/>
                  <a:pt x="735" y="1031"/>
                </a:cubicBezTo>
                <a:cubicBezTo>
                  <a:pt x="736" y="1035"/>
                  <a:pt x="733" y="1036"/>
                  <a:pt x="735" y="1038"/>
                </a:cubicBezTo>
                <a:cubicBezTo>
                  <a:pt x="737" y="1040"/>
                  <a:pt x="739" y="1038"/>
                  <a:pt x="742" y="1038"/>
                </a:cubicBezTo>
                <a:cubicBezTo>
                  <a:pt x="742" y="1040"/>
                  <a:pt x="740" y="1040"/>
                  <a:pt x="742" y="1041"/>
                </a:cubicBezTo>
                <a:cubicBezTo>
                  <a:pt x="755" y="1034"/>
                  <a:pt x="772" y="1031"/>
                  <a:pt x="783" y="1021"/>
                </a:cubicBezTo>
                <a:cubicBezTo>
                  <a:pt x="788" y="1020"/>
                  <a:pt x="793" y="1023"/>
                  <a:pt x="797" y="1020"/>
                </a:cubicBezTo>
                <a:cubicBezTo>
                  <a:pt x="796" y="1024"/>
                  <a:pt x="800" y="1023"/>
                  <a:pt x="800" y="1025"/>
                </a:cubicBezTo>
                <a:cubicBezTo>
                  <a:pt x="793" y="1032"/>
                  <a:pt x="780" y="1028"/>
                  <a:pt x="777" y="1040"/>
                </a:cubicBezTo>
                <a:cubicBezTo>
                  <a:pt x="753" y="1052"/>
                  <a:pt x="724" y="1060"/>
                  <a:pt x="702" y="1074"/>
                </a:cubicBezTo>
                <a:cubicBezTo>
                  <a:pt x="700" y="1074"/>
                  <a:pt x="700" y="1073"/>
                  <a:pt x="699" y="1073"/>
                </a:cubicBezTo>
                <a:cubicBezTo>
                  <a:pt x="680" y="1080"/>
                  <a:pt x="661" y="1085"/>
                  <a:pt x="645" y="1094"/>
                </a:cubicBezTo>
                <a:cubicBezTo>
                  <a:pt x="656" y="1092"/>
                  <a:pt x="665" y="1087"/>
                  <a:pt x="673" y="1087"/>
                </a:cubicBezTo>
                <a:cubicBezTo>
                  <a:pt x="671" y="1094"/>
                  <a:pt x="663" y="1097"/>
                  <a:pt x="657" y="1095"/>
                </a:cubicBezTo>
                <a:cubicBezTo>
                  <a:pt x="657" y="1096"/>
                  <a:pt x="659" y="1096"/>
                  <a:pt x="659" y="1097"/>
                </a:cubicBezTo>
                <a:cubicBezTo>
                  <a:pt x="653" y="1100"/>
                  <a:pt x="646" y="1101"/>
                  <a:pt x="641" y="1104"/>
                </a:cubicBezTo>
                <a:cubicBezTo>
                  <a:pt x="659" y="1107"/>
                  <a:pt x="666" y="1090"/>
                  <a:pt x="680" y="1097"/>
                </a:cubicBezTo>
                <a:cubicBezTo>
                  <a:pt x="680" y="1098"/>
                  <a:pt x="678" y="1101"/>
                  <a:pt x="680" y="1101"/>
                </a:cubicBezTo>
                <a:cubicBezTo>
                  <a:pt x="681" y="1099"/>
                  <a:pt x="684" y="1101"/>
                  <a:pt x="686" y="1101"/>
                </a:cubicBezTo>
                <a:cubicBezTo>
                  <a:pt x="687" y="1099"/>
                  <a:pt x="688" y="1097"/>
                  <a:pt x="688" y="1094"/>
                </a:cubicBezTo>
                <a:cubicBezTo>
                  <a:pt x="694" y="1094"/>
                  <a:pt x="695" y="1086"/>
                  <a:pt x="701" y="1088"/>
                </a:cubicBezTo>
                <a:cubicBezTo>
                  <a:pt x="701" y="1087"/>
                  <a:pt x="701" y="1086"/>
                  <a:pt x="702" y="1086"/>
                </a:cubicBezTo>
                <a:cubicBezTo>
                  <a:pt x="702" y="1086"/>
                  <a:pt x="701" y="1086"/>
                  <a:pt x="701" y="1086"/>
                </a:cubicBezTo>
                <a:cubicBezTo>
                  <a:pt x="699" y="1086"/>
                  <a:pt x="698" y="1085"/>
                  <a:pt x="698" y="1083"/>
                </a:cubicBezTo>
                <a:cubicBezTo>
                  <a:pt x="701" y="1079"/>
                  <a:pt x="706" y="1077"/>
                  <a:pt x="709" y="1072"/>
                </a:cubicBezTo>
                <a:cubicBezTo>
                  <a:pt x="736" y="1068"/>
                  <a:pt x="755" y="1051"/>
                  <a:pt x="781" y="1048"/>
                </a:cubicBezTo>
                <a:cubicBezTo>
                  <a:pt x="779" y="1054"/>
                  <a:pt x="778" y="1059"/>
                  <a:pt x="779" y="1063"/>
                </a:cubicBezTo>
                <a:cubicBezTo>
                  <a:pt x="783" y="1064"/>
                  <a:pt x="785" y="1063"/>
                  <a:pt x="788" y="1062"/>
                </a:cubicBezTo>
                <a:cubicBezTo>
                  <a:pt x="792" y="1053"/>
                  <a:pt x="802" y="1054"/>
                  <a:pt x="808" y="1050"/>
                </a:cubicBezTo>
                <a:cubicBezTo>
                  <a:pt x="806" y="1040"/>
                  <a:pt x="812" y="1048"/>
                  <a:pt x="819" y="1045"/>
                </a:cubicBezTo>
                <a:cubicBezTo>
                  <a:pt x="817" y="1036"/>
                  <a:pt x="806" y="1046"/>
                  <a:pt x="802" y="1043"/>
                </a:cubicBezTo>
                <a:cubicBezTo>
                  <a:pt x="803" y="1040"/>
                  <a:pt x="805" y="1037"/>
                  <a:pt x="802" y="1036"/>
                </a:cubicBezTo>
                <a:cubicBezTo>
                  <a:pt x="807" y="1034"/>
                  <a:pt x="811" y="1031"/>
                  <a:pt x="814" y="1027"/>
                </a:cubicBezTo>
                <a:cubicBezTo>
                  <a:pt x="813" y="1026"/>
                  <a:pt x="812" y="1026"/>
                  <a:pt x="812" y="1024"/>
                </a:cubicBezTo>
                <a:cubicBezTo>
                  <a:pt x="808" y="1025"/>
                  <a:pt x="804" y="1026"/>
                  <a:pt x="802" y="1029"/>
                </a:cubicBezTo>
                <a:cubicBezTo>
                  <a:pt x="802" y="1022"/>
                  <a:pt x="798" y="1020"/>
                  <a:pt x="797" y="1015"/>
                </a:cubicBezTo>
                <a:cubicBezTo>
                  <a:pt x="807" y="1013"/>
                  <a:pt x="818" y="1011"/>
                  <a:pt x="821" y="1002"/>
                </a:cubicBezTo>
                <a:cubicBezTo>
                  <a:pt x="815" y="1004"/>
                  <a:pt x="810" y="1007"/>
                  <a:pt x="804" y="1010"/>
                </a:cubicBezTo>
                <a:cubicBezTo>
                  <a:pt x="803" y="1010"/>
                  <a:pt x="802" y="1009"/>
                  <a:pt x="800" y="1008"/>
                </a:cubicBezTo>
                <a:cubicBezTo>
                  <a:pt x="782" y="1016"/>
                  <a:pt x="765" y="1024"/>
                  <a:pt x="748" y="1032"/>
                </a:cubicBezTo>
                <a:cubicBezTo>
                  <a:pt x="746" y="1032"/>
                  <a:pt x="745" y="1031"/>
                  <a:pt x="742" y="1030"/>
                </a:cubicBezTo>
                <a:cubicBezTo>
                  <a:pt x="743" y="1034"/>
                  <a:pt x="740" y="1035"/>
                  <a:pt x="736" y="1035"/>
                </a:cubicBezTo>
                <a:cubicBezTo>
                  <a:pt x="736" y="1031"/>
                  <a:pt x="736" y="1031"/>
                  <a:pt x="736" y="1031"/>
                </a:cubicBezTo>
                <a:cubicBezTo>
                  <a:pt x="744" y="1030"/>
                  <a:pt x="749" y="1025"/>
                  <a:pt x="756" y="1022"/>
                </a:cubicBezTo>
                <a:cubicBezTo>
                  <a:pt x="754" y="1022"/>
                  <a:pt x="757" y="1021"/>
                  <a:pt x="756" y="1018"/>
                </a:cubicBezTo>
                <a:cubicBezTo>
                  <a:pt x="752" y="1020"/>
                  <a:pt x="745" y="1022"/>
                  <a:pt x="745" y="1025"/>
                </a:cubicBezTo>
                <a:cubicBezTo>
                  <a:pt x="743" y="1019"/>
                  <a:pt x="738" y="1027"/>
                  <a:pt x="735" y="1022"/>
                </a:cubicBezTo>
                <a:cubicBezTo>
                  <a:pt x="744" y="1019"/>
                  <a:pt x="752" y="1013"/>
                  <a:pt x="762" y="1010"/>
                </a:cubicBezTo>
                <a:cubicBezTo>
                  <a:pt x="763" y="1016"/>
                  <a:pt x="773" y="1011"/>
                  <a:pt x="775" y="1015"/>
                </a:cubicBezTo>
                <a:cubicBezTo>
                  <a:pt x="780" y="1012"/>
                  <a:pt x="780" y="1006"/>
                  <a:pt x="786" y="1005"/>
                </a:cubicBezTo>
                <a:cubicBezTo>
                  <a:pt x="787" y="1007"/>
                  <a:pt x="782" y="1009"/>
                  <a:pt x="785" y="1010"/>
                </a:cubicBezTo>
                <a:cubicBezTo>
                  <a:pt x="789" y="1005"/>
                  <a:pt x="793" y="1000"/>
                  <a:pt x="801" y="999"/>
                </a:cubicBezTo>
                <a:cubicBezTo>
                  <a:pt x="800" y="1005"/>
                  <a:pt x="809" y="1000"/>
                  <a:pt x="804" y="1005"/>
                </a:cubicBezTo>
                <a:cubicBezTo>
                  <a:pt x="812" y="1004"/>
                  <a:pt x="819" y="1002"/>
                  <a:pt x="820" y="998"/>
                </a:cubicBezTo>
                <a:cubicBezTo>
                  <a:pt x="817" y="999"/>
                  <a:pt x="814" y="1000"/>
                  <a:pt x="811" y="1002"/>
                </a:cubicBezTo>
                <a:cubicBezTo>
                  <a:pt x="811" y="999"/>
                  <a:pt x="811" y="995"/>
                  <a:pt x="812" y="993"/>
                </a:cubicBezTo>
                <a:cubicBezTo>
                  <a:pt x="821" y="995"/>
                  <a:pt x="837" y="988"/>
                  <a:pt x="841" y="979"/>
                </a:cubicBezTo>
                <a:cubicBezTo>
                  <a:pt x="843" y="979"/>
                  <a:pt x="844" y="978"/>
                  <a:pt x="846" y="978"/>
                </a:cubicBezTo>
                <a:cubicBezTo>
                  <a:pt x="844" y="973"/>
                  <a:pt x="852" y="974"/>
                  <a:pt x="859" y="974"/>
                </a:cubicBezTo>
                <a:cubicBezTo>
                  <a:pt x="859" y="969"/>
                  <a:pt x="865" y="967"/>
                  <a:pt x="868" y="968"/>
                </a:cubicBezTo>
                <a:cubicBezTo>
                  <a:pt x="868" y="972"/>
                  <a:pt x="865" y="967"/>
                  <a:pt x="865" y="971"/>
                </a:cubicBezTo>
                <a:cubicBezTo>
                  <a:pt x="872" y="971"/>
                  <a:pt x="886" y="969"/>
                  <a:pt x="886" y="961"/>
                </a:cubicBezTo>
                <a:cubicBezTo>
                  <a:pt x="889" y="960"/>
                  <a:pt x="889" y="963"/>
                  <a:pt x="889" y="965"/>
                </a:cubicBezTo>
                <a:cubicBezTo>
                  <a:pt x="895" y="963"/>
                  <a:pt x="897" y="957"/>
                  <a:pt x="905" y="956"/>
                </a:cubicBezTo>
                <a:cubicBezTo>
                  <a:pt x="906" y="954"/>
                  <a:pt x="902" y="953"/>
                  <a:pt x="905" y="952"/>
                </a:cubicBezTo>
                <a:cubicBezTo>
                  <a:pt x="907" y="950"/>
                  <a:pt x="909" y="954"/>
                  <a:pt x="911" y="954"/>
                </a:cubicBezTo>
                <a:cubicBezTo>
                  <a:pt x="910" y="955"/>
                  <a:pt x="906" y="956"/>
                  <a:pt x="909" y="957"/>
                </a:cubicBezTo>
                <a:cubicBezTo>
                  <a:pt x="909" y="956"/>
                  <a:pt x="911" y="956"/>
                  <a:pt x="912" y="956"/>
                </a:cubicBezTo>
                <a:cubicBezTo>
                  <a:pt x="912" y="952"/>
                  <a:pt x="912" y="948"/>
                  <a:pt x="915" y="947"/>
                </a:cubicBezTo>
                <a:cubicBezTo>
                  <a:pt x="918" y="946"/>
                  <a:pt x="918" y="948"/>
                  <a:pt x="919" y="950"/>
                </a:cubicBezTo>
                <a:cubicBezTo>
                  <a:pt x="919" y="952"/>
                  <a:pt x="917" y="951"/>
                  <a:pt x="917" y="953"/>
                </a:cubicBezTo>
                <a:cubicBezTo>
                  <a:pt x="923" y="956"/>
                  <a:pt x="925" y="949"/>
                  <a:pt x="928" y="946"/>
                </a:cubicBezTo>
                <a:cubicBezTo>
                  <a:pt x="935" y="945"/>
                  <a:pt x="939" y="939"/>
                  <a:pt x="944" y="935"/>
                </a:cubicBezTo>
                <a:cubicBezTo>
                  <a:pt x="949" y="936"/>
                  <a:pt x="952" y="933"/>
                  <a:pt x="957" y="937"/>
                </a:cubicBezTo>
                <a:cubicBezTo>
                  <a:pt x="958" y="934"/>
                  <a:pt x="955" y="934"/>
                  <a:pt x="956" y="931"/>
                </a:cubicBezTo>
                <a:cubicBezTo>
                  <a:pt x="960" y="930"/>
                  <a:pt x="961" y="927"/>
                  <a:pt x="965" y="926"/>
                </a:cubicBezTo>
                <a:cubicBezTo>
                  <a:pt x="968" y="925"/>
                  <a:pt x="969" y="931"/>
                  <a:pt x="972" y="927"/>
                </a:cubicBezTo>
                <a:cubicBezTo>
                  <a:pt x="967" y="917"/>
                  <a:pt x="982" y="912"/>
                  <a:pt x="983" y="902"/>
                </a:cubicBezTo>
                <a:cubicBezTo>
                  <a:pt x="987" y="901"/>
                  <a:pt x="988" y="905"/>
                  <a:pt x="990" y="906"/>
                </a:cubicBezTo>
                <a:cubicBezTo>
                  <a:pt x="990" y="907"/>
                  <a:pt x="988" y="908"/>
                  <a:pt x="988" y="909"/>
                </a:cubicBezTo>
                <a:cubicBezTo>
                  <a:pt x="992" y="911"/>
                  <a:pt x="996" y="911"/>
                  <a:pt x="1000" y="909"/>
                </a:cubicBezTo>
                <a:cubicBezTo>
                  <a:pt x="1000" y="911"/>
                  <a:pt x="997" y="910"/>
                  <a:pt x="996" y="912"/>
                </a:cubicBezTo>
                <a:cubicBezTo>
                  <a:pt x="998" y="912"/>
                  <a:pt x="1000" y="912"/>
                  <a:pt x="1001" y="913"/>
                </a:cubicBezTo>
                <a:cubicBezTo>
                  <a:pt x="1001" y="917"/>
                  <a:pt x="997" y="918"/>
                  <a:pt x="999" y="920"/>
                </a:cubicBezTo>
                <a:cubicBezTo>
                  <a:pt x="1005" y="919"/>
                  <a:pt x="1009" y="915"/>
                  <a:pt x="1008" y="910"/>
                </a:cubicBezTo>
                <a:cubicBezTo>
                  <a:pt x="1004" y="911"/>
                  <a:pt x="1001" y="910"/>
                  <a:pt x="1000" y="906"/>
                </a:cubicBezTo>
                <a:cubicBezTo>
                  <a:pt x="1004" y="905"/>
                  <a:pt x="1004" y="900"/>
                  <a:pt x="1010" y="900"/>
                </a:cubicBezTo>
                <a:cubicBezTo>
                  <a:pt x="1009" y="897"/>
                  <a:pt x="1012" y="897"/>
                  <a:pt x="1012" y="894"/>
                </a:cubicBezTo>
                <a:cubicBezTo>
                  <a:pt x="1009" y="892"/>
                  <a:pt x="1010" y="888"/>
                  <a:pt x="1010" y="884"/>
                </a:cubicBezTo>
                <a:cubicBezTo>
                  <a:pt x="1019" y="883"/>
                  <a:pt x="1022" y="866"/>
                  <a:pt x="1034" y="868"/>
                </a:cubicBezTo>
                <a:cubicBezTo>
                  <a:pt x="1035" y="874"/>
                  <a:pt x="1029" y="874"/>
                  <a:pt x="1027" y="877"/>
                </a:cubicBezTo>
                <a:cubicBezTo>
                  <a:pt x="1027" y="881"/>
                  <a:pt x="1031" y="881"/>
                  <a:pt x="1030" y="885"/>
                </a:cubicBezTo>
                <a:cubicBezTo>
                  <a:pt x="1029" y="885"/>
                  <a:pt x="1026" y="884"/>
                  <a:pt x="1027" y="887"/>
                </a:cubicBezTo>
                <a:cubicBezTo>
                  <a:pt x="1031" y="887"/>
                  <a:pt x="1028" y="890"/>
                  <a:pt x="1031" y="893"/>
                </a:cubicBezTo>
                <a:cubicBezTo>
                  <a:pt x="1028" y="892"/>
                  <a:pt x="1027" y="894"/>
                  <a:pt x="1027" y="896"/>
                </a:cubicBezTo>
                <a:cubicBezTo>
                  <a:pt x="1032" y="895"/>
                  <a:pt x="1034" y="900"/>
                  <a:pt x="1034" y="901"/>
                </a:cubicBezTo>
                <a:cubicBezTo>
                  <a:pt x="1034" y="899"/>
                  <a:pt x="1037" y="899"/>
                  <a:pt x="1039" y="899"/>
                </a:cubicBezTo>
                <a:cubicBezTo>
                  <a:pt x="1040" y="902"/>
                  <a:pt x="1037" y="904"/>
                  <a:pt x="1039" y="906"/>
                </a:cubicBezTo>
                <a:cubicBezTo>
                  <a:pt x="1040" y="904"/>
                  <a:pt x="1040" y="902"/>
                  <a:pt x="1041" y="901"/>
                </a:cubicBezTo>
                <a:cubicBezTo>
                  <a:pt x="1041" y="903"/>
                  <a:pt x="1044" y="902"/>
                  <a:pt x="1044" y="903"/>
                </a:cubicBezTo>
                <a:cubicBezTo>
                  <a:pt x="1042" y="908"/>
                  <a:pt x="1042" y="904"/>
                  <a:pt x="1041" y="909"/>
                </a:cubicBezTo>
                <a:cubicBezTo>
                  <a:pt x="1044" y="909"/>
                  <a:pt x="1047" y="912"/>
                  <a:pt x="1050" y="910"/>
                </a:cubicBezTo>
                <a:cubicBezTo>
                  <a:pt x="1049" y="909"/>
                  <a:pt x="1049" y="908"/>
                  <a:pt x="1048" y="906"/>
                </a:cubicBezTo>
                <a:cubicBezTo>
                  <a:pt x="1051" y="903"/>
                  <a:pt x="1052" y="903"/>
                  <a:pt x="1056" y="905"/>
                </a:cubicBezTo>
                <a:cubicBezTo>
                  <a:pt x="1056" y="903"/>
                  <a:pt x="1054" y="902"/>
                  <a:pt x="1055" y="900"/>
                </a:cubicBezTo>
                <a:cubicBezTo>
                  <a:pt x="1050" y="897"/>
                  <a:pt x="1049" y="903"/>
                  <a:pt x="1046" y="904"/>
                </a:cubicBezTo>
                <a:cubicBezTo>
                  <a:pt x="1045" y="900"/>
                  <a:pt x="1044" y="897"/>
                  <a:pt x="1044" y="894"/>
                </a:cubicBezTo>
                <a:cubicBezTo>
                  <a:pt x="1044" y="896"/>
                  <a:pt x="1040" y="895"/>
                  <a:pt x="1040" y="893"/>
                </a:cubicBezTo>
                <a:cubicBezTo>
                  <a:pt x="1046" y="891"/>
                  <a:pt x="1047" y="887"/>
                  <a:pt x="1047" y="881"/>
                </a:cubicBezTo>
                <a:cubicBezTo>
                  <a:pt x="1041" y="883"/>
                  <a:pt x="1042" y="892"/>
                  <a:pt x="1035" y="893"/>
                </a:cubicBezTo>
                <a:cubicBezTo>
                  <a:pt x="1033" y="887"/>
                  <a:pt x="1030" y="884"/>
                  <a:pt x="1034" y="880"/>
                </a:cubicBezTo>
                <a:cubicBezTo>
                  <a:pt x="1035" y="880"/>
                  <a:pt x="1036" y="880"/>
                  <a:pt x="1037" y="879"/>
                </a:cubicBezTo>
                <a:cubicBezTo>
                  <a:pt x="1037" y="881"/>
                  <a:pt x="1037" y="883"/>
                  <a:pt x="1038" y="884"/>
                </a:cubicBezTo>
                <a:cubicBezTo>
                  <a:pt x="1039" y="881"/>
                  <a:pt x="1039" y="879"/>
                  <a:pt x="1038" y="876"/>
                </a:cubicBezTo>
                <a:cubicBezTo>
                  <a:pt x="1041" y="879"/>
                  <a:pt x="1042" y="872"/>
                  <a:pt x="1047" y="873"/>
                </a:cubicBezTo>
                <a:cubicBezTo>
                  <a:pt x="1047" y="871"/>
                  <a:pt x="1046" y="871"/>
                  <a:pt x="1046" y="869"/>
                </a:cubicBezTo>
                <a:cubicBezTo>
                  <a:pt x="1055" y="861"/>
                  <a:pt x="1064" y="856"/>
                  <a:pt x="1076" y="855"/>
                </a:cubicBezTo>
                <a:cubicBezTo>
                  <a:pt x="1072" y="852"/>
                  <a:pt x="1078" y="849"/>
                  <a:pt x="1077" y="848"/>
                </a:cubicBezTo>
                <a:cubicBezTo>
                  <a:pt x="1076" y="851"/>
                  <a:pt x="1071" y="846"/>
                  <a:pt x="1071" y="848"/>
                </a:cubicBezTo>
                <a:cubicBezTo>
                  <a:pt x="1074" y="851"/>
                  <a:pt x="1067" y="856"/>
                  <a:pt x="1065" y="855"/>
                </a:cubicBezTo>
                <a:cubicBezTo>
                  <a:pt x="1066" y="849"/>
                  <a:pt x="1073" y="845"/>
                  <a:pt x="1072" y="841"/>
                </a:cubicBezTo>
                <a:cubicBezTo>
                  <a:pt x="1071" y="840"/>
                  <a:pt x="1067" y="842"/>
                  <a:pt x="1066" y="838"/>
                </a:cubicBezTo>
                <a:cubicBezTo>
                  <a:pt x="1065" y="840"/>
                  <a:pt x="1065" y="842"/>
                  <a:pt x="1062" y="842"/>
                </a:cubicBezTo>
                <a:cubicBezTo>
                  <a:pt x="1062" y="839"/>
                  <a:pt x="1060" y="838"/>
                  <a:pt x="1059" y="835"/>
                </a:cubicBezTo>
                <a:cubicBezTo>
                  <a:pt x="1064" y="833"/>
                  <a:pt x="1074" y="826"/>
                  <a:pt x="1077" y="832"/>
                </a:cubicBezTo>
                <a:cubicBezTo>
                  <a:pt x="1077" y="834"/>
                  <a:pt x="1073" y="837"/>
                  <a:pt x="1076" y="839"/>
                </a:cubicBezTo>
                <a:cubicBezTo>
                  <a:pt x="1076" y="838"/>
                  <a:pt x="1077" y="837"/>
                  <a:pt x="1078" y="836"/>
                </a:cubicBezTo>
                <a:cubicBezTo>
                  <a:pt x="1081" y="838"/>
                  <a:pt x="1076" y="840"/>
                  <a:pt x="1078" y="841"/>
                </a:cubicBezTo>
                <a:cubicBezTo>
                  <a:pt x="1081" y="839"/>
                  <a:pt x="1081" y="833"/>
                  <a:pt x="1085" y="832"/>
                </a:cubicBezTo>
                <a:cubicBezTo>
                  <a:pt x="1083" y="827"/>
                  <a:pt x="1086" y="824"/>
                  <a:pt x="1091" y="824"/>
                </a:cubicBezTo>
                <a:cubicBezTo>
                  <a:pt x="1091" y="825"/>
                  <a:pt x="1091" y="825"/>
                  <a:pt x="1092" y="826"/>
                </a:cubicBezTo>
                <a:cubicBezTo>
                  <a:pt x="1092" y="829"/>
                  <a:pt x="1089" y="828"/>
                  <a:pt x="1090" y="831"/>
                </a:cubicBezTo>
                <a:cubicBezTo>
                  <a:pt x="1092" y="832"/>
                  <a:pt x="1092" y="830"/>
                  <a:pt x="1093" y="833"/>
                </a:cubicBezTo>
                <a:cubicBezTo>
                  <a:pt x="1097" y="831"/>
                  <a:pt x="1092" y="828"/>
                  <a:pt x="1096" y="827"/>
                </a:cubicBezTo>
                <a:cubicBezTo>
                  <a:pt x="1097" y="830"/>
                  <a:pt x="1101" y="832"/>
                  <a:pt x="1103" y="835"/>
                </a:cubicBezTo>
                <a:cubicBezTo>
                  <a:pt x="1106" y="830"/>
                  <a:pt x="1118" y="829"/>
                  <a:pt x="1116" y="823"/>
                </a:cubicBezTo>
                <a:cubicBezTo>
                  <a:pt x="1113" y="826"/>
                  <a:pt x="1111" y="819"/>
                  <a:pt x="1108" y="818"/>
                </a:cubicBezTo>
                <a:cubicBezTo>
                  <a:pt x="1111" y="815"/>
                  <a:pt x="1112" y="820"/>
                  <a:pt x="1114" y="821"/>
                </a:cubicBezTo>
                <a:cubicBezTo>
                  <a:pt x="1116" y="816"/>
                  <a:pt x="1119" y="811"/>
                  <a:pt x="1126" y="809"/>
                </a:cubicBezTo>
                <a:cubicBezTo>
                  <a:pt x="1128" y="815"/>
                  <a:pt x="1129" y="817"/>
                  <a:pt x="1133" y="816"/>
                </a:cubicBezTo>
                <a:cubicBezTo>
                  <a:pt x="1132" y="818"/>
                  <a:pt x="1128" y="820"/>
                  <a:pt x="1130" y="822"/>
                </a:cubicBezTo>
                <a:cubicBezTo>
                  <a:pt x="1134" y="820"/>
                  <a:pt x="1137" y="818"/>
                  <a:pt x="1142" y="820"/>
                </a:cubicBezTo>
                <a:cubicBezTo>
                  <a:pt x="1142" y="821"/>
                  <a:pt x="1140" y="822"/>
                  <a:pt x="1140" y="824"/>
                </a:cubicBezTo>
                <a:cubicBezTo>
                  <a:pt x="1144" y="824"/>
                  <a:pt x="1145" y="821"/>
                  <a:pt x="1148" y="821"/>
                </a:cubicBezTo>
                <a:cubicBezTo>
                  <a:pt x="1149" y="825"/>
                  <a:pt x="1145" y="824"/>
                  <a:pt x="1146" y="828"/>
                </a:cubicBezTo>
                <a:cubicBezTo>
                  <a:pt x="1147" y="831"/>
                  <a:pt x="1150" y="831"/>
                  <a:pt x="1150" y="835"/>
                </a:cubicBezTo>
                <a:cubicBezTo>
                  <a:pt x="1146" y="835"/>
                  <a:pt x="1148" y="837"/>
                  <a:pt x="1147" y="840"/>
                </a:cubicBezTo>
                <a:cubicBezTo>
                  <a:pt x="1145" y="836"/>
                  <a:pt x="1143" y="843"/>
                  <a:pt x="1140" y="840"/>
                </a:cubicBezTo>
                <a:cubicBezTo>
                  <a:pt x="1140" y="844"/>
                  <a:pt x="1139" y="847"/>
                  <a:pt x="1136" y="848"/>
                </a:cubicBezTo>
                <a:cubicBezTo>
                  <a:pt x="1137" y="843"/>
                  <a:pt x="1132" y="849"/>
                  <a:pt x="1135" y="847"/>
                </a:cubicBezTo>
                <a:cubicBezTo>
                  <a:pt x="1138" y="851"/>
                  <a:pt x="1128" y="850"/>
                  <a:pt x="1127" y="850"/>
                </a:cubicBezTo>
                <a:cubicBezTo>
                  <a:pt x="1128" y="853"/>
                  <a:pt x="1133" y="853"/>
                  <a:pt x="1134" y="853"/>
                </a:cubicBezTo>
                <a:cubicBezTo>
                  <a:pt x="1136" y="859"/>
                  <a:pt x="1129" y="859"/>
                  <a:pt x="1130" y="860"/>
                </a:cubicBezTo>
                <a:cubicBezTo>
                  <a:pt x="1133" y="860"/>
                  <a:pt x="1134" y="859"/>
                  <a:pt x="1135" y="858"/>
                </a:cubicBezTo>
                <a:cubicBezTo>
                  <a:pt x="1135" y="859"/>
                  <a:pt x="1137" y="863"/>
                  <a:pt x="1137" y="860"/>
                </a:cubicBezTo>
                <a:cubicBezTo>
                  <a:pt x="1140" y="856"/>
                  <a:pt x="1147" y="849"/>
                  <a:pt x="1154" y="846"/>
                </a:cubicBezTo>
                <a:cubicBezTo>
                  <a:pt x="1154" y="851"/>
                  <a:pt x="1154" y="851"/>
                  <a:pt x="1154" y="851"/>
                </a:cubicBezTo>
                <a:cubicBezTo>
                  <a:pt x="1150" y="851"/>
                  <a:pt x="1151" y="855"/>
                  <a:pt x="1148" y="856"/>
                </a:cubicBezTo>
                <a:cubicBezTo>
                  <a:pt x="1149" y="859"/>
                  <a:pt x="1152" y="859"/>
                  <a:pt x="1151" y="864"/>
                </a:cubicBezTo>
                <a:cubicBezTo>
                  <a:pt x="1149" y="864"/>
                  <a:pt x="1149" y="866"/>
                  <a:pt x="1147" y="865"/>
                </a:cubicBezTo>
                <a:cubicBezTo>
                  <a:pt x="1147" y="863"/>
                  <a:pt x="1146" y="862"/>
                  <a:pt x="1145" y="861"/>
                </a:cubicBezTo>
                <a:cubicBezTo>
                  <a:pt x="1143" y="866"/>
                  <a:pt x="1145" y="867"/>
                  <a:pt x="1145" y="872"/>
                </a:cubicBezTo>
                <a:cubicBezTo>
                  <a:pt x="1139" y="876"/>
                  <a:pt x="1131" y="878"/>
                  <a:pt x="1127" y="885"/>
                </a:cubicBezTo>
                <a:cubicBezTo>
                  <a:pt x="1129" y="885"/>
                  <a:pt x="1133" y="884"/>
                  <a:pt x="1134" y="888"/>
                </a:cubicBezTo>
                <a:cubicBezTo>
                  <a:pt x="1132" y="891"/>
                  <a:pt x="1128" y="892"/>
                  <a:pt x="1130" y="896"/>
                </a:cubicBezTo>
                <a:cubicBezTo>
                  <a:pt x="1135" y="892"/>
                  <a:pt x="1143" y="891"/>
                  <a:pt x="1139" y="881"/>
                </a:cubicBezTo>
                <a:cubicBezTo>
                  <a:pt x="1142" y="876"/>
                  <a:pt x="1151" y="870"/>
                  <a:pt x="1155" y="875"/>
                </a:cubicBezTo>
                <a:cubicBezTo>
                  <a:pt x="1153" y="877"/>
                  <a:pt x="1149" y="877"/>
                  <a:pt x="1149" y="881"/>
                </a:cubicBezTo>
                <a:cubicBezTo>
                  <a:pt x="1153" y="881"/>
                  <a:pt x="1155" y="878"/>
                  <a:pt x="1158" y="880"/>
                </a:cubicBezTo>
                <a:cubicBezTo>
                  <a:pt x="1161" y="874"/>
                  <a:pt x="1169" y="873"/>
                  <a:pt x="1172" y="868"/>
                </a:cubicBezTo>
                <a:cubicBezTo>
                  <a:pt x="1175" y="869"/>
                  <a:pt x="1176" y="867"/>
                  <a:pt x="1178" y="867"/>
                </a:cubicBezTo>
                <a:cubicBezTo>
                  <a:pt x="1177" y="862"/>
                  <a:pt x="1182" y="863"/>
                  <a:pt x="1185" y="862"/>
                </a:cubicBezTo>
                <a:cubicBezTo>
                  <a:pt x="1185" y="864"/>
                  <a:pt x="1185" y="865"/>
                  <a:pt x="1186" y="866"/>
                </a:cubicBezTo>
                <a:cubicBezTo>
                  <a:pt x="1192" y="864"/>
                  <a:pt x="1192" y="856"/>
                  <a:pt x="1199" y="854"/>
                </a:cubicBezTo>
                <a:cubicBezTo>
                  <a:pt x="1201" y="855"/>
                  <a:pt x="1198" y="857"/>
                  <a:pt x="1200" y="858"/>
                </a:cubicBezTo>
                <a:cubicBezTo>
                  <a:pt x="1200" y="856"/>
                  <a:pt x="1201" y="856"/>
                  <a:pt x="1203" y="856"/>
                </a:cubicBezTo>
                <a:cubicBezTo>
                  <a:pt x="1204" y="859"/>
                  <a:pt x="1203" y="860"/>
                  <a:pt x="1202" y="862"/>
                </a:cubicBezTo>
                <a:cubicBezTo>
                  <a:pt x="1203" y="864"/>
                  <a:pt x="1208" y="862"/>
                  <a:pt x="1209" y="864"/>
                </a:cubicBezTo>
                <a:cubicBezTo>
                  <a:pt x="1204" y="874"/>
                  <a:pt x="1195" y="881"/>
                  <a:pt x="1190" y="890"/>
                </a:cubicBezTo>
                <a:cubicBezTo>
                  <a:pt x="1198" y="890"/>
                  <a:pt x="1205" y="877"/>
                  <a:pt x="1211" y="884"/>
                </a:cubicBezTo>
                <a:cubicBezTo>
                  <a:pt x="1211" y="880"/>
                  <a:pt x="1214" y="882"/>
                  <a:pt x="1215" y="881"/>
                </a:cubicBezTo>
                <a:cubicBezTo>
                  <a:pt x="1221" y="876"/>
                  <a:pt x="1223" y="865"/>
                  <a:pt x="1234" y="865"/>
                </a:cubicBezTo>
                <a:cubicBezTo>
                  <a:pt x="1234" y="868"/>
                  <a:pt x="1234" y="868"/>
                  <a:pt x="1234" y="868"/>
                </a:cubicBezTo>
                <a:cubicBezTo>
                  <a:pt x="1238" y="867"/>
                  <a:pt x="1242" y="860"/>
                  <a:pt x="1240" y="857"/>
                </a:cubicBezTo>
                <a:cubicBezTo>
                  <a:pt x="1230" y="856"/>
                  <a:pt x="1225" y="861"/>
                  <a:pt x="1218" y="865"/>
                </a:cubicBezTo>
                <a:cubicBezTo>
                  <a:pt x="1216" y="865"/>
                  <a:pt x="1217" y="862"/>
                  <a:pt x="1215" y="862"/>
                </a:cubicBezTo>
                <a:cubicBezTo>
                  <a:pt x="1214" y="865"/>
                  <a:pt x="1212" y="864"/>
                  <a:pt x="1210" y="863"/>
                </a:cubicBezTo>
                <a:cubicBezTo>
                  <a:pt x="1212" y="856"/>
                  <a:pt x="1224" y="854"/>
                  <a:pt x="1225" y="848"/>
                </a:cubicBezTo>
                <a:cubicBezTo>
                  <a:pt x="1220" y="851"/>
                  <a:pt x="1211" y="853"/>
                  <a:pt x="1204" y="857"/>
                </a:cubicBezTo>
                <a:cubicBezTo>
                  <a:pt x="1204" y="851"/>
                  <a:pt x="1209" y="850"/>
                  <a:pt x="1210" y="846"/>
                </a:cubicBezTo>
                <a:cubicBezTo>
                  <a:pt x="1207" y="845"/>
                  <a:pt x="1206" y="847"/>
                  <a:pt x="1204" y="847"/>
                </a:cubicBezTo>
                <a:cubicBezTo>
                  <a:pt x="1208" y="841"/>
                  <a:pt x="1215" y="842"/>
                  <a:pt x="1220" y="836"/>
                </a:cubicBezTo>
                <a:cubicBezTo>
                  <a:pt x="1217" y="833"/>
                  <a:pt x="1223" y="831"/>
                  <a:pt x="1224" y="829"/>
                </a:cubicBezTo>
                <a:cubicBezTo>
                  <a:pt x="1225" y="826"/>
                  <a:pt x="1223" y="825"/>
                  <a:pt x="1223" y="823"/>
                </a:cubicBezTo>
                <a:cubicBezTo>
                  <a:pt x="1225" y="822"/>
                  <a:pt x="1228" y="820"/>
                  <a:pt x="1231" y="819"/>
                </a:cubicBezTo>
                <a:cubicBezTo>
                  <a:pt x="1231" y="816"/>
                  <a:pt x="1230" y="812"/>
                  <a:pt x="1233" y="812"/>
                </a:cubicBezTo>
                <a:cubicBezTo>
                  <a:pt x="1235" y="812"/>
                  <a:pt x="1235" y="814"/>
                  <a:pt x="1238" y="813"/>
                </a:cubicBezTo>
                <a:cubicBezTo>
                  <a:pt x="1238" y="809"/>
                  <a:pt x="1245" y="808"/>
                  <a:pt x="1244" y="806"/>
                </a:cubicBezTo>
                <a:cubicBezTo>
                  <a:pt x="1241" y="808"/>
                  <a:pt x="1236" y="805"/>
                  <a:pt x="1240" y="803"/>
                </a:cubicBezTo>
                <a:cubicBezTo>
                  <a:pt x="1232" y="805"/>
                  <a:pt x="1232" y="816"/>
                  <a:pt x="1221" y="815"/>
                </a:cubicBezTo>
                <a:cubicBezTo>
                  <a:pt x="1221" y="814"/>
                  <a:pt x="1222" y="814"/>
                  <a:pt x="1222" y="812"/>
                </a:cubicBezTo>
                <a:cubicBezTo>
                  <a:pt x="1217" y="815"/>
                  <a:pt x="1211" y="816"/>
                  <a:pt x="1206" y="816"/>
                </a:cubicBezTo>
                <a:cubicBezTo>
                  <a:pt x="1205" y="819"/>
                  <a:pt x="1207" y="819"/>
                  <a:pt x="1208" y="821"/>
                </a:cubicBezTo>
                <a:cubicBezTo>
                  <a:pt x="1204" y="820"/>
                  <a:pt x="1204" y="824"/>
                  <a:pt x="1201" y="824"/>
                </a:cubicBezTo>
                <a:cubicBezTo>
                  <a:pt x="1201" y="827"/>
                  <a:pt x="1201" y="830"/>
                  <a:pt x="1200" y="831"/>
                </a:cubicBezTo>
                <a:cubicBezTo>
                  <a:pt x="1201" y="831"/>
                  <a:pt x="1202" y="829"/>
                  <a:pt x="1202" y="831"/>
                </a:cubicBezTo>
                <a:cubicBezTo>
                  <a:pt x="1202" y="832"/>
                  <a:pt x="1201" y="833"/>
                  <a:pt x="1201" y="834"/>
                </a:cubicBezTo>
                <a:cubicBezTo>
                  <a:pt x="1202" y="836"/>
                  <a:pt x="1205" y="836"/>
                  <a:pt x="1204" y="839"/>
                </a:cubicBezTo>
                <a:cubicBezTo>
                  <a:pt x="1189" y="842"/>
                  <a:pt x="1183" y="854"/>
                  <a:pt x="1172" y="860"/>
                </a:cubicBezTo>
                <a:cubicBezTo>
                  <a:pt x="1169" y="858"/>
                  <a:pt x="1170" y="856"/>
                  <a:pt x="1167" y="855"/>
                </a:cubicBezTo>
                <a:cubicBezTo>
                  <a:pt x="1167" y="853"/>
                  <a:pt x="1168" y="851"/>
                  <a:pt x="1170" y="851"/>
                </a:cubicBezTo>
                <a:cubicBezTo>
                  <a:pt x="1173" y="850"/>
                  <a:pt x="1173" y="853"/>
                  <a:pt x="1175" y="853"/>
                </a:cubicBezTo>
                <a:cubicBezTo>
                  <a:pt x="1177" y="850"/>
                  <a:pt x="1185" y="848"/>
                  <a:pt x="1182" y="844"/>
                </a:cubicBezTo>
                <a:cubicBezTo>
                  <a:pt x="1182" y="846"/>
                  <a:pt x="1178" y="849"/>
                  <a:pt x="1177" y="848"/>
                </a:cubicBezTo>
                <a:cubicBezTo>
                  <a:pt x="1180" y="843"/>
                  <a:pt x="1185" y="835"/>
                  <a:pt x="1191" y="836"/>
                </a:cubicBezTo>
                <a:cubicBezTo>
                  <a:pt x="1187" y="838"/>
                  <a:pt x="1185" y="840"/>
                  <a:pt x="1184" y="845"/>
                </a:cubicBezTo>
                <a:cubicBezTo>
                  <a:pt x="1190" y="844"/>
                  <a:pt x="1192" y="841"/>
                  <a:pt x="1196" y="838"/>
                </a:cubicBezTo>
                <a:cubicBezTo>
                  <a:pt x="1193" y="837"/>
                  <a:pt x="1192" y="839"/>
                  <a:pt x="1191" y="837"/>
                </a:cubicBezTo>
                <a:cubicBezTo>
                  <a:pt x="1193" y="837"/>
                  <a:pt x="1191" y="833"/>
                  <a:pt x="1191" y="832"/>
                </a:cubicBezTo>
                <a:cubicBezTo>
                  <a:pt x="1183" y="831"/>
                  <a:pt x="1181" y="840"/>
                  <a:pt x="1175" y="835"/>
                </a:cubicBezTo>
                <a:cubicBezTo>
                  <a:pt x="1172" y="844"/>
                  <a:pt x="1163" y="841"/>
                  <a:pt x="1159" y="846"/>
                </a:cubicBezTo>
                <a:cubicBezTo>
                  <a:pt x="1158" y="844"/>
                  <a:pt x="1157" y="842"/>
                  <a:pt x="1155" y="841"/>
                </a:cubicBezTo>
                <a:cubicBezTo>
                  <a:pt x="1157" y="841"/>
                  <a:pt x="1157" y="840"/>
                  <a:pt x="1158" y="839"/>
                </a:cubicBezTo>
                <a:cubicBezTo>
                  <a:pt x="1159" y="839"/>
                  <a:pt x="1159" y="842"/>
                  <a:pt x="1161" y="841"/>
                </a:cubicBezTo>
                <a:cubicBezTo>
                  <a:pt x="1161" y="837"/>
                  <a:pt x="1164" y="837"/>
                  <a:pt x="1167" y="835"/>
                </a:cubicBezTo>
                <a:cubicBezTo>
                  <a:pt x="1166" y="832"/>
                  <a:pt x="1168" y="832"/>
                  <a:pt x="1167" y="829"/>
                </a:cubicBezTo>
                <a:cubicBezTo>
                  <a:pt x="1169" y="826"/>
                  <a:pt x="1173" y="826"/>
                  <a:pt x="1175" y="823"/>
                </a:cubicBezTo>
                <a:cubicBezTo>
                  <a:pt x="1171" y="823"/>
                  <a:pt x="1166" y="831"/>
                  <a:pt x="1158" y="830"/>
                </a:cubicBezTo>
                <a:cubicBezTo>
                  <a:pt x="1160" y="824"/>
                  <a:pt x="1158" y="828"/>
                  <a:pt x="1156" y="826"/>
                </a:cubicBezTo>
                <a:cubicBezTo>
                  <a:pt x="1157" y="824"/>
                  <a:pt x="1156" y="824"/>
                  <a:pt x="1157" y="821"/>
                </a:cubicBezTo>
                <a:cubicBezTo>
                  <a:pt x="1154" y="822"/>
                  <a:pt x="1152" y="822"/>
                  <a:pt x="1152" y="820"/>
                </a:cubicBezTo>
                <a:cubicBezTo>
                  <a:pt x="1154" y="819"/>
                  <a:pt x="1154" y="817"/>
                  <a:pt x="1154" y="815"/>
                </a:cubicBezTo>
                <a:cubicBezTo>
                  <a:pt x="1151" y="816"/>
                  <a:pt x="1148" y="818"/>
                  <a:pt x="1145" y="820"/>
                </a:cubicBezTo>
                <a:cubicBezTo>
                  <a:pt x="1142" y="817"/>
                  <a:pt x="1137" y="816"/>
                  <a:pt x="1141" y="812"/>
                </a:cubicBezTo>
                <a:cubicBezTo>
                  <a:pt x="1143" y="812"/>
                  <a:pt x="1142" y="815"/>
                  <a:pt x="1144" y="815"/>
                </a:cubicBezTo>
                <a:cubicBezTo>
                  <a:pt x="1144" y="812"/>
                  <a:pt x="1145" y="810"/>
                  <a:pt x="1147" y="809"/>
                </a:cubicBezTo>
                <a:cubicBezTo>
                  <a:pt x="1149" y="809"/>
                  <a:pt x="1148" y="812"/>
                  <a:pt x="1151" y="811"/>
                </a:cubicBezTo>
                <a:cubicBezTo>
                  <a:pt x="1152" y="805"/>
                  <a:pt x="1159" y="806"/>
                  <a:pt x="1164" y="805"/>
                </a:cubicBezTo>
                <a:cubicBezTo>
                  <a:pt x="1157" y="799"/>
                  <a:pt x="1167" y="796"/>
                  <a:pt x="1170" y="792"/>
                </a:cubicBezTo>
                <a:cubicBezTo>
                  <a:pt x="1168" y="792"/>
                  <a:pt x="1168" y="790"/>
                  <a:pt x="1168" y="788"/>
                </a:cubicBezTo>
                <a:cubicBezTo>
                  <a:pt x="1173" y="786"/>
                  <a:pt x="1171" y="785"/>
                  <a:pt x="1171" y="781"/>
                </a:cubicBezTo>
                <a:cubicBezTo>
                  <a:pt x="1174" y="781"/>
                  <a:pt x="1174" y="779"/>
                  <a:pt x="1176" y="779"/>
                </a:cubicBezTo>
                <a:cubicBezTo>
                  <a:pt x="1177" y="780"/>
                  <a:pt x="1177" y="783"/>
                  <a:pt x="1179" y="783"/>
                </a:cubicBezTo>
                <a:cubicBezTo>
                  <a:pt x="1178" y="785"/>
                  <a:pt x="1176" y="786"/>
                  <a:pt x="1176" y="788"/>
                </a:cubicBezTo>
                <a:cubicBezTo>
                  <a:pt x="1179" y="788"/>
                  <a:pt x="1179" y="790"/>
                  <a:pt x="1181" y="793"/>
                </a:cubicBezTo>
                <a:cubicBezTo>
                  <a:pt x="1193" y="792"/>
                  <a:pt x="1199" y="782"/>
                  <a:pt x="1208" y="776"/>
                </a:cubicBezTo>
                <a:cubicBezTo>
                  <a:pt x="1214" y="772"/>
                  <a:pt x="1225" y="772"/>
                  <a:pt x="1227" y="764"/>
                </a:cubicBezTo>
                <a:cubicBezTo>
                  <a:pt x="1224" y="767"/>
                  <a:pt x="1217" y="768"/>
                  <a:pt x="1213" y="769"/>
                </a:cubicBezTo>
                <a:cubicBezTo>
                  <a:pt x="1214" y="767"/>
                  <a:pt x="1217" y="767"/>
                  <a:pt x="1218" y="766"/>
                </a:cubicBezTo>
                <a:cubicBezTo>
                  <a:pt x="1217" y="763"/>
                  <a:pt x="1218" y="763"/>
                  <a:pt x="1217" y="761"/>
                </a:cubicBezTo>
                <a:cubicBezTo>
                  <a:pt x="1221" y="759"/>
                  <a:pt x="1224" y="757"/>
                  <a:pt x="1225" y="754"/>
                </a:cubicBezTo>
                <a:cubicBezTo>
                  <a:pt x="1218" y="753"/>
                  <a:pt x="1220" y="764"/>
                  <a:pt x="1212" y="760"/>
                </a:cubicBezTo>
                <a:cubicBezTo>
                  <a:pt x="1212" y="761"/>
                  <a:pt x="1211" y="763"/>
                  <a:pt x="1210" y="764"/>
                </a:cubicBezTo>
                <a:cubicBezTo>
                  <a:pt x="1214" y="771"/>
                  <a:pt x="1209" y="776"/>
                  <a:pt x="1200" y="772"/>
                </a:cubicBezTo>
                <a:cubicBezTo>
                  <a:pt x="1203" y="769"/>
                  <a:pt x="1199" y="769"/>
                  <a:pt x="1197" y="767"/>
                </a:cubicBezTo>
                <a:cubicBezTo>
                  <a:pt x="1201" y="765"/>
                  <a:pt x="1202" y="758"/>
                  <a:pt x="1208" y="761"/>
                </a:cubicBezTo>
                <a:cubicBezTo>
                  <a:pt x="1211" y="760"/>
                  <a:pt x="1209" y="754"/>
                  <a:pt x="1211" y="753"/>
                </a:cubicBezTo>
                <a:cubicBezTo>
                  <a:pt x="1215" y="752"/>
                  <a:pt x="1215" y="756"/>
                  <a:pt x="1219" y="756"/>
                </a:cubicBezTo>
                <a:cubicBezTo>
                  <a:pt x="1220" y="752"/>
                  <a:pt x="1220" y="751"/>
                  <a:pt x="1221" y="747"/>
                </a:cubicBezTo>
                <a:cubicBezTo>
                  <a:pt x="1211" y="750"/>
                  <a:pt x="1202" y="755"/>
                  <a:pt x="1193" y="759"/>
                </a:cubicBezTo>
                <a:cubicBezTo>
                  <a:pt x="1196" y="756"/>
                  <a:pt x="1198" y="752"/>
                  <a:pt x="1204" y="752"/>
                </a:cubicBezTo>
                <a:cubicBezTo>
                  <a:pt x="1210" y="742"/>
                  <a:pt x="1224" y="739"/>
                  <a:pt x="1232" y="731"/>
                </a:cubicBezTo>
                <a:cubicBezTo>
                  <a:pt x="1220" y="735"/>
                  <a:pt x="1209" y="743"/>
                  <a:pt x="1197" y="748"/>
                </a:cubicBezTo>
                <a:cubicBezTo>
                  <a:pt x="1197" y="746"/>
                  <a:pt x="1194" y="747"/>
                  <a:pt x="1194" y="745"/>
                </a:cubicBezTo>
                <a:cubicBezTo>
                  <a:pt x="1195" y="744"/>
                  <a:pt x="1195" y="742"/>
                  <a:pt x="1196" y="741"/>
                </a:cubicBezTo>
                <a:cubicBezTo>
                  <a:pt x="1191" y="741"/>
                  <a:pt x="1190" y="746"/>
                  <a:pt x="1185" y="743"/>
                </a:cubicBezTo>
                <a:cubicBezTo>
                  <a:pt x="1187" y="738"/>
                  <a:pt x="1181" y="741"/>
                  <a:pt x="1180" y="740"/>
                </a:cubicBezTo>
                <a:cubicBezTo>
                  <a:pt x="1181" y="735"/>
                  <a:pt x="1187" y="737"/>
                  <a:pt x="1187" y="731"/>
                </a:cubicBezTo>
                <a:cubicBezTo>
                  <a:pt x="1184" y="732"/>
                  <a:pt x="1181" y="734"/>
                  <a:pt x="1179" y="732"/>
                </a:cubicBezTo>
                <a:cubicBezTo>
                  <a:pt x="1180" y="731"/>
                  <a:pt x="1180" y="729"/>
                  <a:pt x="1181" y="728"/>
                </a:cubicBezTo>
                <a:cubicBezTo>
                  <a:pt x="1179" y="728"/>
                  <a:pt x="1178" y="727"/>
                  <a:pt x="1178" y="726"/>
                </a:cubicBezTo>
                <a:cubicBezTo>
                  <a:pt x="1180" y="723"/>
                  <a:pt x="1181" y="718"/>
                  <a:pt x="1182" y="714"/>
                </a:cubicBezTo>
                <a:cubicBezTo>
                  <a:pt x="1179" y="714"/>
                  <a:pt x="1177" y="716"/>
                  <a:pt x="1177" y="712"/>
                </a:cubicBezTo>
                <a:cubicBezTo>
                  <a:pt x="1180" y="709"/>
                  <a:pt x="1182" y="706"/>
                  <a:pt x="1183" y="702"/>
                </a:cubicBezTo>
                <a:cubicBezTo>
                  <a:pt x="1178" y="704"/>
                  <a:pt x="1170" y="708"/>
                  <a:pt x="1174" y="714"/>
                </a:cubicBezTo>
                <a:cubicBezTo>
                  <a:pt x="1172" y="716"/>
                  <a:pt x="1171" y="713"/>
                  <a:pt x="1169" y="715"/>
                </a:cubicBezTo>
                <a:cubicBezTo>
                  <a:pt x="1171" y="719"/>
                  <a:pt x="1169" y="727"/>
                  <a:pt x="1169" y="731"/>
                </a:cubicBezTo>
                <a:cubicBezTo>
                  <a:pt x="1172" y="730"/>
                  <a:pt x="1175" y="729"/>
                  <a:pt x="1179" y="729"/>
                </a:cubicBezTo>
                <a:cubicBezTo>
                  <a:pt x="1177" y="738"/>
                  <a:pt x="1168" y="743"/>
                  <a:pt x="1160" y="743"/>
                </a:cubicBezTo>
                <a:cubicBezTo>
                  <a:pt x="1159" y="749"/>
                  <a:pt x="1147" y="754"/>
                  <a:pt x="1147" y="747"/>
                </a:cubicBezTo>
                <a:cubicBezTo>
                  <a:pt x="1147" y="748"/>
                  <a:pt x="1144" y="750"/>
                  <a:pt x="1144" y="748"/>
                </a:cubicBezTo>
                <a:cubicBezTo>
                  <a:pt x="1151" y="738"/>
                  <a:pt x="1144" y="748"/>
                  <a:pt x="1139" y="744"/>
                </a:cubicBezTo>
                <a:cubicBezTo>
                  <a:pt x="1139" y="744"/>
                  <a:pt x="1138" y="739"/>
                  <a:pt x="1138" y="738"/>
                </a:cubicBezTo>
                <a:cubicBezTo>
                  <a:pt x="1139" y="737"/>
                  <a:pt x="1143" y="739"/>
                  <a:pt x="1142" y="736"/>
                </a:cubicBezTo>
                <a:cubicBezTo>
                  <a:pt x="1138" y="735"/>
                  <a:pt x="1138" y="738"/>
                  <a:pt x="1136" y="738"/>
                </a:cubicBezTo>
                <a:cubicBezTo>
                  <a:pt x="1136" y="733"/>
                  <a:pt x="1135" y="731"/>
                  <a:pt x="1133" y="731"/>
                </a:cubicBezTo>
                <a:cubicBezTo>
                  <a:pt x="1133" y="719"/>
                  <a:pt x="1153" y="722"/>
                  <a:pt x="1152" y="711"/>
                </a:cubicBezTo>
                <a:cubicBezTo>
                  <a:pt x="1143" y="717"/>
                  <a:pt x="1134" y="723"/>
                  <a:pt x="1124" y="727"/>
                </a:cubicBezTo>
                <a:cubicBezTo>
                  <a:pt x="1123" y="725"/>
                  <a:pt x="1122" y="725"/>
                  <a:pt x="1122" y="724"/>
                </a:cubicBezTo>
                <a:cubicBezTo>
                  <a:pt x="1125" y="718"/>
                  <a:pt x="1134" y="716"/>
                  <a:pt x="1140" y="713"/>
                </a:cubicBezTo>
                <a:cubicBezTo>
                  <a:pt x="1138" y="705"/>
                  <a:pt x="1143" y="704"/>
                  <a:pt x="1147" y="704"/>
                </a:cubicBezTo>
                <a:cubicBezTo>
                  <a:pt x="1149" y="700"/>
                  <a:pt x="1145" y="701"/>
                  <a:pt x="1146" y="698"/>
                </a:cubicBezTo>
                <a:cubicBezTo>
                  <a:pt x="1150" y="691"/>
                  <a:pt x="1156" y="684"/>
                  <a:pt x="1161" y="681"/>
                </a:cubicBezTo>
                <a:cubicBezTo>
                  <a:pt x="1159" y="678"/>
                  <a:pt x="1161" y="673"/>
                  <a:pt x="1156" y="672"/>
                </a:cubicBezTo>
                <a:cubicBezTo>
                  <a:pt x="1156" y="668"/>
                  <a:pt x="1158" y="666"/>
                  <a:pt x="1162" y="666"/>
                </a:cubicBezTo>
                <a:cubicBezTo>
                  <a:pt x="1162" y="656"/>
                  <a:pt x="1183" y="664"/>
                  <a:pt x="1176" y="652"/>
                </a:cubicBezTo>
                <a:cubicBezTo>
                  <a:pt x="1169" y="655"/>
                  <a:pt x="1164" y="660"/>
                  <a:pt x="1159" y="664"/>
                </a:cubicBezTo>
                <a:cubicBezTo>
                  <a:pt x="1156" y="664"/>
                  <a:pt x="1157" y="660"/>
                  <a:pt x="1155" y="658"/>
                </a:cubicBezTo>
                <a:cubicBezTo>
                  <a:pt x="1152" y="662"/>
                  <a:pt x="1155" y="664"/>
                  <a:pt x="1156" y="667"/>
                </a:cubicBezTo>
                <a:cubicBezTo>
                  <a:pt x="1150" y="672"/>
                  <a:pt x="1147" y="665"/>
                  <a:pt x="1145" y="661"/>
                </a:cubicBezTo>
                <a:cubicBezTo>
                  <a:pt x="1145" y="660"/>
                  <a:pt x="1149" y="657"/>
                  <a:pt x="1147" y="656"/>
                </a:cubicBezTo>
                <a:cubicBezTo>
                  <a:pt x="1146" y="659"/>
                  <a:pt x="1144" y="661"/>
                  <a:pt x="1142" y="662"/>
                </a:cubicBezTo>
                <a:cubicBezTo>
                  <a:pt x="1141" y="659"/>
                  <a:pt x="1144" y="660"/>
                  <a:pt x="1144" y="657"/>
                </a:cubicBezTo>
                <a:cubicBezTo>
                  <a:pt x="1140" y="658"/>
                  <a:pt x="1139" y="662"/>
                  <a:pt x="1136" y="664"/>
                </a:cubicBezTo>
                <a:cubicBezTo>
                  <a:pt x="1138" y="667"/>
                  <a:pt x="1140" y="660"/>
                  <a:pt x="1141" y="663"/>
                </a:cubicBezTo>
                <a:cubicBezTo>
                  <a:pt x="1138" y="669"/>
                  <a:pt x="1130" y="671"/>
                  <a:pt x="1128" y="678"/>
                </a:cubicBezTo>
                <a:cubicBezTo>
                  <a:pt x="1131" y="678"/>
                  <a:pt x="1131" y="676"/>
                  <a:pt x="1135" y="676"/>
                </a:cubicBezTo>
                <a:cubicBezTo>
                  <a:pt x="1135" y="677"/>
                  <a:pt x="1136" y="677"/>
                  <a:pt x="1136" y="678"/>
                </a:cubicBezTo>
                <a:cubicBezTo>
                  <a:pt x="1133" y="680"/>
                  <a:pt x="1132" y="682"/>
                  <a:pt x="1129" y="680"/>
                </a:cubicBezTo>
                <a:cubicBezTo>
                  <a:pt x="1127" y="685"/>
                  <a:pt x="1118" y="690"/>
                  <a:pt x="1112" y="690"/>
                </a:cubicBezTo>
                <a:cubicBezTo>
                  <a:pt x="1114" y="687"/>
                  <a:pt x="1116" y="684"/>
                  <a:pt x="1118" y="681"/>
                </a:cubicBezTo>
                <a:cubicBezTo>
                  <a:pt x="1116" y="677"/>
                  <a:pt x="1114" y="673"/>
                  <a:pt x="1115" y="670"/>
                </a:cubicBezTo>
                <a:cubicBezTo>
                  <a:pt x="1114" y="676"/>
                  <a:pt x="1110" y="669"/>
                  <a:pt x="1108" y="673"/>
                </a:cubicBezTo>
                <a:cubicBezTo>
                  <a:pt x="1107" y="676"/>
                  <a:pt x="1109" y="676"/>
                  <a:pt x="1110" y="678"/>
                </a:cubicBezTo>
                <a:cubicBezTo>
                  <a:pt x="1106" y="679"/>
                  <a:pt x="1106" y="681"/>
                  <a:pt x="1107" y="686"/>
                </a:cubicBezTo>
                <a:cubicBezTo>
                  <a:pt x="1100" y="689"/>
                  <a:pt x="1098" y="686"/>
                  <a:pt x="1092" y="688"/>
                </a:cubicBezTo>
                <a:cubicBezTo>
                  <a:pt x="1104" y="698"/>
                  <a:pt x="1091" y="712"/>
                  <a:pt x="1080" y="715"/>
                </a:cubicBezTo>
                <a:cubicBezTo>
                  <a:pt x="1081" y="712"/>
                  <a:pt x="1077" y="714"/>
                  <a:pt x="1078" y="711"/>
                </a:cubicBezTo>
                <a:cubicBezTo>
                  <a:pt x="1080" y="710"/>
                  <a:pt x="1082" y="709"/>
                  <a:pt x="1083" y="712"/>
                </a:cubicBezTo>
                <a:cubicBezTo>
                  <a:pt x="1084" y="708"/>
                  <a:pt x="1088" y="708"/>
                  <a:pt x="1088" y="704"/>
                </a:cubicBezTo>
                <a:cubicBezTo>
                  <a:pt x="1079" y="699"/>
                  <a:pt x="1075" y="720"/>
                  <a:pt x="1067" y="710"/>
                </a:cubicBezTo>
                <a:cubicBezTo>
                  <a:pt x="1069" y="707"/>
                  <a:pt x="1072" y="703"/>
                  <a:pt x="1072" y="698"/>
                </a:cubicBezTo>
                <a:cubicBezTo>
                  <a:pt x="1068" y="699"/>
                  <a:pt x="1068" y="705"/>
                  <a:pt x="1063" y="705"/>
                </a:cubicBezTo>
                <a:cubicBezTo>
                  <a:pt x="1062" y="702"/>
                  <a:pt x="1066" y="704"/>
                  <a:pt x="1065" y="701"/>
                </a:cubicBezTo>
                <a:cubicBezTo>
                  <a:pt x="1060" y="705"/>
                  <a:pt x="1057" y="703"/>
                  <a:pt x="1051" y="704"/>
                </a:cubicBezTo>
                <a:cubicBezTo>
                  <a:pt x="1053" y="701"/>
                  <a:pt x="1055" y="699"/>
                  <a:pt x="1057" y="697"/>
                </a:cubicBezTo>
                <a:cubicBezTo>
                  <a:pt x="1055" y="694"/>
                  <a:pt x="1053" y="699"/>
                  <a:pt x="1052" y="697"/>
                </a:cubicBezTo>
                <a:cubicBezTo>
                  <a:pt x="1054" y="693"/>
                  <a:pt x="1053" y="688"/>
                  <a:pt x="1059" y="688"/>
                </a:cubicBezTo>
                <a:cubicBezTo>
                  <a:pt x="1061" y="689"/>
                  <a:pt x="1060" y="693"/>
                  <a:pt x="1063" y="692"/>
                </a:cubicBezTo>
                <a:cubicBezTo>
                  <a:pt x="1066" y="689"/>
                  <a:pt x="1068" y="687"/>
                  <a:pt x="1072" y="688"/>
                </a:cubicBezTo>
                <a:cubicBezTo>
                  <a:pt x="1072" y="682"/>
                  <a:pt x="1078" y="682"/>
                  <a:pt x="1079" y="678"/>
                </a:cubicBezTo>
                <a:cubicBezTo>
                  <a:pt x="1076" y="677"/>
                  <a:pt x="1077" y="680"/>
                  <a:pt x="1074" y="679"/>
                </a:cubicBezTo>
                <a:cubicBezTo>
                  <a:pt x="1074" y="677"/>
                  <a:pt x="1072" y="675"/>
                  <a:pt x="1071" y="673"/>
                </a:cubicBezTo>
                <a:cubicBezTo>
                  <a:pt x="1076" y="670"/>
                  <a:pt x="1076" y="665"/>
                  <a:pt x="1083" y="663"/>
                </a:cubicBezTo>
                <a:cubicBezTo>
                  <a:pt x="1083" y="668"/>
                  <a:pt x="1083" y="674"/>
                  <a:pt x="1087" y="676"/>
                </a:cubicBezTo>
                <a:cubicBezTo>
                  <a:pt x="1087" y="673"/>
                  <a:pt x="1091" y="675"/>
                  <a:pt x="1092" y="676"/>
                </a:cubicBezTo>
                <a:cubicBezTo>
                  <a:pt x="1093" y="673"/>
                  <a:pt x="1095" y="670"/>
                  <a:pt x="1096" y="667"/>
                </a:cubicBezTo>
                <a:cubicBezTo>
                  <a:pt x="1103" y="667"/>
                  <a:pt x="1105" y="663"/>
                  <a:pt x="1107" y="661"/>
                </a:cubicBezTo>
                <a:cubicBezTo>
                  <a:pt x="1102" y="659"/>
                  <a:pt x="1109" y="658"/>
                  <a:pt x="1110" y="653"/>
                </a:cubicBezTo>
                <a:cubicBezTo>
                  <a:pt x="1108" y="652"/>
                  <a:pt x="1106" y="655"/>
                  <a:pt x="1105" y="651"/>
                </a:cubicBezTo>
                <a:cubicBezTo>
                  <a:pt x="1106" y="647"/>
                  <a:pt x="1109" y="645"/>
                  <a:pt x="1114" y="644"/>
                </a:cubicBezTo>
                <a:cubicBezTo>
                  <a:pt x="1115" y="643"/>
                  <a:pt x="1112" y="640"/>
                  <a:pt x="1114" y="638"/>
                </a:cubicBezTo>
                <a:cubicBezTo>
                  <a:pt x="1117" y="640"/>
                  <a:pt x="1125" y="639"/>
                  <a:pt x="1122" y="645"/>
                </a:cubicBezTo>
                <a:cubicBezTo>
                  <a:pt x="1131" y="641"/>
                  <a:pt x="1137" y="634"/>
                  <a:pt x="1145" y="629"/>
                </a:cubicBezTo>
                <a:cubicBezTo>
                  <a:pt x="1144" y="625"/>
                  <a:pt x="1144" y="624"/>
                  <a:pt x="1145" y="620"/>
                </a:cubicBezTo>
                <a:cubicBezTo>
                  <a:pt x="1141" y="620"/>
                  <a:pt x="1140" y="624"/>
                  <a:pt x="1136" y="624"/>
                </a:cubicBezTo>
                <a:cubicBezTo>
                  <a:pt x="1135" y="622"/>
                  <a:pt x="1134" y="622"/>
                  <a:pt x="1135" y="621"/>
                </a:cubicBezTo>
                <a:cubicBezTo>
                  <a:pt x="1135" y="618"/>
                  <a:pt x="1142" y="618"/>
                  <a:pt x="1139" y="615"/>
                </a:cubicBezTo>
                <a:cubicBezTo>
                  <a:pt x="1139" y="619"/>
                  <a:pt x="1133" y="616"/>
                  <a:pt x="1132" y="615"/>
                </a:cubicBezTo>
                <a:cubicBezTo>
                  <a:pt x="1130" y="612"/>
                  <a:pt x="1135" y="610"/>
                  <a:pt x="1134" y="604"/>
                </a:cubicBezTo>
                <a:cubicBezTo>
                  <a:pt x="1136" y="602"/>
                  <a:pt x="1137" y="605"/>
                  <a:pt x="1138" y="603"/>
                </a:cubicBezTo>
                <a:cubicBezTo>
                  <a:pt x="1140" y="599"/>
                  <a:pt x="1142" y="591"/>
                  <a:pt x="1148" y="594"/>
                </a:cubicBezTo>
                <a:cubicBezTo>
                  <a:pt x="1150" y="589"/>
                  <a:pt x="1157" y="584"/>
                  <a:pt x="1162" y="583"/>
                </a:cubicBezTo>
                <a:cubicBezTo>
                  <a:pt x="1172" y="580"/>
                  <a:pt x="1182" y="571"/>
                  <a:pt x="1183" y="576"/>
                </a:cubicBezTo>
                <a:cubicBezTo>
                  <a:pt x="1187" y="569"/>
                  <a:pt x="1196" y="567"/>
                  <a:pt x="1201" y="560"/>
                </a:cubicBezTo>
                <a:cubicBezTo>
                  <a:pt x="1194" y="559"/>
                  <a:pt x="1196" y="565"/>
                  <a:pt x="1190" y="564"/>
                </a:cubicBezTo>
                <a:cubicBezTo>
                  <a:pt x="1188" y="560"/>
                  <a:pt x="1192" y="561"/>
                  <a:pt x="1191" y="559"/>
                </a:cubicBezTo>
                <a:cubicBezTo>
                  <a:pt x="1189" y="560"/>
                  <a:pt x="1186" y="557"/>
                  <a:pt x="1183" y="554"/>
                </a:cubicBezTo>
                <a:cubicBezTo>
                  <a:pt x="1184" y="551"/>
                  <a:pt x="1188" y="551"/>
                  <a:pt x="1188" y="547"/>
                </a:cubicBezTo>
                <a:cubicBezTo>
                  <a:pt x="1185" y="547"/>
                  <a:pt x="1185" y="550"/>
                  <a:pt x="1181" y="550"/>
                </a:cubicBezTo>
                <a:cubicBezTo>
                  <a:pt x="1182" y="546"/>
                  <a:pt x="1177" y="549"/>
                  <a:pt x="1176" y="547"/>
                </a:cubicBezTo>
                <a:cubicBezTo>
                  <a:pt x="1176" y="542"/>
                  <a:pt x="1179" y="538"/>
                  <a:pt x="1175" y="534"/>
                </a:cubicBezTo>
                <a:cubicBezTo>
                  <a:pt x="1176" y="527"/>
                  <a:pt x="1192" y="533"/>
                  <a:pt x="1191" y="535"/>
                </a:cubicBezTo>
                <a:cubicBezTo>
                  <a:pt x="1200" y="534"/>
                  <a:pt x="1201" y="524"/>
                  <a:pt x="1210" y="521"/>
                </a:cubicBezTo>
                <a:cubicBezTo>
                  <a:pt x="1211" y="525"/>
                  <a:pt x="1213" y="521"/>
                  <a:pt x="1215" y="521"/>
                </a:cubicBezTo>
                <a:cubicBezTo>
                  <a:pt x="1214" y="514"/>
                  <a:pt x="1226" y="510"/>
                  <a:pt x="1233" y="511"/>
                </a:cubicBezTo>
                <a:cubicBezTo>
                  <a:pt x="1233" y="508"/>
                  <a:pt x="1234" y="507"/>
                  <a:pt x="1237" y="508"/>
                </a:cubicBezTo>
                <a:cubicBezTo>
                  <a:pt x="1244" y="502"/>
                  <a:pt x="1253" y="494"/>
                  <a:pt x="1264" y="495"/>
                </a:cubicBezTo>
                <a:cubicBezTo>
                  <a:pt x="1266" y="494"/>
                  <a:pt x="1266" y="491"/>
                  <a:pt x="1270" y="492"/>
                </a:cubicBezTo>
                <a:cubicBezTo>
                  <a:pt x="1270" y="482"/>
                  <a:pt x="1282" y="485"/>
                  <a:pt x="1284" y="478"/>
                </a:cubicBezTo>
                <a:close/>
                <a:moveTo>
                  <a:pt x="1047" y="497"/>
                </a:moveTo>
                <a:cubicBezTo>
                  <a:pt x="1049" y="495"/>
                  <a:pt x="1050" y="498"/>
                  <a:pt x="1053" y="497"/>
                </a:cubicBezTo>
                <a:cubicBezTo>
                  <a:pt x="1053" y="500"/>
                  <a:pt x="1051" y="500"/>
                  <a:pt x="1048" y="501"/>
                </a:cubicBezTo>
                <a:cubicBezTo>
                  <a:pt x="1048" y="499"/>
                  <a:pt x="1046" y="500"/>
                  <a:pt x="1047" y="497"/>
                </a:cubicBezTo>
                <a:close/>
                <a:moveTo>
                  <a:pt x="1147" y="374"/>
                </a:moveTo>
                <a:cubicBezTo>
                  <a:pt x="1147" y="376"/>
                  <a:pt x="1146" y="378"/>
                  <a:pt x="1143" y="377"/>
                </a:cubicBezTo>
                <a:cubicBezTo>
                  <a:pt x="1143" y="375"/>
                  <a:pt x="1144" y="373"/>
                  <a:pt x="1147" y="374"/>
                </a:cubicBezTo>
                <a:close/>
                <a:moveTo>
                  <a:pt x="1067" y="324"/>
                </a:moveTo>
                <a:cubicBezTo>
                  <a:pt x="1070" y="326"/>
                  <a:pt x="1066" y="329"/>
                  <a:pt x="1064" y="328"/>
                </a:cubicBezTo>
                <a:cubicBezTo>
                  <a:pt x="1063" y="325"/>
                  <a:pt x="1066" y="326"/>
                  <a:pt x="1067" y="324"/>
                </a:cubicBezTo>
                <a:close/>
                <a:moveTo>
                  <a:pt x="1061" y="238"/>
                </a:moveTo>
                <a:cubicBezTo>
                  <a:pt x="1065" y="239"/>
                  <a:pt x="1062" y="244"/>
                  <a:pt x="1059" y="241"/>
                </a:cubicBezTo>
                <a:cubicBezTo>
                  <a:pt x="1060" y="240"/>
                  <a:pt x="1061" y="239"/>
                  <a:pt x="1061" y="238"/>
                </a:cubicBezTo>
                <a:close/>
                <a:moveTo>
                  <a:pt x="1054" y="394"/>
                </a:moveTo>
                <a:cubicBezTo>
                  <a:pt x="1054" y="398"/>
                  <a:pt x="1048" y="399"/>
                  <a:pt x="1048" y="395"/>
                </a:cubicBezTo>
                <a:cubicBezTo>
                  <a:pt x="1051" y="396"/>
                  <a:pt x="1051" y="394"/>
                  <a:pt x="1054" y="394"/>
                </a:cubicBezTo>
                <a:close/>
                <a:moveTo>
                  <a:pt x="1029" y="341"/>
                </a:moveTo>
                <a:cubicBezTo>
                  <a:pt x="1026" y="347"/>
                  <a:pt x="1019" y="344"/>
                  <a:pt x="1013" y="347"/>
                </a:cubicBezTo>
                <a:cubicBezTo>
                  <a:pt x="1014" y="341"/>
                  <a:pt x="1023" y="337"/>
                  <a:pt x="1029" y="341"/>
                </a:cubicBezTo>
                <a:close/>
                <a:moveTo>
                  <a:pt x="205" y="236"/>
                </a:moveTo>
                <a:cubicBezTo>
                  <a:pt x="204" y="235"/>
                  <a:pt x="209" y="232"/>
                  <a:pt x="212" y="231"/>
                </a:cubicBezTo>
                <a:cubicBezTo>
                  <a:pt x="211" y="234"/>
                  <a:pt x="207" y="234"/>
                  <a:pt x="205" y="236"/>
                </a:cubicBezTo>
                <a:close/>
                <a:moveTo>
                  <a:pt x="155" y="482"/>
                </a:moveTo>
                <a:cubicBezTo>
                  <a:pt x="154" y="473"/>
                  <a:pt x="158" y="470"/>
                  <a:pt x="159" y="462"/>
                </a:cubicBezTo>
                <a:cubicBezTo>
                  <a:pt x="162" y="460"/>
                  <a:pt x="162" y="463"/>
                  <a:pt x="166" y="463"/>
                </a:cubicBezTo>
                <a:cubicBezTo>
                  <a:pt x="165" y="471"/>
                  <a:pt x="161" y="478"/>
                  <a:pt x="155" y="482"/>
                </a:cubicBezTo>
                <a:close/>
                <a:moveTo>
                  <a:pt x="230" y="515"/>
                </a:moveTo>
                <a:cubicBezTo>
                  <a:pt x="227" y="515"/>
                  <a:pt x="227" y="512"/>
                  <a:pt x="224" y="511"/>
                </a:cubicBezTo>
                <a:cubicBezTo>
                  <a:pt x="221" y="498"/>
                  <a:pt x="230" y="496"/>
                  <a:pt x="241" y="494"/>
                </a:cubicBezTo>
                <a:cubicBezTo>
                  <a:pt x="242" y="502"/>
                  <a:pt x="238" y="513"/>
                  <a:pt x="230" y="515"/>
                </a:cubicBezTo>
                <a:close/>
                <a:moveTo>
                  <a:pt x="241" y="525"/>
                </a:moveTo>
                <a:cubicBezTo>
                  <a:pt x="241" y="523"/>
                  <a:pt x="243" y="522"/>
                  <a:pt x="245" y="522"/>
                </a:cubicBezTo>
                <a:cubicBezTo>
                  <a:pt x="245" y="525"/>
                  <a:pt x="244" y="525"/>
                  <a:pt x="241" y="525"/>
                </a:cubicBezTo>
                <a:close/>
                <a:moveTo>
                  <a:pt x="247" y="520"/>
                </a:moveTo>
                <a:cubicBezTo>
                  <a:pt x="247" y="518"/>
                  <a:pt x="246" y="518"/>
                  <a:pt x="246" y="516"/>
                </a:cubicBezTo>
                <a:cubicBezTo>
                  <a:pt x="249" y="517"/>
                  <a:pt x="249" y="515"/>
                  <a:pt x="251" y="515"/>
                </a:cubicBezTo>
                <a:cubicBezTo>
                  <a:pt x="252" y="518"/>
                  <a:pt x="249" y="519"/>
                  <a:pt x="247" y="520"/>
                </a:cubicBezTo>
                <a:close/>
                <a:moveTo>
                  <a:pt x="190" y="767"/>
                </a:moveTo>
                <a:cubicBezTo>
                  <a:pt x="190" y="763"/>
                  <a:pt x="193" y="763"/>
                  <a:pt x="196" y="762"/>
                </a:cubicBezTo>
                <a:cubicBezTo>
                  <a:pt x="196" y="766"/>
                  <a:pt x="193" y="766"/>
                  <a:pt x="190" y="767"/>
                </a:cubicBezTo>
                <a:close/>
                <a:moveTo>
                  <a:pt x="171" y="813"/>
                </a:moveTo>
                <a:cubicBezTo>
                  <a:pt x="173" y="813"/>
                  <a:pt x="171" y="817"/>
                  <a:pt x="171" y="818"/>
                </a:cubicBezTo>
                <a:cubicBezTo>
                  <a:pt x="169" y="818"/>
                  <a:pt x="169" y="817"/>
                  <a:pt x="168" y="817"/>
                </a:cubicBezTo>
                <a:cubicBezTo>
                  <a:pt x="168" y="815"/>
                  <a:pt x="170" y="814"/>
                  <a:pt x="171" y="813"/>
                </a:cubicBezTo>
                <a:close/>
                <a:moveTo>
                  <a:pt x="169" y="827"/>
                </a:moveTo>
                <a:cubicBezTo>
                  <a:pt x="168" y="825"/>
                  <a:pt x="170" y="824"/>
                  <a:pt x="168" y="821"/>
                </a:cubicBezTo>
                <a:cubicBezTo>
                  <a:pt x="173" y="817"/>
                  <a:pt x="180" y="812"/>
                  <a:pt x="188" y="815"/>
                </a:cubicBezTo>
                <a:cubicBezTo>
                  <a:pt x="181" y="818"/>
                  <a:pt x="174" y="821"/>
                  <a:pt x="169" y="827"/>
                </a:cubicBezTo>
                <a:close/>
                <a:moveTo>
                  <a:pt x="196" y="826"/>
                </a:moveTo>
                <a:cubicBezTo>
                  <a:pt x="195" y="824"/>
                  <a:pt x="192" y="825"/>
                  <a:pt x="193" y="821"/>
                </a:cubicBezTo>
                <a:cubicBezTo>
                  <a:pt x="191" y="821"/>
                  <a:pt x="191" y="821"/>
                  <a:pt x="191" y="821"/>
                </a:cubicBezTo>
                <a:cubicBezTo>
                  <a:pt x="195" y="814"/>
                  <a:pt x="196" y="826"/>
                  <a:pt x="200" y="822"/>
                </a:cubicBezTo>
                <a:cubicBezTo>
                  <a:pt x="199" y="824"/>
                  <a:pt x="198" y="826"/>
                  <a:pt x="196" y="826"/>
                </a:cubicBezTo>
                <a:close/>
                <a:moveTo>
                  <a:pt x="242" y="829"/>
                </a:moveTo>
                <a:cubicBezTo>
                  <a:pt x="241" y="836"/>
                  <a:pt x="235" y="844"/>
                  <a:pt x="229" y="841"/>
                </a:cubicBezTo>
                <a:cubicBezTo>
                  <a:pt x="236" y="840"/>
                  <a:pt x="236" y="831"/>
                  <a:pt x="242" y="829"/>
                </a:cubicBezTo>
                <a:close/>
                <a:moveTo>
                  <a:pt x="192" y="885"/>
                </a:moveTo>
                <a:cubicBezTo>
                  <a:pt x="190" y="883"/>
                  <a:pt x="195" y="880"/>
                  <a:pt x="197" y="879"/>
                </a:cubicBezTo>
                <a:cubicBezTo>
                  <a:pt x="196" y="882"/>
                  <a:pt x="194" y="883"/>
                  <a:pt x="192" y="885"/>
                </a:cubicBezTo>
                <a:close/>
                <a:moveTo>
                  <a:pt x="191" y="900"/>
                </a:moveTo>
                <a:cubicBezTo>
                  <a:pt x="191" y="897"/>
                  <a:pt x="195" y="898"/>
                  <a:pt x="197" y="897"/>
                </a:cubicBezTo>
                <a:cubicBezTo>
                  <a:pt x="197" y="900"/>
                  <a:pt x="194" y="900"/>
                  <a:pt x="191" y="900"/>
                </a:cubicBezTo>
                <a:close/>
                <a:moveTo>
                  <a:pt x="197" y="887"/>
                </a:moveTo>
                <a:cubicBezTo>
                  <a:pt x="196" y="887"/>
                  <a:pt x="197" y="886"/>
                  <a:pt x="196" y="886"/>
                </a:cubicBezTo>
                <a:cubicBezTo>
                  <a:pt x="200" y="883"/>
                  <a:pt x="203" y="881"/>
                  <a:pt x="208" y="878"/>
                </a:cubicBezTo>
                <a:cubicBezTo>
                  <a:pt x="206" y="883"/>
                  <a:pt x="201" y="884"/>
                  <a:pt x="197" y="887"/>
                </a:cubicBezTo>
                <a:close/>
                <a:moveTo>
                  <a:pt x="209" y="913"/>
                </a:moveTo>
                <a:cubicBezTo>
                  <a:pt x="209" y="911"/>
                  <a:pt x="212" y="910"/>
                  <a:pt x="214" y="910"/>
                </a:cubicBezTo>
                <a:cubicBezTo>
                  <a:pt x="214" y="912"/>
                  <a:pt x="212" y="914"/>
                  <a:pt x="209" y="913"/>
                </a:cubicBezTo>
                <a:close/>
                <a:moveTo>
                  <a:pt x="201" y="899"/>
                </a:moveTo>
                <a:cubicBezTo>
                  <a:pt x="200" y="898"/>
                  <a:pt x="200" y="896"/>
                  <a:pt x="199" y="896"/>
                </a:cubicBezTo>
                <a:cubicBezTo>
                  <a:pt x="201" y="891"/>
                  <a:pt x="206" y="889"/>
                  <a:pt x="210" y="887"/>
                </a:cubicBezTo>
                <a:cubicBezTo>
                  <a:pt x="204" y="887"/>
                  <a:pt x="216" y="881"/>
                  <a:pt x="219" y="883"/>
                </a:cubicBezTo>
                <a:cubicBezTo>
                  <a:pt x="213" y="888"/>
                  <a:pt x="211" y="897"/>
                  <a:pt x="201" y="899"/>
                </a:cubicBezTo>
                <a:close/>
                <a:moveTo>
                  <a:pt x="215" y="874"/>
                </a:moveTo>
                <a:cubicBezTo>
                  <a:pt x="215" y="877"/>
                  <a:pt x="214" y="878"/>
                  <a:pt x="211" y="878"/>
                </a:cubicBezTo>
                <a:cubicBezTo>
                  <a:pt x="209" y="876"/>
                  <a:pt x="212" y="873"/>
                  <a:pt x="215" y="874"/>
                </a:cubicBezTo>
                <a:close/>
                <a:moveTo>
                  <a:pt x="201" y="876"/>
                </a:moveTo>
                <a:cubicBezTo>
                  <a:pt x="207" y="872"/>
                  <a:pt x="210" y="864"/>
                  <a:pt x="219" y="862"/>
                </a:cubicBezTo>
                <a:cubicBezTo>
                  <a:pt x="216" y="869"/>
                  <a:pt x="208" y="872"/>
                  <a:pt x="201" y="876"/>
                </a:cubicBezTo>
                <a:close/>
                <a:moveTo>
                  <a:pt x="223" y="831"/>
                </a:moveTo>
                <a:cubicBezTo>
                  <a:pt x="227" y="828"/>
                  <a:pt x="234" y="825"/>
                  <a:pt x="239" y="827"/>
                </a:cubicBezTo>
                <a:cubicBezTo>
                  <a:pt x="240" y="831"/>
                  <a:pt x="230" y="833"/>
                  <a:pt x="226" y="834"/>
                </a:cubicBezTo>
                <a:cubicBezTo>
                  <a:pt x="226" y="832"/>
                  <a:pt x="222" y="834"/>
                  <a:pt x="223" y="831"/>
                </a:cubicBezTo>
                <a:close/>
                <a:moveTo>
                  <a:pt x="238" y="852"/>
                </a:moveTo>
                <a:cubicBezTo>
                  <a:pt x="235" y="853"/>
                  <a:pt x="231" y="856"/>
                  <a:pt x="228" y="853"/>
                </a:cubicBezTo>
                <a:cubicBezTo>
                  <a:pt x="232" y="848"/>
                  <a:pt x="234" y="842"/>
                  <a:pt x="244" y="843"/>
                </a:cubicBezTo>
                <a:cubicBezTo>
                  <a:pt x="242" y="846"/>
                  <a:pt x="237" y="847"/>
                  <a:pt x="238" y="852"/>
                </a:cubicBezTo>
                <a:close/>
                <a:moveTo>
                  <a:pt x="243" y="950"/>
                </a:moveTo>
                <a:cubicBezTo>
                  <a:pt x="244" y="948"/>
                  <a:pt x="245" y="948"/>
                  <a:pt x="245" y="947"/>
                </a:cubicBezTo>
                <a:cubicBezTo>
                  <a:pt x="247" y="947"/>
                  <a:pt x="247" y="949"/>
                  <a:pt x="248" y="951"/>
                </a:cubicBezTo>
                <a:cubicBezTo>
                  <a:pt x="245" y="951"/>
                  <a:pt x="245" y="949"/>
                  <a:pt x="243" y="950"/>
                </a:cubicBezTo>
                <a:close/>
                <a:moveTo>
                  <a:pt x="270" y="942"/>
                </a:moveTo>
                <a:cubicBezTo>
                  <a:pt x="270" y="941"/>
                  <a:pt x="269" y="940"/>
                  <a:pt x="268" y="939"/>
                </a:cubicBezTo>
                <a:cubicBezTo>
                  <a:pt x="269" y="939"/>
                  <a:pt x="272" y="939"/>
                  <a:pt x="274" y="939"/>
                </a:cubicBezTo>
                <a:cubicBezTo>
                  <a:pt x="275" y="942"/>
                  <a:pt x="272" y="941"/>
                  <a:pt x="270" y="942"/>
                </a:cubicBezTo>
                <a:close/>
                <a:moveTo>
                  <a:pt x="286" y="932"/>
                </a:moveTo>
                <a:cubicBezTo>
                  <a:pt x="285" y="935"/>
                  <a:pt x="283" y="932"/>
                  <a:pt x="283" y="929"/>
                </a:cubicBezTo>
                <a:cubicBezTo>
                  <a:pt x="285" y="929"/>
                  <a:pt x="285" y="930"/>
                  <a:pt x="287" y="930"/>
                </a:cubicBezTo>
                <a:cubicBezTo>
                  <a:pt x="287" y="931"/>
                  <a:pt x="285" y="932"/>
                  <a:pt x="286" y="932"/>
                </a:cubicBezTo>
                <a:close/>
                <a:moveTo>
                  <a:pt x="259" y="1031"/>
                </a:moveTo>
                <a:cubicBezTo>
                  <a:pt x="258" y="1031"/>
                  <a:pt x="258" y="1029"/>
                  <a:pt x="257" y="1029"/>
                </a:cubicBezTo>
                <a:cubicBezTo>
                  <a:pt x="258" y="1027"/>
                  <a:pt x="260" y="1025"/>
                  <a:pt x="262" y="1025"/>
                </a:cubicBezTo>
                <a:cubicBezTo>
                  <a:pt x="264" y="1028"/>
                  <a:pt x="263" y="1031"/>
                  <a:pt x="259" y="1031"/>
                </a:cubicBezTo>
                <a:close/>
                <a:moveTo>
                  <a:pt x="328" y="904"/>
                </a:moveTo>
                <a:cubicBezTo>
                  <a:pt x="327" y="906"/>
                  <a:pt x="323" y="906"/>
                  <a:pt x="322" y="908"/>
                </a:cubicBezTo>
                <a:cubicBezTo>
                  <a:pt x="320" y="908"/>
                  <a:pt x="321" y="905"/>
                  <a:pt x="319" y="905"/>
                </a:cubicBezTo>
                <a:cubicBezTo>
                  <a:pt x="321" y="904"/>
                  <a:pt x="326" y="902"/>
                  <a:pt x="328" y="904"/>
                </a:cubicBezTo>
                <a:close/>
                <a:moveTo>
                  <a:pt x="296" y="923"/>
                </a:moveTo>
                <a:cubicBezTo>
                  <a:pt x="293" y="923"/>
                  <a:pt x="296" y="925"/>
                  <a:pt x="294" y="927"/>
                </a:cubicBezTo>
                <a:cubicBezTo>
                  <a:pt x="291" y="927"/>
                  <a:pt x="291" y="927"/>
                  <a:pt x="289" y="926"/>
                </a:cubicBezTo>
                <a:cubicBezTo>
                  <a:pt x="289" y="922"/>
                  <a:pt x="294" y="920"/>
                  <a:pt x="297" y="923"/>
                </a:cubicBezTo>
                <a:cubicBezTo>
                  <a:pt x="297" y="924"/>
                  <a:pt x="296" y="923"/>
                  <a:pt x="296" y="923"/>
                </a:cubicBezTo>
                <a:close/>
                <a:moveTo>
                  <a:pt x="305" y="921"/>
                </a:moveTo>
                <a:cubicBezTo>
                  <a:pt x="301" y="921"/>
                  <a:pt x="301" y="921"/>
                  <a:pt x="301" y="921"/>
                </a:cubicBezTo>
                <a:cubicBezTo>
                  <a:pt x="302" y="915"/>
                  <a:pt x="297" y="917"/>
                  <a:pt x="296" y="913"/>
                </a:cubicBezTo>
                <a:cubicBezTo>
                  <a:pt x="298" y="914"/>
                  <a:pt x="301" y="915"/>
                  <a:pt x="301" y="912"/>
                </a:cubicBezTo>
                <a:cubicBezTo>
                  <a:pt x="302" y="911"/>
                  <a:pt x="302" y="912"/>
                  <a:pt x="302" y="913"/>
                </a:cubicBezTo>
                <a:cubicBezTo>
                  <a:pt x="302" y="915"/>
                  <a:pt x="307" y="912"/>
                  <a:pt x="308" y="914"/>
                </a:cubicBezTo>
                <a:cubicBezTo>
                  <a:pt x="308" y="918"/>
                  <a:pt x="306" y="918"/>
                  <a:pt x="305" y="921"/>
                </a:cubicBezTo>
                <a:close/>
                <a:moveTo>
                  <a:pt x="309" y="908"/>
                </a:moveTo>
                <a:cubicBezTo>
                  <a:pt x="308" y="908"/>
                  <a:pt x="308" y="909"/>
                  <a:pt x="308" y="910"/>
                </a:cubicBezTo>
                <a:cubicBezTo>
                  <a:pt x="307" y="909"/>
                  <a:pt x="308" y="908"/>
                  <a:pt x="308" y="907"/>
                </a:cubicBezTo>
                <a:cubicBezTo>
                  <a:pt x="312" y="907"/>
                  <a:pt x="314" y="910"/>
                  <a:pt x="316" y="913"/>
                </a:cubicBezTo>
                <a:cubicBezTo>
                  <a:pt x="315" y="914"/>
                  <a:pt x="313" y="912"/>
                  <a:pt x="312" y="915"/>
                </a:cubicBezTo>
                <a:cubicBezTo>
                  <a:pt x="312" y="912"/>
                  <a:pt x="309" y="912"/>
                  <a:pt x="309" y="908"/>
                </a:cubicBezTo>
                <a:close/>
                <a:moveTo>
                  <a:pt x="317" y="967"/>
                </a:moveTo>
                <a:cubicBezTo>
                  <a:pt x="315" y="967"/>
                  <a:pt x="318" y="964"/>
                  <a:pt x="317" y="963"/>
                </a:cubicBezTo>
                <a:cubicBezTo>
                  <a:pt x="317" y="961"/>
                  <a:pt x="314" y="964"/>
                  <a:pt x="313" y="962"/>
                </a:cubicBezTo>
                <a:cubicBezTo>
                  <a:pt x="311" y="951"/>
                  <a:pt x="326" y="950"/>
                  <a:pt x="325" y="959"/>
                </a:cubicBezTo>
                <a:cubicBezTo>
                  <a:pt x="329" y="959"/>
                  <a:pt x="329" y="959"/>
                  <a:pt x="329" y="959"/>
                </a:cubicBezTo>
                <a:cubicBezTo>
                  <a:pt x="330" y="961"/>
                  <a:pt x="327" y="962"/>
                  <a:pt x="330" y="962"/>
                </a:cubicBezTo>
                <a:cubicBezTo>
                  <a:pt x="327" y="965"/>
                  <a:pt x="322" y="967"/>
                  <a:pt x="317" y="967"/>
                </a:cubicBezTo>
                <a:close/>
                <a:moveTo>
                  <a:pt x="478" y="165"/>
                </a:moveTo>
                <a:cubicBezTo>
                  <a:pt x="476" y="165"/>
                  <a:pt x="474" y="165"/>
                  <a:pt x="473" y="164"/>
                </a:cubicBezTo>
                <a:cubicBezTo>
                  <a:pt x="473" y="159"/>
                  <a:pt x="479" y="159"/>
                  <a:pt x="478" y="165"/>
                </a:cubicBezTo>
                <a:close/>
                <a:moveTo>
                  <a:pt x="470" y="1060"/>
                </a:moveTo>
                <a:cubicBezTo>
                  <a:pt x="482" y="1051"/>
                  <a:pt x="496" y="1045"/>
                  <a:pt x="508" y="1036"/>
                </a:cubicBezTo>
                <a:cubicBezTo>
                  <a:pt x="509" y="1036"/>
                  <a:pt x="510" y="1037"/>
                  <a:pt x="511" y="1037"/>
                </a:cubicBezTo>
                <a:cubicBezTo>
                  <a:pt x="500" y="1048"/>
                  <a:pt x="486" y="1053"/>
                  <a:pt x="470" y="1060"/>
                </a:cubicBezTo>
                <a:close/>
                <a:moveTo>
                  <a:pt x="513" y="981"/>
                </a:moveTo>
                <a:cubicBezTo>
                  <a:pt x="513" y="978"/>
                  <a:pt x="513" y="978"/>
                  <a:pt x="513" y="978"/>
                </a:cubicBezTo>
                <a:cubicBezTo>
                  <a:pt x="515" y="977"/>
                  <a:pt x="518" y="978"/>
                  <a:pt x="519" y="979"/>
                </a:cubicBezTo>
                <a:cubicBezTo>
                  <a:pt x="519" y="984"/>
                  <a:pt x="516" y="981"/>
                  <a:pt x="513" y="981"/>
                </a:cubicBezTo>
                <a:close/>
                <a:moveTo>
                  <a:pt x="539" y="208"/>
                </a:moveTo>
                <a:cubicBezTo>
                  <a:pt x="547" y="189"/>
                  <a:pt x="577" y="181"/>
                  <a:pt x="594" y="167"/>
                </a:cubicBezTo>
                <a:cubicBezTo>
                  <a:pt x="602" y="161"/>
                  <a:pt x="606" y="151"/>
                  <a:pt x="618" y="156"/>
                </a:cubicBezTo>
                <a:cubicBezTo>
                  <a:pt x="618" y="159"/>
                  <a:pt x="619" y="161"/>
                  <a:pt x="622" y="162"/>
                </a:cubicBezTo>
                <a:cubicBezTo>
                  <a:pt x="610" y="176"/>
                  <a:pt x="599" y="190"/>
                  <a:pt x="583" y="198"/>
                </a:cubicBezTo>
                <a:cubicBezTo>
                  <a:pt x="569" y="203"/>
                  <a:pt x="553" y="206"/>
                  <a:pt x="539" y="208"/>
                </a:cubicBezTo>
                <a:close/>
                <a:moveTo>
                  <a:pt x="557" y="1047"/>
                </a:moveTo>
                <a:cubicBezTo>
                  <a:pt x="556" y="1044"/>
                  <a:pt x="563" y="1041"/>
                  <a:pt x="563" y="1046"/>
                </a:cubicBezTo>
                <a:cubicBezTo>
                  <a:pt x="561" y="1047"/>
                  <a:pt x="558" y="1049"/>
                  <a:pt x="557" y="1047"/>
                </a:cubicBezTo>
                <a:close/>
                <a:moveTo>
                  <a:pt x="666" y="996"/>
                </a:moveTo>
                <a:cubicBezTo>
                  <a:pt x="667" y="998"/>
                  <a:pt x="668" y="999"/>
                  <a:pt x="666" y="1001"/>
                </a:cubicBezTo>
                <a:cubicBezTo>
                  <a:pt x="653" y="1002"/>
                  <a:pt x="645" y="1000"/>
                  <a:pt x="637" y="1009"/>
                </a:cubicBezTo>
                <a:cubicBezTo>
                  <a:pt x="638" y="1005"/>
                  <a:pt x="634" y="1007"/>
                  <a:pt x="634" y="1005"/>
                </a:cubicBezTo>
                <a:cubicBezTo>
                  <a:pt x="629" y="1007"/>
                  <a:pt x="624" y="1009"/>
                  <a:pt x="617" y="1010"/>
                </a:cubicBezTo>
                <a:cubicBezTo>
                  <a:pt x="620" y="1014"/>
                  <a:pt x="617" y="1012"/>
                  <a:pt x="615" y="1016"/>
                </a:cubicBezTo>
                <a:cubicBezTo>
                  <a:pt x="618" y="1016"/>
                  <a:pt x="618" y="1014"/>
                  <a:pt x="621" y="1015"/>
                </a:cubicBezTo>
                <a:cubicBezTo>
                  <a:pt x="621" y="1017"/>
                  <a:pt x="618" y="1016"/>
                  <a:pt x="618" y="1017"/>
                </a:cubicBezTo>
                <a:cubicBezTo>
                  <a:pt x="623" y="1020"/>
                  <a:pt x="634" y="1014"/>
                  <a:pt x="642" y="1013"/>
                </a:cubicBezTo>
                <a:cubicBezTo>
                  <a:pt x="642" y="1015"/>
                  <a:pt x="641" y="1015"/>
                  <a:pt x="641" y="1017"/>
                </a:cubicBezTo>
                <a:cubicBezTo>
                  <a:pt x="634" y="1014"/>
                  <a:pt x="625" y="1022"/>
                  <a:pt x="617" y="1025"/>
                </a:cubicBezTo>
                <a:cubicBezTo>
                  <a:pt x="605" y="1019"/>
                  <a:pt x="593" y="1032"/>
                  <a:pt x="582" y="1029"/>
                </a:cubicBezTo>
                <a:cubicBezTo>
                  <a:pt x="582" y="1030"/>
                  <a:pt x="584" y="1029"/>
                  <a:pt x="586" y="1030"/>
                </a:cubicBezTo>
                <a:cubicBezTo>
                  <a:pt x="583" y="1036"/>
                  <a:pt x="570" y="1033"/>
                  <a:pt x="568" y="1038"/>
                </a:cubicBezTo>
                <a:cubicBezTo>
                  <a:pt x="567" y="1033"/>
                  <a:pt x="570" y="1031"/>
                  <a:pt x="573" y="1029"/>
                </a:cubicBezTo>
                <a:cubicBezTo>
                  <a:pt x="572" y="1027"/>
                  <a:pt x="570" y="1027"/>
                  <a:pt x="568" y="1027"/>
                </a:cubicBezTo>
                <a:cubicBezTo>
                  <a:pt x="572" y="1022"/>
                  <a:pt x="579" y="1022"/>
                  <a:pt x="589" y="1023"/>
                </a:cubicBezTo>
                <a:cubicBezTo>
                  <a:pt x="593" y="1018"/>
                  <a:pt x="606" y="1018"/>
                  <a:pt x="611" y="1017"/>
                </a:cubicBezTo>
                <a:cubicBezTo>
                  <a:pt x="610" y="1016"/>
                  <a:pt x="609" y="1015"/>
                  <a:pt x="610" y="1013"/>
                </a:cubicBezTo>
                <a:cubicBezTo>
                  <a:pt x="599" y="1016"/>
                  <a:pt x="590" y="1019"/>
                  <a:pt x="580" y="1020"/>
                </a:cubicBezTo>
                <a:cubicBezTo>
                  <a:pt x="591" y="1013"/>
                  <a:pt x="603" y="1008"/>
                  <a:pt x="621" y="1007"/>
                </a:cubicBezTo>
                <a:cubicBezTo>
                  <a:pt x="620" y="1006"/>
                  <a:pt x="619" y="1006"/>
                  <a:pt x="619" y="1005"/>
                </a:cubicBezTo>
                <a:cubicBezTo>
                  <a:pt x="615" y="1004"/>
                  <a:pt x="614" y="1007"/>
                  <a:pt x="611" y="1007"/>
                </a:cubicBezTo>
                <a:cubicBezTo>
                  <a:pt x="627" y="999"/>
                  <a:pt x="642" y="992"/>
                  <a:pt x="657" y="984"/>
                </a:cubicBezTo>
                <a:cubicBezTo>
                  <a:pt x="667" y="989"/>
                  <a:pt x="678" y="977"/>
                  <a:pt x="687" y="978"/>
                </a:cubicBezTo>
                <a:cubicBezTo>
                  <a:pt x="688" y="973"/>
                  <a:pt x="691" y="970"/>
                  <a:pt x="698" y="970"/>
                </a:cubicBezTo>
                <a:cubicBezTo>
                  <a:pt x="696" y="975"/>
                  <a:pt x="698" y="978"/>
                  <a:pt x="694" y="979"/>
                </a:cubicBezTo>
                <a:cubicBezTo>
                  <a:pt x="698" y="983"/>
                  <a:pt x="706" y="976"/>
                  <a:pt x="713" y="977"/>
                </a:cubicBezTo>
                <a:cubicBezTo>
                  <a:pt x="698" y="988"/>
                  <a:pt x="679" y="991"/>
                  <a:pt x="666" y="996"/>
                </a:cubicBezTo>
                <a:close/>
                <a:moveTo>
                  <a:pt x="683" y="1085"/>
                </a:moveTo>
                <a:cubicBezTo>
                  <a:pt x="682" y="1084"/>
                  <a:pt x="687" y="1080"/>
                  <a:pt x="691" y="1082"/>
                </a:cubicBezTo>
                <a:cubicBezTo>
                  <a:pt x="690" y="1087"/>
                  <a:pt x="685" y="1085"/>
                  <a:pt x="683" y="1085"/>
                </a:cubicBezTo>
                <a:close/>
                <a:moveTo>
                  <a:pt x="725" y="940"/>
                </a:moveTo>
                <a:cubicBezTo>
                  <a:pt x="728" y="940"/>
                  <a:pt x="729" y="939"/>
                  <a:pt x="732" y="940"/>
                </a:cubicBezTo>
                <a:cubicBezTo>
                  <a:pt x="732" y="944"/>
                  <a:pt x="732" y="944"/>
                  <a:pt x="732" y="944"/>
                </a:cubicBezTo>
                <a:cubicBezTo>
                  <a:pt x="730" y="947"/>
                  <a:pt x="726" y="942"/>
                  <a:pt x="726" y="947"/>
                </a:cubicBezTo>
                <a:cubicBezTo>
                  <a:pt x="724" y="947"/>
                  <a:pt x="726" y="942"/>
                  <a:pt x="725" y="940"/>
                </a:cubicBezTo>
                <a:close/>
                <a:moveTo>
                  <a:pt x="736" y="947"/>
                </a:moveTo>
                <a:cubicBezTo>
                  <a:pt x="737" y="952"/>
                  <a:pt x="730" y="950"/>
                  <a:pt x="727" y="952"/>
                </a:cubicBezTo>
                <a:cubicBezTo>
                  <a:pt x="728" y="949"/>
                  <a:pt x="731" y="947"/>
                  <a:pt x="736" y="947"/>
                </a:cubicBezTo>
                <a:close/>
                <a:moveTo>
                  <a:pt x="727" y="1030"/>
                </a:moveTo>
                <a:cubicBezTo>
                  <a:pt x="724" y="1027"/>
                  <a:pt x="724" y="1032"/>
                  <a:pt x="720" y="1031"/>
                </a:cubicBezTo>
                <a:cubicBezTo>
                  <a:pt x="722" y="1029"/>
                  <a:pt x="724" y="1027"/>
                  <a:pt x="728" y="1027"/>
                </a:cubicBezTo>
                <a:cubicBezTo>
                  <a:pt x="727" y="1028"/>
                  <a:pt x="727" y="1028"/>
                  <a:pt x="727" y="1030"/>
                </a:cubicBezTo>
                <a:close/>
                <a:moveTo>
                  <a:pt x="759" y="955"/>
                </a:moveTo>
                <a:cubicBezTo>
                  <a:pt x="756" y="955"/>
                  <a:pt x="756" y="957"/>
                  <a:pt x="754" y="955"/>
                </a:cubicBezTo>
                <a:cubicBezTo>
                  <a:pt x="753" y="957"/>
                  <a:pt x="755" y="957"/>
                  <a:pt x="754" y="960"/>
                </a:cubicBezTo>
                <a:cubicBezTo>
                  <a:pt x="747" y="960"/>
                  <a:pt x="739" y="965"/>
                  <a:pt x="737" y="960"/>
                </a:cubicBezTo>
                <a:cubicBezTo>
                  <a:pt x="734" y="961"/>
                  <a:pt x="737" y="962"/>
                  <a:pt x="736" y="965"/>
                </a:cubicBezTo>
                <a:cubicBezTo>
                  <a:pt x="730" y="971"/>
                  <a:pt x="724" y="967"/>
                  <a:pt x="719" y="965"/>
                </a:cubicBezTo>
                <a:cubicBezTo>
                  <a:pt x="720" y="961"/>
                  <a:pt x="727" y="962"/>
                  <a:pt x="726" y="956"/>
                </a:cubicBezTo>
                <a:cubicBezTo>
                  <a:pt x="729" y="956"/>
                  <a:pt x="731" y="954"/>
                  <a:pt x="734" y="953"/>
                </a:cubicBezTo>
                <a:cubicBezTo>
                  <a:pt x="732" y="957"/>
                  <a:pt x="736" y="955"/>
                  <a:pt x="736" y="958"/>
                </a:cubicBezTo>
                <a:cubicBezTo>
                  <a:pt x="743" y="954"/>
                  <a:pt x="749" y="950"/>
                  <a:pt x="761" y="951"/>
                </a:cubicBezTo>
                <a:cubicBezTo>
                  <a:pt x="760" y="952"/>
                  <a:pt x="758" y="952"/>
                  <a:pt x="759" y="955"/>
                </a:cubicBezTo>
                <a:close/>
                <a:moveTo>
                  <a:pt x="764" y="952"/>
                </a:moveTo>
                <a:cubicBezTo>
                  <a:pt x="765" y="950"/>
                  <a:pt x="765" y="947"/>
                  <a:pt x="769" y="948"/>
                </a:cubicBezTo>
                <a:cubicBezTo>
                  <a:pt x="769" y="951"/>
                  <a:pt x="767" y="952"/>
                  <a:pt x="764" y="952"/>
                </a:cubicBezTo>
                <a:close/>
                <a:moveTo>
                  <a:pt x="770" y="948"/>
                </a:moveTo>
                <a:cubicBezTo>
                  <a:pt x="770" y="942"/>
                  <a:pt x="779" y="947"/>
                  <a:pt x="778" y="943"/>
                </a:cubicBezTo>
                <a:cubicBezTo>
                  <a:pt x="782" y="945"/>
                  <a:pt x="774" y="948"/>
                  <a:pt x="770" y="948"/>
                </a:cubicBezTo>
                <a:close/>
                <a:moveTo>
                  <a:pt x="792" y="158"/>
                </a:moveTo>
                <a:cubicBezTo>
                  <a:pt x="787" y="161"/>
                  <a:pt x="782" y="156"/>
                  <a:pt x="777" y="158"/>
                </a:cubicBezTo>
                <a:cubicBezTo>
                  <a:pt x="781" y="157"/>
                  <a:pt x="784" y="147"/>
                  <a:pt x="792" y="147"/>
                </a:cubicBezTo>
                <a:cubicBezTo>
                  <a:pt x="795" y="149"/>
                  <a:pt x="793" y="155"/>
                  <a:pt x="792" y="158"/>
                </a:cubicBezTo>
                <a:close/>
                <a:moveTo>
                  <a:pt x="807" y="821"/>
                </a:moveTo>
                <a:cubicBezTo>
                  <a:pt x="803" y="821"/>
                  <a:pt x="802" y="820"/>
                  <a:pt x="800" y="819"/>
                </a:cubicBezTo>
                <a:cubicBezTo>
                  <a:pt x="800" y="818"/>
                  <a:pt x="801" y="818"/>
                  <a:pt x="801" y="819"/>
                </a:cubicBezTo>
                <a:cubicBezTo>
                  <a:pt x="804" y="819"/>
                  <a:pt x="803" y="816"/>
                  <a:pt x="806" y="816"/>
                </a:cubicBezTo>
                <a:cubicBezTo>
                  <a:pt x="806" y="813"/>
                  <a:pt x="805" y="813"/>
                  <a:pt x="805" y="810"/>
                </a:cubicBezTo>
                <a:cubicBezTo>
                  <a:pt x="808" y="809"/>
                  <a:pt x="811" y="808"/>
                  <a:pt x="809" y="804"/>
                </a:cubicBezTo>
                <a:cubicBezTo>
                  <a:pt x="812" y="802"/>
                  <a:pt x="815" y="802"/>
                  <a:pt x="817" y="800"/>
                </a:cubicBezTo>
                <a:cubicBezTo>
                  <a:pt x="816" y="799"/>
                  <a:pt x="815" y="798"/>
                  <a:pt x="816" y="795"/>
                </a:cubicBezTo>
                <a:cubicBezTo>
                  <a:pt x="818" y="795"/>
                  <a:pt x="819" y="796"/>
                  <a:pt x="819" y="798"/>
                </a:cubicBezTo>
                <a:cubicBezTo>
                  <a:pt x="820" y="798"/>
                  <a:pt x="820" y="796"/>
                  <a:pt x="822" y="796"/>
                </a:cubicBezTo>
                <a:cubicBezTo>
                  <a:pt x="821" y="794"/>
                  <a:pt x="820" y="792"/>
                  <a:pt x="821" y="789"/>
                </a:cubicBezTo>
                <a:cubicBezTo>
                  <a:pt x="827" y="789"/>
                  <a:pt x="828" y="788"/>
                  <a:pt x="831" y="791"/>
                </a:cubicBezTo>
                <a:cubicBezTo>
                  <a:pt x="830" y="795"/>
                  <a:pt x="827" y="797"/>
                  <a:pt x="825" y="800"/>
                </a:cubicBezTo>
                <a:cubicBezTo>
                  <a:pt x="825" y="802"/>
                  <a:pt x="828" y="801"/>
                  <a:pt x="827" y="804"/>
                </a:cubicBezTo>
                <a:cubicBezTo>
                  <a:pt x="830" y="803"/>
                  <a:pt x="830" y="798"/>
                  <a:pt x="834" y="798"/>
                </a:cubicBezTo>
                <a:cubicBezTo>
                  <a:pt x="828" y="809"/>
                  <a:pt x="815" y="812"/>
                  <a:pt x="807" y="821"/>
                </a:cubicBezTo>
                <a:close/>
                <a:moveTo>
                  <a:pt x="833" y="931"/>
                </a:moveTo>
                <a:cubicBezTo>
                  <a:pt x="834" y="930"/>
                  <a:pt x="836" y="929"/>
                  <a:pt x="836" y="927"/>
                </a:cubicBezTo>
                <a:cubicBezTo>
                  <a:pt x="837" y="927"/>
                  <a:pt x="838" y="928"/>
                  <a:pt x="839" y="928"/>
                </a:cubicBezTo>
                <a:cubicBezTo>
                  <a:pt x="839" y="931"/>
                  <a:pt x="835" y="933"/>
                  <a:pt x="833" y="931"/>
                </a:cubicBezTo>
                <a:close/>
                <a:moveTo>
                  <a:pt x="825" y="917"/>
                </a:moveTo>
                <a:cubicBezTo>
                  <a:pt x="827" y="913"/>
                  <a:pt x="831" y="911"/>
                  <a:pt x="839" y="912"/>
                </a:cubicBezTo>
                <a:cubicBezTo>
                  <a:pt x="837" y="918"/>
                  <a:pt x="830" y="918"/>
                  <a:pt x="825" y="917"/>
                </a:cubicBezTo>
                <a:close/>
                <a:moveTo>
                  <a:pt x="842" y="927"/>
                </a:moveTo>
                <a:cubicBezTo>
                  <a:pt x="842" y="925"/>
                  <a:pt x="843" y="924"/>
                  <a:pt x="843" y="923"/>
                </a:cubicBezTo>
                <a:cubicBezTo>
                  <a:pt x="847" y="923"/>
                  <a:pt x="846" y="928"/>
                  <a:pt x="842" y="927"/>
                </a:cubicBezTo>
                <a:close/>
                <a:moveTo>
                  <a:pt x="1212" y="837"/>
                </a:moveTo>
                <a:cubicBezTo>
                  <a:pt x="1209" y="840"/>
                  <a:pt x="1207" y="844"/>
                  <a:pt x="1202" y="844"/>
                </a:cubicBezTo>
                <a:cubicBezTo>
                  <a:pt x="1206" y="842"/>
                  <a:pt x="1207" y="838"/>
                  <a:pt x="1212" y="837"/>
                </a:cubicBezTo>
                <a:close/>
                <a:moveTo>
                  <a:pt x="1168" y="859"/>
                </a:moveTo>
                <a:cubicBezTo>
                  <a:pt x="1168" y="863"/>
                  <a:pt x="1163" y="862"/>
                  <a:pt x="1160" y="863"/>
                </a:cubicBezTo>
                <a:cubicBezTo>
                  <a:pt x="1162" y="861"/>
                  <a:pt x="1164" y="859"/>
                  <a:pt x="1168" y="859"/>
                </a:cubicBezTo>
                <a:close/>
                <a:moveTo>
                  <a:pt x="1156" y="828"/>
                </a:moveTo>
                <a:cubicBezTo>
                  <a:pt x="1158" y="828"/>
                  <a:pt x="1158" y="831"/>
                  <a:pt x="1157" y="833"/>
                </a:cubicBezTo>
                <a:cubicBezTo>
                  <a:pt x="1154" y="833"/>
                  <a:pt x="1154" y="829"/>
                  <a:pt x="1156" y="828"/>
                </a:cubicBezTo>
                <a:close/>
                <a:moveTo>
                  <a:pt x="1189" y="759"/>
                </a:moveTo>
                <a:cubicBezTo>
                  <a:pt x="1192" y="759"/>
                  <a:pt x="1192" y="759"/>
                  <a:pt x="1192" y="759"/>
                </a:cubicBezTo>
                <a:cubicBezTo>
                  <a:pt x="1193" y="764"/>
                  <a:pt x="1187" y="764"/>
                  <a:pt x="1189" y="759"/>
                </a:cubicBezTo>
                <a:close/>
                <a:moveTo>
                  <a:pt x="1193" y="775"/>
                </a:moveTo>
                <a:cubicBezTo>
                  <a:pt x="1193" y="776"/>
                  <a:pt x="1192" y="777"/>
                  <a:pt x="1192" y="779"/>
                </a:cubicBezTo>
                <a:cubicBezTo>
                  <a:pt x="1189" y="778"/>
                  <a:pt x="1189" y="781"/>
                  <a:pt x="1187" y="779"/>
                </a:cubicBezTo>
                <a:cubicBezTo>
                  <a:pt x="1186" y="775"/>
                  <a:pt x="1191" y="776"/>
                  <a:pt x="1193" y="775"/>
                </a:cubicBezTo>
                <a:close/>
                <a:moveTo>
                  <a:pt x="1155" y="784"/>
                </a:moveTo>
                <a:cubicBezTo>
                  <a:pt x="1153" y="780"/>
                  <a:pt x="1156" y="773"/>
                  <a:pt x="1162" y="773"/>
                </a:cubicBezTo>
                <a:cubicBezTo>
                  <a:pt x="1159" y="777"/>
                  <a:pt x="1159" y="783"/>
                  <a:pt x="1155" y="784"/>
                </a:cubicBezTo>
                <a:close/>
                <a:moveTo>
                  <a:pt x="1165" y="754"/>
                </a:moveTo>
                <a:cubicBezTo>
                  <a:pt x="1167" y="752"/>
                  <a:pt x="1171" y="750"/>
                  <a:pt x="1175" y="750"/>
                </a:cubicBezTo>
                <a:cubicBezTo>
                  <a:pt x="1175" y="751"/>
                  <a:pt x="1175" y="753"/>
                  <a:pt x="1176" y="753"/>
                </a:cubicBezTo>
                <a:cubicBezTo>
                  <a:pt x="1172" y="757"/>
                  <a:pt x="1167" y="760"/>
                  <a:pt x="1161" y="762"/>
                </a:cubicBezTo>
                <a:cubicBezTo>
                  <a:pt x="1161" y="764"/>
                  <a:pt x="1162" y="764"/>
                  <a:pt x="1162" y="766"/>
                </a:cubicBezTo>
                <a:cubicBezTo>
                  <a:pt x="1158" y="768"/>
                  <a:pt x="1154" y="772"/>
                  <a:pt x="1147" y="772"/>
                </a:cubicBezTo>
                <a:cubicBezTo>
                  <a:pt x="1146" y="767"/>
                  <a:pt x="1146" y="765"/>
                  <a:pt x="1145" y="761"/>
                </a:cubicBezTo>
                <a:cubicBezTo>
                  <a:pt x="1148" y="756"/>
                  <a:pt x="1160" y="741"/>
                  <a:pt x="1165" y="754"/>
                </a:cubicBezTo>
                <a:close/>
                <a:moveTo>
                  <a:pt x="1145" y="668"/>
                </a:moveTo>
                <a:cubicBezTo>
                  <a:pt x="1145" y="669"/>
                  <a:pt x="1144" y="676"/>
                  <a:pt x="1140" y="677"/>
                </a:cubicBezTo>
                <a:cubicBezTo>
                  <a:pt x="1141" y="674"/>
                  <a:pt x="1139" y="672"/>
                  <a:pt x="1139" y="670"/>
                </a:cubicBezTo>
                <a:cubicBezTo>
                  <a:pt x="1141" y="668"/>
                  <a:pt x="1143" y="670"/>
                  <a:pt x="1145" y="668"/>
                </a:cubicBezTo>
                <a:close/>
                <a:moveTo>
                  <a:pt x="1036" y="490"/>
                </a:moveTo>
                <a:cubicBezTo>
                  <a:pt x="1038" y="489"/>
                  <a:pt x="1037" y="493"/>
                  <a:pt x="1040" y="492"/>
                </a:cubicBezTo>
                <a:cubicBezTo>
                  <a:pt x="1040" y="495"/>
                  <a:pt x="1038" y="495"/>
                  <a:pt x="1035" y="495"/>
                </a:cubicBezTo>
                <a:cubicBezTo>
                  <a:pt x="1035" y="493"/>
                  <a:pt x="1035" y="491"/>
                  <a:pt x="1036" y="490"/>
                </a:cubicBezTo>
                <a:close/>
                <a:moveTo>
                  <a:pt x="1022" y="489"/>
                </a:moveTo>
                <a:cubicBezTo>
                  <a:pt x="1026" y="489"/>
                  <a:pt x="1027" y="493"/>
                  <a:pt x="1031" y="493"/>
                </a:cubicBezTo>
                <a:cubicBezTo>
                  <a:pt x="1028" y="497"/>
                  <a:pt x="1032" y="497"/>
                  <a:pt x="1029" y="501"/>
                </a:cubicBezTo>
                <a:cubicBezTo>
                  <a:pt x="1026" y="501"/>
                  <a:pt x="1022" y="502"/>
                  <a:pt x="1022" y="499"/>
                </a:cubicBezTo>
                <a:cubicBezTo>
                  <a:pt x="1022" y="501"/>
                  <a:pt x="1018" y="504"/>
                  <a:pt x="1015" y="505"/>
                </a:cubicBezTo>
                <a:cubicBezTo>
                  <a:pt x="1015" y="503"/>
                  <a:pt x="1017" y="501"/>
                  <a:pt x="1014" y="500"/>
                </a:cubicBezTo>
                <a:cubicBezTo>
                  <a:pt x="1015" y="495"/>
                  <a:pt x="1021" y="495"/>
                  <a:pt x="1022" y="489"/>
                </a:cubicBezTo>
                <a:close/>
                <a:moveTo>
                  <a:pt x="1019" y="562"/>
                </a:moveTo>
                <a:cubicBezTo>
                  <a:pt x="1020" y="566"/>
                  <a:pt x="1011" y="565"/>
                  <a:pt x="1014" y="567"/>
                </a:cubicBezTo>
                <a:cubicBezTo>
                  <a:pt x="1013" y="568"/>
                  <a:pt x="1010" y="568"/>
                  <a:pt x="1008" y="569"/>
                </a:cubicBezTo>
                <a:cubicBezTo>
                  <a:pt x="1010" y="564"/>
                  <a:pt x="1016" y="565"/>
                  <a:pt x="1019" y="562"/>
                </a:cubicBezTo>
                <a:close/>
                <a:moveTo>
                  <a:pt x="1011" y="730"/>
                </a:moveTo>
                <a:cubicBezTo>
                  <a:pt x="1017" y="732"/>
                  <a:pt x="1019" y="728"/>
                  <a:pt x="1023" y="728"/>
                </a:cubicBezTo>
                <a:cubicBezTo>
                  <a:pt x="1023" y="733"/>
                  <a:pt x="1023" y="733"/>
                  <a:pt x="1023" y="733"/>
                </a:cubicBezTo>
                <a:cubicBezTo>
                  <a:pt x="1019" y="736"/>
                  <a:pt x="1016" y="738"/>
                  <a:pt x="1012" y="740"/>
                </a:cubicBezTo>
                <a:cubicBezTo>
                  <a:pt x="1010" y="739"/>
                  <a:pt x="1012" y="739"/>
                  <a:pt x="1014" y="739"/>
                </a:cubicBezTo>
                <a:cubicBezTo>
                  <a:pt x="1011" y="736"/>
                  <a:pt x="1011" y="735"/>
                  <a:pt x="1011" y="730"/>
                </a:cubicBezTo>
                <a:close/>
                <a:moveTo>
                  <a:pt x="997" y="716"/>
                </a:moveTo>
                <a:cubicBezTo>
                  <a:pt x="1001" y="716"/>
                  <a:pt x="1002" y="713"/>
                  <a:pt x="1005" y="714"/>
                </a:cubicBezTo>
                <a:cubicBezTo>
                  <a:pt x="1005" y="719"/>
                  <a:pt x="1010" y="718"/>
                  <a:pt x="1013" y="720"/>
                </a:cubicBezTo>
                <a:cubicBezTo>
                  <a:pt x="1013" y="724"/>
                  <a:pt x="1010" y="723"/>
                  <a:pt x="1008" y="725"/>
                </a:cubicBezTo>
                <a:cubicBezTo>
                  <a:pt x="1007" y="725"/>
                  <a:pt x="1006" y="723"/>
                  <a:pt x="1006" y="721"/>
                </a:cubicBezTo>
                <a:cubicBezTo>
                  <a:pt x="1003" y="723"/>
                  <a:pt x="1002" y="726"/>
                  <a:pt x="998" y="727"/>
                </a:cubicBezTo>
                <a:cubicBezTo>
                  <a:pt x="998" y="724"/>
                  <a:pt x="1003" y="723"/>
                  <a:pt x="1001" y="720"/>
                </a:cubicBezTo>
                <a:cubicBezTo>
                  <a:pt x="1000" y="720"/>
                  <a:pt x="1000" y="722"/>
                  <a:pt x="1000" y="723"/>
                </a:cubicBezTo>
                <a:cubicBezTo>
                  <a:pt x="995" y="722"/>
                  <a:pt x="997" y="720"/>
                  <a:pt x="997" y="716"/>
                </a:cubicBezTo>
                <a:close/>
                <a:moveTo>
                  <a:pt x="1000" y="751"/>
                </a:moveTo>
                <a:cubicBezTo>
                  <a:pt x="998" y="750"/>
                  <a:pt x="998" y="747"/>
                  <a:pt x="996" y="745"/>
                </a:cubicBezTo>
                <a:cubicBezTo>
                  <a:pt x="999" y="743"/>
                  <a:pt x="1003" y="748"/>
                  <a:pt x="1000" y="751"/>
                </a:cubicBezTo>
                <a:close/>
                <a:moveTo>
                  <a:pt x="997" y="800"/>
                </a:moveTo>
                <a:cubicBezTo>
                  <a:pt x="997" y="802"/>
                  <a:pt x="997" y="802"/>
                  <a:pt x="997" y="802"/>
                </a:cubicBezTo>
                <a:cubicBezTo>
                  <a:pt x="995" y="802"/>
                  <a:pt x="995" y="804"/>
                  <a:pt x="994" y="802"/>
                </a:cubicBezTo>
                <a:cubicBezTo>
                  <a:pt x="994" y="800"/>
                  <a:pt x="994" y="800"/>
                  <a:pt x="994" y="800"/>
                </a:cubicBezTo>
                <a:cubicBezTo>
                  <a:pt x="995" y="799"/>
                  <a:pt x="995" y="800"/>
                  <a:pt x="997" y="800"/>
                </a:cubicBezTo>
                <a:close/>
                <a:moveTo>
                  <a:pt x="994" y="743"/>
                </a:moveTo>
                <a:cubicBezTo>
                  <a:pt x="994" y="747"/>
                  <a:pt x="990" y="747"/>
                  <a:pt x="987" y="748"/>
                </a:cubicBezTo>
                <a:cubicBezTo>
                  <a:pt x="988" y="743"/>
                  <a:pt x="991" y="744"/>
                  <a:pt x="994" y="743"/>
                </a:cubicBezTo>
                <a:close/>
                <a:moveTo>
                  <a:pt x="991" y="494"/>
                </a:moveTo>
                <a:cubicBezTo>
                  <a:pt x="989" y="496"/>
                  <a:pt x="989" y="499"/>
                  <a:pt x="985" y="498"/>
                </a:cubicBezTo>
                <a:cubicBezTo>
                  <a:pt x="987" y="496"/>
                  <a:pt x="987" y="494"/>
                  <a:pt x="991" y="494"/>
                </a:cubicBezTo>
                <a:close/>
                <a:moveTo>
                  <a:pt x="990" y="534"/>
                </a:moveTo>
                <a:cubicBezTo>
                  <a:pt x="989" y="538"/>
                  <a:pt x="986" y="539"/>
                  <a:pt x="983" y="540"/>
                </a:cubicBezTo>
                <a:cubicBezTo>
                  <a:pt x="983" y="539"/>
                  <a:pt x="982" y="538"/>
                  <a:pt x="981" y="538"/>
                </a:cubicBezTo>
                <a:cubicBezTo>
                  <a:pt x="982" y="536"/>
                  <a:pt x="987" y="533"/>
                  <a:pt x="990" y="534"/>
                </a:cubicBezTo>
                <a:close/>
                <a:moveTo>
                  <a:pt x="971" y="775"/>
                </a:moveTo>
                <a:cubicBezTo>
                  <a:pt x="970" y="778"/>
                  <a:pt x="968" y="777"/>
                  <a:pt x="966" y="777"/>
                </a:cubicBezTo>
                <a:cubicBezTo>
                  <a:pt x="966" y="775"/>
                  <a:pt x="968" y="775"/>
                  <a:pt x="971" y="775"/>
                </a:cubicBezTo>
                <a:close/>
                <a:moveTo>
                  <a:pt x="969" y="724"/>
                </a:moveTo>
                <a:cubicBezTo>
                  <a:pt x="967" y="727"/>
                  <a:pt x="963" y="731"/>
                  <a:pt x="965" y="735"/>
                </a:cubicBezTo>
                <a:cubicBezTo>
                  <a:pt x="963" y="735"/>
                  <a:pt x="960" y="741"/>
                  <a:pt x="955" y="741"/>
                </a:cubicBezTo>
                <a:cubicBezTo>
                  <a:pt x="955" y="739"/>
                  <a:pt x="956" y="735"/>
                  <a:pt x="960" y="733"/>
                </a:cubicBezTo>
                <a:cubicBezTo>
                  <a:pt x="960" y="731"/>
                  <a:pt x="958" y="731"/>
                  <a:pt x="956" y="730"/>
                </a:cubicBezTo>
                <a:cubicBezTo>
                  <a:pt x="957" y="723"/>
                  <a:pt x="964" y="724"/>
                  <a:pt x="969" y="724"/>
                </a:cubicBezTo>
                <a:close/>
                <a:moveTo>
                  <a:pt x="961" y="751"/>
                </a:moveTo>
                <a:cubicBezTo>
                  <a:pt x="959" y="751"/>
                  <a:pt x="959" y="749"/>
                  <a:pt x="956" y="750"/>
                </a:cubicBezTo>
                <a:cubicBezTo>
                  <a:pt x="957" y="747"/>
                  <a:pt x="961" y="746"/>
                  <a:pt x="964" y="745"/>
                </a:cubicBezTo>
                <a:cubicBezTo>
                  <a:pt x="965" y="749"/>
                  <a:pt x="962" y="749"/>
                  <a:pt x="961" y="751"/>
                </a:cubicBezTo>
                <a:close/>
                <a:moveTo>
                  <a:pt x="932" y="784"/>
                </a:moveTo>
                <a:cubicBezTo>
                  <a:pt x="933" y="782"/>
                  <a:pt x="934" y="776"/>
                  <a:pt x="931" y="775"/>
                </a:cubicBezTo>
                <a:cubicBezTo>
                  <a:pt x="933" y="773"/>
                  <a:pt x="934" y="771"/>
                  <a:pt x="938" y="770"/>
                </a:cubicBezTo>
                <a:cubicBezTo>
                  <a:pt x="938" y="773"/>
                  <a:pt x="937" y="774"/>
                  <a:pt x="936" y="774"/>
                </a:cubicBezTo>
                <a:cubicBezTo>
                  <a:pt x="938" y="777"/>
                  <a:pt x="943" y="778"/>
                  <a:pt x="944" y="782"/>
                </a:cubicBezTo>
                <a:cubicBezTo>
                  <a:pt x="946" y="780"/>
                  <a:pt x="950" y="777"/>
                  <a:pt x="953" y="780"/>
                </a:cubicBezTo>
                <a:cubicBezTo>
                  <a:pt x="952" y="788"/>
                  <a:pt x="943" y="787"/>
                  <a:pt x="939" y="791"/>
                </a:cubicBezTo>
                <a:cubicBezTo>
                  <a:pt x="936" y="791"/>
                  <a:pt x="934" y="790"/>
                  <a:pt x="933" y="789"/>
                </a:cubicBezTo>
                <a:cubicBezTo>
                  <a:pt x="933" y="786"/>
                  <a:pt x="938" y="787"/>
                  <a:pt x="938" y="784"/>
                </a:cubicBezTo>
                <a:cubicBezTo>
                  <a:pt x="937" y="782"/>
                  <a:pt x="935" y="786"/>
                  <a:pt x="932" y="784"/>
                </a:cubicBezTo>
                <a:close/>
                <a:moveTo>
                  <a:pt x="932" y="742"/>
                </a:moveTo>
                <a:cubicBezTo>
                  <a:pt x="936" y="741"/>
                  <a:pt x="934" y="747"/>
                  <a:pt x="933" y="747"/>
                </a:cubicBezTo>
                <a:cubicBezTo>
                  <a:pt x="931" y="747"/>
                  <a:pt x="933" y="743"/>
                  <a:pt x="932" y="742"/>
                </a:cubicBezTo>
                <a:close/>
                <a:moveTo>
                  <a:pt x="950" y="519"/>
                </a:moveTo>
                <a:cubicBezTo>
                  <a:pt x="948" y="519"/>
                  <a:pt x="948" y="519"/>
                  <a:pt x="948" y="519"/>
                </a:cubicBezTo>
                <a:cubicBezTo>
                  <a:pt x="948" y="519"/>
                  <a:pt x="948" y="520"/>
                  <a:pt x="949" y="520"/>
                </a:cubicBezTo>
                <a:cubicBezTo>
                  <a:pt x="948" y="522"/>
                  <a:pt x="945" y="518"/>
                  <a:pt x="945" y="517"/>
                </a:cubicBezTo>
                <a:cubicBezTo>
                  <a:pt x="946" y="515"/>
                  <a:pt x="951" y="515"/>
                  <a:pt x="950" y="519"/>
                </a:cubicBezTo>
                <a:close/>
                <a:moveTo>
                  <a:pt x="952" y="550"/>
                </a:moveTo>
                <a:cubicBezTo>
                  <a:pt x="954" y="553"/>
                  <a:pt x="946" y="553"/>
                  <a:pt x="948" y="550"/>
                </a:cubicBezTo>
                <a:cubicBezTo>
                  <a:pt x="948" y="550"/>
                  <a:pt x="952" y="548"/>
                  <a:pt x="952" y="550"/>
                </a:cubicBezTo>
                <a:close/>
                <a:moveTo>
                  <a:pt x="949" y="732"/>
                </a:moveTo>
                <a:cubicBezTo>
                  <a:pt x="949" y="731"/>
                  <a:pt x="950" y="730"/>
                  <a:pt x="950" y="729"/>
                </a:cubicBezTo>
                <a:cubicBezTo>
                  <a:pt x="953" y="728"/>
                  <a:pt x="953" y="730"/>
                  <a:pt x="953" y="732"/>
                </a:cubicBezTo>
                <a:lnTo>
                  <a:pt x="949" y="732"/>
                </a:lnTo>
                <a:close/>
                <a:moveTo>
                  <a:pt x="949" y="709"/>
                </a:moveTo>
                <a:cubicBezTo>
                  <a:pt x="949" y="707"/>
                  <a:pt x="948" y="706"/>
                  <a:pt x="948" y="707"/>
                </a:cubicBezTo>
                <a:cubicBezTo>
                  <a:pt x="946" y="703"/>
                  <a:pt x="957" y="702"/>
                  <a:pt x="960" y="704"/>
                </a:cubicBezTo>
                <a:cubicBezTo>
                  <a:pt x="957" y="707"/>
                  <a:pt x="954" y="709"/>
                  <a:pt x="949" y="709"/>
                </a:cubicBezTo>
                <a:close/>
                <a:moveTo>
                  <a:pt x="946" y="472"/>
                </a:moveTo>
                <a:cubicBezTo>
                  <a:pt x="951" y="469"/>
                  <a:pt x="956" y="466"/>
                  <a:pt x="961" y="464"/>
                </a:cubicBezTo>
                <a:cubicBezTo>
                  <a:pt x="962" y="466"/>
                  <a:pt x="964" y="469"/>
                  <a:pt x="966" y="469"/>
                </a:cubicBezTo>
                <a:cubicBezTo>
                  <a:pt x="966" y="472"/>
                  <a:pt x="963" y="473"/>
                  <a:pt x="961" y="475"/>
                </a:cubicBezTo>
                <a:cubicBezTo>
                  <a:pt x="962" y="477"/>
                  <a:pt x="967" y="473"/>
                  <a:pt x="966" y="478"/>
                </a:cubicBezTo>
                <a:cubicBezTo>
                  <a:pt x="970" y="477"/>
                  <a:pt x="969" y="476"/>
                  <a:pt x="972" y="476"/>
                </a:cubicBezTo>
                <a:cubicBezTo>
                  <a:pt x="972" y="477"/>
                  <a:pt x="973" y="478"/>
                  <a:pt x="973" y="478"/>
                </a:cubicBezTo>
                <a:cubicBezTo>
                  <a:pt x="970" y="481"/>
                  <a:pt x="965" y="483"/>
                  <a:pt x="964" y="489"/>
                </a:cubicBezTo>
                <a:cubicBezTo>
                  <a:pt x="955" y="488"/>
                  <a:pt x="958" y="500"/>
                  <a:pt x="951" y="502"/>
                </a:cubicBezTo>
                <a:cubicBezTo>
                  <a:pt x="952" y="503"/>
                  <a:pt x="952" y="504"/>
                  <a:pt x="952" y="506"/>
                </a:cubicBezTo>
                <a:cubicBezTo>
                  <a:pt x="958" y="504"/>
                  <a:pt x="964" y="497"/>
                  <a:pt x="970" y="498"/>
                </a:cubicBezTo>
                <a:cubicBezTo>
                  <a:pt x="970" y="505"/>
                  <a:pt x="965" y="501"/>
                  <a:pt x="965" y="507"/>
                </a:cubicBezTo>
                <a:cubicBezTo>
                  <a:pt x="964" y="506"/>
                  <a:pt x="965" y="505"/>
                  <a:pt x="963" y="505"/>
                </a:cubicBezTo>
                <a:cubicBezTo>
                  <a:pt x="959" y="507"/>
                  <a:pt x="963" y="516"/>
                  <a:pt x="955" y="516"/>
                </a:cubicBezTo>
                <a:cubicBezTo>
                  <a:pt x="955" y="510"/>
                  <a:pt x="954" y="514"/>
                  <a:pt x="952" y="509"/>
                </a:cubicBezTo>
                <a:cubicBezTo>
                  <a:pt x="950" y="509"/>
                  <a:pt x="951" y="512"/>
                  <a:pt x="949" y="511"/>
                </a:cubicBezTo>
                <a:cubicBezTo>
                  <a:pt x="948" y="507"/>
                  <a:pt x="953" y="506"/>
                  <a:pt x="950" y="504"/>
                </a:cubicBezTo>
                <a:cubicBezTo>
                  <a:pt x="948" y="503"/>
                  <a:pt x="937" y="502"/>
                  <a:pt x="941" y="494"/>
                </a:cubicBezTo>
                <a:cubicBezTo>
                  <a:pt x="943" y="493"/>
                  <a:pt x="944" y="496"/>
                  <a:pt x="946" y="494"/>
                </a:cubicBezTo>
                <a:cubicBezTo>
                  <a:pt x="946" y="492"/>
                  <a:pt x="944" y="492"/>
                  <a:pt x="941" y="492"/>
                </a:cubicBezTo>
                <a:cubicBezTo>
                  <a:pt x="943" y="488"/>
                  <a:pt x="944" y="485"/>
                  <a:pt x="939" y="484"/>
                </a:cubicBezTo>
                <a:cubicBezTo>
                  <a:pt x="940" y="478"/>
                  <a:pt x="945" y="478"/>
                  <a:pt x="946" y="472"/>
                </a:cubicBezTo>
                <a:close/>
                <a:moveTo>
                  <a:pt x="933" y="152"/>
                </a:moveTo>
                <a:cubicBezTo>
                  <a:pt x="941" y="148"/>
                  <a:pt x="947" y="142"/>
                  <a:pt x="959" y="145"/>
                </a:cubicBezTo>
                <a:cubicBezTo>
                  <a:pt x="958" y="148"/>
                  <a:pt x="960" y="149"/>
                  <a:pt x="960" y="151"/>
                </a:cubicBezTo>
                <a:cubicBezTo>
                  <a:pt x="951" y="156"/>
                  <a:pt x="940" y="153"/>
                  <a:pt x="932" y="159"/>
                </a:cubicBezTo>
                <a:cubicBezTo>
                  <a:pt x="933" y="155"/>
                  <a:pt x="936" y="156"/>
                  <a:pt x="933" y="152"/>
                </a:cubicBezTo>
                <a:close/>
                <a:moveTo>
                  <a:pt x="938" y="189"/>
                </a:moveTo>
                <a:cubicBezTo>
                  <a:pt x="929" y="190"/>
                  <a:pt x="924" y="197"/>
                  <a:pt x="915" y="200"/>
                </a:cubicBezTo>
                <a:cubicBezTo>
                  <a:pt x="920" y="194"/>
                  <a:pt x="928" y="187"/>
                  <a:pt x="938" y="189"/>
                </a:cubicBezTo>
                <a:close/>
                <a:moveTo>
                  <a:pt x="911" y="762"/>
                </a:moveTo>
                <a:cubicBezTo>
                  <a:pt x="911" y="755"/>
                  <a:pt x="917" y="760"/>
                  <a:pt x="917" y="753"/>
                </a:cubicBezTo>
                <a:cubicBezTo>
                  <a:pt x="920" y="756"/>
                  <a:pt x="922" y="749"/>
                  <a:pt x="927" y="753"/>
                </a:cubicBezTo>
                <a:cubicBezTo>
                  <a:pt x="926" y="759"/>
                  <a:pt x="920" y="763"/>
                  <a:pt x="914" y="761"/>
                </a:cubicBezTo>
                <a:cubicBezTo>
                  <a:pt x="917" y="763"/>
                  <a:pt x="913" y="765"/>
                  <a:pt x="911" y="762"/>
                </a:cubicBezTo>
                <a:close/>
                <a:moveTo>
                  <a:pt x="928" y="765"/>
                </a:moveTo>
                <a:cubicBezTo>
                  <a:pt x="924" y="765"/>
                  <a:pt x="924" y="765"/>
                  <a:pt x="924" y="765"/>
                </a:cubicBezTo>
                <a:cubicBezTo>
                  <a:pt x="923" y="762"/>
                  <a:pt x="926" y="763"/>
                  <a:pt x="927" y="761"/>
                </a:cubicBezTo>
                <a:cubicBezTo>
                  <a:pt x="928" y="761"/>
                  <a:pt x="927" y="763"/>
                  <a:pt x="928" y="765"/>
                </a:cubicBezTo>
                <a:close/>
                <a:moveTo>
                  <a:pt x="931" y="791"/>
                </a:moveTo>
                <a:cubicBezTo>
                  <a:pt x="930" y="795"/>
                  <a:pt x="926" y="796"/>
                  <a:pt x="921" y="796"/>
                </a:cubicBezTo>
                <a:cubicBezTo>
                  <a:pt x="922" y="792"/>
                  <a:pt x="927" y="792"/>
                  <a:pt x="931" y="791"/>
                </a:cubicBezTo>
                <a:close/>
                <a:moveTo>
                  <a:pt x="915" y="730"/>
                </a:moveTo>
                <a:cubicBezTo>
                  <a:pt x="916" y="733"/>
                  <a:pt x="913" y="733"/>
                  <a:pt x="913" y="735"/>
                </a:cubicBezTo>
                <a:cubicBezTo>
                  <a:pt x="912" y="734"/>
                  <a:pt x="911" y="733"/>
                  <a:pt x="911" y="731"/>
                </a:cubicBezTo>
                <a:cubicBezTo>
                  <a:pt x="912" y="731"/>
                  <a:pt x="913" y="730"/>
                  <a:pt x="915" y="730"/>
                </a:cubicBezTo>
                <a:close/>
                <a:moveTo>
                  <a:pt x="908" y="746"/>
                </a:moveTo>
                <a:cubicBezTo>
                  <a:pt x="909" y="743"/>
                  <a:pt x="912" y="743"/>
                  <a:pt x="912" y="740"/>
                </a:cubicBezTo>
                <a:cubicBezTo>
                  <a:pt x="913" y="740"/>
                  <a:pt x="915" y="740"/>
                  <a:pt x="915" y="739"/>
                </a:cubicBezTo>
                <a:cubicBezTo>
                  <a:pt x="917" y="741"/>
                  <a:pt x="912" y="743"/>
                  <a:pt x="911" y="744"/>
                </a:cubicBezTo>
                <a:cubicBezTo>
                  <a:pt x="913" y="748"/>
                  <a:pt x="913" y="749"/>
                  <a:pt x="911" y="753"/>
                </a:cubicBezTo>
                <a:cubicBezTo>
                  <a:pt x="908" y="753"/>
                  <a:pt x="906" y="753"/>
                  <a:pt x="906" y="755"/>
                </a:cubicBezTo>
                <a:cubicBezTo>
                  <a:pt x="904" y="753"/>
                  <a:pt x="902" y="750"/>
                  <a:pt x="899" y="749"/>
                </a:cubicBezTo>
                <a:cubicBezTo>
                  <a:pt x="899" y="745"/>
                  <a:pt x="905" y="744"/>
                  <a:pt x="908" y="746"/>
                </a:cubicBezTo>
                <a:close/>
                <a:moveTo>
                  <a:pt x="898" y="860"/>
                </a:moveTo>
                <a:cubicBezTo>
                  <a:pt x="902" y="860"/>
                  <a:pt x="902" y="865"/>
                  <a:pt x="898" y="865"/>
                </a:cubicBezTo>
                <a:cubicBezTo>
                  <a:pt x="899" y="862"/>
                  <a:pt x="899" y="863"/>
                  <a:pt x="898" y="860"/>
                </a:cubicBezTo>
                <a:close/>
                <a:moveTo>
                  <a:pt x="900" y="872"/>
                </a:moveTo>
                <a:cubicBezTo>
                  <a:pt x="901" y="872"/>
                  <a:pt x="901" y="875"/>
                  <a:pt x="902" y="876"/>
                </a:cubicBezTo>
                <a:cubicBezTo>
                  <a:pt x="899" y="879"/>
                  <a:pt x="896" y="883"/>
                  <a:pt x="892" y="884"/>
                </a:cubicBezTo>
                <a:cubicBezTo>
                  <a:pt x="892" y="883"/>
                  <a:pt x="891" y="883"/>
                  <a:pt x="890" y="883"/>
                </a:cubicBezTo>
                <a:cubicBezTo>
                  <a:pt x="892" y="879"/>
                  <a:pt x="894" y="877"/>
                  <a:pt x="895" y="874"/>
                </a:cubicBezTo>
                <a:cubicBezTo>
                  <a:pt x="898" y="874"/>
                  <a:pt x="900" y="874"/>
                  <a:pt x="900" y="872"/>
                </a:cubicBezTo>
                <a:close/>
                <a:moveTo>
                  <a:pt x="901" y="841"/>
                </a:moveTo>
                <a:cubicBezTo>
                  <a:pt x="901" y="840"/>
                  <a:pt x="902" y="839"/>
                  <a:pt x="902" y="838"/>
                </a:cubicBezTo>
                <a:cubicBezTo>
                  <a:pt x="906" y="838"/>
                  <a:pt x="906" y="838"/>
                  <a:pt x="906" y="838"/>
                </a:cubicBezTo>
                <a:cubicBezTo>
                  <a:pt x="906" y="841"/>
                  <a:pt x="904" y="841"/>
                  <a:pt x="901" y="841"/>
                </a:cubicBezTo>
                <a:close/>
                <a:moveTo>
                  <a:pt x="898" y="109"/>
                </a:moveTo>
                <a:cubicBezTo>
                  <a:pt x="894" y="111"/>
                  <a:pt x="889" y="112"/>
                  <a:pt x="885" y="114"/>
                </a:cubicBezTo>
                <a:cubicBezTo>
                  <a:pt x="886" y="109"/>
                  <a:pt x="893" y="107"/>
                  <a:pt x="898" y="109"/>
                </a:cubicBezTo>
                <a:close/>
                <a:moveTo>
                  <a:pt x="895" y="782"/>
                </a:moveTo>
                <a:cubicBezTo>
                  <a:pt x="893" y="782"/>
                  <a:pt x="893" y="780"/>
                  <a:pt x="893" y="778"/>
                </a:cubicBezTo>
                <a:cubicBezTo>
                  <a:pt x="894" y="778"/>
                  <a:pt x="896" y="778"/>
                  <a:pt x="896" y="777"/>
                </a:cubicBezTo>
                <a:cubicBezTo>
                  <a:pt x="899" y="778"/>
                  <a:pt x="895" y="779"/>
                  <a:pt x="895" y="782"/>
                </a:cubicBezTo>
                <a:close/>
                <a:moveTo>
                  <a:pt x="892" y="784"/>
                </a:moveTo>
                <a:cubicBezTo>
                  <a:pt x="892" y="787"/>
                  <a:pt x="891" y="788"/>
                  <a:pt x="889" y="788"/>
                </a:cubicBezTo>
                <a:cubicBezTo>
                  <a:pt x="887" y="786"/>
                  <a:pt x="889" y="784"/>
                  <a:pt x="892" y="784"/>
                </a:cubicBezTo>
                <a:close/>
                <a:moveTo>
                  <a:pt x="885" y="784"/>
                </a:moveTo>
                <a:cubicBezTo>
                  <a:pt x="885" y="781"/>
                  <a:pt x="888" y="781"/>
                  <a:pt x="890" y="781"/>
                </a:cubicBezTo>
                <a:cubicBezTo>
                  <a:pt x="889" y="783"/>
                  <a:pt x="888" y="784"/>
                  <a:pt x="885" y="784"/>
                </a:cubicBezTo>
                <a:close/>
                <a:moveTo>
                  <a:pt x="880" y="901"/>
                </a:moveTo>
                <a:cubicBezTo>
                  <a:pt x="878" y="902"/>
                  <a:pt x="877" y="900"/>
                  <a:pt x="875" y="900"/>
                </a:cubicBezTo>
                <a:cubicBezTo>
                  <a:pt x="876" y="902"/>
                  <a:pt x="878" y="903"/>
                  <a:pt x="877" y="907"/>
                </a:cubicBezTo>
                <a:cubicBezTo>
                  <a:pt x="872" y="910"/>
                  <a:pt x="867" y="917"/>
                  <a:pt x="861" y="915"/>
                </a:cubicBezTo>
                <a:cubicBezTo>
                  <a:pt x="861" y="913"/>
                  <a:pt x="863" y="912"/>
                  <a:pt x="865" y="912"/>
                </a:cubicBezTo>
                <a:cubicBezTo>
                  <a:pt x="865" y="911"/>
                  <a:pt x="864" y="909"/>
                  <a:pt x="864" y="908"/>
                </a:cubicBezTo>
                <a:cubicBezTo>
                  <a:pt x="863" y="908"/>
                  <a:pt x="861" y="908"/>
                  <a:pt x="861" y="910"/>
                </a:cubicBezTo>
                <a:cubicBezTo>
                  <a:pt x="858" y="910"/>
                  <a:pt x="861" y="904"/>
                  <a:pt x="859" y="904"/>
                </a:cubicBezTo>
                <a:cubicBezTo>
                  <a:pt x="861" y="903"/>
                  <a:pt x="863" y="902"/>
                  <a:pt x="864" y="900"/>
                </a:cubicBezTo>
                <a:cubicBezTo>
                  <a:pt x="864" y="899"/>
                  <a:pt x="862" y="899"/>
                  <a:pt x="861" y="898"/>
                </a:cubicBezTo>
                <a:cubicBezTo>
                  <a:pt x="861" y="895"/>
                  <a:pt x="864" y="895"/>
                  <a:pt x="868" y="895"/>
                </a:cubicBezTo>
                <a:cubicBezTo>
                  <a:pt x="868" y="897"/>
                  <a:pt x="868" y="899"/>
                  <a:pt x="870" y="900"/>
                </a:cubicBezTo>
                <a:cubicBezTo>
                  <a:pt x="873" y="895"/>
                  <a:pt x="877" y="898"/>
                  <a:pt x="880" y="893"/>
                </a:cubicBezTo>
                <a:cubicBezTo>
                  <a:pt x="884" y="894"/>
                  <a:pt x="879" y="898"/>
                  <a:pt x="880" y="901"/>
                </a:cubicBezTo>
                <a:close/>
                <a:moveTo>
                  <a:pt x="865" y="868"/>
                </a:moveTo>
                <a:cubicBezTo>
                  <a:pt x="867" y="866"/>
                  <a:pt x="868" y="863"/>
                  <a:pt x="873" y="863"/>
                </a:cubicBezTo>
                <a:cubicBezTo>
                  <a:pt x="872" y="866"/>
                  <a:pt x="869" y="870"/>
                  <a:pt x="865" y="868"/>
                </a:cubicBezTo>
                <a:close/>
                <a:moveTo>
                  <a:pt x="869" y="789"/>
                </a:moveTo>
                <a:cubicBezTo>
                  <a:pt x="867" y="787"/>
                  <a:pt x="869" y="785"/>
                  <a:pt x="870" y="782"/>
                </a:cubicBezTo>
                <a:cubicBezTo>
                  <a:pt x="867" y="782"/>
                  <a:pt x="867" y="785"/>
                  <a:pt x="864" y="784"/>
                </a:cubicBezTo>
                <a:cubicBezTo>
                  <a:pt x="863" y="782"/>
                  <a:pt x="859" y="780"/>
                  <a:pt x="862" y="776"/>
                </a:cubicBezTo>
                <a:cubicBezTo>
                  <a:pt x="865" y="776"/>
                  <a:pt x="865" y="780"/>
                  <a:pt x="868" y="781"/>
                </a:cubicBezTo>
                <a:cubicBezTo>
                  <a:pt x="872" y="779"/>
                  <a:pt x="866" y="776"/>
                  <a:pt x="867" y="771"/>
                </a:cubicBezTo>
                <a:cubicBezTo>
                  <a:pt x="870" y="763"/>
                  <a:pt x="885" y="754"/>
                  <a:pt x="890" y="767"/>
                </a:cubicBezTo>
                <a:cubicBezTo>
                  <a:pt x="890" y="769"/>
                  <a:pt x="884" y="770"/>
                  <a:pt x="888" y="771"/>
                </a:cubicBezTo>
                <a:cubicBezTo>
                  <a:pt x="882" y="777"/>
                  <a:pt x="877" y="784"/>
                  <a:pt x="869" y="789"/>
                </a:cubicBezTo>
                <a:close/>
                <a:moveTo>
                  <a:pt x="885" y="860"/>
                </a:moveTo>
                <a:cubicBezTo>
                  <a:pt x="890" y="859"/>
                  <a:pt x="884" y="855"/>
                  <a:pt x="886" y="853"/>
                </a:cubicBezTo>
                <a:cubicBezTo>
                  <a:pt x="890" y="853"/>
                  <a:pt x="887" y="854"/>
                  <a:pt x="887" y="856"/>
                </a:cubicBezTo>
                <a:cubicBezTo>
                  <a:pt x="889" y="854"/>
                  <a:pt x="891" y="852"/>
                  <a:pt x="894" y="852"/>
                </a:cubicBezTo>
                <a:cubicBezTo>
                  <a:pt x="893" y="849"/>
                  <a:pt x="895" y="848"/>
                  <a:pt x="895" y="844"/>
                </a:cubicBezTo>
                <a:cubicBezTo>
                  <a:pt x="897" y="845"/>
                  <a:pt x="897" y="842"/>
                  <a:pt x="899" y="843"/>
                </a:cubicBezTo>
                <a:cubicBezTo>
                  <a:pt x="898" y="847"/>
                  <a:pt x="899" y="848"/>
                  <a:pt x="899" y="853"/>
                </a:cubicBezTo>
                <a:cubicBezTo>
                  <a:pt x="897" y="858"/>
                  <a:pt x="889" y="857"/>
                  <a:pt x="888" y="863"/>
                </a:cubicBezTo>
                <a:cubicBezTo>
                  <a:pt x="886" y="863"/>
                  <a:pt x="887" y="860"/>
                  <a:pt x="885" y="860"/>
                </a:cubicBezTo>
                <a:close/>
                <a:moveTo>
                  <a:pt x="975" y="902"/>
                </a:moveTo>
                <a:cubicBezTo>
                  <a:pt x="975" y="894"/>
                  <a:pt x="985" y="896"/>
                  <a:pt x="986" y="888"/>
                </a:cubicBezTo>
                <a:cubicBezTo>
                  <a:pt x="989" y="888"/>
                  <a:pt x="989" y="890"/>
                  <a:pt x="991" y="890"/>
                </a:cubicBezTo>
                <a:cubicBezTo>
                  <a:pt x="988" y="897"/>
                  <a:pt x="983" y="901"/>
                  <a:pt x="975" y="902"/>
                </a:cubicBezTo>
                <a:close/>
                <a:moveTo>
                  <a:pt x="1022" y="871"/>
                </a:moveTo>
                <a:cubicBezTo>
                  <a:pt x="1020" y="870"/>
                  <a:pt x="1019" y="868"/>
                  <a:pt x="1018" y="865"/>
                </a:cubicBezTo>
                <a:cubicBezTo>
                  <a:pt x="1022" y="866"/>
                  <a:pt x="1020" y="862"/>
                  <a:pt x="1024" y="863"/>
                </a:cubicBezTo>
                <a:cubicBezTo>
                  <a:pt x="1024" y="867"/>
                  <a:pt x="1023" y="869"/>
                  <a:pt x="1022" y="871"/>
                </a:cubicBezTo>
                <a:close/>
                <a:moveTo>
                  <a:pt x="1038" y="828"/>
                </a:moveTo>
                <a:cubicBezTo>
                  <a:pt x="1039" y="828"/>
                  <a:pt x="1039" y="829"/>
                  <a:pt x="1040" y="829"/>
                </a:cubicBezTo>
                <a:cubicBezTo>
                  <a:pt x="1041" y="831"/>
                  <a:pt x="1038" y="831"/>
                  <a:pt x="1038" y="833"/>
                </a:cubicBezTo>
                <a:cubicBezTo>
                  <a:pt x="1036" y="833"/>
                  <a:pt x="1038" y="829"/>
                  <a:pt x="1038" y="828"/>
                </a:cubicBezTo>
                <a:close/>
                <a:moveTo>
                  <a:pt x="1034" y="826"/>
                </a:moveTo>
                <a:cubicBezTo>
                  <a:pt x="1034" y="821"/>
                  <a:pt x="1040" y="818"/>
                  <a:pt x="1044" y="821"/>
                </a:cubicBezTo>
                <a:cubicBezTo>
                  <a:pt x="1042" y="824"/>
                  <a:pt x="1040" y="827"/>
                  <a:pt x="1034" y="826"/>
                </a:cubicBezTo>
                <a:close/>
                <a:moveTo>
                  <a:pt x="1042" y="862"/>
                </a:moveTo>
                <a:cubicBezTo>
                  <a:pt x="1044" y="858"/>
                  <a:pt x="1044" y="857"/>
                  <a:pt x="1047" y="853"/>
                </a:cubicBezTo>
                <a:cubicBezTo>
                  <a:pt x="1048" y="855"/>
                  <a:pt x="1048" y="859"/>
                  <a:pt x="1049" y="864"/>
                </a:cubicBezTo>
                <a:cubicBezTo>
                  <a:pt x="1046" y="864"/>
                  <a:pt x="1046" y="862"/>
                  <a:pt x="1042" y="862"/>
                </a:cubicBezTo>
                <a:close/>
                <a:moveTo>
                  <a:pt x="1057" y="850"/>
                </a:moveTo>
                <a:cubicBezTo>
                  <a:pt x="1053" y="848"/>
                  <a:pt x="1059" y="848"/>
                  <a:pt x="1059" y="846"/>
                </a:cubicBezTo>
                <a:cubicBezTo>
                  <a:pt x="1063" y="846"/>
                  <a:pt x="1058" y="850"/>
                  <a:pt x="1057" y="850"/>
                </a:cubicBezTo>
                <a:close/>
                <a:moveTo>
                  <a:pt x="1041" y="795"/>
                </a:moveTo>
                <a:cubicBezTo>
                  <a:pt x="1040" y="797"/>
                  <a:pt x="1040" y="801"/>
                  <a:pt x="1038" y="803"/>
                </a:cubicBezTo>
                <a:cubicBezTo>
                  <a:pt x="1028" y="803"/>
                  <a:pt x="1024" y="810"/>
                  <a:pt x="1015" y="811"/>
                </a:cubicBezTo>
                <a:cubicBezTo>
                  <a:pt x="1017" y="808"/>
                  <a:pt x="1016" y="808"/>
                  <a:pt x="1016" y="804"/>
                </a:cubicBezTo>
                <a:cubicBezTo>
                  <a:pt x="1011" y="805"/>
                  <a:pt x="1015" y="809"/>
                  <a:pt x="1013" y="812"/>
                </a:cubicBezTo>
                <a:cubicBezTo>
                  <a:pt x="1010" y="812"/>
                  <a:pt x="1008" y="809"/>
                  <a:pt x="1010" y="808"/>
                </a:cubicBezTo>
                <a:cubicBezTo>
                  <a:pt x="1006" y="808"/>
                  <a:pt x="1006" y="811"/>
                  <a:pt x="1002" y="811"/>
                </a:cubicBezTo>
                <a:cubicBezTo>
                  <a:pt x="1004" y="817"/>
                  <a:pt x="997" y="818"/>
                  <a:pt x="995" y="822"/>
                </a:cubicBezTo>
                <a:cubicBezTo>
                  <a:pt x="997" y="823"/>
                  <a:pt x="998" y="825"/>
                  <a:pt x="996" y="827"/>
                </a:cubicBezTo>
                <a:cubicBezTo>
                  <a:pt x="1000" y="828"/>
                  <a:pt x="1001" y="829"/>
                  <a:pt x="1004" y="833"/>
                </a:cubicBezTo>
                <a:cubicBezTo>
                  <a:pt x="1009" y="828"/>
                  <a:pt x="1014" y="825"/>
                  <a:pt x="1016" y="818"/>
                </a:cubicBezTo>
                <a:cubicBezTo>
                  <a:pt x="1029" y="815"/>
                  <a:pt x="1036" y="806"/>
                  <a:pt x="1047" y="802"/>
                </a:cubicBezTo>
                <a:cubicBezTo>
                  <a:pt x="1052" y="803"/>
                  <a:pt x="1051" y="812"/>
                  <a:pt x="1058" y="812"/>
                </a:cubicBezTo>
                <a:cubicBezTo>
                  <a:pt x="1054" y="815"/>
                  <a:pt x="1054" y="821"/>
                  <a:pt x="1049" y="822"/>
                </a:cubicBezTo>
                <a:cubicBezTo>
                  <a:pt x="1050" y="819"/>
                  <a:pt x="1047" y="820"/>
                  <a:pt x="1047" y="821"/>
                </a:cubicBezTo>
                <a:cubicBezTo>
                  <a:pt x="1044" y="821"/>
                  <a:pt x="1045" y="818"/>
                  <a:pt x="1044" y="817"/>
                </a:cubicBezTo>
                <a:cubicBezTo>
                  <a:pt x="1037" y="818"/>
                  <a:pt x="1031" y="820"/>
                  <a:pt x="1027" y="824"/>
                </a:cubicBezTo>
                <a:cubicBezTo>
                  <a:pt x="1029" y="825"/>
                  <a:pt x="1031" y="827"/>
                  <a:pt x="1033" y="827"/>
                </a:cubicBezTo>
                <a:cubicBezTo>
                  <a:pt x="1031" y="830"/>
                  <a:pt x="1033" y="831"/>
                  <a:pt x="1033" y="834"/>
                </a:cubicBezTo>
                <a:cubicBezTo>
                  <a:pt x="1037" y="834"/>
                  <a:pt x="1037" y="834"/>
                  <a:pt x="1040" y="835"/>
                </a:cubicBezTo>
                <a:cubicBezTo>
                  <a:pt x="1041" y="836"/>
                  <a:pt x="1041" y="835"/>
                  <a:pt x="1041" y="835"/>
                </a:cubicBezTo>
                <a:cubicBezTo>
                  <a:pt x="1040" y="838"/>
                  <a:pt x="1035" y="842"/>
                  <a:pt x="1031" y="842"/>
                </a:cubicBezTo>
                <a:cubicBezTo>
                  <a:pt x="1029" y="839"/>
                  <a:pt x="1030" y="838"/>
                  <a:pt x="1028" y="834"/>
                </a:cubicBezTo>
                <a:cubicBezTo>
                  <a:pt x="1024" y="834"/>
                  <a:pt x="1027" y="839"/>
                  <a:pt x="1026" y="840"/>
                </a:cubicBezTo>
                <a:cubicBezTo>
                  <a:pt x="1026" y="842"/>
                  <a:pt x="1028" y="842"/>
                  <a:pt x="1030" y="842"/>
                </a:cubicBezTo>
                <a:cubicBezTo>
                  <a:pt x="1029" y="845"/>
                  <a:pt x="1026" y="847"/>
                  <a:pt x="1026" y="850"/>
                </a:cubicBezTo>
                <a:cubicBezTo>
                  <a:pt x="1023" y="849"/>
                  <a:pt x="1020" y="849"/>
                  <a:pt x="1019" y="847"/>
                </a:cubicBezTo>
                <a:cubicBezTo>
                  <a:pt x="1017" y="848"/>
                  <a:pt x="1019" y="853"/>
                  <a:pt x="1018" y="856"/>
                </a:cubicBezTo>
                <a:cubicBezTo>
                  <a:pt x="1021" y="855"/>
                  <a:pt x="1021" y="851"/>
                  <a:pt x="1027" y="852"/>
                </a:cubicBezTo>
                <a:cubicBezTo>
                  <a:pt x="1023" y="855"/>
                  <a:pt x="1022" y="860"/>
                  <a:pt x="1021" y="863"/>
                </a:cubicBezTo>
                <a:cubicBezTo>
                  <a:pt x="1010" y="862"/>
                  <a:pt x="1020" y="881"/>
                  <a:pt x="1008" y="884"/>
                </a:cubicBezTo>
                <a:cubicBezTo>
                  <a:pt x="1007" y="879"/>
                  <a:pt x="1004" y="872"/>
                  <a:pt x="1012" y="873"/>
                </a:cubicBezTo>
                <a:cubicBezTo>
                  <a:pt x="1012" y="870"/>
                  <a:pt x="1012" y="869"/>
                  <a:pt x="1013" y="868"/>
                </a:cubicBezTo>
                <a:cubicBezTo>
                  <a:pt x="1010" y="867"/>
                  <a:pt x="1011" y="871"/>
                  <a:pt x="1007" y="870"/>
                </a:cubicBezTo>
                <a:cubicBezTo>
                  <a:pt x="1006" y="868"/>
                  <a:pt x="1004" y="866"/>
                  <a:pt x="1005" y="862"/>
                </a:cubicBezTo>
                <a:cubicBezTo>
                  <a:pt x="1007" y="862"/>
                  <a:pt x="1008" y="864"/>
                  <a:pt x="1011" y="863"/>
                </a:cubicBezTo>
                <a:cubicBezTo>
                  <a:pt x="1013" y="862"/>
                  <a:pt x="1012" y="860"/>
                  <a:pt x="1015" y="860"/>
                </a:cubicBezTo>
                <a:cubicBezTo>
                  <a:pt x="1015" y="857"/>
                  <a:pt x="1011" y="857"/>
                  <a:pt x="1014" y="855"/>
                </a:cubicBezTo>
                <a:cubicBezTo>
                  <a:pt x="1005" y="851"/>
                  <a:pt x="999" y="865"/>
                  <a:pt x="990" y="867"/>
                </a:cubicBezTo>
                <a:cubicBezTo>
                  <a:pt x="989" y="866"/>
                  <a:pt x="989" y="865"/>
                  <a:pt x="989" y="862"/>
                </a:cubicBezTo>
                <a:cubicBezTo>
                  <a:pt x="986" y="863"/>
                  <a:pt x="986" y="867"/>
                  <a:pt x="982" y="866"/>
                </a:cubicBezTo>
                <a:cubicBezTo>
                  <a:pt x="982" y="863"/>
                  <a:pt x="980" y="864"/>
                  <a:pt x="981" y="861"/>
                </a:cubicBezTo>
                <a:cubicBezTo>
                  <a:pt x="980" y="858"/>
                  <a:pt x="983" y="860"/>
                  <a:pt x="983" y="858"/>
                </a:cubicBezTo>
                <a:cubicBezTo>
                  <a:pt x="979" y="858"/>
                  <a:pt x="974" y="864"/>
                  <a:pt x="968" y="866"/>
                </a:cubicBezTo>
                <a:cubicBezTo>
                  <a:pt x="968" y="862"/>
                  <a:pt x="968" y="862"/>
                  <a:pt x="968" y="862"/>
                </a:cubicBezTo>
                <a:cubicBezTo>
                  <a:pt x="964" y="861"/>
                  <a:pt x="965" y="866"/>
                  <a:pt x="961" y="865"/>
                </a:cubicBezTo>
                <a:cubicBezTo>
                  <a:pt x="961" y="864"/>
                  <a:pt x="961" y="863"/>
                  <a:pt x="960" y="862"/>
                </a:cubicBezTo>
                <a:cubicBezTo>
                  <a:pt x="958" y="863"/>
                  <a:pt x="958" y="864"/>
                  <a:pt x="958" y="866"/>
                </a:cubicBezTo>
                <a:cubicBezTo>
                  <a:pt x="957" y="862"/>
                  <a:pt x="951" y="866"/>
                  <a:pt x="953" y="861"/>
                </a:cubicBezTo>
                <a:cubicBezTo>
                  <a:pt x="950" y="861"/>
                  <a:pt x="952" y="867"/>
                  <a:pt x="948" y="865"/>
                </a:cubicBezTo>
                <a:cubicBezTo>
                  <a:pt x="950" y="867"/>
                  <a:pt x="951" y="870"/>
                  <a:pt x="950" y="875"/>
                </a:cubicBezTo>
                <a:cubicBezTo>
                  <a:pt x="949" y="878"/>
                  <a:pt x="943" y="877"/>
                  <a:pt x="944" y="882"/>
                </a:cubicBezTo>
                <a:cubicBezTo>
                  <a:pt x="940" y="882"/>
                  <a:pt x="939" y="883"/>
                  <a:pt x="935" y="882"/>
                </a:cubicBezTo>
                <a:cubicBezTo>
                  <a:pt x="936" y="878"/>
                  <a:pt x="938" y="874"/>
                  <a:pt x="940" y="871"/>
                </a:cubicBezTo>
                <a:cubicBezTo>
                  <a:pt x="943" y="871"/>
                  <a:pt x="942" y="869"/>
                  <a:pt x="944" y="871"/>
                </a:cubicBezTo>
                <a:cubicBezTo>
                  <a:pt x="946" y="870"/>
                  <a:pt x="947" y="866"/>
                  <a:pt x="946" y="865"/>
                </a:cubicBezTo>
                <a:cubicBezTo>
                  <a:pt x="936" y="864"/>
                  <a:pt x="934" y="872"/>
                  <a:pt x="929" y="879"/>
                </a:cubicBezTo>
                <a:cubicBezTo>
                  <a:pt x="927" y="878"/>
                  <a:pt x="927" y="876"/>
                  <a:pt x="927" y="874"/>
                </a:cubicBezTo>
                <a:cubicBezTo>
                  <a:pt x="917" y="877"/>
                  <a:pt x="924" y="885"/>
                  <a:pt x="919" y="891"/>
                </a:cubicBezTo>
                <a:cubicBezTo>
                  <a:pt x="915" y="892"/>
                  <a:pt x="916" y="891"/>
                  <a:pt x="912" y="890"/>
                </a:cubicBezTo>
                <a:cubicBezTo>
                  <a:pt x="909" y="896"/>
                  <a:pt x="908" y="903"/>
                  <a:pt x="902" y="905"/>
                </a:cubicBezTo>
                <a:cubicBezTo>
                  <a:pt x="896" y="903"/>
                  <a:pt x="890" y="905"/>
                  <a:pt x="887" y="899"/>
                </a:cubicBezTo>
                <a:cubicBezTo>
                  <a:pt x="889" y="884"/>
                  <a:pt x="908" y="887"/>
                  <a:pt x="914" y="876"/>
                </a:cubicBezTo>
                <a:cubicBezTo>
                  <a:pt x="917" y="876"/>
                  <a:pt x="914" y="878"/>
                  <a:pt x="916" y="879"/>
                </a:cubicBezTo>
                <a:cubicBezTo>
                  <a:pt x="923" y="869"/>
                  <a:pt x="939" y="868"/>
                  <a:pt x="942" y="854"/>
                </a:cubicBezTo>
                <a:cubicBezTo>
                  <a:pt x="952" y="854"/>
                  <a:pt x="952" y="854"/>
                  <a:pt x="952" y="854"/>
                </a:cubicBezTo>
                <a:cubicBezTo>
                  <a:pt x="954" y="851"/>
                  <a:pt x="955" y="848"/>
                  <a:pt x="957" y="846"/>
                </a:cubicBezTo>
                <a:cubicBezTo>
                  <a:pt x="959" y="845"/>
                  <a:pt x="958" y="847"/>
                  <a:pt x="960" y="848"/>
                </a:cubicBezTo>
                <a:cubicBezTo>
                  <a:pt x="962" y="847"/>
                  <a:pt x="960" y="843"/>
                  <a:pt x="961" y="843"/>
                </a:cubicBezTo>
                <a:cubicBezTo>
                  <a:pt x="966" y="845"/>
                  <a:pt x="969" y="839"/>
                  <a:pt x="971" y="835"/>
                </a:cubicBezTo>
                <a:cubicBezTo>
                  <a:pt x="970" y="832"/>
                  <a:pt x="970" y="838"/>
                  <a:pt x="968" y="836"/>
                </a:cubicBezTo>
                <a:cubicBezTo>
                  <a:pt x="969" y="834"/>
                  <a:pt x="968" y="833"/>
                  <a:pt x="968" y="832"/>
                </a:cubicBezTo>
                <a:cubicBezTo>
                  <a:pt x="966" y="835"/>
                  <a:pt x="956" y="846"/>
                  <a:pt x="950" y="844"/>
                </a:cubicBezTo>
                <a:cubicBezTo>
                  <a:pt x="950" y="843"/>
                  <a:pt x="952" y="841"/>
                  <a:pt x="951" y="841"/>
                </a:cubicBezTo>
                <a:cubicBezTo>
                  <a:pt x="948" y="842"/>
                  <a:pt x="948" y="846"/>
                  <a:pt x="945" y="848"/>
                </a:cubicBezTo>
                <a:cubicBezTo>
                  <a:pt x="942" y="848"/>
                  <a:pt x="941" y="847"/>
                  <a:pt x="940" y="845"/>
                </a:cubicBezTo>
                <a:cubicBezTo>
                  <a:pt x="937" y="846"/>
                  <a:pt x="938" y="852"/>
                  <a:pt x="932" y="852"/>
                </a:cubicBezTo>
                <a:cubicBezTo>
                  <a:pt x="937" y="850"/>
                  <a:pt x="933" y="844"/>
                  <a:pt x="932" y="840"/>
                </a:cubicBezTo>
                <a:cubicBezTo>
                  <a:pt x="929" y="842"/>
                  <a:pt x="928" y="846"/>
                  <a:pt x="923" y="846"/>
                </a:cubicBezTo>
                <a:cubicBezTo>
                  <a:pt x="922" y="844"/>
                  <a:pt x="922" y="842"/>
                  <a:pt x="922" y="839"/>
                </a:cubicBezTo>
                <a:cubicBezTo>
                  <a:pt x="917" y="839"/>
                  <a:pt x="917" y="844"/>
                  <a:pt x="916" y="848"/>
                </a:cubicBezTo>
                <a:cubicBezTo>
                  <a:pt x="914" y="848"/>
                  <a:pt x="913" y="847"/>
                  <a:pt x="912" y="847"/>
                </a:cubicBezTo>
                <a:cubicBezTo>
                  <a:pt x="910" y="847"/>
                  <a:pt x="911" y="850"/>
                  <a:pt x="909" y="849"/>
                </a:cubicBezTo>
                <a:cubicBezTo>
                  <a:pt x="910" y="851"/>
                  <a:pt x="913" y="848"/>
                  <a:pt x="916" y="850"/>
                </a:cubicBezTo>
                <a:cubicBezTo>
                  <a:pt x="915" y="853"/>
                  <a:pt x="914" y="856"/>
                  <a:pt x="910" y="856"/>
                </a:cubicBezTo>
                <a:cubicBezTo>
                  <a:pt x="912" y="860"/>
                  <a:pt x="912" y="861"/>
                  <a:pt x="909" y="863"/>
                </a:cubicBezTo>
                <a:cubicBezTo>
                  <a:pt x="906" y="863"/>
                  <a:pt x="908" y="858"/>
                  <a:pt x="907" y="855"/>
                </a:cubicBezTo>
                <a:cubicBezTo>
                  <a:pt x="906" y="855"/>
                  <a:pt x="905" y="856"/>
                  <a:pt x="905" y="857"/>
                </a:cubicBezTo>
                <a:cubicBezTo>
                  <a:pt x="903" y="853"/>
                  <a:pt x="908" y="852"/>
                  <a:pt x="906" y="847"/>
                </a:cubicBezTo>
                <a:cubicBezTo>
                  <a:pt x="911" y="845"/>
                  <a:pt x="912" y="840"/>
                  <a:pt x="917" y="838"/>
                </a:cubicBezTo>
                <a:cubicBezTo>
                  <a:pt x="919" y="839"/>
                  <a:pt x="915" y="840"/>
                  <a:pt x="916" y="841"/>
                </a:cubicBezTo>
                <a:cubicBezTo>
                  <a:pt x="917" y="842"/>
                  <a:pt x="921" y="837"/>
                  <a:pt x="922" y="834"/>
                </a:cubicBezTo>
                <a:cubicBezTo>
                  <a:pt x="922" y="833"/>
                  <a:pt x="920" y="834"/>
                  <a:pt x="919" y="834"/>
                </a:cubicBezTo>
                <a:cubicBezTo>
                  <a:pt x="926" y="827"/>
                  <a:pt x="934" y="822"/>
                  <a:pt x="943" y="819"/>
                </a:cubicBezTo>
                <a:cubicBezTo>
                  <a:pt x="942" y="822"/>
                  <a:pt x="946" y="820"/>
                  <a:pt x="945" y="823"/>
                </a:cubicBezTo>
                <a:cubicBezTo>
                  <a:pt x="948" y="822"/>
                  <a:pt x="945" y="817"/>
                  <a:pt x="949" y="815"/>
                </a:cubicBezTo>
                <a:cubicBezTo>
                  <a:pt x="960" y="820"/>
                  <a:pt x="946" y="829"/>
                  <a:pt x="942" y="834"/>
                </a:cubicBezTo>
                <a:cubicBezTo>
                  <a:pt x="946" y="836"/>
                  <a:pt x="947" y="837"/>
                  <a:pt x="947" y="842"/>
                </a:cubicBezTo>
                <a:cubicBezTo>
                  <a:pt x="949" y="840"/>
                  <a:pt x="948" y="839"/>
                  <a:pt x="948" y="835"/>
                </a:cubicBezTo>
                <a:cubicBezTo>
                  <a:pt x="953" y="833"/>
                  <a:pt x="954" y="826"/>
                  <a:pt x="959" y="823"/>
                </a:cubicBezTo>
                <a:cubicBezTo>
                  <a:pt x="957" y="822"/>
                  <a:pt x="955" y="820"/>
                  <a:pt x="955" y="817"/>
                </a:cubicBezTo>
                <a:cubicBezTo>
                  <a:pt x="960" y="817"/>
                  <a:pt x="969" y="816"/>
                  <a:pt x="967" y="808"/>
                </a:cubicBezTo>
                <a:cubicBezTo>
                  <a:pt x="969" y="807"/>
                  <a:pt x="971" y="807"/>
                  <a:pt x="972" y="805"/>
                </a:cubicBezTo>
                <a:cubicBezTo>
                  <a:pt x="974" y="806"/>
                  <a:pt x="970" y="807"/>
                  <a:pt x="971" y="808"/>
                </a:cubicBezTo>
                <a:cubicBezTo>
                  <a:pt x="973" y="807"/>
                  <a:pt x="975" y="810"/>
                  <a:pt x="974" y="806"/>
                </a:cubicBezTo>
                <a:cubicBezTo>
                  <a:pt x="977" y="808"/>
                  <a:pt x="978" y="805"/>
                  <a:pt x="981" y="805"/>
                </a:cubicBezTo>
                <a:cubicBezTo>
                  <a:pt x="982" y="807"/>
                  <a:pt x="978" y="811"/>
                  <a:pt x="977" y="814"/>
                </a:cubicBezTo>
                <a:cubicBezTo>
                  <a:pt x="976" y="814"/>
                  <a:pt x="976" y="812"/>
                  <a:pt x="975" y="812"/>
                </a:cubicBezTo>
                <a:cubicBezTo>
                  <a:pt x="976" y="815"/>
                  <a:pt x="969" y="822"/>
                  <a:pt x="975" y="823"/>
                </a:cubicBezTo>
                <a:cubicBezTo>
                  <a:pt x="975" y="826"/>
                  <a:pt x="974" y="827"/>
                  <a:pt x="973" y="830"/>
                </a:cubicBezTo>
                <a:cubicBezTo>
                  <a:pt x="974" y="831"/>
                  <a:pt x="978" y="829"/>
                  <a:pt x="980" y="829"/>
                </a:cubicBezTo>
                <a:cubicBezTo>
                  <a:pt x="979" y="826"/>
                  <a:pt x="979" y="825"/>
                  <a:pt x="976" y="826"/>
                </a:cubicBezTo>
                <a:cubicBezTo>
                  <a:pt x="976" y="823"/>
                  <a:pt x="978" y="821"/>
                  <a:pt x="977" y="818"/>
                </a:cubicBezTo>
                <a:cubicBezTo>
                  <a:pt x="980" y="817"/>
                  <a:pt x="980" y="818"/>
                  <a:pt x="983" y="819"/>
                </a:cubicBezTo>
                <a:cubicBezTo>
                  <a:pt x="986" y="818"/>
                  <a:pt x="988" y="809"/>
                  <a:pt x="993" y="814"/>
                </a:cubicBezTo>
                <a:cubicBezTo>
                  <a:pt x="998" y="810"/>
                  <a:pt x="997" y="801"/>
                  <a:pt x="1005" y="799"/>
                </a:cubicBezTo>
                <a:cubicBezTo>
                  <a:pt x="1004" y="797"/>
                  <a:pt x="1003" y="795"/>
                  <a:pt x="1004" y="792"/>
                </a:cubicBezTo>
                <a:cubicBezTo>
                  <a:pt x="1006" y="791"/>
                  <a:pt x="1007" y="789"/>
                  <a:pt x="1010" y="790"/>
                </a:cubicBezTo>
                <a:cubicBezTo>
                  <a:pt x="1010" y="793"/>
                  <a:pt x="1010" y="793"/>
                  <a:pt x="1010" y="793"/>
                </a:cubicBezTo>
                <a:cubicBezTo>
                  <a:pt x="1014" y="792"/>
                  <a:pt x="1015" y="788"/>
                  <a:pt x="1016" y="784"/>
                </a:cubicBezTo>
                <a:cubicBezTo>
                  <a:pt x="1022" y="786"/>
                  <a:pt x="1021" y="779"/>
                  <a:pt x="1025" y="777"/>
                </a:cubicBezTo>
                <a:cubicBezTo>
                  <a:pt x="1026" y="778"/>
                  <a:pt x="1028" y="778"/>
                  <a:pt x="1030" y="778"/>
                </a:cubicBezTo>
                <a:cubicBezTo>
                  <a:pt x="1030" y="782"/>
                  <a:pt x="1029" y="781"/>
                  <a:pt x="1030" y="785"/>
                </a:cubicBezTo>
                <a:cubicBezTo>
                  <a:pt x="1028" y="786"/>
                  <a:pt x="1028" y="784"/>
                  <a:pt x="1026" y="784"/>
                </a:cubicBezTo>
                <a:cubicBezTo>
                  <a:pt x="1032" y="792"/>
                  <a:pt x="1025" y="800"/>
                  <a:pt x="1017" y="802"/>
                </a:cubicBezTo>
                <a:cubicBezTo>
                  <a:pt x="1018" y="803"/>
                  <a:pt x="1020" y="804"/>
                  <a:pt x="1019" y="807"/>
                </a:cubicBezTo>
                <a:cubicBezTo>
                  <a:pt x="1023" y="807"/>
                  <a:pt x="1023" y="807"/>
                  <a:pt x="1023" y="807"/>
                </a:cubicBezTo>
                <a:cubicBezTo>
                  <a:pt x="1026" y="806"/>
                  <a:pt x="1021" y="805"/>
                  <a:pt x="1022" y="803"/>
                </a:cubicBezTo>
                <a:cubicBezTo>
                  <a:pt x="1025" y="801"/>
                  <a:pt x="1029" y="802"/>
                  <a:pt x="1032" y="800"/>
                </a:cubicBezTo>
                <a:cubicBezTo>
                  <a:pt x="1032" y="798"/>
                  <a:pt x="1030" y="796"/>
                  <a:pt x="1034" y="796"/>
                </a:cubicBezTo>
                <a:cubicBezTo>
                  <a:pt x="1031" y="794"/>
                  <a:pt x="1032" y="789"/>
                  <a:pt x="1031" y="785"/>
                </a:cubicBezTo>
                <a:cubicBezTo>
                  <a:pt x="1040" y="778"/>
                  <a:pt x="1050" y="771"/>
                  <a:pt x="1060" y="766"/>
                </a:cubicBezTo>
                <a:cubicBezTo>
                  <a:pt x="1060" y="768"/>
                  <a:pt x="1062" y="768"/>
                  <a:pt x="1061" y="770"/>
                </a:cubicBezTo>
                <a:cubicBezTo>
                  <a:pt x="1056" y="771"/>
                  <a:pt x="1055" y="778"/>
                  <a:pt x="1051" y="781"/>
                </a:cubicBezTo>
                <a:cubicBezTo>
                  <a:pt x="1053" y="785"/>
                  <a:pt x="1060" y="777"/>
                  <a:pt x="1063" y="780"/>
                </a:cubicBezTo>
                <a:cubicBezTo>
                  <a:pt x="1063" y="781"/>
                  <a:pt x="1062" y="781"/>
                  <a:pt x="1063" y="782"/>
                </a:cubicBezTo>
                <a:cubicBezTo>
                  <a:pt x="1054" y="786"/>
                  <a:pt x="1053" y="801"/>
                  <a:pt x="1041" y="795"/>
                </a:cubicBezTo>
                <a:close/>
                <a:moveTo>
                  <a:pt x="929" y="862"/>
                </a:moveTo>
                <a:cubicBezTo>
                  <a:pt x="930" y="866"/>
                  <a:pt x="928" y="867"/>
                  <a:pt x="924" y="867"/>
                </a:cubicBezTo>
                <a:cubicBezTo>
                  <a:pt x="921" y="863"/>
                  <a:pt x="923" y="859"/>
                  <a:pt x="928" y="858"/>
                </a:cubicBezTo>
                <a:cubicBezTo>
                  <a:pt x="930" y="861"/>
                  <a:pt x="924" y="863"/>
                  <a:pt x="929" y="862"/>
                </a:cubicBezTo>
                <a:close/>
                <a:moveTo>
                  <a:pt x="1047" y="751"/>
                </a:moveTo>
                <a:cubicBezTo>
                  <a:pt x="1044" y="757"/>
                  <a:pt x="1034" y="753"/>
                  <a:pt x="1038" y="744"/>
                </a:cubicBezTo>
                <a:cubicBezTo>
                  <a:pt x="1039" y="743"/>
                  <a:pt x="1042" y="746"/>
                  <a:pt x="1043" y="743"/>
                </a:cubicBezTo>
                <a:cubicBezTo>
                  <a:pt x="1045" y="743"/>
                  <a:pt x="1043" y="746"/>
                  <a:pt x="1042" y="746"/>
                </a:cubicBezTo>
                <a:cubicBezTo>
                  <a:pt x="1045" y="745"/>
                  <a:pt x="1044" y="749"/>
                  <a:pt x="1047" y="751"/>
                </a:cubicBezTo>
                <a:close/>
                <a:moveTo>
                  <a:pt x="1038" y="768"/>
                </a:moveTo>
                <a:cubicBezTo>
                  <a:pt x="1038" y="767"/>
                  <a:pt x="1041" y="762"/>
                  <a:pt x="1045" y="763"/>
                </a:cubicBezTo>
                <a:cubicBezTo>
                  <a:pt x="1045" y="766"/>
                  <a:pt x="1043" y="769"/>
                  <a:pt x="1038" y="769"/>
                </a:cubicBezTo>
                <a:cubicBezTo>
                  <a:pt x="1037" y="769"/>
                  <a:pt x="1038" y="768"/>
                  <a:pt x="1039" y="769"/>
                </a:cubicBezTo>
                <a:cubicBezTo>
                  <a:pt x="1040" y="767"/>
                  <a:pt x="1038" y="767"/>
                  <a:pt x="1038" y="768"/>
                </a:cubicBezTo>
                <a:close/>
                <a:moveTo>
                  <a:pt x="1040" y="718"/>
                </a:moveTo>
                <a:cubicBezTo>
                  <a:pt x="1037" y="718"/>
                  <a:pt x="1037" y="716"/>
                  <a:pt x="1034" y="717"/>
                </a:cubicBezTo>
                <a:cubicBezTo>
                  <a:pt x="1037" y="713"/>
                  <a:pt x="1043" y="711"/>
                  <a:pt x="1045" y="704"/>
                </a:cubicBezTo>
                <a:cubicBezTo>
                  <a:pt x="1048" y="704"/>
                  <a:pt x="1046" y="709"/>
                  <a:pt x="1050" y="707"/>
                </a:cubicBezTo>
                <a:cubicBezTo>
                  <a:pt x="1049" y="713"/>
                  <a:pt x="1042" y="713"/>
                  <a:pt x="1040" y="718"/>
                </a:cubicBezTo>
                <a:close/>
                <a:moveTo>
                  <a:pt x="1042" y="720"/>
                </a:moveTo>
                <a:cubicBezTo>
                  <a:pt x="1041" y="724"/>
                  <a:pt x="1042" y="723"/>
                  <a:pt x="1041" y="726"/>
                </a:cubicBezTo>
                <a:cubicBezTo>
                  <a:pt x="1037" y="725"/>
                  <a:pt x="1036" y="730"/>
                  <a:pt x="1033" y="728"/>
                </a:cubicBezTo>
                <a:cubicBezTo>
                  <a:pt x="1036" y="725"/>
                  <a:pt x="1036" y="720"/>
                  <a:pt x="1042" y="720"/>
                </a:cubicBezTo>
                <a:close/>
                <a:moveTo>
                  <a:pt x="1051" y="760"/>
                </a:moveTo>
                <a:cubicBezTo>
                  <a:pt x="1050" y="757"/>
                  <a:pt x="1053" y="757"/>
                  <a:pt x="1054" y="755"/>
                </a:cubicBezTo>
                <a:cubicBezTo>
                  <a:pt x="1058" y="758"/>
                  <a:pt x="1062" y="748"/>
                  <a:pt x="1070" y="750"/>
                </a:cubicBezTo>
                <a:cubicBezTo>
                  <a:pt x="1064" y="756"/>
                  <a:pt x="1059" y="759"/>
                  <a:pt x="1051" y="760"/>
                </a:cubicBezTo>
                <a:close/>
                <a:moveTo>
                  <a:pt x="1065" y="765"/>
                </a:moveTo>
                <a:cubicBezTo>
                  <a:pt x="1065" y="766"/>
                  <a:pt x="1064" y="767"/>
                  <a:pt x="1064" y="769"/>
                </a:cubicBezTo>
                <a:cubicBezTo>
                  <a:pt x="1061" y="769"/>
                  <a:pt x="1061" y="765"/>
                  <a:pt x="1062" y="764"/>
                </a:cubicBezTo>
                <a:cubicBezTo>
                  <a:pt x="1064" y="764"/>
                  <a:pt x="1064" y="765"/>
                  <a:pt x="1065" y="765"/>
                </a:cubicBezTo>
                <a:close/>
                <a:moveTo>
                  <a:pt x="1066" y="831"/>
                </a:moveTo>
                <a:cubicBezTo>
                  <a:pt x="1065" y="830"/>
                  <a:pt x="1064" y="830"/>
                  <a:pt x="1063" y="830"/>
                </a:cubicBezTo>
                <a:cubicBezTo>
                  <a:pt x="1064" y="828"/>
                  <a:pt x="1065" y="827"/>
                  <a:pt x="1067" y="827"/>
                </a:cubicBezTo>
                <a:cubicBezTo>
                  <a:pt x="1067" y="829"/>
                  <a:pt x="1066" y="830"/>
                  <a:pt x="1066" y="831"/>
                </a:cubicBezTo>
                <a:close/>
                <a:moveTo>
                  <a:pt x="1064" y="777"/>
                </a:moveTo>
                <a:cubicBezTo>
                  <a:pt x="1064" y="773"/>
                  <a:pt x="1064" y="773"/>
                  <a:pt x="1064" y="773"/>
                </a:cubicBezTo>
                <a:cubicBezTo>
                  <a:pt x="1066" y="773"/>
                  <a:pt x="1068" y="774"/>
                  <a:pt x="1068" y="776"/>
                </a:cubicBezTo>
                <a:cubicBezTo>
                  <a:pt x="1067" y="777"/>
                  <a:pt x="1066" y="777"/>
                  <a:pt x="1064" y="777"/>
                </a:cubicBezTo>
                <a:close/>
                <a:moveTo>
                  <a:pt x="1111" y="821"/>
                </a:moveTo>
                <a:cubicBezTo>
                  <a:pt x="1111" y="824"/>
                  <a:pt x="1107" y="823"/>
                  <a:pt x="1107" y="827"/>
                </a:cubicBezTo>
                <a:cubicBezTo>
                  <a:pt x="1105" y="827"/>
                  <a:pt x="1105" y="824"/>
                  <a:pt x="1102" y="825"/>
                </a:cubicBezTo>
                <a:cubicBezTo>
                  <a:pt x="1105" y="824"/>
                  <a:pt x="1106" y="821"/>
                  <a:pt x="1111" y="821"/>
                </a:cubicBezTo>
                <a:close/>
                <a:moveTo>
                  <a:pt x="1120" y="787"/>
                </a:moveTo>
                <a:cubicBezTo>
                  <a:pt x="1120" y="784"/>
                  <a:pt x="1123" y="784"/>
                  <a:pt x="1125" y="784"/>
                </a:cubicBezTo>
                <a:cubicBezTo>
                  <a:pt x="1125" y="786"/>
                  <a:pt x="1123" y="787"/>
                  <a:pt x="1120" y="787"/>
                </a:cubicBezTo>
                <a:close/>
                <a:moveTo>
                  <a:pt x="1125" y="761"/>
                </a:moveTo>
                <a:cubicBezTo>
                  <a:pt x="1124" y="764"/>
                  <a:pt x="1125" y="767"/>
                  <a:pt x="1121" y="767"/>
                </a:cubicBezTo>
                <a:cubicBezTo>
                  <a:pt x="1119" y="764"/>
                  <a:pt x="1122" y="761"/>
                  <a:pt x="1125" y="761"/>
                </a:cubicBezTo>
                <a:close/>
                <a:moveTo>
                  <a:pt x="1122" y="773"/>
                </a:moveTo>
                <a:cubicBezTo>
                  <a:pt x="1123" y="771"/>
                  <a:pt x="1120" y="771"/>
                  <a:pt x="1121" y="769"/>
                </a:cubicBezTo>
                <a:cubicBezTo>
                  <a:pt x="1126" y="769"/>
                  <a:pt x="1131" y="763"/>
                  <a:pt x="1131" y="771"/>
                </a:cubicBezTo>
                <a:cubicBezTo>
                  <a:pt x="1128" y="771"/>
                  <a:pt x="1127" y="772"/>
                  <a:pt x="1122" y="773"/>
                </a:cubicBezTo>
                <a:close/>
                <a:moveTo>
                  <a:pt x="1135" y="808"/>
                </a:moveTo>
                <a:cubicBezTo>
                  <a:pt x="1135" y="810"/>
                  <a:pt x="1134" y="811"/>
                  <a:pt x="1132" y="810"/>
                </a:cubicBezTo>
                <a:cubicBezTo>
                  <a:pt x="1132" y="811"/>
                  <a:pt x="1133" y="812"/>
                  <a:pt x="1133" y="813"/>
                </a:cubicBezTo>
                <a:cubicBezTo>
                  <a:pt x="1130" y="813"/>
                  <a:pt x="1130" y="813"/>
                  <a:pt x="1130" y="813"/>
                </a:cubicBezTo>
                <a:cubicBezTo>
                  <a:pt x="1130" y="812"/>
                  <a:pt x="1130" y="810"/>
                  <a:pt x="1129" y="810"/>
                </a:cubicBezTo>
                <a:cubicBezTo>
                  <a:pt x="1129" y="809"/>
                  <a:pt x="1130" y="810"/>
                  <a:pt x="1130" y="810"/>
                </a:cubicBezTo>
                <a:cubicBezTo>
                  <a:pt x="1131" y="810"/>
                  <a:pt x="1131" y="809"/>
                  <a:pt x="1131" y="808"/>
                </a:cubicBezTo>
                <a:lnTo>
                  <a:pt x="1135" y="808"/>
                </a:lnTo>
                <a:close/>
                <a:moveTo>
                  <a:pt x="1128" y="750"/>
                </a:moveTo>
                <a:cubicBezTo>
                  <a:pt x="1131" y="749"/>
                  <a:pt x="1131" y="754"/>
                  <a:pt x="1131" y="750"/>
                </a:cubicBezTo>
                <a:cubicBezTo>
                  <a:pt x="1132" y="750"/>
                  <a:pt x="1132" y="752"/>
                  <a:pt x="1132" y="753"/>
                </a:cubicBezTo>
                <a:cubicBezTo>
                  <a:pt x="1131" y="753"/>
                  <a:pt x="1130" y="753"/>
                  <a:pt x="1130" y="754"/>
                </a:cubicBezTo>
                <a:cubicBezTo>
                  <a:pt x="1129" y="754"/>
                  <a:pt x="1129" y="753"/>
                  <a:pt x="1129" y="752"/>
                </a:cubicBezTo>
                <a:cubicBezTo>
                  <a:pt x="1128" y="752"/>
                  <a:pt x="1128" y="752"/>
                  <a:pt x="1128" y="753"/>
                </a:cubicBezTo>
                <a:cubicBezTo>
                  <a:pt x="1127" y="753"/>
                  <a:pt x="1127" y="752"/>
                  <a:pt x="1127" y="751"/>
                </a:cubicBezTo>
                <a:cubicBezTo>
                  <a:pt x="1128" y="751"/>
                  <a:pt x="1128" y="751"/>
                  <a:pt x="1128" y="750"/>
                </a:cubicBezTo>
                <a:close/>
                <a:moveTo>
                  <a:pt x="1126" y="756"/>
                </a:moveTo>
                <a:cubicBezTo>
                  <a:pt x="1125" y="759"/>
                  <a:pt x="1122" y="761"/>
                  <a:pt x="1118" y="762"/>
                </a:cubicBezTo>
                <a:cubicBezTo>
                  <a:pt x="1120" y="758"/>
                  <a:pt x="1115" y="759"/>
                  <a:pt x="1115" y="755"/>
                </a:cubicBezTo>
                <a:cubicBezTo>
                  <a:pt x="1117" y="755"/>
                  <a:pt x="1119" y="755"/>
                  <a:pt x="1119" y="754"/>
                </a:cubicBezTo>
                <a:cubicBezTo>
                  <a:pt x="1122" y="754"/>
                  <a:pt x="1121" y="758"/>
                  <a:pt x="1126" y="756"/>
                </a:cubicBezTo>
                <a:close/>
                <a:moveTo>
                  <a:pt x="1121" y="731"/>
                </a:moveTo>
                <a:cubicBezTo>
                  <a:pt x="1120" y="733"/>
                  <a:pt x="1120" y="734"/>
                  <a:pt x="1119" y="735"/>
                </a:cubicBezTo>
                <a:cubicBezTo>
                  <a:pt x="1116" y="735"/>
                  <a:pt x="1117" y="730"/>
                  <a:pt x="1121" y="731"/>
                </a:cubicBezTo>
                <a:close/>
                <a:moveTo>
                  <a:pt x="1103" y="692"/>
                </a:moveTo>
                <a:cubicBezTo>
                  <a:pt x="1104" y="693"/>
                  <a:pt x="1104" y="694"/>
                  <a:pt x="1105" y="694"/>
                </a:cubicBezTo>
                <a:cubicBezTo>
                  <a:pt x="1105" y="697"/>
                  <a:pt x="1103" y="699"/>
                  <a:pt x="1100" y="700"/>
                </a:cubicBezTo>
                <a:cubicBezTo>
                  <a:pt x="1098" y="698"/>
                  <a:pt x="1101" y="694"/>
                  <a:pt x="1103" y="692"/>
                </a:cubicBezTo>
                <a:close/>
                <a:moveTo>
                  <a:pt x="1091" y="752"/>
                </a:moveTo>
                <a:cubicBezTo>
                  <a:pt x="1093" y="751"/>
                  <a:pt x="1093" y="752"/>
                  <a:pt x="1094" y="753"/>
                </a:cubicBezTo>
                <a:cubicBezTo>
                  <a:pt x="1100" y="744"/>
                  <a:pt x="1113" y="742"/>
                  <a:pt x="1122" y="736"/>
                </a:cubicBezTo>
                <a:cubicBezTo>
                  <a:pt x="1121" y="739"/>
                  <a:pt x="1120" y="741"/>
                  <a:pt x="1119" y="743"/>
                </a:cubicBezTo>
                <a:cubicBezTo>
                  <a:pt x="1116" y="744"/>
                  <a:pt x="1117" y="742"/>
                  <a:pt x="1114" y="743"/>
                </a:cubicBezTo>
                <a:cubicBezTo>
                  <a:pt x="1114" y="745"/>
                  <a:pt x="1115" y="746"/>
                  <a:pt x="1116" y="746"/>
                </a:cubicBezTo>
                <a:cubicBezTo>
                  <a:pt x="1120" y="747"/>
                  <a:pt x="1119" y="742"/>
                  <a:pt x="1123" y="743"/>
                </a:cubicBezTo>
                <a:cubicBezTo>
                  <a:pt x="1122" y="750"/>
                  <a:pt x="1119" y="753"/>
                  <a:pt x="1113" y="754"/>
                </a:cubicBezTo>
                <a:cubicBezTo>
                  <a:pt x="1112" y="755"/>
                  <a:pt x="1111" y="756"/>
                  <a:pt x="1110" y="757"/>
                </a:cubicBezTo>
                <a:cubicBezTo>
                  <a:pt x="1110" y="759"/>
                  <a:pt x="1111" y="757"/>
                  <a:pt x="1113" y="757"/>
                </a:cubicBezTo>
                <a:cubicBezTo>
                  <a:pt x="1111" y="761"/>
                  <a:pt x="1112" y="765"/>
                  <a:pt x="1115" y="766"/>
                </a:cubicBezTo>
                <a:cubicBezTo>
                  <a:pt x="1116" y="769"/>
                  <a:pt x="1114" y="770"/>
                  <a:pt x="1113" y="772"/>
                </a:cubicBezTo>
                <a:cubicBezTo>
                  <a:pt x="1110" y="771"/>
                  <a:pt x="1108" y="767"/>
                  <a:pt x="1111" y="765"/>
                </a:cubicBezTo>
                <a:cubicBezTo>
                  <a:pt x="1105" y="767"/>
                  <a:pt x="1102" y="772"/>
                  <a:pt x="1096" y="773"/>
                </a:cubicBezTo>
                <a:cubicBezTo>
                  <a:pt x="1095" y="773"/>
                  <a:pt x="1096" y="772"/>
                  <a:pt x="1096" y="771"/>
                </a:cubicBezTo>
                <a:cubicBezTo>
                  <a:pt x="1091" y="773"/>
                  <a:pt x="1088" y="775"/>
                  <a:pt x="1084" y="778"/>
                </a:cubicBezTo>
                <a:cubicBezTo>
                  <a:pt x="1081" y="776"/>
                  <a:pt x="1086" y="774"/>
                  <a:pt x="1087" y="773"/>
                </a:cubicBezTo>
                <a:cubicBezTo>
                  <a:pt x="1083" y="769"/>
                  <a:pt x="1090" y="765"/>
                  <a:pt x="1086" y="759"/>
                </a:cubicBezTo>
                <a:cubicBezTo>
                  <a:pt x="1086" y="758"/>
                  <a:pt x="1082" y="761"/>
                  <a:pt x="1082" y="756"/>
                </a:cubicBezTo>
                <a:cubicBezTo>
                  <a:pt x="1086" y="758"/>
                  <a:pt x="1091" y="757"/>
                  <a:pt x="1091" y="752"/>
                </a:cubicBezTo>
                <a:close/>
                <a:moveTo>
                  <a:pt x="1083" y="748"/>
                </a:moveTo>
                <a:cubicBezTo>
                  <a:pt x="1081" y="750"/>
                  <a:pt x="1078" y="748"/>
                  <a:pt x="1076" y="749"/>
                </a:cubicBezTo>
                <a:cubicBezTo>
                  <a:pt x="1076" y="747"/>
                  <a:pt x="1083" y="743"/>
                  <a:pt x="1083" y="748"/>
                </a:cubicBezTo>
                <a:close/>
                <a:moveTo>
                  <a:pt x="1076" y="807"/>
                </a:moveTo>
                <a:cubicBezTo>
                  <a:pt x="1076" y="803"/>
                  <a:pt x="1072" y="803"/>
                  <a:pt x="1073" y="798"/>
                </a:cubicBezTo>
                <a:cubicBezTo>
                  <a:pt x="1074" y="796"/>
                  <a:pt x="1079" y="795"/>
                  <a:pt x="1081" y="797"/>
                </a:cubicBezTo>
                <a:cubicBezTo>
                  <a:pt x="1084" y="797"/>
                  <a:pt x="1080" y="795"/>
                  <a:pt x="1081" y="793"/>
                </a:cubicBezTo>
                <a:cubicBezTo>
                  <a:pt x="1086" y="793"/>
                  <a:pt x="1087" y="790"/>
                  <a:pt x="1091" y="789"/>
                </a:cubicBezTo>
                <a:cubicBezTo>
                  <a:pt x="1092" y="786"/>
                  <a:pt x="1088" y="788"/>
                  <a:pt x="1089" y="785"/>
                </a:cubicBezTo>
                <a:cubicBezTo>
                  <a:pt x="1090" y="783"/>
                  <a:pt x="1093" y="782"/>
                  <a:pt x="1096" y="782"/>
                </a:cubicBezTo>
                <a:cubicBezTo>
                  <a:pt x="1095" y="779"/>
                  <a:pt x="1095" y="777"/>
                  <a:pt x="1096" y="774"/>
                </a:cubicBezTo>
                <a:cubicBezTo>
                  <a:pt x="1099" y="774"/>
                  <a:pt x="1099" y="774"/>
                  <a:pt x="1099" y="774"/>
                </a:cubicBezTo>
                <a:cubicBezTo>
                  <a:pt x="1099" y="777"/>
                  <a:pt x="1101" y="779"/>
                  <a:pt x="1099" y="781"/>
                </a:cubicBezTo>
                <a:cubicBezTo>
                  <a:pt x="1103" y="781"/>
                  <a:pt x="1103" y="777"/>
                  <a:pt x="1103" y="774"/>
                </a:cubicBezTo>
                <a:cubicBezTo>
                  <a:pt x="1108" y="776"/>
                  <a:pt x="1106" y="775"/>
                  <a:pt x="1112" y="774"/>
                </a:cubicBezTo>
                <a:cubicBezTo>
                  <a:pt x="1112" y="777"/>
                  <a:pt x="1114" y="779"/>
                  <a:pt x="1113" y="782"/>
                </a:cubicBezTo>
                <a:cubicBezTo>
                  <a:pt x="1103" y="786"/>
                  <a:pt x="1102" y="797"/>
                  <a:pt x="1092" y="800"/>
                </a:cubicBezTo>
                <a:cubicBezTo>
                  <a:pt x="1090" y="800"/>
                  <a:pt x="1090" y="798"/>
                  <a:pt x="1088" y="797"/>
                </a:cubicBezTo>
                <a:cubicBezTo>
                  <a:pt x="1084" y="805"/>
                  <a:pt x="1081" y="815"/>
                  <a:pt x="1070" y="816"/>
                </a:cubicBezTo>
                <a:cubicBezTo>
                  <a:pt x="1071" y="812"/>
                  <a:pt x="1076" y="812"/>
                  <a:pt x="1076" y="807"/>
                </a:cubicBezTo>
                <a:close/>
                <a:moveTo>
                  <a:pt x="1066" y="712"/>
                </a:moveTo>
                <a:cubicBezTo>
                  <a:pt x="1069" y="714"/>
                  <a:pt x="1066" y="717"/>
                  <a:pt x="1069" y="719"/>
                </a:cubicBezTo>
                <a:cubicBezTo>
                  <a:pt x="1067" y="723"/>
                  <a:pt x="1063" y="724"/>
                  <a:pt x="1059" y="724"/>
                </a:cubicBezTo>
                <a:cubicBezTo>
                  <a:pt x="1060" y="720"/>
                  <a:pt x="1057" y="720"/>
                  <a:pt x="1055" y="719"/>
                </a:cubicBezTo>
                <a:cubicBezTo>
                  <a:pt x="1056" y="715"/>
                  <a:pt x="1060" y="712"/>
                  <a:pt x="1066" y="712"/>
                </a:cubicBezTo>
                <a:close/>
                <a:moveTo>
                  <a:pt x="1054" y="736"/>
                </a:moveTo>
                <a:cubicBezTo>
                  <a:pt x="1054" y="737"/>
                  <a:pt x="1056" y="740"/>
                  <a:pt x="1054" y="740"/>
                </a:cubicBezTo>
                <a:cubicBezTo>
                  <a:pt x="1054" y="742"/>
                  <a:pt x="1056" y="739"/>
                  <a:pt x="1059" y="740"/>
                </a:cubicBezTo>
                <a:cubicBezTo>
                  <a:pt x="1059" y="737"/>
                  <a:pt x="1057" y="737"/>
                  <a:pt x="1057" y="734"/>
                </a:cubicBezTo>
                <a:cubicBezTo>
                  <a:pt x="1059" y="732"/>
                  <a:pt x="1063" y="731"/>
                  <a:pt x="1063" y="726"/>
                </a:cubicBezTo>
                <a:cubicBezTo>
                  <a:pt x="1067" y="726"/>
                  <a:pt x="1067" y="725"/>
                  <a:pt x="1070" y="726"/>
                </a:cubicBezTo>
                <a:cubicBezTo>
                  <a:pt x="1070" y="731"/>
                  <a:pt x="1068" y="731"/>
                  <a:pt x="1068" y="734"/>
                </a:cubicBezTo>
                <a:cubicBezTo>
                  <a:pt x="1066" y="734"/>
                  <a:pt x="1065" y="733"/>
                  <a:pt x="1062" y="733"/>
                </a:cubicBezTo>
                <a:cubicBezTo>
                  <a:pt x="1062" y="736"/>
                  <a:pt x="1063" y="737"/>
                  <a:pt x="1065" y="737"/>
                </a:cubicBezTo>
                <a:cubicBezTo>
                  <a:pt x="1065" y="740"/>
                  <a:pt x="1063" y="740"/>
                  <a:pt x="1062" y="742"/>
                </a:cubicBezTo>
                <a:cubicBezTo>
                  <a:pt x="1061" y="741"/>
                  <a:pt x="1061" y="740"/>
                  <a:pt x="1061" y="739"/>
                </a:cubicBezTo>
                <a:cubicBezTo>
                  <a:pt x="1058" y="740"/>
                  <a:pt x="1059" y="742"/>
                  <a:pt x="1059" y="745"/>
                </a:cubicBezTo>
                <a:cubicBezTo>
                  <a:pt x="1056" y="747"/>
                  <a:pt x="1056" y="753"/>
                  <a:pt x="1050" y="750"/>
                </a:cubicBezTo>
                <a:cubicBezTo>
                  <a:pt x="1051" y="749"/>
                  <a:pt x="1052" y="748"/>
                  <a:pt x="1052" y="746"/>
                </a:cubicBezTo>
                <a:cubicBezTo>
                  <a:pt x="1050" y="744"/>
                  <a:pt x="1049" y="747"/>
                  <a:pt x="1047" y="747"/>
                </a:cubicBezTo>
                <a:cubicBezTo>
                  <a:pt x="1042" y="742"/>
                  <a:pt x="1049" y="737"/>
                  <a:pt x="1054" y="736"/>
                </a:cubicBezTo>
                <a:close/>
                <a:moveTo>
                  <a:pt x="1050" y="704"/>
                </a:moveTo>
                <a:cubicBezTo>
                  <a:pt x="1047" y="705"/>
                  <a:pt x="1047" y="703"/>
                  <a:pt x="1044" y="704"/>
                </a:cubicBezTo>
                <a:cubicBezTo>
                  <a:pt x="1043" y="700"/>
                  <a:pt x="1047" y="701"/>
                  <a:pt x="1047" y="698"/>
                </a:cubicBezTo>
                <a:cubicBezTo>
                  <a:pt x="1039" y="702"/>
                  <a:pt x="1040" y="714"/>
                  <a:pt x="1031" y="716"/>
                </a:cubicBezTo>
                <a:cubicBezTo>
                  <a:pt x="1028" y="714"/>
                  <a:pt x="1033" y="711"/>
                  <a:pt x="1030" y="710"/>
                </a:cubicBezTo>
                <a:cubicBezTo>
                  <a:pt x="1022" y="710"/>
                  <a:pt x="1024" y="721"/>
                  <a:pt x="1016" y="721"/>
                </a:cubicBezTo>
                <a:cubicBezTo>
                  <a:pt x="1015" y="717"/>
                  <a:pt x="1020" y="715"/>
                  <a:pt x="1015" y="717"/>
                </a:cubicBezTo>
                <a:cubicBezTo>
                  <a:pt x="1014" y="711"/>
                  <a:pt x="1018" y="712"/>
                  <a:pt x="1020" y="710"/>
                </a:cubicBezTo>
                <a:cubicBezTo>
                  <a:pt x="1019" y="707"/>
                  <a:pt x="1018" y="711"/>
                  <a:pt x="1016" y="710"/>
                </a:cubicBezTo>
                <a:cubicBezTo>
                  <a:pt x="1017" y="705"/>
                  <a:pt x="1024" y="704"/>
                  <a:pt x="1019" y="697"/>
                </a:cubicBezTo>
                <a:cubicBezTo>
                  <a:pt x="1021" y="697"/>
                  <a:pt x="1023" y="697"/>
                  <a:pt x="1023" y="696"/>
                </a:cubicBezTo>
                <a:cubicBezTo>
                  <a:pt x="1026" y="697"/>
                  <a:pt x="1023" y="699"/>
                  <a:pt x="1023" y="701"/>
                </a:cubicBezTo>
                <a:cubicBezTo>
                  <a:pt x="1026" y="703"/>
                  <a:pt x="1026" y="700"/>
                  <a:pt x="1030" y="700"/>
                </a:cubicBezTo>
                <a:cubicBezTo>
                  <a:pt x="1038" y="705"/>
                  <a:pt x="1043" y="693"/>
                  <a:pt x="1051" y="692"/>
                </a:cubicBezTo>
                <a:cubicBezTo>
                  <a:pt x="1048" y="697"/>
                  <a:pt x="1053" y="699"/>
                  <a:pt x="1050" y="704"/>
                </a:cubicBezTo>
                <a:close/>
                <a:moveTo>
                  <a:pt x="1067" y="678"/>
                </a:moveTo>
                <a:cubicBezTo>
                  <a:pt x="1065" y="679"/>
                  <a:pt x="1065" y="678"/>
                  <a:pt x="1064" y="678"/>
                </a:cubicBezTo>
                <a:cubicBezTo>
                  <a:pt x="1064" y="675"/>
                  <a:pt x="1065" y="674"/>
                  <a:pt x="1068" y="675"/>
                </a:cubicBezTo>
                <a:cubicBezTo>
                  <a:pt x="1068" y="677"/>
                  <a:pt x="1067" y="677"/>
                  <a:pt x="1067" y="678"/>
                </a:cubicBezTo>
                <a:close/>
                <a:moveTo>
                  <a:pt x="1067" y="520"/>
                </a:moveTo>
                <a:cubicBezTo>
                  <a:pt x="1068" y="518"/>
                  <a:pt x="1069" y="516"/>
                  <a:pt x="1072" y="517"/>
                </a:cubicBezTo>
                <a:cubicBezTo>
                  <a:pt x="1072" y="519"/>
                  <a:pt x="1068" y="521"/>
                  <a:pt x="1067" y="520"/>
                </a:cubicBezTo>
                <a:close/>
                <a:moveTo>
                  <a:pt x="1100" y="574"/>
                </a:moveTo>
                <a:cubicBezTo>
                  <a:pt x="1100" y="577"/>
                  <a:pt x="1098" y="578"/>
                  <a:pt x="1095" y="578"/>
                </a:cubicBezTo>
                <a:cubicBezTo>
                  <a:pt x="1096" y="577"/>
                  <a:pt x="1097" y="574"/>
                  <a:pt x="1100" y="574"/>
                </a:cubicBezTo>
                <a:close/>
                <a:moveTo>
                  <a:pt x="1098" y="659"/>
                </a:moveTo>
                <a:cubicBezTo>
                  <a:pt x="1098" y="656"/>
                  <a:pt x="1098" y="654"/>
                  <a:pt x="1099" y="652"/>
                </a:cubicBezTo>
                <a:cubicBezTo>
                  <a:pt x="1102" y="652"/>
                  <a:pt x="1102" y="654"/>
                  <a:pt x="1104" y="653"/>
                </a:cubicBezTo>
                <a:cubicBezTo>
                  <a:pt x="1104" y="657"/>
                  <a:pt x="1101" y="658"/>
                  <a:pt x="1098" y="659"/>
                </a:cubicBezTo>
                <a:close/>
                <a:moveTo>
                  <a:pt x="1090" y="597"/>
                </a:moveTo>
                <a:cubicBezTo>
                  <a:pt x="1090" y="588"/>
                  <a:pt x="1099" y="584"/>
                  <a:pt x="1106" y="585"/>
                </a:cubicBezTo>
                <a:cubicBezTo>
                  <a:pt x="1103" y="591"/>
                  <a:pt x="1097" y="595"/>
                  <a:pt x="1090" y="597"/>
                </a:cubicBezTo>
                <a:close/>
                <a:moveTo>
                  <a:pt x="1125" y="506"/>
                </a:moveTo>
                <a:cubicBezTo>
                  <a:pt x="1125" y="509"/>
                  <a:pt x="1124" y="513"/>
                  <a:pt x="1120" y="513"/>
                </a:cubicBezTo>
                <a:cubicBezTo>
                  <a:pt x="1119" y="508"/>
                  <a:pt x="1121" y="505"/>
                  <a:pt x="1125" y="506"/>
                </a:cubicBezTo>
                <a:close/>
                <a:moveTo>
                  <a:pt x="1127" y="527"/>
                </a:moveTo>
                <a:cubicBezTo>
                  <a:pt x="1127" y="534"/>
                  <a:pt x="1121" y="535"/>
                  <a:pt x="1117" y="538"/>
                </a:cubicBezTo>
                <a:cubicBezTo>
                  <a:pt x="1116" y="536"/>
                  <a:pt x="1115" y="534"/>
                  <a:pt x="1115" y="531"/>
                </a:cubicBezTo>
                <a:cubicBezTo>
                  <a:pt x="1122" y="532"/>
                  <a:pt x="1122" y="524"/>
                  <a:pt x="1127" y="527"/>
                </a:cubicBezTo>
                <a:close/>
                <a:moveTo>
                  <a:pt x="1151" y="586"/>
                </a:moveTo>
                <a:cubicBezTo>
                  <a:pt x="1148" y="585"/>
                  <a:pt x="1151" y="579"/>
                  <a:pt x="1155" y="580"/>
                </a:cubicBezTo>
                <a:cubicBezTo>
                  <a:pt x="1155" y="583"/>
                  <a:pt x="1152" y="584"/>
                  <a:pt x="1151" y="586"/>
                </a:cubicBezTo>
                <a:close/>
                <a:moveTo>
                  <a:pt x="1151" y="561"/>
                </a:moveTo>
                <a:cubicBezTo>
                  <a:pt x="1151" y="579"/>
                  <a:pt x="1132" y="583"/>
                  <a:pt x="1119" y="585"/>
                </a:cubicBezTo>
                <a:cubicBezTo>
                  <a:pt x="1119" y="582"/>
                  <a:pt x="1117" y="580"/>
                  <a:pt x="1119" y="578"/>
                </a:cubicBezTo>
                <a:cubicBezTo>
                  <a:pt x="1116" y="578"/>
                  <a:pt x="1114" y="583"/>
                  <a:pt x="1111" y="580"/>
                </a:cubicBezTo>
                <a:cubicBezTo>
                  <a:pt x="1115" y="576"/>
                  <a:pt x="1120" y="574"/>
                  <a:pt x="1121" y="567"/>
                </a:cubicBezTo>
                <a:cubicBezTo>
                  <a:pt x="1126" y="568"/>
                  <a:pt x="1125" y="563"/>
                  <a:pt x="1129" y="562"/>
                </a:cubicBezTo>
                <a:cubicBezTo>
                  <a:pt x="1132" y="561"/>
                  <a:pt x="1130" y="565"/>
                  <a:pt x="1133" y="565"/>
                </a:cubicBezTo>
                <a:cubicBezTo>
                  <a:pt x="1139" y="558"/>
                  <a:pt x="1149" y="551"/>
                  <a:pt x="1157" y="556"/>
                </a:cubicBezTo>
                <a:cubicBezTo>
                  <a:pt x="1155" y="557"/>
                  <a:pt x="1154" y="561"/>
                  <a:pt x="1151" y="561"/>
                </a:cubicBezTo>
                <a:close/>
                <a:moveTo>
                  <a:pt x="1158" y="556"/>
                </a:moveTo>
                <a:cubicBezTo>
                  <a:pt x="1157" y="551"/>
                  <a:pt x="1163" y="553"/>
                  <a:pt x="1161" y="547"/>
                </a:cubicBezTo>
                <a:cubicBezTo>
                  <a:pt x="1165" y="547"/>
                  <a:pt x="1165" y="547"/>
                  <a:pt x="1165" y="547"/>
                </a:cubicBezTo>
                <a:cubicBezTo>
                  <a:pt x="1165" y="552"/>
                  <a:pt x="1161" y="554"/>
                  <a:pt x="1158" y="556"/>
                </a:cubicBezTo>
                <a:close/>
                <a:moveTo>
                  <a:pt x="1179" y="548"/>
                </a:moveTo>
                <a:cubicBezTo>
                  <a:pt x="1178" y="551"/>
                  <a:pt x="1177" y="552"/>
                  <a:pt x="1175" y="552"/>
                </a:cubicBezTo>
                <a:cubicBezTo>
                  <a:pt x="1175" y="550"/>
                  <a:pt x="1176" y="548"/>
                  <a:pt x="1179" y="548"/>
                </a:cubicBezTo>
                <a:close/>
                <a:moveTo>
                  <a:pt x="1177" y="514"/>
                </a:moveTo>
                <a:cubicBezTo>
                  <a:pt x="1176" y="512"/>
                  <a:pt x="1177" y="510"/>
                  <a:pt x="1178" y="509"/>
                </a:cubicBezTo>
                <a:cubicBezTo>
                  <a:pt x="1180" y="509"/>
                  <a:pt x="1180" y="511"/>
                  <a:pt x="1182" y="510"/>
                </a:cubicBezTo>
                <a:cubicBezTo>
                  <a:pt x="1182" y="513"/>
                  <a:pt x="1180" y="514"/>
                  <a:pt x="1177" y="514"/>
                </a:cubicBezTo>
                <a:close/>
                <a:moveTo>
                  <a:pt x="1112" y="747"/>
                </a:moveTo>
                <a:cubicBezTo>
                  <a:pt x="1108" y="748"/>
                  <a:pt x="1111" y="752"/>
                  <a:pt x="1113" y="754"/>
                </a:cubicBezTo>
                <a:cubicBezTo>
                  <a:pt x="1113" y="752"/>
                  <a:pt x="1114" y="752"/>
                  <a:pt x="1114" y="750"/>
                </a:cubicBezTo>
                <a:cubicBezTo>
                  <a:pt x="1113" y="749"/>
                  <a:pt x="1112" y="749"/>
                  <a:pt x="1112" y="747"/>
                </a:cubicBezTo>
                <a:close/>
                <a:moveTo>
                  <a:pt x="700" y="1082"/>
                </a:moveTo>
                <a:cubicBezTo>
                  <a:pt x="699" y="1085"/>
                  <a:pt x="702" y="1084"/>
                  <a:pt x="702" y="1085"/>
                </a:cubicBezTo>
                <a:cubicBezTo>
                  <a:pt x="704" y="1082"/>
                  <a:pt x="712" y="1083"/>
                  <a:pt x="715" y="1081"/>
                </a:cubicBezTo>
                <a:cubicBezTo>
                  <a:pt x="710" y="1075"/>
                  <a:pt x="707" y="1081"/>
                  <a:pt x="700" y="1082"/>
                </a:cubicBezTo>
                <a:close/>
                <a:moveTo>
                  <a:pt x="927" y="95"/>
                </a:moveTo>
                <a:cubicBezTo>
                  <a:pt x="937" y="94"/>
                  <a:pt x="932" y="90"/>
                  <a:pt x="927" y="95"/>
                </a:cubicBezTo>
                <a:close/>
                <a:moveTo>
                  <a:pt x="1147" y="166"/>
                </a:moveTo>
                <a:cubicBezTo>
                  <a:pt x="1143" y="165"/>
                  <a:pt x="1136" y="171"/>
                  <a:pt x="1141" y="174"/>
                </a:cubicBezTo>
                <a:cubicBezTo>
                  <a:pt x="1143" y="172"/>
                  <a:pt x="1142" y="167"/>
                  <a:pt x="1147" y="167"/>
                </a:cubicBezTo>
                <a:cubicBezTo>
                  <a:pt x="1147" y="167"/>
                  <a:pt x="1148" y="166"/>
                  <a:pt x="1147" y="166"/>
                </a:cubicBezTo>
                <a:close/>
                <a:moveTo>
                  <a:pt x="959" y="188"/>
                </a:moveTo>
                <a:cubicBezTo>
                  <a:pt x="961" y="182"/>
                  <a:pt x="971" y="177"/>
                  <a:pt x="976" y="181"/>
                </a:cubicBezTo>
                <a:cubicBezTo>
                  <a:pt x="981" y="176"/>
                  <a:pt x="993" y="173"/>
                  <a:pt x="994" y="167"/>
                </a:cubicBezTo>
                <a:cubicBezTo>
                  <a:pt x="979" y="168"/>
                  <a:pt x="971" y="179"/>
                  <a:pt x="957" y="183"/>
                </a:cubicBezTo>
                <a:cubicBezTo>
                  <a:pt x="957" y="185"/>
                  <a:pt x="957" y="187"/>
                  <a:pt x="959" y="188"/>
                </a:cubicBezTo>
                <a:close/>
                <a:moveTo>
                  <a:pt x="1152" y="259"/>
                </a:moveTo>
                <a:cubicBezTo>
                  <a:pt x="1152" y="256"/>
                  <a:pt x="1155" y="255"/>
                  <a:pt x="1157" y="253"/>
                </a:cubicBezTo>
                <a:cubicBezTo>
                  <a:pt x="1154" y="251"/>
                  <a:pt x="1151" y="249"/>
                  <a:pt x="1147" y="249"/>
                </a:cubicBezTo>
                <a:cubicBezTo>
                  <a:pt x="1148" y="254"/>
                  <a:pt x="1151" y="256"/>
                  <a:pt x="1153" y="255"/>
                </a:cubicBezTo>
                <a:cubicBezTo>
                  <a:pt x="1152" y="257"/>
                  <a:pt x="1148" y="258"/>
                  <a:pt x="1152" y="259"/>
                </a:cubicBezTo>
                <a:close/>
                <a:moveTo>
                  <a:pt x="1192" y="338"/>
                </a:moveTo>
                <a:cubicBezTo>
                  <a:pt x="1197" y="336"/>
                  <a:pt x="1200" y="334"/>
                  <a:pt x="1203" y="331"/>
                </a:cubicBezTo>
                <a:cubicBezTo>
                  <a:pt x="1200" y="333"/>
                  <a:pt x="1191" y="334"/>
                  <a:pt x="1192" y="338"/>
                </a:cubicBezTo>
                <a:close/>
                <a:moveTo>
                  <a:pt x="1219" y="382"/>
                </a:moveTo>
                <a:cubicBezTo>
                  <a:pt x="1223" y="382"/>
                  <a:pt x="1228" y="384"/>
                  <a:pt x="1231" y="378"/>
                </a:cubicBezTo>
                <a:cubicBezTo>
                  <a:pt x="1228" y="377"/>
                  <a:pt x="1226" y="381"/>
                  <a:pt x="1225" y="378"/>
                </a:cubicBezTo>
                <a:cubicBezTo>
                  <a:pt x="1228" y="377"/>
                  <a:pt x="1230" y="375"/>
                  <a:pt x="1232" y="374"/>
                </a:cubicBezTo>
                <a:cubicBezTo>
                  <a:pt x="1229" y="375"/>
                  <a:pt x="1226" y="375"/>
                  <a:pt x="1223" y="373"/>
                </a:cubicBezTo>
                <a:cubicBezTo>
                  <a:pt x="1223" y="377"/>
                  <a:pt x="1219" y="378"/>
                  <a:pt x="1219" y="382"/>
                </a:cubicBezTo>
                <a:close/>
                <a:moveTo>
                  <a:pt x="1162" y="385"/>
                </a:moveTo>
                <a:cubicBezTo>
                  <a:pt x="1170" y="385"/>
                  <a:pt x="1172" y="376"/>
                  <a:pt x="1179" y="378"/>
                </a:cubicBezTo>
                <a:cubicBezTo>
                  <a:pt x="1175" y="373"/>
                  <a:pt x="1166" y="382"/>
                  <a:pt x="1162" y="385"/>
                </a:cubicBezTo>
                <a:close/>
                <a:moveTo>
                  <a:pt x="1215" y="381"/>
                </a:moveTo>
                <a:cubicBezTo>
                  <a:pt x="1213" y="381"/>
                  <a:pt x="1202" y="379"/>
                  <a:pt x="1201" y="387"/>
                </a:cubicBezTo>
                <a:cubicBezTo>
                  <a:pt x="1204" y="387"/>
                  <a:pt x="1207" y="387"/>
                  <a:pt x="1208" y="390"/>
                </a:cubicBezTo>
                <a:cubicBezTo>
                  <a:pt x="1204" y="391"/>
                  <a:pt x="1203" y="394"/>
                  <a:pt x="1199" y="394"/>
                </a:cubicBezTo>
                <a:cubicBezTo>
                  <a:pt x="1201" y="396"/>
                  <a:pt x="1205" y="392"/>
                  <a:pt x="1208" y="390"/>
                </a:cubicBezTo>
                <a:cubicBezTo>
                  <a:pt x="1211" y="390"/>
                  <a:pt x="1213" y="390"/>
                  <a:pt x="1213" y="388"/>
                </a:cubicBezTo>
                <a:cubicBezTo>
                  <a:pt x="1212" y="387"/>
                  <a:pt x="1209" y="389"/>
                  <a:pt x="1209" y="387"/>
                </a:cubicBezTo>
                <a:cubicBezTo>
                  <a:pt x="1209" y="383"/>
                  <a:pt x="1214" y="384"/>
                  <a:pt x="1215" y="381"/>
                </a:cubicBezTo>
                <a:close/>
                <a:moveTo>
                  <a:pt x="1267" y="409"/>
                </a:moveTo>
                <a:cubicBezTo>
                  <a:pt x="1269" y="403"/>
                  <a:pt x="1274" y="398"/>
                  <a:pt x="1282" y="398"/>
                </a:cubicBezTo>
                <a:cubicBezTo>
                  <a:pt x="1285" y="394"/>
                  <a:pt x="1291" y="392"/>
                  <a:pt x="1287" y="393"/>
                </a:cubicBezTo>
                <a:cubicBezTo>
                  <a:pt x="1282" y="394"/>
                  <a:pt x="1262" y="406"/>
                  <a:pt x="1255" y="404"/>
                </a:cubicBezTo>
                <a:cubicBezTo>
                  <a:pt x="1255" y="405"/>
                  <a:pt x="1258" y="405"/>
                  <a:pt x="1257" y="407"/>
                </a:cubicBezTo>
                <a:cubicBezTo>
                  <a:pt x="1253" y="407"/>
                  <a:pt x="1253" y="410"/>
                  <a:pt x="1251" y="412"/>
                </a:cubicBezTo>
                <a:cubicBezTo>
                  <a:pt x="1256" y="414"/>
                  <a:pt x="1259" y="407"/>
                  <a:pt x="1267" y="409"/>
                </a:cubicBezTo>
                <a:close/>
                <a:moveTo>
                  <a:pt x="1230" y="407"/>
                </a:moveTo>
                <a:cubicBezTo>
                  <a:pt x="1229" y="408"/>
                  <a:pt x="1226" y="408"/>
                  <a:pt x="1226" y="406"/>
                </a:cubicBezTo>
                <a:cubicBezTo>
                  <a:pt x="1226" y="404"/>
                  <a:pt x="1230" y="405"/>
                  <a:pt x="1230" y="403"/>
                </a:cubicBezTo>
                <a:cubicBezTo>
                  <a:pt x="1229" y="403"/>
                  <a:pt x="1229" y="401"/>
                  <a:pt x="1229" y="400"/>
                </a:cubicBezTo>
                <a:cubicBezTo>
                  <a:pt x="1226" y="401"/>
                  <a:pt x="1224" y="401"/>
                  <a:pt x="1223" y="399"/>
                </a:cubicBezTo>
                <a:cubicBezTo>
                  <a:pt x="1220" y="402"/>
                  <a:pt x="1210" y="404"/>
                  <a:pt x="1218" y="404"/>
                </a:cubicBezTo>
                <a:cubicBezTo>
                  <a:pt x="1216" y="405"/>
                  <a:pt x="1214" y="405"/>
                  <a:pt x="1214" y="408"/>
                </a:cubicBezTo>
                <a:cubicBezTo>
                  <a:pt x="1216" y="408"/>
                  <a:pt x="1217" y="407"/>
                  <a:pt x="1217" y="408"/>
                </a:cubicBezTo>
                <a:cubicBezTo>
                  <a:pt x="1217" y="411"/>
                  <a:pt x="1214" y="412"/>
                  <a:pt x="1214" y="415"/>
                </a:cubicBezTo>
                <a:cubicBezTo>
                  <a:pt x="1219" y="416"/>
                  <a:pt x="1229" y="415"/>
                  <a:pt x="1230" y="407"/>
                </a:cubicBezTo>
                <a:close/>
                <a:moveTo>
                  <a:pt x="1230" y="406"/>
                </a:moveTo>
                <a:cubicBezTo>
                  <a:pt x="1230" y="406"/>
                  <a:pt x="1230" y="407"/>
                  <a:pt x="1230" y="407"/>
                </a:cubicBezTo>
                <a:cubicBezTo>
                  <a:pt x="1230" y="407"/>
                  <a:pt x="1230" y="406"/>
                  <a:pt x="1230" y="406"/>
                </a:cubicBezTo>
                <a:close/>
                <a:moveTo>
                  <a:pt x="1245" y="418"/>
                </a:moveTo>
                <a:cubicBezTo>
                  <a:pt x="1244" y="416"/>
                  <a:pt x="1245" y="414"/>
                  <a:pt x="1246" y="414"/>
                </a:cubicBezTo>
                <a:cubicBezTo>
                  <a:pt x="1249" y="415"/>
                  <a:pt x="1250" y="410"/>
                  <a:pt x="1248" y="413"/>
                </a:cubicBezTo>
                <a:cubicBezTo>
                  <a:pt x="1243" y="414"/>
                  <a:pt x="1239" y="417"/>
                  <a:pt x="1234" y="419"/>
                </a:cubicBezTo>
                <a:cubicBezTo>
                  <a:pt x="1238" y="422"/>
                  <a:pt x="1241" y="415"/>
                  <a:pt x="1245" y="418"/>
                </a:cubicBezTo>
                <a:close/>
                <a:moveTo>
                  <a:pt x="1167" y="425"/>
                </a:moveTo>
                <a:cubicBezTo>
                  <a:pt x="1171" y="423"/>
                  <a:pt x="1175" y="421"/>
                  <a:pt x="1178" y="418"/>
                </a:cubicBezTo>
                <a:cubicBezTo>
                  <a:pt x="1174" y="420"/>
                  <a:pt x="1169" y="421"/>
                  <a:pt x="1167" y="425"/>
                </a:cubicBezTo>
                <a:close/>
                <a:moveTo>
                  <a:pt x="1136" y="429"/>
                </a:moveTo>
                <a:cubicBezTo>
                  <a:pt x="1130" y="428"/>
                  <a:pt x="1127" y="435"/>
                  <a:pt x="1123" y="432"/>
                </a:cubicBezTo>
                <a:cubicBezTo>
                  <a:pt x="1123" y="429"/>
                  <a:pt x="1128" y="430"/>
                  <a:pt x="1128" y="427"/>
                </a:cubicBezTo>
                <a:cubicBezTo>
                  <a:pt x="1123" y="425"/>
                  <a:pt x="1110" y="427"/>
                  <a:pt x="1108" y="434"/>
                </a:cubicBezTo>
                <a:cubicBezTo>
                  <a:pt x="1111" y="435"/>
                  <a:pt x="1116" y="438"/>
                  <a:pt x="1114" y="441"/>
                </a:cubicBezTo>
                <a:cubicBezTo>
                  <a:pt x="1117" y="442"/>
                  <a:pt x="1120" y="438"/>
                  <a:pt x="1121" y="440"/>
                </a:cubicBezTo>
                <a:cubicBezTo>
                  <a:pt x="1120" y="441"/>
                  <a:pt x="1119" y="442"/>
                  <a:pt x="1118" y="443"/>
                </a:cubicBezTo>
                <a:cubicBezTo>
                  <a:pt x="1114" y="440"/>
                  <a:pt x="1108" y="449"/>
                  <a:pt x="1104" y="452"/>
                </a:cubicBezTo>
                <a:cubicBezTo>
                  <a:pt x="1107" y="452"/>
                  <a:pt x="1110" y="451"/>
                  <a:pt x="1109" y="455"/>
                </a:cubicBezTo>
                <a:cubicBezTo>
                  <a:pt x="1106" y="455"/>
                  <a:pt x="1105" y="452"/>
                  <a:pt x="1103" y="455"/>
                </a:cubicBezTo>
                <a:cubicBezTo>
                  <a:pt x="1103" y="458"/>
                  <a:pt x="1103" y="460"/>
                  <a:pt x="1105" y="462"/>
                </a:cubicBezTo>
                <a:cubicBezTo>
                  <a:pt x="1110" y="457"/>
                  <a:pt x="1118" y="457"/>
                  <a:pt x="1120" y="450"/>
                </a:cubicBezTo>
                <a:cubicBezTo>
                  <a:pt x="1123" y="450"/>
                  <a:pt x="1127" y="446"/>
                  <a:pt x="1124" y="445"/>
                </a:cubicBezTo>
                <a:cubicBezTo>
                  <a:pt x="1122" y="447"/>
                  <a:pt x="1120" y="449"/>
                  <a:pt x="1117" y="450"/>
                </a:cubicBezTo>
                <a:cubicBezTo>
                  <a:pt x="1117" y="449"/>
                  <a:pt x="1116" y="449"/>
                  <a:pt x="1116" y="448"/>
                </a:cubicBezTo>
                <a:cubicBezTo>
                  <a:pt x="1117" y="447"/>
                  <a:pt x="1117" y="446"/>
                  <a:pt x="1118" y="445"/>
                </a:cubicBezTo>
                <a:cubicBezTo>
                  <a:pt x="1119" y="448"/>
                  <a:pt x="1121" y="444"/>
                  <a:pt x="1124" y="445"/>
                </a:cubicBezTo>
                <a:cubicBezTo>
                  <a:pt x="1124" y="442"/>
                  <a:pt x="1124" y="442"/>
                  <a:pt x="1126" y="439"/>
                </a:cubicBezTo>
                <a:cubicBezTo>
                  <a:pt x="1124" y="437"/>
                  <a:pt x="1122" y="439"/>
                  <a:pt x="1122" y="438"/>
                </a:cubicBezTo>
                <a:cubicBezTo>
                  <a:pt x="1125" y="433"/>
                  <a:pt x="1132" y="433"/>
                  <a:pt x="1136" y="429"/>
                </a:cubicBezTo>
                <a:close/>
                <a:moveTo>
                  <a:pt x="1094" y="442"/>
                </a:moveTo>
                <a:cubicBezTo>
                  <a:pt x="1090" y="444"/>
                  <a:pt x="1079" y="444"/>
                  <a:pt x="1080" y="448"/>
                </a:cubicBezTo>
                <a:cubicBezTo>
                  <a:pt x="1085" y="447"/>
                  <a:pt x="1095" y="442"/>
                  <a:pt x="1094" y="442"/>
                </a:cubicBezTo>
                <a:close/>
                <a:moveTo>
                  <a:pt x="1002" y="455"/>
                </a:moveTo>
                <a:cubicBezTo>
                  <a:pt x="999" y="456"/>
                  <a:pt x="995" y="456"/>
                  <a:pt x="995" y="460"/>
                </a:cubicBezTo>
                <a:cubicBezTo>
                  <a:pt x="999" y="460"/>
                  <a:pt x="999" y="456"/>
                  <a:pt x="1002" y="455"/>
                </a:cubicBezTo>
                <a:close/>
                <a:moveTo>
                  <a:pt x="1126" y="464"/>
                </a:moveTo>
                <a:cubicBezTo>
                  <a:pt x="1127" y="462"/>
                  <a:pt x="1129" y="462"/>
                  <a:pt x="1131" y="462"/>
                </a:cubicBezTo>
                <a:cubicBezTo>
                  <a:pt x="1131" y="457"/>
                  <a:pt x="1126" y="460"/>
                  <a:pt x="1125" y="462"/>
                </a:cubicBezTo>
                <a:cubicBezTo>
                  <a:pt x="1127" y="462"/>
                  <a:pt x="1125" y="464"/>
                  <a:pt x="1126" y="464"/>
                </a:cubicBezTo>
                <a:close/>
                <a:moveTo>
                  <a:pt x="1234" y="521"/>
                </a:moveTo>
                <a:cubicBezTo>
                  <a:pt x="1230" y="525"/>
                  <a:pt x="1219" y="527"/>
                  <a:pt x="1218" y="531"/>
                </a:cubicBezTo>
                <a:cubicBezTo>
                  <a:pt x="1216" y="534"/>
                  <a:pt x="1197" y="535"/>
                  <a:pt x="1192" y="546"/>
                </a:cubicBezTo>
                <a:cubicBezTo>
                  <a:pt x="1199" y="545"/>
                  <a:pt x="1205" y="540"/>
                  <a:pt x="1212" y="536"/>
                </a:cubicBezTo>
                <a:cubicBezTo>
                  <a:pt x="1220" y="532"/>
                  <a:pt x="1232" y="529"/>
                  <a:pt x="1234" y="521"/>
                </a:cubicBezTo>
                <a:close/>
                <a:moveTo>
                  <a:pt x="162" y="592"/>
                </a:moveTo>
                <a:cubicBezTo>
                  <a:pt x="153" y="594"/>
                  <a:pt x="146" y="599"/>
                  <a:pt x="141" y="605"/>
                </a:cubicBezTo>
                <a:cubicBezTo>
                  <a:pt x="144" y="605"/>
                  <a:pt x="145" y="604"/>
                  <a:pt x="147" y="607"/>
                </a:cubicBezTo>
                <a:cubicBezTo>
                  <a:pt x="147" y="609"/>
                  <a:pt x="143" y="611"/>
                  <a:pt x="145" y="612"/>
                </a:cubicBezTo>
                <a:cubicBezTo>
                  <a:pt x="146" y="609"/>
                  <a:pt x="150" y="609"/>
                  <a:pt x="152" y="608"/>
                </a:cubicBezTo>
                <a:cubicBezTo>
                  <a:pt x="152" y="605"/>
                  <a:pt x="150" y="603"/>
                  <a:pt x="151" y="599"/>
                </a:cubicBezTo>
                <a:cubicBezTo>
                  <a:pt x="152" y="599"/>
                  <a:pt x="152" y="598"/>
                  <a:pt x="153" y="598"/>
                </a:cubicBezTo>
                <a:cubicBezTo>
                  <a:pt x="157" y="600"/>
                  <a:pt x="162" y="596"/>
                  <a:pt x="162" y="592"/>
                </a:cubicBezTo>
                <a:close/>
                <a:moveTo>
                  <a:pt x="202" y="660"/>
                </a:moveTo>
                <a:cubicBezTo>
                  <a:pt x="200" y="659"/>
                  <a:pt x="200" y="657"/>
                  <a:pt x="197" y="658"/>
                </a:cubicBezTo>
                <a:cubicBezTo>
                  <a:pt x="197" y="659"/>
                  <a:pt x="195" y="663"/>
                  <a:pt x="196" y="663"/>
                </a:cubicBezTo>
                <a:cubicBezTo>
                  <a:pt x="196" y="659"/>
                  <a:pt x="201" y="662"/>
                  <a:pt x="202" y="660"/>
                </a:cubicBezTo>
                <a:close/>
                <a:moveTo>
                  <a:pt x="1186" y="672"/>
                </a:moveTo>
                <a:cubicBezTo>
                  <a:pt x="1184" y="675"/>
                  <a:pt x="1182" y="676"/>
                  <a:pt x="1178" y="677"/>
                </a:cubicBezTo>
                <a:cubicBezTo>
                  <a:pt x="1178" y="676"/>
                  <a:pt x="1177" y="675"/>
                  <a:pt x="1177" y="675"/>
                </a:cubicBezTo>
                <a:cubicBezTo>
                  <a:pt x="1178" y="672"/>
                  <a:pt x="1178" y="670"/>
                  <a:pt x="1178" y="666"/>
                </a:cubicBezTo>
                <a:cubicBezTo>
                  <a:pt x="1172" y="668"/>
                  <a:pt x="1168" y="672"/>
                  <a:pt x="1164" y="676"/>
                </a:cubicBezTo>
                <a:cubicBezTo>
                  <a:pt x="1165" y="679"/>
                  <a:pt x="1171" y="677"/>
                  <a:pt x="1173" y="678"/>
                </a:cubicBezTo>
                <a:cubicBezTo>
                  <a:pt x="1173" y="683"/>
                  <a:pt x="1173" y="683"/>
                  <a:pt x="1173" y="683"/>
                </a:cubicBezTo>
                <a:cubicBezTo>
                  <a:pt x="1179" y="681"/>
                  <a:pt x="1186" y="676"/>
                  <a:pt x="1186" y="672"/>
                </a:cubicBezTo>
                <a:close/>
                <a:moveTo>
                  <a:pt x="1169" y="675"/>
                </a:moveTo>
                <a:cubicBezTo>
                  <a:pt x="1169" y="671"/>
                  <a:pt x="1173" y="671"/>
                  <a:pt x="1176" y="670"/>
                </a:cubicBezTo>
                <a:cubicBezTo>
                  <a:pt x="1176" y="673"/>
                  <a:pt x="1175" y="673"/>
                  <a:pt x="1175" y="676"/>
                </a:cubicBezTo>
                <a:cubicBezTo>
                  <a:pt x="1173" y="676"/>
                  <a:pt x="1171" y="676"/>
                  <a:pt x="1169" y="675"/>
                </a:cubicBezTo>
                <a:close/>
                <a:moveTo>
                  <a:pt x="1045" y="783"/>
                </a:moveTo>
                <a:cubicBezTo>
                  <a:pt x="1045" y="786"/>
                  <a:pt x="1040" y="792"/>
                  <a:pt x="1038" y="787"/>
                </a:cubicBezTo>
                <a:cubicBezTo>
                  <a:pt x="1035" y="787"/>
                  <a:pt x="1035" y="790"/>
                  <a:pt x="1034" y="792"/>
                </a:cubicBezTo>
                <a:cubicBezTo>
                  <a:pt x="1037" y="790"/>
                  <a:pt x="1034" y="795"/>
                  <a:pt x="1037" y="795"/>
                </a:cubicBezTo>
                <a:cubicBezTo>
                  <a:pt x="1037" y="792"/>
                  <a:pt x="1040" y="793"/>
                  <a:pt x="1042" y="793"/>
                </a:cubicBezTo>
                <a:cubicBezTo>
                  <a:pt x="1040" y="788"/>
                  <a:pt x="1043" y="786"/>
                  <a:pt x="1048" y="786"/>
                </a:cubicBezTo>
                <a:cubicBezTo>
                  <a:pt x="1048" y="785"/>
                  <a:pt x="1049" y="784"/>
                  <a:pt x="1049" y="783"/>
                </a:cubicBezTo>
                <a:cubicBezTo>
                  <a:pt x="1047" y="784"/>
                  <a:pt x="1048" y="784"/>
                  <a:pt x="1045" y="783"/>
                </a:cubicBezTo>
                <a:close/>
                <a:moveTo>
                  <a:pt x="1192" y="801"/>
                </a:moveTo>
                <a:cubicBezTo>
                  <a:pt x="1193" y="799"/>
                  <a:pt x="1191" y="795"/>
                  <a:pt x="1196" y="794"/>
                </a:cubicBezTo>
                <a:cubicBezTo>
                  <a:pt x="1194" y="792"/>
                  <a:pt x="1191" y="795"/>
                  <a:pt x="1190" y="796"/>
                </a:cubicBezTo>
                <a:cubicBezTo>
                  <a:pt x="1191" y="797"/>
                  <a:pt x="1189" y="798"/>
                  <a:pt x="1190" y="799"/>
                </a:cubicBezTo>
                <a:cubicBezTo>
                  <a:pt x="1191" y="800"/>
                  <a:pt x="1192" y="800"/>
                  <a:pt x="1192" y="801"/>
                </a:cubicBezTo>
                <a:close/>
                <a:moveTo>
                  <a:pt x="1191" y="802"/>
                </a:moveTo>
                <a:cubicBezTo>
                  <a:pt x="1192" y="802"/>
                  <a:pt x="1192" y="801"/>
                  <a:pt x="1192" y="801"/>
                </a:cubicBezTo>
                <a:cubicBezTo>
                  <a:pt x="1192" y="801"/>
                  <a:pt x="1191" y="801"/>
                  <a:pt x="1191" y="802"/>
                </a:cubicBezTo>
                <a:close/>
                <a:moveTo>
                  <a:pt x="1192" y="801"/>
                </a:moveTo>
                <a:cubicBezTo>
                  <a:pt x="1192" y="801"/>
                  <a:pt x="1192" y="801"/>
                  <a:pt x="1192" y="801"/>
                </a:cubicBezTo>
                <a:cubicBezTo>
                  <a:pt x="1192" y="801"/>
                  <a:pt x="1192" y="801"/>
                  <a:pt x="1192" y="801"/>
                </a:cubicBezTo>
                <a:cubicBezTo>
                  <a:pt x="1192" y="801"/>
                  <a:pt x="1192" y="801"/>
                  <a:pt x="1192" y="801"/>
                </a:cubicBezTo>
                <a:close/>
                <a:moveTo>
                  <a:pt x="1117" y="848"/>
                </a:moveTo>
                <a:cubicBezTo>
                  <a:pt x="1117" y="847"/>
                  <a:pt x="1117" y="846"/>
                  <a:pt x="1118" y="846"/>
                </a:cubicBezTo>
                <a:cubicBezTo>
                  <a:pt x="1117" y="846"/>
                  <a:pt x="1117" y="846"/>
                  <a:pt x="1117" y="846"/>
                </a:cubicBezTo>
                <a:lnTo>
                  <a:pt x="1117" y="848"/>
                </a:lnTo>
                <a:close/>
                <a:moveTo>
                  <a:pt x="1138" y="833"/>
                </a:moveTo>
                <a:cubicBezTo>
                  <a:pt x="1136" y="833"/>
                  <a:pt x="1136" y="831"/>
                  <a:pt x="1136" y="831"/>
                </a:cubicBezTo>
                <a:cubicBezTo>
                  <a:pt x="1133" y="838"/>
                  <a:pt x="1121" y="840"/>
                  <a:pt x="1118" y="846"/>
                </a:cubicBezTo>
                <a:cubicBezTo>
                  <a:pt x="1124" y="846"/>
                  <a:pt x="1124" y="846"/>
                  <a:pt x="1124" y="846"/>
                </a:cubicBezTo>
                <a:cubicBezTo>
                  <a:pt x="1127" y="843"/>
                  <a:pt x="1131" y="834"/>
                  <a:pt x="1136" y="838"/>
                </a:cubicBezTo>
                <a:cubicBezTo>
                  <a:pt x="1135" y="835"/>
                  <a:pt x="1139" y="836"/>
                  <a:pt x="1138" y="833"/>
                </a:cubicBezTo>
                <a:close/>
                <a:moveTo>
                  <a:pt x="117" y="847"/>
                </a:moveTo>
                <a:cubicBezTo>
                  <a:pt x="113" y="845"/>
                  <a:pt x="109" y="848"/>
                  <a:pt x="108" y="851"/>
                </a:cubicBezTo>
                <a:cubicBezTo>
                  <a:pt x="113" y="849"/>
                  <a:pt x="117" y="847"/>
                  <a:pt x="121" y="846"/>
                </a:cubicBezTo>
                <a:cubicBezTo>
                  <a:pt x="130" y="844"/>
                  <a:pt x="129" y="845"/>
                  <a:pt x="134" y="836"/>
                </a:cubicBezTo>
                <a:cubicBezTo>
                  <a:pt x="134" y="836"/>
                  <a:pt x="136" y="837"/>
                  <a:pt x="136" y="835"/>
                </a:cubicBezTo>
                <a:cubicBezTo>
                  <a:pt x="133" y="837"/>
                  <a:pt x="134" y="833"/>
                  <a:pt x="131" y="834"/>
                </a:cubicBezTo>
                <a:cubicBezTo>
                  <a:pt x="126" y="837"/>
                  <a:pt x="121" y="841"/>
                  <a:pt x="117" y="847"/>
                </a:cubicBezTo>
                <a:close/>
                <a:moveTo>
                  <a:pt x="167" y="840"/>
                </a:moveTo>
                <a:cubicBezTo>
                  <a:pt x="167" y="844"/>
                  <a:pt x="160" y="841"/>
                  <a:pt x="160" y="845"/>
                </a:cubicBezTo>
                <a:cubicBezTo>
                  <a:pt x="163" y="845"/>
                  <a:pt x="163" y="843"/>
                  <a:pt x="165" y="845"/>
                </a:cubicBezTo>
                <a:cubicBezTo>
                  <a:pt x="164" y="842"/>
                  <a:pt x="170" y="842"/>
                  <a:pt x="167" y="840"/>
                </a:cubicBezTo>
                <a:close/>
                <a:moveTo>
                  <a:pt x="149" y="845"/>
                </a:moveTo>
                <a:cubicBezTo>
                  <a:pt x="142" y="845"/>
                  <a:pt x="132" y="851"/>
                  <a:pt x="129" y="858"/>
                </a:cubicBezTo>
                <a:cubicBezTo>
                  <a:pt x="126" y="858"/>
                  <a:pt x="125" y="857"/>
                  <a:pt x="123" y="857"/>
                </a:cubicBezTo>
                <a:cubicBezTo>
                  <a:pt x="114" y="866"/>
                  <a:pt x="103" y="873"/>
                  <a:pt x="93" y="882"/>
                </a:cubicBezTo>
                <a:cubicBezTo>
                  <a:pt x="105" y="872"/>
                  <a:pt x="122" y="871"/>
                  <a:pt x="133" y="860"/>
                </a:cubicBezTo>
                <a:cubicBezTo>
                  <a:pt x="132" y="860"/>
                  <a:pt x="130" y="860"/>
                  <a:pt x="130" y="858"/>
                </a:cubicBezTo>
                <a:cubicBezTo>
                  <a:pt x="135" y="852"/>
                  <a:pt x="145" y="851"/>
                  <a:pt x="149" y="845"/>
                </a:cubicBezTo>
                <a:close/>
                <a:moveTo>
                  <a:pt x="1051" y="939"/>
                </a:moveTo>
                <a:cubicBezTo>
                  <a:pt x="1054" y="938"/>
                  <a:pt x="1056" y="936"/>
                  <a:pt x="1058" y="934"/>
                </a:cubicBezTo>
                <a:cubicBezTo>
                  <a:pt x="1062" y="934"/>
                  <a:pt x="1062" y="937"/>
                  <a:pt x="1062" y="939"/>
                </a:cubicBezTo>
                <a:cubicBezTo>
                  <a:pt x="1063" y="936"/>
                  <a:pt x="1066" y="938"/>
                  <a:pt x="1068" y="939"/>
                </a:cubicBezTo>
                <a:cubicBezTo>
                  <a:pt x="1068" y="936"/>
                  <a:pt x="1070" y="935"/>
                  <a:pt x="1070" y="932"/>
                </a:cubicBezTo>
                <a:cubicBezTo>
                  <a:pt x="1066" y="927"/>
                  <a:pt x="1075" y="910"/>
                  <a:pt x="1082" y="916"/>
                </a:cubicBezTo>
                <a:cubicBezTo>
                  <a:pt x="1082" y="922"/>
                  <a:pt x="1072" y="926"/>
                  <a:pt x="1076" y="930"/>
                </a:cubicBezTo>
                <a:cubicBezTo>
                  <a:pt x="1081" y="925"/>
                  <a:pt x="1097" y="922"/>
                  <a:pt x="1097" y="913"/>
                </a:cubicBezTo>
                <a:cubicBezTo>
                  <a:pt x="1095" y="914"/>
                  <a:pt x="1097" y="910"/>
                  <a:pt x="1094" y="910"/>
                </a:cubicBezTo>
                <a:cubicBezTo>
                  <a:pt x="1096" y="907"/>
                  <a:pt x="1093" y="906"/>
                  <a:pt x="1097" y="905"/>
                </a:cubicBezTo>
                <a:cubicBezTo>
                  <a:pt x="1097" y="903"/>
                  <a:pt x="1095" y="902"/>
                  <a:pt x="1096" y="900"/>
                </a:cubicBezTo>
                <a:cubicBezTo>
                  <a:pt x="1093" y="901"/>
                  <a:pt x="1094" y="897"/>
                  <a:pt x="1092" y="897"/>
                </a:cubicBezTo>
                <a:cubicBezTo>
                  <a:pt x="1091" y="902"/>
                  <a:pt x="1088" y="905"/>
                  <a:pt x="1084" y="910"/>
                </a:cubicBezTo>
                <a:cubicBezTo>
                  <a:pt x="1082" y="907"/>
                  <a:pt x="1081" y="912"/>
                  <a:pt x="1078" y="912"/>
                </a:cubicBezTo>
                <a:cubicBezTo>
                  <a:pt x="1078" y="909"/>
                  <a:pt x="1078" y="908"/>
                  <a:pt x="1077" y="907"/>
                </a:cubicBezTo>
                <a:cubicBezTo>
                  <a:pt x="1094" y="892"/>
                  <a:pt x="1113" y="879"/>
                  <a:pt x="1135" y="870"/>
                </a:cubicBezTo>
                <a:cubicBezTo>
                  <a:pt x="1133" y="867"/>
                  <a:pt x="1137" y="866"/>
                  <a:pt x="1135" y="865"/>
                </a:cubicBezTo>
                <a:cubicBezTo>
                  <a:pt x="1135" y="867"/>
                  <a:pt x="1130" y="867"/>
                  <a:pt x="1132" y="864"/>
                </a:cubicBezTo>
                <a:cubicBezTo>
                  <a:pt x="1129" y="865"/>
                  <a:pt x="1125" y="870"/>
                  <a:pt x="1121" y="867"/>
                </a:cubicBezTo>
                <a:cubicBezTo>
                  <a:pt x="1120" y="864"/>
                  <a:pt x="1122" y="865"/>
                  <a:pt x="1123" y="863"/>
                </a:cubicBezTo>
                <a:cubicBezTo>
                  <a:pt x="1119" y="863"/>
                  <a:pt x="1115" y="868"/>
                  <a:pt x="1114" y="861"/>
                </a:cubicBezTo>
                <a:cubicBezTo>
                  <a:pt x="1116" y="862"/>
                  <a:pt x="1115" y="864"/>
                  <a:pt x="1118" y="863"/>
                </a:cubicBezTo>
                <a:cubicBezTo>
                  <a:pt x="1118" y="862"/>
                  <a:pt x="1117" y="861"/>
                  <a:pt x="1117" y="860"/>
                </a:cubicBezTo>
                <a:cubicBezTo>
                  <a:pt x="1115" y="859"/>
                  <a:pt x="1113" y="859"/>
                  <a:pt x="1112" y="860"/>
                </a:cubicBezTo>
                <a:cubicBezTo>
                  <a:pt x="1111" y="858"/>
                  <a:pt x="1109" y="857"/>
                  <a:pt x="1109" y="855"/>
                </a:cubicBezTo>
                <a:cubicBezTo>
                  <a:pt x="1111" y="853"/>
                  <a:pt x="1111" y="849"/>
                  <a:pt x="1114" y="848"/>
                </a:cubicBezTo>
                <a:cubicBezTo>
                  <a:pt x="1107" y="845"/>
                  <a:pt x="1101" y="858"/>
                  <a:pt x="1096" y="851"/>
                </a:cubicBezTo>
                <a:cubicBezTo>
                  <a:pt x="1095" y="854"/>
                  <a:pt x="1098" y="854"/>
                  <a:pt x="1097" y="857"/>
                </a:cubicBezTo>
                <a:cubicBezTo>
                  <a:pt x="1093" y="860"/>
                  <a:pt x="1086" y="858"/>
                  <a:pt x="1084" y="866"/>
                </a:cubicBezTo>
                <a:cubicBezTo>
                  <a:pt x="1088" y="864"/>
                  <a:pt x="1087" y="868"/>
                  <a:pt x="1087" y="872"/>
                </a:cubicBezTo>
                <a:cubicBezTo>
                  <a:pt x="1092" y="870"/>
                  <a:pt x="1091" y="872"/>
                  <a:pt x="1092" y="874"/>
                </a:cubicBezTo>
                <a:cubicBezTo>
                  <a:pt x="1093" y="871"/>
                  <a:pt x="1095" y="874"/>
                  <a:pt x="1095" y="876"/>
                </a:cubicBezTo>
                <a:cubicBezTo>
                  <a:pt x="1092" y="880"/>
                  <a:pt x="1089" y="883"/>
                  <a:pt x="1084" y="883"/>
                </a:cubicBezTo>
                <a:cubicBezTo>
                  <a:pt x="1085" y="879"/>
                  <a:pt x="1084" y="876"/>
                  <a:pt x="1081" y="874"/>
                </a:cubicBezTo>
                <a:cubicBezTo>
                  <a:pt x="1081" y="876"/>
                  <a:pt x="1079" y="875"/>
                  <a:pt x="1079" y="876"/>
                </a:cubicBezTo>
                <a:cubicBezTo>
                  <a:pt x="1082" y="882"/>
                  <a:pt x="1075" y="894"/>
                  <a:pt x="1067" y="894"/>
                </a:cubicBezTo>
                <a:cubicBezTo>
                  <a:pt x="1067" y="891"/>
                  <a:pt x="1066" y="889"/>
                  <a:pt x="1065" y="887"/>
                </a:cubicBezTo>
                <a:cubicBezTo>
                  <a:pt x="1063" y="891"/>
                  <a:pt x="1067" y="891"/>
                  <a:pt x="1066" y="896"/>
                </a:cubicBezTo>
                <a:cubicBezTo>
                  <a:pt x="1063" y="898"/>
                  <a:pt x="1058" y="898"/>
                  <a:pt x="1058" y="902"/>
                </a:cubicBezTo>
                <a:cubicBezTo>
                  <a:pt x="1058" y="904"/>
                  <a:pt x="1061" y="902"/>
                  <a:pt x="1061" y="904"/>
                </a:cubicBezTo>
                <a:cubicBezTo>
                  <a:pt x="1058" y="906"/>
                  <a:pt x="1058" y="910"/>
                  <a:pt x="1056" y="913"/>
                </a:cubicBezTo>
                <a:cubicBezTo>
                  <a:pt x="1061" y="913"/>
                  <a:pt x="1063" y="917"/>
                  <a:pt x="1064" y="921"/>
                </a:cubicBezTo>
                <a:cubicBezTo>
                  <a:pt x="1059" y="928"/>
                  <a:pt x="1049" y="929"/>
                  <a:pt x="1051" y="939"/>
                </a:cubicBezTo>
                <a:close/>
                <a:moveTo>
                  <a:pt x="1103" y="880"/>
                </a:moveTo>
                <a:cubicBezTo>
                  <a:pt x="1103" y="876"/>
                  <a:pt x="1106" y="876"/>
                  <a:pt x="1108" y="874"/>
                </a:cubicBezTo>
                <a:cubicBezTo>
                  <a:pt x="1111" y="877"/>
                  <a:pt x="1106" y="880"/>
                  <a:pt x="1103" y="880"/>
                </a:cubicBezTo>
                <a:close/>
                <a:moveTo>
                  <a:pt x="1092" y="868"/>
                </a:moveTo>
                <a:cubicBezTo>
                  <a:pt x="1092" y="865"/>
                  <a:pt x="1090" y="866"/>
                  <a:pt x="1091" y="863"/>
                </a:cubicBezTo>
                <a:cubicBezTo>
                  <a:pt x="1093" y="866"/>
                  <a:pt x="1096" y="861"/>
                  <a:pt x="1096" y="865"/>
                </a:cubicBezTo>
                <a:cubicBezTo>
                  <a:pt x="1099" y="865"/>
                  <a:pt x="1100" y="863"/>
                  <a:pt x="1101" y="860"/>
                </a:cubicBezTo>
                <a:cubicBezTo>
                  <a:pt x="1100" y="861"/>
                  <a:pt x="1099" y="862"/>
                  <a:pt x="1098" y="863"/>
                </a:cubicBezTo>
                <a:cubicBezTo>
                  <a:pt x="1095" y="862"/>
                  <a:pt x="1102" y="856"/>
                  <a:pt x="1102" y="860"/>
                </a:cubicBezTo>
                <a:cubicBezTo>
                  <a:pt x="1104" y="858"/>
                  <a:pt x="1103" y="856"/>
                  <a:pt x="1107" y="854"/>
                </a:cubicBezTo>
                <a:cubicBezTo>
                  <a:pt x="1110" y="857"/>
                  <a:pt x="1105" y="858"/>
                  <a:pt x="1103" y="860"/>
                </a:cubicBezTo>
                <a:cubicBezTo>
                  <a:pt x="1104" y="863"/>
                  <a:pt x="1108" y="860"/>
                  <a:pt x="1111" y="860"/>
                </a:cubicBezTo>
                <a:cubicBezTo>
                  <a:pt x="1110" y="863"/>
                  <a:pt x="1112" y="864"/>
                  <a:pt x="1112" y="867"/>
                </a:cubicBezTo>
                <a:cubicBezTo>
                  <a:pt x="1105" y="872"/>
                  <a:pt x="1103" y="871"/>
                  <a:pt x="1098" y="874"/>
                </a:cubicBezTo>
                <a:cubicBezTo>
                  <a:pt x="1100" y="869"/>
                  <a:pt x="1096" y="869"/>
                  <a:pt x="1092" y="868"/>
                </a:cubicBezTo>
                <a:close/>
                <a:moveTo>
                  <a:pt x="1102" y="878"/>
                </a:moveTo>
                <a:cubicBezTo>
                  <a:pt x="1102" y="881"/>
                  <a:pt x="1100" y="882"/>
                  <a:pt x="1099" y="884"/>
                </a:cubicBezTo>
                <a:cubicBezTo>
                  <a:pt x="1095" y="883"/>
                  <a:pt x="1096" y="883"/>
                  <a:pt x="1092" y="884"/>
                </a:cubicBezTo>
                <a:cubicBezTo>
                  <a:pt x="1094" y="889"/>
                  <a:pt x="1088" y="892"/>
                  <a:pt x="1083" y="893"/>
                </a:cubicBezTo>
                <a:cubicBezTo>
                  <a:pt x="1084" y="883"/>
                  <a:pt x="1093" y="880"/>
                  <a:pt x="1102" y="878"/>
                </a:cubicBezTo>
                <a:close/>
                <a:moveTo>
                  <a:pt x="1070" y="897"/>
                </a:moveTo>
                <a:cubicBezTo>
                  <a:pt x="1070" y="900"/>
                  <a:pt x="1069" y="902"/>
                  <a:pt x="1066" y="902"/>
                </a:cubicBezTo>
                <a:cubicBezTo>
                  <a:pt x="1065" y="898"/>
                  <a:pt x="1068" y="897"/>
                  <a:pt x="1070" y="897"/>
                </a:cubicBezTo>
                <a:close/>
                <a:moveTo>
                  <a:pt x="178" y="865"/>
                </a:moveTo>
                <a:cubicBezTo>
                  <a:pt x="183" y="865"/>
                  <a:pt x="185" y="864"/>
                  <a:pt x="190" y="862"/>
                </a:cubicBezTo>
                <a:cubicBezTo>
                  <a:pt x="188" y="859"/>
                  <a:pt x="184" y="855"/>
                  <a:pt x="179" y="858"/>
                </a:cubicBezTo>
                <a:cubicBezTo>
                  <a:pt x="180" y="861"/>
                  <a:pt x="177" y="867"/>
                  <a:pt x="178" y="865"/>
                </a:cubicBezTo>
                <a:close/>
                <a:moveTo>
                  <a:pt x="1114" y="952"/>
                </a:moveTo>
                <a:cubicBezTo>
                  <a:pt x="1115" y="948"/>
                  <a:pt x="1119" y="947"/>
                  <a:pt x="1118" y="941"/>
                </a:cubicBezTo>
                <a:cubicBezTo>
                  <a:pt x="1121" y="942"/>
                  <a:pt x="1120" y="940"/>
                  <a:pt x="1122" y="939"/>
                </a:cubicBezTo>
                <a:cubicBezTo>
                  <a:pt x="1127" y="942"/>
                  <a:pt x="1129" y="936"/>
                  <a:pt x="1133" y="934"/>
                </a:cubicBezTo>
                <a:cubicBezTo>
                  <a:pt x="1130" y="928"/>
                  <a:pt x="1146" y="928"/>
                  <a:pt x="1142" y="921"/>
                </a:cubicBezTo>
                <a:cubicBezTo>
                  <a:pt x="1136" y="923"/>
                  <a:pt x="1134" y="928"/>
                  <a:pt x="1129" y="926"/>
                </a:cubicBezTo>
                <a:cubicBezTo>
                  <a:pt x="1127" y="933"/>
                  <a:pt x="1121" y="935"/>
                  <a:pt x="1115" y="938"/>
                </a:cubicBezTo>
                <a:cubicBezTo>
                  <a:pt x="1115" y="937"/>
                  <a:pt x="1115" y="937"/>
                  <a:pt x="1114" y="936"/>
                </a:cubicBezTo>
                <a:cubicBezTo>
                  <a:pt x="1117" y="933"/>
                  <a:pt x="1116" y="929"/>
                  <a:pt x="1115" y="925"/>
                </a:cubicBezTo>
                <a:cubicBezTo>
                  <a:pt x="1114" y="924"/>
                  <a:pt x="1111" y="926"/>
                  <a:pt x="1111" y="924"/>
                </a:cubicBezTo>
                <a:cubicBezTo>
                  <a:pt x="1114" y="919"/>
                  <a:pt x="1107" y="921"/>
                  <a:pt x="1108" y="916"/>
                </a:cubicBezTo>
                <a:cubicBezTo>
                  <a:pt x="1110" y="919"/>
                  <a:pt x="1113" y="916"/>
                  <a:pt x="1114" y="913"/>
                </a:cubicBezTo>
                <a:cubicBezTo>
                  <a:pt x="1109" y="914"/>
                  <a:pt x="1104" y="917"/>
                  <a:pt x="1104" y="922"/>
                </a:cubicBezTo>
                <a:cubicBezTo>
                  <a:pt x="1110" y="919"/>
                  <a:pt x="1106" y="927"/>
                  <a:pt x="1110" y="926"/>
                </a:cubicBezTo>
                <a:cubicBezTo>
                  <a:pt x="1107" y="930"/>
                  <a:pt x="1107" y="933"/>
                  <a:pt x="1105" y="939"/>
                </a:cubicBezTo>
                <a:cubicBezTo>
                  <a:pt x="1107" y="940"/>
                  <a:pt x="1108" y="938"/>
                  <a:pt x="1108" y="939"/>
                </a:cubicBezTo>
                <a:cubicBezTo>
                  <a:pt x="1105" y="942"/>
                  <a:pt x="1109" y="950"/>
                  <a:pt x="1111" y="950"/>
                </a:cubicBezTo>
                <a:cubicBezTo>
                  <a:pt x="1111" y="952"/>
                  <a:pt x="1111" y="952"/>
                  <a:pt x="1111" y="952"/>
                </a:cubicBezTo>
                <a:cubicBezTo>
                  <a:pt x="1105" y="949"/>
                  <a:pt x="1107" y="954"/>
                  <a:pt x="1103" y="955"/>
                </a:cubicBezTo>
                <a:cubicBezTo>
                  <a:pt x="1103" y="953"/>
                  <a:pt x="1104" y="950"/>
                  <a:pt x="1102" y="950"/>
                </a:cubicBezTo>
                <a:cubicBezTo>
                  <a:pt x="1100" y="952"/>
                  <a:pt x="1096" y="952"/>
                  <a:pt x="1095" y="956"/>
                </a:cubicBezTo>
                <a:cubicBezTo>
                  <a:pt x="1099" y="956"/>
                  <a:pt x="1099" y="953"/>
                  <a:pt x="1103" y="953"/>
                </a:cubicBezTo>
                <a:cubicBezTo>
                  <a:pt x="1103" y="956"/>
                  <a:pt x="1101" y="956"/>
                  <a:pt x="1102" y="958"/>
                </a:cubicBezTo>
                <a:cubicBezTo>
                  <a:pt x="1103" y="960"/>
                  <a:pt x="1103" y="958"/>
                  <a:pt x="1106" y="958"/>
                </a:cubicBezTo>
                <a:cubicBezTo>
                  <a:pt x="1106" y="953"/>
                  <a:pt x="1111" y="952"/>
                  <a:pt x="1114" y="952"/>
                </a:cubicBezTo>
                <a:close/>
                <a:moveTo>
                  <a:pt x="1019" y="927"/>
                </a:moveTo>
                <a:cubicBezTo>
                  <a:pt x="1022" y="924"/>
                  <a:pt x="1025" y="921"/>
                  <a:pt x="1031" y="921"/>
                </a:cubicBezTo>
                <a:cubicBezTo>
                  <a:pt x="1032" y="917"/>
                  <a:pt x="1029" y="919"/>
                  <a:pt x="1029" y="916"/>
                </a:cubicBezTo>
                <a:cubicBezTo>
                  <a:pt x="1025" y="918"/>
                  <a:pt x="1019" y="924"/>
                  <a:pt x="1019" y="927"/>
                </a:cubicBezTo>
                <a:close/>
                <a:moveTo>
                  <a:pt x="157" y="919"/>
                </a:moveTo>
                <a:cubicBezTo>
                  <a:pt x="149" y="918"/>
                  <a:pt x="147" y="925"/>
                  <a:pt x="143" y="928"/>
                </a:cubicBezTo>
                <a:cubicBezTo>
                  <a:pt x="149" y="926"/>
                  <a:pt x="154" y="924"/>
                  <a:pt x="157" y="919"/>
                </a:cubicBezTo>
                <a:close/>
                <a:moveTo>
                  <a:pt x="986" y="921"/>
                </a:moveTo>
                <a:cubicBezTo>
                  <a:pt x="985" y="923"/>
                  <a:pt x="982" y="919"/>
                  <a:pt x="982" y="923"/>
                </a:cubicBezTo>
                <a:cubicBezTo>
                  <a:pt x="984" y="922"/>
                  <a:pt x="984" y="924"/>
                  <a:pt x="986" y="924"/>
                </a:cubicBezTo>
                <a:cubicBezTo>
                  <a:pt x="986" y="922"/>
                  <a:pt x="988" y="921"/>
                  <a:pt x="986" y="921"/>
                </a:cubicBezTo>
                <a:close/>
                <a:moveTo>
                  <a:pt x="786" y="1120"/>
                </a:moveTo>
                <a:cubicBezTo>
                  <a:pt x="787" y="1118"/>
                  <a:pt x="785" y="1117"/>
                  <a:pt x="786" y="1117"/>
                </a:cubicBezTo>
                <a:cubicBezTo>
                  <a:pt x="796" y="1115"/>
                  <a:pt x="807" y="1109"/>
                  <a:pt x="817" y="1109"/>
                </a:cubicBezTo>
                <a:cubicBezTo>
                  <a:pt x="821" y="1103"/>
                  <a:pt x="831" y="1106"/>
                  <a:pt x="834" y="1098"/>
                </a:cubicBezTo>
                <a:cubicBezTo>
                  <a:pt x="835" y="1096"/>
                  <a:pt x="831" y="1094"/>
                  <a:pt x="833" y="1090"/>
                </a:cubicBezTo>
                <a:cubicBezTo>
                  <a:pt x="839" y="1086"/>
                  <a:pt x="848" y="1084"/>
                  <a:pt x="853" y="1083"/>
                </a:cubicBezTo>
                <a:cubicBezTo>
                  <a:pt x="852" y="1085"/>
                  <a:pt x="852" y="1087"/>
                  <a:pt x="852" y="1089"/>
                </a:cubicBezTo>
                <a:cubicBezTo>
                  <a:pt x="856" y="1089"/>
                  <a:pt x="858" y="1090"/>
                  <a:pt x="859" y="1092"/>
                </a:cubicBezTo>
                <a:cubicBezTo>
                  <a:pt x="854" y="1096"/>
                  <a:pt x="847" y="1099"/>
                  <a:pt x="842" y="1104"/>
                </a:cubicBezTo>
                <a:cubicBezTo>
                  <a:pt x="836" y="1100"/>
                  <a:pt x="826" y="1109"/>
                  <a:pt x="822" y="1114"/>
                </a:cubicBezTo>
                <a:cubicBezTo>
                  <a:pt x="835" y="1111"/>
                  <a:pt x="846" y="1106"/>
                  <a:pt x="858" y="1102"/>
                </a:cubicBezTo>
                <a:cubicBezTo>
                  <a:pt x="857" y="1094"/>
                  <a:pt x="862" y="1089"/>
                  <a:pt x="867" y="1084"/>
                </a:cubicBezTo>
                <a:cubicBezTo>
                  <a:pt x="865" y="1084"/>
                  <a:pt x="862" y="1087"/>
                  <a:pt x="861" y="1084"/>
                </a:cubicBezTo>
                <a:cubicBezTo>
                  <a:pt x="870" y="1074"/>
                  <a:pt x="889" y="1072"/>
                  <a:pt x="900" y="1063"/>
                </a:cubicBezTo>
                <a:cubicBezTo>
                  <a:pt x="898" y="1061"/>
                  <a:pt x="893" y="1064"/>
                  <a:pt x="891" y="1061"/>
                </a:cubicBezTo>
                <a:cubicBezTo>
                  <a:pt x="895" y="1052"/>
                  <a:pt x="908" y="1051"/>
                  <a:pt x="917" y="1046"/>
                </a:cubicBezTo>
                <a:cubicBezTo>
                  <a:pt x="915" y="1044"/>
                  <a:pt x="916" y="1042"/>
                  <a:pt x="917" y="1040"/>
                </a:cubicBezTo>
                <a:cubicBezTo>
                  <a:pt x="912" y="1041"/>
                  <a:pt x="908" y="1044"/>
                  <a:pt x="903" y="1045"/>
                </a:cubicBezTo>
                <a:cubicBezTo>
                  <a:pt x="906" y="1038"/>
                  <a:pt x="917" y="1038"/>
                  <a:pt x="922" y="1032"/>
                </a:cubicBezTo>
                <a:cubicBezTo>
                  <a:pt x="919" y="1032"/>
                  <a:pt x="923" y="1029"/>
                  <a:pt x="922" y="1028"/>
                </a:cubicBezTo>
                <a:cubicBezTo>
                  <a:pt x="916" y="1028"/>
                  <a:pt x="918" y="1036"/>
                  <a:pt x="911" y="1036"/>
                </a:cubicBezTo>
                <a:cubicBezTo>
                  <a:pt x="911" y="1032"/>
                  <a:pt x="911" y="1032"/>
                  <a:pt x="911" y="1032"/>
                </a:cubicBezTo>
                <a:cubicBezTo>
                  <a:pt x="904" y="1034"/>
                  <a:pt x="903" y="1042"/>
                  <a:pt x="895" y="1044"/>
                </a:cubicBezTo>
                <a:cubicBezTo>
                  <a:pt x="896" y="1041"/>
                  <a:pt x="897" y="1040"/>
                  <a:pt x="895" y="1038"/>
                </a:cubicBezTo>
                <a:cubicBezTo>
                  <a:pt x="891" y="1039"/>
                  <a:pt x="888" y="1042"/>
                  <a:pt x="885" y="1045"/>
                </a:cubicBezTo>
                <a:cubicBezTo>
                  <a:pt x="882" y="1041"/>
                  <a:pt x="878" y="1047"/>
                  <a:pt x="875" y="1044"/>
                </a:cubicBezTo>
                <a:cubicBezTo>
                  <a:pt x="888" y="1031"/>
                  <a:pt x="913" y="1030"/>
                  <a:pt x="924" y="1015"/>
                </a:cubicBezTo>
                <a:cubicBezTo>
                  <a:pt x="915" y="1018"/>
                  <a:pt x="909" y="1024"/>
                  <a:pt x="900" y="1028"/>
                </a:cubicBezTo>
                <a:cubicBezTo>
                  <a:pt x="900" y="1026"/>
                  <a:pt x="897" y="1027"/>
                  <a:pt x="897" y="1025"/>
                </a:cubicBezTo>
                <a:cubicBezTo>
                  <a:pt x="917" y="1012"/>
                  <a:pt x="940" y="1004"/>
                  <a:pt x="958" y="990"/>
                </a:cubicBezTo>
                <a:cubicBezTo>
                  <a:pt x="956" y="989"/>
                  <a:pt x="954" y="990"/>
                  <a:pt x="954" y="989"/>
                </a:cubicBezTo>
                <a:cubicBezTo>
                  <a:pt x="954" y="982"/>
                  <a:pt x="958" y="980"/>
                  <a:pt x="963" y="979"/>
                </a:cubicBezTo>
                <a:cubicBezTo>
                  <a:pt x="962" y="981"/>
                  <a:pt x="962" y="982"/>
                  <a:pt x="963" y="983"/>
                </a:cubicBezTo>
                <a:cubicBezTo>
                  <a:pt x="976" y="982"/>
                  <a:pt x="994" y="976"/>
                  <a:pt x="995" y="969"/>
                </a:cubicBezTo>
                <a:cubicBezTo>
                  <a:pt x="1005" y="970"/>
                  <a:pt x="1010" y="961"/>
                  <a:pt x="1017" y="960"/>
                </a:cubicBezTo>
                <a:cubicBezTo>
                  <a:pt x="1017" y="963"/>
                  <a:pt x="1019" y="963"/>
                  <a:pt x="1020" y="964"/>
                </a:cubicBezTo>
                <a:cubicBezTo>
                  <a:pt x="1021" y="963"/>
                  <a:pt x="1021" y="962"/>
                  <a:pt x="1022" y="961"/>
                </a:cubicBezTo>
                <a:cubicBezTo>
                  <a:pt x="1028" y="962"/>
                  <a:pt x="1039" y="953"/>
                  <a:pt x="1043" y="946"/>
                </a:cubicBezTo>
                <a:cubicBezTo>
                  <a:pt x="1041" y="946"/>
                  <a:pt x="1040" y="945"/>
                  <a:pt x="1040" y="943"/>
                </a:cubicBezTo>
                <a:cubicBezTo>
                  <a:pt x="1043" y="942"/>
                  <a:pt x="1044" y="944"/>
                  <a:pt x="1048" y="942"/>
                </a:cubicBezTo>
                <a:cubicBezTo>
                  <a:pt x="1048" y="940"/>
                  <a:pt x="1050" y="938"/>
                  <a:pt x="1047" y="938"/>
                </a:cubicBezTo>
                <a:cubicBezTo>
                  <a:pt x="1048" y="940"/>
                  <a:pt x="1043" y="942"/>
                  <a:pt x="1042" y="939"/>
                </a:cubicBezTo>
                <a:cubicBezTo>
                  <a:pt x="1041" y="936"/>
                  <a:pt x="1047" y="939"/>
                  <a:pt x="1047" y="935"/>
                </a:cubicBezTo>
                <a:cubicBezTo>
                  <a:pt x="1041" y="932"/>
                  <a:pt x="1035" y="943"/>
                  <a:pt x="1028" y="944"/>
                </a:cubicBezTo>
                <a:cubicBezTo>
                  <a:pt x="1026" y="935"/>
                  <a:pt x="1036" y="930"/>
                  <a:pt x="1040" y="923"/>
                </a:cubicBezTo>
                <a:cubicBezTo>
                  <a:pt x="1031" y="925"/>
                  <a:pt x="1016" y="930"/>
                  <a:pt x="1021" y="940"/>
                </a:cubicBezTo>
                <a:cubicBezTo>
                  <a:pt x="1015" y="941"/>
                  <a:pt x="1013" y="946"/>
                  <a:pt x="1008" y="948"/>
                </a:cubicBezTo>
                <a:cubicBezTo>
                  <a:pt x="1007" y="946"/>
                  <a:pt x="1010" y="943"/>
                  <a:pt x="1005" y="943"/>
                </a:cubicBezTo>
                <a:cubicBezTo>
                  <a:pt x="1006" y="950"/>
                  <a:pt x="1003" y="951"/>
                  <a:pt x="999" y="952"/>
                </a:cubicBezTo>
                <a:cubicBezTo>
                  <a:pt x="998" y="949"/>
                  <a:pt x="1000" y="949"/>
                  <a:pt x="1001" y="947"/>
                </a:cubicBezTo>
                <a:cubicBezTo>
                  <a:pt x="993" y="949"/>
                  <a:pt x="994" y="956"/>
                  <a:pt x="985" y="954"/>
                </a:cubicBezTo>
                <a:cubicBezTo>
                  <a:pt x="979" y="959"/>
                  <a:pt x="974" y="965"/>
                  <a:pt x="968" y="969"/>
                </a:cubicBezTo>
                <a:cubicBezTo>
                  <a:pt x="967" y="968"/>
                  <a:pt x="967" y="967"/>
                  <a:pt x="967" y="965"/>
                </a:cubicBezTo>
                <a:cubicBezTo>
                  <a:pt x="962" y="967"/>
                  <a:pt x="955" y="973"/>
                  <a:pt x="949" y="971"/>
                </a:cubicBezTo>
                <a:cubicBezTo>
                  <a:pt x="952" y="967"/>
                  <a:pt x="956" y="963"/>
                  <a:pt x="961" y="960"/>
                </a:cubicBezTo>
                <a:cubicBezTo>
                  <a:pt x="959" y="957"/>
                  <a:pt x="958" y="955"/>
                  <a:pt x="956" y="953"/>
                </a:cubicBezTo>
                <a:cubicBezTo>
                  <a:pt x="959" y="954"/>
                  <a:pt x="958" y="951"/>
                  <a:pt x="961" y="952"/>
                </a:cubicBezTo>
                <a:cubicBezTo>
                  <a:pt x="960" y="953"/>
                  <a:pt x="959" y="953"/>
                  <a:pt x="960" y="955"/>
                </a:cubicBezTo>
                <a:cubicBezTo>
                  <a:pt x="977" y="960"/>
                  <a:pt x="979" y="944"/>
                  <a:pt x="991" y="940"/>
                </a:cubicBezTo>
                <a:cubicBezTo>
                  <a:pt x="991" y="937"/>
                  <a:pt x="988" y="936"/>
                  <a:pt x="989" y="931"/>
                </a:cubicBezTo>
                <a:cubicBezTo>
                  <a:pt x="986" y="932"/>
                  <a:pt x="985" y="934"/>
                  <a:pt x="985" y="938"/>
                </a:cubicBezTo>
                <a:cubicBezTo>
                  <a:pt x="990" y="941"/>
                  <a:pt x="980" y="946"/>
                  <a:pt x="977" y="944"/>
                </a:cubicBezTo>
                <a:cubicBezTo>
                  <a:pt x="977" y="942"/>
                  <a:pt x="980" y="943"/>
                  <a:pt x="980" y="941"/>
                </a:cubicBezTo>
                <a:cubicBezTo>
                  <a:pt x="978" y="941"/>
                  <a:pt x="975" y="942"/>
                  <a:pt x="975" y="940"/>
                </a:cubicBezTo>
                <a:cubicBezTo>
                  <a:pt x="976" y="939"/>
                  <a:pt x="977" y="938"/>
                  <a:pt x="980" y="939"/>
                </a:cubicBezTo>
                <a:cubicBezTo>
                  <a:pt x="979" y="935"/>
                  <a:pt x="978" y="934"/>
                  <a:pt x="979" y="930"/>
                </a:cubicBezTo>
                <a:cubicBezTo>
                  <a:pt x="975" y="931"/>
                  <a:pt x="973" y="933"/>
                  <a:pt x="971" y="930"/>
                </a:cubicBezTo>
                <a:cubicBezTo>
                  <a:pt x="962" y="942"/>
                  <a:pt x="947" y="948"/>
                  <a:pt x="935" y="956"/>
                </a:cubicBezTo>
                <a:cubicBezTo>
                  <a:pt x="933" y="956"/>
                  <a:pt x="931" y="955"/>
                  <a:pt x="928" y="955"/>
                </a:cubicBezTo>
                <a:cubicBezTo>
                  <a:pt x="926" y="957"/>
                  <a:pt x="924" y="958"/>
                  <a:pt x="924" y="962"/>
                </a:cubicBezTo>
                <a:cubicBezTo>
                  <a:pt x="926" y="962"/>
                  <a:pt x="928" y="962"/>
                  <a:pt x="928" y="964"/>
                </a:cubicBezTo>
                <a:cubicBezTo>
                  <a:pt x="921" y="972"/>
                  <a:pt x="911" y="979"/>
                  <a:pt x="897" y="972"/>
                </a:cubicBezTo>
                <a:cubicBezTo>
                  <a:pt x="896" y="975"/>
                  <a:pt x="891" y="976"/>
                  <a:pt x="889" y="978"/>
                </a:cubicBezTo>
                <a:cubicBezTo>
                  <a:pt x="893" y="979"/>
                  <a:pt x="894" y="978"/>
                  <a:pt x="897" y="978"/>
                </a:cubicBezTo>
                <a:cubicBezTo>
                  <a:pt x="894" y="983"/>
                  <a:pt x="900" y="979"/>
                  <a:pt x="901" y="983"/>
                </a:cubicBezTo>
                <a:cubicBezTo>
                  <a:pt x="897" y="984"/>
                  <a:pt x="892" y="988"/>
                  <a:pt x="894" y="991"/>
                </a:cubicBezTo>
                <a:cubicBezTo>
                  <a:pt x="895" y="987"/>
                  <a:pt x="899" y="991"/>
                  <a:pt x="900" y="988"/>
                </a:cubicBezTo>
                <a:cubicBezTo>
                  <a:pt x="900" y="989"/>
                  <a:pt x="902" y="989"/>
                  <a:pt x="902" y="991"/>
                </a:cubicBezTo>
                <a:cubicBezTo>
                  <a:pt x="899" y="993"/>
                  <a:pt x="900" y="993"/>
                  <a:pt x="901" y="996"/>
                </a:cubicBezTo>
                <a:cubicBezTo>
                  <a:pt x="895" y="998"/>
                  <a:pt x="894" y="1005"/>
                  <a:pt x="890" y="1009"/>
                </a:cubicBezTo>
                <a:cubicBezTo>
                  <a:pt x="887" y="1010"/>
                  <a:pt x="887" y="1008"/>
                  <a:pt x="885" y="1008"/>
                </a:cubicBezTo>
                <a:cubicBezTo>
                  <a:pt x="879" y="1011"/>
                  <a:pt x="877" y="1015"/>
                  <a:pt x="873" y="1017"/>
                </a:cubicBezTo>
                <a:cubicBezTo>
                  <a:pt x="865" y="1023"/>
                  <a:pt x="855" y="1022"/>
                  <a:pt x="850" y="1030"/>
                </a:cubicBezTo>
                <a:cubicBezTo>
                  <a:pt x="858" y="1032"/>
                  <a:pt x="859" y="1028"/>
                  <a:pt x="864" y="1024"/>
                </a:cubicBezTo>
                <a:cubicBezTo>
                  <a:pt x="873" y="1018"/>
                  <a:pt x="888" y="1014"/>
                  <a:pt x="895" y="1011"/>
                </a:cubicBezTo>
                <a:cubicBezTo>
                  <a:pt x="892" y="1017"/>
                  <a:pt x="886" y="1020"/>
                  <a:pt x="880" y="1024"/>
                </a:cubicBezTo>
                <a:cubicBezTo>
                  <a:pt x="879" y="1023"/>
                  <a:pt x="880" y="1020"/>
                  <a:pt x="878" y="1020"/>
                </a:cubicBezTo>
                <a:cubicBezTo>
                  <a:pt x="872" y="1029"/>
                  <a:pt x="860" y="1033"/>
                  <a:pt x="849" y="1039"/>
                </a:cubicBezTo>
                <a:cubicBezTo>
                  <a:pt x="838" y="1044"/>
                  <a:pt x="822" y="1053"/>
                  <a:pt x="813" y="1052"/>
                </a:cubicBezTo>
                <a:cubicBezTo>
                  <a:pt x="813" y="1053"/>
                  <a:pt x="813" y="1055"/>
                  <a:pt x="812" y="1056"/>
                </a:cubicBezTo>
                <a:cubicBezTo>
                  <a:pt x="804" y="1054"/>
                  <a:pt x="800" y="1059"/>
                  <a:pt x="792" y="1061"/>
                </a:cubicBezTo>
                <a:cubicBezTo>
                  <a:pt x="792" y="1064"/>
                  <a:pt x="794" y="1064"/>
                  <a:pt x="795" y="1066"/>
                </a:cubicBezTo>
                <a:cubicBezTo>
                  <a:pt x="792" y="1066"/>
                  <a:pt x="790" y="1069"/>
                  <a:pt x="791" y="1070"/>
                </a:cubicBezTo>
                <a:cubicBezTo>
                  <a:pt x="803" y="1066"/>
                  <a:pt x="820" y="1061"/>
                  <a:pt x="836" y="1053"/>
                </a:cubicBezTo>
                <a:cubicBezTo>
                  <a:pt x="838" y="1044"/>
                  <a:pt x="849" y="1046"/>
                  <a:pt x="855" y="1043"/>
                </a:cubicBezTo>
                <a:cubicBezTo>
                  <a:pt x="856" y="1045"/>
                  <a:pt x="853" y="1044"/>
                  <a:pt x="853" y="1047"/>
                </a:cubicBezTo>
                <a:cubicBezTo>
                  <a:pt x="856" y="1047"/>
                  <a:pt x="858" y="1049"/>
                  <a:pt x="856" y="1051"/>
                </a:cubicBezTo>
                <a:cubicBezTo>
                  <a:pt x="863" y="1052"/>
                  <a:pt x="870" y="1040"/>
                  <a:pt x="874" y="1047"/>
                </a:cubicBezTo>
                <a:cubicBezTo>
                  <a:pt x="867" y="1048"/>
                  <a:pt x="858" y="1052"/>
                  <a:pt x="853" y="1058"/>
                </a:cubicBezTo>
                <a:cubicBezTo>
                  <a:pt x="857" y="1057"/>
                  <a:pt x="860" y="1058"/>
                  <a:pt x="861" y="1061"/>
                </a:cubicBezTo>
                <a:cubicBezTo>
                  <a:pt x="859" y="1061"/>
                  <a:pt x="859" y="1063"/>
                  <a:pt x="858" y="1063"/>
                </a:cubicBezTo>
                <a:cubicBezTo>
                  <a:pt x="854" y="1058"/>
                  <a:pt x="847" y="1064"/>
                  <a:pt x="844" y="1063"/>
                </a:cubicBezTo>
                <a:cubicBezTo>
                  <a:pt x="843" y="1059"/>
                  <a:pt x="849" y="1063"/>
                  <a:pt x="849" y="1059"/>
                </a:cubicBezTo>
                <a:cubicBezTo>
                  <a:pt x="846" y="1056"/>
                  <a:pt x="845" y="1061"/>
                  <a:pt x="841" y="1060"/>
                </a:cubicBezTo>
                <a:cubicBezTo>
                  <a:pt x="842" y="1058"/>
                  <a:pt x="842" y="1056"/>
                  <a:pt x="840" y="1056"/>
                </a:cubicBezTo>
                <a:cubicBezTo>
                  <a:pt x="830" y="1061"/>
                  <a:pt x="823" y="1069"/>
                  <a:pt x="811" y="1070"/>
                </a:cubicBezTo>
                <a:cubicBezTo>
                  <a:pt x="811" y="1071"/>
                  <a:pt x="812" y="1072"/>
                  <a:pt x="812" y="1073"/>
                </a:cubicBezTo>
                <a:cubicBezTo>
                  <a:pt x="810" y="1074"/>
                  <a:pt x="808" y="1076"/>
                  <a:pt x="805" y="1076"/>
                </a:cubicBezTo>
                <a:cubicBezTo>
                  <a:pt x="805" y="1075"/>
                  <a:pt x="806" y="1074"/>
                  <a:pt x="807" y="1073"/>
                </a:cubicBezTo>
                <a:cubicBezTo>
                  <a:pt x="803" y="1073"/>
                  <a:pt x="799" y="1074"/>
                  <a:pt x="797" y="1077"/>
                </a:cubicBezTo>
                <a:cubicBezTo>
                  <a:pt x="800" y="1078"/>
                  <a:pt x="802" y="1074"/>
                  <a:pt x="804" y="1077"/>
                </a:cubicBezTo>
                <a:cubicBezTo>
                  <a:pt x="798" y="1079"/>
                  <a:pt x="787" y="1088"/>
                  <a:pt x="782" y="1082"/>
                </a:cubicBezTo>
                <a:cubicBezTo>
                  <a:pt x="777" y="1083"/>
                  <a:pt x="772" y="1085"/>
                  <a:pt x="768" y="1088"/>
                </a:cubicBezTo>
                <a:cubicBezTo>
                  <a:pt x="771" y="1088"/>
                  <a:pt x="773" y="1088"/>
                  <a:pt x="774" y="1090"/>
                </a:cubicBezTo>
                <a:cubicBezTo>
                  <a:pt x="767" y="1091"/>
                  <a:pt x="761" y="1092"/>
                  <a:pt x="758" y="1096"/>
                </a:cubicBezTo>
                <a:cubicBezTo>
                  <a:pt x="757" y="1095"/>
                  <a:pt x="755" y="1094"/>
                  <a:pt x="753" y="1095"/>
                </a:cubicBezTo>
                <a:cubicBezTo>
                  <a:pt x="751" y="1098"/>
                  <a:pt x="747" y="1098"/>
                  <a:pt x="746" y="1101"/>
                </a:cubicBezTo>
                <a:cubicBezTo>
                  <a:pt x="749" y="1100"/>
                  <a:pt x="747" y="1104"/>
                  <a:pt x="749" y="1104"/>
                </a:cubicBezTo>
                <a:cubicBezTo>
                  <a:pt x="749" y="1103"/>
                  <a:pt x="751" y="1103"/>
                  <a:pt x="752" y="1102"/>
                </a:cubicBezTo>
                <a:cubicBezTo>
                  <a:pt x="751" y="1105"/>
                  <a:pt x="755" y="1104"/>
                  <a:pt x="754" y="1108"/>
                </a:cubicBezTo>
                <a:cubicBezTo>
                  <a:pt x="750" y="1106"/>
                  <a:pt x="752" y="1112"/>
                  <a:pt x="750" y="1112"/>
                </a:cubicBezTo>
                <a:cubicBezTo>
                  <a:pt x="745" y="1115"/>
                  <a:pt x="743" y="1109"/>
                  <a:pt x="738" y="1109"/>
                </a:cubicBezTo>
                <a:cubicBezTo>
                  <a:pt x="737" y="1113"/>
                  <a:pt x="732" y="1117"/>
                  <a:pt x="728" y="1115"/>
                </a:cubicBezTo>
                <a:cubicBezTo>
                  <a:pt x="728" y="1114"/>
                  <a:pt x="730" y="1114"/>
                  <a:pt x="730" y="1112"/>
                </a:cubicBezTo>
                <a:cubicBezTo>
                  <a:pt x="711" y="1113"/>
                  <a:pt x="700" y="1127"/>
                  <a:pt x="684" y="1122"/>
                </a:cubicBezTo>
                <a:cubicBezTo>
                  <a:pt x="681" y="1133"/>
                  <a:pt x="662" y="1127"/>
                  <a:pt x="657" y="1136"/>
                </a:cubicBezTo>
                <a:cubicBezTo>
                  <a:pt x="660" y="1138"/>
                  <a:pt x="664" y="1137"/>
                  <a:pt x="666" y="1138"/>
                </a:cubicBezTo>
                <a:cubicBezTo>
                  <a:pt x="666" y="1141"/>
                  <a:pt x="663" y="1140"/>
                  <a:pt x="664" y="1144"/>
                </a:cubicBezTo>
                <a:cubicBezTo>
                  <a:pt x="667" y="1145"/>
                  <a:pt x="665" y="1141"/>
                  <a:pt x="667" y="1140"/>
                </a:cubicBezTo>
                <a:cubicBezTo>
                  <a:pt x="683" y="1140"/>
                  <a:pt x="694" y="1136"/>
                  <a:pt x="706" y="1133"/>
                </a:cubicBezTo>
                <a:cubicBezTo>
                  <a:pt x="714" y="1130"/>
                  <a:pt x="726" y="1131"/>
                  <a:pt x="727" y="1122"/>
                </a:cubicBezTo>
                <a:cubicBezTo>
                  <a:pt x="726" y="1122"/>
                  <a:pt x="724" y="1123"/>
                  <a:pt x="724" y="1122"/>
                </a:cubicBezTo>
                <a:cubicBezTo>
                  <a:pt x="727" y="1120"/>
                  <a:pt x="731" y="1119"/>
                  <a:pt x="736" y="1120"/>
                </a:cubicBezTo>
                <a:cubicBezTo>
                  <a:pt x="736" y="1122"/>
                  <a:pt x="736" y="1122"/>
                  <a:pt x="736" y="1122"/>
                </a:cubicBezTo>
                <a:cubicBezTo>
                  <a:pt x="752" y="1118"/>
                  <a:pt x="767" y="1111"/>
                  <a:pt x="783" y="1109"/>
                </a:cubicBezTo>
                <a:cubicBezTo>
                  <a:pt x="775" y="1110"/>
                  <a:pt x="774" y="1116"/>
                  <a:pt x="768" y="1118"/>
                </a:cubicBezTo>
                <a:cubicBezTo>
                  <a:pt x="761" y="1120"/>
                  <a:pt x="760" y="1128"/>
                  <a:pt x="753" y="1125"/>
                </a:cubicBezTo>
                <a:cubicBezTo>
                  <a:pt x="747" y="1132"/>
                  <a:pt x="733" y="1131"/>
                  <a:pt x="728" y="1139"/>
                </a:cubicBezTo>
                <a:cubicBezTo>
                  <a:pt x="725" y="1136"/>
                  <a:pt x="722" y="1138"/>
                  <a:pt x="719" y="1139"/>
                </a:cubicBezTo>
                <a:cubicBezTo>
                  <a:pt x="717" y="1141"/>
                  <a:pt x="719" y="1141"/>
                  <a:pt x="720" y="1143"/>
                </a:cubicBezTo>
                <a:cubicBezTo>
                  <a:pt x="717" y="1143"/>
                  <a:pt x="715" y="1144"/>
                  <a:pt x="715" y="1147"/>
                </a:cubicBezTo>
                <a:cubicBezTo>
                  <a:pt x="731" y="1148"/>
                  <a:pt x="734" y="1136"/>
                  <a:pt x="749" y="1136"/>
                </a:cubicBezTo>
                <a:cubicBezTo>
                  <a:pt x="751" y="1135"/>
                  <a:pt x="749" y="1135"/>
                  <a:pt x="751" y="1134"/>
                </a:cubicBezTo>
                <a:cubicBezTo>
                  <a:pt x="752" y="1135"/>
                  <a:pt x="752" y="1133"/>
                  <a:pt x="755" y="1134"/>
                </a:cubicBezTo>
                <a:cubicBezTo>
                  <a:pt x="755" y="1135"/>
                  <a:pt x="755" y="1136"/>
                  <a:pt x="754" y="1136"/>
                </a:cubicBezTo>
                <a:cubicBezTo>
                  <a:pt x="769" y="1135"/>
                  <a:pt x="774" y="1124"/>
                  <a:pt x="786" y="1120"/>
                </a:cubicBezTo>
                <a:close/>
                <a:moveTo>
                  <a:pt x="1029" y="945"/>
                </a:moveTo>
                <a:cubicBezTo>
                  <a:pt x="1032" y="946"/>
                  <a:pt x="1032" y="943"/>
                  <a:pt x="1035" y="944"/>
                </a:cubicBezTo>
                <a:cubicBezTo>
                  <a:pt x="1034" y="946"/>
                  <a:pt x="1036" y="946"/>
                  <a:pt x="1036" y="945"/>
                </a:cubicBezTo>
                <a:cubicBezTo>
                  <a:pt x="1037" y="944"/>
                  <a:pt x="1034" y="954"/>
                  <a:pt x="1030" y="954"/>
                </a:cubicBezTo>
                <a:cubicBezTo>
                  <a:pt x="1030" y="951"/>
                  <a:pt x="1029" y="949"/>
                  <a:pt x="1029" y="945"/>
                </a:cubicBezTo>
                <a:close/>
                <a:moveTo>
                  <a:pt x="971" y="944"/>
                </a:moveTo>
                <a:cubicBezTo>
                  <a:pt x="969" y="946"/>
                  <a:pt x="967" y="952"/>
                  <a:pt x="963" y="950"/>
                </a:cubicBezTo>
                <a:cubicBezTo>
                  <a:pt x="966" y="948"/>
                  <a:pt x="967" y="945"/>
                  <a:pt x="971" y="944"/>
                </a:cubicBezTo>
                <a:close/>
                <a:moveTo>
                  <a:pt x="930" y="993"/>
                </a:moveTo>
                <a:cubicBezTo>
                  <a:pt x="932" y="991"/>
                  <a:pt x="928" y="991"/>
                  <a:pt x="930" y="988"/>
                </a:cubicBezTo>
                <a:cubicBezTo>
                  <a:pt x="938" y="987"/>
                  <a:pt x="942" y="984"/>
                  <a:pt x="949" y="983"/>
                </a:cubicBezTo>
                <a:cubicBezTo>
                  <a:pt x="944" y="988"/>
                  <a:pt x="939" y="993"/>
                  <a:pt x="930" y="993"/>
                </a:cubicBezTo>
                <a:close/>
                <a:moveTo>
                  <a:pt x="945" y="957"/>
                </a:moveTo>
                <a:cubicBezTo>
                  <a:pt x="949" y="959"/>
                  <a:pt x="945" y="964"/>
                  <a:pt x="941" y="964"/>
                </a:cubicBezTo>
                <a:cubicBezTo>
                  <a:pt x="944" y="961"/>
                  <a:pt x="944" y="961"/>
                  <a:pt x="945" y="957"/>
                </a:cubicBezTo>
                <a:close/>
                <a:moveTo>
                  <a:pt x="925" y="971"/>
                </a:moveTo>
                <a:cubicBezTo>
                  <a:pt x="926" y="971"/>
                  <a:pt x="926" y="973"/>
                  <a:pt x="926" y="974"/>
                </a:cubicBezTo>
                <a:cubicBezTo>
                  <a:pt x="926" y="973"/>
                  <a:pt x="927" y="973"/>
                  <a:pt x="928" y="973"/>
                </a:cubicBezTo>
                <a:cubicBezTo>
                  <a:pt x="926" y="966"/>
                  <a:pt x="937" y="965"/>
                  <a:pt x="939" y="962"/>
                </a:cubicBezTo>
                <a:cubicBezTo>
                  <a:pt x="942" y="963"/>
                  <a:pt x="935" y="969"/>
                  <a:pt x="932" y="969"/>
                </a:cubicBezTo>
                <a:cubicBezTo>
                  <a:pt x="934" y="972"/>
                  <a:pt x="936" y="966"/>
                  <a:pt x="938" y="969"/>
                </a:cubicBezTo>
                <a:cubicBezTo>
                  <a:pt x="937" y="971"/>
                  <a:pt x="936" y="973"/>
                  <a:pt x="934" y="975"/>
                </a:cubicBezTo>
                <a:cubicBezTo>
                  <a:pt x="931" y="971"/>
                  <a:pt x="929" y="975"/>
                  <a:pt x="925" y="976"/>
                </a:cubicBezTo>
                <a:cubicBezTo>
                  <a:pt x="925" y="973"/>
                  <a:pt x="923" y="973"/>
                  <a:pt x="925" y="971"/>
                </a:cubicBezTo>
                <a:close/>
                <a:moveTo>
                  <a:pt x="913" y="1004"/>
                </a:moveTo>
                <a:cubicBezTo>
                  <a:pt x="911" y="999"/>
                  <a:pt x="918" y="996"/>
                  <a:pt x="924" y="996"/>
                </a:cubicBezTo>
                <a:cubicBezTo>
                  <a:pt x="922" y="1001"/>
                  <a:pt x="916" y="1000"/>
                  <a:pt x="913" y="1004"/>
                </a:cubicBezTo>
                <a:close/>
                <a:moveTo>
                  <a:pt x="918" y="976"/>
                </a:moveTo>
                <a:cubicBezTo>
                  <a:pt x="922" y="981"/>
                  <a:pt x="911" y="983"/>
                  <a:pt x="906" y="987"/>
                </a:cubicBezTo>
                <a:cubicBezTo>
                  <a:pt x="908" y="979"/>
                  <a:pt x="916" y="981"/>
                  <a:pt x="918" y="976"/>
                </a:cubicBezTo>
                <a:close/>
                <a:moveTo>
                  <a:pt x="914" y="986"/>
                </a:moveTo>
                <a:cubicBezTo>
                  <a:pt x="918" y="989"/>
                  <a:pt x="909" y="993"/>
                  <a:pt x="904" y="992"/>
                </a:cubicBezTo>
                <a:cubicBezTo>
                  <a:pt x="906" y="989"/>
                  <a:pt x="911" y="989"/>
                  <a:pt x="914" y="986"/>
                </a:cubicBezTo>
                <a:close/>
                <a:moveTo>
                  <a:pt x="885" y="1027"/>
                </a:moveTo>
                <a:cubicBezTo>
                  <a:pt x="888" y="1030"/>
                  <a:pt x="891" y="1028"/>
                  <a:pt x="895" y="1027"/>
                </a:cubicBezTo>
                <a:cubicBezTo>
                  <a:pt x="893" y="1033"/>
                  <a:pt x="887" y="1035"/>
                  <a:pt x="881" y="1036"/>
                </a:cubicBezTo>
                <a:cubicBezTo>
                  <a:pt x="882" y="1032"/>
                  <a:pt x="886" y="1032"/>
                  <a:pt x="885" y="1027"/>
                </a:cubicBezTo>
                <a:close/>
                <a:moveTo>
                  <a:pt x="865" y="1045"/>
                </a:moveTo>
                <a:cubicBezTo>
                  <a:pt x="864" y="1048"/>
                  <a:pt x="867" y="1040"/>
                  <a:pt x="870" y="1041"/>
                </a:cubicBezTo>
                <a:cubicBezTo>
                  <a:pt x="871" y="1045"/>
                  <a:pt x="867" y="1044"/>
                  <a:pt x="865" y="1045"/>
                </a:cubicBezTo>
                <a:close/>
                <a:moveTo>
                  <a:pt x="837" y="1067"/>
                </a:moveTo>
                <a:cubicBezTo>
                  <a:pt x="837" y="1070"/>
                  <a:pt x="834" y="1071"/>
                  <a:pt x="831" y="1071"/>
                </a:cubicBezTo>
                <a:cubicBezTo>
                  <a:pt x="830" y="1069"/>
                  <a:pt x="832" y="1066"/>
                  <a:pt x="837" y="1067"/>
                </a:cubicBezTo>
                <a:close/>
                <a:moveTo>
                  <a:pt x="821" y="1093"/>
                </a:moveTo>
                <a:cubicBezTo>
                  <a:pt x="822" y="1092"/>
                  <a:pt x="825" y="1092"/>
                  <a:pt x="827" y="1092"/>
                </a:cubicBezTo>
                <a:cubicBezTo>
                  <a:pt x="826" y="1094"/>
                  <a:pt x="825" y="1095"/>
                  <a:pt x="823" y="1096"/>
                </a:cubicBezTo>
                <a:cubicBezTo>
                  <a:pt x="821" y="1096"/>
                  <a:pt x="821" y="1095"/>
                  <a:pt x="821" y="1093"/>
                </a:cubicBezTo>
                <a:close/>
                <a:moveTo>
                  <a:pt x="785" y="1113"/>
                </a:moveTo>
                <a:cubicBezTo>
                  <a:pt x="786" y="1110"/>
                  <a:pt x="794" y="1108"/>
                  <a:pt x="798" y="1109"/>
                </a:cubicBezTo>
                <a:cubicBezTo>
                  <a:pt x="795" y="1111"/>
                  <a:pt x="790" y="1112"/>
                  <a:pt x="785" y="1113"/>
                </a:cubicBezTo>
                <a:close/>
                <a:moveTo>
                  <a:pt x="815" y="1075"/>
                </a:moveTo>
                <a:cubicBezTo>
                  <a:pt x="815" y="1079"/>
                  <a:pt x="815" y="1079"/>
                  <a:pt x="815" y="1079"/>
                </a:cubicBezTo>
                <a:cubicBezTo>
                  <a:pt x="810" y="1081"/>
                  <a:pt x="806" y="1077"/>
                  <a:pt x="805" y="1082"/>
                </a:cubicBezTo>
                <a:cubicBezTo>
                  <a:pt x="802" y="1077"/>
                  <a:pt x="810" y="1075"/>
                  <a:pt x="815" y="1075"/>
                </a:cubicBezTo>
                <a:close/>
                <a:moveTo>
                  <a:pt x="800" y="1089"/>
                </a:moveTo>
                <a:cubicBezTo>
                  <a:pt x="800" y="1080"/>
                  <a:pt x="809" y="1084"/>
                  <a:pt x="814" y="1083"/>
                </a:cubicBezTo>
                <a:cubicBezTo>
                  <a:pt x="810" y="1092"/>
                  <a:pt x="790" y="1102"/>
                  <a:pt x="784" y="1094"/>
                </a:cubicBezTo>
                <a:cubicBezTo>
                  <a:pt x="786" y="1089"/>
                  <a:pt x="795" y="1091"/>
                  <a:pt x="800" y="1089"/>
                </a:cubicBezTo>
                <a:close/>
                <a:moveTo>
                  <a:pt x="40" y="932"/>
                </a:moveTo>
                <a:cubicBezTo>
                  <a:pt x="40" y="932"/>
                  <a:pt x="40" y="932"/>
                  <a:pt x="41" y="932"/>
                </a:cubicBezTo>
                <a:cubicBezTo>
                  <a:pt x="42" y="932"/>
                  <a:pt x="41" y="935"/>
                  <a:pt x="43" y="935"/>
                </a:cubicBezTo>
                <a:cubicBezTo>
                  <a:pt x="44" y="930"/>
                  <a:pt x="51" y="930"/>
                  <a:pt x="51" y="925"/>
                </a:cubicBezTo>
                <a:cubicBezTo>
                  <a:pt x="48" y="928"/>
                  <a:pt x="41" y="930"/>
                  <a:pt x="40" y="932"/>
                </a:cubicBezTo>
                <a:close/>
                <a:moveTo>
                  <a:pt x="227" y="928"/>
                </a:moveTo>
                <a:cubicBezTo>
                  <a:pt x="228" y="926"/>
                  <a:pt x="229" y="927"/>
                  <a:pt x="231" y="927"/>
                </a:cubicBezTo>
                <a:cubicBezTo>
                  <a:pt x="231" y="925"/>
                  <a:pt x="231" y="925"/>
                  <a:pt x="231" y="925"/>
                </a:cubicBezTo>
                <a:cubicBezTo>
                  <a:pt x="229" y="924"/>
                  <a:pt x="229" y="926"/>
                  <a:pt x="227" y="926"/>
                </a:cubicBezTo>
                <a:cubicBezTo>
                  <a:pt x="227" y="927"/>
                  <a:pt x="225" y="928"/>
                  <a:pt x="227" y="928"/>
                </a:cubicBezTo>
                <a:close/>
                <a:moveTo>
                  <a:pt x="1158" y="939"/>
                </a:moveTo>
                <a:cubicBezTo>
                  <a:pt x="1155" y="941"/>
                  <a:pt x="1154" y="938"/>
                  <a:pt x="1152" y="938"/>
                </a:cubicBezTo>
                <a:cubicBezTo>
                  <a:pt x="1155" y="941"/>
                  <a:pt x="1150" y="945"/>
                  <a:pt x="1153" y="947"/>
                </a:cubicBezTo>
                <a:cubicBezTo>
                  <a:pt x="1162" y="947"/>
                  <a:pt x="1170" y="939"/>
                  <a:pt x="1176" y="933"/>
                </a:cubicBezTo>
                <a:cubicBezTo>
                  <a:pt x="1172" y="932"/>
                  <a:pt x="1168" y="933"/>
                  <a:pt x="1168" y="929"/>
                </a:cubicBezTo>
                <a:cubicBezTo>
                  <a:pt x="1166" y="927"/>
                  <a:pt x="1172" y="927"/>
                  <a:pt x="1169" y="926"/>
                </a:cubicBezTo>
                <a:cubicBezTo>
                  <a:pt x="1162" y="927"/>
                  <a:pt x="1162" y="935"/>
                  <a:pt x="1158" y="939"/>
                </a:cubicBezTo>
                <a:close/>
                <a:moveTo>
                  <a:pt x="214" y="934"/>
                </a:moveTo>
                <a:cubicBezTo>
                  <a:pt x="212" y="935"/>
                  <a:pt x="205" y="937"/>
                  <a:pt x="207" y="939"/>
                </a:cubicBezTo>
                <a:cubicBezTo>
                  <a:pt x="209" y="938"/>
                  <a:pt x="216" y="936"/>
                  <a:pt x="214" y="934"/>
                </a:cubicBezTo>
                <a:close/>
                <a:moveTo>
                  <a:pt x="130" y="938"/>
                </a:moveTo>
                <a:cubicBezTo>
                  <a:pt x="133" y="938"/>
                  <a:pt x="134" y="936"/>
                  <a:pt x="134" y="934"/>
                </a:cubicBezTo>
                <a:cubicBezTo>
                  <a:pt x="123" y="930"/>
                  <a:pt x="117" y="944"/>
                  <a:pt x="109" y="949"/>
                </a:cubicBezTo>
                <a:cubicBezTo>
                  <a:pt x="114" y="946"/>
                  <a:pt x="119" y="944"/>
                  <a:pt x="125" y="942"/>
                </a:cubicBezTo>
                <a:cubicBezTo>
                  <a:pt x="125" y="944"/>
                  <a:pt x="125" y="946"/>
                  <a:pt x="126" y="946"/>
                </a:cubicBezTo>
                <a:cubicBezTo>
                  <a:pt x="129" y="946"/>
                  <a:pt x="134" y="941"/>
                  <a:pt x="130" y="938"/>
                </a:cubicBezTo>
                <a:close/>
                <a:moveTo>
                  <a:pt x="1092" y="954"/>
                </a:moveTo>
                <a:cubicBezTo>
                  <a:pt x="1089" y="958"/>
                  <a:pt x="1088" y="956"/>
                  <a:pt x="1086" y="958"/>
                </a:cubicBezTo>
                <a:cubicBezTo>
                  <a:pt x="1090" y="958"/>
                  <a:pt x="1085" y="962"/>
                  <a:pt x="1089" y="962"/>
                </a:cubicBezTo>
                <a:cubicBezTo>
                  <a:pt x="1091" y="959"/>
                  <a:pt x="1091" y="957"/>
                  <a:pt x="1092" y="954"/>
                </a:cubicBezTo>
                <a:close/>
                <a:moveTo>
                  <a:pt x="972" y="962"/>
                </a:moveTo>
                <a:cubicBezTo>
                  <a:pt x="972" y="959"/>
                  <a:pt x="974" y="963"/>
                  <a:pt x="975" y="961"/>
                </a:cubicBezTo>
                <a:cubicBezTo>
                  <a:pt x="975" y="958"/>
                  <a:pt x="975" y="958"/>
                  <a:pt x="975" y="958"/>
                </a:cubicBezTo>
                <a:cubicBezTo>
                  <a:pt x="973" y="958"/>
                  <a:pt x="970" y="961"/>
                  <a:pt x="972" y="962"/>
                </a:cubicBezTo>
                <a:close/>
                <a:moveTo>
                  <a:pt x="1072" y="960"/>
                </a:moveTo>
                <a:cubicBezTo>
                  <a:pt x="1076" y="961"/>
                  <a:pt x="1077" y="966"/>
                  <a:pt x="1076" y="959"/>
                </a:cubicBezTo>
                <a:cubicBezTo>
                  <a:pt x="1076" y="959"/>
                  <a:pt x="1077" y="958"/>
                  <a:pt x="1076" y="958"/>
                </a:cubicBezTo>
                <a:cubicBezTo>
                  <a:pt x="1077" y="961"/>
                  <a:pt x="1072" y="957"/>
                  <a:pt x="1072" y="960"/>
                </a:cubicBezTo>
                <a:close/>
                <a:moveTo>
                  <a:pt x="1114" y="963"/>
                </a:moveTo>
                <a:cubicBezTo>
                  <a:pt x="1112" y="961"/>
                  <a:pt x="1108" y="963"/>
                  <a:pt x="1107" y="963"/>
                </a:cubicBezTo>
                <a:cubicBezTo>
                  <a:pt x="1108" y="963"/>
                  <a:pt x="1108" y="964"/>
                  <a:pt x="1107" y="965"/>
                </a:cubicBezTo>
                <a:cubicBezTo>
                  <a:pt x="1110" y="962"/>
                  <a:pt x="1113" y="966"/>
                  <a:pt x="1114" y="963"/>
                </a:cubicBezTo>
                <a:close/>
                <a:moveTo>
                  <a:pt x="26" y="975"/>
                </a:moveTo>
                <a:cubicBezTo>
                  <a:pt x="28" y="971"/>
                  <a:pt x="29" y="976"/>
                  <a:pt x="34" y="975"/>
                </a:cubicBezTo>
                <a:cubicBezTo>
                  <a:pt x="37" y="971"/>
                  <a:pt x="36" y="968"/>
                  <a:pt x="38" y="964"/>
                </a:cubicBezTo>
                <a:cubicBezTo>
                  <a:pt x="32" y="965"/>
                  <a:pt x="27" y="972"/>
                  <a:pt x="26" y="975"/>
                </a:cubicBezTo>
                <a:close/>
                <a:moveTo>
                  <a:pt x="1040" y="979"/>
                </a:moveTo>
                <a:cubicBezTo>
                  <a:pt x="1039" y="979"/>
                  <a:pt x="1038" y="978"/>
                  <a:pt x="1038" y="978"/>
                </a:cubicBezTo>
                <a:cubicBezTo>
                  <a:pt x="1028" y="984"/>
                  <a:pt x="1017" y="989"/>
                  <a:pt x="1009" y="997"/>
                </a:cubicBezTo>
                <a:cubicBezTo>
                  <a:pt x="1000" y="995"/>
                  <a:pt x="992" y="1002"/>
                  <a:pt x="987" y="1007"/>
                </a:cubicBezTo>
                <a:cubicBezTo>
                  <a:pt x="989" y="1007"/>
                  <a:pt x="989" y="1008"/>
                  <a:pt x="988" y="1009"/>
                </a:cubicBezTo>
                <a:cubicBezTo>
                  <a:pt x="1000" y="1009"/>
                  <a:pt x="1004" y="997"/>
                  <a:pt x="1014" y="998"/>
                </a:cubicBezTo>
                <a:cubicBezTo>
                  <a:pt x="1018" y="994"/>
                  <a:pt x="1024" y="991"/>
                  <a:pt x="1027" y="986"/>
                </a:cubicBezTo>
                <a:cubicBezTo>
                  <a:pt x="1033" y="986"/>
                  <a:pt x="1033" y="986"/>
                  <a:pt x="1033" y="986"/>
                </a:cubicBezTo>
                <a:cubicBezTo>
                  <a:pt x="1031" y="978"/>
                  <a:pt x="1039" y="983"/>
                  <a:pt x="1040" y="979"/>
                </a:cubicBezTo>
                <a:close/>
                <a:moveTo>
                  <a:pt x="928" y="1013"/>
                </a:moveTo>
                <a:cubicBezTo>
                  <a:pt x="930" y="1010"/>
                  <a:pt x="933" y="1014"/>
                  <a:pt x="935" y="1014"/>
                </a:cubicBezTo>
                <a:cubicBezTo>
                  <a:pt x="938" y="1007"/>
                  <a:pt x="947" y="1006"/>
                  <a:pt x="950" y="999"/>
                </a:cubicBezTo>
                <a:cubicBezTo>
                  <a:pt x="942" y="1003"/>
                  <a:pt x="932" y="1008"/>
                  <a:pt x="928" y="1013"/>
                </a:cubicBezTo>
                <a:close/>
                <a:moveTo>
                  <a:pt x="233" y="1024"/>
                </a:moveTo>
                <a:cubicBezTo>
                  <a:pt x="231" y="1027"/>
                  <a:pt x="227" y="1027"/>
                  <a:pt x="225" y="1030"/>
                </a:cubicBezTo>
                <a:cubicBezTo>
                  <a:pt x="229" y="1030"/>
                  <a:pt x="234" y="1026"/>
                  <a:pt x="233" y="1024"/>
                </a:cubicBezTo>
                <a:close/>
                <a:moveTo>
                  <a:pt x="89" y="1041"/>
                </a:moveTo>
                <a:cubicBezTo>
                  <a:pt x="86" y="1044"/>
                  <a:pt x="85" y="1040"/>
                  <a:pt x="84" y="1040"/>
                </a:cubicBezTo>
                <a:cubicBezTo>
                  <a:pt x="76" y="1046"/>
                  <a:pt x="66" y="1047"/>
                  <a:pt x="58" y="1055"/>
                </a:cubicBezTo>
                <a:cubicBezTo>
                  <a:pt x="59" y="1056"/>
                  <a:pt x="61" y="1056"/>
                  <a:pt x="63" y="1057"/>
                </a:cubicBezTo>
                <a:cubicBezTo>
                  <a:pt x="66" y="1047"/>
                  <a:pt x="79" y="1051"/>
                  <a:pt x="84" y="1044"/>
                </a:cubicBezTo>
                <a:cubicBezTo>
                  <a:pt x="86" y="1044"/>
                  <a:pt x="87" y="1045"/>
                  <a:pt x="88" y="1045"/>
                </a:cubicBezTo>
                <a:cubicBezTo>
                  <a:pt x="87" y="1042"/>
                  <a:pt x="92" y="1042"/>
                  <a:pt x="89" y="1041"/>
                </a:cubicBezTo>
                <a:close/>
                <a:moveTo>
                  <a:pt x="224" y="1053"/>
                </a:moveTo>
                <a:cubicBezTo>
                  <a:pt x="225" y="1048"/>
                  <a:pt x="222" y="1048"/>
                  <a:pt x="221" y="1045"/>
                </a:cubicBezTo>
                <a:cubicBezTo>
                  <a:pt x="222" y="1043"/>
                  <a:pt x="225" y="1043"/>
                  <a:pt x="224" y="1040"/>
                </a:cubicBezTo>
                <a:cubicBezTo>
                  <a:pt x="218" y="1039"/>
                  <a:pt x="223" y="1047"/>
                  <a:pt x="215" y="1045"/>
                </a:cubicBezTo>
                <a:cubicBezTo>
                  <a:pt x="214" y="1051"/>
                  <a:pt x="206" y="1050"/>
                  <a:pt x="205" y="1056"/>
                </a:cubicBezTo>
                <a:cubicBezTo>
                  <a:pt x="206" y="1056"/>
                  <a:pt x="209" y="1056"/>
                  <a:pt x="210" y="1057"/>
                </a:cubicBezTo>
                <a:cubicBezTo>
                  <a:pt x="218" y="1074"/>
                  <a:pt x="194" y="1065"/>
                  <a:pt x="192" y="1077"/>
                </a:cubicBezTo>
                <a:cubicBezTo>
                  <a:pt x="195" y="1078"/>
                  <a:pt x="192" y="1074"/>
                  <a:pt x="195" y="1074"/>
                </a:cubicBezTo>
                <a:cubicBezTo>
                  <a:pt x="195" y="1077"/>
                  <a:pt x="199" y="1076"/>
                  <a:pt x="200" y="1079"/>
                </a:cubicBezTo>
                <a:cubicBezTo>
                  <a:pt x="196" y="1087"/>
                  <a:pt x="206" y="1075"/>
                  <a:pt x="208" y="1073"/>
                </a:cubicBezTo>
                <a:cubicBezTo>
                  <a:pt x="210" y="1074"/>
                  <a:pt x="210" y="1074"/>
                  <a:pt x="210" y="1076"/>
                </a:cubicBezTo>
                <a:cubicBezTo>
                  <a:pt x="209" y="1080"/>
                  <a:pt x="205" y="1081"/>
                  <a:pt x="207" y="1084"/>
                </a:cubicBezTo>
                <a:cubicBezTo>
                  <a:pt x="209" y="1081"/>
                  <a:pt x="214" y="1082"/>
                  <a:pt x="213" y="1077"/>
                </a:cubicBezTo>
                <a:cubicBezTo>
                  <a:pt x="217" y="1077"/>
                  <a:pt x="220" y="1077"/>
                  <a:pt x="220" y="1073"/>
                </a:cubicBezTo>
                <a:cubicBezTo>
                  <a:pt x="220" y="1071"/>
                  <a:pt x="216" y="1073"/>
                  <a:pt x="217" y="1070"/>
                </a:cubicBezTo>
                <a:cubicBezTo>
                  <a:pt x="220" y="1059"/>
                  <a:pt x="230" y="1064"/>
                  <a:pt x="237" y="1062"/>
                </a:cubicBezTo>
                <a:cubicBezTo>
                  <a:pt x="235" y="1059"/>
                  <a:pt x="233" y="1057"/>
                  <a:pt x="232" y="1052"/>
                </a:cubicBezTo>
                <a:cubicBezTo>
                  <a:pt x="230" y="1053"/>
                  <a:pt x="227" y="1053"/>
                  <a:pt x="224" y="1053"/>
                </a:cubicBezTo>
                <a:close/>
                <a:moveTo>
                  <a:pt x="949" y="1049"/>
                </a:moveTo>
                <a:cubicBezTo>
                  <a:pt x="947" y="1051"/>
                  <a:pt x="940" y="1048"/>
                  <a:pt x="940" y="1053"/>
                </a:cubicBezTo>
                <a:cubicBezTo>
                  <a:pt x="943" y="1052"/>
                  <a:pt x="951" y="1049"/>
                  <a:pt x="949" y="1049"/>
                </a:cubicBezTo>
                <a:close/>
                <a:moveTo>
                  <a:pt x="103" y="1058"/>
                </a:moveTo>
                <a:cubicBezTo>
                  <a:pt x="104" y="1062"/>
                  <a:pt x="99" y="1060"/>
                  <a:pt x="99" y="1063"/>
                </a:cubicBezTo>
                <a:cubicBezTo>
                  <a:pt x="103" y="1063"/>
                  <a:pt x="103" y="1063"/>
                  <a:pt x="103" y="1063"/>
                </a:cubicBezTo>
                <a:cubicBezTo>
                  <a:pt x="101" y="1060"/>
                  <a:pt x="107" y="1059"/>
                  <a:pt x="103" y="1058"/>
                </a:cubicBezTo>
                <a:close/>
                <a:moveTo>
                  <a:pt x="1003" y="1090"/>
                </a:moveTo>
                <a:cubicBezTo>
                  <a:pt x="1009" y="1089"/>
                  <a:pt x="1011" y="1085"/>
                  <a:pt x="1018" y="1085"/>
                </a:cubicBezTo>
                <a:cubicBezTo>
                  <a:pt x="1017" y="1090"/>
                  <a:pt x="1011" y="1088"/>
                  <a:pt x="1009" y="1092"/>
                </a:cubicBezTo>
                <a:cubicBezTo>
                  <a:pt x="1021" y="1091"/>
                  <a:pt x="1020" y="1078"/>
                  <a:pt x="1034" y="1079"/>
                </a:cubicBezTo>
                <a:cubicBezTo>
                  <a:pt x="1036" y="1077"/>
                  <a:pt x="1033" y="1077"/>
                  <a:pt x="1035" y="1076"/>
                </a:cubicBezTo>
                <a:cubicBezTo>
                  <a:pt x="1045" y="1073"/>
                  <a:pt x="1060" y="1066"/>
                  <a:pt x="1059" y="1060"/>
                </a:cubicBezTo>
                <a:cubicBezTo>
                  <a:pt x="1042" y="1070"/>
                  <a:pt x="1018" y="1077"/>
                  <a:pt x="1003" y="1090"/>
                </a:cubicBezTo>
                <a:close/>
                <a:moveTo>
                  <a:pt x="938" y="1063"/>
                </a:moveTo>
                <a:cubicBezTo>
                  <a:pt x="933" y="1062"/>
                  <a:pt x="925" y="1068"/>
                  <a:pt x="924" y="1070"/>
                </a:cubicBezTo>
                <a:cubicBezTo>
                  <a:pt x="927" y="1066"/>
                  <a:pt x="935" y="1067"/>
                  <a:pt x="938" y="1063"/>
                </a:cubicBezTo>
                <a:close/>
                <a:moveTo>
                  <a:pt x="912" y="1070"/>
                </a:moveTo>
                <a:cubicBezTo>
                  <a:pt x="907" y="1075"/>
                  <a:pt x="901" y="1075"/>
                  <a:pt x="895" y="1070"/>
                </a:cubicBezTo>
                <a:cubicBezTo>
                  <a:pt x="888" y="1078"/>
                  <a:pt x="875" y="1077"/>
                  <a:pt x="870" y="1086"/>
                </a:cubicBezTo>
                <a:cubicBezTo>
                  <a:pt x="871" y="1089"/>
                  <a:pt x="872" y="1088"/>
                  <a:pt x="871" y="1092"/>
                </a:cubicBezTo>
                <a:cubicBezTo>
                  <a:pt x="880" y="1093"/>
                  <a:pt x="881" y="1087"/>
                  <a:pt x="886" y="1084"/>
                </a:cubicBezTo>
                <a:cubicBezTo>
                  <a:pt x="883" y="1084"/>
                  <a:pt x="880" y="1087"/>
                  <a:pt x="878" y="1085"/>
                </a:cubicBezTo>
                <a:cubicBezTo>
                  <a:pt x="885" y="1085"/>
                  <a:pt x="885" y="1078"/>
                  <a:pt x="893" y="1079"/>
                </a:cubicBezTo>
                <a:cubicBezTo>
                  <a:pt x="893" y="1081"/>
                  <a:pt x="892" y="1081"/>
                  <a:pt x="892" y="1083"/>
                </a:cubicBezTo>
                <a:cubicBezTo>
                  <a:pt x="901" y="1081"/>
                  <a:pt x="911" y="1078"/>
                  <a:pt x="917" y="1072"/>
                </a:cubicBezTo>
                <a:cubicBezTo>
                  <a:pt x="914" y="1072"/>
                  <a:pt x="909" y="1073"/>
                  <a:pt x="912" y="1070"/>
                </a:cubicBezTo>
                <a:close/>
                <a:moveTo>
                  <a:pt x="720" y="1088"/>
                </a:moveTo>
                <a:cubicBezTo>
                  <a:pt x="720" y="1088"/>
                  <a:pt x="726" y="1085"/>
                  <a:pt x="725" y="1084"/>
                </a:cubicBezTo>
                <a:cubicBezTo>
                  <a:pt x="723" y="1085"/>
                  <a:pt x="717" y="1086"/>
                  <a:pt x="720" y="1088"/>
                </a:cubicBezTo>
                <a:close/>
                <a:moveTo>
                  <a:pt x="960" y="1100"/>
                </a:moveTo>
                <a:cubicBezTo>
                  <a:pt x="964" y="1100"/>
                  <a:pt x="967" y="1098"/>
                  <a:pt x="971" y="1096"/>
                </a:cubicBezTo>
                <a:cubicBezTo>
                  <a:pt x="971" y="1094"/>
                  <a:pt x="969" y="1094"/>
                  <a:pt x="971" y="1092"/>
                </a:cubicBezTo>
                <a:cubicBezTo>
                  <a:pt x="968" y="1094"/>
                  <a:pt x="966" y="1090"/>
                  <a:pt x="966" y="1094"/>
                </a:cubicBezTo>
                <a:cubicBezTo>
                  <a:pt x="965" y="1096"/>
                  <a:pt x="970" y="1093"/>
                  <a:pt x="970" y="1096"/>
                </a:cubicBezTo>
                <a:cubicBezTo>
                  <a:pt x="966" y="1097"/>
                  <a:pt x="963" y="1098"/>
                  <a:pt x="960" y="1100"/>
                </a:cubicBezTo>
                <a:close/>
                <a:moveTo>
                  <a:pt x="915" y="1103"/>
                </a:moveTo>
                <a:cubicBezTo>
                  <a:pt x="922" y="1100"/>
                  <a:pt x="929" y="1098"/>
                  <a:pt x="935" y="1094"/>
                </a:cubicBezTo>
                <a:cubicBezTo>
                  <a:pt x="927" y="1095"/>
                  <a:pt x="918" y="1100"/>
                  <a:pt x="915" y="1103"/>
                </a:cubicBezTo>
                <a:close/>
                <a:moveTo>
                  <a:pt x="903" y="1095"/>
                </a:moveTo>
                <a:cubicBezTo>
                  <a:pt x="900" y="1094"/>
                  <a:pt x="899" y="1096"/>
                  <a:pt x="897" y="1095"/>
                </a:cubicBezTo>
                <a:cubicBezTo>
                  <a:pt x="897" y="1099"/>
                  <a:pt x="891" y="1096"/>
                  <a:pt x="893" y="1099"/>
                </a:cubicBezTo>
                <a:cubicBezTo>
                  <a:pt x="895" y="1097"/>
                  <a:pt x="901" y="1098"/>
                  <a:pt x="903" y="1095"/>
                </a:cubicBezTo>
                <a:close/>
                <a:moveTo>
                  <a:pt x="974" y="1099"/>
                </a:moveTo>
                <a:cubicBezTo>
                  <a:pt x="970" y="1100"/>
                  <a:pt x="967" y="1102"/>
                  <a:pt x="964" y="1104"/>
                </a:cubicBezTo>
                <a:cubicBezTo>
                  <a:pt x="969" y="1104"/>
                  <a:pt x="972" y="1101"/>
                  <a:pt x="974" y="1099"/>
                </a:cubicBezTo>
                <a:close/>
                <a:moveTo>
                  <a:pt x="878" y="1116"/>
                </a:moveTo>
                <a:cubicBezTo>
                  <a:pt x="887" y="1110"/>
                  <a:pt x="906" y="1109"/>
                  <a:pt x="911" y="1103"/>
                </a:cubicBezTo>
                <a:cubicBezTo>
                  <a:pt x="910" y="1104"/>
                  <a:pt x="903" y="1105"/>
                  <a:pt x="903" y="1104"/>
                </a:cubicBezTo>
                <a:cubicBezTo>
                  <a:pt x="904" y="1103"/>
                  <a:pt x="907" y="1101"/>
                  <a:pt x="904" y="1100"/>
                </a:cubicBezTo>
                <a:cubicBezTo>
                  <a:pt x="893" y="1105"/>
                  <a:pt x="883" y="1108"/>
                  <a:pt x="873" y="1113"/>
                </a:cubicBezTo>
                <a:cubicBezTo>
                  <a:pt x="876" y="1113"/>
                  <a:pt x="875" y="1116"/>
                  <a:pt x="878" y="1116"/>
                </a:cubicBezTo>
                <a:close/>
                <a:moveTo>
                  <a:pt x="812" y="1117"/>
                </a:moveTo>
                <a:cubicBezTo>
                  <a:pt x="814" y="1114"/>
                  <a:pt x="820" y="1121"/>
                  <a:pt x="820" y="1116"/>
                </a:cubicBezTo>
                <a:cubicBezTo>
                  <a:pt x="819" y="1114"/>
                  <a:pt x="810" y="1115"/>
                  <a:pt x="812" y="1117"/>
                </a:cubicBezTo>
                <a:close/>
                <a:moveTo>
                  <a:pt x="925" y="1142"/>
                </a:moveTo>
                <a:cubicBezTo>
                  <a:pt x="920" y="1144"/>
                  <a:pt x="916" y="1147"/>
                  <a:pt x="911" y="1149"/>
                </a:cubicBezTo>
                <a:cubicBezTo>
                  <a:pt x="917" y="1148"/>
                  <a:pt x="921" y="1146"/>
                  <a:pt x="925" y="1142"/>
                </a:cubicBezTo>
                <a:close/>
                <a:moveTo>
                  <a:pt x="713" y="1155"/>
                </a:moveTo>
                <a:cubicBezTo>
                  <a:pt x="717" y="1153"/>
                  <a:pt x="721" y="1152"/>
                  <a:pt x="724" y="1149"/>
                </a:cubicBezTo>
                <a:cubicBezTo>
                  <a:pt x="721" y="1151"/>
                  <a:pt x="712" y="1152"/>
                  <a:pt x="713" y="1155"/>
                </a:cubicBezTo>
                <a:close/>
                <a:moveTo>
                  <a:pt x="872" y="1168"/>
                </a:moveTo>
                <a:cubicBezTo>
                  <a:pt x="880" y="1167"/>
                  <a:pt x="885" y="1163"/>
                  <a:pt x="890" y="1159"/>
                </a:cubicBezTo>
                <a:cubicBezTo>
                  <a:pt x="897" y="1157"/>
                  <a:pt x="908" y="1154"/>
                  <a:pt x="909" y="1149"/>
                </a:cubicBezTo>
                <a:cubicBezTo>
                  <a:pt x="902" y="1152"/>
                  <a:pt x="893" y="1157"/>
                  <a:pt x="885" y="1158"/>
                </a:cubicBezTo>
                <a:cubicBezTo>
                  <a:pt x="886" y="1163"/>
                  <a:pt x="874" y="1163"/>
                  <a:pt x="872" y="1168"/>
                </a:cubicBezTo>
                <a:close/>
                <a:moveTo>
                  <a:pt x="1138" y="208"/>
                </a:moveTo>
                <a:cubicBezTo>
                  <a:pt x="1129" y="210"/>
                  <a:pt x="1123" y="214"/>
                  <a:pt x="1123" y="223"/>
                </a:cubicBezTo>
                <a:cubicBezTo>
                  <a:pt x="1124" y="224"/>
                  <a:pt x="1126" y="226"/>
                  <a:pt x="1129" y="225"/>
                </a:cubicBezTo>
                <a:cubicBezTo>
                  <a:pt x="1131" y="223"/>
                  <a:pt x="1128" y="220"/>
                  <a:pt x="1132" y="219"/>
                </a:cubicBezTo>
                <a:cubicBezTo>
                  <a:pt x="1132" y="221"/>
                  <a:pt x="1132" y="221"/>
                  <a:pt x="1132" y="221"/>
                </a:cubicBezTo>
                <a:cubicBezTo>
                  <a:pt x="1136" y="219"/>
                  <a:pt x="1139" y="213"/>
                  <a:pt x="1138" y="208"/>
                </a:cubicBezTo>
                <a:close/>
                <a:moveTo>
                  <a:pt x="1097" y="931"/>
                </a:moveTo>
                <a:cubicBezTo>
                  <a:pt x="1098" y="929"/>
                  <a:pt x="1096" y="925"/>
                  <a:pt x="1099" y="923"/>
                </a:cubicBezTo>
                <a:cubicBezTo>
                  <a:pt x="1097" y="922"/>
                  <a:pt x="1096" y="921"/>
                  <a:pt x="1095" y="920"/>
                </a:cubicBezTo>
                <a:cubicBezTo>
                  <a:pt x="1093" y="926"/>
                  <a:pt x="1082" y="928"/>
                  <a:pt x="1085" y="936"/>
                </a:cubicBezTo>
                <a:cubicBezTo>
                  <a:pt x="1087" y="931"/>
                  <a:pt x="1091" y="928"/>
                  <a:pt x="1097" y="931"/>
                </a:cubicBezTo>
                <a:close/>
                <a:moveTo>
                  <a:pt x="1152" y="971"/>
                </a:moveTo>
                <a:cubicBezTo>
                  <a:pt x="1156" y="976"/>
                  <a:pt x="1150" y="978"/>
                  <a:pt x="1151" y="981"/>
                </a:cubicBezTo>
                <a:cubicBezTo>
                  <a:pt x="1154" y="978"/>
                  <a:pt x="1161" y="979"/>
                  <a:pt x="1160" y="972"/>
                </a:cubicBezTo>
                <a:cubicBezTo>
                  <a:pt x="1157" y="971"/>
                  <a:pt x="1154" y="971"/>
                  <a:pt x="1152" y="971"/>
                </a:cubicBezTo>
                <a:close/>
                <a:moveTo>
                  <a:pt x="1069" y="974"/>
                </a:moveTo>
                <a:cubicBezTo>
                  <a:pt x="1067" y="975"/>
                  <a:pt x="1066" y="977"/>
                  <a:pt x="1065" y="979"/>
                </a:cubicBezTo>
                <a:cubicBezTo>
                  <a:pt x="1064" y="978"/>
                  <a:pt x="1063" y="977"/>
                  <a:pt x="1060" y="977"/>
                </a:cubicBezTo>
                <a:cubicBezTo>
                  <a:pt x="1062" y="985"/>
                  <a:pt x="1073" y="982"/>
                  <a:pt x="1077" y="977"/>
                </a:cubicBezTo>
                <a:cubicBezTo>
                  <a:pt x="1073" y="979"/>
                  <a:pt x="1073" y="974"/>
                  <a:pt x="1069" y="974"/>
                </a:cubicBezTo>
                <a:close/>
                <a:moveTo>
                  <a:pt x="1015" y="1019"/>
                </a:moveTo>
                <a:cubicBezTo>
                  <a:pt x="1015" y="1021"/>
                  <a:pt x="1010" y="1023"/>
                  <a:pt x="1013" y="1024"/>
                </a:cubicBezTo>
                <a:cubicBezTo>
                  <a:pt x="1014" y="1021"/>
                  <a:pt x="1019" y="1022"/>
                  <a:pt x="1021" y="1020"/>
                </a:cubicBezTo>
                <a:cubicBezTo>
                  <a:pt x="1022" y="1016"/>
                  <a:pt x="1015" y="1018"/>
                  <a:pt x="1016" y="1014"/>
                </a:cubicBezTo>
                <a:cubicBezTo>
                  <a:pt x="1023" y="1013"/>
                  <a:pt x="1021" y="1005"/>
                  <a:pt x="1027" y="1005"/>
                </a:cubicBezTo>
                <a:cubicBezTo>
                  <a:pt x="1028" y="1001"/>
                  <a:pt x="1026" y="1000"/>
                  <a:pt x="1024" y="999"/>
                </a:cubicBezTo>
                <a:cubicBezTo>
                  <a:pt x="1020" y="1003"/>
                  <a:pt x="1016" y="1007"/>
                  <a:pt x="1012" y="1012"/>
                </a:cubicBezTo>
                <a:cubicBezTo>
                  <a:pt x="1010" y="1012"/>
                  <a:pt x="1011" y="1008"/>
                  <a:pt x="1009" y="1008"/>
                </a:cubicBezTo>
                <a:cubicBezTo>
                  <a:pt x="1004" y="1017"/>
                  <a:pt x="990" y="1020"/>
                  <a:pt x="984" y="1030"/>
                </a:cubicBezTo>
                <a:cubicBezTo>
                  <a:pt x="988" y="1032"/>
                  <a:pt x="987" y="1027"/>
                  <a:pt x="989" y="1027"/>
                </a:cubicBezTo>
                <a:cubicBezTo>
                  <a:pt x="998" y="1028"/>
                  <a:pt x="1005" y="1014"/>
                  <a:pt x="1015" y="1019"/>
                </a:cubicBezTo>
                <a:close/>
                <a:moveTo>
                  <a:pt x="910" y="1114"/>
                </a:moveTo>
                <a:cubicBezTo>
                  <a:pt x="897" y="1124"/>
                  <a:pt x="876" y="1122"/>
                  <a:pt x="863" y="1132"/>
                </a:cubicBezTo>
                <a:cubicBezTo>
                  <a:pt x="857" y="1129"/>
                  <a:pt x="843" y="1133"/>
                  <a:pt x="841" y="1139"/>
                </a:cubicBezTo>
                <a:cubicBezTo>
                  <a:pt x="839" y="1138"/>
                  <a:pt x="836" y="1137"/>
                  <a:pt x="836" y="1134"/>
                </a:cubicBezTo>
                <a:cubicBezTo>
                  <a:pt x="838" y="1129"/>
                  <a:pt x="849" y="1134"/>
                  <a:pt x="848" y="1126"/>
                </a:cubicBezTo>
                <a:cubicBezTo>
                  <a:pt x="841" y="1128"/>
                  <a:pt x="829" y="1131"/>
                  <a:pt x="831" y="1137"/>
                </a:cubicBezTo>
                <a:cubicBezTo>
                  <a:pt x="829" y="1137"/>
                  <a:pt x="829" y="1139"/>
                  <a:pt x="827" y="1138"/>
                </a:cubicBezTo>
                <a:cubicBezTo>
                  <a:pt x="827" y="1142"/>
                  <a:pt x="831" y="1141"/>
                  <a:pt x="830" y="1145"/>
                </a:cubicBezTo>
                <a:cubicBezTo>
                  <a:pt x="828" y="1146"/>
                  <a:pt x="825" y="1147"/>
                  <a:pt x="822" y="1148"/>
                </a:cubicBezTo>
                <a:cubicBezTo>
                  <a:pt x="821" y="1152"/>
                  <a:pt x="827" y="1149"/>
                  <a:pt x="828" y="1151"/>
                </a:cubicBezTo>
                <a:cubicBezTo>
                  <a:pt x="824" y="1157"/>
                  <a:pt x="822" y="1166"/>
                  <a:pt x="813" y="1168"/>
                </a:cubicBezTo>
                <a:cubicBezTo>
                  <a:pt x="815" y="1171"/>
                  <a:pt x="819" y="1167"/>
                  <a:pt x="819" y="1169"/>
                </a:cubicBezTo>
                <a:cubicBezTo>
                  <a:pt x="814" y="1172"/>
                  <a:pt x="807" y="1182"/>
                  <a:pt x="798" y="1176"/>
                </a:cubicBezTo>
                <a:cubicBezTo>
                  <a:pt x="800" y="1170"/>
                  <a:pt x="804" y="1165"/>
                  <a:pt x="810" y="1162"/>
                </a:cubicBezTo>
                <a:cubicBezTo>
                  <a:pt x="807" y="1160"/>
                  <a:pt x="811" y="1156"/>
                  <a:pt x="809" y="1153"/>
                </a:cubicBezTo>
                <a:cubicBezTo>
                  <a:pt x="802" y="1152"/>
                  <a:pt x="790" y="1156"/>
                  <a:pt x="784" y="1161"/>
                </a:cubicBezTo>
                <a:cubicBezTo>
                  <a:pt x="770" y="1155"/>
                  <a:pt x="771" y="1176"/>
                  <a:pt x="773" y="1184"/>
                </a:cubicBezTo>
                <a:cubicBezTo>
                  <a:pt x="778" y="1178"/>
                  <a:pt x="783" y="1191"/>
                  <a:pt x="788" y="1194"/>
                </a:cubicBezTo>
                <a:cubicBezTo>
                  <a:pt x="797" y="1185"/>
                  <a:pt x="809" y="1181"/>
                  <a:pt x="821" y="1176"/>
                </a:cubicBezTo>
                <a:cubicBezTo>
                  <a:pt x="823" y="1167"/>
                  <a:pt x="835" y="1169"/>
                  <a:pt x="835" y="1159"/>
                </a:cubicBezTo>
                <a:cubicBezTo>
                  <a:pt x="846" y="1154"/>
                  <a:pt x="857" y="1150"/>
                  <a:pt x="866" y="1143"/>
                </a:cubicBezTo>
                <a:cubicBezTo>
                  <a:pt x="866" y="1141"/>
                  <a:pt x="861" y="1143"/>
                  <a:pt x="862" y="1139"/>
                </a:cubicBezTo>
                <a:cubicBezTo>
                  <a:pt x="869" y="1135"/>
                  <a:pt x="879" y="1137"/>
                  <a:pt x="886" y="1135"/>
                </a:cubicBezTo>
                <a:cubicBezTo>
                  <a:pt x="899" y="1126"/>
                  <a:pt x="914" y="1127"/>
                  <a:pt x="930" y="1121"/>
                </a:cubicBezTo>
                <a:cubicBezTo>
                  <a:pt x="930" y="1118"/>
                  <a:pt x="932" y="1118"/>
                  <a:pt x="932" y="1116"/>
                </a:cubicBezTo>
                <a:cubicBezTo>
                  <a:pt x="925" y="1119"/>
                  <a:pt x="920" y="1120"/>
                  <a:pt x="910" y="1122"/>
                </a:cubicBezTo>
                <a:cubicBezTo>
                  <a:pt x="911" y="1120"/>
                  <a:pt x="913" y="1115"/>
                  <a:pt x="910" y="1114"/>
                </a:cubicBezTo>
                <a:close/>
                <a:moveTo>
                  <a:pt x="856" y="1146"/>
                </a:moveTo>
                <a:cubicBezTo>
                  <a:pt x="851" y="1147"/>
                  <a:pt x="846" y="1149"/>
                  <a:pt x="840" y="1148"/>
                </a:cubicBezTo>
                <a:cubicBezTo>
                  <a:pt x="845" y="1146"/>
                  <a:pt x="851" y="1140"/>
                  <a:pt x="857" y="1141"/>
                </a:cubicBezTo>
                <a:cubicBezTo>
                  <a:pt x="857" y="1143"/>
                  <a:pt x="855" y="1143"/>
                  <a:pt x="856" y="1146"/>
                </a:cubicBezTo>
                <a:close/>
                <a:moveTo>
                  <a:pt x="645" y="1128"/>
                </a:moveTo>
                <a:cubicBezTo>
                  <a:pt x="633" y="1130"/>
                  <a:pt x="623" y="1134"/>
                  <a:pt x="613" y="1138"/>
                </a:cubicBezTo>
                <a:cubicBezTo>
                  <a:pt x="617" y="1140"/>
                  <a:pt x="619" y="1140"/>
                  <a:pt x="616" y="1143"/>
                </a:cubicBezTo>
                <a:cubicBezTo>
                  <a:pt x="616" y="1144"/>
                  <a:pt x="618" y="1144"/>
                  <a:pt x="618" y="1146"/>
                </a:cubicBezTo>
                <a:cubicBezTo>
                  <a:pt x="627" y="1143"/>
                  <a:pt x="633" y="1139"/>
                  <a:pt x="641" y="1136"/>
                </a:cubicBezTo>
                <a:cubicBezTo>
                  <a:pt x="641" y="1133"/>
                  <a:pt x="642" y="1130"/>
                  <a:pt x="645" y="1128"/>
                </a:cubicBezTo>
                <a:close/>
                <a:moveTo>
                  <a:pt x="619" y="1141"/>
                </a:moveTo>
                <a:cubicBezTo>
                  <a:pt x="619" y="1137"/>
                  <a:pt x="625" y="1139"/>
                  <a:pt x="627" y="1137"/>
                </a:cubicBezTo>
                <a:cubicBezTo>
                  <a:pt x="626" y="1141"/>
                  <a:pt x="622" y="1140"/>
                  <a:pt x="619" y="1141"/>
                </a:cubicBezTo>
                <a:close/>
              </a:path>
            </a:pathLst>
          </a:custGeom>
          <a:blipFill rotWithShape="1">
            <a:blip r:embed="R0bc7a60e23d5438d" cstate="screen">
              <a:extLst>
                <a:ext uri="{28A0092B-C50C-407E-A947-70E740481C1C}">
                  <a14:useLocalDpi xmlns:a14="http://schemas.microsoft.com/office/drawing/2010/main"/>
                </a:ext>
              </a:extLst>
            </a:blip>
            <a:stretch>
              <a:fillRect/>
            </a:stretch>
          </a:blipFill>
          <a:ln>
            <a:noFill/>
          </a:ln>
        </p:spPr>
        <p:txBody>
          <a:bodyPr vert="horz" wrap="square" lIns="91440" tIns="45720" rIns="91440" bIns="45720" numCol="1" anchor="t" anchorCtr="0" compatLnSpc="1"/>
          <a:lstStyle/>
          <a:p>
            <a:endParaRPr lang="zh-CN" altLang="en-US" dirty="0">
              <a:solidFill>
                <a:prstClr val="black"/>
              </a:solidFill>
              <a:latin typeface="思源宋体 CN Heavy" pitchFamily="18" charset="-122"/>
              <a:sym typeface="Arial" panose="020B0604020202020204" pitchFamily="34" charset="0"/>
            </a:endParaRPr>
          </a:p>
        </p:txBody>
      </p:sp>
      <p:sp>
        <p:nvSpPr>
          <p:cNvPr id="11" name="文本框 10"/>
          <p:cNvSpPr txBox="1"/>
          <p:nvPr/>
        </p:nvSpPr>
        <p:spPr>
          <a:xfrm>
            <a:off x="745490" y="756920"/>
            <a:ext cx="5350510" cy="1322070"/>
          </a:xfrm>
          <a:prstGeom prst="rect">
            <a:avLst/>
          </a:prstGeom>
          <a:noFill/>
        </p:spPr>
        <p:txBody>
          <a:bodyPr wrap="square" rtlCol="0">
            <a:spAutoFit/>
          </a:bodyPr>
          <a:lstStyle/>
          <a:p>
            <a:pPr algn="ctr"/>
            <a:r>
              <a:rPr lang="zh-CN" altLang="en-US" sz="8000" dirty="0">
                <a:solidFill>
                  <a:srgbClr val="486052"/>
                </a:solidFill>
                <a:latin typeface="思源宋体 CN Heavy" pitchFamily="18" charset="-122"/>
                <a:ea typeface="思源宋体 CN Heavy" pitchFamily="18" charset="-122"/>
                <a:cs typeface="+mn-ea"/>
                <a:sym typeface="Arial" panose="020B0604020202020204" pitchFamily="34" charset="0"/>
              </a:rPr>
              <a:t>不拔之志</a:t>
            </a:r>
            <a:endPar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endParaRPr>
          </a:p>
        </p:txBody>
      </p:sp>
      <p:sp>
        <p:nvSpPr>
          <p:cNvPr id="8" name="矩形 7"/>
          <p:cNvSpPr/>
          <p:nvPr/>
        </p:nvSpPr>
        <p:spPr>
          <a:xfrm rot="5400000">
            <a:off x="1059180" y="1577340"/>
            <a:ext cx="4911090" cy="4433570"/>
          </a:xfrm>
          <a:prstGeom prst="rect">
            <a:avLst/>
          </a:prstGeom>
          <a:gradFill>
            <a:gsLst>
              <a:gs pos="0">
                <a:schemeClr val="accent4">
                  <a:lumMod val="50000"/>
                  <a:alpha val="0"/>
                </a:schemeClr>
              </a:gs>
              <a:gs pos="30000">
                <a:schemeClr val="accent4">
                  <a:lumMod val="50000"/>
                </a:schemeClr>
              </a:gs>
              <a:gs pos="76000">
                <a:schemeClr val="accent4">
                  <a:lumMod val="50000"/>
                </a:schemeClr>
              </a:gs>
              <a:gs pos="100000">
                <a:schemeClr val="accent4">
                  <a:lumMod val="5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sp>
        <p:nvSpPr>
          <p:cNvPr id="17" name="文本框 16"/>
          <p:cNvSpPr txBox="1"/>
          <p:nvPr>
            <p:custDataLst>
              <p:tags r:id="Re7ff3297cc374ecc"/>
            </p:custDataLst>
          </p:nvPr>
        </p:nvSpPr>
        <p:spPr>
          <a:xfrm>
            <a:off x="4468336" y="2357120"/>
            <a:ext cx="738664" cy="2874645"/>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a:t>
            </a:r>
          </a:p>
        </p:txBody>
      </p:sp>
      <p:sp>
        <p:nvSpPr>
          <p:cNvPr id="18" name="文本框 17"/>
          <p:cNvSpPr txBox="1"/>
          <p:nvPr>
            <p:custDataLst>
              <p:tags r:id="R6fd640da4b0b4b16"/>
            </p:custDataLst>
          </p:nvPr>
        </p:nvSpPr>
        <p:spPr>
          <a:xfrm>
            <a:off x="3147536" y="2357120"/>
            <a:ext cx="738664" cy="2874645"/>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a:t>
            </a:r>
          </a:p>
        </p:txBody>
      </p:sp>
      <p:sp>
        <p:nvSpPr>
          <p:cNvPr id="19" name="文本框 18"/>
          <p:cNvSpPr txBox="1"/>
          <p:nvPr>
            <p:custDataLst>
              <p:tags r:id="R3c2218e42377433f"/>
            </p:custDataLst>
          </p:nvPr>
        </p:nvSpPr>
        <p:spPr>
          <a:xfrm>
            <a:off x="1826736" y="2357120"/>
            <a:ext cx="738664" cy="2874645"/>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a:t>
            </a:r>
          </a:p>
        </p:txBody>
      </p:sp>
    </p:spTree>
    <p:custDataLst>
      <p:tags r:id="R934329826e7b4dc5"/>
    </p:custDataLst>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par>
                          <p:cTn id="10" fill="hold" nodeType="afterGroup">
                            <p:stCondLst>
                              <p:cond delay="1000"/>
                            </p:stCondLst>
                            <p:childTnLst>
                              <p:par>
                                <p:cTn id="11" presetID="22" presetClass="entr" presetSubtype="1" dur="1000" fill="hold" grpId="0" nodeType="afterEffect">
                                  <p:stCondLst>
                                    <p:cond delay="0"/>
                                  </p:stCondLst>
                                  <p:childTnLst>
                                    <p:set>
                                      <p:cBhvr>
                                        <p:cTn id="12" dur="1000" fill="hold">
                                          <p:stCondLst>
                                            <p:cond delay="0"/>
                                          </p:stCondLst>
                                        </p:cTn>
                                        <p:tgtEl>
                                          <p:spTgt spid="11"/>
                                        </p:tgtEl>
                                        <p:attrNameLst>
                                          <p:attrName>style.visibility</p:attrName>
                                        </p:attrNameLst>
                                      </p:cBhvr>
                                      <p:to>
                                        <p:strVal val="visible"/>
                                      </p:to>
                                    </p:set>
                                    <p:animEffect transition="in" filter="wipe(up)">
                                      <p:cBhvr>
                                        <p:cTn id="13" dur="1000"/>
                                        <p:tgtEl>
                                          <p:spTgt spid="11"/>
                                        </p:tgtEl>
                                      </p:cBhvr>
                                    </p:animEffect>
                                  </p:childTnLst>
                                </p:cTn>
                              </p:par>
                              <p:par>
                                <p:cTn id="14" presetID="22" presetClass="entr" presetSubtype="1" dur="1000" fill="hold" grpId="0" nodeType="withEffect">
                                  <p:stCondLst>
                                    <p:cond delay="0"/>
                                  </p:stCondLst>
                                  <p:childTnLst>
                                    <p:set>
                                      <p:cBhvr>
                                        <p:cTn id="15" dur="1000" fill="hold">
                                          <p:stCondLst>
                                            <p:cond delay="0"/>
                                          </p:stCondLst>
                                        </p:cTn>
                                        <p:tgtEl>
                                          <p:spTgt spid="8"/>
                                        </p:tgtEl>
                                        <p:attrNameLst>
                                          <p:attrName>style.visibility</p:attrName>
                                        </p:attrNameLst>
                                      </p:cBhvr>
                                      <p:to>
                                        <p:strVal val="visible"/>
                                      </p:to>
                                    </p:set>
                                    <p:animEffect transition="in" filter="wipe(up)">
                                      <p:cBhvr>
                                        <p:cTn id="16" dur="1000"/>
                                        <p:tgtEl>
                                          <p:spTgt spid="8"/>
                                        </p:tgtEl>
                                      </p:cBhvr>
                                    </p:animEffect>
                                  </p:childTnLst>
                                </p:cTn>
                              </p:par>
                            </p:childTnLst>
                          </p:cTn>
                        </p:par>
                        <p:par>
                          <p:cTn id="17" fill="hold" nodeType="afterGroup">
                            <p:stCondLst>
                              <p:cond delay="2000"/>
                            </p:stCondLst>
                            <p:childTnLst>
                              <p:par>
                                <p:cTn id="18" presetID="22" presetClass="entr" presetSubtype="1" dur="1000" fill="hold" grpId="0" nodeType="afterEffect">
                                  <p:stCondLst>
                                    <p:cond delay="0"/>
                                  </p:stCondLst>
                                  <p:childTnLst>
                                    <p:set>
                                      <p:cBhvr>
                                        <p:cTn id="19" dur="1000" fill="hold">
                                          <p:stCondLst>
                                            <p:cond delay="0"/>
                                          </p:stCondLst>
                                        </p:cTn>
                                        <p:tgtEl>
                                          <p:spTgt spid="19"/>
                                        </p:tgtEl>
                                        <p:attrNameLst>
                                          <p:attrName>style.visibility</p:attrName>
                                        </p:attrNameLst>
                                      </p:cBhvr>
                                      <p:to>
                                        <p:strVal val="visible"/>
                                      </p:to>
                                    </p:set>
                                    <p:animEffect transition="in" filter="wipe(up)">
                                      <p:cBhvr>
                                        <p:cTn id="20" dur="1000"/>
                                        <p:tgtEl>
                                          <p:spTgt spid="19"/>
                                        </p:tgtEl>
                                      </p:cBhvr>
                                    </p:animEffect>
                                  </p:childTnLst>
                                </p:cTn>
                              </p:par>
                            </p:childTnLst>
                          </p:cTn>
                        </p:par>
                        <p:par>
                          <p:cTn id="21" fill="hold" nodeType="afterGroup">
                            <p:stCondLst>
                              <p:cond delay="3000"/>
                            </p:stCondLst>
                            <p:childTnLst>
                              <p:par>
                                <p:cTn id="22" presetID="22" presetClass="entr" presetSubtype="1" dur="1000" fill="hold" grpId="0" nodeType="afterEffect">
                                  <p:stCondLst>
                                    <p:cond delay="0"/>
                                  </p:stCondLst>
                                  <p:childTnLst>
                                    <p:set>
                                      <p:cBhvr>
                                        <p:cTn id="23" dur="1000" fill="hold">
                                          <p:stCondLst>
                                            <p:cond delay="0"/>
                                          </p:stCondLst>
                                        </p:cTn>
                                        <p:tgtEl>
                                          <p:spTgt spid="18"/>
                                        </p:tgtEl>
                                        <p:attrNameLst>
                                          <p:attrName>style.visibility</p:attrName>
                                        </p:attrNameLst>
                                      </p:cBhvr>
                                      <p:to>
                                        <p:strVal val="visible"/>
                                      </p:to>
                                    </p:set>
                                    <p:animEffect transition="in" filter="wipe(up)">
                                      <p:cBhvr>
                                        <p:cTn id="24" dur="1000"/>
                                        <p:tgtEl>
                                          <p:spTgt spid="18"/>
                                        </p:tgtEl>
                                      </p:cBhvr>
                                    </p:animEffect>
                                  </p:childTnLst>
                                </p:cTn>
                              </p:par>
                            </p:childTnLst>
                          </p:cTn>
                        </p:par>
                        <p:par>
                          <p:cTn id="25" fill="hold" nodeType="afterGroup">
                            <p:stCondLst>
                              <p:cond delay="4000"/>
                            </p:stCondLst>
                            <p:childTnLst>
                              <p:par>
                                <p:cTn id="26" presetID="22" presetClass="entr" presetSubtype="1" dur="1000" fill="hold" grpId="0" nodeType="afterEffect">
                                  <p:stCondLst>
                                    <p:cond delay="0"/>
                                  </p:stCondLst>
                                  <p:childTnLst>
                                    <p:set>
                                      <p:cBhvr>
                                        <p:cTn id="27" dur="1000" fill="hold">
                                          <p:stCondLst>
                                            <p:cond delay="0"/>
                                          </p:stCondLst>
                                        </p:cTn>
                                        <p:tgtEl>
                                          <p:spTgt spid="17"/>
                                        </p:tgtEl>
                                        <p:attrNameLst>
                                          <p:attrName>style.visibility</p:attrName>
                                        </p:attrNameLst>
                                      </p:cBhvr>
                                      <p:to>
                                        <p:strVal val="visible"/>
                                      </p:to>
                                    </p:set>
                                    <p:animEffect transition="in" filter="wipe(up)">
                                      <p:cBhvr>
                                        <p:cTn id="2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8" grpId="0" animBg="1"/>
      <p:bldP spid="17" grpId="0"/>
      <p:bldP spid="18"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12" name="图片 11" descr="new-P-1524215-79635798O"/>
          <p:cNvPicPr>
            <a:picLocks noChangeAspect="1"/>
          </p:cNvPicPr>
          <p:nvPr>
            <p:custDataLst>
              <p:tags r:id="Rc84496d007d0422b"/>
            </p:custDataLst>
          </p:nvPr>
        </p:nvPicPr>
        <p:blipFill>
          <a:blip r:embed="R2c52496f8a154a62">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6" name="图片 5" descr="C:/兼职/觅知网/2月/国风实拍松柏/松柏/P-10302217-10277211-1920x1351.jpgP-10302217-10277211-1920x1351"/>
          <p:cNvPicPr>
            <a:picLocks noChangeAspect="1"/>
          </p:cNvPicPr>
          <p:nvPr/>
        </p:nvPicPr>
        <p:blipFill>
          <a:blip r:embed="Rfce48c56416d4c4d" cstate="screen">
            <a:extLst>
              <a:ext uri="{28A0092B-C50C-407E-A947-70E740481C1C}">
                <a14:useLocalDpi xmlns:a14="http://schemas.microsoft.com/office/drawing/2010/main"/>
              </a:ext>
            </a:extLst>
          </a:blip>
          <a:srcRect/>
          <a:stretch>
            <a:fillRect/>
          </a:stretch>
        </p:blipFill>
        <p:spPr>
          <a:xfrm>
            <a:off x="1016000" y="1051560"/>
            <a:ext cx="10287000" cy="4798695"/>
          </a:xfrm>
          <a:prstGeom prst="rect">
            <a:avLst/>
          </a:prstGeom>
        </p:spPr>
      </p:pic>
      <p:sp>
        <p:nvSpPr>
          <p:cNvPr id="4" name="矩形 3"/>
          <p:cNvSpPr/>
          <p:nvPr/>
        </p:nvSpPr>
        <p:spPr>
          <a:xfrm>
            <a:off x="2111375" y="1861820"/>
            <a:ext cx="8105140" cy="3414395"/>
          </a:xfrm>
          <a:prstGeom prst="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latin typeface="思源宋体 CN Heavy" pitchFamily="18" charset="-122"/>
              <a:ea typeface="隶书" panose="02010509060101010101" charset="-122"/>
              <a:sym typeface="Arial" panose="020B0604020202020204" pitchFamily="34" charset="0"/>
            </a:endParaRPr>
          </a:p>
        </p:txBody>
      </p:sp>
      <p:pic>
        <p:nvPicPr>
          <p:cNvPr id="5" name="图片 4" descr="C:/兼职/觅知网/2月/国风实拍松柏/松柏/P-10228801-10175231-3840x2560.jpgP-10228801-10175231-3840x2560"/>
          <p:cNvPicPr>
            <a:picLocks noChangeAspect="1"/>
          </p:cNvPicPr>
          <p:nvPr/>
        </p:nvPicPr>
        <p:blipFill>
          <a:blip r:embed="R03f56cb502eb441a" cstate="screen">
            <a:extLst>
              <a:ext uri="{28A0092B-C50C-407E-A947-70E740481C1C}">
                <a14:useLocalDpi xmlns:a14="http://schemas.microsoft.com/office/drawing/2010/main"/>
              </a:ext>
            </a:extLst>
          </a:blip>
          <a:srcRect/>
          <a:stretch>
            <a:fillRect/>
          </a:stretch>
        </p:blipFill>
        <p:spPr>
          <a:xfrm flipH="1">
            <a:off x="1844675" y="2585720"/>
            <a:ext cx="4346575" cy="2896870"/>
          </a:xfrm>
          <a:custGeom>
            <a:avLst/>
            <a:gdLst>
              <a:gd name="connsiteX0" fmla="*/ 8414657 w 8414657"/>
              <a:gd name="connsiteY0" fmla="*/ 0 h 5029200"/>
              <a:gd name="connsiteX1" fmla="*/ 0 w 8414657"/>
              <a:gd name="connsiteY1" fmla="*/ 0 h 5029200"/>
              <a:gd name="connsiteX2" fmla="*/ 0 w 8414657"/>
              <a:gd name="connsiteY2" fmla="*/ 5029200 h 5029200"/>
              <a:gd name="connsiteX3" fmla="*/ 8414657 w 8414657"/>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8414657" h="5029200">
                <a:moveTo>
                  <a:pt x="8414657" y="0"/>
                </a:moveTo>
                <a:lnTo>
                  <a:pt x="0" y="0"/>
                </a:lnTo>
                <a:lnTo>
                  <a:pt x="0" y="5029200"/>
                </a:lnTo>
                <a:lnTo>
                  <a:pt x="8414657" y="5029200"/>
                </a:lnTo>
                <a:close/>
              </a:path>
            </a:pathLst>
          </a:custGeom>
        </p:spPr>
      </p:pic>
      <p:sp>
        <p:nvSpPr>
          <p:cNvPr id="53" name="矩形 52"/>
          <p:cNvSpPr/>
          <p:nvPr>
            <p:custDataLst>
              <p:tags r:id="R9dc95615293a4ca2"/>
            </p:custDataLst>
          </p:nvPr>
        </p:nvSpPr>
        <p:spPr>
          <a:xfrm>
            <a:off x="5738495" y="2595880"/>
            <a:ext cx="4095750" cy="810260"/>
          </a:xfrm>
          <a:prstGeom prst="rect">
            <a:avLst/>
          </a:prstGeom>
        </p:spPr>
        <p:txBody>
          <a:bodyPr wrap="square">
            <a:spAutoFit/>
          </a:bodyPr>
          <a:lstStyle/>
          <a:p>
            <a:pPr indent="0" algn="ctr" fontAlgn="auto">
              <a:lnSpc>
                <a:spcPct val="130000"/>
              </a:lnSpc>
            </a:pPr>
            <a:r>
              <a:rPr lang="zh-CN" altLang="en-US" sz="1200" dirty="0">
                <a:solidFill>
                  <a:schemeClr val="tx2">
                    <a:lumMod val="60000"/>
                    <a:lumOff val="40000"/>
                  </a:schemeClr>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54" name="矩形 53"/>
          <p:cNvSpPr/>
          <p:nvPr>
            <p:custDataLst>
              <p:tags r:id="Rc18c22995a544828"/>
            </p:custDataLst>
          </p:nvPr>
        </p:nvSpPr>
        <p:spPr>
          <a:xfrm>
            <a:off x="5738495" y="3633470"/>
            <a:ext cx="4095750" cy="810260"/>
          </a:xfrm>
          <a:prstGeom prst="rect">
            <a:avLst/>
          </a:prstGeom>
        </p:spPr>
        <p:txBody>
          <a:bodyPr wrap="square">
            <a:spAutoFit/>
          </a:bodyPr>
          <a:lstStyle/>
          <a:p>
            <a:pPr indent="0" algn="ctr" fontAlgn="auto">
              <a:lnSpc>
                <a:spcPct val="130000"/>
              </a:lnSpc>
            </a:pPr>
            <a:r>
              <a:rPr lang="zh-CN" altLang="en-US" sz="1200" dirty="0">
                <a:solidFill>
                  <a:schemeClr val="tx2">
                    <a:lumMod val="60000"/>
                    <a:lumOff val="40000"/>
                  </a:schemeClr>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13" name="文本框 12"/>
          <p:cNvSpPr txBox="1"/>
          <p:nvPr>
            <p:custDataLst>
              <p:tags r:id="Raa6e3f817eda408e"/>
            </p:custDataLst>
          </p:nvPr>
        </p:nvSpPr>
        <p:spPr>
          <a:xfrm>
            <a:off x="92075" y="945515"/>
            <a:ext cx="1752600" cy="5015865"/>
          </a:xfrm>
          <a:prstGeom prst="rect">
            <a:avLst/>
          </a:prstGeom>
          <a:noFill/>
        </p:spPr>
        <p:txBody>
          <a:bodyPr wrap="square" rtlCol="0">
            <a:spAutoFit/>
          </a:bodyPr>
          <a:lstStyle/>
          <a:p>
            <a:pPr algn="ctr"/>
            <a:r>
              <a:rPr lang="zh-CN" altLang="en-US" sz="8000" dirty="0">
                <a:solidFill>
                  <a:srgbClr val="486052"/>
                </a:solidFill>
                <a:latin typeface="思源宋体 CN Heavy" pitchFamily="18" charset="-122"/>
                <a:ea typeface="思源宋体 CN Heavy" pitchFamily="18" charset="-122"/>
                <a:cs typeface="+mn-ea"/>
                <a:sym typeface="Arial" panose="020B0604020202020204" pitchFamily="34" charset="0"/>
              </a:rPr>
              <a:t>不拔之志</a:t>
            </a:r>
            <a:endPar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par>
                                <p:cTn id="10" presetID="55" presetClass="entr" presetSubtype="0" dur="100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strVal val="#ppt_w*0.70"/>
                                          </p:val>
                                        </p:tav>
                                        <p:tav tm="100000">
                                          <p:val>
                                            <p:strVal val="#ppt_w"/>
                                          </p:val>
                                        </p:tav>
                                      </p:tavLst>
                                    </p:anim>
                                    <p:anim calcmode="lin" valueType="num">
                                      <p:cBhvr>
                                        <p:cTn id="13" dur="1000" fill="hold"/>
                                        <p:tgtEl>
                                          <p:spTgt spid="4"/>
                                        </p:tgtEl>
                                        <p:attrNameLst>
                                          <p:attrName>ppt_h</p:attrName>
                                        </p:attrNameLst>
                                      </p:cBhvr>
                                      <p:tavLst>
                                        <p:tav tm="0">
                                          <p:val>
                                            <p:strVal val="#ppt_h"/>
                                          </p:val>
                                        </p:tav>
                                        <p:tav tm="100000">
                                          <p:val>
                                            <p:strVal val="#ppt_h"/>
                                          </p:val>
                                        </p:tav>
                                      </p:tavLst>
                                    </p:anim>
                                    <p:animEffect transition="in" filter="fade">
                                      <p:cBhvr>
                                        <p:cTn id="14" dur="1000"/>
                                        <p:tgtEl>
                                          <p:spTgt spid="4"/>
                                        </p:tgtEl>
                                      </p:cBhvr>
                                    </p:animEffect>
                                  </p:childTnLst>
                                </p:cTn>
                              </p:par>
                            </p:childTnLst>
                          </p:cTn>
                        </p:par>
                        <p:par>
                          <p:cTn id="15" fill="hold" nodeType="afterGroup">
                            <p:stCondLst>
                              <p:cond delay="1000"/>
                            </p:stCondLst>
                            <p:childTnLst>
                              <p:par>
                                <p:cTn id="16" presetID="22" presetClass="entr" presetSubtype="4" dur="1000" fill="hold" nodeType="afterEffect">
                                  <p:stCondLst>
                                    <p:cond delay="0"/>
                                  </p:stCondLst>
                                  <p:childTnLst>
                                    <p:set>
                                      <p:cBhvr>
                                        <p:cTn id="17" dur="1000" fill="hold">
                                          <p:stCondLst>
                                            <p:cond delay="0"/>
                                          </p:stCondLst>
                                        </p:cTn>
                                        <p:tgtEl>
                                          <p:spTgt spid="5"/>
                                        </p:tgtEl>
                                        <p:attrNameLst>
                                          <p:attrName>style.visibility</p:attrName>
                                        </p:attrNameLst>
                                      </p:cBhvr>
                                      <p:to>
                                        <p:strVal val="visible"/>
                                      </p:to>
                                    </p:set>
                                    <p:animEffect transition="in" filter="wipe(down)">
                                      <p:cBhvr>
                                        <p:cTn id="18" dur="1000"/>
                                        <p:tgtEl>
                                          <p:spTgt spid="5"/>
                                        </p:tgtEl>
                                      </p:cBhvr>
                                    </p:animEffect>
                                  </p:childTnLst>
                                </p:cTn>
                              </p:par>
                            </p:childTnLst>
                          </p:cTn>
                        </p:par>
                        <p:par>
                          <p:cTn id="19" fill="hold" nodeType="afterGroup">
                            <p:stCondLst>
                              <p:cond delay="2000"/>
                            </p:stCondLst>
                            <p:childTnLst>
                              <p:par>
                                <p:cTn id="20" presetID="55" presetClass="entr" presetSubtype="0" dur="100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1000" fill="hold"/>
                                        <p:tgtEl>
                                          <p:spTgt spid="13"/>
                                        </p:tgtEl>
                                        <p:attrNameLst>
                                          <p:attrName>ppt_w</p:attrName>
                                        </p:attrNameLst>
                                      </p:cBhvr>
                                      <p:tavLst>
                                        <p:tav tm="0">
                                          <p:val>
                                            <p:strVal val="#ppt_w*0.70"/>
                                          </p:val>
                                        </p:tav>
                                        <p:tav tm="100000">
                                          <p:val>
                                            <p:strVal val="#ppt_w"/>
                                          </p:val>
                                        </p:tav>
                                      </p:tavLst>
                                    </p:anim>
                                    <p:anim calcmode="lin" valueType="num">
                                      <p:cBhvr>
                                        <p:cTn id="23" dur="1000" fill="hold"/>
                                        <p:tgtEl>
                                          <p:spTgt spid="13"/>
                                        </p:tgtEl>
                                        <p:attrNameLst>
                                          <p:attrName>ppt_h</p:attrName>
                                        </p:attrNameLst>
                                      </p:cBhvr>
                                      <p:tavLst>
                                        <p:tav tm="0">
                                          <p:val>
                                            <p:strVal val="#ppt_h"/>
                                          </p:val>
                                        </p:tav>
                                        <p:tav tm="100000">
                                          <p:val>
                                            <p:strVal val="#ppt_h"/>
                                          </p:val>
                                        </p:tav>
                                      </p:tavLst>
                                    </p:anim>
                                    <p:animEffect transition="in" filter="fade">
                                      <p:cBhvr>
                                        <p:cTn id="24" dur="1000"/>
                                        <p:tgtEl>
                                          <p:spTgt spid="13"/>
                                        </p:tgtEl>
                                      </p:cBhvr>
                                    </p:animEffect>
                                  </p:childTnLst>
                                </p:cTn>
                              </p:par>
                            </p:childTnLst>
                          </p:cTn>
                        </p:par>
                        <p:par>
                          <p:cTn id="25" fill="hold" nodeType="afterGroup">
                            <p:stCondLst>
                              <p:cond delay="3000"/>
                            </p:stCondLst>
                            <p:childTnLst>
                              <p:par>
                                <p:cTn id="26" presetID="12" presetClass="entr" presetSubtype="1" dur="1000" fill="hold" grpId="0" nodeType="afterEffect">
                                  <p:stCondLst>
                                    <p:cond delay="0"/>
                                  </p:stCondLst>
                                  <p:childTnLst>
                                    <p:set>
                                      <p:cBhvr>
                                        <p:cTn id="27" dur="1000" fill="hold">
                                          <p:stCondLst>
                                            <p:cond delay="0"/>
                                          </p:stCondLst>
                                        </p:cTn>
                                        <p:tgtEl>
                                          <p:spTgt spid="53"/>
                                        </p:tgtEl>
                                        <p:attrNameLst>
                                          <p:attrName>style.visibility</p:attrName>
                                        </p:attrNameLst>
                                      </p:cBhvr>
                                      <p:to>
                                        <p:strVal val="visible"/>
                                      </p:to>
                                    </p:set>
                                    <p:anim calcmode="lin" valueType="num">
                                      <p:cBhvr additive="base">
                                        <p:cTn id="28" dur="1000"/>
                                        <p:tgtEl>
                                          <p:spTgt spid="53"/>
                                        </p:tgtEl>
                                        <p:attrNameLst>
                                          <p:attrName>ppt_y</p:attrName>
                                        </p:attrNameLst>
                                      </p:cBhvr>
                                      <p:tavLst>
                                        <p:tav tm="0">
                                          <p:val>
                                            <p:strVal val="#ppt_y-#ppt_h*1.125000"/>
                                          </p:val>
                                        </p:tav>
                                        <p:tav tm="100000">
                                          <p:val>
                                            <p:strVal val="#ppt_y"/>
                                          </p:val>
                                        </p:tav>
                                      </p:tavLst>
                                    </p:anim>
                                    <p:animEffect transition="in" filter="wipe(down)">
                                      <p:cBhvr>
                                        <p:cTn id="29" dur="1000"/>
                                        <p:tgtEl>
                                          <p:spTgt spid="53"/>
                                        </p:tgtEl>
                                      </p:cBhvr>
                                    </p:animEffect>
                                  </p:childTnLst>
                                </p:cTn>
                              </p:par>
                            </p:childTnLst>
                          </p:cTn>
                        </p:par>
                        <p:par>
                          <p:cTn id="30" fill="hold" nodeType="afterGroup">
                            <p:stCondLst>
                              <p:cond delay="4000"/>
                            </p:stCondLst>
                            <p:childTnLst>
                              <p:par>
                                <p:cTn id="31" presetID="12" presetClass="entr" presetSubtype="1" dur="1000" fill="hold" grpId="0" nodeType="afterEffect">
                                  <p:stCondLst>
                                    <p:cond delay="0"/>
                                  </p:stCondLst>
                                  <p:childTnLst>
                                    <p:set>
                                      <p:cBhvr>
                                        <p:cTn id="32" dur="1000" fill="hold">
                                          <p:stCondLst>
                                            <p:cond delay="0"/>
                                          </p:stCondLst>
                                        </p:cTn>
                                        <p:tgtEl>
                                          <p:spTgt spid="54"/>
                                        </p:tgtEl>
                                        <p:attrNameLst>
                                          <p:attrName>style.visibility</p:attrName>
                                        </p:attrNameLst>
                                      </p:cBhvr>
                                      <p:to>
                                        <p:strVal val="visible"/>
                                      </p:to>
                                    </p:set>
                                    <p:anim calcmode="lin" valueType="num">
                                      <p:cBhvr additive="base">
                                        <p:cTn id="33" dur="1000"/>
                                        <p:tgtEl>
                                          <p:spTgt spid="54"/>
                                        </p:tgtEl>
                                        <p:attrNameLst>
                                          <p:attrName>ppt_y</p:attrName>
                                        </p:attrNameLst>
                                      </p:cBhvr>
                                      <p:tavLst>
                                        <p:tav tm="0">
                                          <p:val>
                                            <p:strVal val="#ppt_y-#ppt_h*1.125000"/>
                                          </p:val>
                                        </p:tav>
                                        <p:tav tm="100000">
                                          <p:val>
                                            <p:strVal val="#ppt_y"/>
                                          </p:val>
                                        </p:tav>
                                      </p:tavLst>
                                    </p:anim>
                                    <p:animEffect transition="in" filter="wipe(down)">
                                      <p:cBhvr>
                                        <p:cTn id="34"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3" grpId="0"/>
      <p:bldP spid="54"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new-P-1524215-79635798O"/>
          <p:cNvPicPr>
            <a:picLocks noChangeAspect="1"/>
          </p:cNvPicPr>
          <p:nvPr>
            <p:custDataLst>
              <p:tags r:id="Rabc0387fbe4545a4"/>
            </p:custDataLst>
          </p:nvPr>
        </p:nvPicPr>
        <p:blipFill>
          <a:blip r:embed="R9b2dc5bb9794452c">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67" name="Picture 4" descr="C:/兼职/觅知网/2月/国风实拍松柏/松柏/P-1618107-FC739ECC.jpgP-1618107-FC739ECC"/>
          <p:cNvPicPr>
            <a:picLocks noChangeAspect="1" noChangeArrowheads="1"/>
          </p:cNvPicPr>
          <p:nvPr/>
        </p:nvPicPr>
        <p:blipFill>
          <a:blip r:embed="R2e27c4a44c2c40f4" cstate="screen">
            <a:extLst>
              <a:ext uri="{28A0092B-C50C-407E-A947-70E740481C1C}">
                <a14:useLocalDpi xmlns:a14="http://schemas.microsoft.com/office/drawing/2010/main"/>
              </a:ext>
            </a:extLst>
          </a:blip>
          <a:srcRect/>
          <a:stretch>
            <a:fillRect/>
          </a:stretch>
        </p:blipFill>
        <p:spPr bwMode="auto">
          <a:xfrm>
            <a:off x="-22860" y="-70485"/>
            <a:ext cx="4679315" cy="6998335"/>
          </a:xfrm>
          <a:prstGeom prst="rect">
            <a:avLst/>
          </a:prstGeom>
          <a:noFill/>
          <a:extLst>
            <a:ext uri="{909E8E84-426E-40DD-AFC4-6F175D3DCCD1}">
              <a14:hiddenFill xmlns:a14="http://schemas.microsoft.com/office/drawing/2010/main">
                <a:solidFill>
                  <a:srgbClr val="FFFFFF"/>
                </a:solidFill>
              </a14:hiddenFill>
            </a:ext>
          </a:extLst>
        </p:spPr>
      </p:pic>
      <p:sp>
        <p:nvSpPr>
          <p:cNvPr id="68" name="矩形 67"/>
          <p:cNvSpPr/>
          <p:nvPr/>
        </p:nvSpPr>
        <p:spPr>
          <a:xfrm>
            <a:off x="2004882" y="2335427"/>
            <a:ext cx="9220201" cy="2471351"/>
          </a:xfrm>
          <a:prstGeom prst="rect">
            <a:avLst/>
          </a:prstGeom>
          <a:solidFill>
            <a:schemeClr val="bg1">
              <a:alpha val="92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方正清刻本悦宋简体" panose="02000000000000000000" charset="-122"/>
              <a:sym typeface="Arial" panose="020B0604020202020204" pitchFamily="34" charset="0"/>
            </a:endParaRPr>
          </a:p>
        </p:txBody>
      </p:sp>
      <p:sp>
        <p:nvSpPr>
          <p:cNvPr id="38" name="文本框 37"/>
          <p:cNvSpPr txBox="1"/>
          <p:nvPr/>
        </p:nvSpPr>
        <p:spPr>
          <a:xfrm>
            <a:off x="4224020" y="2708275"/>
            <a:ext cx="6690360" cy="1753235"/>
          </a:xfrm>
          <a:prstGeom prst="rect">
            <a:avLst/>
          </a:prstGeom>
        </p:spPr>
        <p:txBody>
          <a:bodyPr vert="horz" wrap="square">
            <a:spAutoFit/>
          </a:bodyPr>
          <a:lstStyle>
            <a:defPPr>
              <a:defRPr lang="zh-CN"/>
            </a:defPPr>
            <a:lvl1pPr algn="ctr">
              <a:defRPr sz="2000">
                <a:solidFill>
                  <a:srgbClr val="494848"/>
                </a:solidFill>
                <a:latin typeface="汉仪良品线简" panose="00020600040101010101" pitchFamily="18" charset="-122"/>
                <a:ea typeface="汉仪良品线简" panose="00020600040101010101" pitchFamily="18" charset="-122"/>
              </a:defRPr>
            </a:lvl1pPr>
          </a:lstStyle>
          <a:p>
            <a:pPr algn="ctr"/>
            <a:r>
              <a:rPr lang="zh-CN" altLang="en-US" sz="10800" dirty="0">
                <a:solidFill>
                  <a:schemeClr val="accent6">
                    <a:lumMod val="50000"/>
                  </a:schemeClr>
                </a:solidFill>
                <a:latin typeface="思源宋体 CN Heavy" pitchFamily="18" charset="-122"/>
                <a:ea typeface="思源宋体 CN Heavy" pitchFamily="18" charset="-122"/>
                <a:sym typeface="Arial" panose="020B0604020202020204" pitchFamily="34" charset="0"/>
              </a:rPr>
              <a:t>万古长青</a:t>
            </a:r>
          </a:p>
        </p:txBody>
      </p:sp>
      <p:grpSp>
        <p:nvGrpSpPr>
          <p:cNvPr id="2" name="组合 1"/>
          <p:cNvGrpSpPr/>
          <p:nvPr/>
        </p:nvGrpSpPr>
        <p:grpSpPr>
          <a:xfrm>
            <a:off x="2331085" y="2623820"/>
            <a:ext cx="1935480" cy="1960245"/>
            <a:chOff x="3671" y="4132"/>
            <a:chExt cx="3048" cy="3087"/>
          </a:xfrm>
        </p:grpSpPr>
        <p:sp>
          <p:nvSpPr>
            <p:cNvPr id="69" name="矩形 68"/>
            <p:cNvSpPr/>
            <p:nvPr/>
          </p:nvSpPr>
          <p:spPr>
            <a:xfrm>
              <a:off x="3671" y="4132"/>
              <a:ext cx="2981" cy="2981"/>
            </a:xfrm>
            <a:prstGeom prst="rect">
              <a:avLst/>
            </a:prstGeom>
            <a:solidFill>
              <a:srgbClr val="47807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500" dirty="0">
                <a:solidFill>
                  <a:schemeClr val="bg1"/>
                </a:solidFill>
                <a:latin typeface="思源宋体 CN Heavy" pitchFamily="18" charset="-122"/>
                <a:ea typeface="方正清刻本悦宋简体" panose="02000000000000000000" charset="-122"/>
                <a:sym typeface="Arial" panose="020B0604020202020204" pitchFamily="34" charset="0"/>
              </a:endParaRPr>
            </a:p>
          </p:txBody>
        </p:sp>
        <p:cxnSp>
          <p:nvCxnSpPr>
            <p:cNvPr id="3" name="直接连接符 2"/>
            <p:cNvCxnSpPr/>
            <p:nvPr/>
          </p:nvCxnSpPr>
          <p:spPr>
            <a:xfrm>
              <a:off x="3771" y="4245"/>
              <a:ext cx="2948" cy="2974"/>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1"/>
            </p:cNvCxnSpPr>
            <p:nvPr/>
          </p:nvCxnSpPr>
          <p:spPr>
            <a:xfrm>
              <a:off x="3671" y="5623"/>
              <a:ext cx="3048" cy="0"/>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3671" y="4132"/>
              <a:ext cx="2981" cy="2895"/>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a:endCxn id="69" idx="0"/>
            </p:cNvCxnSpPr>
            <p:nvPr/>
          </p:nvCxnSpPr>
          <p:spPr>
            <a:xfrm flipH="1" flipV="1">
              <a:off x="5162" y="4132"/>
              <a:ext cx="0" cy="3087"/>
            </a:xfrm>
            <a:prstGeom prst="line">
              <a:avLst/>
            </a:prstGeom>
            <a:ln>
              <a:solidFill>
                <a:schemeClr val="bg1">
                  <a:alpha val="32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2438762" y="2643478"/>
            <a:ext cx="1681480" cy="1906905"/>
          </a:xfrm>
          <a:prstGeom prst="rect">
            <a:avLst/>
          </a:prstGeom>
        </p:spPr>
        <p:txBody>
          <a:bodyPr wrap="none">
            <a:spAutoFit/>
          </a:bodyPr>
          <a:lstStyle/>
          <a:p>
            <a:pPr algn="ctr"/>
            <a:r>
              <a:rPr lang="zh-CN" altLang="en-US" sz="11800" dirty="0">
                <a:solidFill>
                  <a:schemeClr val="bg1"/>
                </a:solidFill>
                <a:latin typeface="华文行楷" pitchFamily="2" charset="-122"/>
                <a:ea typeface="华文行楷" pitchFamily="2" charset="-122"/>
                <a:sym typeface="Arial" panose="020B0604020202020204" pitchFamily="34" charset="0"/>
              </a:rPr>
              <a:t>肆</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1000" fill="hold"/>
                                        <p:tgtEl>
                                          <p:spTgt spid="68"/>
                                        </p:tgtEl>
                                        <p:attrNameLst>
                                          <p:attrName>ppt_w</p:attrName>
                                        </p:attrNameLst>
                                      </p:cBhvr>
                                      <p:tavLst>
                                        <p:tav tm="0">
                                          <p:val>
                                            <p:strVal val="#ppt_w*0.70"/>
                                          </p:val>
                                        </p:tav>
                                        <p:tav tm="100000">
                                          <p:val>
                                            <p:strVal val="#ppt_w"/>
                                          </p:val>
                                        </p:tav>
                                      </p:tavLst>
                                    </p:anim>
                                    <p:anim calcmode="lin" valueType="num">
                                      <p:cBhvr>
                                        <p:cTn id="8" dur="1000" fill="hold"/>
                                        <p:tgtEl>
                                          <p:spTgt spid="68"/>
                                        </p:tgtEl>
                                        <p:attrNameLst>
                                          <p:attrName>ppt_h</p:attrName>
                                        </p:attrNameLst>
                                      </p:cBhvr>
                                      <p:tavLst>
                                        <p:tav tm="0">
                                          <p:val>
                                            <p:strVal val="#ppt_h"/>
                                          </p:val>
                                        </p:tav>
                                        <p:tav tm="100000">
                                          <p:val>
                                            <p:strVal val="#ppt_h"/>
                                          </p:val>
                                        </p:tav>
                                      </p:tavLst>
                                    </p:anim>
                                    <p:animEffect transition="in" filter="fade">
                                      <p:cBhvr>
                                        <p:cTn id="9" dur="1000"/>
                                        <p:tgtEl>
                                          <p:spTgt spid="68"/>
                                        </p:tgtEl>
                                      </p:cBhvr>
                                    </p:animEffect>
                                  </p:childTnLst>
                                </p:cTn>
                              </p:par>
                            </p:childTnLst>
                          </p:cTn>
                        </p:par>
                        <p:par>
                          <p:cTn id="10" fill="hold" nodeType="afterGroup">
                            <p:stCondLst>
                              <p:cond delay="1000"/>
                            </p:stCondLst>
                            <p:childTnLst>
                              <p:par>
                                <p:cTn id="11" presetID="29" presetClass="entr" presetSubtype="0" dur="100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ppt_x</p:attrName>
                                        </p:attrNameLst>
                                      </p:cBhvr>
                                      <p:tavLst>
                                        <p:tav tm="0">
                                          <p:val>
                                            <p:strVal val="#ppt_x-.2"/>
                                          </p:val>
                                        </p:tav>
                                        <p:tav tm="100000">
                                          <p:val>
                                            <p:strVal val="#ppt_x"/>
                                          </p:val>
                                        </p:tav>
                                      </p:tavLst>
                                    </p:anim>
                                    <p:anim calcmode="lin" valueType="num">
                                      <p:cBhvr>
                                        <p:cTn id="14"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5" dur="1000"/>
                                        <p:tgtEl>
                                          <p:spTgt spid="2"/>
                                        </p:tgtEl>
                                      </p:cBhvr>
                                    </p:animEffect>
                                  </p:childTnLst>
                                </p:cTn>
                              </p:par>
                              <p:par>
                                <p:cTn id="16" presetID="29" presetClass="entr" presetSubtype="0" dur="1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1000" fill="hold"/>
                                        <p:tgtEl>
                                          <p:spTgt spid="10"/>
                                        </p:tgtEl>
                                        <p:attrNameLst>
                                          <p:attrName>ppt_x</p:attrName>
                                        </p:attrNameLst>
                                      </p:cBhvr>
                                      <p:tavLst>
                                        <p:tav tm="0">
                                          <p:val>
                                            <p:strVal val="#ppt_x-.2"/>
                                          </p:val>
                                        </p:tav>
                                        <p:tav tm="100000">
                                          <p:val>
                                            <p:strVal val="#ppt_x"/>
                                          </p:val>
                                        </p:tav>
                                      </p:tavLst>
                                    </p:anim>
                                    <p:anim calcmode="lin" valueType="num">
                                      <p:cBhvr>
                                        <p:cTn id="19"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20" dur="1000"/>
                                        <p:tgtEl>
                                          <p:spTgt spid="10"/>
                                        </p:tgtEl>
                                      </p:cBhvr>
                                    </p:animEffect>
                                  </p:childTnLst>
                                </p:cTn>
                              </p:par>
                            </p:childTnLst>
                          </p:cTn>
                        </p:par>
                        <p:par>
                          <p:cTn id="21" fill="hold" nodeType="afterGroup">
                            <p:stCondLst>
                              <p:cond delay="2000"/>
                            </p:stCondLst>
                            <p:childTnLst>
                              <p:par>
                                <p:cTn id="22" presetID="22" presetClass="entr" presetSubtype="8" dur="1000" fill="hold" grpId="0" nodeType="afterEffect">
                                  <p:stCondLst>
                                    <p:cond delay="0"/>
                                  </p:stCondLst>
                                  <p:childTnLst>
                                    <p:set>
                                      <p:cBhvr>
                                        <p:cTn id="23" dur="1000" fill="hold">
                                          <p:stCondLst>
                                            <p:cond delay="0"/>
                                          </p:stCondLst>
                                        </p:cTn>
                                        <p:tgtEl>
                                          <p:spTgt spid="38"/>
                                        </p:tgtEl>
                                        <p:attrNameLst>
                                          <p:attrName>style.visibility</p:attrName>
                                        </p:attrNameLst>
                                      </p:cBhvr>
                                      <p:to>
                                        <p:strVal val="visible"/>
                                      </p:to>
                                    </p:set>
                                    <p:animEffect transition="in" filter="wipe(left)">
                                      <p:cBhvr>
                                        <p:cTn id="24"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38"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new-P-1524215-79635798O"/>
          <p:cNvPicPr>
            <a:picLocks noChangeAspect="1"/>
          </p:cNvPicPr>
          <p:nvPr>
            <p:custDataLst>
              <p:tags r:id="Ra766a75de5c648be"/>
            </p:custDataLst>
          </p:nvPr>
        </p:nvPicPr>
        <p:blipFill>
          <a:blip r:embed="R0fa74f992a0a44ca">
            <a:alphaModFix amt="12000"/>
          </a:blip>
          <a:stretch>
            <a:fillRect/>
          </a:stretch>
        </p:blipFill>
        <p:spPr>
          <a:xfrm>
            <a:off x="0" y="0"/>
            <a:ext cx="12200890" cy="6858000"/>
          </a:xfrm>
          <a:prstGeom prst="rect">
            <a:avLst/>
          </a:prstGeom>
          <a:solidFill>
            <a:schemeClr val="accent6">
              <a:lumMod val="40000"/>
              <a:lumOff val="60000"/>
            </a:schemeClr>
          </a:solidFill>
        </p:spPr>
      </p:pic>
      <p:sp>
        <p:nvSpPr>
          <p:cNvPr id="2" name="矩形 1"/>
          <p:cNvSpPr/>
          <p:nvPr/>
        </p:nvSpPr>
        <p:spPr>
          <a:xfrm>
            <a:off x="416560" y="3591560"/>
            <a:ext cx="11370310" cy="2828290"/>
          </a:xfrm>
          <a:prstGeom prst="rect">
            <a:avLst/>
          </a:prstGeom>
          <a:gradFill>
            <a:gsLst>
              <a:gs pos="0">
                <a:schemeClr val="accent4">
                  <a:lumMod val="50000"/>
                  <a:alpha val="0"/>
                </a:schemeClr>
              </a:gs>
              <a:gs pos="12000">
                <a:schemeClr val="accent4">
                  <a:lumMod val="50000"/>
                </a:schemeClr>
              </a:gs>
              <a:gs pos="74000">
                <a:schemeClr val="accent4">
                  <a:lumMod val="50000"/>
                </a:schemeClr>
              </a:gs>
              <a:gs pos="100000">
                <a:schemeClr val="accent4">
                  <a:lumMod val="5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pic>
        <p:nvPicPr>
          <p:cNvPr id="5" name="图片占位符 4" descr="C:/兼职/觅知网/2月/国风实拍松柏/松柏/P-1691720-C31304BF.jpgP-1691720-C31304BF"/>
          <p:cNvPicPr>
            <a:picLocks noGrp="1" noChangeAspect="1"/>
          </p:cNvPicPr>
          <p:nvPr>
            <p:ph type="pic" sz="quarter" idx="10"/>
          </p:nvPr>
        </p:nvPicPr>
        <p:blipFill>
          <a:blip r:embed="R62efe58cd0ba49ca" cstate="screen">
            <a:extLst>
              <a:ext uri="{28A0092B-C50C-407E-A947-70E740481C1C}">
                <a14:useLocalDpi xmlns:a14="http://schemas.microsoft.com/office/drawing/2010/main"/>
              </a:ext>
            </a:extLst>
          </a:blip>
          <a:srcRect/>
          <a:stretch>
            <a:fillRect/>
          </a:stretch>
        </p:blipFill>
        <p:spPr>
          <a:xfrm>
            <a:off x="0" y="1305560"/>
            <a:ext cx="12192000" cy="3581400"/>
          </a:xfrm>
        </p:spPr>
      </p:pic>
      <p:sp>
        <p:nvSpPr>
          <p:cNvPr id="11" name="文本框 10"/>
          <p:cNvSpPr txBox="1"/>
          <p:nvPr/>
        </p:nvSpPr>
        <p:spPr>
          <a:xfrm>
            <a:off x="3438525" y="209550"/>
            <a:ext cx="5350510" cy="1322070"/>
          </a:xfrm>
          <a:prstGeom prst="rect">
            <a:avLst/>
          </a:prstGeom>
          <a:noFill/>
        </p:spPr>
        <p:txBody>
          <a:bodyPr wrap="square" rtlCol="0">
            <a:spAutoFit/>
          </a:bodyPr>
          <a:lstStyle/>
          <a:p>
            <a:pPr algn="ctr"/>
            <a:r>
              <a:rPr lang="zh-CN" altLang="en-US" sz="8000" dirty="0">
                <a:solidFill>
                  <a:srgbClr val="486052"/>
                </a:solidFill>
                <a:latin typeface="思源宋体 CN Heavy" pitchFamily="18" charset="-122"/>
                <a:ea typeface="思源宋体 CN Heavy" pitchFamily="18" charset="-122"/>
                <a:cs typeface="+mn-ea"/>
                <a:sym typeface="Arial" panose="020B0604020202020204" pitchFamily="34" charset="0"/>
              </a:rPr>
              <a:t>万古长青</a:t>
            </a:r>
            <a:endPar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endParaRPr>
          </a:p>
        </p:txBody>
      </p:sp>
      <p:sp>
        <p:nvSpPr>
          <p:cNvPr id="10" name="矩形 9"/>
          <p:cNvSpPr/>
          <p:nvPr>
            <p:custDataLst>
              <p:tags r:id="Re9af3c4a2c9c4f2f"/>
            </p:custDataLst>
          </p:nvPr>
        </p:nvSpPr>
        <p:spPr>
          <a:xfrm>
            <a:off x="1305560" y="4885690"/>
            <a:ext cx="3853180" cy="810260"/>
          </a:xfrm>
          <a:prstGeom prst="rect">
            <a:avLst/>
          </a:prstGeom>
        </p:spPr>
        <p:txBody>
          <a:bodyPr wrap="square">
            <a:spAutoFit/>
          </a:bodyPr>
          <a:lstStyle/>
          <a:p>
            <a:pPr indent="0" algn="ctr"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
        <p:nvSpPr>
          <p:cNvPr id="9" name="矩形 8"/>
          <p:cNvSpPr/>
          <p:nvPr>
            <p:custDataLst>
              <p:tags r:id="Ra9b3551b378940c5"/>
            </p:custDataLst>
          </p:nvPr>
        </p:nvSpPr>
        <p:spPr>
          <a:xfrm>
            <a:off x="6842760" y="4885690"/>
            <a:ext cx="3908425" cy="810260"/>
          </a:xfrm>
          <a:prstGeom prst="rect">
            <a:avLst/>
          </a:prstGeom>
        </p:spPr>
        <p:txBody>
          <a:bodyPr wrap="square">
            <a:spAutoFit/>
          </a:bodyPr>
          <a:lstStyle/>
          <a:p>
            <a:pPr indent="0" algn="ctr" fontAlgn="auto">
              <a:lnSpc>
                <a:spcPct val="130000"/>
              </a:lnSpc>
            </a:pPr>
            <a:r>
              <a:rPr lang="zh-CN" altLang="en-US" sz="1200" dirty="0">
                <a:solidFill>
                  <a:schemeClr val="bg1"/>
                </a:solidFill>
                <a:latin typeface="思源宋体 CN Heavy" pitchFamily="18" charset="-122"/>
                <a:ea typeface="微软雅黑" panose="020B0503020204020204" pitchFamily="34" charset="-122"/>
                <a:cs typeface="+mn-ea"/>
                <a:sym typeface="Arial" panose="020B0604020202020204" pitchFamily="34" charset="0"/>
              </a:rPr>
              <a:t>标题数字等都可以通过点击和重新输入进行更改板中可以对字字标题数字等。标题数字等都可以通过点击和重新输入进行更改板中可以对字字标题数字等。</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2" dur="1000" fill="hold" nodeType="afterEffect">
                                  <p:stCondLst>
                                    <p:cond delay="0"/>
                                  </p:stCondLst>
                                  <p:childTnLst>
                                    <p:set>
                                      <p:cBhvr>
                                        <p:cTn id="6" dur="1000" fill="hold">
                                          <p:stCondLst>
                                            <p:cond delay="0"/>
                                          </p:stCondLst>
                                        </p:cTn>
                                        <p:tgtEl>
                                          <p:spTgt spid="5"/>
                                        </p:tgtEl>
                                        <p:attrNameLst>
                                          <p:attrName>style.visibility</p:attrName>
                                        </p:attrNameLst>
                                      </p:cBhvr>
                                      <p:to>
                                        <p:strVal val="visible"/>
                                      </p:to>
                                    </p:set>
                                    <p:animEffect transition="in" filter="wipe(right)">
                                      <p:cBhvr>
                                        <p:cTn id="7" dur="1000"/>
                                        <p:tgtEl>
                                          <p:spTgt spid="5"/>
                                        </p:tgtEl>
                                      </p:cBhvr>
                                    </p:animEffect>
                                  </p:childTnLst>
                                </p:cTn>
                              </p:par>
                            </p:childTnLst>
                          </p:cTn>
                        </p:par>
                        <p:par>
                          <p:cTn id="8" fill="hold" nodeType="afterGroup">
                            <p:stCondLst>
                              <p:cond delay="1000"/>
                            </p:stCondLst>
                            <p:childTnLst>
                              <p:par>
                                <p:cTn id="9" presetID="22" presetClass="entr" presetSubtype="1" dur="1000" fill="hold" grpId="0" nodeType="afterEffect">
                                  <p:stCondLst>
                                    <p:cond delay="0"/>
                                  </p:stCondLst>
                                  <p:childTnLst>
                                    <p:set>
                                      <p:cBhvr>
                                        <p:cTn id="10" dur="1000" fill="hold">
                                          <p:stCondLst>
                                            <p:cond delay="0"/>
                                          </p:stCondLst>
                                        </p:cTn>
                                        <p:tgtEl>
                                          <p:spTgt spid="2"/>
                                        </p:tgtEl>
                                        <p:attrNameLst>
                                          <p:attrName>style.visibility</p:attrName>
                                        </p:attrNameLst>
                                      </p:cBhvr>
                                      <p:to>
                                        <p:strVal val="visible"/>
                                      </p:to>
                                    </p:set>
                                    <p:animEffect transition="in" filter="wipe(up)">
                                      <p:cBhvr>
                                        <p:cTn id="11" dur="1000"/>
                                        <p:tgtEl>
                                          <p:spTgt spid="2"/>
                                        </p:tgtEl>
                                      </p:cBhvr>
                                    </p:animEffect>
                                  </p:childTnLst>
                                </p:cTn>
                              </p:par>
                              <p:par>
                                <p:cTn id="12" presetID="22" presetClass="entr" presetSubtype="1" dur="1000" fill="hold" grpId="0" nodeType="withEffect">
                                  <p:stCondLst>
                                    <p:cond delay="0"/>
                                  </p:stCondLst>
                                  <p:childTnLst>
                                    <p:set>
                                      <p:cBhvr>
                                        <p:cTn id="13" dur="1000" fill="hold">
                                          <p:stCondLst>
                                            <p:cond delay="0"/>
                                          </p:stCondLst>
                                        </p:cTn>
                                        <p:tgtEl>
                                          <p:spTgt spid="11"/>
                                        </p:tgtEl>
                                        <p:attrNameLst>
                                          <p:attrName>style.visibility</p:attrName>
                                        </p:attrNameLst>
                                      </p:cBhvr>
                                      <p:to>
                                        <p:strVal val="visible"/>
                                      </p:to>
                                    </p:set>
                                    <p:animEffect transition="in" filter="wipe(up)">
                                      <p:cBhvr>
                                        <p:cTn id="14" dur="1000"/>
                                        <p:tgtEl>
                                          <p:spTgt spid="11"/>
                                        </p:tgtEl>
                                      </p:cBhvr>
                                    </p:animEffect>
                                  </p:childTnLst>
                                </p:cTn>
                              </p:par>
                            </p:childTnLst>
                          </p:cTn>
                        </p:par>
                        <p:par>
                          <p:cTn id="15" fill="hold" nodeType="afterGroup">
                            <p:stCondLst>
                              <p:cond delay="2000"/>
                            </p:stCondLst>
                            <p:childTnLst>
                              <p:par>
                                <p:cTn id="16" presetID="12" presetClass="entr" presetSubtype="1" dur="1000" fill="hold" grpId="0" nodeType="afterEffect">
                                  <p:stCondLst>
                                    <p:cond delay="0"/>
                                  </p:stCondLst>
                                  <p:childTnLst>
                                    <p:set>
                                      <p:cBhvr>
                                        <p:cTn id="17" dur="1000" fill="hold">
                                          <p:stCondLst>
                                            <p:cond delay="0"/>
                                          </p:stCondLst>
                                        </p:cTn>
                                        <p:tgtEl>
                                          <p:spTgt spid="10"/>
                                        </p:tgtEl>
                                        <p:attrNameLst>
                                          <p:attrName>style.visibility</p:attrName>
                                        </p:attrNameLst>
                                      </p:cBhvr>
                                      <p:to>
                                        <p:strVal val="visible"/>
                                      </p:to>
                                    </p:set>
                                    <p:anim calcmode="lin" valueType="num">
                                      <p:cBhvr additive="base">
                                        <p:cTn id="18" dur="1000"/>
                                        <p:tgtEl>
                                          <p:spTgt spid="10"/>
                                        </p:tgtEl>
                                        <p:attrNameLst>
                                          <p:attrName>ppt_y</p:attrName>
                                        </p:attrNameLst>
                                      </p:cBhvr>
                                      <p:tavLst>
                                        <p:tav tm="0">
                                          <p:val>
                                            <p:strVal val="#ppt_y-#ppt_h*1.125000"/>
                                          </p:val>
                                        </p:tav>
                                        <p:tav tm="100000">
                                          <p:val>
                                            <p:strVal val="#ppt_y"/>
                                          </p:val>
                                        </p:tav>
                                      </p:tavLst>
                                    </p:anim>
                                    <p:animEffect transition="in" filter="wipe(down)">
                                      <p:cBhvr>
                                        <p:cTn id="19" dur="1000"/>
                                        <p:tgtEl>
                                          <p:spTgt spid="10"/>
                                        </p:tgtEl>
                                      </p:cBhvr>
                                    </p:animEffect>
                                  </p:childTnLst>
                                </p:cTn>
                              </p:par>
                              <p:par>
                                <p:cTn id="20" presetID="12" presetClass="entr" presetSubtype="1" dur="1000" fill="hold" grpId="0" nodeType="withEffect">
                                  <p:stCondLst>
                                    <p:cond delay="0"/>
                                  </p:stCondLst>
                                  <p:childTnLst>
                                    <p:set>
                                      <p:cBhvr>
                                        <p:cTn id="21" dur="1000" fill="hold">
                                          <p:stCondLst>
                                            <p:cond delay="0"/>
                                          </p:stCondLst>
                                        </p:cTn>
                                        <p:tgtEl>
                                          <p:spTgt spid="9"/>
                                        </p:tgtEl>
                                        <p:attrNameLst>
                                          <p:attrName>style.visibility</p:attrName>
                                        </p:attrNameLst>
                                      </p:cBhvr>
                                      <p:to>
                                        <p:strVal val="visible"/>
                                      </p:to>
                                    </p:set>
                                    <p:anim calcmode="lin" valueType="num">
                                      <p:cBhvr additive="base">
                                        <p:cTn id="22" dur="1000"/>
                                        <p:tgtEl>
                                          <p:spTgt spid="9"/>
                                        </p:tgtEl>
                                        <p:attrNameLst>
                                          <p:attrName>ppt_y</p:attrName>
                                        </p:attrNameLst>
                                      </p:cBhvr>
                                      <p:tavLst>
                                        <p:tav tm="0">
                                          <p:val>
                                            <p:strVal val="#ppt_y-#ppt_h*1.125000"/>
                                          </p:val>
                                        </p:tav>
                                        <p:tav tm="100000">
                                          <p:val>
                                            <p:strVal val="#ppt_y"/>
                                          </p:val>
                                        </p:tav>
                                      </p:tavLst>
                                    </p:anim>
                                    <p:animEffect transition="in" filter="wipe(down)">
                                      <p:cBhvr>
                                        <p:cTn id="2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10"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7E1DB"/>
        </a:solidFill>
        <a:effectLst/>
      </p:bgPr>
    </p:bg>
    <p:spTree>
      <p:nvGrpSpPr>
        <p:cNvPr id="1" name=""/>
        <p:cNvGrpSpPr/>
        <p:nvPr/>
      </p:nvGrpSpPr>
      <p:grpSpPr>
        <a:xfrm>
          <a:off x="0" y="0"/>
          <a:ext cx="0" cy="0"/>
          <a:chOff x="0" y="0"/>
          <a:chExt cx="0" cy="0"/>
        </a:xfrm>
      </p:grpSpPr>
      <p:pic>
        <p:nvPicPr>
          <p:cNvPr id="12" name="图片 11" descr="new-P-1524215-79635798O"/>
          <p:cNvPicPr>
            <a:picLocks noChangeAspect="1"/>
          </p:cNvPicPr>
          <p:nvPr>
            <p:custDataLst>
              <p:tags r:id="Re3d3d7bd9cf9422e"/>
            </p:custDataLst>
          </p:nvPr>
        </p:nvPicPr>
        <p:blipFill>
          <a:blip r:embed="R604fc9ef61674bea">
            <a:alphaModFix amt="12000"/>
          </a:blip>
          <a:stretch>
            <a:fillRect/>
          </a:stretch>
        </p:blipFill>
        <p:spPr>
          <a:xfrm>
            <a:off x="0" y="0"/>
            <a:ext cx="12200890" cy="6858000"/>
          </a:xfrm>
          <a:prstGeom prst="rect">
            <a:avLst/>
          </a:prstGeom>
          <a:solidFill>
            <a:schemeClr val="accent6">
              <a:lumMod val="40000"/>
              <a:lumOff val="60000"/>
            </a:schemeClr>
          </a:solidFill>
        </p:spPr>
      </p:pic>
      <p:sp>
        <p:nvSpPr>
          <p:cNvPr id="15" name="矩形 14"/>
          <p:cNvSpPr/>
          <p:nvPr/>
        </p:nvSpPr>
        <p:spPr>
          <a:xfrm>
            <a:off x="-217805" y="889000"/>
            <a:ext cx="9445625" cy="5079365"/>
          </a:xfrm>
          <a:prstGeom prst="rect">
            <a:avLst/>
          </a:prstGeom>
          <a:gradFill>
            <a:gsLst>
              <a:gs pos="0">
                <a:schemeClr val="accent4">
                  <a:lumMod val="50000"/>
                  <a:alpha val="0"/>
                </a:schemeClr>
              </a:gs>
              <a:gs pos="50000">
                <a:schemeClr val="accent4">
                  <a:lumMod val="50000"/>
                </a:schemeClr>
              </a:gs>
              <a:gs pos="83000">
                <a:schemeClr val="accent4">
                  <a:lumMod val="50000"/>
                </a:schemeClr>
              </a:gs>
              <a:gs pos="100000">
                <a:schemeClr val="accent4">
                  <a:lumMod val="5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pic>
        <p:nvPicPr>
          <p:cNvPr id="14" name="图片 13" descr="51miz-E1111681-E03B6837"/>
          <p:cNvPicPr>
            <a:picLocks noChangeAspect="1"/>
          </p:cNvPicPr>
          <p:nvPr/>
        </p:nvPicPr>
        <p:blipFill>
          <a:blip r:embed="R54c1233ea74347c1" cstate="screen">
            <a:extLst>
              <a:ext uri="{28A0092B-C50C-407E-A947-70E740481C1C}">
                <a14:useLocalDpi xmlns:a14="http://schemas.microsoft.com/office/drawing/2010/main"/>
              </a:ext>
            </a:extLst>
          </a:blip>
          <a:stretch>
            <a:fillRect/>
          </a:stretch>
        </p:blipFill>
        <p:spPr>
          <a:xfrm flipH="1" flipV="1">
            <a:off x="6539230" y="184150"/>
            <a:ext cx="6868160" cy="6858000"/>
          </a:xfrm>
          <a:prstGeom prst="rect">
            <a:avLst/>
          </a:prstGeom>
        </p:spPr>
      </p:pic>
      <p:pic>
        <p:nvPicPr>
          <p:cNvPr id="13" name="图片 12" descr="51miz-E1111681-E03B6837"/>
          <p:cNvPicPr>
            <a:picLocks noChangeAspect="1"/>
          </p:cNvPicPr>
          <p:nvPr/>
        </p:nvPicPr>
        <p:blipFill>
          <a:blip r:embed="R54c1233ea74347c1" cstate="screen">
            <a:extLst>
              <a:ext uri="{28A0092B-C50C-407E-A947-70E740481C1C}">
                <a14:useLocalDpi xmlns:a14="http://schemas.microsoft.com/office/drawing/2010/main"/>
              </a:ext>
            </a:extLst>
          </a:blip>
          <a:stretch>
            <a:fillRect/>
          </a:stretch>
        </p:blipFill>
        <p:spPr>
          <a:xfrm>
            <a:off x="5080000" y="-128270"/>
            <a:ext cx="6868160" cy="6858000"/>
          </a:xfrm>
          <a:prstGeom prst="rect">
            <a:avLst/>
          </a:prstGeom>
        </p:spPr>
      </p:pic>
      <p:pic>
        <p:nvPicPr>
          <p:cNvPr id="5" name="图片 4" descr="C:/兼职/觅知网/2月/国风实拍松柏/松柏/P-1619698-81E60AB1.jpgP-1619698-81E60AB1"/>
          <p:cNvPicPr>
            <a:picLocks noChangeAspect="1"/>
          </p:cNvPicPr>
          <p:nvPr/>
        </p:nvPicPr>
        <p:blipFill>
          <a:blip r:embed="Rdb56b4ef206b4d5e" cstate="screen">
            <a:extLst>
              <a:ext uri="{28A0092B-C50C-407E-A947-70E740481C1C}">
                <a14:useLocalDpi xmlns:a14="http://schemas.microsoft.com/office/drawing/2010/main"/>
              </a:ext>
            </a:extLst>
          </a:blip>
          <a:srcRect/>
          <a:stretch>
            <a:fillRect/>
          </a:stretch>
        </p:blipFill>
        <p:spPr>
          <a:xfrm>
            <a:off x="6733540" y="876300"/>
            <a:ext cx="4990465" cy="5092700"/>
          </a:xfrm>
          <a:prstGeom prst="ellipse">
            <a:avLst/>
          </a:prstGeom>
        </p:spPr>
      </p:pic>
      <p:sp>
        <p:nvSpPr>
          <p:cNvPr id="16" name="文本框 15"/>
          <p:cNvSpPr txBox="1"/>
          <p:nvPr/>
        </p:nvSpPr>
        <p:spPr>
          <a:xfrm>
            <a:off x="3296622" y="1276033"/>
            <a:ext cx="1015663" cy="4328160"/>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请点击添加内容请点击添加内容请点击添加内容请点击添加内容请点击添加内容请点击添加内容请点击添加内容请点击添加内容请点击添加内容</a:t>
            </a:r>
          </a:p>
        </p:txBody>
      </p:sp>
      <p:sp>
        <p:nvSpPr>
          <p:cNvPr id="17" name="文本框 16"/>
          <p:cNvSpPr txBox="1"/>
          <p:nvPr/>
        </p:nvSpPr>
        <p:spPr>
          <a:xfrm>
            <a:off x="4428192" y="1276033"/>
            <a:ext cx="1015663" cy="4328160"/>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请点击添加内容请点击添加内容请点击添加内容请点击添加内容请点击添加内容请点击添加内容请点击添加内容请点击添加内容请点击添加内容</a:t>
            </a:r>
          </a:p>
        </p:txBody>
      </p:sp>
      <p:sp>
        <p:nvSpPr>
          <p:cNvPr id="18" name="文本框 17"/>
          <p:cNvSpPr txBox="1"/>
          <p:nvPr/>
        </p:nvSpPr>
        <p:spPr>
          <a:xfrm>
            <a:off x="2102822" y="1276033"/>
            <a:ext cx="1015663" cy="4328160"/>
          </a:xfrm>
          <a:prstGeom prst="rect">
            <a:avLst/>
          </a:prstGeom>
          <a:noFill/>
        </p:spPr>
        <p:txBody>
          <a:bodyPr vert="eaVert" wrap="square" lIns="91440" tIns="45720" rIns="91440" bIns="45720" rtlCol="0">
            <a:spAutoFit/>
          </a:bodyPr>
          <a:lstStyle/>
          <a:p>
            <a:pPr defTabSz="914400">
              <a:lnSpc>
                <a:spcPct val="150000"/>
              </a:lnSpc>
            </a:pPr>
            <a:r>
              <a:rPr kumimoji="1" lang="zh-CN" altLang="en-US" sz="1200" dirty="0">
                <a:solidFill>
                  <a:schemeClr val="bg1"/>
                </a:solidFill>
                <a:latin typeface="思源宋体 CN Heavy" pitchFamily="18" charset="-122"/>
                <a:ea typeface="微软雅黑" panose="020B0503020204020204" pitchFamily="34" charset="-122"/>
                <a:cs typeface="阿里巴巴普惠体" panose="00020600040101010101" pitchFamily="18" charset="-122"/>
                <a:sym typeface="Arial" panose="020B0604020202020204" pitchFamily="34" charset="0"/>
              </a:rPr>
              <a:t>请点击添加内容请点击添加内容请点击添加内容请点击添加内容请点击添加内容请点击添加内容请点击添加内容请点击添加内容请点击添加内容</a:t>
            </a:r>
          </a:p>
        </p:txBody>
      </p:sp>
      <p:sp>
        <p:nvSpPr>
          <p:cNvPr id="19" name="文本框 18"/>
          <p:cNvSpPr txBox="1"/>
          <p:nvPr/>
        </p:nvSpPr>
        <p:spPr>
          <a:xfrm>
            <a:off x="5071110" y="944880"/>
            <a:ext cx="1830070" cy="5015865"/>
          </a:xfrm>
          <a:prstGeom prst="rect">
            <a:avLst/>
          </a:prstGeom>
          <a:noFill/>
        </p:spPr>
        <p:txBody>
          <a:bodyPr wrap="square" rtlCol="0">
            <a:spAutoFit/>
          </a:bodyPr>
          <a:lstStyle/>
          <a:p>
            <a:pPr algn="ctr"/>
            <a:r>
              <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rPr>
              <a:t>万古长青</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strVal val="#ppt_w*0.70"/>
                                          </p:val>
                                        </p:tav>
                                        <p:tav tm="100000">
                                          <p:val>
                                            <p:strVal val="#ppt_w"/>
                                          </p:val>
                                        </p:tav>
                                      </p:tavLst>
                                    </p:anim>
                                    <p:anim calcmode="lin" valueType="num">
                                      <p:cBhvr>
                                        <p:cTn id="8" dur="1000" fill="hold"/>
                                        <p:tgtEl>
                                          <p:spTgt spid="14"/>
                                        </p:tgtEl>
                                        <p:attrNameLst>
                                          <p:attrName>ppt_h</p:attrName>
                                        </p:attrNameLst>
                                      </p:cBhvr>
                                      <p:tavLst>
                                        <p:tav tm="0">
                                          <p:val>
                                            <p:strVal val="#ppt_h"/>
                                          </p:val>
                                        </p:tav>
                                        <p:tav tm="100000">
                                          <p:val>
                                            <p:strVal val="#ppt_h"/>
                                          </p:val>
                                        </p:tav>
                                      </p:tavLst>
                                    </p:anim>
                                    <p:animEffect transition="in" filter="fade">
                                      <p:cBhvr>
                                        <p:cTn id="9" dur="1000"/>
                                        <p:tgtEl>
                                          <p:spTgt spid="14"/>
                                        </p:tgtEl>
                                      </p:cBhvr>
                                    </p:animEffect>
                                  </p:childTnLst>
                                </p:cTn>
                              </p:par>
                              <p:par>
                                <p:cTn id="10" presetID="55" presetClass="entr" presetSubtype="0" dur="100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1000" fill="hold"/>
                                        <p:tgtEl>
                                          <p:spTgt spid="13"/>
                                        </p:tgtEl>
                                        <p:attrNameLst>
                                          <p:attrName>ppt_w</p:attrName>
                                        </p:attrNameLst>
                                      </p:cBhvr>
                                      <p:tavLst>
                                        <p:tav tm="0">
                                          <p:val>
                                            <p:strVal val="#ppt_w*0.70"/>
                                          </p:val>
                                        </p:tav>
                                        <p:tav tm="100000">
                                          <p:val>
                                            <p:strVal val="#ppt_w"/>
                                          </p:val>
                                        </p:tav>
                                      </p:tavLst>
                                    </p:anim>
                                    <p:anim calcmode="lin" valueType="num">
                                      <p:cBhvr>
                                        <p:cTn id="13" dur="1000" fill="hold"/>
                                        <p:tgtEl>
                                          <p:spTgt spid="13"/>
                                        </p:tgtEl>
                                        <p:attrNameLst>
                                          <p:attrName>ppt_h</p:attrName>
                                        </p:attrNameLst>
                                      </p:cBhvr>
                                      <p:tavLst>
                                        <p:tav tm="0">
                                          <p:val>
                                            <p:strVal val="#ppt_h"/>
                                          </p:val>
                                        </p:tav>
                                        <p:tav tm="100000">
                                          <p:val>
                                            <p:strVal val="#ppt_h"/>
                                          </p:val>
                                        </p:tav>
                                      </p:tavLst>
                                    </p:anim>
                                    <p:animEffect transition="in" filter="fade">
                                      <p:cBhvr>
                                        <p:cTn id="14" dur="1000"/>
                                        <p:tgtEl>
                                          <p:spTgt spid="13"/>
                                        </p:tgtEl>
                                      </p:cBhvr>
                                    </p:animEffect>
                                  </p:childTnLst>
                                </p:cTn>
                              </p:par>
                              <p:par>
                                <p:cTn id="15" presetID="55" presetClass="entr" presetSubtype="0" dur="100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strVal val="#ppt_w*0.70"/>
                                          </p:val>
                                        </p:tav>
                                        <p:tav tm="100000">
                                          <p:val>
                                            <p:strVal val="#ppt_w"/>
                                          </p:val>
                                        </p:tav>
                                      </p:tavLst>
                                    </p:anim>
                                    <p:anim calcmode="lin" valueType="num">
                                      <p:cBhvr>
                                        <p:cTn id="18" dur="1000" fill="hold"/>
                                        <p:tgtEl>
                                          <p:spTgt spid="5"/>
                                        </p:tgtEl>
                                        <p:attrNameLst>
                                          <p:attrName>ppt_h</p:attrName>
                                        </p:attrNameLst>
                                      </p:cBhvr>
                                      <p:tavLst>
                                        <p:tav tm="0">
                                          <p:val>
                                            <p:strVal val="#ppt_h"/>
                                          </p:val>
                                        </p:tav>
                                        <p:tav tm="100000">
                                          <p:val>
                                            <p:strVal val="#ppt_h"/>
                                          </p:val>
                                        </p:tav>
                                      </p:tavLst>
                                    </p:anim>
                                    <p:animEffect transition="in" filter="fade">
                                      <p:cBhvr>
                                        <p:cTn id="19" dur="1000"/>
                                        <p:tgtEl>
                                          <p:spTgt spid="5"/>
                                        </p:tgtEl>
                                      </p:cBhvr>
                                    </p:animEffect>
                                  </p:childTnLst>
                                </p:cTn>
                              </p:par>
                            </p:childTnLst>
                          </p:cTn>
                        </p:par>
                        <p:par>
                          <p:cTn id="20" fill="hold" nodeType="afterGroup">
                            <p:stCondLst>
                              <p:cond delay="1000"/>
                            </p:stCondLst>
                            <p:childTnLst>
                              <p:par>
                                <p:cTn id="21" presetID="12" presetClass="entr" presetSubtype="2" dur="1000" fill="hold" grpId="0" nodeType="afterEffect">
                                  <p:stCondLst>
                                    <p:cond delay="0"/>
                                  </p:stCondLst>
                                  <p:childTnLst>
                                    <p:set>
                                      <p:cBhvr>
                                        <p:cTn id="22" dur="1000" fill="hold">
                                          <p:stCondLst>
                                            <p:cond delay="0"/>
                                          </p:stCondLst>
                                        </p:cTn>
                                        <p:tgtEl>
                                          <p:spTgt spid="15"/>
                                        </p:tgtEl>
                                        <p:attrNameLst>
                                          <p:attrName>style.visibility</p:attrName>
                                        </p:attrNameLst>
                                      </p:cBhvr>
                                      <p:to>
                                        <p:strVal val="visible"/>
                                      </p:to>
                                    </p:set>
                                    <p:anim calcmode="lin" valueType="num">
                                      <p:cBhvr additive="base">
                                        <p:cTn id="23" dur="1000"/>
                                        <p:tgtEl>
                                          <p:spTgt spid="15"/>
                                        </p:tgtEl>
                                        <p:attrNameLst>
                                          <p:attrName>ppt_x</p:attrName>
                                        </p:attrNameLst>
                                      </p:cBhvr>
                                      <p:tavLst>
                                        <p:tav tm="0">
                                          <p:val>
                                            <p:strVal val="#ppt_x+#ppt_w*1.125000"/>
                                          </p:val>
                                        </p:tav>
                                        <p:tav tm="100000">
                                          <p:val>
                                            <p:strVal val="#ppt_x"/>
                                          </p:val>
                                        </p:tav>
                                      </p:tavLst>
                                    </p:anim>
                                    <p:animEffect transition="in" filter="wipe(left)">
                                      <p:cBhvr>
                                        <p:cTn id="24" dur="1000"/>
                                        <p:tgtEl>
                                          <p:spTgt spid="15"/>
                                        </p:tgtEl>
                                      </p:cBhvr>
                                    </p:animEffect>
                                  </p:childTnLst>
                                </p:cTn>
                              </p:par>
                              <p:par>
                                <p:cTn id="25" presetID="12" presetClass="entr" presetSubtype="2" dur="1000" fill="hold" grpId="0" nodeType="withEffect">
                                  <p:stCondLst>
                                    <p:cond delay="0"/>
                                  </p:stCondLst>
                                  <p:childTnLst>
                                    <p:set>
                                      <p:cBhvr>
                                        <p:cTn id="26" dur="1000" fill="hold">
                                          <p:stCondLst>
                                            <p:cond delay="0"/>
                                          </p:stCondLst>
                                        </p:cTn>
                                        <p:tgtEl>
                                          <p:spTgt spid="19"/>
                                        </p:tgtEl>
                                        <p:attrNameLst>
                                          <p:attrName>style.visibility</p:attrName>
                                        </p:attrNameLst>
                                      </p:cBhvr>
                                      <p:to>
                                        <p:strVal val="visible"/>
                                      </p:to>
                                    </p:set>
                                    <p:anim calcmode="lin" valueType="num">
                                      <p:cBhvr additive="base">
                                        <p:cTn id="27" dur="1000"/>
                                        <p:tgtEl>
                                          <p:spTgt spid="19"/>
                                        </p:tgtEl>
                                        <p:attrNameLst>
                                          <p:attrName>ppt_x</p:attrName>
                                        </p:attrNameLst>
                                      </p:cBhvr>
                                      <p:tavLst>
                                        <p:tav tm="0">
                                          <p:val>
                                            <p:strVal val="#ppt_x+#ppt_w*1.125000"/>
                                          </p:val>
                                        </p:tav>
                                        <p:tav tm="100000">
                                          <p:val>
                                            <p:strVal val="#ppt_x"/>
                                          </p:val>
                                        </p:tav>
                                      </p:tavLst>
                                    </p:anim>
                                    <p:animEffect transition="in" filter="wipe(left)">
                                      <p:cBhvr>
                                        <p:cTn id="28" dur="1000"/>
                                        <p:tgtEl>
                                          <p:spTgt spid="19"/>
                                        </p:tgtEl>
                                      </p:cBhvr>
                                    </p:animEffect>
                                  </p:childTnLst>
                                </p:cTn>
                              </p:par>
                            </p:childTnLst>
                          </p:cTn>
                        </p:par>
                        <p:par>
                          <p:cTn id="29" fill="hold" nodeType="afterGroup">
                            <p:stCondLst>
                              <p:cond delay="2000"/>
                            </p:stCondLst>
                            <p:childTnLst>
                              <p:par>
                                <p:cTn id="30" presetID="22" presetClass="entr" presetSubtype="1" dur="1000" fill="hold" grpId="0" nodeType="afterEffect">
                                  <p:stCondLst>
                                    <p:cond delay="0"/>
                                  </p:stCondLst>
                                  <p:childTnLst>
                                    <p:set>
                                      <p:cBhvr>
                                        <p:cTn id="31" dur="1000" fill="hold">
                                          <p:stCondLst>
                                            <p:cond delay="0"/>
                                          </p:stCondLst>
                                        </p:cTn>
                                        <p:tgtEl>
                                          <p:spTgt spid="17"/>
                                        </p:tgtEl>
                                        <p:attrNameLst>
                                          <p:attrName>style.visibility</p:attrName>
                                        </p:attrNameLst>
                                      </p:cBhvr>
                                      <p:to>
                                        <p:strVal val="visible"/>
                                      </p:to>
                                    </p:set>
                                    <p:animEffect transition="in" filter="wipe(up)">
                                      <p:cBhvr>
                                        <p:cTn id="32" dur="1000"/>
                                        <p:tgtEl>
                                          <p:spTgt spid="17"/>
                                        </p:tgtEl>
                                      </p:cBhvr>
                                    </p:animEffect>
                                  </p:childTnLst>
                                </p:cTn>
                              </p:par>
                            </p:childTnLst>
                          </p:cTn>
                        </p:par>
                        <p:par>
                          <p:cTn id="33" fill="hold" nodeType="afterGroup">
                            <p:stCondLst>
                              <p:cond delay="3000"/>
                            </p:stCondLst>
                            <p:childTnLst>
                              <p:par>
                                <p:cTn id="34" presetID="22" presetClass="entr" presetSubtype="1" dur="1000" fill="hold" grpId="0" nodeType="afterEffect">
                                  <p:stCondLst>
                                    <p:cond delay="0"/>
                                  </p:stCondLst>
                                  <p:childTnLst>
                                    <p:set>
                                      <p:cBhvr>
                                        <p:cTn id="35" dur="1000" fill="hold">
                                          <p:stCondLst>
                                            <p:cond delay="0"/>
                                          </p:stCondLst>
                                        </p:cTn>
                                        <p:tgtEl>
                                          <p:spTgt spid="16"/>
                                        </p:tgtEl>
                                        <p:attrNameLst>
                                          <p:attrName>style.visibility</p:attrName>
                                        </p:attrNameLst>
                                      </p:cBhvr>
                                      <p:to>
                                        <p:strVal val="visible"/>
                                      </p:to>
                                    </p:set>
                                    <p:animEffect transition="in" filter="wipe(up)">
                                      <p:cBhvr>
                                        <p:cTn id="36" dur="1000"/>
                                        <p:tgtEl>
                                          <p:spTgt spid="16"/>
                                        </p:tgtEl>
                                      </p:cBhvr>
                                    </p:animEffect>
                                  </p:childTnLst>
                                </p:cTn>
                              </p:par>
                            </p:childTnLst>
                          </p:cTn>
                        </p:par>
                        <p:par>
                          <p:cTn id="37" fill="hold" nodeType="afterGroup">
                            <p:stCondLst>
                              <p:cond delay="4000"/>
                            </p:stCondLst>
                            <p:childTnLst>
                              <p:par>
                                <p:cTn id="38" presetID="22" presetClass="entr" presetSubtype="1" dur="1000" fill="hold" grpId="0" nodeType="afterEffect">
                                  <p:stCondLst>
                                    <p:cond delay="0"/>
                                  </p:stCondLst>
                                  <p:childTnLst>
                                    <p:set>
                                      <p:cBhvr>
                                        <p:cTn id="39" dur="1000" fill="hold">
                                          <p:stCondLst>
                                            <p:cond delay="0"/>
                                          </p:stCondLst>
                                        </p:cTn>
                                        <p:tgtEl>
                                          <p:spTgt spid="18"/>
                                        </p:tgtEl>
                                        <p:attrNameLst>
                                          <p:attrName>style.visibility</p:attrName>
                                        </p:attrNameLst>
                                      </p:cBhvr>
                                      <p:to>
                                        <p:strVal val="visible"/>
                                      </p:to>
                                    </p:set>
                                    <p:animEffect transition="in" filter="wipe(up)">
                                      <p:cBhvr>
                                        <p:cTn id="40"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pic>
        <p:nvPicPr>
          <p:cNvPr id="5" name="图片 4" descr="new-P-1524215-79635798O"/>
          <p:cNvPicPr>
            <a:picLocks noChangeAspect="1"/>
          </p:cNvPicPr>
          <p:nvPr>
            <p:custDataLst>
              <p:tags r:id="Rdb5d3da4b6564070"/>
            </p:custDataLst>
          </p:nvPr>
        </p:nvPicPr>
        <p:blipFill>
          <a:blip r:embed="R62fd6ce6f82349fa">
            <a:alphaModFix amt="12000"/>
          </a:blip>
          <a:stretch>
            <a:fillRect/>
          </a:stretch>
        </p:blipFill>
        <p:spPr>
          <a:xfrm>
            <a:off x="0" y="0"/>
            <a:ext cx="12200890" cy="6858000"/>
          </a:xfrm>
          <a:prstGeom prst="rect">
            <a:avLst/>
          </a:prstGeom>
          <a:solidFill>
            <a:schemeClr val="accent6">
              <a:lumMod val="40000"/>
              <a:lumOff val="60000"/>
            </a:schemeClr>
          </a:solidFill>
        </p:spPr>
      </p:pic>
      <p:sp>
        <p:nvSpPr>
          <p:cNvPr id="13" name="矩形 12"/>
          <p:cNvSpPr/>
          <p:nvPr>
            <p:custDataLst>
              <p:tags r:id="R1c4891384d564edc"/>
            </p:custDataLst>
          </p:nvPr>
        </p:nvSpPr>
        <p:spPr>
          <a:xfrm>
            <a:off x="4803775" y="1674495"/>
            <a:ext cx="2135505" cy="4318000"/>
          </a:xfrm>
          <a:prstGeom prst="rect">
            <a:avLst/>
          </a:prstGeom>
          <a:gradFill>
            <a:gsLst>
              <a:gs pos="0">
                <a:schemeClr val="accent4">
                  <a:lumMod val="50000"/>
                  <a:alpha val="0"/>
                </a:schemeClr>
              </a:gs>
              <a:gs pos="30000">
                <a:schemeClr val="accent4">
                  <a:lumMod val="50000"/>
                </a:schemeClr>
              </a:gs>
              <a:gs pos="83000">
                <a:schemeClr val="accent4">
                  <a:lumMod val="50000"/>
                </a:schemeClr>
              </a:gs>
              <a:gs pos="100000">
                <a:schemeClr val="accent4">
                  <a:lumMod val="5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sp>
        <p:nvSpPr>
          <p:cNvPr id="14" name="矩形 13"/>
          <p:cNvSpPr/>
          <p:nvPr>
            <p:custDataLst>
              <p:tags r:id="Rd9e2d173b1e44208"/>
            </p:custDataLst>
          </p:nvPr>
        </p:nvSpPr>
        <p:spPr>
          <a:xfrm>
            <a:off x="7329805" y="1674495"/>
            <a:ext cx="2124075" cy="4318000"/>
          </a:xfrm>
          <a:prstGeom prst="rect">
            <a:avLst/>
          </a:prstGeom>
          <a:gradFill>
            <a:gsLst>
              <a:gs pos="0">
                <a:schemeClr val="accent4">
                  <a:lumMod val="50000"/>
                  <a:alpha val="0"/>
                </a:schemeClr>
              </a:gs>
              <a:gs pos="30000">
                <a:schemeClr val="accent4">
                  <a:lumMod val="50000"/>
                </a:schemeClr>
              </a:gs>
              <a:gs pos="83000">
                <a:schemeClr val="accent4">
                  <a:lumMod val="50000"/>
                </a:schemeClr>
              </a:gs>
              <a:gs pos="100000">
                <a:schemeClr val="accent4">
                  <a:lumMod val="5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sp>
        <p:nvSpPr>
          <p:cNvPr id="15" name="矩形 14"/>
          <p:cNvSpPr/>
          <p:nvPr>
            <p:custDataLst>
              <p:tags r:id="R902eeaf920a14913"/>
            </p:custDataLst>
          </p:nvPr>
        </p:nvSpPr>
        <p:spPr>
          <a:xfrm>
            <a:off x="9839325" y="1674495"/>
            <a:ext cx="2128520" cy="4318000"/>
          </a:xfrm>
          <a:prstGeom prst="rect">
            <a:avLst/>
          </a:prstGeom>
          <a:gradFill>
            <a:gsLst>
              <a:gs pos="0">
                <a:schemeClr val="accent4">
                  <a:lumMod val="50000"/>
                  <a:alpha val="0"/>
                </a:schemeClr>
              </a:gs>
              <a:gs pos="30000">
                <a:schemeClr val="accent4">
                  <a:lumMod val="50000"/>
                </a:schemeClr>
              </a:gs>
              <a:gs pos="83000">
                <a:schemeClr val="accent4">
                  <a:lumMod val="50000"/>
                </a:schemeClr>
              </a:gs>
              <a:gs pos="100000">
                <a:schemeClr val="accent4">
                  <a:lumMod val="5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pic>
        <p:nvPicPr>
          <p:cNvPr id="2" name="图片 1" descr="C:/兼职/觅知网/2月/国风实拍松柏/松柏/P-1688291-F6C04FBA.jpgP-1688291-F6C04FBA"/>
          <p:cNvPicPr>
            <a:picLocks noChangeAspect="1"/>
          </p:cNvPicPr>
          <p:nvPr>
            <p:custDataLst>
              <p:tags r:id="Rdecd9d7b2d0a4792"/>
            </p:custDataLst>
          </p:nvPr>
        </p:nvPicPr>
        <p:blipFill>
          <a:blip r:embed="Rd24c043a80e1470a" cstate="screen">
            <a:extLst>
              <a:ext uri="{28A0092B-C50C-407E-A947-70E740481C1C}">
                <a14:useLocalDpi xmlns:a14="http://schemas.microsoft.com/office/drawing/2010/main"/>
              </a:ext>
            </a:extLst>
          </a:blip>
          <a:srcRect/>
          <a:stretch>
            <a:fillRect/>
          </a:stretch>
        </p:blipFill>
        <p:spPr>
          <a:xfrm>
            <a:off x="4845404" y="692858"/>
            <a:ext cx="2058418" cy="2058399"/>
          </a:xfrm>
          <a:custGeom>
            <a:avLst/>
            <a:gdLst>
              <a:gd name="connsiteX0" fmla="*/ 1646238 w 3292475"/>
              <a:gd name="connsiteY0" fmla="*/ 0 h 3090332"/>
              <a:gd name="connsiteX1" fmla="*/ 2537656 w 3292475"/>
              <a:gd name="connsiteY1" fmla="*/ 530550 h 3090332"/>
              <a:gd name="connsiteX2" fmla="*/ 2574850 w 3292475"/>
              <a:gd name="connsiteY2" fmla="*/ 607760 h 3090332"/>
              <a:gd name="connsiteX3" fmla="*/ 2580165 w 3292475"/>
              <a:gd name="connsiteY3" fmla="*/ 609127 h 3090332"/>
              <a:gd name="connsiteX4" fmla="*/ 3292475 w 3292475"/>
              <a:gd name="connsiteY4" fmla="*/ 1577325 h 3090332"/>
              <a:gd name="connsiteX5" fmla="*/ 2580165 w 3292475"/>
              <a:gd name="connsiteY5" fmla="*/ 2545524 h 3090332"/>
              <a:gd name="connsiteX6" fmla="*/ 2539487 w 3292475"/>
              <a:gd name="connsiteY6" fmla="*/ 2555984 h 3090332"/>
              <a:gd name="connsiteX7" fmla="*/ 2537656 w 3292475"/>
              <a:gd name="connsiteY7" fmla="*/ 2559782 h 3090332"/>
              <a:gd name="connsiteX8" fmla="*/ 1646238 w 3292475"/>
              <a:gd name="connsiteY8" fmla="*/ 3090332 h 3090332"/>
              <a:gd name="connsiteX9" fmla="*/ 754819 w 3292475"/>
              <a:gd name="connsiteY9" fmla="*/ 2559782 h 3090332"/>
              <a:gd name="connsiteX10" fmla="*/ 752989 w 3292475"/>
              <a:gd name="connsiteY10" fmla="*/ 2555984 h 3090332"/>
              <a:gd name="connsiteX11" fmla="*/ 712310 w 3292475"/>
              <a:gd name="connsiteY11" fmla="*/ 2545524 h 3090332"/>
              <a:gd name="connsiteX12" fmla="*/ 0 w 3292475"/>
              <a:gd name="connsiteY12" fmla="*/ 1577325 h 3090332"/>
              <a:gd name="connsiteX13" fmla="*/ 712310 w 3292475"/>
              <a:gd name="connsiteY13" fmla="*/ 609127 h 3090332"/>
              <a:gd name="connsiteX14" fmla="*/ 717625 w 3292475"/>
              <a:gd name="connsiteY14" fmla="*/ 607760 h 3090332"/>
              <a:gd name="connsiteX15" fmla="*/ 754819 w 3292475"/>
              <a:gd name="connsiteY15" fmla="*/ 530550 h 3090332"/>
              <a:gd name="connsiteX16" fmla="*/ 1646238 w 3292475"/>
              <a:gd name="connsiteY16" fmla="*/ 0 h 3090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92475" h="3090332">
                <a:moveTo>
                  <a:pt x="1646238" y="0"/>
                </a:moveTo>
                <a:cubicBezTo>
                  <a:pt x="2031165" y="0"/>
                  <a:pt x="2365985" y="214531"/>
                  <a:pt x="2537656" y="530550"/>
                </a:cubicBezTo>
                <a:lnTo>
                  <a:pt x="2574850" y="607760"/>
                </a:lnTo>
                <a:lnTo>
                  <a:pt x="2580165" y="609127"/>
                </a:lnTo>
                <a:cubicBezTo>
                  <a:pt x="2992842" y="737483"/>
                  <a:pt x="3292475" y="1122412"/>
                  <a:pt x="3292475" y="1577325"/>
                </a:cubicBezTo>
                <a:cubicBezTo>
                  <a:pt x="3292475" y="2032239"/>
                  <a:pt x="2992842" y="2417168"/>
                  <a:pt x="2580165" y="2545524"/>
                </a:cubicBezTo>
                <a:lnTo>
                  <a:pt x="2539487" y="2555984"/>
                </a:lnTo>
                <a:lnTo>
                  <a:pt x="2537656" y="2559782"/>
                </a:lnTo>
                <a:cubicBezTo>
                  <a:pt x="2365985" y="2875802"/>
                  <a:pt x="2031165" y="3090332"/>
                  <a:pt x="1646238" y="3090332"/>
                </a:cubicBezTo>
                <a:cubicBezTo>
                  <a:pt x="1261311" y="3090332"/>
                  <a:pt x="926491" y="2875802"/>
                  <a:pt x="754819" y="2559782"/>
                </a:cubicBezTo>
                <a:lnTo>
                  <a:pt x="752989" y="2555984"/>
                </a:lnTo>
                <a:lnTo>
                  <a:pt x="712310" y="2545524"/>
                </a:lnTo>
                <a:cubicBezTo>
                  <a:pt x="299634" y="2417168"/>
                  <a:pt x="0" y="2032239"/>
                  <a:pt x="0" y="1577325"/>
                </a:cubicBezTo>
                <a:cubicBezTo>
                  <a:pt x="0" y="1122412"/>
                  <a:pt x="299634" y="737483"/>
                  <a:pt x="712310" y="609127"/>
                </a:cubicBezTo>
                <a:lnTo>
                  <a:pt x="717625" y="607760"/>
                </a:lnTo>
                <a:lnTo>
                  <a:pt x="754819" y="530550"/>
                </a:lnTo>
                <a:cubicBezTo>
                  <a:pt x="926491" y="214531"/>
                  <a:pt x="1261311" y="0"/>
                  <a:pt x="1646238" y="0"/>
                </a:cubicBezTo>
                <a:close/>
              </a:path>
            </a:pathLst>
          </a:custGeom>
          <a:noFill/>
          <a:ln w="38100">
            <a:solidFill>
              <a:schemeClr val="accent6">
                <a:lumMod val="50000"/>
              </a:schemeClr>
            </a:solidFill>
          </a:ln>
          <a:effectLst>
            <a:outerShdw blurRad="381000" dist="127000" dir="5400000" algn="t" rotWithShape="0">
              <a:schemeClr val="accent2">
                <a:lumMod val="75000"/>
                <a:alpha val="20000"/>
              </a:schemeClr>
            </a:outerShdw>
          </a:effectLst>
        </p:spPr>
      </p:pic>
      <p:pic>
        <p:nvPicPr>
          <p:cNvPr id="3" name="图片 2" descr="C:/兼职/觅知网/2月/国风实拍松柏/松柏/P-1645615-B3D91639.jpgP-1645615-B3D91639"/>
          <p:cNvPicPr>
            <a:picLocks noChangeAspect="1"/>
          </p:cNvPicPr>
          <p:nvPr>
            <p:custDataLst>
              <p:tags r:id="R48c27086852b478c"/>
            </p:custDataLst>
          </p:nvPr>
        </p:nvPicPr>
        <p:blipFill>
          <a:blip r:embed="Re4939b4178da4841" cstate="screen">
            <a:extLst>
              <a:ext uri="{28A0092B-C50C-407E-A947-70E740481C1C}">
                <a14:useLocalDpi xmlns:a14="http://schemas.microsoft.com/office/drawing/2010/main"/>
              </a:ext>
            </a:extLst>
          </a:blip>
          <a:srcRect/>
          <a:stretch>
            <a:fillRect/>
          </a:stretch>
        </p:blipFill>
        <p:spPr>
          <a:xfrm>
            <a:off x="7359671" y="692857"/>
            <a:ext cx="2058418" cy="2058399"/>
          </a:xfrm>
          <a:custGeom>
            <a:avLst/>
            <a:gdLst>
              <a:gd name="connsiteX0" fmla="*/ 1646238 w 3292475"/>
              <a:gd name="connsiteY0" fmla="*/ 0 h 3090332"/>
              <a:gd name="connsiteX1" fmla="*/ 2537656 w 3292475"/>
              <a:gd name="connsiteY1" fmla="*/ 530550 h 3090332"/>
              <a:gd name="connsiteX2" fmla="*/ 2574850 w 3292475"/>
              <a:gd name="connsiteY2" fmla="*/ 607760 h 3090332"/>
              <a:gd name="connsiteX3" fmla="*/ 2580165 w 3292475"/>
              <a:gd name="connsiteY3" fmla="*/ 609127 h 3090332"/>
              <a:gd name="connsiteX4" fmla="*/ 3292475 w 3292475"/>
              <a:gd name="connsiteY4" fmla="*/ 1577325 h 3090332"/>
              <a:gd name="connsiteX5" fmla="*/ 2580165 w 3292475"/>
              <a:gd name="connsiteY5" fmla="*/ 2545524 h 3090332"/>
              <a:gd name="connsiteX6" fmla="*/ 2539487 w 3292475"/>
              <a:gd name="connsiteY6" fmla="*/ 2555984 h 3090332"/>
              <a:gd name="connsiteX7" fmla="*/ 2537656 w 3292475"/>
              <a:gd name="connsiteY7" fmla="*/ 2559782 h 3090332"/>
              <a:gd name="connsiteX8" fmla="*/ 1646238 w 3292475"/>
              <a:gd name="connsiteY8" fmla="*/ 3090332 h 3090332"/>
              <a:gd name="connsiteX9" fmla="*/ 754819 w 3292475"/>
              <a:gd name="connsiteY9" fmla="*/ 2559782 h 3090332"/>
              <a:gd name="connsiteX10" fmla="*/ 752989 w 3292475"/>
              <a:gd name="connsiteY10" fmla="*/ 2555984 h 3090332"/>
              <a:gd name="connsiteX11" fmla="*/ 712310 w 3292475"/>
              <a:gd name="connsiteY11" fmla="*/ 2545524 h 3090332"/>
              <a:gd name="connsiteX12" fmla="*/ 0 w 3292475"/>
              <a:gd name="connsiteY12" fmla="*/ 1577325 h 3090332"/>
              <a:gd name="connsiteX13" fmla="*/ 712310 w 3292475"/>
              <a:gd name="connsiteY13" fmla="*/ 609127 h 3090332"/>
              <a:gd name="connsiteX14" fmla="*/ 717625 w 3292475"/>
              <a:gd name="connsiteY14" fmla="*/ 607760 h 3090332"/>
              <a:gd name="connsiteX15" fmla="*/ 754819 w 3292475"/>
              <a:gd name="connsiteY15" fmla="*/ 530550 h 3090332"/>
              <a:gd name="connsiteX16" fmla="*/ 1646238 w 3292475"/>
              <a:gd name="connsiteY16" fmla="*/ 0 h 3090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92475" h="3090332">
                <a:moveTo>
                  <a:pt x="1646238" y="0"/>
                </a:moveTo>
                <a:cubicBezTo>
                  <a:pt x="2031165" y="0"/>
                  <a:pt x="2365985" y="214531"/>
                  <a:pt x="2537656" y="530550"/>
                </a:cubicBezTo>
                <a:lnTo>
                  <a:pt x="2574850" y="607760"/>
                </a:lnTo>
                <a:lnTo>
                  <a:pt x="2580165" y="609127"/>
                </a:lnTo>
                <a:cubicBezTo>
                  <a:pt x="2992842" y="737483"/>
                  <a:pt x="3292475" y="1122412"/>
                  <a:pt x="3292475" y="1577325"/>
                </a:cubicBezTo>
                <a:cubicBezTo>
                  <a:pt x="3292475" y="2032239"/>
                  <a:pt x="2992842" y="2417168"/>
                  <a:pt x="2580165" y="2545524"/>
                </a:cubicBezTo>
                <a:lnTo>
                  <a:pt x="2539487" y="2555984"/>
                </a:lnTo>
                <a:lnTo>
                  <a:pt x="2537656" y="2559782"/>
                </a:lnTo>
                <a:cubicBezTo>
                  <a:pt x="2365985" y="2875802"/>
                  <a:pt x="2031165" y="3090332"/>
                  <a:pt x="1646238" y="3090332"/>
                </a:cubicBezTo>
                <a:cubicBezTo>
                  <a:pt x="1261311" y="3090332"/>
                  <a:pt x="926491" y="2875802"/>
                  <a:pt x="754819" y="2559782"/>
                </a:cubicBezTo>
                <a:lnTo>
                  <a:pt x="752989" y="2555984"/>
                </a:lnTo>
                <a:lnTo>
                  <a:pt x="712310" y="2545524"/>
                </a:lnTo>
                <a:cubicBezTo>
                  <a:pt x="299634" y="2417168"/>
                  <a:pt x="0" y="2032239"/>
                  <a:pt x="0" y="1577325"/>
                </a:cubicBezTo>
                <a:cubicBezTo>
                  <a:pt x="0" y="1122412"/>
                  <a:pt x="299634" y="737483"/>
                  <a:pt x="712310" y="609127"/>
                </a:cubicBezTo>
                <a:lnTo>
                  <a:pt x="717625" y="607760"/>
                </a:lnTo>
                <a:lnTo>
                  <a:pt x="754819" y="530550"/>
                </a:lnTo>
                <a:cubicBezTo>
                  <a:pt x="926491" y="214531"/>
                  <a:pt x="1261311" y="0"/>
                  <a:pt x="1646238" y="0"/>
                </a:cubicBezTo>
                <a:close/>
              </a:path>
            </a:pathLst>
          </a:custGeom>
          <a:noFill/>
          <a:ln w="38100">
            <a:solidFill>
              <a:schemeClr val="accent6">
                <a:lumMod val="50000"/>
              </a:schemeClr>
            </a:solidFill>
          </a:ln>
          <a:effectLst>
            <a:outerShdw blurRad="381000" dist="127000" dir="5400000" algn="t" rotWithShape="0">
              <a:schemeClr val="accent2">
                <a:lumMod val="75000"/>
                <a:alpha val="20000"/>
              </a:schemeClr>
            </a:outerShdw>
          </a:effectLst>
        </p:spPr>
      </p:pic>
      <p:pic>
        <p:nvPicPr>
          <p:cNvPr id="4" name="图片 3" descr="C:/兼职/觅知网/2月/国风实拍松柏/松柏/51miz-P1264493-4JTHDF8Q-1920x2880.jpg51miz-P1264493-4JTHDF8Q-1920x2880"/>
          <p:cNvPicPr>
            <a:picLocks noChangeAspect="1"/>
          </p:cNvPicPr>
          <p:nvPr>
            <p:custDataLst>
              <p:tags r:id="R667f21a1e2984034"/>
            </p:custDataLst>
          </p:nvPr>
        </p:nvPicPr>
        <p:blipFill>
          <a:blip r:embed="Rc5ae80184b034c87" cstate="screen">
            <a:extLst>
              <a:ext uri="{28A0092B-C50C-407E-A947-70E740481C1C}">
                <a14:useLocalDpi xmlns:a14="http://schemas.microsoft.com/office/drawing/2010/main"/>
              </a:ext>
            </a:extLst>
          </a:blip>
          <a:srcRect/>
          <a:stretch>
            <a:fillRect/>
          </a:stretch>
        </p:blipFill>
        <p:spPr>
          <a:xfrm>
            <a:off x="9873938" y="692857"/>
            <a:ext cx="2058418" cy="2058399"/>
          </a:xfrm>
          <a:custGeom>
            <a:avLst/>
            <a:gdLst>
              <a:gd name="connsiteX0" fmla="*/ 1646238 w 3292475"/>
              <a:gd name="connsiteY0" fmla="*/ 0 h 3090332"/>
              <a:gd name="connsiteX1" fmla="*/ 2537656 w 3292475"/>
              <a:gd name="connsiteY1" fmla="*/ 530550 h 3090332"/>
              <a:gd name="connsiteX2" fmla="*/ 2574850 w 3292475"/>
              <a:gd name="connsiteY2" fmla="*/ 607760 h 3090332"/>
              <a:gd name="connsiteX3" fmla="*/ 2580165 w 3292475"/>
              <a:gd name="connsiteY3" fmla="*/ 609127 h 3090332"/>
              <a:gd name="connsiteX4" fmla="*/ 3292475 w 3292475"/>
              <a:gd name="connsiteY4" fmla="*/ 1577325 h 3090332"/>
              <a:gd name="connsiteX5" fmla="*/ 2580165 w 3292475"/>
              <a:gd name="connsiteY5" fmla="*/ 2545524 h 3090332"/>
              <a:gd name="connsiteX6" fmla="*/ 2539487 w 3292475"/>
              <a:gd name="connsiteY6" fmla="*/ 2555984 h 3090332"/>
              <a:gd name="connsiteX7" fmla="*/ 2537656 w 3292475"/>
              <a:gd name="connsiteY7" fmla="*/ 2559782 h 3090332"/>
              <a:gd name="connsiteX8" fmla="*/ 1646238 w 3292475"/>
              <a:gd name="connsiteY8" fmla="*/ 3090332 h 3090332"/>
              <a:gd name="connsiteX9" fmla="*/ 754819 w 3292475"/>
              <a:gd name="connsiteY9" fmla="*/ 2559782 h 3090332"/>
              <a:gd name="connsiteX10" fmla="*/ 752989 w 3292475"/>
              <a:gd name="connsiteY10" fmla="*/ 2555984 h 3090332"/>
              <a:gd name="connsiteX11" fmla="*/ 712310 w 3292475"/>
              <a:gd name="connsiteY11" fmla="*/ 2545524 h 3090332"/>
              <a:gd name="connsiteX12" fmla="*/ 0 w 3292475"/>
              <a:gd name="connsiteY12" fmla="*/ 1577325 h 3090332"/>
              <a:gd name="connsiteX13" fmla="*/ 712310 w 3292475"/>
              <a:gd name="connsiteY13" fmla="*/ 609127 h 3090332"/>
              <a:gd name="connsiteX14" fmla="*/ 717625 w 3292475"/>
              <a:gd name="connsiteY14" fmla="*/ 607760 h 3090332"/>
              <a:gd name="connsiteX15" fmla="*/ 754819 w 3292475"/>
              <a:gd name="connsiteY15" fmla="*/ 530550 h 3090332"/>
              <a:gd name="connsiteX16" fmla="*/ 1646238 w 3292475"/>
              <a:gd name="connsiteY16" fmla="*/ 0 h 3090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92475" h="3090332">
                <a:moveTo>
                  <a:pt x="1646238" y="0"/>
                </a:moveTo>
                <a:cubicBezTo>
                  <a:pt x="2031165" y="0"/>
                  <a:pt x="2365985" y="214531"/>
                  <a:pt x="2537656" y="530550"/>
                </a:cubicBezTo>
                <a:lnTo>
                  <a:pt x="2574850" y="607760"/>
                </a:lnTo>
                <a:lnTo>
                  <a:pt x="2580165" y="609127"/>
                </a:lnTo>
                <a:cubicBezTo>
                  <a:pt x="2992842" y="737483"/>
                  <a:pt x="3292475" y="1122412"/>
                  <a:pt x="3292475" y="1577325"/>
                </a:cubicBezTo>
                <a:cubicBezTo>
                  <a:pt x="3292475" y="2032239"/>
                  <a:pt x="2992842" y="2417168"/>
                  <a:pt x="2580165" y="2545524"/>
                </a:cubicBezTo>
                <a:lnTo>
                  <a:pt x="2539487" y="2555984"/>
                </a:lnTo>
                <a:lnTo>
                  <a:pt x="2537656" y="2559782"/>
                </a:lnTo>
                <a:cubicBezTo>
                  <a:pt x="2365985" y="2875802"/>
                  <a:pt x="2031165" y="3090332"/>
                  <a:pt x="1646238" y="3090332"/>
                </a:cubicBezTo>
                <a:cubicBezTo>
                  <a:pt x="1261311" y="3090332"/>
                  <a:pt x="926491" y="2875802"/>
                  <a:pt x="754819" y="2559782"/>
                </a:cubicBezTo>
                <a:lnTo>
                  <a:pt x="752989" y="2555984"/>
                </a:lnTo>
                <a:lnTo>
                  <a:pt x="712310" y="2545524"/>
                </a:lnTo>
                <a:cubicBezTo>
                  <a:pt x="299634" y="2417168"/>
                  <a:pt x="0" y="2032239"/>
                  <a:pt x="0" y="1577325"/>
                </a:cubicBezTo>
                <a:cubicBezTo>
                  <a:pt x="0" y="1122412"/>
                  <a:pt x="299634" y="737483"/>
                  <a:pt x="712310" y="609127"/>
                </a:cubicBezTo>
                <a:lnTo>
                  <a:pt x="717625" y="607760"/>
                </a:lnTo>
                <a:lnTo>
                  <a:pt x="754819" y="530550"/>
                </a:lnTo>
                <a:cubicBezTo>
                  <a:pt x="926491" y="214531"/>
                  <a:pt x="1261311" y="0"/>
                  <a:pt x="1646238" y="0"/>
                </a:cubicBezTo>
                <a:close/>
              </a:path>
            </a:pathLst>
          </a:custGeom>
          <a:noFill/>
          <a:ln w="38100">
            <a:solidFill>
              <a:schemeClr val="accent6">
                <a:lumMod val="50000"/>
              </a:schemeClr>
            </a:solidFill>
          </a:ln>
          <a:effectLst>
            <a:outerShdw blurRad="381000" dist="127000" dir="5400000" algn="t" rotWithShape="0">
              <a:schemeClr val="accent2">
                <a:lumMod val="75000"/>
                <a:alpha val="20000"/>
              </a:schemeClr>
            </a:outerShdw>
          </a:effectLst>
        </p:spPr>
      </p:pic>
      <p:sp>
        <p:nvSpPr>
          <p:cNvPr id="7" name="文本框 6"/>
          <p:cNvSpPr txBox="1"/>
          <p:nvPr>
            <p:custDataLst>
              <p:tags r:id="R8b9d976fe992477d"/>
            </p:custDataLst>
          </p:nvPr>
        </p:nvSpPr>
        <p:spPr>
          <a:xfrm>
            <a:off x="5255686" y="2907093"/>
            <a:ext cx="1144929" cy="2216763"/>
          </a:xfrm>
          <a:prstGeom prst="rect">
            <a:avLst/>
          </a:prstGeom>
          <a:noFill/>
        </p:spPr>
        <p:txBody>
          <a:bodyPr vert="eaVert" wrap="square" rtlCol="0">
            <a:spAutoFit/>
          </a:bodyPr>
          <a:lstStyle>
            <a:defPPr>
              <a:defRPr lang="zh-CN"/>
            </a:defPPr>
            <a:lvl1pPr algn="just" hangingPunct="0">
              <a:lnSpc>
                <a:spcPct val="150000"/>
              </a:lnSpc>
              <a:defRPr sz="1600">
                <a:solidFill>
                  <a:schemeClr val="tx1">
                    <a:lumMod val="65000"/>
                    <a:lumOff val="35000"/>
                  </a:schemeClr>
                </a:solidFill>
                <a:latin typeface="+mn-ea"/>
              </a:defRPr>
            </a:lvl1pPr>
          </a:lstStyle>
          <a:p>
            <a:pPr indent="0" fontAlgn="auto">
              <a:lnSpc>
                <a:spcPct val="130000"/>
              </a:lnSpc>
            </a:pPr>
            <a:r>
              <a:rPr lang="zh-CN" altLang="en-US" sz="1200" dirty="0">
                <a:solidFill>
                  <a:schemeClr val="bg1"/>
                </a:solidFill>
                <a:latin typeface="思源宋体 CN Heavy" pitchFamily="18" charset="-122"/>
                <a:ea typeface="微软雅黑" panose="020B0503020204020204" pitchFamily="34" charset="-122"/>
                <a:sym typeface="Arial" panose="020B0604020202020204" pitchFamily="34" charset="0"/>
              </a:rPr>
              <a:t>点此输入内容或者复制您的内容在这里，通过复制您的文本后，在此框中选择粘贴，并选择只保留文字，点此输入内容</a:t>
            </a:r>
          </a:p>
        </p:txBody>
      </p:sp>
      <p:sp>
        <p:nvSpPr>
          <p:cNvPr id="8" name="矩形 7"/>
          <p:cNvSpPr/>
          <p:nvPr>
            <p:custDataLst>
              <p:tags r:id="R7ddbdb69a9424d97"/>
            </p:custDataLst>
          </p:nvPr>
        </p:nvSpPr>
        <p:spPr>
          <a:xfrm>
            <a:off x="8736261" y="2890097"/>
            <a:ext cx="430887" cy="1938992"/>
          </a:xfrm>
          <a:prstGeom prst="rect">
            <a:avLst/>
          </a:prstGeom>
        </p:spPr>
        <p:txBody>
          <a:bodyPr vert="eaVert" wrap="none">
            <a:spAutoFit/>
          </a:bodyPr>
          <a:lstStyle/>
          <a:p>
            <a:pPr algn="ctr">
              <a:spcBef>
                <a:spcPts val="500"/>
              </a:spcBef>
              <a:spcAft>
                <a:spcPct val="0"/>
              </a:spcAft>
              <a:defRPr/>
            </a:pPr>
            <a:r>
              <a:rPr lang="zh-CN" altLang="en-US" sz="1600" dirty="0">
                <a:solidFill>
                  <a:schemeClr val="bg1"/>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请输入你的标题文字</a:t>
            </a:r>
          </a:p>
        </p:txBody>
      </p:sp>
      <p:sp>
        <p:nvSpPr>
          <p:cNvPr id="9" name="文本框 8"/>
          <p:cNvSpPr txBox="1"/>
          <p:nvPr>
            <p:custDataLst>
              <p:tags r:id="R194dc97850c24dc2"/>
            </p:custDataLst>
          </p:nvPr>
        </p:nvSpPr>
        <p:spPr>
          <a:xfrm>
            <a:off x="7730181" y="2907093"/>
            <a:ext cx="1144929" cy="2216763"/>
          </a:xfrm>
          <a:prstGeom prst="rect">
            <a:avLst/>
          </a:prstGeom>
          <a:noFill/>
        </p:spPr>
        <p:txBody>
          <a:bodyPr vert="eaVert" wrap="square" rtlCol="0">
            <a:spAutoFit/>
          </a:bodyPr>
          <a:lstStyle>
            <a:defPPr>
              <a:defRPr lang="zh-CN"/>
            </a:defPPr>
            <a:lvl1pPr algn="just" hangingPunct="0">
              <a:lnSpc>
                <a:spcPct val="150000"/>
              </a:lnSpc>
              <a:defRPr sz="1600">
                <a:solidFill>
                  <a:schemeClr val="tx1">
                    <a:lumMod val="65000"/>
                    <a:lumOff val="35000"/>
                  </a:schemeClr>
                </a:solidFill>
                <a:latin typeface="+mn-ea"/>
              </a:defRPr>
            </a:lvl1pPr>
          </a:lstStyle>
          <a:p>
            <a:pPr indent="0" fontAlgn="auto">
              <a:lnSpc>
                <a:spcPct val="130000"/>
              </a:lnSpc>
            </a:pPr>
            <a:r>
              <a:rPr lang="zh-CN" altLang="en-US" sz="1200" dirty="0">
                <a:solidFill>
                  <a:schemeClr val="bg1"/>
                </a:solidFill>
                <a:latin typeface="思源宋体 CN Heavy" pitchFamily="18" charset="-122"/>
                <a:ea typeface="微软雅黑" panose="020B0503020204020204" pitchFamily="34" charset="-122"/>
                <a:sym typeface="Arial" panose="020B0604020202020204" pitchFamily="34" charset="0"/>
              </a:rPr>
              <a:t>点此输入内容或者复制您的内容在这里，通过复制您的文本后，在此框中选择粘贴，并选择只保留文字，点此输入内容</a:t>
            </a:r>
          </a:p>
        </p:txBody>
      </p:sp>
      <p:sp>
        <p:nvSpPr>
          <p:cNvPr id="11" name="文本框 10"/>
          <p:cNvSpPr txBox="1"/>
          <p:nvPr>
            <p:custDataLst>
              <p:tags r:id="Rc4b723be568b4924"/>
            </p:custDataLst>
          </p:nvPr>
        </p:nvSpPr>
        <p:spPr>
          <a:xfrm>
            <a:off x="10204676" y="2899406"/>
            <a:ext cx="1144929" cy="2216763"/>
          </a:xfrm>
          <a:prstGeom prst="rect">
            <a:avLst/>
          </a:prstGeom>
          <a:noFill/>
        </p:spPr>
        <p:txBody>
          <a:bodyPr vert="eaVert" wrap="square" rtlCol="0">
            <a:spAutoFit/>
          </a:bodyPr>
          <a:lstStyle>
            <a:defPPr>
              <a:defRPr lang="zh-CN"/>
            </a:defPPr>
            <a:lvl1pPr algn="just" hangingPunct="0">
              <a:lnSpc>
                <a:spcPct val="150000"/>
              </a:lnSpc>
              <a:defRPr sz="1600">
                <a:solidFill>
                  <a:schemeClr val="tx1">
                    <a:lumMod val="65000"/>
                    <a:lumOff val="35000"/>
                  </a:schemeClr>
                </a:solidFill>
                <a:latin typeface="+mn-ea"/>
              </a:defRPr>
            </a:lvl1pPr>
          </a:lstStyle>
          <a:p>
            <a:pPr indent="0" fontAlgn="auto">
              <a:lnSpc>
                <a:spcPct val="130000"/>
              </a:lnSpc>
            </a:pPr>
            <a:r>
              <a:rPr lang="zh-CN" altLang="en-US" sz="1200" dirty="0">
                <a:solidFill>
                  <a:schemeClr val="bg1"/>
                </a:solidFill>
                <a:latin typeface="思源宋体 CN Heavy" pitchFamily="18" charset="-122"/>
                <a:ea typeface="微软雅黑" panose="020B0503020204020204" pitchFamily="34" charset="-122"/>
                <a:sym typeface="Arial" panose="020B0604020202020204" pitchFamily="34" charset="0"/>
              </a:rPr>
              <a:t>点此输入内容或者复制您的内容在这里，通过复制您的文本后，在此框中选择粘贴，并选择只保留文字，点此输入内容</a:t>
            </a:r>
          </a:p>
        </p:txBody>
      </p:sp>
      <p:sp>
        <p:nvSpPr>
          <p:cNvPr id="16" name="矩形 15"/>
          <p:cNvSpPr/>
          <p:nvPr>
            <p:custDataLst>
              <p:tags r:id="Refc48ce571d24758"/>
            </p:custDataLst>
          </p:nvPr>
        </p:nvSpPr>
        <p:spPr>
          <a:xfrm>
            <a:off x="11213396" y="2890732"/>
            <a:ext cx="430887" cy="1938992"/>
          </a:xfrm>
          <a:prstGeom prst="rect">
            <a:avLst/>
          </a:prstGeom>
        </p:spPr>
        <p:txBody>
          <a:bodyPr vert="eaVert" wrap="none">
            <a:spAutoFit/>
          </a:bodyPr>
          <a:lstStyle/>
          <a:p>
            <a:pPr algn="ctr">
              <a:spcBef>
                <a:spcPts val="500"/>
              </a:spcBef>
              <a:spcAft>
                <a:spcPct val="0"/>
              </a:spcAft>
              <a:defRPr/>
            </a:pPr>
            <a:r>
              <a:rPr lang="zh-CN" altLang="en-US" sz="1600" dirty="0">
                <a:solidFill>
                  <a:schemeClr val="bg1"/>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请输入你的标题文字</a:t>
            </a:r>
          </a:p>
        </p:txBody>
      </p:sp>
      <p:sp>
        <p:nvSpPr>
          <p:cNvPr id="17" name="矩形 16"/>
          <p:cNvSpPr/>
          <p:nvPr>
            <p:custDataLst>
              <p:tags r:id="R3a8f29bcf77141a7"/>
            </p:custDataLst>
          </p:nvPr>
        </p:nvSpPr>
        <p:spPr>
          <a:xfrm>
            <a:off x="6259761" y="2890732"/>
            <a:ext cx="430887" cy="1938992"/>
          </a:xfrm>
          <a:prstGeom prst="rect">
            <a:avLst/>
          </a:prstGeom>
        </p:spPr>
        <p:txBody>
          <a:bodyPr vert="eaVert" wrap="none">
            <a:spAutoFit/>
          </a:bodyPr>
          <a:lstStyle/>
          <a:p>
            <a:pPr algn="ctr">
              <a:spcBef>
                <a:spcPts val="500"/>
              </a:spcBef>
              <a:spcAft>
                <a:spcPct val="0"/>
              </a:spcAft>
              <a:defRPr/>
            </a:pPr>
            <a:r>
              <a:rPr lang="zh-CN" altLang="en-US" sz="1600" dirty="0">
                <a:solidFill>
                  <a:schemeClr val="bg1"/>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请输入你的标题文字</a:t>
            </a:r>
          </a:p>
        </p:txBody>
      </p:sp>
      <p:pic>
        <p:nvPicPr>
          <p:cNvPr id="19" name="图片 18" descr="觅知网_海边海面海上礁石树木悬崖边的树木松树歪脖子树_1513331"/>
          <p:cNvPicPr>
            <a:picLocks noChangeAspect="1"/>
          </p:cNvPicPr>
          <p:nvPr/>
        </p:nvPicPr>
        <p:blipFill>
          <a:blip r:embed="Rab6267f808c14650" cstate="screen">
            <a:extLst>
              <a:ext uri="{28A0092B-C50C-407E-A947-70E740481C1C}">
                <a14:useLocalDpi xmlns:a14="http://schemas.microsoft.com/office/drawing/2010/main"/>
              </a:ext>
            </a:extLst>
          </a:blip>
          <a:stretch>
            <a:fillRect/>
          </a:stretch>
        </p:blipFill>
        <p:spPr>
          <a:xfrm>
            <a:off x="-1268095" y="1398270"/>
            <a:ext cx="8180705" cy="5472430"/>
          </a:xfrm>
          <a:prstGeom prst="rect">
            <a:avLst/>
          </a:prstGeom>
        </p:spPr>
      </p:pic>
      <p:sp>
        <p:nvSpPr>
          <p:cNvPr id="23" name="文本框 22"/>
          <p:cNvSpPr txBox="1"/>
          <p:nvPr>
            <p:custDataLst>
              <p:tags r:id="Ra1964c3ad1484c13"/>
            </p:custDataLst>
          </p:nvPr>
        </p:nvSpPr>
        <p:spPr>
          <a:xfrm>
            <a:off x="0" y="147955"/>
            <a:ext cx="5350510" cy="1322070"/>
          </a:xfrm>
          <a:prstGeom prst="rect">
            <a:avLst/>
          </a:prstGeom>
          <a:noFill/>
        </p:spPr>
        <p:txBody>
          <a:bodyPr wrap="square" rtlCol="0">
            <a:spAutoFit/>
          </a:bodyPr>
          <a:lstStyle/>
          <a:p>
            <a:pPr algn="ctr"/>
            <a:r>
              <a:rPr lang="zh-CN" altLang="en-US" sz="8000" dirty="0">
                <a:solidFill>
                  <a:srgbClr val="486052"/>
                </a:solidFill>
                <a:latin typeface="思源宋体 CN Heavy" pitchFamily="18" charset="-122"/>
                <a:ea typeface="思源宋体 CN Heavy" pitchFamily="18" charset="-122"/>
                <a:cs typeface="+mn-ea"/>
                <a:sym typeface="Arial" panose="020B0604020202020204" pitchFamily="34" charset="0"/>
              </a:rPr>
              <a:t>万古长青</a:t>
            </a:r>
            <a:endPar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dur="100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strVal val="#ppt_w*0.70"/>
                                          </p:val>
                                        </p:tav>
                                        <p:tav tm="100000">
                                          <p:val>
                                            <p:strVal val="#ppt_w"/>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animEffect transition="in" filter="fade">
                                      <p:cBhvr>
                                        <p:cTn id="14" dur="1000"/>
                                        <p:tgtEl>
                                          <p:spTgt spid="3"/>
                                        </p:tgtEl>
                                      </p:cBhvr>
                                    </p:animEffect>
                                  </p:childTnLst>
                                </p:cTn>
                              </p:par>
                              <p:par>
                                <p:cTn id="15" presetID="55" presetClass="entr" presetSubtype="0" dur="100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strVal val="#ppt_w*0.70"/>
                                          </p:val>
                                        </p:tav>
                                        <p:tav tm="100000">
                                          <p:val>
                                            <p:strVal val="#ppt_w"/>
                                          </p:val>
                                        </p:tav>
                                      </p:tavLst>
                                    </p:anim>
                                    <p:anim calcmode="lin" valueType="num">
                                      <p:cBhvr>
                                        <p:cTn id="18" dur="1000" fill="hold"/>
                                        <p:tgtEl>
                                          <p:spTgt spid="4"/>
                                        </p:tgtEl>
                                        <p:attrNameLst>
                                          <p:attrName>ppt_h</p:attrName>
                                        </p:attrNameLst>
                                      </p:cBhvr>
                                      <p:tavLst>
                                        <p:tav tm="0">
                                          <p:val>
                                            <p:strVal val="#ppt_h"/>
                                          </p:val>
                                        </p:tav>
                                        <p:tav tm="100000">
                                          <p:val>
                                            <p:strVal val="#ppt_h"/>
                                          </p:val>
                                        </p:tav>
                                      </p:tavLst>
                                    </p:anim>
                                    <p:animEffect transition="in" filter="fade">
                                      <p:cBhvr>
                                        <p:cTn id="19" dur="1000"/>
                                        <p:tgtEl>
                                          <p:spTgt spid="4"/>
                                        </p:tgtEl>
                                      </p:cBhvr>
                                    </p:animEffect>
                                  </p:childTnLst>
                                </p:cTn>
                              </p:par>
                            </p:childTnLst>
                          </p:cTn>
                        </p:par>
                        <p:par>
                          <p:cTn id="20" fill="hold" nodeType="afterGroup">
                            <p:stCondLst>
                              <p:cond delay="1000"/>
                            </p:stCondLst>
                            <p:childTnLst>
                              <p:par>
                                <p:cTn id="21" presetID="22" presetClass="entr" presetSubtype="1" dur="1000" fill="hold" grpId="0" nodeType="afterEffect">
                                  <p:stCondLst>
                                    <p:cond delay="0"/>
                                  </p:stCondLst>
                                  <p:childTnLst>
                                    <p:set>
                                      <p:cBhvr>
                                        <p:cTn id="22" dur="1000" fill="hold">
                                          <p:stCondLst>
                                            <p:cond delay="0"/>
                                          </p:stCondLst>
                                        </p:cTn>
                                        <p:tgtEl>
                                          <p:spTgt spid="13"/>
                                        </p:tgtEl>
                                        <p:attrNameLst>
                                          <p:attrName>style.visibility</p:attrName>
                                        </p:attrNameLst>
                                      </p:cBhvr>
                                      <p:to>
                                        <p:strVal val="visible"/>
                                      </p:to>
                                    </p:set>
                                    <p:animEffect transition="in" filter="wipe(up)">
                                      <p:cBhvr>
                                        <p:cTn id="23" dur="1000"/>
                                        <p:tgtEl>
                                          <p:spTgt spid="13"/>
                                        </p:tgtEl>
                                      </p:cBhvr>
                                    </p:animEffect>
                                  </p:childTnLst>
                                </p:cTn>
                              </p:par>
                              <p:par>
                                <p:cTn id="24" presetID="22" presetClass="entr" presetSubtype="1" dur="1000" fill="hold" grpId="0" nodeType="withEffect">
                                  <p:stCondLst>
                                    <p:cond delay="0"/>
                                  </p:stCondLst>
                                  <p:childTnLst>
                                    <p:set>
                                      <p:cBhvr>
                                        <p:cTn id="25" dur="1000" fill="hold">
                                          <p:stCondLst>
                                            <p:cond delay="0"/>
                                          </p:stCondLst>
                                        </p:cTn>
                                        <p:tgtEl>
                                          <p:spTgt spid="14"/>
                                        </p:tgtEl>
                                        <p:attrNameLst>
                                          <p:attrName>style.visibility</p:attrName>
                                        </p:attrNameLst>
                                      </p:cBhvr>
                                      <p:to>
                                        <p:strVal val="visible"/>
                                      </p:to>
                                    </p:set>
                                    <p:animEffect transition="in" filter="wipe(up)">
                                      <p:cBhvr>
                                        <p:cTn id="26" dur="1000"/>
                                        <p:tgtEl>
                                          <p:spTgt spid="14"/>
                                        </p:tgtEl>
                                      </p:cBhvr>
                                    </p:animEffect>
                                  </p:childTnLst>
                                </p:cTn>
                              </p:par>
                              <p:par>
                                <p:cTn id="27" presetID="22" presetClass="entr" presetSubtype="1" dur="1000" fill="hold" grpId="0" nodeType="withEffect">
                                  <p:stCondLst>
                                    <p:cond delay="0"/>
                                  </p:stCondLst>
                                  <p:childTnLst>
                                    <p:set>
                                      <p:cBhvr>
                                        <p:cTn id="28" dur="1000" fill="hold">
                                          <p:stCondLst>
                                            <p:cond delay="0"/>
                                          </p:stCondLst>
                                        </p:cTn>
                                        <p:tgtEl>
                                          <p:spTgt spid="15"/>
                                        </p:tgtEl>
                                        <p:attrNameLst>
                                          <p:attrName>style.visibility</p:attrName>
                                        </p:attrNameLst>
                                      </p:cBhvr>
                                      <p:to>
                                        <p:strVal val="visible"/>
                                      </p:to>
                                    </p:set>
                                    <p:animEffect transition="in" filter="wipe(up)">
                                      <p:cBhvr>
                                        <p:cTn id="29" dur="1000"/>
                                        <p:tgtEl>
                                          <p:spTgt spid="15"/>
                                        </p:tgtEl>
                                      </p:cBhvr>
                                    </p:animEffect>
                                  </p:childTnLst>
                                </p:cTn>
                              </p:par>
                            </p:childTnLst>
                          </p:cTn>
                        </p:par>
                        <p:par>
                          <p:cTn id="30" fill="hold" nodeType="afterGroup">
                            <p:stCondLst>
                              <p:cond delay="2000"/>
                            </p:stCondLst>
                            <p:childTnLst>
                              <p:par>
                                <p:cTn id="31" presetID="22" presetClass="entr" presetSubtype="4" dur="1000" fill="hold" nodeType="afterEffect">
                                  <p:stCondLst>
                                    <p:cond delay="0"/>
                                  </p:stCondLst>
                                  <p:childTnLst>
                                    <p:set>
                                      <p:cBhvr>
                                        <p:cTn id="32" dur="1000" fill="hold">
                                          <p:stCondLst>
                                            <p:cond delay="0"/>
                                          </p:stCondLst>
                                        </p:cTn>
                                        <p:tgtEl>
                                          <p:spTgt spid="19"/>
                                        </p:tgtEl>
                                        <p:attrNameLst>
                                          <p:attrName>style.visibility</p:attrName>
                                        </p:attrNameLst>
                                      </p:cBhvr>
                                      <p:to>
                                        <p:strVal val="visible"/>
                                      </p:to>
                                    </p:set>
                                    <p:animEffect transition="in" filter="wipe(down)">
                                      <p:cBhvr>
                                        <p:cTn id="33" dur="1000"/>
                                        <p:tgtEl>
                                          <p:spTgt spid="19"/>
                                        </p:tgtEl>
                                      </p:cBhvr>
                                    </p:animEffect>
                                  </p:childTnLst>
                                </p:cTn>
                              </p:par>
                              <p:par>
                                <p:cTn id="34" presetID="22" presetClass="entr" presetSubtype="8" dur="1000" fill="hold" grpId="0" nodeType="withEffect">
                                  <p:stCondLst>
                                    <p:cond delay="0"/>
                                  </p:stCondLst>
                                  <p:childTnLst>
                                    <p:set>
                                      <p:cBhvr>
                                        <p:cTn id="35" dur="1000" fill="hold">
                                          <p:stCondLst>
                                            <p:cond delay="0"/>
                                          </p:stCondLst>
                                        </p:cTn>
                                        <p:tgtEl>
                                          <p:spTgt spid="23"/>
                                        </p:tgtEl>
                                        <p:attrNameLst>
                                          <p:attrName>style.visibility</p:attrName>
                                        </p:attrNameLst>
                                      </p:cBhvr>
                                      <p:to>
                                        <p:strVal val="visible"/>
                                      </p:to>
                                    </p:set>
                                    <p:animEffect transition="in" filter="wipe(left)">
                                      <p:cBhvr>
                                        <p:cTn id="36" dur="1000"/>
                                        <p:tgtEl>
                                          <p:spTgt spid="23"/>
                                        </p:tgtEl>
                                      </p:cBhvr>
                                    </p:animEffect>
                                  </p:childTnLst>
                                </p:cTn>
                              </p:par>
                            </p:childTnLst>
                          </p:cTn>
                        </p:par>
                        <p:par>
                          <p:cTn id="37" fill="hold" nodeType="afterGroup">
                            <p:stCondLst>
                              <p:cond delay="3000"/>
                            </p:stCondLst>
                            <p:childTnLst>
                              <p:par>
                                <p:cTn id="38" presetID="22" presetClass="entr" presetSubtype="1" dur="500" fill="hold" grpId="0" nodeType="afterEffect">
                                  <p:stCondLst>
                                    <p:cond delay="25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500"/>
                                        <p:tgtEl>
                                          <p:spTgt spid="17"/>
                                        </p:tgtEl>
                                      </p:cBhvr>
                                    </p:animEffect>
                                  </p:childTnLst>
                                </p:cTn>
                              </p:par>
                              <p:par>
                                <p:cTn id="41" presetID="22" presetClass="entr" presetSubtype="1" dur="50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up)">
                                      <p:cBhvr>
                                        <p:cTn id="43" dur="500"/>
                                        <p:tgtEl>
                                          <p:spTgt spid="7"/>
                                        </p:tgtEl>
                                      </p:cBhvr>
                                    </p:animEffect>
                                  </p:childTnLst>
                                </p:cTn>
                              </p:par>
                            </p:childTnLst>
                          </p:cTn>
                        </p:par>
                        <p:par>
                          <p:cTn id="44" fill="hold" nodeType="afterGroup">
                            <p:stCondLst>
                              <p:cond delay="3750"/>
                            </p:stCondLst>
                            <p:childTnLst>
                              <p:par>
                                <p:cTn id="45" presetID="22" presetClass="entr" presetSubtype="1" dur="500" fill="hold" grpId="0" nodeType="afterEffect">
                                  <p:stCondLst>
                                    <p:cond delay="250"/>
                                  </p:stCondLst>
                                  <p:childTnLst>
                                    <p:set>
                                      <p:cBhvr>
                                        <p:cTn id="46" dur="1" fill="hold">
                                          <p:stCondLst>
                                            <p:cond delay="0"/>
                                          </p:stCondLst>
                                        </p:cTn>
                                        <p:tgtEl>
                                          <p:spTgt spid="8"/>
                                        </p:tgtEl>
                                        <p:attrNameLst>
                                          <p:attrName>style.visibility</p:attrName>
                                        </p:attrNameLst>
                                      </p:cBhvr>
                                      <p:to>
                                        <p:strVal val="visible"/>
                                      </p:to>
                                    </p:set>
                                    <p:animEffect transition="in" filter="wipe(up)">
                                      <p:cBhvr>
                                        <p:cTn id="47" dur="500"/>
                                        <p:tgtEl>
                                          <p:spTgt spid="8"/>
                                        </p:tgtEl>
                                      </p:cBhvr>
                                    </p:animEffect>
                                  </p:childTnLst>
                                </p:cTn>
                              </p:par>
                              <p:par>
                                <p:cTn id="48" presetID="22" presetClass="entr" presetSubtype="1" dur="500"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up)">
                                      <p:cBhvr>
                                        <p:cTn id="50" dur="500"/>
                                        <p:tgtEl>
                                          <p:spTgt spid="9"/>
                                        </p:tgtEl>
                                      </p:cBhvr>
                                    </p:animEffect>
                                  </p:childTnLst>
                                </p:cTn>
                              </p:par>
                            </p:childTnLst>
                          </p:cTn>
                        </p:par>
                        <p:par>
                          <p:cTn id="51" fill="hold" nodeType="afterGroup">
                            <p:stCondLst>
                              <p:cond delay="4500"/>
                            </p:stCondLst>
                            <p:childTnLst>
                              <p:par>
                                <p:cTn id="52" presetID="22" presetClass="entr" presetSubtype="1" dur="500" fill="hold" grpId="0" nodeType="afterEffect">
                                  <p:stCondLst>
                                    <p:cond delay="250"/>
                                  </p:stCondLst>
                                  <p:childTnLst>
                                    <p:set>
                                      <p:cBhvr>
                                        <p:cTn id="53" dur="1" fill="hold">
                                          <p:stCondLst>
                                            <p:cond delay="0"/>
                                          </p:stCondLst>
                                        </p:cTn>
                                        <p:tgtEl>
                                          <p:spTgt spid="16"/>
                                        </p:tgtEl>
                                        <p:attrNameLst>
                                          <p:attrName>style.visibility</p:attrName>
                                        </p:attrNameLst>
                                      </p:cBhvr>
                                      <p:to>
                                        <p:strVal val="visible"/>
                                      </p:to>
                                    </p:set>
                                    <p:animEffect transition="in" filter="wipe(up)">
                                      <p:cBhvr>
                                        <p:cTn id="54" dur="500"/>
                                        <p:tgtEl>
                                          <p:spTgt spid="16"/>
                                        </p:tgtEl>
                                      </p:cBhvr>
                                    </p:animEffect>
                                  </p:childTnLst>
                                </p:cTn>
                              </p:par>
                              <p:par>
                                <p:cTn id="55" presetID="22" presetClass="entr" presetSubtype="1" dur="50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up)">
                                      <p:cBhvr>
                                        <p:cTn id="5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7" grpId="0"/>
      <p:bldP spid="8" grpId="0"/>
      <p:bldP spid="9" grpId="0"/>
      <p:bldP spid="11" grpId="0"/>
      <p:bldP spid="16" grpId="0"/>
      <p:bldP spid="17" grpId="0"/>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7E1DB"/>
        </a:solidFill>
        <a:effectLst/>
      </p:bgPr>
    </p:bg>
    <p:spTree>
      <p:nvGrpSpPr>
        <p:cNvPr id="1" name=""/>
        <p:cNvGrpSpPr/>
        <p:nvPr/>
      </p:nvGrpSpPr>
      <p:grpSpPr>
        <a:xfrm>
          <a:off x="0" y="0"/>
          <a:ext cx="0" cy="0"/>
          <a:chOff x="0" y="0"/>
          <a:chExt cx="0" cy="0"/>
        </a:xfrm>
      </p:grpSpPr>
      <p:pic>
        <p:nvPicPr>
          <p:cNvPr id="9" name="图片 8" descr="new-P-1524215-79635798O"/>
          <p:cNvPicPr>
            <a:picLocks noChangeAspect="1"/>
          </p:cNvPicPr>
          <p:nvPr>
            <p:custDataLst>
              <p:tags r:id="R3fd0eac3c73b42df"/>
            </p:custDataLst>
          </p:nvPr>
        </p:nvPicPr>
        <p:blipFill>
          <a:blip r:embed="Rd02cdcfd6d774d5f">
            <a:alphaModFix amt="12000"/>
          </a:blip>
          <a:stretch>
            <a:fillRect/>
          </a:stretch>
        </p:blipFill>
        <p:spPr>
          <a:xfrm>
            <a:off x="0" y="0"/>
            <a:ext cx="12200890" cy="6858000"/>
          </a:xfrm>
          <a:prstGeom prst="rect">
            <a:avLst/>
          </a:prstGeom>
          <a:solidFill>
            <a:schemeClr val="accent6">
              <a:lumMod val="40000"/>
              <a:lumOff val="60000"/>
            </a:schemeClr>
          </a:solidFill>
        </p:spPr>
      </p:pic>
      <p:sp>
        <p:nvSpPr>
          <p:cNvPr id="10" name="矩形 9"/>
          <p:cNvSpPr/>
          <p:nvPr/>
        </p:nvSpPr>
        <p:spPr>
          <a:xfrm>
            <a:off x="810260" y="1407160"/>
            <a:ext cx="10596245" cy="494030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思源宋体 CN Heavy" pitchFamily="18" charset="-122"/>
              <a:sym typeface="Arial" panose="020B0604020202020204" pitchFamily="34" charset="0"/>
            </a:endParaRPr>
          </a:p>
        </p:txBody>
      </p:sp>
      <p:pic>
        <p:nvPicPr>
          <p:cNvPr id="12" name="图片 11" descr="C:/兼职/觅知网/2月/国风实拍松柏/松柏/P-1657739-ED106346.jpgP-1657739-ED106346"/>
          <p:cNvPicPr>
            <a:picLocks noChangeAspect="1"/>
          </p:cNvPicPr>
          <p:nvPr/>
        </p:nvPicPr>
        <p:blipFill>
          <a:blip r:embed="Rd554f44794e44ad1" cstate="screen">
            <a:extLst>
              <a:ext uri="{28A0092B-C50C-407E-A947-70E740481C1C}">
                <a14:useLocalDpi xmlns:a14="http://schemas.microsoft.com/office/drawing/2010/main"/>
              </a:ext>
            </a:extLst>
          </a:blip>
          <a:srcRect/>
          <a:stretch>
            <a:fillRect/>
          </a:stretch>
        </p:blipFill>
        <p:spPr>
          <a:xfrm>
            <a:off x="8037195" y="1521460"/>
            <a:ext cx="3149600" cy="4750435"/>
          </a:xfrm>
          <a:prstGeom prst="roundRect">
            <a:avLst/>
          </a:prstGeom>
        </p:spPr>
      </p:pic>
      <p:pic>
        <p:nvPicPr>
          <p:cNvPr id="20" name="图片 19" descr="51miz-E1117599-79273668"/>
          <p:cNvPicPr>
            <a:picLocks noChangeAspect="1"/>
          </p:cNvPicPr>
          <p:nvPr/>
        </p:nvPicPr>
        <p:blipFill>
          <a:blip r:embed="R448088f11eec4902" cstate="screen">
            <a:extLst>
              <a:ext uri="{28A0092B-C50C-407E-A947-70E740481C1C}">
                <a14:useLocalDpi xmlns:a14="http://schemas.microsoft.com/office/drawing/2010/main"/>
              </a:ext>
            </a:extLst>
          </a:blip>
          <a:stretch>
            <a:fillRect/>
          </a:stretch>
        </p:blipFill>
        <p:spPr>
          <a:xfrm>
            <a:off x="85090" y="655320"/>
            <a:ext cx="8601075" cy="6450965"/>
          </a:xfrm>
          <a:prstGeom prst="rect">
            <a:avLst/>
          </a:prstGeom>
        </p:spPr>
      </p:pic>
      <p:sp>
        <p:nvSpPr>
          <p:cNvPr id="5" name="文本框 4"/>
          <p:cNvSpPr txBox="1"/>
          <p:nvPr>
            <p:custDataLst>
              <p:tags r:id="R6dca1aa9b07243f9"/>
            </p:custDataLst>
          </p:nvPr>
        </p:nvSpPr>
        <p:spPr>
          <a:xfrm>
            <a:off x="1558290" y="2754630"/>
            <a:ext cx="5367020" cy="1050290"/>
          </a:xfrm>
          <a:prstGeom prst="rect">
            <a:avLst/>
          </a:prstGeom>
          <a:noFill/>
        </p:spPr>
        <p:txBody>
          <a:bodyPr vert="horz" wrap="square" rtlCol="0">
            <a:spAutoFit/>
          </a:bodyPr>
          <a:lstStyle>
            <a:defPPr>
              <a:defRPr lang="zh-CN"/>
            </a:defPPr>
            <a:lvl1pPr>
              <a:lnSpc>
                <a:spcPct val="130000"/>
              </a:lnSpc>
              <a:defRPr sz="1200">
                <a:solidFill>
                  <a:schemeClr val="tx1">
                    <a:lumMod val="50000"/>
                    <a:lumOff val="50000"/>
                  </a:schemeClr>
                </a:solidFill>
                <a:latin typeface="+mn-ea"/>
              </a:defRPr>
            </a:lvl1pPr>
          </a:lstStyle>
          <a:p>
            <a:pPr indent="0" fontAlgn="auto"/>
            <a:r>
              <a:rPr lang="zh-CN" altLang="en-US"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点此输入内容或者复制您的内容在这里，通过复制您的文本后在此框中选择粘贴，并选择只保留文字</a:t>
            </a:r>
            <a:r>
              <a:rPr lang="en-US" altLang="zh-CN"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a:t>
            </a:r>
            <a:r>
              <a:rPr lang="zh-CN" altLang="en-US"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通过复制您的文本后在此框中选择粘贴。 ，通过复制您的文本后在此框中选择粘贴，并选择只保留文字</a:t>
            </a:r>
            <a:r>
              <a:rPr lang="en-US" altLang="zh-CN"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a:t>
            </a:r>
            <a:r>
              <a:rPr lang="zh-CN" altLang="en-US"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通过复制您的文本后在此框中选择粘贴。</a:t>
            </a:r>
          </a:p>
        </p:txBody>
      </p:sp>
      <p:sp>
        <p:nvSpPr>
          <p:cNvPr id="7" name="文本框 6"/>
          <p:cNvSpPr txBox="1"/>
          <p:nvPr>
            <p:custDataLst>
              <p:tags r:id="Ra850b189ba4c4ef1"/>
            </p:custDataLst>
          </p:nvPr>
        </p:nvSpPr>
        <p:spPr>
          <a:xfrm>
            <a:off x="1558290" y="3994150"/>
            <a:ext cx="5367020" cy="1050290"/>
          </a:xfrm>
          <a:prstGeom prst="rect">
            <a:avLst/>
          </a:prstGeom>
          <a:noFill/>
        </p:spPr>
        <p:txBody>
          <a:bodyPr vert="horz" wrap="square" rtlCol="0">
            <a:spAutoFit/>
          </a:bodyPr>
          <a:lstStyle>
            <a:defPPr>
              <a:defRPr lang="zh-CN"/>
            </a:defPPr>
            <a:lvl1pPr>
              <a:lnSpc>
                <a:spcPct val="130000"/>
              </a:lnSpc>
              <a:defRPr sz="1200">
                <a:solidFill>
                  <a:schemeClr val="tx1">
                    <a:lumMod val="50000"/>
                    <a:lumOff val="50000"/>
                  </a:schemeClr>
                </a:solidFill>
                <a:latin typeface="+mn-ea"/>
              </a:defRPr>
            </a:lvl1pPr>
          </a:lstStyle>
          <a:p>
            <a:pPr indent="0" fontAlgn="auto"/>
            <a:r>
              <a:rPr lang="zh-CN" altLang="en-US"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点此输入内容或者复制您的内容在这里，通过复制您的文本后在此框中选择粘贴，并选择只保留文字</a:t>
            </a:r>
            <a:r>
              <a:rPr lang="en-US" altLang="zh-CN"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a:t>
            </a:r>
            <a:r>
              <a:rPr lang="zh-CN" altLang="en-US"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通过复制您的文本后在此框中选择粘贴。 ，通过复制您的文本后在此框中选择粘贴，并选择只保留文字</a:t>
            </a:r>
            <a:r>
              <a:rPr lang="en-US" altLang="zh-CN"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a:t>
            </a:r>
            <a:r>
              <a:rPr lang="zh-CN" altLang="en-US" dirty="0">
                <a:solidFill>
                  <a:schemeClr val="tx2">
                    <a:lumMod val="60000"/>
                    <a:lumOff val="40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通过复制您的文本后在此框中选择粘贴。</a:t>
            </a:r>
          </a:p>
        </p:txBody>
      </p:sp>
      <p:sp>
        <p:nvSpPr>
          <p:cNvPr id="23" name="文本框 22"/>
          <p:cNvSpPr txBox="1"/>
          <p:nvPr>
            <p:custDataLst>
              <p:tags r:id="R150eec2a978c42f5"/>
            </p:custDataLst>
          </p:nvPr>
        </p:nvSpPr>
        <p:spPr>
          <a:xfrm>
            <a:off x="215900" y="160655"/>
            <a:ext cx="5350510" cy="1322070"/>
          </a:xfrm>
          <a:prstGeom prst="rect">
            <a:avLst/>
          </a:prstGeom>
          <a:noFill/>
        </p:spPr>
        <p:txBody>
          <a:bodyPr wrap="square" rtlCol="0">
            <a:spAutoFit/>
          </a:bodyPr>
          <a:lstStyle/>
          <a:p>
            <a:pPr algn="ctr"/>
            <a:r>
              <a:rPr lang="zh-CN" altLang="en-US" sz="8000" dirty="0">
                <a:solidFill>
                  <a:srgbClr val="486052"/>
                </a:solidFill>
                <a:latin typeface="思源宋体 CN Heavy" pitchFamily="18" charset="-122"/>
                <a:ea typeface="思源宋体 CN Heavy" pitchFamily="18" charset="-122"/>
                <a:cs typeface="+mn-ea"/>
                <a:sym typeface="Arial" panose="020B0604020202020204" pitchFamily="34" charset="0"/>
              </a:rPr>
              <a:t>万古长青</a:t>
            </a:r>
            <a:endPar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5" presetClass="entr" presetSubtype="0" dur="100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strVal val="#ppt_w*0.70"/>
                                          </p:val>
                                        </p:tav>
                                        <p:tav tm="100000">
                                          <p:val>
                                            <p:strVal val="#ppt_w"/>
                                          </p:val>
                                        </p:tav>
                                      </p:tavLst>
                                    </p:anim>
                                    <p:anim calcmode="lin" valueType="num">
                                      <p:cBhvr>
                                        <p:cTn id="8" dur="1000" fill="hold"/>
                                        <p:tgtEl>
                                          <p:spTgt spid="10"/>
                                        </p:tgtEl>
                                        <p:attrNameLst>
                                          <p:attrName>ppt_h</p:attrName>
                                        </p:attrNameLst>
                                      </p:cBhvr>
                                      <p:tavLst>
                                        <p:tav tm="0">
                                          <p:val>
                                            <p:strVal val="#ppt_h"/>
                                          </p:val>
                                        </p:tav>
                                        <p:tav tm="100000">
                                          <p:val>
                                            <p:strVal val="#ppt_h"/>
                                          </p:val>
                                        </p:tav>
                                      </p:tavLst>
                                    </p:anim>
                                    <p:animEffect transition="in" filter="fade">
                                      <p:cBhvr>
                                        <p:cTn id="9" dur="1000"/>
                                        <p:tgtEl>
                                          <p:spTgt spid="10"/>
                                        </p:tgtEl>
                                      </p:cBhvr>
                                    </p:animEffect>
                                  </p:childTnLst>
                                </p:cTn>
                              </p:par>
                              <p:par>
                                <p:cTn id="10" presetID="55" presetClass="entr" presetSubtype="0" dur="100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strVal val="#ppt_w*0.70"/>
                                          </p:val>
                                        </p:tav>
                                        <p:tav tm="100000">
                                          <p:val>
                                            <p:strVal val="#ppt_w"/>
                                          </p:val>
                                        </p:tav>
                                      </p:tavLst>
                                    </p:anim>
                                    <p:anim calcmode="lin" valueType="num">
                                      <p:cBhvr>
                                        <p:cTn id="13" dur="1000" fill="hold"/>
                                        <p:tgtEl>
                                          <p:spTgt spid="12"/>
                                        </p:tgtEl>
                                        <p:attrNameLst>
                                          <p:attrName>ppt_h</p:attrName>
                                        </p:attrNameLst>
                                      </p:cBhvr>
                                      <p:tavLst>
                                        <p:tav tm="0">
                                          <p:val>
                                            <p:strVal val="#ppt_h"/>
                                          </p:val>
                                        </p:tav>
                                        <p:tav tm="100000">
                                          <p:val>
                                            <p:strVal val="#ppt_h"/>
                                          </p:val>
                                        </p:tav>
                                      </p:tavLst>
                                    </p:anim>
                                    <p:animEffect transition="in" filter="fade">
                                      <p:cBhvr>
                                        <p:cTn id="14" dur="1000"/>
                                        <p:tgtEl>
                                          <p:spTgt spid="12"/>
                                        </p:tgtEl>
                                      </p:cBhvr>
                                    </p:animEffect>
                                  </p:childTnLst>
                                </p:cTn>
                              </p:par>
                              <p:par>
                                <p:cTn id="15" presetID="55" presetClass="entr" presetSubtype="0" dur="100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1000" fill="hold"/>
                                        <p:tgtEl>
                                          <p:spTgt spid="20"/>
                                        </p:tgtEl>
                                        <p:attrNameLst>
                                          <p:attrName>ppt_w</p:attrName>
                                        </p:attrNameLst>
                                      </p:cBhvr>
                                      <p:tavLst>
                                        <p:tav tm="0">
                                          <p:val>
                                            <p:strVal val="#ppt_w*0.70"/>
                                          </p:val>
                                        </p:tav>
                                        <p:tav tm="100000">
                                          <p:val>
                                            <p:strVal val="#ppt_w"/>
                                          </p:val>
                                        </p:tav>
                                      </p:tavLst>
                                    </p:anim>
                                    <p:anim calcmode="lin" valueType="num">
                                      <p:cBhvr>
                                        <p:cTn id="18" dur="1000" fill="hold"/>
                                        <p:tgtEl>
                                          <p:spTgt spid="20"/>
                                        </p:tgtEl>
                                        <p:attrNameLst>
                                          <p:attrName>ppt_h</p:attrName>
                                        </p:attrNameLst>
                                      </p:cBhvr>
                                      <p:tavLst>
                                        <p:tav tm="0">
                                          <p:val>
                                            <p:strVal val="#ppt_h"/>
                                          </p:val>
                                        </p:tav>
                                        <p:tav tm="100000">
                                          <p:val>
                                            <p:strVal val="#ppt_h"/>
                                          </p:val>
                                        </p:tav>
                                      </p:tavLst>
                                    </p:anim>
                                    <p:animEffect transition="in" filter="fade">
                                      <p:cBhvr>
                                        <p:cTn id="19" dur="1000"/>
                                        <p:tgtEl>
                                          <p:spTgt spid="20"/>
                                        </p:tgtEl>
                                      </p:cBhvr>
                                    </p:animEffect>
                                  </p:childTnLst>
                                </p:cTn>
                              </p:par>
                            </p:childTnLst>
                          </p:cTn>
                        </p:par>
                        <p:par>
                          <p:cTn id="20" fill="hold" nodeType="afterGroup">
                            <p:stCondLst>
                              <p:cond delay="1000"/>
                            </p:stCondLst>
                            <p:childTnLst>
                              <p:par>
                                <p:cTn id="21" presetID="55" presetClass="entr" presetSubtype="0" dur="100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p:cTn id="23" dur="1000" fill="hold"/>
                                        <p:tgtEl>
                                          <p:spTgt spid="23"/>
                                        </p:tgtEl>
                                        <p:attrNameLst>
                                          <p:attrName>ppt_w</p:attrName>
                                        </p:attrNameLst>
                                      </p:cBhvr>
                                      <p:tavLst>
                                        <p:tav tm="0">
                                          <p:val>
                                            <p:strVal val="#ppt_w*0.70"/>
                                          </p:val>
                                        </p:tav>
                                        <p:tav tm="100000">
                                          <p:val>
                                            <p:strVal val="#ppt_w"/>
                                          </p:val>
                                        </p:tav>
                                      </p:tavLst>
                                    </p:anim>
                                    <p:anim calcmode="lin" valueType="num">
                                      <p:cBhvr>
                                        <p:cTn id="24" dur="1000" fill="hold"/>
                                        <p:tgtEl>
                                          <p:spTgt spid="23"/>
                                        </p:tgtEl>
                                        <p:attrNameLst>
                                          <p:attrName>ppt_h</p:attrName>
                                        </p:attrNameLst>
                                      </p:cBhvr>
                                      <p:tavLst>
                                        <p:tav tm="0">
                                          <p:val>
                                            <p:strVal val="#ppt_h"/>
                                          </p:val>
                                        </p:tav>
                                        <p:tav tm="100000">
                                          <p:val>
                                            <p:strVal val="#ppt_h"/>
                                          </p:val>
                                        </p:tav>
                                      </p:tavLst>
                                    </p:anim>
                                    <p:animEffect transition="in" filter="fade">
                                      <p:cBhvr>
                                        <p:cTn id="25" dur="1000"/>
                                        <p:tgtEl>
                                          <p:spTgt spid="23"/>
                                        </p:tgtEl>
                                      </p:cBhvr>
                                    </p:animEffect>
                                  </p:childTnLst>
                                </p:cTn>
                              </p:par>
                            </p:childTnLst>
                          </p:cTn>
                        </p:par>
                        <p:par>
                          <p:cTn id="26" fill="hold" nodeType="afterGroup">
                            <p:stCondLst>
                              <p:cond delay="2000"/>
                            </p:stCondLst>
                            <p:childTnLst>
                              <p:par>
                                <p:cTn id="27" presetID="29" presetClass="entr" presetSubtype="0" dur="1000"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1000" fill="hold"/>
                                        <p:tgtEl>
                                          <p:spTgt spid="5"/>
                                        </p:tgtEl>
                                        <p:attrNameLst>
                                          <p:attrName>ppt_x</p:attrName>
                                        </p:attrNameLst>
                                      </p:cBhvr>
                                      <p:tavLst>
                                        <p:tav tm="0">
                                          <p:val>
                                            <p:strVal val="#ppt_x-.2"/>
                                          </p:val>
                                        </p:tav>
                                        <p:tav tm="100000">
                                          <p:val>
                                            <p:strVal val="#ppt_x"/>
                                          </p:val>
                                        </p:tav>
                                      </p:tavLst>
                                    </p:anim>
                                    <p:anim calcmode="lin" valueType="num">
                                      <p:cBhvr>
                                        <p:cTn id="30" dur="1000" fill="hold"/>
                                        <p:tgtEl>
                                          <p:spTgt spid="5"/>
                                        </p:tgtEl>
                                        <p:attrNameLst>
                                          <p:attrName>ppt_y</p:attrName>
                                        </p:attrNameLst>
                                      </p:cBhvr>
                                      <p:tavLst>
                                        <p:tav tm="0">
                                          <p:val>
                                            <p:strVal val="#ppt_y"/>
                                          </p:val>
                                        </p:tav>
                                        <p:tav tm="100000">
                                          <p:val>
                                            <p:strVal val="#ppt_y"/>
                                          </p:val>
                                        </p:tav>
                                      </p:tavLst>
                                    </p:anim>
                                    <p:animEffect transition="in" filter="wipe(right)" prLst="gradientSize: 0.1">
                                      <p:cBhvr>
                                        <p:cTn id="31" dur="1000"/>
                                        <p:tgtEl>
                                          <p:spTgt spid="5"/>
                                        </p:tgtEl>
                                      </p:cBhvr>
                                    </p:animEffect>
                                  </p:childTnLst>
                                </p:cTn>
                              </p:par>
                            </p:childTnLst>
                          </p:cTn>
                        </p:par>
                        <p:par>
                          <p:cTn id="32" fill="hold" nodeType="afterGroup">
                            <p:stCondLst>
                              <p:cond delay="3000"/>
                            </p:stCondLst>
                            <p:childTnLst>
                              <p:par>
                                <p:cTn id="33" presetID="29" presetClass="entr" presetSubtype="0" dur="100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1000" fill="hold"/>
                                        <p:tgtEl>
                                          <p:spTgt spid="7"/>
                                        </p:tgtEl>
                                        <p:attrNameLst>
                                          <p:attrName>ppt_x</p:attrName>
                                        </p:attrNameLst>
                                      </p:cBhvr>
                                      <p:tavLst>
                                        <p:tav tm="0">
                                          <p:val>
                                            <p:strVal val="#ppt_x-.2"/>
                                          </p:val>
                                        </p:tav>
                                        <p:tav tm="100000">
                                          <p:val>
                                            <p:strVal val="#ppt_x"/>
                                          </p:val>
                                        </p:tav>
                                      </p:tavLst>
                                    </p:anim>
                                    <p:anim calcmode="lin" valueType="num">
                                      <p:cBhvr>
                                        <p:cTn id="36"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3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p:bldP spid="7"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7" name="图片 6" descr="new-P-1524215-79635798O"/>
          <p:cNvPicPr>
            <a:picLocks noChangeAspect="1"/>
          </p:cNvPicPr>
          <p:nvPr>
            <p:custDataLst>
              <p:tags r:id="Rac07af9aede34318"/>
            </p:custDataLst>
          </p:nvPr>
        </p:nvPicPr>
        <p:blipFill>
          <a:blip r:embed="R94f9d3b56e474182">
            <a:alphaModFix amt="12000"/>
          </a:blip>
          <a:stretch>
            <a:fillRect/>
          </a:stretch>
        </p:blipFill>
        <p:spPr>
          <a:xfrm>
            <a:off x="0" y="0"/>
            <a:ext cx="12200890" cy="6858000"/>
          </a:xfrm>
          <a:prstGeom prst="rect">
            <a:avLst/>
          </a:prstGeom>
          <a:solidFill>
            <a:schemeClr val="accent6">
              <a:lumMod val="40000"/>
              <a:lumOff val="60000"/>
            </a:schemeClr>
          </a:solidFill>
        </p:spPr>
      </p:pic>
      <p:sp>
        <p:nvSpPr>
          <p:cNvPr id="5" name="任意多边形 4"/>
          <p:cNvSpPr/>
          <p:nvPr/>
        </p:nvSpPr>
        <p:spPr>
          <a:xfrm rot="1260000" flipH="1">
            <a:off x="-3148330" y="311785"/>
            <a:ext cx="16010255" cy="6985000"/>
          </a:xfrm>
          <a:custGeom>
            <a:avLst/>
            <a:gdLst/>
            <a:ahLst/>
            <a:cxnLst>
              <a:cxn ang="3">
                <a:pos x="hc" y="t"/>
              </a:cxn>
              <a:cxn ang="cd2">
                <a:pos x="l" y="vc"/>
              </a:cxn>
              <a:cxn ang="cd4">
                <a:pos x="hc" y="b"/>
              </a:cxn>
              <a:cxn ang="0">
                <a:pos x="r" y="vc"/>
              </a:cxn>
            </a:cxnLst>
            <a:rect l="l" t="t" r="r" b="b"/>
            <a:pathLst>
              <a:path w="21992" h="6134">
                <a:moveTo>
                  <a:pt x="21256" y="5598"/>
                </a:moveTo>
                <a:cubicBezTo>
                  <a:pt x="21263" y="5598"/>
                  <a:pt x="21263" y="5598"/>
                  <a:pt x="21263" y="5598"/>
                </a:cubicBezTo>
                <a:lnTo>
                  <a:pt x="21253" y="5600"/>
                </a:lnTo>
                <a:lnTo>
                  <a:pt x="21256" y="5598"/>
                </a:lnTo>
                <a:close/>
                <a:moveTo>
                  <a:pt x="19811" y="5533"/>
                </a:moveTo>
                <a:lnTo>
                  <a:pt x="19702" y="5547"/>
                </a:lnTo>
                <a:lnTo>
                  <a:pt x="19687" y="5549"/>
                </a:lnTo>
                <a:lnTo>
                  <a:pt x="19795" y="5535"/>
                </a:lnTo>
                <a:lnTo>
                  <a:pt x="19811" y="5533"/>
                </a:lnTo>
                <a:close/>
                <a:moveTo>
                  <a:pt x="19995" y="5510"/>
                </a:moveTo>
                <a:lnTo>
                  <a:pt x="19975" y="5517"/>
                </a:lnTo>
                <a:lnTo>
                  <a:pt x="19811" y="5533"/>
                </a:lnTo>
                <a:lnTo>
                  <a:pt x="19995" y="5510"/>
                </a:lnTo>
                <a:close/>
                <a:moveTo>
                  <a:pt x="20032" y="5502"/>
                </a:moveTo>
                <a:lnTo>
                  <a:pt x="20040" y="5505"/>
                </a:lnTo>
                <a:lnTo>
                  <a:pt x="19995" y="5510"/>
                </a:lnTo>
                <a:lnTo>
                  <a:pt x="20004" y="5507"/>
                </a:lnTo>
                <a:cubicBezTo>
                  <a:pt x="20014" y="5504"/>
                  <a:pt x="20024" y="5502"/>
                  <a:pt x="20032" y="5502"/>
                </a:cubicBezTo>
                <a:close/>
                <a:moveTo>
                  <a:pt x="21280" y="5494"/>
                </a:moveTo>
                <a:lnTo>
                  <a:pt x="21277" y="5494"/>
                </a:lnTo>
                <a:lnTo>
                  <a:pt x="21277" y="5494"/>
                </a:lnTo>
                <a:cubicBezTo>
                  <a:pt x="21278" y="5494"/>
                  <a:pt x="21279" y="5494"/>
                  <a:pt x="21280" y="5494"/>
                </a:cubicBezTo>
                <a:close/>
                <a:moveTo>
                  <a:pt x="20416" y="5452"/>
                </a:moveTo>
                <a:lnTo>
                  <a:pt x="20408" y="5455"/>
                </a:lnTo>
                <a:cubicBezTo>
                  <a:pt x="20396" y="5460"/>
                  <a:pt x="20384" y="5466"/>
                  <a:pt x="20376" y="5470"/>
                </a:cubicBezTo>
                <a:cubicBezTo>
                  <a:pt x="20320" y="5478"/>
                  <a:pt x="20264" y="5487"/>
                  <a:pt x="20207" y="5494"/>
                </a:cubicBezTo>
                <a:cubicBezTo>
                  <a:pt x="20207" y="5494"/>
                  <a:pt x="20207" y="5494"/>
                  <a:pt x="20087" y="5510"/>
                </a:cubicBezTo>
                <a:cubicBezTo>
                  <a:pt x="20075" y="5510"/>
                  <a:pt x="20063" y="5510"/>
                  <a:pt x="20053" y="5509"/>
                </a:cubicBezTo>
                <a:lnTo>
                  <a:pt x="20040" y="5505"/>
                </a:lnTo>
                <a:lnTo>
                  <a:pt x="20248" y="5478"/>
                </a:lnTo>
                <a:lnTo>
                  <a:pt x="20416" y="5452"/>
                </a:lnTo>
                <a:close/>
                <a:moveTo>
                  <a:pt x="20471" y="5444"/>
                </a:moveTo>
                <a:lnTo>
                  <a:pt x="20416" y="5452"/>
                </a:lnTo>
                <a:lnTo>
                  <a:pt x="20425" y="5449"/>
                </a:lnTo>
                <a:cubicBezTo>
                  <a:pt x="20430" y="5447"/>
                  <a:pt x="20435" y="5446"/>
                  <a:pt x="20439" y="5446"/>
                </a:cubicBezTo>
                <a:lnTo>
                  <a:pt x="20471" y="5444"/>
                </a:lnTo>
                <a:close/>
                <a:moveTo>
                  <a:pt x="21312" y="5198"/>
                </a:moveTo>
                <a:cubicBezTo>
                  <a:pt x="21320" y="5198"/>
                  <a:pt x="21320" y="5198"/>
                  <a:pt x="21320" y="5198"/>
                </a:cubicBezTo>
                <a:lnTo>
                  <a:pt x="21313" y="5199"/>
                </a:lnTo>
                <a:lnTo>
                  <a:pt x="21312" y="5198"/>
                </a:lnTo>
                <a:close/>
                <a:moveTo>
                  <a:pt x="21936" y="5182"/>
                </a:moveTo>
                <a:cubicBezTo>
                  <a:pt x="21816" y="5206"/>
                  <a:pt x="21712" y="5238"/>
                  <a:pt x="21608" y="5270"/>
                </a:cubicBezTo>
                <a:cubicBezTo>
                  <a:pt x="21600" y="5278"/>
                  <a:pt x="21527" y="5302"/>
                  <a:pt x="21552" y="5302"/>
                </a:cubicBezTo>
                <a:cubicBezTo>
                  <a:pt x="21568" y="5302"/>
                  <a:pt x="21584" y="5302"/>
                  <a:pt x="21600" y="5302"/>
                </a:cubicBezTo>
                <a:cubicBezTo>
                  <a:pt x="21527" y="5318"/>
                  <a:pt x="21464" y="5326"/>
                  <a:pt x="21392" y="5343"/>
                </a:cubicBezTo>
                <a:cubicBezTo>
                  <a:pt x="21392" y="5334"/>
                  <a:pt x="21392" y="5334"/>
                  <a:pt x="21383" y="5334"/>
                </a:cubicBezTo>
                <a:cubicBezTo>
                  <a:pt x="21383" y="5334"/>
                  <a:pt x="21383" y="5334"/>
                  <a:pt x="21112" y="5375"/>
                </a:cubicBezTo>
                <a:cubicBezTo>
                  <a:pt x="21119" y="5366"/>
                  <a:pt x="21136" y="5358"/>
                  <a:pt x="21136" y="5350"/>
                </a:cubicBezTo>
                <a:cubicBezTo>
                  <a:pt x="21136" y="5350"/>
                  <a:pt x="21136" y="5343"/>
                  <a:pt x="21128" y="5350"/>
                </a:cubicBezTo>
                <a:cubicBezTo>
                  <a:pt x="21048" y="5358"/>
                  <a:pt x="20975" y="5366"/>
                  <a:pt x="20896" y="5382"/>
                </a:cubicBezTo>
                <a:cubicBezTo>
                  <a:pt x="20904" y="5375"/>
                  <a:pt x="20896" y="5375"/>
                  <a:pt x="20887" y="5375"/>
                </a:cubicBezTo>
                <a:cubicBezTo>
                  <a:pt x="20855" y="5382"/>
                  <a:pt x="20831" y="5390"/>
                  <a:pt x="20799" y="5390"/>
                </a:cubicBezTo>
                <a:cubicBezTo>
                  <a:pt x="20720" y="5406"/>
                  <a:pt x="20632" y="5422"/>
                  <a:pt x="20552" y="5438"/>
                </a:cubicBezTo>
                <a:cubicBezTo>
                  <a:pt x="20552" y="5438"/>
                  <a:pt x="20552" y="5438"/>
                  <a:pt x="20504" y="5441"/>
                </a:cubicBezTo>
                <a:lnTo>
                  <a:pt x="20471" y="5444"/>
                </a:lnTo>
                <a:lnTo>
                  <a:pt x="20513" y="5437"/>
                </a:lnTo>
                <a:cubicBezTo>
                  <a:pt x="20602" y="5422"/>
                  <a:pt x="20692" y="5406"/>
                  <a:pt x="20784" y="5390"/>
                </a:cubicBezTo>
                <a:cubicBezTo>
                  <a:pt x="20960" y="5358"/>
                  <a:pt x="21143" y="5326"/>
                  <a:pt x="21320" y="5302"/>
                </a:cubicBezTo>
                <a:cubicBezTo>
                  <a:pt x="21360" y="5294"/>
                  <a:pt x="21415" y="5262"/>
                  <a:pt x="21400" y="5262"/>
                </a:cubicBezTo>
                <a:cubicBezTo>
                  <a:pt x="21072" y="5311"/>
                  <a:pt x="20743" y="5375"/>
                  <a:pt x="20415" y="5422"/>
                </a:cubicBezTo>
                <a:cubicBezTo>
                  <a:pt x="20087" y="5470"/>
                  <a:pt x="19760" y="5510"/>
                  <a:pt x="19432" y="5542"/>
                </a:cubicBezTo>
                <a:cubicBezTo>
                  <a:pt x="19735" y="5494"/>
                  <a:pt x="20072" y="5470"/>
                  <a:pt x="20376" y="5422"/>
                </a:cubicBezTo>
                <a:cubicBezTo>
                  <a:pt x="20479" y="5406"/>
                  <a:pt x="20584" y="5382"/>
                  <a:pt x="20672" y="5366"/>
                </a:cubicBezTo>
                <a:cubicBezTo>
                  <a:pt x="20688" y="5358"/>
                  <a:pt x="20776" y="5326"/>
                  <a:pt x="20752" y="5326"/>
                </a:cubicBezTo>
                <a:cubicBezTo>
                  <a:pt x="20704" y="5326"/>
                  <a:pt x="20664" y="5318"/>
                  <a:pt x="20608" y="5326"/>
                </a:cubicBezTo>
                <a:cubicBezTo>
                  <a:pt x="20736" y="5306"/>
                  <a:pt x="20860" y="5286"/>
                  <a:pt x="20979" y="5265"/>
                </a:cubicBezTo>
                <a:lnTo>
                  <a:pt x="21313" y="5199"/>
                </a:lnTo>
                <a:lnTo>
                  <a:pt x="21321" y="5216"/>
                </a:lnTo>
                <a:cubicBezTo>
                  <a:pt x="21349" y="5229"/>
                  <a:pt x="21432" y="5228"/>
                  <a:pt x="21527" y="5223"/>
                </a:cubicBezTo>
                <a:cubicBezTo>
                  <a:pt x="21664" y="5214"/>
                  <a:pt x="21823" y="5190"/>
                  <a:pt x="21936" y="5182"/>
                </a:cubicBezTo>
                <a:close/>
                <a:moveTo>
                  <a:pt x="20608" y="5038"/>
                </a:moveTo>
                <a:cubicBezTo>
                  <a:pt x="20623" y="5038"/>
                  <a:pt x="20623" y="5038"/>
                  <a:pt x="20623" y="5038"/>
                </a:cubicBezTo>
                <a:lnTo>
                  <a:pt x="20605" y="5039"/>
                </a:lnTo>
                <a:lnTo>
                  <a:pt x="20608" y="5038"/>
                </a:lnTo>
                <a:close/>
                <a:moveTo>
                  <a:pt x="7336" y="4991"/>
                </a:moveTo>
                <a:cubicBezTo>
                  <a:pt x="7341" y="4992"/>
                  <a:pt x="7346" y="4993"/>
                  <a:pt x="7351" y="4994"/>
                </a:cubicBezTo>
                <a:lnTo>
                  <a:pt x="7360" y="4996"/>
                </a:lnTo>
                <a:lnTo>
                  <a:pt x="7358" y="4996"/>
                </a:lnTo>
                <a:cubicBezTo>
                  <a:pt x="7336" y="4991"/>
                  <a:pt x="7336" y="4991"/>
                  <a:pt x="7336" y="4991"/>
                </a:cubicBezTo>
                <a:close/>
                <a:moveTo>
                  <a:pt x="20000" y="4519"/>
                </a:moveTo>
                <a:cubicBezTo>
                  <a:pt x="19984" y="4519"/>
                  <a:pt x="19968" y="4526"/>
                  <a:pt x="19944" y="4526"/>
                </a:cubicBezTo>
                <a:cubicBezTo>
                  <a:pt x="19928" y="4534"/>
                  <a:pt x="19912" y="4543"/>
                  <a:pt x="19936" y="4543"/>
                </a:cubicBezTo>
                <a:cubicBezTo>
                  <a:pt x="19944" y="4543"/>
                  <a:pt x="19960" y="4543"/>
                  <a:pt x="19968" y="4543"/>
                </a:cubicBezTo>
                <a:cubicBezTo>
                  <a:pt x="19992" y="4534"/>
                  <a:pt x="20016" y="4519"/>
                  <a:pt x="20000" y="4519"/>
                </a:cubicBezTo>
                <a:close/>
                <a:moveTo>
                  <a:pt x="6784" y="4455"/>
                </a:moveTo>
                <a:lnTo>
                  <a:pt x="6895" y="4489"/>
                </a:lnTo>
                <a:lnTo>
                  <a:pt x="6872" y="4484"/>
                </a:lnTo>
                <a:cubicBezTo>
                  <a:pt x="6842" y="4476"/>
                  <a:pt x="6812" y="4466"/>
                  <a:pt x="6784" y="4455"/>
                </a:cubicBezTo>
                <a:close/>
                <a:moveTo>
                  <a:pt x="19264" y="4446"/>
                </a:moveTo>
                <a:cubicBezTo>
                  <a:pt x="19183" y="4455"/>
                  <a:pt x="19104" y="4470"/>
                  <a:pt x="19024" y="4478"/>
                </a:cubicBezTo>
                <a:cubicBezTo>
                  <a:pt x="19016" y="4478"/>
                  <a:pt x="19007" y="4478"/>
                  <a:pt x="19007" y="4487"/>
                </a:cubicBezTo>
                <a:cubicBezTo>
                  <a:pt x="19127" y="4487"/>
                  <a:pt x="19271" y="4478"/>
                  <a:pt x="19376" y="4487"/>
                </a:cubicBezTo>
                <a:cubicBezTo>
                  <a:pt x="19296" y="4494"/>
                  <a:pt x="19224" y="4510"/>
                  <a:pt x="19151" y="4519"/>
                </a:cubicBezTo>
                <a:cubicBezTo>
                  <a:pt x="19192" y="4519"/>
                  <a:pt x="19232" y="4519"/>
                  <a:pt x="19271" y="4510"/>
                </a:cubicBezTo>
                <a:cubicBezTo>
                  <a:pt x="19256" y="4519"/>
                  <a:pt x="19247" y="4526"/>
                  <a:pt x="19240" y="4526"/>
                </a:cubicBezTo>
                <a:cubicBezTo>
                  <a:pt x="19320" y="4519"/>
                  <a:pt x="19400" y="4502"/>
                  <a:pt x="19479" y="4494"/>
                </a:cubicBezTo>
                <a:cubicBezTo>
                  <a:pt x="19496" y="4487"/>
                  <a:pt x="19576" y="4462"/>
                  <a:pt x="19552" y="4462"/>
                </a:cubicBezTo>
                <a:cubicBezTo>
                  <a:pt x="19472" y="4446"/>
                  <a:pt x="19368" y="4446"/>
                  <a:pt x="19264" y="4446"/>
                </a:cubicBezTo>
                <a:close/>
                <a:moveTo>
                  <a:pt x="20352" y="4423"/>
                </a:moveTo>
                <a:cubicBezTo>
                  <a:pt x="20192" y="4438"/>
                  <a:pt x="20024" y="4455"/>
                  <a:pt x="19863" y="4470"/>
                </a:cubicBezTo>
                <a:cubicBezTo>
                  <a:pt x="19951" y="4470"/>
                  <a:pt x="20048" y="4470"/>
                  <a:pt x="20136" y="4470"/>
                </a:cubicBezTo>
                <a:cubicBezTo>
                  <a:pt x="20144" y="4470"/>
                  <a:pt x="20144" y="4470"/>
                  <a:pt x="20144" y="4470"/>
                </a:cubicBezTo>
                <a:cubicBezTo>
                  <a:pt x="20192" y="4462"/>
                  <a:pt x="20232" y="4462"/>
                  <a:pt x="20280" y="4455"/>
                </a:cubicBezTo>
                <a:cubicBezTo>
                  <a:pt x="20312" y="4455"/>
                  <a:pt x="20376" y="4423"/>
                  <a:pt x="20352" y="4423"/>
                </a:cubicBezTo>
                <a:close/>
                <a:moveTo>
                  <a:pt x="19240" y="4335"/>
                </a:moveTo>
                <a:cubicBezTo>
                  <a:pt x="19200" y="4343"/>
                  <a:pt x="19168" y="4343"/>
                  <a:pt x="19127" y="4343"/>
                </a:cubicBezTo>
                <a:cubicBezTo>
                  <a:pt x="19104" y="4350"/>
                  <a:pt x="19016" y="4382"/>
                  <a:pt x="19056" y="4382"/>
                </a:cubicBezTo>
                <a:cubicBezTo>
                  <a:pt x="19144" y="4382"/>
                  <a:pt x="19240" y="4375"/>
                  <a:pt x="19335" y="4367"/>
                </a:cubicBezTo>
                <a:cubicBezTo>
                  <a:pt x="19359" y="4358"/>
                  <a:pt x="19368" y="4350"/>
                  <a:pt x="19359" y="4350"/>
                </a:cubicBezTo>
                <a:cubicBezTo>
                  <a:pt x="19320" y="4350"/>
                  <a:pt x="19288" y="4343"/>
                  <a:pt x="19247" y="4343"/>
                </a:cubicBezTo>
                <a:cubicBezTo>
                  <a:pt x="19256" y="4343"/>
                  <a:pt x="19256" y="4335"/>
                  <a:pt x="19247" y="4335"/>
                </a:cubicBezTo>
                <a:lnTo>
                  <a:pt x="19240" y="4335"/>
                </a:lnTo>
                <a:close/>
                <a:moveTo>
                  <a:pt x="18176" y="4270"/>
                </a:moveTo>
                <a:cubicBezTo>
                  <a:pt x="18112" y="4279"/>
                  <a:pt x="18039" y="4279"/>
                  <a:pt x="17968" y="4287"/>
                </a:cubicBezTo>
                <a:cubicBezTo>
                  <a:pt x="18112" y="4287"/>
                  <a:pt x="18247" y="4279"/>
                  <a:pt x="18384" y="4270"/>
                </a:cubicBezTo>
                <a:cubicBezTo>
                  <a:pt x="18320" y="4270"/>
                  <a:pt x="18247" y="4270"/>
                  <a:pt x="18176" y="4270"/>
                </a:cubicBezTo>
                <a:close/>
                <a:moveTo>
                  <a:pt x="18648" y="4255"/>
                </a:moveTo>
                <a:cubicBezTo>
                  <a:pt x="18687" y="4255"/>
                  <a:pt x="18687" y="4255"/>
                  <a:pt x="18687" y="4255"/>
                </a:cubicBezTo>
                <a:lnTo>
                  <a:pt x="18646" y="4255"/>
                </a:lnTo>
                <a:lnTo>
                  <a:pt x="18648" y="4255"/>
                </a:lnTo>
                <a:close/>
                <a:moveTo>
                  <a:pt x="18039" y="4247"/>
                </a:moveTo>
                <a:cubicBezTo>
                  <a:pt x="18035" y="4248"/>
                  <a:pt x="18031" y="4249"/>
                  <a:pt x="18027" y="4249"/>
                </a:cubicBezTo>
                <a:lnTo>
                  <a:pt x="18023" y="4250"/>
                </a:lnTo>
                <a:lnTo>
                  <a:pt x="18034" y="4248"/>
                </a:lnTo>
                <a:cubicBezTo>
                  <a:pt x="18039" y="4247"/>
                  <a:pt x="18039" y="4247"/>
                  <a:pt x="18039" y="4247"/>
                </a:cubicBezTo>
                <a:close/>
                <a:moveTo>
                  <a:pt x="18396" y="4117"/>
                </a:moveTo>
                <a:lnTo>
                  <a:pt x="18391" y="4118"/>
                </a:lnTo>
                <a:cubicBezTo>
                  <a:pt x="18335" y="4118"/>
                  <a:pt x="18335" y="4118"/>
                  <a:pt x="18335" y="4118"/>
                </a:cubicBezTo>
                <a:lnTo>
                  <a:pt x="18396" y="4117"/>
                </a:lnTo>
                <a:close/>
                <a:moveTo>
                  <a:pt x="6166" y="3824"/>
                </a:moveTo>
                <a:lnTo>
                  <a:pt x="6171" y="3826"/>
                </a:lnTo>
                <a:cubicBezTo>
                  <a:pt x="6176" y="3827"/>
                  <a:pt x="6181" y="3828"/>
                  <a:pt x="6185" y="3830"/>
                </a:cubicBezTo>
                <a:cubicBezTo>
                  <a:pt x="6179" y="3829"/>
                  <a:pt x="6173" y="3827"/>
                  <a:pt x="6167" y="3825"/>
                </a:cubicBezTo>
                <a:lnTo>
                  <a:pt x="6166" y="3824"/>
                </a:lnTo>
                <a:close/>
                <a:moveTo>
                  <a:pt x="6792" y="3815"/>
                </a:moveTo>
                <a:cubicBezTo>
                  <a:pt x="6832" y="3822"/>
                  <a:pt x="6832" y="3822"/>
                  <a:pt x="6832" y="3822"/>
                </a:cubicBezTo>
                <a:lnTo>
                  <a:pt x="6833" y="3824"/>
                </a:lnTo>
                <a:lnTo>
                  <a:pt x="6792" y="3815"/>
                </a:lnTo>
                <a:close/>
                <a:moveTo>
                  <a:pt x="7024" y="3807"/>
                </a:moveTo>
                <a:cubicBezTo>
                  <a:pt x="7080" y="3815"/>
                  <a:pt x="7144" y="3830"/>
                  <a:pt x="7209" y="3847"/>
                </a:cubicBezTo>
                <a:cubicBezTo>
                  <a:pt x="7224" y="3847"/>
                  <a:pt x="7265" y="3847"/>
                  <a:pt x="7280" y="3847"/>
                </a:cubicBezTo>
                <a:cubicBezTo>
                  <a:pt x="7336" y="3863"/>
                  <a:pt x="7400" y="3878"/>
                  <a:pt x="7456" y="3895"/>
                </a:cubicBezTo>
                <a:cubicBezTo>
                  <a:pt x="7464" y="3895"/>
                  <a:pt x="7473" y="3895"/>
                  <a:pt x="7480" y="3895"/>
                </a:cubicBezTo>
                <a:cubicBezTo>
                  <a:pt x="7488" y="3895"/>
                  <a:pt x="7488" y="3895"/>
                  <a:pt x="7496" y="3895"/>
                </a:cubicBezTo>
                <a:cubicBezTo>
                  <a:pt x="7512" y="3895"/>
                  <a:pt x="7520" y="3886"/>
                  <a:pt x="7536" y="3886"/>
                </a:cubicBezTo>
                <a:cubicBezTo>
                  <a:pt x="7464" y="3863"/>
                  <a:pt x="7392" y="3847"/>
                  <a:pt x="7329" y="3822"/>
                </a:cubicBezTo>
                <a:cubicBezTo>
                  <a:pt x="7224" y="3815"/>
                  <a:pt x="7121" y="3807"/>
                  <a:pt x="7024" y="3807"/>
                </a:cubicBezTo>
                <a:close/>
                <a:moveTo>
                  <a:pt x="6832" y="3775"/>
                </a:moveTo>
                <a:cubicBezTo>
                  <a:pt x="6872" y="3783"/>
                  <a:pt x="6913" y="3790"/>
                  <a:pt x="6952" y="3798"/>
                </a:cubicBezTo>
                <a:cubicBezTo>
                  <a:pt x="6960" y="3798"/>
                  <a:pt x="6984" y="3807"/>
                  <a:pt x="7009" y="3798"/>
                </a:cubicBezTo>
                <a:cubicBezTo>
                  <a:pt x="6945" y="3790"/>
                  <a:pt x="6889" y="3783"/>
                  <a:pt x="6832" y="3775"/>
                </a:cubicBezTo>
                <a:close/>
                <a:moveTo>
                  <a:pt x="7160" y="3766"/>
                </a:moveTo>
                <a:cubicBezTo>
                  <a:pt x="7144" y="3766"/>
                  <a:pt x="7121" y="3783"/>
                  <a:pt x="7136" y="3783"/>
                </a:cubicBezTo>
                <a:cubicBezTo>
                  <a:pt x="7209" y="3798"/>
                  <a:pt x="7280" y="3807"/>
                  <a:pt x="7353" y="3815"/>
                </a:cubicBezTo>
                <a:cubicBezTo>
                  <a:pt x="7288" y="3790"/>
                  <a:pt x="7224" y="3775"/>
                  <a:pt x="7160" y="3766"/>
                </a:cubicBezTo>
                <a:close/>
                <a:moveTo>
                  <a:pt x="6537" y="3725"/>
                </a:moveTo>
                <a:cubicBezTo>
                  <a:pt x="6535" y="3725"/>
                  <a:pt x="6532" y="3725"/>
                  <a:pt x="6529" y="3726"/>
                </a:cubicBezTo>
                <a:cubicBezTo>
                  <a:pt x="6511" y="3729"/>
                  <a:pt x="6490" y="3742"/>
                  <a:pt x="6496" y="3742"/>
                </a:cubicBezTo>
                <a:cubicBezTo>
                  <a:pt x="6649" y="3775"/>
                  <a:pt x="6792" y="3798"/>
                  <a:pt x="6936" y="3822"/>
                </a:cubicBezTo>
                <a:cubicBezTo>
                  <a:pt x="6936" y="3822"/>
                  <a:pt x="6936" y="3822"/>
                  <a:pt x="6945" y="3822"/>
                </a:cubicBezTo>
                <a:cubicBezTo>
                  <a:pt x="6945" y="3822"/>
                  <a:pt x="6945" y="3822"/>
                  <a:pt x="6977" y="3822"/>
                </a:cubicBezTo>
                <a:lnTo>
                  <a:pt x="7072" y="3839"/>
                </a:lnTo>
                <a:cubicBezTo>
                  <a:pt x="6952" y="3807"/>
                  <a:pt x="6825" y="3783"/>
                  <a:pt x="6704" y="3758"/>
                </a:cubicBezTo>
                <a:cubicBezTo>
                  <a:pt x="6649" y="3751"/>
                  <a:pt x="6600" y="3734"/>
                  <a:pt x="6544" y="3727"/>
                </a:cubicBezTo>
                <a:cubicBezTo>
                  <a:pt x="6542" y="3726"/>
                  <a:pt x="6540" y="3725"/>
                  <a:pt x="6537" y="3725"/>
                </a:cubicBezTo>
                <a:close/>
                <a:moveTo>
                  <a:pt x="4425" y="3695"/>
                </a:moveTo>
                <a:lnTo>
                  <a:pt x="4446" y="3703"/>
                </a:lnTo>
                <a:lnTo>
                  <a:pt x="4440" y="3700"/>
                </a:lnTo>
                <a:cubicBezTo>
                  <a:pt x="4435" y="3699"/>
                  <a:pt x="4430" y="3697"/>
                  <a:pt x="4425" y="3695"/>
                </a:cubicBezTo>
                <a:close/>
                <a:moveTo>
                  <a:pt x="4592" y="3687"/>
                </a:moveTo>
                <a:cubicBezTo>
                  <a:pt x="4657" y="3703"/>
                  <a:pt x="4657" y="3703"/>
                  <a:pt x="4657" y="3703"/>
                </a:cubicBezTo>
                <a:lnTo>
                  <a:pt x="4662" y="3705"/>
                </a:lnTo>
                <a:lnTo>
                  <a:pt x="4592" y="3687"/>
                </a:lnTo>
                <a:close/>
                <a:moveTo>
                  <a:pt x="7089" y="3655"/>
                </a:moveTo>
                <a:cubicBezTo>
                  <a:pt x="7112" y="3663"/>
                  <a:pt x="7136" y="3663"/>
                  <a:pt x="7153" y="3671"/>
                </a:cubicBezTo>
                <a:cubicBezTo>
                  <a:pt x="7160" y="3671"/>
                  <a:pt x="7177" y="3671"/>
                  <a:pt x="7192" y="3671"/>
                </a:cubicBezTo>
                <a:cubicBezTo>
                  <a:pt x="7153" y="3663"/>
                  <a:pt x="7121" y="3663"/>
                  <a:pt x="7089" y="3655"/>
                </a:cubicBezTo>
                <a:close/>
                <a:moveTo>
                  <a:pt x="7001" y="3639"/>
                </a:moveTo>
                <a:cubicBezTo>
                  <a:pt x="6984" y="3646"/>
                  <a:pt x="6960" y="3663"/>
                  <a:pt x="6968" y="3663"/>
                </a:cubicBezTo>
                <a:cubicBezTo>
                  <a:pt x="7072" y="3678"/>
                  <a:pt x="7168" y="3695"/>
                  <a:pt x="7273" y="3710"/>
                </a:cubicBezTo>
                <a:cubicBezTo>
                  <a:pt x="7184" y="3687"/>
                  <a:pt x="7096" y="3663"/>
                  <a:pt x="7001" y="3639"/>
                </a:cubicBezTo>
                <a:close/>
                <a:moveTo>
                  <a:pt x="5823" y="3638"/>
                </a:moveTo>
                <a:lnTo>
                  <a:pt x="5880" y="3655"/>
                </a:lnTo>
                <a:cubicBezTo>
                  <a:pt x="5824" y="3639"/>
                  <a:pt x="5824" y="3639"/>
                  <a:pt x="5824" y="3639"/>
                </a:cubicBezTo>
                <a:lnTo>
                  <a:pt x="5823" y="3638"/>
                </a:lnTo>
                <a:close/>
                <a:moveTo>
                  <a:pt x="16584" y="3086"/>
                </a:moveTo>
                <a:cubicBezTo>
                  <a:pt x="16580" y="3088"/>
                  <a:pt x="16576" y="3090"/>
                  <a:pt x="16572" y="3091"/>
                </a:cubicBezTo>
                <a:lnTo>
                  <a:pt x="16567" y="3092"/>
                </a:lnTo>
                <a:lnTo>
                  <a:pt x="16568" y="3092"/>
                </a:lnTo>
                <a:cubicBezTo>
                  <a:pt x="16584" y="3086"/>
                  <a:pt x="16584" y="3086"/>
                  <a:pt x="16584" y="3086"/>
                </a:cubicBezTo>
                <a:close/>
                <a:moveTo>
                  <a:pt x="16458" y="3011"/>
                </a:moveTo>
                <a:lnTo>
                  <a:pt x="16457" y="3012"/>
                </a:lnTo>
                <a:lnTo>
                  <a:pt x="16458" y="3011"/>
                </a:lnTo>
                <a:lnTo>
                  <a:pt x="16458" y="3011"/>
                </a:lnTo>
                <a:close/>
                <a:moveTo>
                  <a:pt x="16672" y="2951"/>
                </a:moveTo>
                <a:lnTo>
                  <a:pt x="16672" y="2959"/>
                </a:lnTo>
                <a:cubicBezTo>
                  <a:pt x="16616" y="2974"/>
                  <a:pt x="16560" y="2983"/>
                  <a:pt x="16512" y="2999"/>
                </a:cubicBezTo>
                <a:cubicBezTo>
                  <a:pt x="16504" y="2999"/>
                  <a:pt x="16496" y="3007"/>
                  <a:pt x="16487" y="3007"/>
                </a:cubicBezTo>
                <a:lnTo>
                  <a:pt x="16458" y="3011"/>
                </a:lnTo>
                <a:lnTo>
                  <a:pt x="16463" y="3007"/>
                </a:lnTo>
                <a:cubicBezTo>
                  <a:pt x="16463" y="3007"/>
                  <a:pt x="16463" y="3007"/>
                  <a:pt x="16512" y="2983"/>
                </a:cubicBezTo>
                <a:cubicBezTo>
                  <a:pt x="16512" y="2983"/>
                  <a:pt x="16512" y="2983"/>
                  <a:pt x="16519" y="2983"/>
                </a:cubicBezTo>
                <a:cubicBezTo>
                  <a:pt x="16568" y="2974"/>
                  <a:pt x="16624" y="2959"/>
                  <a:pt x="16672" y="2951"/>
                </a:cubicBezTo>
                <a:close/>
                <a:moveTo>
                  <a:pt x="16936" y="2935"/>
                </a:moveTo>
                <a:cubicBezTo>
                  <a:pt x="16944" y="2935"/>
                  <a:pt x="16944" y="2935"/>
                  <a:pt x="16944" y="2935"/>
                </a:cubicBezTo>
                <a:lnTo>
                  <a:pt x="16935" y="2935"/>
                </a:lnTo>
                <a:lnTo>
                  <a:pt x="16936" y="2935"/>
                </a:lnTo>
                <a:close/>
                <a:moveTo>
                  <a:pt x="16936" y="2831"/>
                </a:moveTo>
                <a:lnTo>
                  <a:pt x="16932" y="2832"/>
                </a:lnTo>
                <a:lnTo>
                  <a:pt x="16933" y="2831"/>
                </a:lnTo>
                <a:cubicBezTo>
                  <a:pt x="16934" y="2831"/>
                  <a:pt x="16934" y="2831"/>
                  <a:pt x="16936" y="2831"/>
                </a:cubicBezTo>
                <a:close/>
                <a:moveTo>
                  <a:pt x="17079" y="2807"/>
                </a:moveTo>
                <a:cubicBezTo>
                  <a:pt x="17062" y="2813"/>
                  <a:pt x="17044" y="2817"/>
                  <a:pt x="17026" y="2822"/>
                </a:cubicBezTo>
                <a:lnTo>
                  <a:pt x="17024" y="2822"/>
                </a:lnTo>
                <a:lnTo>
                  <a:pt x="17031" y="2820"/>
                </a:lnTo>
                <a:cubicBezTo>
                  <a:pt x="17047" y="2815"/>
                  <a:pt x="17063" y="2811"/>
                  <a:pt x="17079" y="2807"/>
                </a:cubicBezTo>
                <a:close/>
                <a:moveTo>
                  <a:pt x="16351" y="2800"/>
                </a:moveTo>
                <a:lnTo>
                  <a:pt x="16350" y="2800"/>
                </a:lnTo>
                <a:lnTo>
                  <a:pt x="16351" y="2800"/>
                </a:lnTo>
                <a:lnTo>
                  <a:pt x="16351" y="2800"/>
                </a:lnTo>
                <a:close/>
                <a:moveTo>
                  <a:pt x="16539" y="2752"/>
                </a:moveTo>
                <a:lnTo>
                  <a:pt x="16536" y="2754"/>
                </a:lnTo>
                <a:cubicBezTo>
                  <a:pt x="16528" y="2758"/>
                  <a:pt x="16518" y="2769"/>
                  <a:pt x="16512" y="2775"/>
                </a:cubicBezTo>
                <a:cubicBezTo>
                  <a:pt x="16487" y="2783"/>
                  <a:pt x="16463" y="2791"/>
                  <a:pt x="16440" y="2791"/>
                </a:cubicBezTo>
                <a:cubicBezTo>
                  <a:pt x="16440" y="2791"/>
                  <a:pt x="16440" y="2791"/>
                  <a:pt x="16384" y="2799"/>
                </a:cubicBezTo>
                <a:cubicBezTo>
                  <a:pt x="16375" y="2799"/>
                  <a:pt x="16367" y="2799"/>
                  <a:pt x="16360" y="2799"/>
                </a:cubicBezTo>
                <a:lnTo>
                  <a:pt x="16351" y="2800"/>
                </a:lnTo>
                <a:lnTo>
                  <a:pt x="16455" y="2775"/>
                </a:lnTo>
                <a:cubicBezTo>
                  <a:pt x="16475" y="2770"/>
                  <a:pt x="16495" y="2764"/>
                  <a:pt x="16515" y="2759"/>
                </a:cubicBezTo>
                <a:lnTo>
                  <a:pt x="16539" y="2752"/>
                </a:lnTo>
                <a:close/>
                <a:moveTo>
                  <a:pt x="16542" y="2751"/>
                </a:moveTo>
                <a:lnTo>
                  <a:pt x="16539" y="2752"/>
                </a:lnTo>
                <a:lnTo>
                  <a:pt x="16540" y="2752"/>
                </a:lnTo>
                <a:lnTo>
                  <a:pt x="16542" y="2751"/>
                </a:lnTo>
                <a:close/>
                <a:moveTo>
                  <a:pt x="16719" y="2551"/>
                </a:moveTo>
                <a:lnTo>
                  <a:pt x="16716" y="2552"/>
                </a:lnTo>
                <a:lnTo>
                  <a:pt x="16717" y="2552"/>
                </a:lnTo>
                <a:cubicBezTo>
                  <a:pt x="16717" y="2551"/>
                  <a:pt x="16718" y="2551"/>
                  <a:pt x="16719" y="2551"/>
                </a:cubicBezTo>
                <a:close/>
                <a:moveTo>
                  <a:pt x="16912" y="2535"/>
                </a:moveTo>
                <a:lnTo>
                  <a:pt x="16912" y="2543"/>
                </a:lnTo>
                <a:cubicBezTo>
                  <a:pt x="16903" y="2607"/>
                  <a:pt x="17096" y="2560"/>
                  <a:pt x="17191" y="2551"/>
                </a:cubicBezTo>
                <a:cubicBezTo>
                  <a:pt x="17144" y="2575"/>
                  <a:pt x="17096" y="2599"/>
                  <a:pt x="17056" y="2623"/>
                </a:cubicBezTo>
                <a:cubicBezTo>
                  <a:pt x="17047" y="2631"/>
                  <a:pt x="17024" y="2655"/>
                  <a:pt x="17032" y="2655"/>
                </a:cubicBezTo>
                <a:cubicBezTo>
                  <a:pt x="17039" y="2655"/>
                  <a:pt x="17047" y="2655"/>
                  <a:pt x="17056" y="2655"/>
                </a:cubicBezTo>
                <a:cubicBezTo>
                  <a:pt x="17024" y="2663"/>
                  <a:pt x="16991" y="2671"/>
                  <a:pt x="16959" y="2678"/>
                </a:cubicBezTo>
                <a:cubicBezTo>
                  <a:pt x="16959" y="2678"/>
                  <a:pt x="16959" y="2678"/>
                  <a:pt x="16839" y="2703"/>
                </a:cubicBezTo>
                <a:cubicBezTo>
                  <a:pt x="16848" y="2695"/>
                  <a:pt x="16848" y="2687"/>
                  <a:pt x="16848" y="2678"/>
                </a:cubicBezTo>
                <a:cubicBezTo>
                  <a:pt x="16807" y="2687"/>
                  <a:pt x="16776" y="2695"/>
                  <a:pt x="16744" y="2703"/>
                </a:cubicBezTo>
                <a:cubicBezTo>
                  <a:pt x="16744" y="2695"/>
                  <a:pt x="16744" y="2695"/>
                  <a:pt x="16736" y="2695"/>
                </a:cubicBezTo>
                <a:cubicBezTo>
                  <a:pt x="16736" y="2695"/>
                  <a:pt x="16736" y="2695"/>
                  <a:pt x="16695" y="2711"/>
                </a:cubicBezTo>
                <a:cubicBezTo>
                  <a:pt x="16663" y="2719"/>
                  <a:pt x="16624" y="2727"/>
                  <a:pt x="16592" y="2743"/>
                </a:cubicBezTo>
                <a:cubicBezTo>
                  <a:pt x="16592" y="2743"/>
                  <a:pt x="16592" y="2743"/>
                  <a:pt x="16543" y="2751"/>
                </a:cubicBezTo>
                <a:lnTo>
                  <a:pt x="16542" y="2751"/>
                </a:lnTo>
                <a:lnTo>
                  <a:pt x="16574" y="2742"/>
                </a:lnTo>
                <a:cubicBezTo>
                  <a:pt x="16692" y="2707"/>
                  <a:pt x="16808" y="2669"/>
                  <a:pt x="16927" y="2639"/>
                </a:cubicBezTo>
                <a:cubicBezTo>
                  <a:pt x="16944" y="2639"/>
                  <a:pt x="16968" y="2607"/>
                  <a:pt x="16959" y="2607"/>
                </a:cubicBezTo>
                <a:cubicBezTo>
                  <a:pt x="16815" y="2639"/>
                  <a:pt x="16672" y="2687"/>
                  <a:pt x="16528" y="2727"/>
                </a:cubicBezTo>
                <a:cubicBezTo>
                  <a:pt x="16384" y="2766"/>
                  <a:pt x="16240" y="2799"/>
                  <a:pt x="16096" y="2822"/>
                </a:cubicBezTo>
                <a:cubicBezTo>
                  <a:pt x="16223" y="2783"/>
                  <a:pt x="16375" y="2766"/>
                  <a:pt x="16512" y="2727"/>
                </a:cubicBezTo>
                <a:cubicBezTo>
                  <a:pt x="16551" y="2711"/>
                  <a:pt x="16599" y="2695"/>
                  <a:pt x="16639" y="2678"/>
                </a:cubicBezTo>
                <a:cubicBezTo>
                  <a:pt x="16648" y="2671"/>
                  <a:pt x="16680" y="2648"/>
                  <a:pt x="16672" y="2639"/>
                </a:cubicBezTo>
                <a:cubicBezTo>
                  <a:pt x="16648" y="2639"/>
                  <a:pt x="16624" y="2631"/>
                  <a:pt x="16607" y="2631"/>
                </a:cubicBezTo>
                <a:cubicBezTo>
                  <a:pt x="16712" y="2607"/>
                  <a:pt x="16815" y="2575"/>
                  <a:pt x="16912" y="2535"/>
                </a:cubicBezTo>
                <a:close/>
                <a:moveTo>
                  <a:pt x="16648" y="2487"/>
                </a:moveTo>
                <a:lnTo>
                  <a:pt x="16640" y="2489"/>
                </a:lnTo>
                <a:lnTo>
                  <a:pt x="16640" y="2488"/>
                </a:lnTo>
                <a:cubicBezTo>
                  <a:pt x="16641" y="2487"/>
                  <a:pt x="16644" y="2487"/>
                  <a:pt x="16648" y="2487"/>
                </a:cubicBezTo>
                <a:close/>
                <a:moveTo>
                  <a:pt x="16568" y="2352"/>
                </a:moveTo>
                <a:cubicBezTo>
                  <a:pt x="16575" y="2352"/>
                  <a:pt x="16575" y="2352"/>
                  <a:pt x="16575" y="2352"/>
                </a:cubicBezTo>
                <a:lnTo>
                  <a:pt x="16567" y="2352"/>
                </a:lnTo>
                <a:lnTo>
                  <a:pt x="16568" y="2352"/>
                </a:lnTo>
                <a:close/>
                <a:moveTo>
                  <a:pt x="16734" y="2317"/>
                </a:moveTo>
                <a:lnTo>
                  <a:pt x="16732" y="2318"/>
                </a:lnTo>
                <a:cubicBezTo>
                  <a:pt x="16730" y="2318"/>
                  <a:pt x="16729" y="2319"/>
                  <a:pt x="16727" y="2319"/>
                </a:cubicBezTo>
                <a:cubicBezTo>
                  <a:pt x="16727" y="2319"/>
                  <a:pt x="16727" y="2319"/>
                  <a:pt x="16733" y="2317"/>
                </a:cubicBezTo>
                <a:lnTo>
                  <a:pt x="16734" y="2317"/>
                </a:lnTo>
                <a:close/>
                <a:moveTo>
                  <a:pt x="16737" y="2316"/>
                </a:moveTo>
                <a:lnTo>
                  <a:pt x="16735" y="2317"/>
                </a:lnTo>
                <a:lnTo>
                  <a:pt x="16734" y="2317"/>
                </a:lnTo>
                <a:lnTo>
                  <a:pt x="16735" y="2317"/>
                </a:lnTo>
                <a:lnTo>
                  <a:pt x="16737" y="2316"/>
                </a:lnTo>
                <a:close/>
                <a:moveTo>
                  <a:pt x="16739" y="2315"/>
                </a:moveTo>
                <a:lnTo>
                  <a:pt x="16738" y="2316"/>
                </a:lnTo>
                <a:lnTo>
                  <a:pt x="16737" y="2316"/>
                </a:lnTo>
                <a:lnTo>
                  <a:pt x="16737" y="2316"/>
                </a:lnTo>
                <a:lnTo>
                  <a:pt x="16739" y="2315"/>
                </a:lnTo>
                <a:close/>
                <a:moveTo>
                  <a:pt x="16742" y="2314"/>
                </a:moveTo>
                <a:lnTo>
                  <a:pt x="16740" y="2315"/>
                </a:lnTo>
                <a:lnTo>
                  <a:pt x="16739" y="2315"/>
                </a:lnTo>
                <a:lnTo>
                  <a:pt x="16741" y="2315"/>
                </a:lnTo>
                <a:lnTo>
                  <a:pt x="16742" y="2314"/>
                </a:lnTo>
                <a:close/>
                <a:moveTo>
                  <a:pt x="16745" y="2313"/>
                </a:moveTo>
                <a:lnTo>
                  <a:pt x="16743" y="2314"/>
                </a:lnTo>
                <a:lnTo>
                  <a:pt x="16742" y="2314"/>
                </a:lnTo>
                <a:lnTo>
                  <a:pt x="16743" y="2314"/>
                </a:lnTo>
                <a:lnTo>
                  <a:pt x="16745" y="2313"/>
                </a:lnTo>
                <a:close/>
                <a:moveTo>
                  <a:pt x="16751" y="2311"/>
                </a:moveTo>
                <a:cubicBezTo>
                  <a:pt x="16750" y="2312"/>
                  <a:pt x="16748" y="2312"/>
                  <a:pt x="16747" y="2313"/>
                </a:cubicBezTo>
                <a:lnTo>
                  <a:pt x="16745" y="2313"/>
                </a:lnTo>
                <a:lnTo>
                  <a:pt x="16745" y="2313"/>
                </a:lnTo>
                <a:cubicBezTo>
                  <a:pt x="16751" y="2311"/>
                  <a:pt x="16751" y="2311"/>
                  <a:pt x="16751" y="2311"/>
                </a:cubicBezTo>
                <a:close/>
                <a:moveTo>
                  <a:pt x="10227" y="2159"/>
                </a:moveTo>
                <a:lnTo>
                  <a:pt x="10241" y="2160"/>
                </a:lnTo>
                <a:cubicBezTo>
                  <a:pt x="10248" y="2161"/>
                  <a:pt x="10256" y="2163"/>
                  <a:pt x="10264" y="2167"/>
                </a:cubicBezTo>
                <a:lnTo>
                  <a:pt x="10227" y="2159"/>
                </a:lnTo>
                <a:close/>
                <a:moveTo>
                  <a:pt x="10352" y="2047"/>
                </a:moveTo>
                <a:lnTo>
                  <a:pt x="10407" y="2055"/>
                </a:lnTo>
                <a:lnTo>
                  <a:pt x="10384" y="2053"/>
                </a:lnTo>
                <a:lnTo>
                  <a:pt x="10352" y="2047"/>
                </a:lnTo>
                <a:close/>
                <a:moveTo>
                  <a:pt x="10304" y="2031"/>
                </a:moveTo>
                <a:cubicBezTo>
                  <a:pt x="10304" y="2031"/>
                  <a:pt x="10304" y="2031"/>
                  <a:pt x="10313" y="2039"/>
                </a:cubicBezTo>
                <a:lnTo>
                  <a:pt x="10352" y="2047"/>
                </a:lnTo>
                <a:lnTo>
                  <a:pt x="10304" y="2039"/>
                </a:lnTo>
                <a:cubicBezTo>
                  <a:pt x="10304" y="2039"/>
                  <a:pt x="10304" y="2039"/>
                  <a:pt x="10304" y="2031"/>
                </a:cubicBezTo>
                <a:close/>
                <a:moveTo>
                  <a:pt x="9777" y="1765"/>
                </a:moveTo>
                <a:lnTo>
                  <a:pt x="9783" y="1766"/>
                </a:lnTo>
                <a:cubicBezTo>
                  <a:pt x="9785" y="1767"/>
                  <a:pt x="9785" y="1767"/>
                  <a:pt x="9785" y="1767"/>
                </a:cubicBezTo>
                <a:cubicBezTo>
                  <a:pt x="9776" y="1767"/>
                  <a:pt x="9776" y="1767"/>
                  <a:pt x="9776" y="1767"/>
                </a:cubicBezTo>
                <a:lnTo>
                  <a:pt x="9777" y="1765"/>
                </a:lnTo>
                <a:close/>
                <a:moveTo>
                  <a:pt x="1040" y="1679"/>
                </a:moveTo>
                <a:lnTo>
                  <a:pt x="1071" y="1695"/>
                </a:lnTo>
                <a:lnTo>
                  <a:pt x="1070" y="1694"/>
                </a:lnTo>
                <a:cubicBezTo>
                  <a:pt x="1059" y="1690"/>
                  <a:pt x="1049" y="1685"/>
                  <a:pt x="1040" y="1679"/>
                </a:cubicBezTo>
                <a:close/>
                <a:moveTo>
                  <a:pt x="9450" y="1587"/>
                </a:moveTo>
                <a:lnTo>
                  <a:pt x="9462" y="1589"/>
                </a:lnTo>
                <a:lnTo>
                  <a:pt x="9475" y="1591"/>
                </a:lnTo>
                <a:lnTo>
                  <a:pt x="9468" y="1590"/>
                </a:lnTo>
                <a:lnTo>
                  <a:pt x="9450" y="1587"/>
                </a:lnTo>
                <a:close/>
                <a:moveTo>
                  <a:pt x="9312" y="1567"/>
                </a:moveTo>
                <a:lnTo>
                  <a:pt x="9450" y="1587"/>
                </a:lnTo>
                <a:lnTo>
                  <a:pt x="9409" y="1584"/>
                </a:lnTo>
                <a:cubicBezTo>
                  <a:pt x="9377" y="1584"/>
                  <a:pt x="9345" y="1575"/>
                  <a:pt x="9312" y="1567"/>
                </a:cubicBezTo>
                <a:close/>
                <a:moveTo>
                  <a:pt x="1272" y="1519"/>
                </a:moveTo>
                <a:lnTo>
                  <a:pt x="1292" y="1527"/>
                </a:lnTo>
                <a:lnTo>
                  <a:pt x="1289" y="1528"/>
                </a:lnTo>
                <a:cubicBezTo>
                  <a:pt x="1272" y="1519"/>
                  <a:pt x="1272" y="1519"/>
                  <a:pt x="1272" y="1519"/>
                </a:cubicBezTo>
                <a:close/>
                <a:moveTo>
                  <a:pt x="400" y="1504"/>
                </a:moveTo>
                <a:lnTo>
                  <a:pt x="436" y="1519"/>
                </a:lnTo>
                <a:lnTo>
                  <a:pt x="432" y="1519"/>
                </a:lnTo>
                <a:cubicBezTo>
                  <a:pt x="400" y="1504"/>
                  <a:pt x="400" y="1504"/>
                  <a:pt x="400" y="1504"/>
                </a:cubicBezTo>
                <a:close/>
                <a:moveTo>
                  <a:pt x="1199" y="1391"/>
                </a:moveTo>
                <a:cubicBezTo>
                  <a:pt x="1216" y="1391"/>
                  <a:pt x="1216" y="1391"/>
                  <a:pt x="1216" y="1391"/>
                </a:cubicBezTo>
                <a:lnTo>
                  <a:pt x="1242" y="1399"/>
                </a:lnTo>
                <a:lnTo>
                  <a:pt x="1240" y="1399"/>
                </a:lnTo>
                <a:cubicBezTo>
                  <a:pt x="1199" y="1391"/>
                  <a:pt x="1199" y="1391"/>
                  <a:pt x="1199" y="1391"/>
                </a:cubicBezTo>
                <a:close/>
                <a:moveTo>
                  <a:pt x="64" y="1240"/>
                </a:moveTo>
                <a:cubicBezTo>
                  <a:pt x="66" y="1240"/>
                  <a:pt x="67" y="1240"/>
                  <a:pt x="69" y="1241"/>
                </a:cubicBezTo>
                <a:lnTo>
                  <a:pt x="70" y="1242"/>
                </a:lnTo>
                <a:lnTo>
                  <a:pt x="64" y="1240"/>
                </a:lnTo>
                <a:close/>
                <a:moveTo>
                  <a:pt x="5041" y="1238"/>
                </a:moveTo>
                <a:lnTo>
                  <a:pt x="5111" y="1267"/>
                </a:lnTo>
                <a:lnTo>
                  <a:pt x="5041" y="1240"/>
                </a:lnTo>
                <a:cubicBezTo>
                  <a:pt x="5041" y="1240"/>
                  <a:pt x="5041" y="1240"/>
                  <a:pt x="5041" y="1239"/>
                </a:cubicBezTo>
                <a:lnTo>
                  <a:pt x="5041" y="1238"/>
                </a:lnTo>
                <a:close/>
                <a:moveTo>
                  <a:pt x="5024" y="1232"/>
                </a:moveTo>
                <a:cubicBezTo>
                  <a:pt x="5024" y="1232"/>
                  <a:pt x="5024" y="1232"/>
                  <a:pt x="5041" y="1232"/>
                </a:cubicBezTo>
                <a:lnTo>
                  <a:pt x="5041" y="1238"/>
                </a:lnTo>
                <a:lnTo>
                  <a:pt x="5024" y="1232"/>
                </a:lnTo>
                <a:close/>
                <a:moveTo>
                  <a:pt x="1224" y="1191"/>
                </a:moveTo>
                <a:cubicBezTo>
                  <a:pt x="1230" y="1191"/>
                  <a:pt x="1235" y="1192"/>
                  <a:pt x="1239" y="1194"/>
                </a:cubicBezTo>
                <a:lnTo>
                  <a:pt x="1241" y="1195"/>
                </a:lnTo>
                <a:lnTo>
                  <a:pt x="1237" y="1194"/>
                </a:lnTo>
                <a:cubicBezTo>
                  <a:pt x="1233" y="1193"/>
                  <a:pt x="1228" y="1192"/>
                  <a:pt x="1224" y="1191"/>
                </a:cubicBezTo>
                <a:close/>
                <a:moveTo>
                  <a:pt x="1096" y="1191"/>
                </a:moveTo>
                <a:cubicBezTo>
                  <a:pt x="1100" y="1191"/>
                  <a:pt x="1102" y="1191"/>
                  <a:pt x="1102" y="1192"/>
                </a:cubicBezTo>
                <a:lnTo>
                  <a:pt x="1102" y="1192"/>
                </a:lnTo>
                <a:lnTo>
                  <a:pt x="1096" y="1191"/>
                </a:lnTo>
                <a:close/>
                <a:moveTo>
                  <a:pt x="3925" y="1017"/>
                </a:moveTo>
                <a:lnTo>
                  <a:pt x="3926" y="1017"/>
                </a:lnTo>
                <a:cubicBezTo>
                  <a:pt x="3930" y="1019"/>
                  <a:pt x="3933" y="1020"/>
                  <a:pt x="3936" y="1024"/>
                </a:cubicBezTo>
                <a:lnTo>
                  <a:pt x="3925" y="1017"/>
                </a:lnTo>
                <a:close/>
                <a:moveTo>
                  <a:pt x="3821" y="944"/>
                </a:moveTo>
                <a:cubicBezTo>
                  <a:pt x="3820" y="945"/>
                  <a:pt x="3818" y="945"/>
                  <a:pt x="3817" y="945"/>
                </a:cubicBezTo>
                <a:cubicBezTo>
                  <a:pt x="3811" y="945"/>
                  <a:pt x="3810" y="947"/>
                  <a:pt x="3816" y="951"/>
                </a:cubicBezTo>
                <a:cubicBezTo>
                  <a:pt x="3846" y="969"/>
                  <a:pt x="3876" y="987"/>
                  <a:pt x="3906" y="1006"/>
                </a:cubicBezTo>
                <a:lnTo>
                  <a:pt x="3925" y="1017"/>
                </a:lnTo>
                <a:lnTo>
                  <a:pt x="3923" y="1016"/>
                </a:lnTo>
                <a:cubicBezTo>
                  <a:pt x="3918" y="1015"/>
                  <a:pt x="3912" y="1015"/>
                  <a:pt x="3904" y="1015"/>
                </a:cubicBezTo>
                <a:cubicBezTo>
                  <a:pt x="3904" y="1015"/>
                  <a:pt x="3904" y="1015"/>
                  <a:pt x="3897" y="1007"/>
                </a:cubicBezTo>
                <a:cubicBezTo>
                  <a:pt x="3880" y="1000"/>
                  <a:pt x="3792" y="991"/>
                  <a:pt x="3816" y="1007"/>
                </a:cubicBezTo>
                <a:cubicBezTo>
                  <a:pt x="3865" y="1024"/>
                  <a:pt x="3904" y="1047"/>
                  <a:pt x="3944" y="1063"/>
                </a:cubicBezTo>
                <a:cubicBezTo>
                  <a:pt x="4080" y="1112"/>
                  <a:pt x="4217" y="1152"/>
                  <a:pt x="4352" y="1200"/>
                </a:cubicBezTo>
                <a:cubicBezTo>
                  <a:pt x="4232" y="1135"/>
                  <a:pt x="4112" y="1079"/>
                  <a:pt x="4000" y="1015"/>
                </a:cubicBezTo>
                <a:cubicBezTo>
                  <a:pt x="4032" y="1015"/>
                  <a:pt x="4056" y="1015"/>
                  <a:pt x="4032" y="1007"/>
                </a:cubicBezTo>
                <a:cubicBezTo>
                  <a:pt x="4032" y="1007"/>
                  <a:pt x="4032" y="1007"/>
                  <a:pt x="3904" y="959"/>
                </a:cubicBezTo>
                <a:cubicBezTo>
                  <a:pt x="3893" y="954"/>
                  <a:pt x="3842" y="944"/>
                  <a:pt x="3821" y="944"/>
                </a:cubicBezTo>
                <a:close/>
                <a:moveTo>
                  <a:pt x="3943" y="798"/>
                </a:moveTo>
                <a:lnTo>
                  <a:pt x="3985" y="816"/>
                </a:lnTo>
                <a:cubicBezTo>
                  <a:pt x="3944" y="800"/>
                  <a:pt x="3944" y="800"/>
                  <a:pt x="3944" y="800"/>
                </a:cubicBezTo>
                <a:lnTo>
                  <a:pt x="3943" y="798"/>
                </a:lnTo>
                <a:close/>
                <a:moveTo>
                  <a:pt x="601" y="373"/>
                </a:moveTo>
                <a:lnTo>
                  <a:pt x="607" y="375"/>
                </a:lnTo>
                <a:cubicBezTo>
                  <a:pt x="608" y="376"/>
                  <a:pt x="608" y="376"/>
                  <a:pt x="608" y="376"/>
                </a:cubicBezTo>
                <a:cubicBezTo>
                  <a:pt x="600" y="376"/>
                  <a:pt x="600" y="376"/>
                  <a:pt x="600" y="376"/>
                </a:cubicBezTo>
                <a:lnTo>
                  <a:pt x="601" y="373"/>
                </a:lnTo>
                <a:close/>
                <a:moveTo>
                  <a:pt x="3392" y="238"/>
                </a:moveTo>
                <a:lnTo>
                  <a:pt x="3408" y="244"/>
                </a:lnTo>
                <a:cubicBezTo>
                  <a:pt x="3416" y="247"/>
                  <a:pt x="3416" y="247"/>
                  <a:pt x="3416" y="247"/>
                </a:cubicBezTo>
                <a:cubicBezTo>
                  <a:pt x="3392" y="240"/>
                  <a:pt x="3392" y="240"/>
                  <a:pt x="3392" y="240"/>
                </a:cubicBezTo>
                <a:lnTo>
                  <a:pt x="3392" y="238"/>
                </a:lnTo>
                <a:close/>
                <a:moveTo>
                  <a:pt x="3328" y="157"/>
                </a:moveTo>
                <a:lnTo>
                  <a:pt x="3341" y="162"/>
                </a:lnTo>
                <a:lnTo>
                  <a:pt x="3359" y="171"/>
                </a:lnTo>
                <a:lnTo>
                  <a:pt x="3352" y="167"/>
                </a:lnTo>
                <a:lnTo>
                  <a:pt x="3328" y="157"/>
                </a:lnTo>
                <a:close/>
                <a:moveTo>
                  <a:pt x="952" y="48"/>
                </a:moveTo>
                <a:cubicBezTo>
                  <a:pt x="976" y="56"/>
                  <a:pt x="976" y="56"/>
                  <a:pt x="976" y="56"/>
                </a:cubicBezTo>
                <a:lnTo>
                  <a:pt x="976" y="56"/>
                </a:lnTo>
                <a:lnTo>
                  <a:pt x="972" y="55"/>
                </a:lnTo>
                <a:cubicBezTo>
                  <a:pt x="952" y="48"/>
                  <a:pt x="952" y="48"/>
                  <a:pt x="952" y="48"/>
                </a:cubicBezTo>
                <a:close/>
                <a:moveTo>
                  <a:pt x="3040" y="32"/>
                </a:moveTo>
                <a:lnTo>
                  <a:pt x="3328" y="157"/>
                </a:lnTo>
                <a:lnTo>
                  <a:pt x="3232" y="120"/>
                </a:lnTo>
                <a:cubicBezTo>
                  <a:pt x="3169" y="88"/>
                  <a:pt x="3105" y="64"/>
                  <a:pt x="3040" y="32"/>
                </a:cubicBezTo>
                <a:close/>
                <a:moveTo>
                  <a:pt x="480" y="0"/>
                </a:moveTo>
                <a:cubicBezTo>
                  <a:pt x="536" y="15"/>
                  <a:pt x="585" y="39"/>
                  <a:pt x="641" y="64"/>
                </a:cubicBezTo>
                <a:cubicBezTo>
                  <a:pt x="656" y="71"/>
                  <a:pt x="696" y="64"/>
                  <a:pt x="688" y="56"/>
                </a:cubicBezTo>
                <a:cubicBezTo>
                  <a:pt x="688" y="56"/>
                  <a:pt x="688" y="56"/>
                  <a:pt x="648" y="39"/>
                </a:cubicBezTo>
                <a:cubicBezTo>
                  <a:pt x="673" y="48"/>
                  <a:pt x="696" y="56"/>
                  <a:pt x="720" y="64"/>
                </a:cubicBezTo>
                <a:cubicBezTo>
                  <a:pt x="712" y="64"/>
                  <a:pt x="712" y="64"/>
                  <a:pt x="712" y="71"/>
                </a:cubicBezTo>
                <a:cubicBezTo>
                  <a:pt x="800" y="103"/>
                  <a:pt x="888" y="144"/>
                  <a:pt x="976" y="176"/>
                </a:cubicBezTo>
                <a:cubicBezTo>
                  <a:pt x="1025" y="200"/>
                  <a:pt x="1072" y="216"/>
                  <a:pt x="1120" y="232"/>
                </a:cubicBezTo>
                <a:cubicBezTo>
                  <a:pt x="1136" y="240"/>
                  <a:pt x="1176" y="232"/>
                  <a:pt x="1169" y="224"/>
                </a:cubicBezTo>
                <a:cubicBezTo>
                  <a:pt x="1144" y="216"/>
                  <a:pt x="1120" y="208"/>
                  <a:pt x="1104" y="200"/>
                </a:cubicBezTo>
                <a:cubicBezTo>
                  <a:pt x="1104" y="200"/>
                  <a:pt x="1111" y="200"/>
                  <a:pt x="1111" y="191"/>
                </a:cubicBezTo>
                <a:cubicBezTo>
                  <a:pt x="1128" y="200"/>
                  <a:pt x="1152" y="191"/>
                  <a:pt x="1152" y="184"/>
                </a:cubicBezTo>
                <a:cubicBezTo>
                  <a:pt x="1152" y="184"/>
                  <a:pt x="1152" y="184"/>
                  <a:pt x="1144" y="176"/>
                </a:cubicBezTo>
                <a:cubicBezTo>
                  <a:pt x="1144" y="176"/>
                  <a:pt x="1144" y="176"/>
                  <a:pt x="1128" y="168"/>
                </a:cubicBezTo>
                <a:cubicBezTo>
                  <a:pt x="1128" y="168"/>
                  <a:pt x="1120" y="168"/>
                  <a:pt x="1111" y="168"/>
                </a:cubicBezTo>
                <a:cubicBezTo>
                  <a:pt x="1048" y="144"/>
                  <a:pt x="993" y="112"/>
                  <a:pt x="928" y="88"/>
                </a:cubicBezTo>
                <a:cubicBezTo>
                  <a:pt x="920" y="80"/>
                  <a:pt x="896" y="88"/>
                  <a:pt x="880" y="88"/>
                </a:cubicBezTo>
                <a:cubicBezTo>
                  <a:pt x="872" y="88"/>
                  <a:pt x="864" y="88"/>
                  <a:pt x="856" y="88"/>
                </a:cubicBezTo>
                <a:cubicBezTo>
                  <a:pt x="856" y="88"/>
                  <a:pt x="856" y="88"/>
                  <a:pt x="840" y="80"/>
                </a:cubicBezTo>
                <a:cubicBezTo>
                  <a:pt x="864" y="80"/>
                  <a:pt x="880" y="71"/>
                  <a:pt x="872" y="64"/>
                </a:cubicBezTo>
                <a:cubicBezTo>
                  <a:pt x="856" y="56"/>
                  <a:pt x="832" y="48"/>
                  <a:pt x="817" y="39"/>
                </a:cubicBezTo>
                <a:cubicBezTo>
                  <a:pt x="856" y="48"/>
                  <a:pt x="888" y="64"/>
                  <a:pt x="928" y="71"/>
                </a:cubicBezTo>
                <a:cubicBezTo>
                  <a:pt x="936" y="71"/>
                  <a:pt x="989" y="65"/>
                  <a:pt x="977" y="57"/>
                </a:cubicBezTo>
                <a:lnTo>
                  <a:pt x="976" y="56"/>
                </a:lnTo>
                <a:lnTo>
                  <a:pt x="978" y="56"/>
                </a:lnTo>
                <a:cubicBezTo>
                  <a:pt x="983" y="59"/>
                  <a:pt x="991" y="61"/>
                  <a:pt x="1000" y="64"/>
                </a:cubicBezTo>
                <a:cubicBezTo>
                  <a:pt x="984" y="71"/>
                  <a:pt x="976" y="71"/>
                  <a:pt x="976" y="80"/>
                </a:cubicBezTo>
                <a:cubicBezTo>
                  <a:pt x="1152" y="144"/>
                  <a:pt x="1320" y="224"/>
                  <a:pt x="1496" y="296"/>
                </a:cubicBezTo>
                <a:cubicBezTo>
                  <a:pt x="1504" y="303"/>
                  <a:pt x="1551" y="296"/>
                  <a:pt x="1544" y="288"/>
                </a:cubicBezTo>
                <a:cubicBezTo>
                  <a:pt x="1521" y="271"/>
                  <a:pt x="1504" y="264"/>
                  <a:pt x="1488" y="256"/>
                </a:cubicBezTo>
                <a:cubicBezTo>
                  <a:pt x="1528" y="271"/>
                  <a:pt x="1560" y="288"/>
                  <a:pt x="1600" y="303"/>
                </a:cubicBezTo>
                <a:cubicBezTo>
                  <a:pt x="1609" y="311"/>
                  <a:pt x="1632" y="303"/>
                  <a:pt x="1641" y="296"/>
                </a:cubicBezTo>
                <a:cubicBezTo>
                  <a:pt x="1641" y="296"/>
                  <a:pt x="1641" y="296"/>
                  <a:pt x="1664" y="303"/>
                </a:cubicBezTo>
                <a:cubicBezTo>
                  <a:pt x="1800" y="367"/>
                  <a:pt x="1944" y="423"/>
                  <a:pt x="2088" y="472"/>
                </a:cubicBezTo>
                <a:cubicBezTo>
                  <a:pt x="2096" y="472"/>
                  <a:pt x="2096" y="472"/>
                  <a:pt x="2104" y="472"/>
                </a:cubicBezTo>
                <a:cubicBezTo>
                  <a:pt x="2160" y="496"/>
                  <a:pt x="2216" y="511"/>
                  <a:pt x="2272" y="536"/>
                </a:cubicBezTo>
                <a:cubicBezTo>
                  <a:pt x="2288" y="536"/>
                  <a:pt x="2328" y="528"/>
                  <a:pt x="2320" y="520"/>
                </a:cubicBezTo>
                <a:cubicBezTo>
                  <a:pt x="2320" y="520"/>
                  <a:pt x="2320" y="520"/>
                  <a:pt x="2225" y="487"/>
                </a:cubicBezTo>
                <a:cubicBezTo>
                  <a:pt x="2264" y="496"/>
                  <a:pt x="2304" y="504"/>
                  <a:pt x="2336" y="511"/>
                </a:cubicBezTo>
                <a:cubicBezTo>
                  <a:pt x="2345" y="511"/>
                  <a:pt x="2376" y="511"/>
                  <a:pt x="2384" y="504"/>
                </a:cubicBezTo>
                <a:cubicBezTo>
                  <a:pt x="2564" y="576"/>
                  <a:pt x="2746" y="646"/>
                  <a:pt x="2930" y="714"/>
                </a:cubicBezTo>
                <a:lnTo>
                  <a:pt x="3471" y="905"/>
                </a:lnTo>
                <a:lnTo>
                  <a:pt x="3472" y="907"/>
                </a:lnTo>
                <a:cubicBezTo>
                  <a:pt x="3478" y="910"/>
                  <a:pt x="3485" y="912"/>
                  <a:pt x="3489" y="912"/>
                </a:cubicBezTo>
                <a:lnTo>
                  <a:pt x="3471" y="905"/>
                </a:lnTo>
                <a:lnTo>
                  <a:pt x="3457" y="895"/>
                </a:lnTo>
                <a:cubicBezTo>
                  <a:pt x="3504" y="919"/>
                  <a:pt x="3545" y="936"/>
                  <a:pt x="3592" y="951"/>
                </a:cubicBezTo>
                <a:cubicBezTo>
                  <a:pt x="3601" y="951"/>
                  <a:pt x="3601" y="951"/>
                  <a:pt x="3608" y="951"/>
                </a:cubicBezTo>
                <a:cubicBezTo>
                  <a:pt x="3624" y="959"/>
                  <a:pt x="3704" y="968"/>
                  <a:pt x="3672" y="959"/>
                </a:cubicBezTo>
                <a:cubicBezTo>
                  <a:pt x="3504" y="871"/>
                  <a:pt x="3328" y="792"/>
                  <a:pt x="3169" y="704"/>
                </a:cubicBezTo>
                <a:cubicBezTo>
                  <a:pt x="3240" y="736"/>
                  <a:pt x="3320" y="768"/>
                  <a:pt x="3401" y="800"/>
                </a:cubicBezTo>
                <a:cubicBezTo>
                  <a:pt x="3416" y="807"/>
                  <a:pt x="3448" y="807"/>
                  <a:pt x="3464" y="807"/>
                </a:cubicBezTo>
                <a:cubicBezTo>
                  <a:pt x="3464" y="807"/>
                  <a:pt x="3464" y="807"/>
                  <a:pt x="3536" y="839"/>
                </a:cubicBezTo>
                <a:cubicBezTo>
                  <a:pt x="3560" y="848"/>
                  <a:pt x="3633" y="856"/>
                  <a:pt x="3616" y="839"/>
                </a:cubicBezTo>
                <a:cubicBezTo>
                  <a:pt x="3528" y="800"/>
                  <a:pt x="3448" y="768"/>
                  <a:pt x="3369" y="728"/>
                </a:cubicBezTo>
                <a:cubicBezTo>
                  <a:pt x="3464" y="768"/>
                  <a:pt x="3560" y="807"/>
                  <a:pt x="3656" y="839"/>
                </a:cubicBezTo>
                <a:cubicBezTo>
                  <a:pt x="3672" y="848"/>
                  <a:pt x="3753" y="863"/>
                  <a:pt x="3728" y="848"/>
                </a:cubicBezTo>
                <a:cubicBezTo>
                  <a:pt x="3728" y="848"/>
                  <a:pt x="3728" y="848"/>
                  <a:pt x="3633" y="800"/>
                </a:cubicBezTo>
                <a:cubicBezTo>
                  <a:pt x="3648" y="807"/>
                  <a:pt x="3728" y="816"/>
                  <a:pt x="3704" y="800"/>
                </a:cubicBezTo>
                <a:cubicBezTo>
                  <a:pt x="3648" y="768"/>
                  <a:pt x="3601" y="743"/>
                  <a:pt x="3545" y="719"/>
                </a:cubicBezTo>
                <a:cubicBezTo>
                  <a:pt x="3545" y="719"/>
                  <a:pt x="3545" y="719"/>
                  <a:pt x="3552" y="719"/>
                </a:cubicBezTo>
                <a:cubicBezTo>
                  <a:pt x="3568" y="719"/>
                  <a:pt x="3648" y="736"/>
                  <a:pt x="3624" y="719"/>
                </a:cubicBezTo>
                <a:cubicBezTo>
                  <a:pt x="3504" y="663"/>
                  <a:pt x="3392" y="608"/>
                  <a:pt x="3281" y="543"/>
                </a:cubicBezTo>
                <a:cubicBezTo>
                  <a:pt x="3401" y="584"/>
                  <a:pt x="3513" y="631"/>
                  <a:pt x="3633" y="672"/>
                </a:cubicBezTo>
                <a:cubicBezTo>
                  <a:pt x="3640" y="672"/>
                  <a:pt x="3721" y="687"/>
                  <a:pt x="3696" y="672"/>
                </a:cubicBezTo>
                <a:cubicBezTo>
                  <a:pt x="3656" y="648"/>
                  <a:pt x="3624" y="631"/>
                  <a:pt x="3584" y="608"/>
                </a:cubicBezTo>
                <a:cubicBezTo>
                  <a:pt x="3608" y="616"/>
                  <a:pt x="3640" y="616"/>
                  <a:pt x="3633" y="608"/>
                </a:cubicBezTo>
                <a:cubicBezTo>
                  <a:pt x="3728" y="655"/>
                  <a:pt x="3816" y="695"/>
                  <a:pt x="3904" y="736"/>
                </a:cubicBezTo>
                <a:cubicBezTo>
                  <a:pt x="3888" y="736"/>
                  <a:pt x="3880" y="736"/>
                  <a:pt x="3897" y="743"/>
                </a:cubicBezTo>
                <a:cubicBezTo>
                  <a:pt x="3936" y="760"/>
                  <a:pt x="3976" y="783"/>
                  <a:pt x="4016" y="800"/>
                </a:cubicBezTo>
                <a:cubicBezTo>
                  <a:pt x="3992" y="794"/>
                  <a:pt x="3950" y="792"/>
                  <a:pt x="3941" y="795"/>
                </a:cubicBezTo>
                <a:lnTo>
                  <a:pt x="3943" y="798"/>
                </a:lnTo>
                <a:lnTo>
                  <a:pt x="3753" y="719"/>
                </a:lnTo>
                <a:cubicBezTo>
                  <a:pt x="3736" y="711"/>
                  <a:pt x="3648" y="695"/>
                  <a:pt x="3680" y="711"/>
                </a:cubicBezTo>
                <a:cubicBezTo>
                  <a:pt x="3744" y="751"/>
                  <a:pt x="3809" y="783"/>
                  <a:pt x="3873" y="816"/>
                </a:cubicBezTo>
                <a:cubicBezTo>
                  <a:pt x="3856" y="807"/>
                  <a:pt x="3832" y="807"/>
                  <a:pt x="3816" y="800"/>
                </a:cubicBezTo>
                <a:cubicBezTo>
                  <a:pt x="3809" y="800"/>
                  <a:pt x="3744" y="792"/>
                  <a:pt x="3777" y="807"/>
                </a:cubicBezTo>
                <a:cubicBezTo>
                  <a:pt x="3904" y="888"/>
                  <a:pt x="4048" y="944"/>
                  <a:pt x="4193" y="1000"/>
                </a:cubicBezTo>
                <a:cubicBezTo>
                  <a:pt x="4184" y="1000"/>
                  <a:pt x="4184" y="1000"/>
                  <a:pt x="4193" y="1007"/>
                </a:cubicBezTo>
                <a:cubicBezTo>
                  <a:pt x="4193" y="1007"/>
                  <a:pt x="4193" y="1007"/>
                  <a:pt x="4208" y="1015"/>
                </a:cubicBezTo>
                <a:cubicBezTo>
                  <a:pt x="4112" y="975"/>
                  <a:pt x="4016" y="936"/>
                  <a:pt x="3920" y="895"/>
                </a:cubicBezTo>
                <a:cubicBezTo>
                  <a:pt x="3888" y="880"/>
                  <a:pt x="3816" y="880"/>
                  <a:pt x="3841" y="888"/>
                </a:cubicBezTo>
                <a:cubicBezTo>
                  <a:pt x="3985" y="959"/>
                  <a:pt x="4144" y="1032"/>
                  <a:pt x="4288" y="1112"/>
                </a:cubicBezTo>
                <a:cubicBezTo>
                  <a:pt x="4305" y="1120"/>
                  <a:pt x="4344" y="1120"/>
                  <a:pt x="4360" y="1120"/>
                </a:cubicBezTo>
                <a:cubicBezTo>
                  <a:pt x="4481" y="1176"/>
                  <a:pt x="4601" y="1232"/>
                  <a:pt x="4704" y="1288"/>
                </a:cubicBezTo>
                <a:cubicBezTo>
                  <a:pt x="4569" y="1240"/>
                  <a:pt x="4432" y="1183"/>
                  <a:pt x="4296" y="1127"/>
                </a:cubicBezTo>
                <a:cubicBezTo>
                  <a:pt x="4264" y="1120"/>
                  <a:pt x="4184" y="1112"/>
                  <a:pt x="4208" y="1120"/>
                </a:cubicBezTo>
                <a:cubicBezTo>
                  <a:pt x="4264" y="1152"/>
                  <a:pt x="4320" y="1176"/>
                  <a:pt x="4376" y="1200"/>
                </a:cubicBezTo>
                <a:cubicBezTo>
                  <a:pt x="4800" y="1335"/>
                  <a:pt x="5232" y="1455"/>
                  <a:pt x="5664" y="1567"/>
                </a:cubicBezTo>
                <a:cubicBezTo>
                  <a:pt x="5393" y="1463"/>
                  <a:pt x="5112" y="1384"/>
                  <a:pt x="4848" y="1264"/>
                </a:cubicBezTo>
                <a:cubicBezTo>
                  <a:pt x="5056" y="1327"/>
                  <a:pt x="5305" y="1440"/>
                  <a:pt x="5513" y="1511"/>
                </a:cubicBezTo>
                <a:cubicBezTo>
                  <a:pt x="5537" y="1511"/>
                  <a:pt x="5616" y="1519"/>
                  <a:pt x="5584" y="1504"/>
                </a:cubicBezTo>
                <a:cubicBezTo>
                  <a:pt x="5449" y="1447"/>
                  <a:pt x="5296" y="1399"/>
                  <a:pt x="5152" y="1335"/>
                </a:cubicBezTo>
                <a:cubicBezTo>
                  <a:pt x="5320" y="1391"/>
                  <a:pt x="5505" y="1472"/>
                  <a:pt x="5664" y="1519"/>
                </a:cubicBezTo>
                <a:cubicBezTo>
                  <a:pt x="5681" y="1528"/>
                  <a:pt x="5769" y="1528"/>
                  <a:pt x="5736" y="1519"/>
                </a:cubicBezTo>
                <a:cubicBezTo>
                  <a:pt x="5620" y="1471"/>
                  <a:pt x="5500" y="1425"/>
                  <a:pt x="5380" y="1378"/>
                </a:cubicBezTo>
                <a:lnTo>
                  <a:pt x="5111" y="1267"/>
                </a:lnTo>
                <a:lnTo>
                  <a:pt x="5324" y="1351"/>
                </a:lnTo>
                <a:cubicBezTo>
                  <a:pt x="5418" y="1386"/>
                  <a:pt x="5512" y="1419"/>
                  <a:pt x="5608" y="1455"/>
                </a:cubicBezTo>
                <a:cubicBezTo>
                  <a:pt x="5640" y="1463"/>
                  <a:pt x="5704" y="1463"/>
                  <a:pt x="5688" y="1455"/>
                </a:cubicBezTo>
                <a:cubicBezTo>
                  <a:pt x="5688" y="1455"/>
                  <a:pt x="5688" y="1455"/>
                  <a:pt x="5664" y="1447"/>
                </a:cubicBezTo>
                <a:cubicBezTo>
                  <a:pt x="5696" y="1455"/>
                  <a:pt x="5752" y="1447"/>
                  <a:pt x="5720" y="1440"/>
                </a:cubicBezTo>
                <a:cubicBezTo>
                  <a:pt x="5704" y="1431"/>
                  <a:pt x="5640" y="1415"/>
                  <a:pt x="5584" y="1391"/>
                </a:cubicBezTo>
                <a:cubicBezTo>
                  <a:pt x="5616" y="1399"/>
                  <a:pt x="5664" y="1399"/>
                  <a:pt x="5648" y="1391"/>
                </a:cubicBezTo>
                <a:cubicBezTo>
                  <a:pt x="5593" y="1367"/>
                  <a:pt x="5537" y="1352"/>
                  <a:pt x="5481" y="1327"/>
                </a:cubicBezTo>
                <a:cubicBezTo>
                  <a:pt x="5505" y="1327"/>
                  <a:pt x="5537" y="1327"/>
                  <a:pt x="5520" y="1320"/>
                </a:cubicBezTo>
                <a:cubicBezTo>
                  <a:pt x="5361" y="1240"/>
                  <a:pt x="5192" y="1167"/>
                  <a:pt x="5024" y="1095"/>
                </a:cubicBezTo>
                <a:cubicBezTo>
                  <a:pt x="4865" y="1024"/>
                  <a:pt x="4696" y="944"/>
                  <a:pt x="4528" y="871"/>
                </a:cubicBezTo>
                <a:cubicBezTo>
                  <a:pt x="4536" y="871"/>
                  <a:pt x="4545" y="871"/>
                  <a:pt x="4536" y="863"/>
                </a:cubicBezTo>
                <a:cubicBezTo>
                  <a:pt x="4536" y="863"/>
                  <a:pt x="4536" y="863"/>
                  <a:pt x="4264" y="743"/>
                </a:cubicBezTo>
                <a:cubicBezTo>
                  <a:pt x="4240" y="728"/>
                  <a:pt x="4217" y="711"/>
                  <a:pt x="4193" y="704"/>
                </a:cubicBezTo>
                <a:cubicBezTo>
                  <a:pt x="4193" y="704"/>
                  <a:pt x="4193" y="704"/>
                  <a:pt x="4200" y="704"/>
                </a:cubicBezTo>
                <a:cubicBezTo>
                  <a:pt x="4280" y="743"/>
                  <a:pt x="4368" y="775"/>
                  <a:pt x="4448" y="816"/>
                </a:cubicBezTo>
                <a:cubicBezTo>
                  <a:pt x="4481" y="824"/>
                  <a:pt x="4545" y="824"/>
                  <a:pt x="4528" y="816"/>
                </a:cubicBezTo>
                <a:cubicBezTo>
                  <a:pt x="4368" y="751"/>
                  <a:pt x="4200" y="680"/>
                  <a:pt x="4064" y="592"/>
                </a:cubicBezTo>
                <a:cubicBezTo>
                  <a:pt x="4032" y="575"/>
                  <a:pt x="3960" y="575"/>
                  <a:pt x="3968" y="584"/>
                </a:cubicBezTo>
                <a:cubicBezTo>
                  <a:pt x="3968" y="584"/>
                  <a:pt x="3968" y="584"/>
                  <a:pt x="3985" y="592"/>
                </a:cubicBezTo>
                <a:cubicBezTo>
                  <a:pt x="3985" y="592"/>
                  <a:pt x="3985" y="592"/>
                  <a:pt x="3768" y="487"/>
                </a:cubicBezTo>
                <a:cubicBezTo>
                  <a:pt x="3792" y="496"/>
                  <a:pt x="3816" y="496"/>
                  <a:pt x="3800" y="487"/>
                </a:cubicBezTo>
                <a:cubicBezTo>
                  <a:pt x="3800" y="479"/>
                  <a:pt x="3800" y="479"/>
                  <a:pt x="3792" y="479"/>
                </a:cubicBezTo>
                <a:cubicBezTo>
                  <a:pt x="3792" y="479"/>
                  <a:pt x="3792" y="479"/>
                  <a:pt x="3768" y="464"/>
                </a:cubicBezTo>
                <a:cubicBezTo>
                  <a:pt x="3792" y="472"/>
                  <a:pt x="3824" y="472"/>
                  <a:pt x="3816" y="464"/>
                </a:cubicBezTo>
                <a:cubicBezTo>
                  <a:pt x="3753" y="432"/>
                  <a:pt x="3696" y="408"/>
                  <a:pt x="3640" y="376"/>
                </a:cubicBezTo>
                <a:cubicBezTo>
                  <a:pt x="3648" y="376"/>
                  <a:pt x="3656" y="384"/>
                  <a:pt x="3664" y="384"/>
                </a:cubicBezTo>
                <a:cubicBezTo>
                  <a:pt x="3664" y="384"/>
                  <a:pt x="3664" y="384"/>
                  <a:pt x="3856" y="479"/>
                </a:cubicBezTo>
                <a:cubicBezTo>
                  <a:pt x="3873" y="487"/>
                  <a:pt x="3912" y="496"/>
                  <a:pt x="3928" y="487"/>
                </a:cubicBezTo>
                <a:cubicBezTo>
                  <a:pt x="4112" y="575"/>
                  <a:pt x="4296" y="655"/>
                  <a:pt x="4481" y="743"/>
                </a:cubicBezTo>
                <a:cubicBezTo>
                  <a:pt x="4513" y="760"/>
                  <a:pt x="4584" y="760"/>
                  <a:pt x="4560" y="751"/>
                </a:cubicBezTo>
                <a:cubicBezTo>
                  <a:pt x="4360" y="655"/>
                  <a:pt x="4161" y="560"/>
                  <a:pt x="3953" y="472"/>
                </a:cubicBezTo>
                <a:cubicBezTo>
                  <a:pt x="3936" y="464"/>
                  <a:pt x="3904" y="464"/>
                  <a:pt x="3888" y="464"/>
                </a:cubicBezTo>
                <a:cubicBezTo>
                  <a:pt x="3744" y="391"/>
                  <a:pt x="3608" y="320"/>
                  <a:pt x="3472" y="247"/>
                </a:cubicBezTo>
                <a:cubicBezTo>
                  <a:pt x="3448" y="236"/>
                  <a:pt x="3402" y="228"/>
                  <a:pt x="3390" y="232"/>
                </a:cubicBezTo>
                <a:lnTo>
                  <a:pt x="3392" y="238"/>
                </a:lnTo>
                <a:lnTo>
                  <a:pt x="3389" y="237"/>
                </a:lnTo>
                <a:cubicBezTo>
                  <a:pt x="3380" y="234"/>
                  <a:pt x="3368" y="229"/>
                  <a:pt x="3352" y="224"/>
                </a:cubicBezTo>
                <a:cubicBezTo>
                  <a:pt x="3264" y="184"/>
                  <a:pt x="3184" y="136"/>
                  <a:pt x="3105" y="96"/>
                </a:cubicBezTo>
                <a:cubicBezTo>
                  <a:pt x="3120" y="103"/>
                  <a:pt x="3144" y="103"/>
                  <a:pt x="3161" y="112"/>
                </a:cubicBezTo>
                <a:cubicBezTo>
                  <a:pt x="3232" y="144"/>
                  <a:pt x="3304" y="176"/>
                  <a:pt x="3376" y="208"/>
                </a:cubicBezTo>
                <a:cubicBezTo>
                  <a:pt x="3401" y="216"/>
                  <a:pt x="3472" y="224"/>
                  <a:pt x="3457" y="216"/>
                </a:cubicBezTo>
                <a:lnTo>
                  <a:pt x="3359" y="171"/>
                </a:lnTo>
                <a:lnTo>
                  <a:pt x="3505" y="234"/>
                </a:lnTo>
                <a:cubicBezTo>
                  <a:pt x="3556" y="255"/>
                  <a:pt x="3606" y="276"/>
                  <a:pt x="3656" y="296"/>
                </a:cubicBezTo>
                <a:cubicBezTo>
                  <a:pt x="3680" y="303"/>
                  <a:pt x="3760" y="311"/>
                  <a:pt x="3728" y="296"/>
                </a:cubicBezTo>
                <a:cubicBezTo>
                  <a:pt x="3545" y="200"/>
                  <a:pt x="3369" y="112"/>
                  <a:pt x="3193" y="15"/>
                </a:cubicBezTo>
                <a:cubicBezTo>
                  <a:pt x="3249" y="39"/>
                  <a:pt x="3312" y="64"/>
                  <a:pt x="3369" y="88"/>
                </a:cubicBezTo>
                <a:cubicBezTo>
                  <a:pt x="3384" y="96"/>
                  <a:pt x="3448" y="103"/>
                  <a:pt x="3448" y="96"/>
                </a:cubicBezTo>
                <a:cubicBezTo>
                  <a:pt x="3480" y="96"/>
                  <a:pt x="3504" y="96"/>
                  <a:pt x="3489" y="88"/>
                </a:cubicBezTo>
                <a:cubicBezTo>
                  <a:pt x="3432" y="64"/>
                  <a:pt x="3376" y="32"/>
                  <a:pt x="3328" y="7"/>
                </a:cubicBezTo>
                <a:cubicBezTo>
                  <a:pt x="3464" y="64"/>
                  <a:pt x="3592" y="120"/>
                  <a:pt x="3728" y="184"/>
                </a:cubicBezTo>
                <a:cubicBezTo>
                  <a:pt x="3753" y="191"/>
                  <a:pt x="3832" y="200"/>
                  <a:pt x="3809" y="184"/>
                </a:cubicBezTo>
                <a:cubicBezTo>
                  <a:pt x="3809" y="184"/>
                  <a:pt x="3809" y="184"/>
                  <a:pt x="3536" y="56"/>
                </a:cubicBezTo>
                <a:cubicBezTo>
                  <a:pt x="3536" y="56"/>
                  <a:pt x="3536" y="56"/>
                  <a:pt x="3545" y="56"/>
                </a:cubicBezTo>
                <a:cubicBezTo>
                  <a:pt x="3680" y="120"/>
                  <a:pt x="3816" y="176"/>
                  <a:pt x="3944" y="240"/>
                </a:cubicBezTo>
                <a:cubicBezTo>
                  <a:pt x="3976" y="256"/>
                  <a:pt x="4041" y="256"/>
                  <a:pt x="4024" y="247"/>
                </a:cubicBezTo>
                <a:cubicBezTo>
                  <a:pt x="4024" y="247"/>
                  <a:pt x="4024" y="247"/>
                  <a:pt x="3953" y="216"/>
                </a:cubicBezTo>
                <a:cubicBezTo>
                  <a:pt x="3992" y="232"/>
                  <a:pt x="4041" y="247"/>
                  <a:pt x="4088" y="264"/>
                </a:cubicBezTo>
                <a:cubicBezTo>
                  <a:pt x="4073" y="264"/>
                  <a:pt x="4073" y="271"/>
                  <a:pt x="4073" y="271"/>
                </a:cubicBezTo>
                <a:cubicBezTo>
                  <a:pt x="4240" y="344"/>
                  <a:pt x="4408" y="416"/>
                  <a:pt x="4569" y="472"/>
                </a:cubicBezTo>
                <a:cubicBezTo>
                  <a:pt x="4657" y="511"/>
                  <a:pt x="4745" y="552"/>
                  <a:pt x="4824" y="592"/>
                </a:cubicBezTo>
                <a:cubicBezTo>
                  <a:pt x="4856" y="599"/>
                  <a:pt x="4929" y="599"/>
                  <a:pt x="4904" y="592"/>
                </a:cubicBezTo>
                <a:cubicBezTo>
                  <a:pt x="4865" y="575"/>
                  <a:pt x="4833" y="560"/>
                  <a:pt x="4792" y="543"/>
                </a:cubicBezTo>
                <a:cubicBezTo>
                  <a:pt x="4792" y="543"/>
                  <a:pt x="4800" y="543"/>
                  <a:pt x="4809" y="543"/>
                </a:cubicBezTo>
                <a:cubicBezTo>
                  <a:pt x="4840" y="552"/>
                  <a:pt x="4880" y="552"/>
                  <a:pt x="4865" y="543"/>
                </a:cubicBezTo>
                <a:cubicBezTo>
                  <a:pt x="4865" y="543"/>
                  <a:pt x="4865" y="543"/>
                  <a:pt x="4856" y="528"/>
                </a:cubicBezTo>
                <a:cubicBezTo>
                  <a:pt x="4856" y="528"/>
                  <a:pt x="4856" y="528"/>
                  <a:pt x="4833" y="520"/>
                </a:cubicBezTo>
                <a:cubicBezTo>
                  <a:pt x="4816" y="511"/>
                  <a:pt x="4809" y="511"/>
                  <a:pt x="4792" y="511"/>
                </a:cubicBezTo>
                <a:cubicBezTo>
                  <a:pt x="4680" y="464"/>
                  <a:pt x="4569" y="408"/>
                  <a:pt x="4457" y="359"/>
                </a:cubicBezTo>
                <a:cubicBezTo>
                  <a:pt x="4432" y="352"/>
                  <a:pt x="4393" y="352"/>
                  <a:pt x="4376" y="352"/>
                </a:cubicBezTo>
                <a:cubicBezTo>
                  <a:pt x="4376" y="352"/>
                  <a:pt x="4376" y="352"/>
                  <a:pt x="4360" y="344"/>
                </a:cubicBezTo>
                <a:cubicBezTo>
                  <a:pt x="4360" y="344"/>
                  <a:pt x="4344" y="344"/>
                  <a:pt x="4337" y="344"/>
                </a:cubicBezTo>
                <a:cubicBezTo>
                  <a:pt x="4337" y="344"/>
                  <a:pt x="4337" y="344"/>
                  <a:pt x="4305" y="328"/>
                </a:cubicBezTo>
                <a:cubicBezTo>
                  <a:pt x="4337" y="328"/>
                  <a:pt x="4368" y="328"/>
                  <a:pt x="4352" y="320"/>
                </a:cubicBezTo>
                <a:cubicBezTo>
                  <a:pt x="4312" y="303"/>
                  <a:pt x="4280" y="288"/>
                  <a:pt x="4240" y="271"/>
                </a:cubicBezTo>
                <a:cubicBezTo>
                  <a:pt x="4312" y="296"/>
                  <a:pt x="4384" y="320"/>
                  <a:pt x="4448" y="344"/>
                </a:cubicBezTo>
                <a:cubicBezTo>
                  <a:pt x="4464" y="344"/>
                  <a:pt x="4552" y="359"/>
                  <a:pt x="4520" y="344"/>
                </a:cubicBezTo>
                <a:cubicBezTo>
                  <a:pt x="4520" y="344"/>
                  <a:pt x="4520" y="344"/>
                  <a:pt x="4481" y="320"/>
                </a:cubicBezTo>
                <a:cubicBezTo>
                  <a:pt x="4481" y="320"/>
                  <a:pt x="4481" y="320"/>
                  <a:pt x="4577" y="359"/>
                </a:cubicBezTo>
                <a:cubicBezTo>
                  <a:pt x="4545" y="359"/>
                  <a:pt x="4528" y="359"/>
                  <a:pt x="4536" y="367"/>
                </a:cubicBezTo>
                <a:cubicBezTo>
                  <a:pt x="4865" y="496"/>
                  <a:pt x="5176" y="655"/>
                  <a:pt x="5505" y="775"/>
                </a:cubicBezTo>
                <a:cubicBezTo>
                  <a:pt x="5528" y="783"/>
                  <a:pt x="5608" y="792"/>
                  <a:pt x="5584" y="775"/>
                </a:cubicBezTo>
                <a:cubicBezTo>
                  <a:pt x="5584" y="775"/>
                  <a:pt x="5584" y="775"/>
                  <a:pt x="5481" y="728"/>
                </a:cubicBezTo>
                <a:cubicBezTo>
                  <a:pt x="5552" y="751"/>
                  <a:pt x="5616" y="783"/>
                  <a:pt x="5688" y="807"/>
                </a:cubicBezTo>
                <a:cubicBezTo>
                  <a:pt x="5713" y="816"/>
                  <a:pt x="5752" y="816"/>
                  <a:pt x="5769" y="816"/>
                </a:cubicBezTo>
                <a:cubicBezTo>
                  <a:pt x="5769" y="816"/>
                  <a:pt x="5769" y="816"/>
                  <a:pt x="5801" y="824"/>
                </a:cubicBezTo>
                <a:cubicBezTo>
                  <a:pt x="5928" y="888"/>
                  <a:pt x="6065" y="944"/>
                  <a:pt x="6200" y="991"/>
                </a:cubicBezTo>
                <a:cubicBezTo>
                  <a:pt x="6329" y="1039"/>
                  <a:pt x="6473" y="1088"/>
                  <a:pt x="6608" y="1127"/>
                </a:cubicBezTo>
                <a:cubicBezTo>
                  <a:pt x="6616" y="1135"/>
                  <a:pt x="6625" y="1135"/>
                  <a:pt x="6632" y="1135"/>
                </a:cubicBezTo>
                <a:cubicBezTo>
                  <a:pt x="6737" y="1167"/>
                  <a:pt x="6848" y="1208"/>
                  <a:pt x="6952" y="1247"/>
                </a:cubicBezTo>
                <a:cubicBezTo>
                  <a:pt x="6984" y="1255"/>
                  <a:pt x="7048" y="1247"/>
                  <a:pt x="7033" y="1240"/>
                </a:cubicBezTo>
                <a:cubicBezTo>
                  <a:pt x="6968" y="1223"/>
                  <a:pt x="6913" y="1200"/>
                  <a:pt x="6848" y="1183"/>
                </a:cubicBezTo>
                <a:cubicBezTo>
                  <a:pt x="6921" y="1200"/>
                  <a:pt x="6992" y="1223"/>
                  <a:pt x="7056" y="1240"/>
                </a:cubicBezTo>
                <a:cubicBezTo>
                  <a:pt x="7072" y="1240"/>
                  <a:pt x="7121" y="1247"/>
                  <a:pt x="7136" y="1247"/>
                </a:cubicBezTo>
                <a:cubicBezTo>
                  <a:pt x="7904" y="1511"/>
                  <a:pt x="8673" y="1751"/>
                  <a:pt x="9456" y="1968"/>
                </a:cubicBezTo>
                <a:cubicBezTo>
                  <a:pt x="9512" y="1968"/>
                  <a:pt x="9560" y="1968"/>
                  <a:pt x="9609" y="1959"/>
                </a:cubicBezTo>
                <a:cubicBezTo>
                  <a:pt x="9617" y="1959"/>
                  <a:pt x="9656" y="1944"/>
                  <a:pt x="9641" y="1944"/>
                </a:cubicBezTo>
                <a:cubicBezTo>
                  <a:pt x="9624" y="1935"/>
                  <a:pt x="9609" y="1927"/>
                  <a:pt x="9592" y="1919"/>
                </a:cubicBezTo>
                <a:cubicBezTo>
                  <a:pt x="9600" y="1919"/>
                  <a:pt x="9617" y="1912"/>
                  <a:pt x="9617" y="1903"/>
                </a:cubicBezTo>
                <a:cubicBezTo>
                  <a:pt x="9656" y="1912"/>
                  <a:pt x="9705" y="1919"/>
                  <a:pt x="9752" y="1927"/>
                </a:cubicBezTo>
                <a:cubicBezTo>
                  <a:pt x="9744" y="1935"/>
                  <a:pt x="9737" y="1935"/>
                  <a:pt x="9744" y="1935"/>
                </a:cubicBezTo>
                <a:cubicBezTo>
                  <a:pt x="9761" y="1944"/>
                  <a:pt x="9785" y="1951"/>
                  <a:pt x="9800" y="1951"/>
                </a:cubicBezTo>
                <a:cubicBezTo>
                  <a:pt x="9785" y="1959"/>
                  <a:pt x="9761" y="1975"/>
                  <a:pt x="9768" y="1975"/>
                </a:cubicBezTo>
                <a:cubicBezTo>
                  <a:pt x="9768" y="1975"/>
                  <a:pt x="9768" y="1975"/>
                  <a:pt x="9785" y="1983"/>
                </a:cubicBezTo>
                <a:cubicBezTo>
                  <a:pt x="9744" y="1975"/>
                  <a:pt x="9712" y="1968"/>
                  <a:pt x="9673" y="1968"/>
                </a:cubicBezTo>
                <a:cubicBezTo>
                  <a:pt x="9664" y="1968"/>
                  <a:pt x="9624" y="1983"/>
                  <a:pt x="9632" y="1983"/>
                </a:cubicBezTo>
                <a:cubicBezTo>
                  <a:pt x="9664" y="2000"/>
                  <a:pt x="9705" y="2007"/>
                  <a:pt x="9737" y="2015"/>
                </a:cubicBezTo>
                <a:cubicBezTo>
                  <a:pt x="9720" y="2015"/>
                  <a:pt x="9712" y="2015"/>
                  <a:pt x="9705" y="2023"/>
                </a:cubicBezTo>
                <a:cubicBezTo>
                  <a:pt x="9705" y="2023"/>
                  <a:pt x="9697" y="2023"/>
                  <a:pt x="9688" y="2023"/>
                </a:cubicBezTo>
                <a:cubicBezTo>
                  <a:pt x="9817" y="2063"/>
                  <a:pt x="9952" y="2095"/>
                  <a:pt x="10081" y="2127"/>
                </a:cubicBezTo>
                <a:cubicBezTo>
                  <a:pt x="10089" y="2119"/>
                  <a:pt x="10096" y="2111"/>
                  <a:pt x="10089" y="2111"/>
                </a:cubicBezTo>
                <a:cubicBezTo>
                  <a:pt x="10089" y="2111"/>
                  <a:pt x="10089" y="2111"/>
                  <a:pt x="10072" y="2111"/>
                </a:cubicBezTo>
                <a:cubicBezTo>
                  <a:pt x="10081" y="2103"/>
                  <a:pt x="10089" y="2103"/>
                  <a:pt x="10089" y="2095"/>
                </a:cubicBezTo>
                <a:cubicBezTo>
                  <a:pt x="10105" y="2095"/>
                  <a:pt x="10128" y="2088"/>
                  <a:pt x="10128" y="2079"/>
                </a:cubicBezTo>
                <a:cubicBezTo>
                  <a:pt x="10128" y="2079"/>
                  <a:pt x="10128" y="2079"/>
                  <a:pt x="10225" y="2088"/>
                </a:cubicBezTo>
                <a:cubicBezTo>
                  <a:pt x="10240" y="2088"/>
                  <a:pt x="10272" y="2063"/>
                  <a:pt x="10264" y="2063"/>
                </a:cubicBezTo>
                <a:cubicBezTo>
                  <a:pt x="10225" y="2056"/>
                  <a:pt x="10105" y="2056"/>
                  <a:pt x="10072" y="2031"/>
                </a:cubicBezTo>
                <a:cubicBezTo>
                  <a:pt x="10072" y="2031"/>
                  <a:pt x="10072" y="2031"/>
                  <a:pt x="10201" y="2047"/>
                </a:cubicBezTo>
                <a:cubicBezTo>
                  <a:pt x="10208" y="2047"/>
                  <a:pt x="10208" y="2047"/>
                  <a:pt x="10216" y="2047"/>
                </a:cubicBezTo>
                <a:cubicBezTo>
                  <a:pt x="10264" y="2063"/>
                  <a:pt x="10313" y="2071"/>
                  <a:pt x="10360" y="2079"/>
                </a:cubicBezTo>
                <a:cubicBezTo>
                  <a:pt x="10336" y="2079"/>
                  <a:pt x="10313" y="2079"/>
                  <a:pt x="10296" y="2088"/>
                </a:cubicBezTo>
                <a:cubicBezTo>
                  <a:pt x="10289" y="2088"/>
                  <a:pt x="10281" y="2095"/>
                  <a:pt x="10272" y="2103"/>
                </a:cubicBezTo>
                <a:cubicBezTo>
                  <a:pt x="10233" y="2103"/>
                  <a:pt x="10201" y="2103"/>
                  <a:pt x="10160" y="2111"/>
                </a:cubicBezTo>
                <a:cubicBezTo>
                  <a:pt x="10160" y="2119"/>
                  <a:pt x="10120" y="2127"/>
                  <a:pt x="10137" y="2135"/>
                </a:cubicBezTo>
                <a:cubicBezTo>
                  <a:pt x="10157" y="2143"/>
                  <a:pt x="10179" y="2149"/>
                  <a:pt x="10201" y="2154"/>
                </a:cubicBezTo>
                <a:lnTo>
                  <a:pt x="10227" y="2159"/>
                </a:lnTo>
                <a:lnTo>
                  <a:pt x="10216" y="2159"/>
                </a:lnTo>
                <a:cubicBezTo>
                  <a:pt x="10313" y="2183"/>
                  <a:pt x="10416" y="2208"/>
                  <a:pt x="10512" y="2231"/>
                </a:cubicBezTo>
                <a:cubicBezTo>
                  <a:pt x="10521" y="2231"/>
                  <a:pt x="10521" y="2231"/>
                  <a:pt x="10521" y="2223"/>
                </a:cubicBezTo>
                <a:cubicBezTo>
                  <a:pt x="10553" y="2231"/>
                  <a:pt x="10577" y="2231"/>
                  <a:pt x="10609" y="2231"/>
                </a:cubicBezTo>
                <a:cubicBezTo>
                  <a:pt x="10616" y="2231"/>
                  <a:pt x="10641" y="2223"/>
                  <a:pt x="10641" y="2215"/>
                </a:cubicBezTo>
                <a:cubicBezTo>
                  <a:pt x="10673" y="2215"/>
                  <a:pt x="10697" y="2223"/>
                  <a:pt x="10721" y="2223"/>
                </a:cubicBezTo>
                <a:cubicBezTo>
                  <a:pt x="10736" y="2231"/>
                  <a:pt x="10776" y="2208"/>
                  <a:pt x="10761" y="2208"/>
                </a:cubicBezTo>
                <a:cubicBezTo>
                  <a:pt x="10729" y="2199"/>
                  <a:pt x="10697" y="2191"/>
                  <a:pt x="10656" y="2191"/>
                </a:cubicBezTo>
                <a:cubicBezTo>
                  <a:pt x="10673" y="2183"/>
                  <a:pt x="10688" y="2167"/>
                  <a:pt x="10680" y="2167"/>
                </a:cubicBezTo>
                <a:cubicBezTo>
                  <a:pt x="10529" y="2143"/>
                  <a:pt x="10369" y="2159"/>
                  <a:pt x="10216" y="2127"/>
                </a:cubicBezTo>
                <a:cubicBezTo>
                  <a:pt x="10321" y="2119"/>
                  <a:pt x="10448" y="2151"/>
                  <a:pt x="10553" y="2151"/>
                </a:cubicBezTo>
                <a:cubicBezTo>
                  <a:pt x="10560" y="2151"/>
                  <a:pt x="10600" y="2127"/>
                  <a:pt x="10585" y="2127"/>
                </a:cubicBezTo>
                <a:cubicBezTo>
                  <a:pt x="10512" y="2111"/>
                  <a:pt x="10441" y="2111"/>
                  <a:pt x="10369" y="2095"/>
                </a:cubicBezTo>
                <a:cubicBezTo>
                  <a:pt x="10457" y="2095"/>
                  <a:pt x="10545" y="2119"/>
                  <a:pt x="10624" y="2119"/>
                </a:cubicBezTo>
                <a:cubicBezTo>
                  <a:pt x="10633" y="2119"/>
                  <a:pt x="10673" y="2095"/>
                  <a:pt x="10656" y="2095"/>
                </a:cubicBezTo>
                <a:cubicBezTo>
                  <a:pt x="10596" y="2083"/>
                  <a:pt x="10536" y="2075"/>
                  <a:pt x="10477" y="2067"/>
                </a:cubicBezTo>
                <a:lnTo>
                  <a:pt x="10407" y="2055"/>
                </a:lnTo>
                <a:lnTo>
                  <a:pt x="10453" y="2061"/>
                </a:lnTo>
                <a:cubicBezTo>
                  <a:pt x="10499" y="2065"/>
                  <a:pt x="10545" y="2067"/>
                  <a:pt x="10592" y="2071"/>
                </a:cubicBezTo>
                <a:cubicBezTo>
                  <a:pt x="10609" y="2071"/>
                  <a:pt x="10641" y="2047"/>
                  <a:pt x="10633" y="2047"/>
                </a:cubicBezTo>
                <a:cubicBezTo>
                  <a:pt x="10633" y="2047"/>
                  <a:pt x="10633" y="2047"/>
                  <a:pt x="10616" y="2047"/>
                </a:cubicBezTo>
                <a:cubicBezTo>
                  <a:pt x="10633" y="2039"/>
                  <a:pt x="10656" y="2023"/>
                  <a:pt x="10641" y="2023"/>
                </a:cubicBezTo>
                <a:cubicBezTo>
                  <a:pt x="10633" y="2023"/>
                  <a:pt x="10609" y="2023"/>
                  <a:pt x="10577" y="2023"/>
                </a:cubicBezTo>
                <a:cubicBezTo>
                  <a:pt x="10592" y="2015"/>
                  <a:pt x="10616" y="2000"/>
                  <a:pt x="10609" y="2000"/>
                </a:cubicBezTo>
                <a:cubicBezTo>
                  <a:pt x="10609" y="2000"/>
                  <a:pt x="10609" y="2000"/>
                  <a:pt x="10529" y="1991"/>
                </a:cubicBezTo>
                <a:cubicBezTo>
                  <a:pt x="10536" y="1983"/>
                  <a:pt x="10553" y="1975"/>
                  <a:pt x="10545" y="1968"/>
                </a:cubicBezTo>
                <a:cubicBezTo>
                  <a:pt x="10465" y="1944"/>
                  <a:pt x="10384" y="1927"/>
                  <a:pt x="10304" y="1912"/>
                </a:cubicBezTo>
                <a:cubicBezTo>
                  <a:pt x="10225" y="1895"/>
                  <a:pt x="10137" y="1871"/>
                  <a:pt x="10057" y="1856"/>
                </a:cubicBezTo>
                <a:cubicBezTo>
                  <a:pt x="10057" y="1856"/>
                  <a:pt x="10064" y="1847"/>
                  <a:pt x="10057" y="1847"/>
                </a:cubicBezTo>
                <a:cubicBezTo>
                  <a:pt x="10017" y="1839"/>
                  <a:pt x="9969" y="1831"/>
                  <a:pt x="9920" y="1815"/>
                </a:cubicBezTo>
                <a:cubicBezTo>
                  <a:pt x="9920" y="1815"/>
                  <a:pt x="9920" y="1815"/>
                  <a:pt x="9888" y="1807"/>
                </a:cubicBezTo>
                <a:cubicBezTo>
                  <a:pt x="9937" y="1815"/>
                  <a:pt x="9976" y="1824"/>
                  <a:pt x="10017" y="1831"/>
                </a:cubicBezTo>
                <a:cubicBezTo>
                  <a:pt x="10032" y="1831"/>
                  <a:pt x="10064" y="1807"/>
                  <a:pt x="10057" y="1807"/>
                </a:cubicBezTo>
                <a:cubicBezTo>
                  <a:pt x="9976" y="1792"/>
                  <a:pt x="9896" y="1783"/>
                  <a:pt x="9825" y="1743"/>
                </a:cubicBezTo>
                <a:cubicBezTo>
                  <a:pt x="9813" y="1737"/>
                  <a:pt x="9787" y="1750"/>
                  <a:pt x="9778" y="1759"/>
                </a:cubicBezTo>
                <a:lnTo>
                  <a:pt x="9777" y="1765"/>
                </a:lnTo>
                <a:lnTo>
                  <a:pt x="9772" y="1765"/>
                </a:lnTo>
                <a:cubicBezTo>
                  <a:pt x="9758" y="1763"/>
                  <a:pt x="9732" y="1759"/>
                  <a:pt x="9680" y="1751"/>
                </a:cubicBezTo>
                <a:cubicBezTo>
                  <a:pt x="9688" y="1743"/>
                  <a:pt x="9705" y="1736"/>
                  <a:pt x="9697" y="1736"/>
                </a:cubicBezTo>
                <a:cubicBezTo>
                  <a:pt x="9697" y="1727"/>
                  <a:pt x="9697" y="1727"/>
                  <a:pt x="9688" y="1727"/>
                </a:cubicBezTo>
                <a:cubicBezTo>
                  <a:pt x="9688" y="1727"/>
                  <a:pt x="9688" y="1727"/>
                  <a:pt x="9673" y="1727"/>
                </a:cubicBezTo>
                <a:cubicBezTo>
                  <a:pt x="9688" y="1719"/>
                  <a:pt x="9705" y="1711"/>
                  <a:pt x="9697" y="1711"/>
                </a:cubicBezTo>
                <a:cubicBezTo>
                  <a:pt x="9673" y="1704"/>
                  <a:pt x="9641" y="1695"/>
                  <a:pt x="9617" y="1687"/>
                </a:cubicBezTo>
                <a:cubicBezTo>
                  <a:pt x="9617" y="1687"/>
                  <a:pt x="9617" y="1687"/>
                  <a:pt x="9624" y="1679"/>
                </a:cubicBezTo>
                <a:cubicBezTo>
                  <a:pt x="9624" y="1679"/>
                  <a:pt x="9624" y="1679"/>
                  <a:pt x="9720" y="1711"/>
                </a:cubicBezTo>
                <a:cubicBezTo>
                  <a:pt x="9729" y="1711"/>
                  <a:pt x="9744" y="1704"/>
                  <a:pt x="9752" y="1695"/>
                </a:cubicBezTo>
                <a:cubicBezTo>
                  <a:pt x="9849" y="1711"/>
                  <a:pt x="9937" y="1736"/>
                  <a:pt x="10032" y="1751"/>
                </a:cubicBezTo>
                <a:cubicBezTo>
                  <a:pt x="10049" y="1759"/>
                  <a:pt x="10081" y="1736"/>
                  <a:pt x="10072" y="1736"/>
                </a:cubicBezTo>
                <a:cubicBezTo>
                  <a:pt x="9969" y="1711"/>
                  <a:pt x="9873" y="1679"/>
                  <a:pt x="9768" y="1672"/>
                </a:cubicBezTo>
                <a:cubicBezTo>
                  <a:pt x="9761" y="1672"/>
                  <a:pt x="9744" y="1672"/>
                  <a:pt x="9737" y="1679"/>
                </a:cubicBezTo>
                <a:cubicBezTo>
                  <a:pt x="9664" y="1663"/>
                  <a:pt x="9592" y="1648"/>
                  <a:pt x="9529" y="1623"/>
                </a:cubicBezTo>
                <a:cubicBezTo>
                  <a:pt x="9512" y="1616"/>
                  <a:pt x="9473" y="1639"/>
                  <a:pt x="9488" y="1639"/>
                </a:cubicBezTo>
                <a:cubicBezTo>
                  <a:pt x="9488" y="1639"/>
                  <a:pt x="9488" y="1639"/>
                  <a:pt x="9497" y="1648"/>
                </a:cubicBezTo>
                <a:cubicBezTo>
                  <a:pt x="9497" y="1648"/>
                  <a:pt x="9497" y="1648"/>
                  <a:pt x="9465" y="1639"/>
                </a:cubicBezTo>
                <a:cubicBezTo>
                  <a:pt x="9424" y="1631"/>
                  <a:pt x="9385" y="1623"/>
                  <a:pt x="9345" y="1607"/>
                </a:cubicBezTo>
                <a:cubicBezTo>
                  <a:pt x="9345" y="1607"/>
                  <a:pt x="9345" y="1607"/>
                  <a:pt x="9368" y="1607"/>
                </a:cubicBezTo>
                <a:cubicBezTo>
                  <a:pt x="9409" y="1607"/>
                  <a:pt x="9441" y="1616"/>
                  <a:pt x="9480" y="1623"/>
                </a:cubicBezTo>
                <a:cubicBezTo>
                  <a:pt x="9497" y="1623"/>
                  <a:pt x="9529" y="1599"/>
                  <a:pt x="9521" y="1599"/>
                </a:cubicBezTo>
                <a:lnTo>
                  <a:pt x="9475" y="1591"/>
                </a:lnTo>
                <a:lnTo>
                  <a:pt x="9624" y="1607"/>
                </a:lnTo>
                <a:cubicBezTo>
                  <a:pt x="9632" y="1607"/>
                  <a:pt x="9673" y="1584"/>
                  <a:pt x="9656" y="1584"/>
                </a:cubicBezTo>
                <a:cubicBezTo>
                  <a:pt x="9568" y="1560"/>
                  <a:pt x="9473" y="1535"/>
                  <a:pt x="9385" y="1504"/>
                </a:cubicBezTo>
                <a:cubicBezTo>
                  <a:pt x="9385" y="1504"/>
                  <a:pt x="9385" y="1504"/>
                  <a:pt x="9480" y="1511"/>
                </a:cubicBezTo>
                <a:cubicBezTo>
                  <a:pt x="9488" y="1511"/>
                  <a:pt x="9512" y="1496"/>
                  <a:pt x="9512" y="1487"/>
                </a:cubicBezTo>
                <a:cubicBezTo>
                  <a:pt x="9529" y="1487"/>
                  <a:pt x="9544" y="1472"/>
                  <a:pt x="9536" y="1472"/>
                </a:cubicBezTo>
                <a:cubicBezTo>
                  <a:pt x="9504" y="1463"/>
                  <a:pt x="9480" y="1455"/>
                  <a:pt x="9456" y="1447"/>
                </a:cubicBezTo>
                <a:cubicBezTo>
                  <a:pt x="9521" y="1455"/>
                  <a:pt x="9585" y="1463"/>
                  <a:pt x="9656" y="1479"/>
                </a:cubicBezTo>
                <a:cubicBezTo>
                  <a:pt x="9664" y="1479"/>
                  <a:pt x="9705" y="1455"/>
                  <a:pt x="9697" y="1455"/>
                </a:cubicBezTo>
                <a:cubicBezTo>
                  <a:pt x="9697" y="1455"/>
                  <a:pt x="9697" y="1455"/>
                  <a:pt x="9560" y="1423"/>
                </a:cubicBezTo>
                <a:cubicBezTo>
                  <a:pt x="9560" y="1423"/>
                  <a:pt x="9560" y="1423"/>
                  <a:pt x="9560" y="1415"/>
                </a:cubicBezTo>
                <a:cubicBezTo>
                  <a:pt x="9632" y="1431"/>
                  <a:pt x="9697" y="1447"/>
                  <a:pt x="9761" y="1463"/>
                </a:cubicBezTo>
                <a:cubicBezTo>
                  <a:pt x="9776" y="1463"/>
                  <a:pt x="9808" y="1440"/>
                  <a:pt x="9800" y="1440"/>
                </a:cubicBezTo>
                <a:cubicBezTo>
                  <a:pt x="9800" y="1440"/>
                  <a:pt x="9800" y="1440"/>
                  <a:pt x="9761" y="1431"/>
                </a:cubicBezTo>
                <a:cubicBezTo>
                  <a:pt x="9785" y="1431"/>
                  <a:pt x="9808" y="1431"/>
                  <a:pt x="9832" y="1431"/>
                </a:cubicBezTo>
                <a:cubicBezTo>
                  <a:pt x="9825" y="1440"/>
                  <a:pt x="9825" y="1440"/>
                  <a:pt x="9825" y="1440"/>
                </a:cubicBezTo>
                <a:cubicBezTo>
                  <a:pt x="9905" y="1455"/>
                  <a:pt x="9984" y="1472"/>
                  <a:pt x="10064" y="1472"/>
                </a:cubicBezTo>
                <a:cubicBezTo>
                  <a:pt x="10113" y="1479"/>
                  <a:pt x="10152" y="1487"/>
                  <a:pt x="10193" y="1496"/>
                </a:cubicBezTo>
                <a:cubicBezTo>
                  <a:pt x="10208" y="1504"/>
                  <a:pt x="10240" y="1479"/>
                  <a:pt x="10233" y="1479"/>
                </a:cubicBezTo>
                <a:cubicBezTo>
                  <a:pt x="10216" y="1472"/>
                  <a:pt x="10193" y="1472"/>
                  <a:pt x="10177" y="1463"/>
                </a:cubicBezTo>
                <a:lnTo>
                  <a:pt x="10184" y="1463"/>
                </a:lnTo>
                <a:cubicBezTo>
                  <a:pt x="10201" y="1455"/>
                  <a:pt x="10216" y="1447"/>
                  <a:pt x="10216" y="1440"/>
                </a:cubicBezTo>
                <a:cubicBezTo>
                  <a:pt x="10216" y="1440"/>
                  <a:pt x="10216" y="1440"/>
                  <a:pt x="10208" y="1431"/>
                </a:cubicBezTo>
                <a:cubicBezTo>
                  <a:pt x="10208" y="1431"/>
                  <a:pt x="10208" y="1431"/>
                  <a:pt x="10193" y="1431"/>
                </a:cubicBezTo>
                <a:cubicBezTo>
                  <a:pt x="10193" y="1431"/>
                  <a:pt x="10184" y="1431"/>
                  <a:pt x="10177" y="1431"/>
                </a:cubicBezTo>
                <a:cubicBezTo>
                  <a:pt x="10120" y="1423"/>
                  <a:pt x="10064" y="1415"/>
                  <a:pt x="10008" y="1408"/>
                </a:cubicBezTo>
                <a:cubicBezTo>
                  <a:pt x="10000" y="1399"/>
                  <a:pt x="9984" y="1408"/>
                  <a:pt x="9976" y="1415"/>
                </a:cubicBezTo>
                <a:cubicBezTo>
                  <a:pt x="9976" y="1415"/>
                  <a:pt x="9976" y="1415"/>
                  <a:pt x="9969" y="1415"/>
                </a:cubicBezTo>
                <a:cubicBezTo>
                  <a:pt x="9961" y="1415"/>
                  <a:pt x="9961" y="1423"/>
                  <a:pt x="9952" y="1423"/>
                </a:cubicBezTo>
                <a:cubicBezTo>
                  <a:pt x="9952" y="1423"/>
                  <a:pt x="9952" y="1423"/>
                  <a:pt x="9937" y="1423"/>
                </a:cubicBezTo>
                <a:cubicBezTo>
                  <a:pt x="9952" y="1415"/>
                  <a:pt x="9969" y="1399"/>
                  <a:pt x="9961" y="1399"/>
                </a:cubicBezTo>
                <a:cubicBezTo>
                  <a:pt x="9944" y="1399"/>
                  <a:pt x="9920" y="1391"/>
                  <a:pt x="9905" y="1391"/>
                </a:cubicBezTo>
                <a:cubicBezTo>
                  <a:pt x="9937" y="1391"/>
                  <a:pt x="9976" y="1391"/>
                  <a:pt x="10008" y="1384"/>
                </a:cubicBezTo>
                <a:cubicBezTo>
                  <a:pt x="10017" y="1384"/>
                  <a:pt x="10057" y="1367"/>
                  <a:pt x="10040" y="1359"/>
                </a:cubicBezTo>
                <a:lnTo>
                  <a:pt x="10064" y="1359"/>
                </a:lnTo>
                <a:cubicBezTo>
                  <a:pt x="10064" y="1367"/>
                  <a:pt x="10064" y="1367"/>
                  <a:pt x="10064" y="1367"/>
                </a:cubicBezTo>
                <a:cubicBezTo>
                  <a:pt x="10057" y="1375"/>
                  <a:pt x="10049" y="1384"/>
                  <a:pt x="10049" y="1384"/>
                </a:cubicBezTo>
                <a:cubicBezTo>
                  <a:pt x="10208" y="1399"/>
                  <a:pt x="10360" y="1440"/>
                  <a:pt x="10521" y="1455"/>
                </a:cubicBezTo>
                <a:cubicBezTo>
                  <a:pt x="10529" y="1463"/>
                  <a:pt x="10577" y="1440"/>
                  <a:pt x="10560" y="1440"/>
                </a:cubicBezTo>
                <a:cubicBezTo>
                  <a:pt x="10545" y="1431"/>
                  <a:pt x="10529" y="1423"/>
                  <a:pt x="10512" y="1423"/>
                </a:cubicBezTo>
                <a:cubicBezTo>
                  <a:pt x="10545" y="1423"/>
                  <a:pt x="10577" y="1431"/>
                  <a:pt x="10609" y="1440"/>
                </a:cubicBezTo>
                <a:cubicBezTo>
                  <a:pt x="10616" y="1440"/>
                  <a:pt x="10641" y="1423"/>
                  <a:pt x="10648" y="1415"/>
                </a:cubicBezTo>
                <a:cubicBezTo>
                  <a:pt x="10648" y="1415"/>
                  <a:pt x="10648" y="1415"/>
                  <a:pt x="10665" y="1423"/>
                </a:cubicBezTo>
                <a:cubicBezTo>
                  <a:pt x="10729" y="1440"/>
                  <a:pt x="10793" y="1447"/>
                  <a:pt x="10856" y="1455"/>
                </a:cubicBezTo>
                <a:cubicBezTo>
                  <a:pt x="10920" y="1463"/>
                  <a:pt x="10985" y="1463"/>
                  <a:pt x="11049" y="1472"/>
                </a:cubicBezTo>
                <a:cubicBezTo>
                  <a:pt x="11056" y="1472"/>
                  <a:pt x="11056" y="1472"/>
                  <a:pt x="11064" y="1472"/>
                </a:cubicBezTo>
                <a:cubicBezTo>
                  <a:pt x="11113" y="1472"/>
                  <a:pt x="11169" y="1472"/>
                  <a:pt x="11216" y="1479"/>
                </a:cubicBezTo>
                <a:cubicBezTo>
                  <a:pt x="11233" y="1479"/>
                  <a:pt x="11264" y="1455"/>
                  <a:pt x="11257" y="1455"/>
                </a:cubicBezTo>
                <a:cubicBezTo>
                  <a:pt x="11257" y="1455"/>
                  <a:pt x="11257" y="1455"/>
                  <a:pt x="11169" y="1447"/>
                </a:cubicBezTo>
                <a:cubicBezTo>
                  <a:pt x="11201" y="1447"/>
                  <a:pt x="11233" y="1447"/>
                  <a:pt x="11264" y="1447"/>
                </a:cubicBezTo>
                <a:cubicBezTo>
                  <a:pt x="11272" y="1447"/>
                  <a:pt x="11296" y="1440"/>
                  <a:pt x="11304" y="1431"/>
                </a:cubicBezTo>
                <a:cubicBezTo>
                  <a:pt x="12615" y="1584"/>
                  <a:pt x="13943" y="1592"/>
                  <a:pt x="15263" y="1447"/>
                </a:cubicBezTo>
                <a:cubicBezTo>
                  <a:pt x="15240" y="1455"/>
                  <a:pt x="15216" y="1455"/>
                  <a:pt x="15199" y="1463"/>
                </a:cubicBezTo>
                <a:cubicBezTo>
                  <a:pt x="15191" y="1463"/>
                  <a:pt x="15160" y="1496"/>
                  <a:pt x="15175" y="1496"/>
                </a:cubicBezTo>
                <a:cubicBezTo>
                  <a:pt x="15191" y="1496"/>
                  <a:pt x="15208" y="1496"/>
                  <a:pt x="15223" y="1487"/>
                </a:cubicBezTo>
                <a:cubicBezTo>
                  <a:pt x="15216" y="1504"/>
                  <a:pt x="15199" y="1511"/>
                  <a:pt x="15208" y="1511"/>
                </a:cubicBezTo>
                <a:cubicBezTo>
                  <a:pt x="15248" y="1511"/>
                  <a:pt x="15279" y="1511"/>
                  <a:pt x="15311" y="1511"/>
                </a:cubicBezTo>
                <a:cubicBezTo>
                  <a:pt x="15296" y="1519"/>
                  <a:pt x="15287" y="1535"/>
                  <a:pt x="15296" y="1535"/>
                </a:cubicBezTo>
                <a:lnTo>
                  <a:pt x="15319" y="1535"/>
                </a:lnTo>
                <a:cubicBezTo>
                  <a:pt x="15311" y="1535"/>
                  <a:pt x="15279" y="1567"/>
                  <a:pt x="15296" y="1567"/>
                </a:cubicBezTo>
                <a:cubicBezTo>
                  <a:pt x="15399" y="1567"/>
                  <a:pt x="15512" y="1551"/>
                  <a:pt x="15624" y="1535"/>
                </a:cubicBezTo>
                <a:cubicBezTo>
                  <a:pt x="15624" y="1535"/>
                  <a:pt x="15624" y="1535"/>
                  <a:pt x="15607" y="1543"/>
                </a:cubicBezTo>
                <a:cubicBezTo>
                  <a:pt x="15600" y="1543"/>
                  <a:pt x="15560" y="1567"/>
                  <a:pt x="15575" y="1575"/>
                </a:cubicBezTo>
                <a:cubicBezTo>
                  <a:pt x="15615" y="1575"/>
                  <a:pt x="15648" y="1575"/>
                  <a:pt x="15688" y="1575"/>
                </a:cubicBezTo>
                <a:cubicBezTo>
                  <a:pt x="15671" y="1584"/>
                  <a:pt x="15656" y="1599"/>
                  <a:pt x="15663" y="1599"/>
                </a:cubicBezTo>
                <a:cubicBezTo>
                  <a:pt x="15736" y="1607"/>
                  <a:pt x="15800" y="1607"/>
                  <a:pt x="15871" y="1599"/>
                </a:cubicBezTo>
                <a:cubicBezTo>
                  <a:pt x="15888" y="1599"/>
                  <a:pt x="15912" y="1567"/>
                  <a:pt x="15895" y="1567"/>
                </a:cubicBezTo>
                <a:cubicBezTo>
                  <a:pt x="15856" y="1567"/>
                  <a:pt x="15815" y="1575"/>
                  <a:pt x="15776" y="1575"/>
                </a:cubicBezTo>
                <a:cubicBezTo>
                  <a:pt x="15808" y="1567"/>
                  <a:pt x="15832" y="1560"/>
                  <a:pt x="15856" y="1543"/>
                </a:cubicBezTo>
                <a:cubicBezTo>
                  <a:pt x="15967" y="1543"/>
                  <a:pt x="16072" y="1535"/>
                  <a:pt x="16184" y="1528"/>
                </a:cubicBezTo>
                <a:cubicBezTo>
                  <a:pt x="16128" y="1535"/>
                  <a:pt x="16072" y="1543"/>
                  <a:pt x="16015" y="1567"/>
                </a:cubicBezTo>
                <a:cubicBezTo>
                  <a:pt x="16008" y="1567"/>
                  <a:pt x="15976" y="1592"/>
                  <a:pt x="15983" y="1599"/>
                </a:cubicBezTo>
                <a:cubicBezTo>
                  <a:pt x="15983" y="1599"/>
                  <a:pt x="15983" y="1599"/>
                  <a:pt x="16008" y="1599"/>
                </a:cubicBezTo>
                <a:cubicBezTo>
                  <a:pt x="15991" y="1599"/>
                  <a:pt x="15976" y="1599"/>
                  <a:pt x="15959" y="1607"/>
                </a:cubicBezTo>
                <a:cubicBezTo>
                  <a:pt x="15952" y="1607"/>
                  <a:pt x="15944" y="1607"/>
                  <a:pt x="15944" y="1607"/>
                </a:cubicBezTo>
                <a:cubicBezTo>
                  <a:pt x="15903" y="1616"/>
                  <a:pt x="15864" y="1623"/>
                  <a:pt x="15824" y="1631"/>
                </a:cubicBezTo>
                <a:cubicBezTo>
                  <a:pt x="15815" y="1631"/>
                  <a:pt x="15776" y="1663"/>
                  <a:pt x="15791" y="1663"/>
                </a:cubicBezTo>
                <a:cubicBezTo>
                  <a:pt x="15895" y="1663"/>
                  <a:pt x="15991" y="1639"/>
                  <a:pt x="16088" y="1631"/>
                </a:cubicBezTo>
                <a:cubicBezTo>
                  <a:pt x="16064" y="1639"/>
                  <a:pt x="16032" y="1648"/>
                  <a:pt x="16008" y="1663"/>
                </a:cubicBezTo>
                <a:cubicBezTo>
                  <a:pt x="16000" y="1663"/>
                  <a:pt x="15976" y="1695"/>
                  <a:pt x="15983" y="1695"/>
                </a:cubicBezTo>
                <a:cubicBezTo>
                  <a:pt x="16040" y="1687"/>
                  <a:pt x="16088" y="1687"/>
                  <a:pt x="16135" y="1679"/>
                </a:cubicBezTo>
                <a:cubicBezTo>
                  <a:pt x="16023" y="1704"/>
                  <a:pt x="15903" y="1727"/>
                  <a:pt x="15791" y="1767"/>
                </a:cubicBezTo>
                <a:cubicBezTo>
                  <a:pt x="15783" y="1767"/>
                  <a:pt x="15751" y="1799"/>
                  <a:pt x="15768" y="1799"/>
                </a:cubicBezTo>
                <a:cubicBezTo>
                  <a:pt x="15800" y="1792"/>
                  <a:pt x="15832" y="1792"/>
                  <a:pt x="15864" y="1783"/>
                </a:cubicBezTo>
                <a:cubicBezTo>
                  <a:pt x="15856" y="1799"/>
                  <a:pt x="15847" y="1807"/>
                  <a:pt x="15856" y="1807"/>
                </a:cubicBezTo>
                <a:cubicBezTo>
                  <a:pt x="15871" y="1807"/>
                  <a:pt x="15888" y="1799"/>
                  <a:pt x="15903" y="1799"/>
                </a:cubicBezTo>
                <a:cubicBezTo>
                  <a:pt x="15895" y="1807"/>
                  <a:pt x="15888" y="1815"/>
                  <a:pt x="15895" y="1815"/>
                </a:cubicBezTo>
                <a:cubicBezTo>
                  <a:pt x="16047" y="1824"/>
                  <a:pt x="16191" y="1792"/>
                  <a:pt x="16343" y="1767"/>
                </a:cubicBezTo>
                <a:cubicBezTo>
                  <a:pt x="16360" y="1767"/>
                  <a:pt x="16384" y="1736"/>
                  <a:pt x="16375" y="1736"/>
                </a:cubicBezTo>
                <a:cubicBezTo>
                  <a:pt x="16247" y="1751"/>
                  <a:pt x="16128" y="1775"/>
                  <a:pt x="16008" y="1783"/>
                </a:cubicBezTo>
                <a:cubicBezTo>
                  <a:pt x="16040" y="1775"/>
                  <a:pt x="16072" y="1767"/>
                  <a:pt x="16096" y="1767"/>
                </a:cubicBezTo>
                <a:cubicBezTo>
                  <a:pt x="16111" y="1759"/>
                  <a:pt x="16120" y="1751"/>
                  <a:pt x="16128" y="1736"/>
                </a:cubicBezTo>
                <a:cubicBezTo>
                  <a:pt x="16128" y="1736"/>
                  <a:pt x="16128" y="1736"/>
                  <a:pt x="16223" y="1719"/>
                </a:cubicBezTo>
                <a:cubicBezTo>
                  <a:pt x="16240" y="1711"/>
                  <a:pt x="16264" y="1679"/>
                  <a:pt x="16255" y="1687"/>
                </a:cubicBezTo>
                <a:cubicBezTo>
                  <a:pt x="16184" y="1695"/>
                  <a:pt x="16111" y="1711"/>
                  <a:pt x="16040" y="1727"/>
                </a:cubicBezTo>
                <a:cubicBezTo>
                  <a:pt x="16135" y="1704"/>
                  <a:pt x="16223" y="1687"/>
                  <a:pt x="16319" y="1655"/>
                </a:cubicBezTo>
                <a:cubicBezTo>
                  <a:pt x="16319" y="1655"/>
                  <a:pt x="16328" y="1648"/>
                  <a:pt x="16335" y="1639"/>
                </a:cubicBezTo>
                <a:cubicBezTo>
                  <a:pt x="16367" y="1639"/>
                  <a:pt x="16392" y="1631"/>
                  <a:pt x="16424" y="1631"/>
                </a:cubicBezTo>
                <a:cubicBezTo>
                  <a:pt x="16392" y="1639"/>
                  <a:pt x="16367" y="1648"/>
                  <a:pt x="16343" y="1655"/>
                </a:cubicBezTo>
                <a:cubicBezTo>
                  <a:pt x="16335" y="1663"/>
                  <a:pt x="16304" y="1687"/>
                  <a:pt x="16319" y="1687"/>
                </a:cubicBezTo>
                <a:cubicBezTo>
                  <a:pt x="16384" y="1695"/>
                  <a:pt x="16455" y="1687"/>
                  <a:pt x="16528" y="1687"/>
                </a:cubicBezTo>
                <a:cubicBezTo>
                  <a:pt x="16528" y="1687"/>
                  <a:pt x="16528" y="1687"/>
                  <a:pt x="16543" y="1687"/>
                </a:cubicBezTo>
                <a:cubicBezTo>
                  <a:pt x="16519" y="1695"/>
                  <a:pt x="16496" y="1704"/>
                  <a:pt x="16463" y="1711"/>
                </a:cubicBezTo>
                <a:cubicBezTo>
                  <a:pt x="16463" y="1711"/>
                  <a:pt x="16431" y="1743"/>
                  <a:pt x="16440" y="1743"/>
                </a:cubicBezTo>
                <a:cubicBezTo>
                  <a:pt x="16512" y="1751"/>
                  <a:pt x="16592" y="1751"/>
                  <a:pt x="16663" y="1751"/>
                </a:cubicBezTo>
                <a:cubicBezTo>
                  <a:pt x="16663" y="1751"/>
                  <a:pt x="16663" y="1751"/>
                  <a:pt x="16480" y="1792"/>
                </a:cubicBezTo>
                <a:cubicBezTo>
                  <a:pt x="16472" y="1792"/>
                  <a:pt x="16448" y="1815"/>
                  <a:pt x="16440" y="1824"/>
                </a:cubicBezTo>
                <a:cubicBezTo>
                  <a:pt x="16367" y="1831"/>
                  <a:pt x="16287" y="1847"/>
                  <a:pt x="16216" y="1847"/>
                </a:cubicBezTo>
                <a:cubicBezTo>
                  <a:pt x="16223" y="1839"/>
                  <a:pt x="16240" y="1824"/>
                  <a:pt x="16231" y="1824"/>
                </a:cubicBezTo>
                <a:cubicBezTo>
                  <a:pt x="16199" y="1831"/>
                  <a:pt x="16167" y="1839"/>
                  <a:pt x="16135" y="1847"/>
                </a:cubicBezTo>
                <a:cubicBezTo>
                  <a:pt x="16128" y="1847"/>
                  <a:pt x="16096" y="1880"/>
                  <a:pt x="16103" y="1880"/>
                </a:cubicBezTo>
                <a:cubicBezTo>
                  <a:pt x="16111" y="1880"/>
                  <a:pt x="16120" y="1880"/>
                  <a:pt x="16135" y="1880"/>
                </a:cubicBezTo>
                <a:cubicBezTo>
                  <a:pt x="16135" y="1880"/>
                  <a:pt x="16135" y="1880"/>
                  <a:pt x="16111" y="1887"/>
                </a:cubicBezTo>
                <a:cubicBezTo>
                  <a:pt x="16103" y="1895"/>
                  <a:pt x="16072" y="1919"/>
                  <a:pt x="16079" y="1919"/>
                </a:cubicBezTo>
                <a:cubicBezTo>
                  <a:pt x="16167" y="1935"/>
                  <a:pt x="16255" y="1919"/>
                  <a:pt x="16343" y="1895"/>
                </a:cubicBezTo>
                <a:cubicBezTo>
                  <a:pt x="16328" y="1903"/>
                  <a:pt x="16319" y="1919"/>
                  <a:pt x="16319" y="1927"/>
                </a:cubicBezTo>
                <a:cubicBezTo>
                  <a:pt x="16208" y="1951"/>
                  <a:pt x="16096" y="1983"/>
                  <a:pt x="15983" y="2023"/>
                </a:cubicBezTo>
                <a:cubicBezTo>
                  <a:pt x="15976" y="2023"/>
                  <a:pt x="15944" y="2056"/>
                  <a:pt x="15959" y="2056"/>
                </a:cubicBezTo>
                <a:cubicBezTo>
                  <a:pt x="16023" y="2047"/>
                  <a:pt x="16088" y="2031"/>
                  <a:pt x="16152" y="2015"/>
                </a:cubicBezTo>
                <a:cubicBezTo>
                  <a:pt x="16111" y="2031"/>
                  <a:pt x="16072" y="2047"/>
                  <a:pt x="16040" y="2071"/>
                </a:cubicBezTo>
                <a:cubicBezTo>
                  <a:pt x="16040" y="2077"/>
                  <a:pt x="16028" y="2090"/>
                  <a:pt x="16024" y="2095"/>
                </a:cubicBezTo>
                <a:lnTo>
                  <a:pt x="16023" y="2095"/>
                </a:lnTo>
                <a:lnTo>
                  <a:pt x="16023" y="2095"/>
                </a:lnTo>
                <a:cubicBezTo>
                  <a:pt x="16021" y="2097"/>
                  <a:pt x="16021" y="2097"/>
                  <a:pt x="16022" y="2096"/>
                </a:cubicBezTo>
                <a:lnTo>
                  <a:pt x="16023" y="2095"/>
                </a:lnTo>
                <a:lnTo>
                  <a:pt x="16047" y="2094"/>
                </a:lnTo>
                <a:cubicBezTo>
                  <a:pt x="16102" y="2091"/>
                  <a:pt x="16152" y="2077"/>
                  <a:pt x="16208" y="2063"/>
                </a:cubicBezTo>
                <a:cubicBezTo>
                  <a:pt x="16199" y="2071"/>
                  <a:pt x="16208" y="2071"/>
                  <a:pt x="16208" y="2071"/>
                </a:cubicBezTo>
                <a:cubicBezTo>
                  <a:pt x="16208" y="2071"/>
                  <a:pt x="16208" y="2071"/>
                  <a:pt x="16223" y="2071"/>
                </a:cubicBezTo>
                <a:cubicBezTo>
                  <a:pt x="16216" y="2079"/>
                  <a:pt x="16191" y="2103"/>
                  <a:pt x="16208" y="2103"/>
                </a:cubicBezTo>
                <a:cubicBezTo>
                  <a:pt x="16272" y="2103"/>
                  <a:pt x="16335" y="2095"/>
                  <a:pt x="16407" y="2088"/>
                </a:cubicBezTo>
                <a:cubicBezTo>
                  <a:pt x="16424" y="2088"/>
                  <a:pt x="16440" y="2071"/>
                  <a:pt x="16440" y="2056"/>
                </a:cubicBezTo>
                <a:cubicBezTo>
                  <a:pt x="16440" y="2056"/>
                  <a:pt x="16440" y="2056"/>
                  <a:pt x="16463" y="2056"/>
                </a:cubicBezTo>
                <a:cubicBezTo>
                  <a:pt x="16480" y="2063"/>
                  <a:pt x="16496" y="2071"/>
                  <a:pt x="16512" y="2071"/>
                </a:cubicBezTo>
                <a:cubicBezTo>
                  <a:pt x="16480" y="2088"/>
                  <a:pt x="16448" y="2095"/>
                  <a:pt x="16416" y="2103"/>
                </a:cubicBezTo>
                <a:cubicBezTo>
                  <a:pt x="16407" y="2111"/>
                  <a:pt x="16367" y="2143"/>
                  <a:pt x="16384" y="2143"/>
                </a:cubicBezTo>
                <a:cubicBezTo>
                  <a:pt x="16448" y="2135"/>
                  <a:pt x="16519" y="2127"/>
                  <a:pt x="16584" y="2119"/>
                </a:cubicBezTo>
                <a:lnTo>
                  <a:pt x="16584" y="2127"/>
                </a:lnTo>
                <a:cubicBezTo>
                  <a:pt x="16543" y="2143"/>
                  <a:pt x="16496" y="2159"/>
                  <a:pt x="16455" y="2176"/>
                </a:cubicBezTo>
                <a:cubicBezTo>
                  <a:pt x="16448" y="2183"/>
                  <a:pt x="16407" y="2208"/>
                  <a:pt x="16424" y="2208"/>
                </a:cubicBezTo>
                <a:cubicBezTo>
                  <a:pt x="16543" y="2208"/>
                  <a:pt x="16656" y="2183"/>
                  <a:pt x="16768" y="2167"/>
                </a:cubicBezTo>
                <a:cubicBezTo>
                  <a:pt x="16776" y="2176"/>
                  <a:pt x="16783" y="2176"/>
                  <a:pt x="16783" y="2176"/>
                </a:cubicBezTo>
                <a:cubicBezTo>
                  <a:pt x="16792" y="2176"/>
                  <a:pt x="16807" y="2176"/>
                  <a:pt x="16815" y="2183"/>
                </a:cubicBezTo>
                <a:cubicBezTo>
                  <a:pt x="16807" y="2191"/>
                  <a:pt x="16800" y="2191"/>
                  <a:pt x="16792" y="2199"/>
                </a:cubicBezTo>
                <a:cubicBezTo>
                  <a:pt x="16783" y="2199"/>
                  <a:pt x="16751" y="2231"/>
                  <a:pt x="16768" y="2231"/>
                </a:cubicBezTo>
                <a:cubicBezTo>
                  <a:pt x="16832" y="2231"/>
                  <a:pt x="16895" y="2223"/>
                  <a:pt x="16959" y="2215"/>
                </a:cubicBezTo>
                <a:cubicBezTo>
                  <a:pt x="17024" y="2208"/>
                  <a:pt x="17096" y="2199"/>
                  <a:pt x="17159" y="2191"/>
                </a:cubicBezTo>
                <a:cubicBezTo>
                  <a:pt x="17159" y="2191"/>
                  <a:pt x="17159" y="2191"/>
                  <a:pt x="17167" y="2191"/>
                </a:cubicBezTo>
                <a:cubicBezTo>
                  <a:pt x="17071" y="2215"/>
                  <a:pt x="16983" y="2247"/>
                  <a:pt x="16888" y="2271"/>
                </a:cubicBezTo>
                <a:cubicBezTo>
                  <a:pt x="16880" y="2279"/>
                  <a:pt x="16848" y="2303"/>
                  <a:pt x="16856" y="2303"/>
                </a:cubicBezTo>
                <a:cubicBezTo>
                  <a:pt x="16824" y="2319"/>
                  <a:pt x="16783" y="2327"/>
                  <a:pt x="16751" y="2335"/>
                </a:cubicBezTo>
                <a:cubicBezTo>
                  <a:pt x="16751" y="2335"/>
                  <a:pt x="16751" y="2335"/>
                  <a:pt x="16736" y="2335"/>
                </a:cubicBezTo>
                <a:cubicBezTo>
                  <a:pt x="16751" y="2327"/>
                  <a:pt x="16768" y="2311"/>
                  <a:pt x="16751" y="2311"/>
                </a:cubicBezTo>
                <a:cubicBezTo>
                  <a:pt x="16760" y="2303"/>
                  <a:pt x="16792" y="2271"/>
                  <a:pt x="16776" y="2279"/>
                </a:cubicBezTo>
                <a:cubicBezTo>
                  <a:pt x="16719" y="2296"/>
                  <a:pt x="16672" y="2311"/>
                  <a:pt x="16616" y="2319"/>
                </a:cubicBezTo>
                <a:cubicBezTo>
                  <a:pt x="16663" y="2296"/>
                  <a:pt x="16712" y="2287"/>
                  <a:pt x="16760" y="2271"/>
                </a:cubicBezTo>
                <a:cubicBezTo>
                  <a:pt x="16768" y="2264"/>
                  <a:pt x="16792" y="2231"/>
                  <a:pt x="16783" y="2231"/>
                </a:cubicBezTo>
                <a:cubicBezTo>
                  <a:pt x="16736" y="2239"/>
                  <a:pt x="16687" y="2255"/>
                  <a:pt x="16648" y="2264"/>
                </a:cubicBezTo>
                <a:cubicBezTo>
                  <a:pt x="16648" y="2264"/>
                  <a:pt x="16648" y="2264"/>
                  <a:pt x="16672" y="2255"/>
                </a:cubicBezTo>
                <a:cubicBezTo>
                  <a:pt x="16680" y="2255"/>
                  <a:pt x="16712" y="2223"/>
                  <a:pt x="16695" y="2223"/>
                </a:cubicBezTo>
                <a:cubicBezTo>
                  <a:pt x="16607" y="2215"/>
                  <a:pt x="16519" y="2231"/>
                  <a:pt x="16431" y="2247"/>
                </a:cubicBezTo>
                <a:cubicBezTo>
                  <a:pt x="16431" y="2247"/>
                  <a:pt x="16431" y="2247"/>
                  <a:pt x="16367" y="2255"/>
                </a:cubicBezTo>
                <a:cubicBezTo>
                  <a:pt x="16352" y="2255"/>
                  <a:pt x="16328" y="2287"/>
                  <a:pt x="16343" y="2287"/>
                </a:cubicBezTo>
                <a:cubicBezTo>
                  <a:pt x="16343" y="2287"/>
                  <a:pt x="16343" y="2287"/>
                  <a:pt x="16392" y="2279"/>
                </a:cubicBezTo>
                <a:cubicBezTo>
                  <a:pt x="16392" y="2279"/>
                  <a:pt x="16392" y="2279"/>
                  <a:pt x="16455" y="2271"/>
                </a:cubicBezTo>
                <a:cubicBezTo>
                  <a:pt x="16504" y="2264"/>
                  <a:pt x="16543" y="2264"/>
                  <a:pt x="16584" y="2255"/>
                </a:cubicBezTo>
                <a:cubicBezTo>
                  <a:pt x="16512" y="2279"/>
                  <a:pt x="16431" y="2296"/>
                  <a:pt x="16360" y="2319"/>
                </a:cubicBezTo>
                <a:cubicBezTo>
                  <a:pt x="16360" y="2319"/>
                  <a:pt x="16319" y="2352"/>
                  <a:pt x="16335" y="2352"/>
                </a:cubicBezTo>
                <a:cubicBezTo>
                  <a:pt x="16424" y="2343"/>
                  <a:pt x="16512" y="2327"/>
                  <a:pt x="16592" y="2303"/>
                </a:cubicBezTo>
                <a:cubicBezTo>
                  <a:pt x="16575" y="2311"/>
                  <a:pt x="16568" y="2319"/>
                  <a:pt x="16551" y="2327"/>
                </a:cubicBezTo>
                <a:cubicBezTo>
                  <a:pt x="16551" y="2327"/>
                  <a:pt x="16519" y="2359"/>
                  <a:pt x="16536" y="2359"/>
                </a:cubicBezTo>
                <a:cubicBezTo>
                  <a:pt x="16544" y="2355"/>
                  <a:pt x="16550" y="2353"/>
                  <a:pt x="16556" y="2352"/>
                </a:cubicBezTo>
                <a:lnTo>
                  <a:pt x="16567" y="2352"/>
                </a:lnTo>
                <a:lnTo>
                  <a:pt x="16496" y="2370"/>
                </a:lnTo>
                <a:cubicBezTo>
                  <a:pt x="16472" y="2375"/>
                  <a:pt x="16448" y="2379"/>
                  <a:pt x="16424" y="2382"/>
                </a:cubicBezTo>
                <a:cubicBezTo>
                  <a:pt x="16367" y="2391"/>
                  <a:pt x="16296" y="2407"/>
                  <a:pt x="16264" y="2440"/>
                </a:cubicBezTo>
                <a:cubicBezTo>
                  <a:pt x="16240" y="2463"/>
                  <a:pt x="16272" y="2455"/>
                  <a:pt x="16287" y="2440"/>
                </a:cubicBezTo>
                <a:cubicBezTo>
                  <a:pt x="16287" y="2431"/>
                  <a:pt x="16319" y="2431"/>
                  <a:pt x="16343" y="2423"/>
                </a:cubicBezTo>
                <a:cubicBezTo>
                  <a:pt x="16335" y="2431"/>
                  <a:pt x="16335" y="2440"/>
                  <a:pt x="16343" y="2440"/>
                </a:cubicBezTo>
                <a:cubicBezTo>
                  <a:pt x="16472" y="2447"/>
                  <a:pt x="16599" y="2407"/>
                  <a:pt x="16719" y="2375"/>
                </a:cubicBezTo>
                <a:cubicBezTo>
                  <a:pt x="16719" y="2375"/>
                  <a:pt x="16719" y="2375"/>
                  <a:pt x="16792" y="2367"/>
                </a:cubicBezTo>
                <a:cubicBezTo>
                  <a:pt x="16783" y="2375"/>
                  <a:pt x="16768" y="2382"/>
                  <a:pt x="16768" y="2391"/>
                </a:cubicBezTo>
                <a:cubicBezTo>
                  <a:pt x="16656" y="2415"/>
                  <a:pt x="16543" y="2440"/>
                  <a:pt x="16431" y="2470"/>
                </a:cubicBezTo>
                <a:cubicBezTo>
                  <a:pt x="16424" y="2479"/>
                  <a:pt x="16399" y="2511"/>
                  <a:pt x="16407" y="2503"/>
                </a:cubicBezTo>
                <a:cubicBezTo>
                  <a:pt x="16463" y="2495"/>
                  <a:pt x="16528" y="2487"/>
                  <a:pt x="16584" y="2470"/>
                </a:cubicBezTo>
                <a:cubicBezTo>
                  <a:pt x="16575" y="2479"/>
                  <a:pt x="16568" y="2495"/>
                  <a:pt x="16575" y="2495"/>
                </a:cubicBezTo>
                <a:cubicBezTo>
                  <a:pt x="16584" y="2495"/>
                  <a:pt x="16599" y="2487"/>
                  <a:pt x="16607" y="2487"/>
                </a:cubicBezTo>
                <a:lnTo>
                  <a:pt x="16607" y="2495"/>
                </a:lnTo>
                <a:cubicBezTo>
                  <a:pt x="16607" y="2495"/>
                  <a:pt x="16607" y="2495"/>
                  <a:pt x="16612" y="2494"/>
                </a:cubicBezTo>
                <a:lnTo>
                  <a:pt x="16640" y="2489"/>
                </a:lnTo>
                <a:lnTo>
                  <a:pt x="16639" y="2495"/>
                </a:lnTo>
                <a:cubicBezTo>
                  <a:pt x="16487" y="2519"/>
                  <a:pt x="16335" y="2535"/>
                  <a:pt x="16191" y="2575"/>
                </a:cubicBezTo>
                <a:cubicBezTo>
                  <a:pt x="16176" y="2575"/>
                  <a:pt x="16152" y="2599"/>
                  <a:pt x="16160" y="2607"/>
                </a:cubicBezTo>
                <a:cubicBezTo>
                  <a:pt x="16160" y="2607"/>
                  <a:pt x="16160" y="2607"/>
                  <a:pt x="16152" y="2607"/>
                </a:cubicBezTo>
                <a:cubicBezTo>
                  <a:pt x="16135" y="2615"/>
                  <a:pt x="16111" y="2655"/>
                  <a:pt x="16135" y="2639"/>
                </a:cubicBezTo>
                <a:cubicBezTo>
                  <a:pt x="16167" y="2623"/>
                  <a:pt x="16208" y="2607"/>
                  <a:pt x="16255" y="2599"/>
                </a:cubicBezTo>
                <a:cubicBezTo>
                  <a:pt x="16240" y="2607"/>
                  <a:pt x="16231" y="2623"/>
                  <a:pt x="16240" y="2623"/>
                </a:cubicBezTo>
                <a:cubicBezTo>
                  <a:pt x="16360" y="2615"/>
                  <a:pt x="16496" y="2599"/>
                  <a:pt x="16616" y="2575"/>
                </a:cubicBezTo>
                <a:cubicBezTo>
                  <a:pt x="16644" y="2568"/>
                  <a:pt x="16677" y="2561"/>
                  <a:pt x="16707" y="2554"/>
                </a:cubicBezTo>
                <a:lnTo>
                  <a:pt x="16716" y="2552"/>
                </a:lnTo>
                <a:lnTo>
                  <a:pt x="16715" y="2553"/>
                </a:lnTo>
                <a:cubicBezTo>
                  <a:pt x="16712" y="2555"/>
                  <a:pt x="16714" y="2560"/>
                  <a:pt x="16719" y="2560"/>
                </a:cubicBezTo>
                <a:cubicBezTo>
                  <a:pt x="16760" y="2551"/>
                  <a:pt x="16792" y="2551"/>
                  <a:pt x="16832" y="2543"/>
                </a:cubicBezTo>
                <a:cubicBezTo>
                  <a:pt x="16672" y="2599"/>
                  <a:pt x="16496" y="2631"/>
                  <a:pt x="16328" y="2663"/>
                </a:cubicBezTo>
                <a:cubicBezTo>
                  <a:pt x="16279" y="2671"/>
                  <a:pt x="16231" y="2678"/>
                  <a:pt x="16184" y="2695"/>
                </a:cubicBezTo>
                <a:cubicBezTo>
                  <a:pt x="16167" y="2695"/>
                  <a:pt x="16143" y="2727"/>
                  <a:pt x="16152" y="2727"/>
                </a:cubicBezTo>
                <a:cubicBezTo>
                  <a:pt x="16184" y="2719"/>
                  <a:pt x="16216" y="2711"/>
                  <a:pt x="16247" y="2703"/>
                </a:cubicBezTo>
                <a:cubicBezTo>
                  <a:pt x="16247" y="2711"/>
                  <a:pt x="16247" y="2711"/>
                  <a:pt x="16255" y="2711"/>
                </a:cubicBezTo>
                <a:cubicBezTo>
                  <a:pt x="16352" y="2703"/>
                  <a:pt x="16472" y="2663"/>
                  <a:pt x="16568" y="2671"/>
                </a:cubicBezTo>
                <a:cubicBezTo>
                  <a:pt x="16551" y="2678"/>
                  <a:pt x="16536" y="2687"/>
                  <a:pt x="16512" y="2687"/>
                </a:cubicBezTo>
                <a:cubicBezTo>
                  <a:pt x="16455" y="2695"/>
                  <a:pt x="16399" y="2703"/>
                  <a:pt x="16343" y="2719"/>
                </a:cubicBezTo>
                <a:cubicBezTo>
                  <a:pt x="16343" y="2719"/>
                  <a:pt x="16343" y="2719"/>
                  <a:pt x="16328" y="2719"/>
                </a:cubicBezTo>
                <a:cubicBezTo>
                  <a:pt x="16328" y="2719"/>
                  <a:pt x="16319" y="2719"/>
                  <a:pt x="16319" y="2727"/>
                </a:cubicBezTo>
                <a:cubicBezTo>
                  <a:pt x="16319" y="2727"/>
                  <a:pt x="16319" y="2727"/>
                  <a:pt x="16272" y="2734"/>
                </a:cubicBezTo>
                <a:cubicBezTo>
                  <a:pt x="16272" y="2734"/>
                  <a:pt x="16272" y="2734"/>
                  <a:pt x="16255" y="2734"/>
                </a:cubicBezTo>
                <a:cubicBezTo>
                  <a:pt x="16143" y="2751"/>
                  <a:pt x="16032" y="2766"/>
                  <a:pt x="15920" y="2791"/>
                </a:cubicBezTo>
                <a:cubicBezTo>
                  <a:pt x="15920" y="2791"/>
                  <a:pt x="15920" y="2791"/>
                  <a:pt x="15912" y="2791"/>
                </a:cubicBezTo>
                <a:cubicBezTo>
                  <a:pt x="15903" y="2791"/>
                  <a:pt x="15871" y="2822"/>
                  <a:pt x="15888" y="2822"/>
                </a:cubicBezTo>
                <a:cubicBezTo>
                  <a:pt x="15967" y="2815"/>
                  <a:pt x="16047" y="2807"/>
                  <a:pt x="16128" y="2791"/>
                </a:cubicBezTo>
                <a:cubicBezTo>
                  <a:pt x="16079" y="2807"/>
                  <a:pt x="16040" y="2822"/>
                  <a:pt x="16000" y="2839"/>
                </a:cubicBezTo>
                <a:cubicBezTo>
                  <a:pt x="15991" y="2847"/>
                  <a:pt x="15959" y="2871"/>
                  <a:pt x="15976" y="2871"/>
                </a:cubicBezTo>
                <a:cubicBezTo>
                  <a:pt x="16055" y="2863"/>
                  <a:pt x="16135" y="2849"/>
                  <a:pt x="16215" y="2832"/>
                </a:cubicBezTo>
                <a:lnTo>
                  <a:pt x="16350" y="2800"/>
                </a:lnTo>
                <a:lnTo>
                  <a:pt x="16335" y="2807"/>
                </a:lnTo>
                <a:cubicBezTo>
                  <a:pt x="16287" y="2815"/>
                  <a:pt x="16231" y="2831"/>
                  <a:pt x="16176" y="2847"/>
                </a:cubicBezTo>
                <a:cubicBezTo>
                  <a:pt x="16167" y="2847"/>
                  <a:pt x="16135" y="2879"/>
                  <a:pt x="16152" y="2879"/>
                </a:cubicBezTo>
                <a:cubicBezTo>
                  <a:pt x="16184" y="2879"/>
                  <a:pt x="16216" y="2879"/>
                  <a:pt x="16247" y="2879"/>
                </a:cubicBezTo>
                <a:cubicBezTo>
                  <a:pt x="16216" y="2887"/>
                  <a:pt x="16176" y="2903"/>
                  <a:pt x="16143" y="2919"/>
                </a:cubicBezTo>
                <a:cubicBezTo>
                  <a:pt x="16135" y="2927"/>
                  <a:pt x="16103" y="2951"/>
                  <a:pt x="16120" y="2951"/>
                </a:cubicBezTo>
                <a:cubicBezTo>
                  <a:pt x="16184" y="2942"/>
                  <a:pt x="16247" y="2935"/>
                  <a:pt x="16319" y="2927"/>
                </a:cubicBezTo>
                <a:cubicBezTo>
                  <a:pt x="16304" y="2935"/>
                  <a:pt x="16296" y="2959"/>
                  <a:pt x="16304" y="2951"/>
                </a:cubicBezTo>
                <a:cubicBezTo>
                  <a:pt x="16407" y="2935"/>
                  <a:pt x="16512" y="2919"/>
                  <a:pt x="16616" y="2903"/>
                </a:cubicBezTo>
                <a:cubicBezTo>
                  <a:pt x="16699" y="2885"/>
                  <a:pt x="16779" y="2867"/>
                  <a:pt x="16858" y="2849"/>
                </a:cubicBezTo>
                <a:lnTo>
                  <a:pt x="16932" y="2832"/>
                </a:lnTo>
                <a:lnTo>
                  <a:pt x="16931" y="2832"/>
                </a:lnTo>
                <a:cubicBezTo>
                  <a:pt x="16928" y="2834"/>
                  <a:pt x="16929" y="2839"/>
                  <a:pt x="16936" y="2839"/>
                </a:cubicBezTo>
                <a:cubicBezTo>
                  <a:pt x="16959" y="2835"/>
                  <a:pt x="16983" y="2831"/>
                  <a:pt x="17007" y="2826"/>
                </a:cubicBezTo>
                <a:lnTo>
                  <a:pt x="17024" y="2822"/>
                </a:lnTo>
                <a:lnTo>
                  <a:pt x="17008" y="2827"/>
                </a:lnTo>
                <a:cubicBezTo>
                  <a:pt x="16968" y="2839"/>
                  <a:pt x="16930" y="2850"/>
                  <a:pt x="16895" y="2854"/>
                </a:cubicBezTo>
                <a:cubicBezTo>
                  <a:pt x="16895" y="2854"/>
                  <a:pt x="16895" y="2854"/>
                  <a:pt x="16807" y="2879"/>
                </a:cubicBezTo>
                <a:cubicBezTo>
                  <a:pt x="16792" y="2879"/>
                  <a:pt x="16776" y="2903"/>
                  <a:pt x="16776" y="2911"/>
                </a:cubicBezTo>
                <a:cubicBezTo>
                  <a:pt x="16776" y="2911"/>
                  <a:pt x="16776" y="2911"/>
                  <a:pt x="16768" y="2911"/>
                </a:cubicBezTo>
                <a:cubicBezTo>
                  <a:pt x="16768" y="2903"/>
                  <a:pt x="16776" y="2895"/>
                  <a:pt x="16768" y="2895"/>
                </a:cubicBezTo>
                <a:cubicBezTo>
                  <a:pt x="16687" y="2919"/>
                  <a:pt x="16599" y="2942"/>
                  <a:pt x="16512" y="2951"/>
                </a:cubicBezTo>
                <a:cubicBezTo>
                  <a:pt x="16504" y="2951"/>
                  <a:pt x="16472" y="2983"/>
                  <a:pt x="16480" y="2983"/>
                </a:cubicBezTo>
                <a:cubicBezTo>
                  <a:pt x="16472" y="2991"/>
                  <a:pt x="16464" y="3001"/>
                  <a:pt x="16460" y="3007"/>
                </a:cubicBezTo>
                <a:lnTo>
                  <a:pt x="16458" y="3011"/>
                </a:lnTo>
                <a:lnTo>
                  <a:pt x="16349" y="3028"/>
                </a:lnTo>
                <a:cubicBezTo>
                  <a:pt x="16211" y="3053"/>
                  <a:pt x="16072" y="3085"/>
                  <a:pt x="15927" y="3103"/>
                </a:cubicBezTo>
                <a:cubicBezTo>
                  <a:pt x="15912" y="3103"/>
                  <a:pt x="15888" y="3135"/>
                  <a:pt x="15895" y="3135"/>
                </a:cubicBezTo>
                <a:cubicBezTo>
                  <a:pt x="16015" y="3118"/>
                  <a:pt x="16135" y="3095"/>
                  <a:pt x="16247" y="3079"/>
                </a:cubicBezTo>
                <a:cubicBezTo>
                  <a:pt x="16367" y="3055"/>
                  <a:pt x="16487" y="3039"/>
                  <a:pt x="16607" y="3023"/>
                </a:cubicBezTo>
                <a:cubicBezTo>
                  <a:pt x="16616" y="3023"/>
                  <a:pt x="16624" y="3015"/>
                  <a:pt x="16631" y="3007"/>
                </a:cubicBezTo>
                <a:cubicBezTo>
                  <a:pt x="16712" y="2991"/>
                  <a:pt x="16792" y="2967"/>
                  <a:pt x="16864" y="2942"/>
                </a:cubicBezTo>
                <a:cubicBezTo>
                  <a:pt x="16876" y="2939"/>
                  <a:pt x="16888" y="2937"/>
                  <a:pt x="16901" y="2936"/>
                </a:cubicBezTo>
                <a:lnTo>
                  <a:pt x="16935" y="2935"/>
                </a:lnTo>
                <a:lnTo>
                  <a:pt x="16930" y="2939"/>
                </a:lnTo>
                <a:cubicBezTo>
                  <a:pt x="16927" y="2941"/>
                  <a:pt x="16924" y="2942"/>
                  <a:pt x="16920" y="2942"/>
                </a:cubicBezTo>
                <a:cubicBezTo>
                  <a:pt x="16832" y="2974"/>
                  <a:pt x="16744" y="2999"/>
                  <a:pt x="16656" y="3023"/>
                </a:cubicBezTo>
                <a:cubicBezTo>
                  <a:pt x="16663" y="3015"/>
                  <a:pt x="16672" y="3007"/>
                  <a:pt x="16663" y="3007"/>
                </a:cubicBezTo>
                <a:cubicBezTo>
                  <a:pt x="16519" y="3062"/>
                  <a:pt x="16360" y="3079"/>
                  <a:pt x="16199" y="3095"/>
                </a:cubicBezTo>
                <a:cubicBezTo>
                  <a:pt x="16199" y="3095"/>
                  <a:pt x="16199" y="3095"/>
                  <a:pt x="16176" y="3103"/>
                </a:cubicBezTo>
                <a:cubicBezTo>
                  <a:pt x="16160" y="3103"/>
                  <a:pt x="16135" y="3135"/>
                  <a:pt x="16143" y="3135"/>
                </a:cubicBezTo>
                <a:cubicBezTo>
                  <a:pt x="16184" y="3135"/>
                  <a:pt x="16216" y="3127"/>
                  <a:pt x="16255" y="3118"/>
                </a:cubicBezTo>
                <a:cubicBezTo>
                  <a:pt x="16264" y="3118"/>
                  <a:pt x="16272" y="3118"/>
                  <a:pt x="16272" y="3111"/>
                </a:cubicBezTo>
                <a:cubicBezTo>
                  <a:pt x="16279" y="3111"/>
                  <a:pt x="16287" y="3111"/>
                  <a:pt x="16296" y="3118"/>
                </a:cubicBezTo>
                <a:cubicBezTo>
                  <a:pt x="16384" y="3103"/>
                  <a:pt x="16463" y="3086"/>
                  <a:pt x="16543" y="3071"/>
                </a:cubicBezTo>
                <a:cubicBezTo>
                  <a:pt x="16536" y="3079"/>
                  <a:pt x="16519" y="3095"/>
                  <a:pt x="16536" y="3095"/>
                </a:cubicBezTo>
                <a:cubicBezTo>
                  <a:pt x="16546" y="3095"/>
                  <a:pt x="16556" y="3095"/>
                  <a:pt x="16566" y="3093"/>
                </a:cubicBezTo>
                <a:lnTo>
                  <a:pt x="16567" y="3092"/>
                </a:lnTo>
                <a:lnTo>
                  <a:pt x="16562" y="3094"/>
                </a:lnTo>
                <a:cubicBezTo>
                  <a:pt x="16549" y="3099"/>
                  <a:pt x="16529" y="3106"/>
                  <a:pt x="16496" y="3118"/>
                </a:cubicBezTo>
                <a:cubicBezTo>
                  <a:pt x="16504" y="3111"/>
                  <a:pt x="16512" y="3103"/>
                  <a:pt x="16504" y="3103"/>
                </a:cubicBezTo>
                <a:cubicBezTo>
                  <a:pt x="16455" y="3103"/>
                  <a:pt x="16407" y="3111"/>
                  <a:pt x="16360" y="3118"/>
                </a:cubicBezTo>
                <a:cubicBezTo>
                  <a:pt x="16472" y="3127"/>
                  <a:pt x="16592" y="3135"/>
                  <a:pt x="16704" y="3143"/>
                </a:cubicBezTo>
                <a:cubicBezTo>
                  <a:pt x="16695" y="3143"/>
                  <a:pt x="16687" y="3143"/>
                  <a:pt x="16687" y="3143"/>
                </a:cubicBezTo>
                <a:cubicBezTo>
                  <a:pt x="16560" y="3143"/>
                  <a:pt x="16431" y="3135"/>
                  <a:pt x="16304" y="3127"/>
                </a:cubicBezTo>
                <a:cubicBezTo>
                  <a:pt x="16240" y="3143"/>
                  <a:pt x="16167" y="3159"/>
                  <a:pt x="16103" y="3167"/>
                </a:cubicBezTo>
                <a:cubicBezTo>
                  <a:pt x="16096" y="3167"/>
                  <a:pt x="16088" y="3174"/>
                  <a:pt x="16079" y="3183"/>
                </a:cubicBezTo>
                <a:cubicBezTo>
                  <a:pt x="16103" y="3183"/>
                  <a:pt x="16135" y="3183"/>
                  <a:pt x="16160" y="3183"/>
                </a:cubicBezTo>
                <a:cubicBezTo>
                  <a:pt x="16223" y="3174"/>
                  <a:pt x="16287" y="3159"/>
                  <a:pt x="16352" y="3150"/>
                </a:cubicBezTo>
                <a:cubicBezTo>
                  <a:pt x="16311" y="3167"/>
                  <a:pt x="16264" y="3174"/>
                  <a:pt x="16216" y="3191"/>
                </a:cubicBezTo>
                <a:cubicBezTo>
                  <a:pt x="16272" y="3191"/>
                  <a:pt x="16335" y="3199"/>
                  <a:pt x="16399" y="3199"/>
                </a:cubicBezTo>
                <a:cubicBezTo>
                  <a:pt x="16399" y="3199"/>
                  <a:pt x="16399" y="3199"/>
                  <a:pt x="16375" y="3199"/>
                </a:cubicBezTo>
                <a:cubicBezTo>
                  <a:pt x="16360" y="3199"/>
                  <a:pt x="16279" y="3223"/>
                  <a:pt x="16304" y="3223"/>
                </a:cubicBezTo>
                <a:cubicBezTo>
                  <a:pt x="16311" y="3223"/>
                  <a:pt x="16319" y="3223"/>
                  <a:pt x="16319" y="3231"/>
                </a:cubicBezTo>
                <a:cubicBezTo>
                  <a:pt x="16343" y="3223"/>
                  <a:pt x="16360" y="3215"/>
                  <a:pt x="16384" y="3206"/>
                </a:cubicBezTo>
                <a:cubicBezTo>
                  <a:pt x="16384" y="3206"/>
                  <a:pt x="16392" y="3206"/>
                  <a:pt x="16399" y="3199"/>
                </a:cubicBezTo>
                <a:cubicBezTo>
                  <a:pt x="16399" y="3199"/>
                  <a:pt x="16399" y="3191"/>
                  <a:pt x="16407" y="3191"/>
                </a:cubicBezTo>
                <a:cubicBezTo>
                  <a:pt x="16424" y="3191"/>
                  <a:pt x="16440" y="3167"/>
                  <a:pt x="16448" y="3159"/>
                </a:cubicBezTo>
                <a:cubicBezTo>
                  <a:pt x="16448" y="3159"/>
                  <a:pt x="16448" y="3159"/>
                  <a:pt x="16519" y="3143"/>
                </a:cubicBezTo>
                <a:cubicBezTo>
                  <a:pt x="16504" y="3150"/>
                  <a:pt x="16487" y="3174"/>
                  <a:pt x="16496" y="3174"/>
                </a:cubicBezTo>
                <a:cubicBezTo>
                  <a:pt x="16496" y="3174"/>
                  <a:pt x="16496" y="3174"/>
                  <a:pt x="16599" y="3150"/>
                </a:cubicBezTo>
                <a:cubicBezTo>
                  <a:pt x="16592" y="3159"/>
                  <a:pt x="16575" y="3159"/>
                  <a:pt x="16568" y="3167"/>
                </a:cubicBezTo>
                <a:cubicBezTo>
                  <a:pt x="16568" y="3167"/>
                  <a:pt x="16528" y="3199"/>
                  <a:pt x="16543" y="3199"/>
                </a:cubicBezTo>
                <a:cubicBezTo>
                  <a:pt x="16543" y="3199"/>
                  <a:pt x="16543" y="3199"/>
                  <a:pt x="16360" y="3231"/>
                </a:cubicBezTo>
                <a:lnTo>
                  <a:pt x="16352" y="3231"/>
                </a:lnTo>
                <a:cubicBezTo>
                  <a:pt x="16407" y="3238"/>
                  <a:pt x="16472" y="3247"/>
                  <a:pt x="16543" y="3255"/>
                </a:cubicBezTo>
                <a:cubicBezTo>
                  <a:pt x="16512" y="3255"/>
                  <a:pt x="16463" y="3271"/>
                  <a:pt x="16487" y="3279"/>
                </a:cubicBezTo>
                <a:cubicBezTo>
                  <a:pt x="16631" y="3294"/>
                  <a:pt x="16776" y="3311"/>
                  <a:pt x="16927" y="3319"/>
                </a:cubicBezTo>
                <a:cubicBezTo>
                  <a:pt x="16959" y="3319"/>
                  <a:pt x="17024" y="3294"/>
                  <a:pt x="17000" y="3294"/>
                </a:cubicBezTo>
                <a:cubicBezTo>
                  <a:pt x="16912" y="3287"/>
                  <a:pt x="16824" y="3287"/>
                  <a:pt x="16736" y="3271"/>
                </a:cubicBezTo>
                <a:cubicBezTo>
                  <a:pt x="16800" y="3271"/>
                  <a:pt x="16864" y="3271"/>
                  <a:pt x="16927" y="3263"/>
                </a:cubicBezTo>
                <a:cubicBezTo>
                  <a:pt x="17159" y="3287"/>
                  <a:pt x="17399" y="3294"/>
                  <a:pt x="17631" y="3311"/>
                </a:cubicBezTo>
                <a:cubicBezTo>
                  <a:pt x="17504" y="3311"/>
                  <a:pt x="17384" y="3311"/>
                  <a:pt x="17255" y="3319"/>
                </a:cubicBezTo>
                <a:cubicBezTo>
                  <a:pt x="17240" y="3319"/>
                  <a:pt x="17159" y="3335"/>
                  <a:pt x="17184" y="3343"/>
                </a:cubicBezTo>
                <a:cubicBezTo>
                  <a:pt x="17184" y="3343"/>
                  <a:pt x="17184" y="3343"/>
                  <a:pt x="17223" y="3351"/>
                </a:cubicBezTo>
                <a:cubicBezTo>
                  <a:pt x="17184" y="3343"/>
                  <a:pt x="17152" y="3343"/>
                  <a:pt x="17112" y="3343"/>
                </a:cubicBezTo>
                <a:cubicBezTo>
                  <a:pt x="17103" y="3343"/>
                  <a:pt x="17096" y="3343"/>
                  <a:pt x="17088" y="3343"/>
                </a:cubicBezTo>
                <a:cubicBezTo>
                  <a:pt x="16991" y="3343"/>
                  <a:pt x="16903" y="3343"/>
                  <a:pt x="16815" y="3343"/>
                </a:cubicBezTo>
                <a:cubicBezTo>
                  <a:pt x="16792" y="3343"/>
                  <a:pt x="16712" y="3367"/>
                  <a:pt x="16744" y="3367"/>
                </a:cubicBezTo>
                <a:cubicBezTo>
                  <a:pt x="16951" y="3391"/>
                  <a:pt x="17176" y="3382"/>
                  <a:pt x="17391" y="3399"/>
                </a:cubicBezTo>
                <a:cubicBezTo>
                  <a:pt x="17328" y="3399"/>
                  <a:pt x="17272" y="3399"/>
                  <a:pt x="17208" y="3406"/>
                </a:cubicBezTo>
                <a:cubicBezTo>
                  <a:pt x="17191" y="3406"/>
                  <a:pt x="17120" y="3431"/>
                  <a:pt x="17152" y="3438"/>
                </a:cubicBezTo>
                <a:cubicBezTo>
                  <a:pt x="17255" y="3446"/>
                  <a:pt x="17367" y="3446"/>
                  <a:pt x="17480" y="3446"/>
                </a:cubicBezTo>
                <a:cubicBezTo>
                  <a:pt x="17343" y="3455"/>
                  <a:pt x="17216" y="3455"/>
                  <a:pt x="17088" y="3455"/>
                </a:cubicBezTo>
                <a:cubicBezTo>
                  <a:pt x="16959" y="3455"/>
                  <a:pt x="16832" y="3463"/>
                  <a:pt x="16704" y="3463"/>
                </a:cubicBezTo>
                <a:cubicBezTo>
                  <a:pt x="16687" y="3463"/>
                  <a:pt x="16599" y="3487"/>
                  <a:pt x="16631" y="3487"/>
                </a:cubicBezTo>
                <a:cubicBezTo>
                  <a:pt x="16704" y="3495"/>
                  <a:pt x="16776" y="3502"/>
                  <a:pt x="16848" y="3502"/>
                </a:cubicBezTo>
                <a:cubicBezTo>
                  <a:pt x="16824" y="3511"/>
                  <a:pt x="16800" y="3519"/>
                  <a:pt x="16815" y="3519"/>
                </a:cubicBezTo>
                <a:cubicBezTo>
                  <a:pt x="16856" y="3526"/>
                  <a:pt x="16895" y="3526"/>
                  <a:pt x="16936" y="3526"/>
                </a:cubicBezTo>
                <a:cubicBezTo>
                  <a:pt x="16912" y="3534"/>
                  <a:pt x="16888" y="3543"/>
                  <a:pt x="16912" y="3543"/>
                </a:cubicBezTo>
                <a:cubicBezTo>
                  <a:pt x="17223" y="3583"/>
                  <a:pt x="17560" y="3567"/>
                  <a:pt x="17888" y="3583"/>
                </a:cubicBezTo>
                <a:cubicBezTo>
                  <a:pt x="17920" y="3583"/>
                  <a:pt x="17983" y="3551"/>
                  <a:pt x="17959" y="3551"/>
                </a:cubicBezTo>
                <a:cubicBezTo>
                  <a:pt x="17695" y="3543"/>
                  <a:pt x="17423" y="3551"/>
                  <a:pt x="17159" y="3526"/>
                </a:cubicBezTo>
                <a:cubicBezTo>
                  <a:pt x="17223" y="3526"/>
                  <a:pt x="17296" y="3526"/>
                  <a:pt x="17360" y="3526"/>
                </a:cubicBezTo>
                <a:cubicBezTo>
                  <a:pt x="17384" y="3526"/>
                  <a:pt x="17416" y="3519"/>
                  <a:pt x="17431" y="3511"/>
                </a:cubicBezTo>
                <a:cubicBezTo>
                  <a:pt x="17431" y="3511"/>
                  <a:pt x="17431" y="3511"/>
                  <a:pt x="17648" y="3511"/>
                </a:cubicBezTo>
                <a:cubicBezTo>
                  <a:pt x="17680" y="3511"/>
                  <a:pt x="17751" y="3479"/>
                  <a:pt x="17728" y="3479"/>
                </a:cubicBezTo>
                <a:cubicBezTo>
                  <a:pt x="17568" y="3479"/>
                  <a:pt x="17408" y="3479"/>
                  <a:pt x="17247" y="3479"/>
                </a:cubicBezTo>
                <a:cubicBezTo>
                  <a:pt x="17455" y="3479"/>
                  <a:pt x="17672" y="3470"/>
                  <a:pt x="17871" y="3463"/>
                </a:cubicBezTo>
                <a:cubicBezTo>
                  <a:pt x="17880" y="3463"/>
                  <a:pt x="17904" y="3455"/>
                  <a:pt x="17920" y="3455"/>
                </a:cubicBezTo>
                <a:cubicBezTo>
                  <a:pt x="17983" y="3455"/>
                  <a:pt x="18039" y="3455"/>
                  <a:pt x="18103" y="3463"/>
                </a:cubicBezTo>
                <a:cubicBezTo>
                  <a:pt x="18047" y="3463"/>
                  <a:pt x="17983" y="3470"/>
                  <a:pt x="17927" y="3470"/>
                </a:cubicBezTo>
                <a:cubicBezTo>
                  <a:pt x="17912" y="3470"/>
                  <a:pt x="17824" y="3495"/>
                  <a:pt x="17856" y="3502"/>
                </a:cubicBezTo>
                <a:cubicBezTo>
                  <a:pt x="18007" y="3519"/>
                  <a:pt x="18159" y="3526"/>
                  <a:pt x="18311" y="3534"/>
                </a:cubicBezTo>
                <a:cubicBezTo>
                  <a:pt x="18328" y="3534"/>
                  <a:pt x="18335" y="3534"/>
                  <a:pt x="18344" y="3534"/>
                </a:cubicBezTo>
                <a:cubicBezTo>
                  <a:pt x="18288" y="3543"/>
                  <a:pt x="18232" y="3543"/>
                  <a:pt x="18176" y="3543"/>
                </a:cubicBezTo>
                <a:cubicBezTo>
                  <a:pt x="18159" y="3543"/>
                  <a:pt x="18080" y="3575"/>
                  <a:pt x="18103" y="3575"/>
                </a:cubicBezTo>
                <a:cubicBezTo>
                  <a:pt x="18256" y="3590"/>
                  <a:pt x="18423" y="3599"/>
                  <a:pt x="18584" y="3615"/>
                </a:cubicBezTo>
                <a:cubicBezTo>
                  <a:pt x="18440" y="3622"/>
                  <a:pt x="18303" y="3622"/>
                  <a:pt x="18159" y="3631"/>
                </a:cubicBezTo>
                <a:cubicBezTo>
                  <a:pt x="18144" y="3631"/>
                  <a:pt x="18095" y="3639"/>
                  <a:pt x="18080" y="3646"/>
                </a:cubicBezTo>
                <a:cubicBezTo>
                  <a:pt x="18080" y="3646"/>
                  <a:pt x="18080" y="3646"/>
                  <a:pt x="18071" y="3646"/>
                </a:cubicBezTo>
                <a:cubicBezTo>
                  <a:pt x="17912" y="3646"/>
                  <a:pt x="17743" y="3646"/>
                  <a:pt x="17575" y="3631"/>
                </a:cubicBezTo>
                <a:cubicBezTo>
                  <a:pt x="17607" y="3622"/>
                  <a:pt x="17640" y="3615"/>
                  <a:pt x="17624" y="3615"/>
                </a:cubicBezTo>
                <a:cubicBezTo>
                  <a:pt x="17543" y="3607"/>
                  <a:pt x="17480" y="3615"/>
                  <a:pt x="17408" y="3615"/>
                </a:cubicBezTo>
                <a:cubicBezTo>
                  <a:pt x="17391" y="3615"/>
                  <a:pt x="17311" y="3639"/>
                  <a:pt x="17335" y="3646"/>
                </a:cubicBezTo>
                <a:cubicBezTo>
                  <a:pt x="17335" y="3646"/>
                  <a:pt x="17335" y="3646"/>
                  <a:pt x="17391" y="3646"/>
                </a:cubicBezTo>
                <a:cubicBezTo>
                  <a:pt x="17391" y="3646"/>
                  <a:pt x="17391" y="3646"/>
                  <a:pt x="17343" y="3655"/>
                </a:cubicBezTo>
                <a:cubicBezTo>
                  <a:pt x="17335" y="3655"/>
                  <a:pt x="17247" y="3678"/>
                  <a:pt x="17272" y="3678"/>
                </a:cubicBezTo>
                <a:cubicBezTo>
                  <a:pt x="17440" y="3710"/>
                  <a:pt x="17640" y="3710"/>
                  <a:pt x="17839" y="3710"/>
                </a:cubicBezTo>
                <a:cubicBezTo>
                  <a:pt x="17807" y="3710"/>
                  <a:pt x="17775" y="3727"/>
                  <a:pt x="17775" y="3734"/>
                </a:cubicBezTo>
                <a:cubicBezTo>
                  <a:pt x="17519" y="3734"/>
                  <a:pt x="17272" y="3742"/>
                  <a:pt x="17024" y="3758"/>
                </a:cubicBezTo>
                <a:cubicBezTo>
                  <a:pt x="17000" y="3758"/>
                  <a:pt x="16927" y="3783"/>
                  <a:pt x="16951" y="3783"/>
                </a:cubicBezTo>
                <a:cubicBezTo>
                  <a:pt x="17096" y="3790"/>
                  <a:pt x="17240" y="3790"/>
                  <a:pt x="17384" y="3790"/>
                </a:cubicBezTo>
                <a:cubicBezTo>
                  <a:pt x="17288" y="3790"/>
                  <a:pt x="17200" y="3798"/>
                  <a:pt x="17120" y="3822"/>
                </a:cubicBezTo>
                <a:cubicBezTo>
                  <a:pt x="17120" y="3822"/>
                  <a:pt x="17056" y="3839"/>
                  <a:pt x="17088" y="3839"/>
                </a:cubicBezTo>
                <a:cubicBezTo>
                  <a:pt x="17216" y="3847"/>
                  <a:pt x="17352" y="3847"/>
                  <a:pt x="17480" y="3847"/>
                </a:cubicBezTo>
                <a:cubicBezTo>
                  <a:pt x="17472" y="3847"/>
                  <a:pt x="17472" y="3854"/>
                  <a:pt x="17487" y="3854"/>
                </a:cubicBezTo>
                <a:cubicBezTo>
                  <a:pt x="17487" y="3854"/>
                  <a:pt x="17487" y="3854"/>
                  <a:pt x="17519" y="3854"/>
                </a:cubicBezTo>
                <a:cubicBezTo>
                  <a:pt x="17504" y="3854"/>
                  <a:pt x="17440" y="3878"/>
                  <a:pt x="17472" y="3878"/>
                </a:cubicBezTo>
                <a:cubicBezTo>
                  <a:pt x="17616" y="3903"/>
                  <a:pt x="17751" y="3903"/>
                  <a:pt x="17904" y="3903"/>
                </a:cubicBezTo>
                <a:cubicBezTo>
                  <a:pt x="17936" y="3910"/>
                  <a:pt x="17968" y="3895"/>
                  <a:pt x="17983" y="3886"/>
                </a:cubicBezTo>
                <a:cubicBezTo>
                  <a:pt x="17983" y="3886"/>
                  <a:pt x="17983" y="3886"/>
                  <a:pt x="18032" y="3886"/>
                </a:cubicBezTo>
                <a:cubicBezTo>
                  <a:pt x="18064" y="3895"/>
                  <a:pt x="18095" y="3903"/>
                  <a:pt x="18120" y="3910"/>
                </a:cubicBezTo>
                <a:cubicBezTo>
                  <a:pt x="18047" y="3918"/>
                  <a:pt x="17976" y="3918"/>
                  <a:pt x="17904" y="3927"/>
                </a:cubicBezTo>
                <a:cubicBezTo>
                  <a:pt x="17888" y="3927"/>
                  <a:pt x="17800" y="3951"/>
                  <a:pt x="17839" y="3951"/>
                </a:cubicBezTo>
                <a:cubicBezTo>
                  <a:pt x="17976" y="3967"/>
                  <a:pt x="18120" y="3967"/>
                  <a:pt x="18256" y="3967"/>
                </a:cubicBezTo>
                <a:cubicBezTo>
                  <a:pt x="18264" y="3967"/>
                  <a:pt x="18264" y="3974"/>
                  <a:pt x="18264" y="3974"/>
                </a:cubicBezTo>
                <a:cubicBezTo>
                  <a:pt x="18168" y="3983"/>
                  <a:pt x="18064" y="3991"/>
                  <a:pt x="17968" y="3998"/>
                </a:cubicBezTo>
                <a:cubicBezTo>
                  <a:pt x="17951" y="4006"/>
                  <a:pt x="17863" y="4030"/>
                  <a:pt x="17895" y="4030"/>
                </a:cubicBezTo>
                <a:cubicBezTo>
                  <a:pt x="18144" y="4047"/>
                  <a:pt x="18384" y="4047"/>
                  <a:pt x="18631" y="4047"/>
                </a:cubicBezTo>
                <a:cubicBezTo>
                  <a:pt x="18648" y="4047"/>
                  <a:pt x="18655" y="4047"/>
                  <a:pt x="18672" y="4055"/>
                </a:cubicBezTo>
                <a:cubicBezTo>
                  <a:pt x="18680" y="4055"/>
                  <a:pt x="18704" y="4062"/>
                  <a:pt x="18736" y="4062"/>
                </a:cubicBezTo>
                <a:cubicBezTo>
                  <a:pt x="18736" y="4062"/>
                  <a:pt x="18736" y="4062"/>
                  <a:pt x="18663" y="4079"/>
                </a:cubicBezTo>
                <a:cubicBezTo>
                  <a:pt x="18655" y="4079"/>
                  <a:pt x="18575" y="4103"/>
                  <a:pt x="18608" y="4103"/>
                </a:cubicBezTo>
                <a:cubicBezTo>
                  <a:pt x="18743" y="4110"/>
                  <a:pt x="18888" y="4118"/>
                  <a:pt x="19024" y="4118"/>
                </a:cubicBezTo>
                <a:cubicBezTo>
                  <a:pt x="19168" y="4118"/>
                  <a:pt x="19303" y="4118"/>
                  <a:pt x="19447" y="4118"/>
                </a:cubicBezTo>
                <a:cubicBezTo>
                  <a:pt x="19447" y="4118"/>
                  <a:pt x="19447" y="4118"/>
                  <a:pt x="19472" y="4118"/>
                </a:cubicBezTo>
                <a:cubicBezTo>
                  <a:pt x="19264" y="4135"/>
                  <a:pt x="19063" y="4150"/>
                  <a:pt x="18872" y="4167"/>
                </a:cubicBezTo>
                <a:cubicBezTo>
                  <a:pt x="18904" y="4167"/>
                  <a:pt x="18944" y="4159"/>
                  <a:pt x="18983" y="4159"/>
                </a:cubicBezTo>
                <a:cubicBezTo>
                  <a:pt x="18976" y="4159"/>
                  <a:pt x="18976" y="4167"/>
                  <a:pt x="18968" y="4167"/>
                </a:cubicBezTo>
                <a:cubicBezTo>
                  <a:pt x="18912" y="4167"/>
                  <a:pt x="18856" y="4174"/>
                  <a:pt x="18799" y="4174"/>
                </a:cubicBezTo>
                <a:cubicBezTo>
                  <a:pt x="18775" y="4182"/>
                  <a:pt x="18760" y="4191"/>
                  <a:pt x="18775" y="4199"/>
                </a:cubicBezTo>
                <a:cubicBezTo>
                  <a:pt x="18775" y="4199"/>
                  <a:pt x="18775" y="4199"/>
                  <a:pt x="18536" y="4206"/>
                </a:cubicBezTo>
                <a:cubicBezTo>
                  <a:pt x="18536" y="4206"/>
                  <a:pt x="18536" y="4206"/>
                  <a:pt x="18504" y="4206"/>
                </a:cubicBezTo>
                <a:cubicBezTo>
                  <a:pt x="18511" y="4206"/>
                  <a:pt x="18520" y="4199"/>
                  <a:pt x="18528" y="4199"/>
                </a:cubicBezTo>
                <a:cubicBezTo>
                  <a:pt x="18511" y="4199"/>
                  <a:pt x="18504" y="4199"/>
                  <a:pt x="18487" y="4199"/>
                </a:cubicBezTo>
                <a:cubicBezTo>
                  <a:pt x="18504" y="4199"/>
                  <a:pt x="18520" y="4191"/>
                  <a:pt x="18528" y="4182"/>
                </a:cubicBezTo>
                <a:lnTo>
                  <a:pt x="18543" y="4182"/>
                </a:lnTo>
                <a:cubicBezTo>
                  <a:pt x="18567" y="4174"/>
                  <a:pt x="18648" y="4150"/>
                  <a:pt x="18599" y="4150"/>
                </a:cubicBezTo>
                <a:cubicBezTo>
                  <a:pt x="18487" y="4159"/>
                  <a:pt x="18376" y="4167"/>
                  <a:pt x="18256" y="4167"/>
                </a:cubicBezTo>
                <a:cubicBezTo>
                  <a:pt x="18359" y="4159"/>
                  <a:pt x="18472" y="4150"/>
                  <a:pt x="18575" y="4142"/>
                </a:cubicBezTo>
                <a:cubicBezTo>
                  <a:pt x="18592" y="4135"/>
                  <a:pt x="18672" y="4110"/>
                  <a:pt x="18640" y="4110"/>
                </a:cubicBezTo>
                <a:cubicBezTo>
                  <a:pt x="18588" y="4110"/>
                  <a:pt x="18538" y="4112"/>
                  <a:pt x="18488" y="4114"/>
                </a:cubicBezTo>
                <a:lnTo>
                  <a:pt x="18396" y="4117"/>
                </a:lnTo>
                <a:lnTo>
                  <a:pt x="18414" y="4110"/>
                </a:lnTo>
                <a:cubicBezTo>
                  <a:pt x="18445" y="4099"/>
                  <a:pt x="18490" y="4086"/>
                  <a:pt x="18472" y="4086"/>
                </a:cubicBezTo>
                <a:cubicBezTo>
                  <a:pt x="18279" y="4062"/>
                  <a:pt x="18088" y="4071"/>
                  <a:pt x="17888" y="4071"/>
                </a:cubicBezTo>
                <a:cubicBezTo>
                  <a:pt x="17888" y="4071"/>
                  <a:pt x="17888" y="4071"/>
                  <a:pt x="17760" y="4062"/>
                </a:cubicBezTo>
                <a:cubicBezTo>
                  <a:pt x="17728" y="4062"/>
                  <a:pt x="17663" y="4086"/>
                  <a:pt x="17687" y="4086"/>
                </a:cubicBezTo>
                <a:cubicBezTo>
                  <a:pt x="17728" y="4086"/>
                  <a:pt x="17768" y="4094"/>
                  <a:pt x="17800" y="4094"/>
                </a:cubicBezTo>
                <a:cubicBezTo>
                  <a:pt x="17800" y="4094"/>
                  <a:pt x="17800" y="4094"/>
                  <a:pt x="17927" y="4103"/>
                </a:cubicBezTo>
                <a:cubicBezTo>
                  <a:pt x="17927" y="4103"/>
                  <a:pt x="17936" y="4103"/>
                  <a:pt x="17944" y="4103"/>
                </a:cubicBezTo>
                <a:cubicBezTo>
                  <a:pt x="18032" y="4103"/>
                  <a:pt x="18127" y="4103"/>
                  <a:pt x="18215" y="4103"/>
                </a:cubicBezTo>
                <a:cubicBezTo>
                  <a:pt x="18135" y="4103"/>
                  <a:pt x="18047" y="4110"/>
                  <a:pt x="17968" y="4110"/>
                </a:cubicBezTo>
                <a:cubicBezTo>
                  <a:pt x="17888" y="4118"/>
                  <a:pt x="17800" y="4118"/>
                  <a:pt x="17719" y="4126"/>
                </a:cubicBezTo>
                <a:cubicBezTo>
                  <a:pt x="17704" y="4126"/>
                  <a:pt x="17624" y="4150"/>
                  <a:pt x="17655" y="4150"/>
                </a:cubicBezTo>
                <a:cubicBezTo>
                  <a:pt x="17751" y="4159"/>
                  <a:pt x="17839" y="4159"/>
                  <a:pt x="17936" y="4159"/>
                </a:cubicBezTo>
                <a:cubicBezTo>
                  <a:pt x="18024" y="4159"/>
                  <a:pt x="18120" y="4159"/>
                  <a:pt x="18208" y="4150"/>
                </a:cubicBezTo>
                <a:cubicBezTo>
                  <a:pt x="18184" y="4159"/>
                  <a:pt x="18152" y="4159"/>
                  <a:pt x="18120" y="4167"/>
                </a:cubicBezTo>
                <a:cubicBezTo>
                  <a:pt x="18112" y="4167"/>
                  <a:pt x="18039" y="4191"/>
                  <a:pt x="18071" y="4191"/>
                </a:cubicBezTo>
                <a:cubicBezTo>
                  <a:pt x="18095" y="4191"/>
                  <a:pt x="18127" y="4191"/>
                  <a:pt x="18152" y="4191"/>
                </a:cubicBezTo>
                <a:cubicBezTo>
                  <a:pt x="18152" y="4191"/>
                  <a:pt x="18152" y="4191"/>
                  <a:pt x="18135" y="4199"/>
                </a:cubicBezTo>
                <a:cubicBezTo>
                  <a:pt x="18032" y="4199"/>
                  <a:pt x="17927" y="4199"/>
                  <a:pt x="17824" y="4199"/>
                </a:cubicBezTo>
                <a:cubicBezTo>
                  <a:pt x="17768" y="4199"/>
                  <a:pt x="17719" y="4199"/>
                  <a:pt x="17663" y="4199"/>
                </a:cubicBezTo>
                <a:cubicBezTo>
                  <a:pt x="17655" y="4206"/>
                  <a:pt x="17655" y="4206"/>
                  <a:pt x="17663" y="4206"/>
                </a:cubicBezTo>
                <a:cubicBezTo>
                  <a:pt x="17663" y="4206"/>
                  <a:pt x="17663" y="4206"/>
                  <a:pt x="17792" y="4206"/>
                </a:cubicBezTo>
                <a:cubicBezTo>
                  <a:pt x="17760" y="4214"/>
                  <a:pt x="17728" y="4223"/>
                  <a:pt x="17751" y="4223"/>
                </a:cubicBezTo>
                <a:cubicBezTo>
                  <a:pt x="17824" y="4230"/>
                  <a:pt x="17904" y="4230"/>
                  <a:pt x="17976" y="4230"/>
                </a:cubicBezTo>
                <a:cubicBezTo>
                  <a:pt x="17951" y="4238"/>
                  <a:pt x="17920" y="4247"/>
                  <a:pt x="17944" y="4247"/>
                </a:cubicBezTo>
                <a:cubicBezTo>
                  <a:pt x="17968" y="4253"/>
                  <a:pt x="17991" y="4254"/>
                  <a:pt x="18015" y="4251"/>
                </a:cubicBezTo>
                <a:lnTo>
                  <a:pt x="18023" y="4250"/>
                </a:lnTo>
                <a:lnTo>
                  <a:pt x="18003" y="4254"/>
                </a:lnTo>
                <a:lnTo>
                  <a:pt x="17976" y="4255"/>
                </a:lnTo>
                <a:cubicBezTo>
                  <a:pt x="17983" y="4255"/>
                  <a:pt x="17992" y="4255"/>
                  <a:pt x="17992" y="4255"/>
                </a:cubicBezTo>
                <a:cubicBezTo>
                  <a:pt x="18000" y="4255"/>
                  <a:pt x="18000" y="4255"/>
                  <a:pt x="18000" y="4255"/>
                </a:cubicBezTo>
                <a:lnTo>
                  <a:pt x="18003" y="4254"/>
                </a:lnTo>
                <a:lnTo>
                  <a:pt x="18217" y="4250"/>
                </a:lnTo>
                <a:cubicBezTo>
                  <a:pt x="18298" y="4247"/>
                  <a:pt x="18380" y="4242"/>
                  <a:pt x="18464" y="4238"/>
                </a:cubicBezTo>
                <a:cubicBezTo>
                  <a:pt x="18464" y="4238"/>
                  <a:pt x="18464" y="4238"/>
                  <a:pt x="18608" y="4238"/>
                </a:cubicBezTo>
                <a:cubicBezTo>
                  <a:pt x="18592" y="4247"/>
                  <a:pt x="18567" y="4255"/>
                  <a:pt x="18552" y="4262"/>
                </a:cubicBezTo>
                <a:cubicBezTo>
                  <a:pt x="18575" y="4258"/>
                  <a:pt x="18597" y="4257"/>
                  <a:pt x="18619" y="4256"/>
                </a:cubicBezTo>
                <a:lnTo>
                  <a:pt x="18646" y="4255"/>
                </a:lnTo>
                <a:lnTo>
                  <a:pt x="18626" y="4260"/>
                </a:lnTo>
                <a:cubicBezTo>
                  <a:pt x="18598" y="4269"/>
                  <a:pt x="18558" y="4287"/>
                  <a:pt x="18575" y="4287"/>
                </a:cubicBezTo>
                <a:cubicBezTo>
                  <a:pt x="18655" y="4294"/>
                  <a:pt x="18743" y="4294"/>
                  <a:pt x="18824" y="4287"/>
                </a:cubicBezTo>
                <a:cubicBezTo>
                  <a:pt x="18799" y="4294"/>
                  <a:pt x="18751" y="4319"/>
                  <a:pt x="18775" y="4319"/>
                </a:cubicBezTo>
                <a:cubicBezTo>
                  <a:pt x="18928" y="4326"/>
                  <a:pt x="19080" y="4319"/>
                  <a:pt x="19240" y="4311"/>
                </a:cubicBezTo>
                <a:cubicBezTo>
                  <a:pt x="19271" y="4311"/>
                  <a:pt x="19328" y="4287"/>
                  <a:pt x="19320" y="4279"/>
                </a:cubicBezTo>
                <a:cubicBezTo>
                  <a:pt x="19288" y="4279"/>
                  <a:pt x="19256" y="4287"/>
                  <a:pt x="19232" y="4287"/>
                </a:cubicBezTo>
                <a:cubicBezTo>
                  <a:pt x="19224" y="4287"/>
                  <a:pt x="19208" y="4294"/>
                  <a:pt x="19192" y="4294"/>
                </a:cubicBezTo>
                <a:cubicBezTo>
                  <a:pt x="19176" y="4287"/>
                  <a:pt x="19144" y="4287"/>
                  <a:pt x="19095" y="4287"/>
                </a:cubicBezTo>
                <a:lnTo>
                  <a:pt x="19048" y="4287"/>
                </a:lnTo>
                <a:cubicBezTo>
                  <a:pt x="19048" y="4287"/>
                  <a:pt x="19039" y="4287"/>
                  <a:pt x="19032" y="4287"/>
                </a:cubicBezTo>
                <a:lnTo>
                  <a:pt x="18992" y="4287"/>
                </a:lnTo>
                <a:cubicBezTo>
                  <a:pt x="19000" y="4279"/>
                  <a:pt x="19007" y="4279"/>
                  <a:pt x="19016" y="4270"/>
                </a:cubicBezTo>
                <a:cubicBezTo>
                  <a:pt x="19063" y="4270"/>
                  <a:pt x="19120" y="4270"/>
                  <a:pt x="19168" y="4270"/>
                </a:cubicBezTo>
                <a:cubicBezTo>
                  <a:pt x="19192" y="4262"/>
                  <a:pt x="19215" y="4262"/>
                  <a:pt x="19232" y="4255"/>
                </a:cubicBezTo>
                <a:cubicBezTo>
                  <a:pt x="19479" y="4247"/>
                  <a:pt x="19728" y="4230"/>
                  <a:pt x="19984" y="4223"/>
                </a:cubicBezTo>
                <a:cubicBezTo>
                  <a:pt x="19848" y="4230"/>
                  <a:pt x="19711" y="4247"/>
                  <a:pt x="19584" y="4270"/>
                </a:cubicBezTo>
                <a:cubicBezTo>
                  <a:pt x="19567" y="4270"/>
                  <a:pt x="19479" y="4302"/>
                  <a:pt x="19511" y="4302"/>
                </a:cubicBezTo>
                <a:cubicBezTo>
                  <a:pt x="19511" y="4302"/>
                  <a:pt x="19511" y="4302"/>
                  <a:pt x="19552" y="4302"/>
                </a:cubicBezTo>
                <a:cubicBezTo>
                  <a:pt x="19511" y="4302"/>
                  <a:pt x="19479" y="4311"/>
                  <a:pt x="19440" y="4311"/>
                </a:cubicBezTo>
                <a:cubicBezTo>
                  <a:pt x="19432" y="4311"/>
                  <a:pt x="19415" y="4319"/>
                  <a:pt x="19408" y="4319"/>
                </a:cubicBezTo>
                <a:cubicBezTo>
                  <a:pt x="19384" y="4319"/>
                  <a:pt x="19352" y="4326"/>
                  <a:pt x="19328" y="4326"/>
                </a:cubicBezTo>
                <a:cubicBezTo>
                  <a:pt x="19415" y="4326"/>
                  <a:pt x="19503" y="4326"/>
                  <a:pt x="19599" y="4326"/>
                </a:cubicBezTo>
                <a:cubicBezTo>
                  <a:pt x="19599" y="4326"/>
                  <a:pt x="19599" y="4326"/>
                  <a:pt x="19544" y="4335"/>
                </a:cubicBezTo>
                <a:cubicBezTo>
                  <a:pt x="19535" y="4335"/>
                  <a:pt x="19511" y="4343"/>
                  <a:pt x="19496" y="4350"/>
                </a:cubicBezTo>
                <a:cubicBezTo>
                  <a:pt x="19576" y="4343"/>
                  <a:pt x="19655" y="4335"/>
                  <a:pt x="19735" y="4335"/>
                </a:cubicBezTo>
                <a:cubicBezTo>
                  <a:pt x="19672" y="4343"/>
                  <a:pt x="19608" y="4350"/>
                  <a:pt x="19544" y="4367"/>
                </a:cubicBezTo>
                <a:cubicBezTo>
                  <a:pt x="19623" y="4367"/>
                  <a:pt x="19696" y="4367"/>
                  <a:pt x="19775" y="4367"/>
                </a:cubicBezTo>
                <a:cubicBezTo>
                  <a:pt x="19784" y="4367"/>
                  <a:pt x="19792" y="4375"/>
                  <a:pt x="19799" y="4375"/>
                </a:cubicBezTo>
                <a:cubicBezTo>
                  <a:pt x="19816" y="4375"/>
                  <a:pt x="19824" y="4375"/>
                  <a:pt x="19831" y="4375"/>
                </a:cubicBezTo>
                <a:cubicBezTo>
                  <a:pt x="19824" y="4375"/>
                  <a:pt x="19816" y="4375"/>
                  <a:pt x="19808" y="4382"/>
                </a:cubicBezTo>
                <a:cubicBezTo>
                  <a:pt x="19799" y="4382"/>
                  <a:pt x="19792" y="4382"/>
                  <a:pt x="19775" y="4382"/>
                </a:cubicBezTo>
                <a:cubicBezTo>
                  <a:pt x="19704" y="4390"/>
                  <a:pt x="19623" y="4399"/>
                  <a:pt x="19544" y="4414"/>
                </a:cubicBezTo>
                <a:cubicBezTo>
                  <a:pt x="19511" y="4423"/>
                  <a:pt x="19479" y="4438"/>
                  <a:pt x="19503" y="4438"/>
                </a:cubicBezTo>
                <a:cubicBezTo>
                  <a:pt x="19567" y="4438"/>
                  <a:pt x="19632" y="4438"/>
                  <a:pt x="19687" y="4431"/>
                </a:cubicBezTo>
                <a:cubicBezTo>
                  <a:pt x="19687" y="4431"/>
                  <a:pt x="19687" y="4431"/>
                  <a:pt x="19655" y="4438"/>
                </a:cubicBezTo>
                <a:lnTo>
                  <a:pt x="19664" y="4438"/>
                </a:lnTo>
                <a:cubicBezTo>
                  <a:pt x="19664" y="4438"/>
                  <a:pt x="19664" y="4438"/>
                  <a:pt x="19808" y="4438"/>
                </a:cubicBezTo>
                <a:cubicBezTo>
                  <a:pt x="19808" y="4438"/>
                  <a:pt x="19808" y="4438"/>
                  <a:pt x="20024" y="4414"/>
                </a:cubicBezTo>
                <a:cubicBezTo>
                  <a:pt x="20056" y="4407"/>
                  <a:pt x="20119" y="4375"/>
                  <a:pt x="20095" y="4375"/>
                </a:cubicBezTo>
                <a:cubicBezTo>
                  <a:pt x="19928" y="4390"/>
                  <a:pt x="19760" y="4414"/>
                  <a:pt x="19592" y="4431"/>
                </a:cubicBezTo>
                <a:cubicBezTo>
                  <a:pt x="19816" y="4407"/>
                  <a:pt x="20032" y="4375"/>
                  <a:pt x="20248" y="4343"/>
                </a:cubicBezTo>
                <a:cubicBezTo>
                  <a:pt x="20256" y="4343"/>
                  <a:pt x="20280" y="4335"/>
                  <a:pt x="20296" y="4326"/>
                </a:cubicBezTo>
                <a:cubicBezTo>
                  <a:pt x="20359" y="4326"/>
                  <a:pt x="20424" y="4319"/>
                  <a:pt x="20488" y="4311"/>
                </a:cubicBezTo>
                <a:cubicBezTo>
                  <a:pt x="20432" y="4319"/>
                  <a:pt x="20368" y="4335"/>
                  <a:pt x="20303" y="4343"/>
                </a:cubicBezTo>
                <a:cubicBezTo>
                  <a:pt x="20288" y="4350"/>
                  <a:pt x="20200" y="4382"/>
                  <a:pt x="20239" y="4382"/>
                </a:cubicBezTo>
                <a:cubicBezTo>
                  <a:pt x="20400" y="4382"/>
                  <a:pt x="20559" y="4367"/>
                  <a:pt x="20720" y="4358"/>
                </a:cubicBezTo>
                <a:cubicBezTo>
                  <a:pt x="20728" y="4358"/>
                  <a:pt x="20743" y="4358"/>
                  <a:pt x="20752" y="4358"/>
                </a:cubicBezTo>
                <a:cubicBezTo>
                  <a:pt x="20688" y="4367"/>
                  <a:pt x="20632" y="4375"/>
                  <a:pt x="20576" y="4390"/>
                </a:cubicBezTo>
                <a:cubicBezTo>
                  <a:pt x="20552" y="4390"/>
                  <a:pt x="20471" y="4423"/>
                  <a:pt x="20503" y="4423"/>
                </a:cubicBezTo>
                <a:cubicBezTo>
                  <a:pt x="20664" y="4423"/>
                  <a:pt x="20840" y="4414"/>
                  <a:pt x="21007" y="4407"/>
                </a:cubicBezTo>
                <a:cubicBezTo>
                  <a:pt x="20864" y="4431"/>
                  <a:pt x="20711" y="4455"/>
                  <a:pt x="20567" y="4470"/>
                </a:cubicBezTo>
                <a:cubicBezTo>
                  <a:pt x="20552" y="4470"/>
                  <a:pt x="20496" y="4494"/>
                  <a:pt x="20488" y="4502"/>
                </a:cubicBezTo>
                <a:lnTo>
                  <a:pt x="20479" y="4502"/>
                </a:lnTo>
                <a:cubicBezTo>
                  <a:pt x="20327" y="4519"/>
                  <a:pt x="20168" y="4534"/>
                  <a:pt x="20007" y="4543"/>
                </a:cubicBezTo>
                <a:cubicBezTo>
                  <a:pt x="20032" y="4543"/>
                  <a:pt x="20056" y="4543"/>
                  <a:pt x="20080" y="4543"/>
                </a:cubicBezTo>
                <a:cubicBezTo>
                  <a:pt x="19951" y="4558"/>
                  <a:pt x="19824" y="4566"/>
                  <a:pt x="19704" y="4582"/>
                </a:cubicBezTo>
                <a:cubicBezTo>
                  <a:pt x="19704" y="4582"/>
                  <a:pt x="19704" y="4582"/>
                  <a:pt x="19767" y="4582"/>
                </a:cubicBezTo>
                <a:cubicBezTo>
                  <a:pt x="19752" y="4590"/>
                  <a:pt x="19735" y="4590"/>
                  <a:pt x="19720" y="4590"/>
                </a:cubicBezTo>
                <a:cubicBezTo>
                  <a:pt x="19704" y="4598"/>
                  <a:pt x="19655" y="4614"/>
                  <a:pt x="19640" y="4622"/>
                </a:cubicBezTo>
                <a:cubicBezTo>
                  <a:pt x="19720" y="4622"/>
                  <a:pt x="19799" y="4622"/>
                  <a:pt x="19872" y="4622"/>
                </a:cubicBezTo>
                <a:cubicBezTo>
                  <a:pt x="19840" y="4622"/>
                  <a:pt x="19808" y="4622"/>
                  <a:pt x="19767" y="4631"/>
                </a:cubicBezTo>
                <a:cubicBezTo>
                  <a:pt x="19919" y="4631"/>
                  <a:pt x="20080" y="4607"/>
                  <a:pt x="20239" y="4590"/>
                </a:cubicBezTo>
                <a:cubicBezTo>
                  <a:pt x="20207" y="4598"/>
                  <a:pt x="20176" y="4614"/>
                  <a:pt x="20176" y="4622"/>
                </a:cubicBezTo>
                <a:cubicBezTo>
                  <a:pt x="19912" y="4646"/>
                  <a:pt x="19648" y="4686"/>
                  <a:pt x="19391" y="4734"/>
                </a:cubicBezTo>
                <a:cubicBezTo>
                  <a:pt x="19376" y="4734"/>
                  <a:pt x="19328" y="4759"/>
                  <a:pt x="19320" y="4766"/>
                </a:cubicBezTo>
                <a:cubicBezTo>
                  <a:pt x="19312" y="4766"/>
                  <a:pt x="19312" y="4774"/>
                  <a:pt x="19320" y="4766"/>
                </a:cubicBezTo>
                <a:cubicBezTo>
                  <a:pt x="19472" y="4759"/>
                  <a:pt x="19623" y="4742"/>
                  <a:pt x="19775" y="4719"/>
                </a:cubicBezTo>
                <a:cubicBezTo>
                  <a:pt x="19672" y="4734"/>
                  <a:pt x="19584" y="4759"/>
                  <a:pt x="19503" y="4783"/>
                </a:cubicBezTo>
                <a:cubicBezTo>
                  <a:pt x="19496" y="4790"/>
                  <a:pt x="19440" y="4814"/>
                  <a:pt x="19464" y="4807"/>
                </a:cubicBezTo>
                <a:cubicBezTo>
                  <a:pt x="19608" y="4798"/>
                  <a:pt x="19743" y="4783"/>
                  <a:pt x="19880" y="4766"/>
                </a:cubicBezTo>
                <a:cubicBezTo>
                  <a:pt x="19872" y="4774"/>
                  <a:pt x="19872" y="4774"/>
                  <a:pt x="19887" y="4774"/>
                </a:cubicBezTo>
                <a:cubicBezTo>
                  <a:pt x="19887" y="4774"/>
                  <a:pt x="19887" y="4774"/>
                  <a:pt x="19892" y="4774"/>
                </a:cubicBezTo>
                <a:lnTo>
                  <a:pt x="19919" y="4774"/>
                </a:lnTo>
                <a:cubicBezTo>
                  <a:pt x="19912" y="4774"/>
                  <a:pt x="19840" y="4807"/>
                  <a:pt x="19872" y="4807"/>
                </a:cubicBezTo>
                <a:cubicBezTo>
                  <a:pt x="20024" y="4807"/>
                  <a:pt x="20176" y="4790"/>
                  <a:pt x="20336" y="4783"/>
                </a:cubicBezTo>
                <a:cubicBezTo>
                  <a:pt x="20359" y="4774"/>
                  <a:pt x="20400" y="4759"/>
                  <a:pt x="20408" y="4751"/>
                </a:cubicBezTo>
                <a:cubicBezTo>
                  <a:pt x="20408" y="4751"/>
                  <a:pt x="20408" y="4751"/>
                  <a:pt x="20464" y="4742"/>
                </a:cubicBezTo>
                <a:cubicBezTo>
                  <a:pt x="20496" y="4751"/>
                  <a:pt x="20528" y="4751"/>
                  <a:pt x="20559" y="4759"/>
                </a:cubicBezTo>
                <a:cubicBezTo>
                  <a:pt x="20479" y="4774"/>
                  <a:pt x="20408" y="4783"/>
                  <a:pt x="20336" y="4798"/>
                </a:cubicBezTo>
                <a:cubicBezTo>
                  <a:pt x="20312" y="4807"/>
                  <a:pt x="20232" y="4839"/>
                  <a:pt x="20264" y="4830"/>
                </a:cubicBezTo>
                <a:cubicBezTo>
                  <a:pt x="20415" y="4830"/>
                  <a:pt x="20559" y="4814"/>
                  <a:pt x="20704" y="4798"/>
                </a:cubicBezTo>
                <a:cubicBezTo>
                  <a:pt x="20711" y="4798"/>
                  <a:pt x="20711" y="4807"/>
                  <a:pt x="20720" y="4807"/>
                </a:cubicBezTo>
                <a:cubicBezTo>
                  <a:pt x="20616" y="4822"/>
                  <a:pt x="20512" y="4846"/>
                  <a:pt x="20408" y="4871"/>
                </a:cubicBezTo>
                <a:cubicBezTo>
                  <a:pt x="20391" y="4871"/>
                  <a:pt x="20303" y="4903"/>
                  <a:pt x="20336" y="4903"/>
                </a:cubicBezTo>
                <a:cubicBezTo>
                  <a:pt x="20591" y="4886"/>
                  <a:pt x="20855" y="4862"/>
                  <a:pt x="21112" y="4830"/>
                </a:cubicBezTo>
                <a:cubicBezTo>
                  <a:pt x="21119" y="4830"/>
                  <a:pt x="21136" y="4830"/>
                  <a:pt x="21151" y="4830"/>
                </a:cubicBezTo>
                <a:cubicBezTo>
                  <a:pt x="21160" y="4839"/>
                  <a:pt x="21192" y="4839"/>
                  <a:pt x="21216" y="4839"/>
                </a:cubicBezTo>
                <a:cubicBezTo>
                  <a:pt x="21216" y="4839"/>
                  <a:pt x="21216" y="4839"/>
                  <a:pt x="21151" y="4854"/>
                </a:cubicBezTo>
                <a:cubicBezTo>
                  <a:pt x="21136" y="4862"/>
                  <a:pt x="21056" y="4894"/>
                  <a:pt x="21095" y="4894"/>
                </a:cubicBezTo>
                <a:cubicBezTo>
                  <a:pt x="21232" y="4886"/>
                  <a:pt x="21383" y="4871"/>
                  <a:pt x="21527" y="4862"/>
                </a:cubicBezTo>
                <a:cubicBezTo>
                  <a:pt x="21679" y="4839"/>
                  <a:pt x="21823" y="4822"/>
                  <a:pt x="21967" y="4807"/>
                </a:cubicBezTo>
                <a:cubicBezTo>
                  <a:pt x="21967" y="4807"/>
                  <a:pt x="21967" y="4807"/>
                  <a:pt x="21992" y="4807"/>
                </a:cubicBezTo>
                <a:cubicBezTo>
                  <a:pt x="21776" y="4846"/>
                  <a:pt x="21559" y="4894"/>
                  <a:pt x="21344" y="4927"/>
                </a:cubicBezTo>
                <a:cubicBezTo>
                  <a:pt x="21327" y="4927"/>
                  <a:pt x="21248" y="4966"/>
                  <a:pt x="21272" y="4966"/>
                </a:cubicBezTo>
                <a:cubicBezTo>
                  <a:pt x="21272" y="4966"/>
                  <a:pt x="21272" y="4966"/>
                  <a:pt x="21024" y="5006"/>
                </a:cubicBezTo>
                <a:cubicBezTo>
                  <a:pt x="21024" y="5006"/>
                  <a:pt x="21024" y="5006"/>
                  <a:pt x="20992" y="5006"/>
                </a:cubicBezTo>
                <a:cubicBezTo>
                  <a:pt x="21024" y="4998"/>
                  <a:pt x="21063" y="4974"/>
                  <a:pt x="21024" y="4982"/>
                </a:cubicBezTo>
                <a:cubicBezTo>
                  <a:pt x="21007" y="4982"/>
                  <a:pt x="20992" y="4982"/>
                  <a:pt x="20968" y="4991"/>
                </a:cubicBezTo>
                <a:cubicBezTo>
                  <a:pt x="20992" y="4982"/>
                  <a:pt x="21007" y="4982"/>
                  <a:pt x="21031" y="4974"/>
                </a:cubicBezTo>
                <a:cubicBezTo>
                  <a:pt x="21056" y="4966"/>
                  <a:pt x="21136" y="4934"/>
                  <a:pt x="21088" y="4942"/>
                </a:cubicBezTo>
                <a:cubicBezTo>
                  <a:pt x="20968" y="4959"/>
                  <a:pt x="20848" y="4982"/>
                  <a:pt x="20728" y="4998"/>
                </a:cubicBezTo>
                <a:cubicBezTo>
                  <a:pt x="20840" y="4974"/>
                  <a:pt x="20952" y="4950"/>
                  <a:pt x="21056" y="4934"/>
                </a:cubicBezTo>
                <a:cubicBezTo>
                  <a:pt x="21080" y="4927"/>
                  <a:pt x="21151" y="4894"/>
                  <a:pt x="21128" y="4894"/>
                </a:cubicBezTo>
                <a:cubicBezTo>
                  <a:pt x="21016" y="4910"/>
                  <a:pt x="20911" y="4927"/>
                  <a:pt x="20808" y="4942"/>
                </a:cubicBezTo>
                <a:cubicBezTo>
                  <a:pt x="20808" y="4942"/>
                  <a:pt x="20808" y="4942"/>
                  <a:pt x="20872" y="4927"/>
                </a:cubicBezTo>
                <a:cubicBezTo>
                  <a:pt x="20880" y="4927"/>
                  <a:pt x="20968" y="4894"/>
                  <a:pt x="20943" y="4894"/>
                </a:cubicBezTo>
                <a:cubicBezTo>
                  <a:pt x="20743" y="4894"/>
                  <a:pt x="20544" y="4918"/>
                  <a:pt x="20336" y="4942"/>
                </a:cubicBezTo>
                <a:cubicBezTo>
                  <a:pt x="20336" y="4942"/>
                  <a:pt x="20336" y="4942"/>
                  <a:pt x="20200" y="4950"/>
                </a:cubicBezTo>
                <a:cubicBezTo>
                  <a:pt x="20168" y="4950"/>
                  <a:pt x="20095" y="4991"/>
                  <a:pt x="20119" y="4982"/>
                </a:cubicBezTo>
                <a:cubicBezTo>
                  <a:pt x="20168" y="4982"/>
                  <a:pt x="20207" y="4982"/>
                  <a:pt x="20248" y="4974"/>
                </a:cubicBezTo>
                <a:cubicBezTo>
                  <a:pt x="20248" y="4974"/>
                  <a:pt x="20248" y="4974"/>
                  <a:pt x="20376" y="4966"/>
                </a:cubicBezTo>
                <a:cubicBezTo>
                  <a:pt x="20384" y="4966"/>
                  <a:pt x="20384" y="4966"/>
                  <a:pt x="20391" y="4966"/>
                </a:cubicBezTo>
                <a:cubicBezTo>
                  <a:pt x="20488" y="4959"/>
                  <a:pt x="20584" y="4942"/>
                  <a:pt x="20679" y="4934"/>
                </a:cubicBezTo>
                <a:cubicBezTo>
                  <a:pt x="20591" y="4950"/>
                  <a:pt x="20503" y="4966"/>
                  <a:pt x="20424" y="4974"/>
                </a:cubicBezTo>
                <a:cubicBezTo>
                  <a:pt x="20336" y="4991"/>
                  <a:pt x="20248" y="4998"/>
                  <a:pt x="20168" y="5015"/>
                </a:cubicBezTo>
                <a:cubicBezTo>
                  <a:pt x="20151" y="5023"/>
                  <a:pt x="20063" y="5054"/>
                  <a:pt x="20095" y="5054"/>
                </a:cubicBezTo>
                <a:cubicBezTo>
                  <a:pt x="20192" y="5047"/>
                  <a:pt x="20296" y="5038"/>
                  <a:pt x="20391" y="5030"/>
                </a:cubicBezTo>
                <a:cubicBezTo>
                  <a:pt x="20488" y="5015"/>
                  <a:pt x="20584" y="4998"/>
                  <a:pt x="20679" y="4991"/>
                </a:cubicBezTo>
                <a:cubicBezTo>
                  <a:pt x="20648" y="4998"/>
                  <a:pt x="20616" y="5006"/>
                  <a:pt x="20584" y="5015"/>
                </a:cubicBezTo>
                <a:cubicBezTo>
                  <a:pt x="20576" y="5015"/>
                  <a:pt x="20503" y="5047"/>
                  <a:pt x="20544" y="5047"/>
                </a:cubicBezTo>
                <a:cubicBezTo>
                  <a:pt x="20556" y="5042"/>
                  <a:pt x="20567" y="5040"/>
                  <a:pt x="20580" y="5039"/>
                </a:cubicBezTo>
                <a:lnTo>
                  <a:pt x="20605" y="5039"/>
                </a:lnTo>
                <a:lnTo>
                  <a:pt x="20441" y="5061"/>
                </a:lnTo>
                <a:cubicBezTo>
                  <a:pt x="20386" y="5068"/>
                  <a:pt x="20332" y="5075"/>
                  <a:pt x="20280" y="5079"/>
                </a:cubicBezTo>
                <a:cubicBezTo>
                  <a:pt x="20151" y="5094"/>
                  <a:pt x="19992" y="5111"/>
                  <a:pt x="19912" y="5150"/>
                </a:cubicBezTo>
                <a:cubicBezTo>
                  <a:pt x="19855" y="5174"/>
                  <a:pt x="19928" y="5158"/>
                  <a:pt x="19960" y="5142"/>
                </a:cubicBezTo>
                <a:cubicBezTo>
                  <a:pt x="19975" y="5142"/>
                  <a:pt x="20039" y="5135"/>
                  <a:pt x="20095" y="5126"/>
                </a:cubicBezTo>
                <a:cubicBezTo>
                  <a:pt x="20080" y="5135"/>
                  <a:pt x="20063" y="5142"/>
                  <a:pt x="20087" y="5142"/>
                </a:cubicBezTo>
                <a:cubicBezTo>
                  <a:pt x="20376" y="5142"/>
                  <a:pt x="20664" y="5094"/>
                  <a:pt x="20952" y="5047"/>
                </a:cubicBezTo>
                <a:cubicBezTo>
                  <a:pt x="20952" y="5047"/>
                  <a:pt x="20952" y="5047"/>
                  <a:pt x="21104" y="5030"/>
                </a:cubicBezTo>
                <a:cubicBezTo>
                  <a:pt x="21080" y="5038"/>
                  <a:pt x="21040" y="5054"/>
                  <a:pt x="21040" y="5062"/>
                </a:cubicBezTo>
                <a:cubicBezTo>
                  <a:pt x="20911" y="5079"/>
                  <a:pt x="20784" y="5094"/>
                  <a:pt x="20664" y="5111"/>
                </a:cubicBezTo>
                <a:cubicBezTo>
                  <a:pt x="20535" y="5135"/>
                  <a:pt x="20408" y="5150"/>
                  <a:pt x="20280" y="5174"/>
                </a:cubicBezTo>
                <a:cubicBezTo>
                  <a:pt x="20256" y="5174"/>
                  <a:pt x="20192" y="5206"/>
                  <a:pt x="20215" y="5206"/>
                </a:cubicBezTo>
                <a:cubicBezTo>
                  <a:pt x="20280" y="5198"/>
                  <a:pt x="20344" y="5190"/>
                  <a:pt x="20415" y="5182"/>
                </a:cubicBezTo>
                <a:cubicBezTo>
                  <a:pt x="20479" y="5174"/>
                  <a:pt x="20552" y="5166"/>
                  <a:pt x="20616" y="5158"/>
                </a:cubicBezTo>
                <a:cubicBezTo>
                  <a:pt x="20591" y="5166"/>
                  <a:pt x="20567" y="5182"/>
                  <a:pt x="20591" y="5182"/>
                </a:cubicBezTo>
                <a:cubicBezTo>
                  <a:pt x="20616" y="5182"/>
                  <a:pt x="20640" y="5174"/>
                  <a:pt x="20664" y="5174"/>
                </a:cubicBezTo>
                <a:cubicBezTo>
                  <a:pt x="20696" y="5174"/>
                  <a:pt x="20720" y="5166"/>
                  <a:pt x="20743" y="5166"/>
                </a:cubicBezTo>
                <a:cubicBezTo>
                  <a:pt x="20736" y="5166"/>
                  <a:pt x="20736" y="5174"/>
                  <a:pt x="20728" y="5174"/>
                </a:cubicBezTo>
                <a:cubicBezTo>
                  <a:pt x="20391" y="5214"/>
                  <a:pt x="20048" y="5238"/>
                  <a:pt x="19711" y="5286"/>
                </a:cubicBezTo>
                <a:cubicBezTo>
                  <a:pt x="19687" y="5286"/>
                  <a:pt x="19623" y="5318"/>
                  <a:pt x="19632" y="5318"/>
                </a:cubicBezTo>
                <a:cubicBezTo>
                  <a:pt x="19623" y="5318"/>
                  <a:pt x="19616" y="5326"/>
                  <a:pt x="19608" y="5326"/>
                </a:cubicBezTo>
                <a:cubicBezTo>
                  <a:pt x="19584" y="5334"/>
                  <a:pt x="19511" y="5366"/>
                  <a:pt x="19567" y="5350"/>
                </a:cubicBezTo>
                <a:cubicBezTo>
                  <a:pt x="19648" y="5334"/>
                  <a:pt x="19743" y="5318"/>
                  <a:pt x="19840" y="5311"/>
                </a:cubicBezTo>
                <a:cubicBezTo>
                  <a:pt x="19808" y="5318"/>
                  <a:pt x="19784" y="5334"/>
                  <a:pt x="19799" y="5334"/>
                </a:cubicBezTo>
                <a:cubicBezTo>
                  <a:pt x="19944" y="5326"/>
                  <a:pt x="20087" y="5318"/>
                  <a:pt x="20232" y="5302"/>
                </a:cubicBezTo>
                <a:cubicBezTo>
                  <a:pt x="20303" y="5294"/>
                  <a:pt x="20376" y="5294"/>
                  <a:pt x="20439" y="5286"/>
                </a:cubicBezTo>
                <a:cubicBezTo>
                  <a:pt x="20512" y="5278"/>
                  <a:pt x="20584" y="5270"/>
                  <a:pt x="20655" y="5255"/>
                </a:cubicBezTo>
                <a:cubicBezTo>
                  <a:pt x="20736" y="5246"/>
                  <a:pt x="20808" y="5238"/>
                  <a:pt x="20887" y="5223"/>
                </a:cubicBezTo>
                <a:cubicBezTo>
                  <a:pt x="20880" y="5230"/>
                  <a:pt x="20872" y="5238"/>
                  <a:pt x="20887" y="5238"/>
                </a:cubicBezTo>
                <a:cubicBezTo>
                  <a:pt x="20968" y="5230"/>
                  <a:pt x="21056" y="5223"/>
                  <a:pt x="21143" y="5206"/>
                </a:cubicBezTo>
                <a:cubicBezTo>
                  <a:pt x="20960" y="5246"/>
                  <a:pt x="20767" y="5270"/>
                  <a:pt x="20576" y="5302"/>
                </a:cubicBezTo>
                <a:cubicBezTo>
                  <a:pt x="20576" y="5302"/>
                  <a:pt x="20576" y="5302"/>
                  <a:pt x="20432" y="5326"/>
                </a:cubicBezTo>
                <a:cubicBezTo>
                  <a:pt x="20384" y="5326"/>
                  <a:pt x="20336" y="5334"/>
                  <a:pt x="20288" y="5343"/>
                </a:cubicBezTo>
                <a:cubicBezTo>
                  <a:pt x="20192" y="5350"/>
                  <a:pt x="20095" y="5358"/>
                  <a:pt x="20000" y="5366"/>
                </a:cubicBezTo>
                <a:lnTo>
                  <a:pt x="19992" y="5366"/>
                </a:lnTo>
                <a:cubicBezTo>
                  <a:pt x="19880" y="5382"/>
                  <a:pt x="19767" y="5399"/>
                  <a:pt x="19664" y="5406"/>
                </a:cubicBezTo>
                <a:cubicBezTo>
                  <a:pt x="19632" y="5414"/>
                  <a:pt x="19567" y="5446"/>
                  <a:pt x="19592" y="5438"/>
                </a:cubicBezTo>
                <a:cubicBezTo>
                  <a:pt x="19664" y="5431"/>
                  <a:pt x="19735" y="5422"/>
                  <a:pt x="19808" y="5414"/>
                </a:cubicBezTo>
                <a:cubicBezTo>
                  <a:pt x="19799" y="5422"/>
                  <a:pt x="19799" y="5422"/>
                  <a:pt x="19808" y="5422"/>
                </a:cubicBezTo>
                <a:cubicBezTo>
                  <a:pt x="20024" y="5406"/>
                  <a:pt x="20303" y="5366"/>
                  <a:pt x="20528" y="5366"/>
                </a:cubicBezTo>
                <a:cubicBezTo>
                  <a:pt x="20479" y="5375"/>
                  <a:pt x="20439" y="5382"/>
                  <a:pt x="20400" y="5390"/>
                </a:cubicBezTo>
                <a:cubicBezTo>
                  <a:pt x="20271" y="5390"/>
                  <a:pt x="20144" y="5406"/>
                  <a:pt x="20016" y="5422"/>
                </a:cubicBezTo>
                <a:cubicBezTo>
                  <a:pt x="20007" y="5422"/>
                  <a:pt x="19992" y="5431"/>
                  <a:pt x="19984" y="5431"/>
                </a:cubicBezTo>
                <a:cubicBezTo>
                  <a:pt x="19975" y="5431"/>
                  <a:pt x="19960" y="5431"/>
                  <a:pt x="19951" y="5431"/>
                </a:cubicBezTo>
                <a:cubicBezTo>
                  <a:pt x="19951" y="5431"/>
                  <a:pt x="19951" y="5431"/>
                  <a:pt x="19848" y="5446"/>
                </a:cubicBezTo>
                <a:cubicBezTo>
                  <a:pt x="19848" y="5446"/>
                  <a:pt x="19848" y="5446"/>
                  <a:pt x="19816" y="5446"/>
                </a:cubicBezTo>
                <a:cubicBezTo>
                  <a:pt x="19687" y="5463"/>
                  <a:pt x="19560" y="5470"/>
                  <a:pt x="19432" y="5478"/>
                </a:cubicBezTo>
                <a:cubicBezTo>
                  <a:pt x="19303" y="5494"/>
                  <a:pt x="19176" y="5502"/>
                  <a:pt x="19048" y="5517"/>
                </a:cubicBezTo>
                <a:cubicBezTo>
                  <a:pt x="19048" y="5517"/>
                  <a:pt x="19048" y="5517"/>
                  <a:pt x="19039" y="5517"/>
                </a:cubicBezTo>
                <a:cubicBezTo>
                  <a:pt x="19016" y="5517"/>
                  <a:pt x="18944" y="5550"/>
                  <a:pt x="18968" y="5550"/>
                </a:cubicBezTo>
                <a:cubicBezTo>
                  <a:pt x="19063" y="5542"/>
                  <a:pt x="19151" y="5542"/>
                  <a:pt x="19240" y="5534"/>
                </a:cubicBezTo>
                <a:cubicBezTo>
                  <a:pt x="19240" y="5534"/>
                  <a:pt x="19240" y="5534"/>
                  <a:pt x="19511" y="5510"/>
                </a:cubicBezTo>
                <a:cubicBezTo>
                  <a:pt x="19408" y="5526"/>
                  <a:pt x="19312" y="5542"/>
                  <a:pt x="19215" y="5566"/>
                </a:cubicBezTo>
                <a:cubicBezTo>
                  <a:pt x="19200" y="5566"/>
                  <a:pt x="19120" y="5598"/>
                  <a:pt x="19151" y="5598"/>
                </a:cubicBezTo>
                <a:cubicBezTo>
                  <a:pt x="19243" y="5592"/>
                  <a:pt x="19335" y="5585"/>
                  <a:pt x="19427" y="5576"/>
                </a:cubicBezTo>
                <a:lnTo>
                  <a:pt x="19687" y="5549"/>
                </a:lnTo>
                <a:lnTo>
                  <a:pt x="19616" y="5558"/>
                </a:lnTo>
                <a:cubicBezTo>
                  <a:pt x="19599" y="5566"/>
                  <a:pt x="19511" y="5590"/>
                  <a:pt x="19535" y="5598"/>
                </a:cubicBezTo>
                <a:cubicBezTo>
                  <a:pt x="19616" y="5598"/>
                  <a:pt x="19687" y="5598"/>
                  <a:pt x="19760" y="5590"/>
                </a:cubicBezTo>
                <a:cubicBezTo>
                  <a:pt x="19680" y="5607"/>
                  <a:pt x="19592" y="5622"/>
                  <a:pt x="19511" y="5638"/>
                </a:cubicBezTo>
                <a:cubicBezTo>
                  <a:pt x="19496" y="5646"/>
                  <a:pt x="19415" y="5678"/>
                  <a:pt x="19447" y="5670"/>
                </a:cubicBezTo>
                <a:cubicBezTo>
                  <a:pt x="19599" y="5662"/>
                  <a:pt x="19752" y="5654"/>
                  <a:pt x="19904" y="5638"/>
                </a:cubicBezTo>
                <a:cubicBezTo>
                  <a:pt x="19872" y="5646"/>
                  <a:pt x="19840" y="5670"/>
                  <a:pt x="19855" y="5670"/>
                </a:cubicBezTo>
                <a:cubicBezTo>
                  <a:pt x="20095" y="5638"/>
                  <a:pt x="20336" y="5622"/>
                  <a:pt x="20567" y="5598"/>
                </a:cubicBezTo>
                <a:cubicBezTo>
                  <a:pt x="20778" y="5570"/>
                  <a:pt x="20988" y="5542"/>
                  <a:pt x="21192" y="5508"/>
                </a:cubicBezTo>
                <a:lnTo>
                  <a:pt x="21277" y="5494"/>
                </a:lnTo>
                <a:lnTo>
                  <a:pt x="21275" y="5495"/>
                </a:lnTo>
                <a:cubicBezTo>
                  <a:pt x="21272" y="5497"/>
                  <a:pt x="21274" y="5502"/>
                  <a:pt x="21280" y="5502"/>
                </a:cubicBezTo>
                <a:cubicBezTo>
                  <a:pt x="21383" y="5487"/>
                  <a:pt x="21495" y="5478"/>
                  <a:pt x="21600" y="5463"/>
                </a:cubicBezTo>
                <a:cubicBezTo>
                  <a:pt x="21464" y="5487"/>
                  <a:pt x="21320" y="5510"/>
                  <a:pt x="21184" y="5526"/>
                </a:cubicBezTo>
                <a:cubicBezTo>
                  <a:pt x="21192" y="5526"/>
                  <a:pt x="21192" y="5517"/>
                  <a:pt x="21184" y="5517"/>
                </a:cubicBezTo>
                <a:cubicBezTo>
                  <a:pt x="21184" y="5517"/>
                  <a:pt x="21184" y="5517"/>
                  <a:pt x="20984" y="5550"/>
                </a:cubicBezTo>
                <a:cubicBezTo>
                  <a:pt x="20960" y="5558"/>
                  <a:pt x="20911" y="5582"/>
                  <a:pt x="20904" y="5590"/>
                </a:cubicBezTo>
                <a:cubicBezTo>
                  <a:pt x="20904" y="5590"/>
                  <a:pt x="20904" y="5590"/>
                  <a:pt x="20887" y="5590"/>
                </a:cubicBezTo>
                <a:cubicBezTo>
                  <a:pt x="20904" y="5582"/>
                  <a:pt x="20904" y="5582"/>
                  <a:pt x="20896" y="5582"/>
                </a:cubicBezTo>
                <a:cubicBezTo>
                  <a:pt x="20799" y="5598"/>
                  <a:pt x="20704" y="5607"/>
                  <a:pt x="20608" y="5622"/>
                </a:cubicBezTo>
                <a:cubicBezTo>
                  <a:pt x="20608" y="5622"/>
                  <a:pt x="20608" y="5622"/>
                  <a:pt x="20464" y="5646"/>
                </a:cubicBezTo>
                <a:cubicBezTo>
                  <a:pt x="20464" y="5646"/>
                  <a:pt x="20464" y="5646"/>
                  <a:pt x="20320" y="5654"/>
                </a:cubicBezTo>
                <a:cubicBezTo>
                  <a:pt x="20296" y="5654"/>
                  <a:pt x="20224" y="5686"/>
                  <a:pt x="20232" y="5695"/>
                </a:cubicBezTo>
                <a:cubicBezTo>
                  <a:pt x="20207" y="5702"/>
                  <a:pt x="20160" y="5725"/>
                  <a:pt x="20207" y="5718"/>
                </a:cubicBezTo>
                <a:cubicBezTo>
                  <a:pt x="20239" y="5710"/>
                  <a:pt x="20271" y="5702"/>
                  <a:pt x="20303" y="5686"/>
                </a:cubicBezTo>
                <a:cubicBezTo>
                  <a:pt x="20312" y="5686"/>
                  <a:pt x="20320" y="5686"/>
                  <a:pt x="20327" y="5686"/>
                </a:cubicBezTo>
                <a:cubicBezTo>
                  <a:pt x="20439" y="5678"/>
                  <a:pt x="20559" y="5662"/>
                  <a:pt x="20672" y="5638"/>
                </a:cubicBezTo>
                <a:cubicBezTo>
                  <a:pt x="20664" y="5646"/>
                  <a:pt x="20664" y="5646"/>
                  <a:pt x="20664" y="5646"/>
                </a:cubicBezTo>
                <a:cubicBezTo>
                  <a:pt x="20600" y="5662"/>
                  <a:pt x="20544" y="5670"/>
                  <a:pt x="20479" y="5678"/>
                </a:cubicBezTo>
                <a:cubicBezTo>
                  <a:pt x="20424" y="5686"/>
                  <a:pt x="20359" y="5695"/>
                  <a:pt x="20303" y="5702"/>
                </a:cubicBezTo>
                <a:cubicBezTo>
                  <a:pt x="20288" y="5702"/>
                  <a:pt x="20271" y="5710"/>
                  <a:pt x="20256" y="5718"/>
                </a:cubicBezTo>
                <a:cubicBezTo>
                  <a:pt x="20048" y="5734"/>
                  <a:pt x="19840" y="5750"/>
                  <a:pt x="19632" y="5774"/>
                </a:cubicBezTo>
                <a:cubicBezTo>
                  <a:pt x="19632" y="5774"/>
                  <a:pt x="19632" y="5774"/>
                  <a:pt x="19320" y="5806"/>
                </a:cubicBezTo>
                <a:cubicBezTo>
                  <a:pt x="19215" y="5815"/>
                  <a:pt x="19112" y="5822"/>
                  <a:pt x="19007" y="5830"/>
                </a:cubicBezTo>
                <a:cubicBezTo>
                  <a:pt x="18968" y="5830"/>
                  <a:pt x="18904" y="5862"/>
                  <a:pt x="18928" y="5862"/>
                </a:cubicBezTo>
                <a:cubicBezTo>
                  <a:pt x="19056" y="5854"/>
                  <a:pt x="19192" y="5846"/>
                  <a:pt x="19320" y="5830"/>
                </a:cubicBezTo>
                <a:cubicBezTo>
                  <a:pt x="19320" y="5830"/>
                  <a:pt x="19320" y="5830"/>
                  <a:pt x="19711" y="5790"/>
                </a:cubicBezTo>
                <a:cubicBezTo>
                  <a:pt x="19975" y="5766"/>
                  <a:pt x="20239" y="5742"/>
                  <a:pt x="20503" y="5725"/>
                </a:cubicBezTo>
                <a:cubicBezTo>
                  <a:pt x="20528" y="5725"/>
                  <a:pt x="20559" y="5710"/>
                  <a:pt x="20576" y="5702"/>
                </a:cubicBezTo>
                <a:cubicBezTo>
                  <a:pt x="20752" y="5678"/>
                  <a:pt x="20928" y="5654"/>
                  <a:pt x="21095" y="5614"/>
                </a:cubicBezTo>
                <a:cubicBezTo>
                  <a:pt x="21123" y="5614"/>
                  <a:pt x="21151" y="5612"/>
                  <a:pt x="21179" y="5609"/>
                </a:cubicBezTo>
                <a:lnTo>
                  <a:pt x="21253" y="5600"/>
                </a:lnTo>
                <a:lnTo>
                  <a:pt x="21239" y="5606"/>
                </a:lnTo>
                <a:cubicBezTo>
                  <a:pt x="21232" y="5608"/>
                  <a:pt x="21224" y="5610"/>
                  <a:pt x="21216" y="5614"/>
                </a:cubicBezTo>
                <a:cubicBezTo>
                  <a:pt x="21024" y="5654"/>
                  <a:pt x="20816" y="5686"/>
                  <a:pt x="20623" y="5718"/>
                </a:cubicBezTo>
                <a:cubicBezTo>
                  <a:pt x="20640" y="5710"/>
                  <a:pt x="20655" y="5702"/>
                  <a:pt x="20632" y="5702"/>
                </a:cubicBezTo>
                <a:cubicBezTo>
                  <a:pt x="20464" y="5742"/>
                  <a:pt x="20296" y="5758"/>
                  <a:pt x="20119" y="5774"/>
                </a:cubicBezTo>
                <a:cubicBezTo>
                  <a:pt x="19951" y="5790"/>
                  <a:pt x="19775" y="5806"/>
                  <a:pt x="19599" y="5815"/>
                </a:cubicBezTo>
                <a:cubicBezTo>
                  <a:pt x="19599" y="5815"/>
                  <a:pt x="19599" y="5815"/>
                  <a:pt x="19544" y="5822"/>
                </a:cubicBezTo>
                <a:cubicBezTo>
                  <a:pt x="19511" y="5830"/>
                  <a:pt x="19440" y="5862"/>
                  <a:pt x="19464" y="5862"/>
                </a:cubicBezTo>
                <a:cubicBezTo>
                  <a:pt x="19767" y="5830"/>
                  <a:pt x="20072" y="5815"/>
                  <a:pt x="20368" y="5774"/>
                </a:cubicBezTo>
                <a:cubicBezTo>
                  <a:pt x="20336" y="5781"/>
                  <a:pt x="20303" y="5798"/>
                  <a:pt x="20336" y="5798"/>
                </a:cubicBezTo>
                <a:cubicBezTo>
                  <a:pt x="20368" y="5798"/>
                  <a:pt x="20408" y="5798"/>
                  <a:pt x="20439" y="5790"/>
                </a:cubicBezTo>
                <a:cubicBezTo>
                  <a:pt x="20376" y="5806"/>
                  <a:pt x="20303" y="5815"/>
                  <a:pt x="20239" y="5822"/>
                </a:cubicBezTo>
                <a:cubicBezTo>
                  <a:pt x="20264" y="5815"/>
                  <a:pt x="20280" y="5806"/>
                  <a:pt x="20256" y="5806"/>
                </a:cubicBezTo>
                <a:cubicBezTo>
                  <a:pt x="19960" y="5822"/>
                  <a:pt x="19672" y="5869"/>
                  <a:pt x="19368" y="5886"/>
                </a:cubicBezTo>
                <a:cubicBezTo>
                  <a:pt x="19335" y="5894"/>
                  <a:pt x="19264" y="5926"/>
                  <a:pt x="19288" y="5926"/>
                </a:cubicBezTo>
                <a:cubicBezTo>
                  <a:pt x="19503" y="5910"/>
                  <a:pt x="19711" y="5886"/>
                  <a:pt x="19919" y="5862"/>
                </a:cubicBezTo>
                <a:cubicBezTo>
                  <a:pt x="19784" y="5886"/>
                  <a:pt x="19640" y="5901"/>
                  <a:pt x="19496" y="5926"/>
                </a:cubicBezTo>
                <a:cubicBezTo>
                  <a:pt x="19359" y="5942"/>
                  <a:pt x="19215" y="5966"/>
                  <a:pt x="19080" y="5982"/>
                </a:cubicBezTo>
                <a:cubicBezTo>
                  <a:pt x="18775" y="6006"/>
                  <a:pt x="18464" y="6038"/>
                  <a:pt x="18152" y="6054"/>
                </a:cubicBezTo>
                <a:cubicBezTo>
                  <a:pt x="18112" y="6054"/>
                  <a:pt x="18047" y="6086"/>
                  <a:pt x="18071" y="6086"/>
                </a:cubicBezTo>
                <a:cubicBezTo>
                  <a:pt x="18359" y="6070"/>
                  <a:pt x="18648" y="6046"/>
                  <a:pt x="18936" y="6022"/>
                </a:cubicBezTo>
                <a:cubicBezTo>
                  <a:pt x="18928" y="6030"/>
                  <a:pt x="18936" y="6030"/>
                  <a:pt x="18951" y="6022"/>
                </a:cubicBezTo>
                <a:cubicBezTo>
                  <a:pt x="18976" y="6022"/>
                  <a:pt x="18992" y="6022"/>
                  <a:pt x="19016" y="6014"/>
                </a:cubicBezTo>
                <a:cubicBezTo>
                  <a:pt x="19144" y="6006"/>
                  <a:pt x="19280" y="5989"/>
                  <a:pt x="19415" y="5974"/>
                </a:cubicBezTo>
                <a:cubicBezTo>
                  <a:pt x="19415" y="5974"/>
                  <a:pt x="19415" y="5974"/>
                  <a:pt x="19576" y="5958"/>
                </a:cubicBezTo>
                <a:cubicBezTo>
                  <a:pt x="19560" y="5966"/>
                  <a:pt x="19528" y="5974"/>
                  <a:pt x="19511" y="5982"/>
                </a:cubicBezTo>
                <a:cubicBezTo>
                  <a:pt x="19256" y="6014"/>
                  <a:pt x="18992" y="6022"/>
                  <a:pt x="18736" y="6046"/>
                </a:cubicBezTo>
                <a:cubicBezTo>
                  <a:pt x="18736" y="6046"/>
                  <a:pt x="18736" y="6046"/>
                  <a:pt x="18352" y="6070"/>
                </a:cubicBezTo>
                <a:cubicBezTo>
                  <a:pt x="18223" y="6077"/>
                  <a:pt x="18088" y="6094"/>
                  <a:pt x="17959" y="6094"/>
                </a:cubicBezTo>
                <a:cubicBezTo>
                  <a:pt x="17959" y="6094"/>
                  <a:pt x="17959" y="6094"/>
                  <a:pt x="17184" y="6126"/>
                </a:cubicBezTo>
                <a:cubicBezTo>
                  <a:pt x="17056" y="6126"/>
                  <a:pt x="16927" y="6134"/>
                  <a:pt x="16800" y="6134"/>
                </a:cubicBezTo>
                <a:cubicBezTo>
                  <a:pt x="16800" y="6134"/>
                  <a:pt x="16800" y="6134"/>
                  <a:pt x="16407" y="6134"/>
                </a:cubicBezTo>
                <a:cubicBezTo>
                  <a:pt x="16407" y="6134"/>
                  <a:pt x="16407" y="6134"/>
                  <a:pt x="15631" y="6134"/>
                </a:cubicBezTo>
                <a:cubicBezTo>
                  <a:pt x="15631" y="6134"/>
                  <a:pt x="15631" y="6134"/>
                  <a:pt x="14856" y="6109"/>
                </a:cubicBezTo>
                <a:cubicBezTo>
                  <a:pt x="14856" y="6109"/>
                  <a:pt x="14856" y="6109"/>
                  <a:pt x="14463" y="6102"/>
                </a:cubicBezTo>
                <a:cubicBezTo>
                  <a:pt x="14463" y="6102"/>
                  <a:pt x="14463" y="6102"/>
                  <a:pt x="14079" y="6077"/>
                </a:cubicBezTo>
                <a:cubicBezTo>
                  <a:pt x="14079" y="6077"/>
                  <a:pt x="14079" y="6077"/>
                  <a:pt x="13304" y="6030"/>
                </a:cubicBezTo>
                <a:cubicBezTo>
                  <a:pt x="13063" y="6014"/>
                  <a:pt x="12831" y="5989"/>
                  <a:pt x="12600" y="5966"/>
                </a:cubicBezTo>
                <a:cubicBezTo>
                  <a:pt x="12600" y="5966"/>
                  <a:pt x="12600" y="5966"/>
                  <a:pt x="12248" y="5934"/>
                </a:cubicBezTo>
                <a:cubicBezTo>
                  <a:pt x="12127" y="5918"/>
                  <a:pt x="12016" y="5910"/>
                  <a:pt x="11896" y="5894"/>
                </a:cubicBezTo>
                <a:cubicBezTo>
                  <a:pt x="11664" y="5862"/>
                  <a:pt x="11432" y="5838"/>
                  <a:pt x="11193" y="5806"/>
                </a:cubicBezTo>
                <a:cubicBezTo>
                  <a:pt x="11193" y="5806"/>
                  <a:pt x="11193" y="5806"/>
                  <a:pt x="10849" y="5758"/>
                </a:cubicBezTo>
                <a:cubicBezTo>
                  <a:pt x="10729" y="5742"/>
                  <a:pt x="10609" y="5725"/>
                  <a:pt x="10497" y="5702"/>
                </a:cubicBezTo>
                <a:cubicBezTo>
                  <a:pt x="9705" y="5598"/>
                  <a:pt x="8905" y="5446"/>
                  <a:pt x="8121" y="5255"/>
                </a:cubicBezTo>
                <a:cubicBezTo>
                  <a:pt x="8145" y="5255"/>
                  <a:pt x="8152" y="5246"/>
                  <a:pt x="8136" y="5246"/>
                </a:cubicBezTo>
                <a:cubicBezTo>
                  <a:pt x="8008" y="5214"/>
                  <a:pt x="7872" y="5190"/>
                  <a:pt x="7737" y="5158"/>
                </a:cubicBezTo>
                <a:cubicBezTo>
                  <a:pt x="7761" y="5158"/>
                  <a:pt x="7769" y="5150"/>
                  <a:pt x="7752" y="5150"/>
                </a:cubicBezTo>
                <a:cubicBezTo>
                  <a:pt x="7608" y="5111"/>
                  <a:pt x="7417" y="5079"/>
                  <a:pt x="7273" y="5030"/>
                </a:cubicBezTo>
                <a:cubicBezTo>
                  <a:pt x="7288" y="5030"/>
                  <a:pt x="7312" y="5030"/>
                  <a:pt x="7336" y="5030"/>
                </a:cubicBezTo>
                <a:cubicBezTo>
                  <a:pt x="7336" y="5030"/>
                  <a:pt x="7336" y="5030"/>
                  <a:pt x="7368" y="5038"/>
                </a:cubicBezTo>
                <a:cubicBezTo>
                  <a:pt x="7368" y="5038"/>
                  <a:pt x="7368" y="5038"/>
                  <a:pt x="7376" y="5038"/>
                </a:cubicBezTo>
                <a:cubicBezTo>
                  <a:pt x="7376" y="5038"/>
                  <a:pt x="7376" y="5038"/>
                  <a:pt x="7385" y="5038"/>
                </a:cubicBezTo>
                <a:cubicBezTo>
                  <a:pt x="7400" y="5038"/>
                  <a:pt x="7496" y="5038"/>
                  <a:pt x="7456" y="5030"/>
                </a:cubicBezTo>
                <a:cubicBezTo>
                  <a:pt x="7427" y="5018"/>
                  <a:pt x="7397" y="5006"/>
                  <a:pt x="7366" y="4998"/>
                </a:cubicBezTo>
                <a:lnTo>
                  <a:pt x="7360" y="4996"/>
                </a:lnTo>
                <a:lnTo>
                  <a:pt x="7362" y="4996"/>
                </a:lnTo>
                <a:cubicBezTo>
                  <a:pt x="7381" y="5001"/>
                  <a:pt x="7417" y="5009"/>
                  <a:pt x="7480" y="5023"/>
                </a:cubicBezTo>
                <a:cubicBezTo>
                  <a:pt x="7512" y="5030"/>
                  <a:pt x="7593" y="5023"/>
                  <a:pt x="7568" y="5015"/>
                </a:cubicBezTo>
                <a:cubicBezTo>
                  <a:pt x="7456" y="4982"/>
                  <a:pt x="7344" y="4959"/>
                  <a:pt x="7224" y="4927"/>
                </a:cubicBezTo>
                <a:cubicBezTo>
                  <a:pt x="7256" y="4927"/>
                  <a:pt x="7288" y="4927"/>
                  <a:pt x="7265" y="4918"/>
                </a:cubicBezTo>
                <a:cubicBezTo>
                  <a:pt x="7168" y="4886"/>
                  <a:pt x="7072" y="4854"/>
                  <a:pt x="6968" y="4830"/>
                </a:cubicBezTo>
                <a:cubicBezTo>
                  <a:pt x="6992" y="4830"/>
                  <a:pt x="7016" y="4830"/>
                  <a:pt x="7001" y="4822"/>
                </a:cubicBezTo>
                <a:cubicBezTo>
                  <a:pt x="7001" y="4822"/>
                  <a:pt x="7001" y="4822"/>
                  <a:pt x="7016" y="4822"/>
                </a:cubicBezTo>
                <a:cubicBezTo>
                  <a:pt x="7033" y="4830"/>
                  <a:pt x="7128" y="4830"/>
                  <a:pt x="7096" y="4814"/>
                </a:cubicBezTo>
                <a:cubicBezTo>
                  <a:pt x="7048" y="4798"/>
                  <a:pt x="7009" y="4790"/>
                  <a:pt x="6968" y="4774"/>
                </a:cubicBezTo>
                <a:cubicBezTo>
                  <a:pt x="6945" y="4766"/>
                  <a:pt x="6904" y="4766"/>
                  <a:pt x="6880" y="4774"/>
                </a:cubicBezTo>
                <a:cubicBezTo>
                  <a:pt x="6848" y="4766"/>
                  <a:pt x="6808" y="4759"/>
                  <a:pt x="6769" y="4751"/>
                </a:cubicBezTo>
                <a:cubicBezTo>
                  <a:pt x="6776" y="4742"/>
                  <a:pt x="6776" y="4742"/>
                  <a:pt x="6769" y="4742"/>
                </a:cubicBezTo>
                <a:cubicBezTo>
                  <a:pt x="6657" y="4702"/>
                  <a:pt x="6537" y="4671"/>
                  <a:pt x="6432" y="4631"/>
                </a:cubicBezTo>
                <a:cubicBezTo>
                  <a:pt x="6480" y="4639"/>
                  <a:pt x="6537" y="4654"/>
                  <a:pt x="6593" y="4663"/>
                </a:cubicBezTo>
                <a:cubicBezTo>
                  <a:pt x="6752" y="4710"/>
                  <a:pt x="6928" y="4751"/>
                  <a:pt x="7096" y="4790"/>
                </a:cubicBezTo>
                <a:cubicBezTo>
                  <a:pt x="7121" y="4790"/>
                  <a:pt x="7177" y="4790"/>
                  <a:pt x="7177" y="4783"/>
                </a:cubicBezTo>
                <a:cubicBezTo>
                  <a:pt x="7273" y="4807"/>
                  <a:pt x="7376" y="4830"/>
                  <a:pt x="7473" y="4854"/>
                </a:cubicBezTo>
                <a:cubicBezTo>
                  <a:pt x="7473" y="4854"/>
                  <a:pt x="7473" y="4854"/>
                  <a:pt x="7488" y="4854"/>
                </a:cubicBezTo>
                <a:cubicBezTo>
                  <a:pt x="7496" y="4854"/>
                  <a:pt x="7496" y="4854"/>
                  <a:pt x="7505" y="4862"/>
                </a:cubicBezTo>
                <a:cubicBezTo>
                  <a:pt x="7608" y="4878"/>
                  <a:pt x="7705" y="4903"/>
                  <a:pt x="7808" y="4918"/>
                </a:cubicBezTo>
                <a:cubicBezTo>
                  <a:pt x="7832" y="4927"/>
                  <a:pt x="7928" y="4927"/>
                  <a:pt x="7896" y="4910"/>
                </a:cubicBezTo>
                <a:cubicBezTo>
                  <a:pt x="7896" y="4910"/>
                  <a:pt x="7896" y="4910"/>
                  <a:pt x="7673" y="4854"/>
                </a:cubicBezTo>
                <a:cubicBezTo>
                  <a:pt x="7705" y="4854"/>
                  <a:pt x="7720" y="4846"/>
                  <a:pt x="7705" y="4839"/>
                </a:cubicBezTo>
                <a:cubicBezTo>
                  <a:pt x="7632" y="4814"/>
                  <a:pt x="7561" y="4798"/>
                  <a:pt x="7488" y="4774"/>
                </a:cubicBezTo>
                <a:cubicBezTo>
                  <a:pt x="7520" y="4774"/>
                  <a:pt x="7593" y="4766"/>
                  <a:pt x="7561" y="4766"/>
                </a:cubicBezTo>
                <a:cubicBezTo>
                  <a:pt x="7473" y="4742"/>
                  <a:pt x="7385" y="4719"/>
                  <a:pt x="7297" y="4695"/>
                </a:cubicBezTo>
                <a:cubicBezTo>
                  <a:pt x="7216" y="4671"/>
                  <a:pt x="7128" y="4654"/>
                  <a:pt x="7040" y="4622"/>
                </a:cubicBezTo>
                <a:cubicBezTo>
                  <a:pt x="7033" y="4622"/>
                  <a:pt x="7024" y="4622"/>
                  <a:pt x="7009" y="4622"/>
                </a:cubicBezTo>
                <a:cubicBezTo>
                  <a:pt x="6752" y="4558"/>
                  <a:pt x="6488" y="4494"/>
                  <a:pt x="6232" y="4431"/>
                </a:cubicBezTo>
                <a:cubicBezTo>
                  <a:pt x="6224" y="4431"/>
                  <a:pt x="6232" y="4431"/>
                  <a:pt x="6224" y="4431"/>
                </a:cubicBezTo>
                <a:cubicBezTo>
                  <a:pt x="6065" y="4375"/>
                  <a:pt x="5904" y="4319"/>
                  <a:pt x="5745" y="4262"/>
                </a:cubicBezTo>
                <a:cubicBezTo>
                  <a:pt x="5752" y="4262"/>
                  <a:pt x="5760" y="4262"/>
                  <a:pt x="5752" y="4255"/>
                </a:cubicBezTo>
                <a:cubicBezTo>
                  <a:pt x="5752" y="4255"/>
                  <a:pt x="5752" y="4255"/>
                  <a:pt x="5528" y="4191"/>
                </a:cubicBezTo>
                <a:cubicBezTo>
                  <a:pt x="5528" y="4191"/>
                  <a:pt x="5528" y="4191"/>
                  <a:pt x="5584" y="4199"/>
                </a:cubicBezTo>
                <a:cubicBezTo>
                  <a:pt x="5608" y="4206"/>
                  <a:pt x="5657" y="4206"/>
                  <a:pt x="5672" y="4206"/>
                </a:cubicBezTo>
                <a:cubicBezTo>
                  <a:pt x="5792" y="4238"/>
                  <a:pt x="5912" y="4279"/>
                  <a:pt x="6040" y="4311"/>
                </a:cubicBezTo>
                <a:cubicBezTo>
                  <a:pt x="6009" y="4311"/>
                  <a:pt x="5936" y="4311"/>
                  <a:pt x="5960" y="4319"/>
                </a:cubicBezTo>
                <a:cubicBezTo>
                  <a:pt x="5960" y="4319"/>
                  <a:pt x="6040" y="4343"/>
                  <a:pt x="6112" y="4367"/>
                </a:cubicBezTo>
                <a:cubicBezTo>
                  <a:pt x="6144" y="4375"/>
                  <a:pt x="6185" y="4382"/>
                  <a:pt x="6209" y="4390"/>
                </a:cubicBezTo>
                <a:cubicBezTo>
                  <a:pt x="6232" y="4399"/>
                  <a:pt x="6256" y="4407"/>
                  <a:pt x="6256" y="4407"/>
                </a:cubicBezTo>
                <a:cubicBezTo>
                  <a:pt x="6280" y="4414"/>
                  <a:pt x="6312" y="4407"/>
                  <a:pt x="6329" y="4407"/>
                </a:cubicBezTo>
                <a:cubicBezTo>
                  <a:pt x="6329" y="4407"/>
                  <a:pt x="6329" y="4407"/>
                  <a:pt x="6344" y="4407"/>
                </a:cubicBezTo>
                <a:cubicBezTo>
                  <a:pt x="6368" y="4414"/>
                  <a:pt x="6392" y="4414"/>
                  <a:pt x="6408" y="4414"/>
                </a:cubicBezTo>
                <a:lnTo>
                  <a:pt x="6417" y="4414"/>
                </a:lnTo>
                <a:cubicBezTo>
                  <a:pt x="6537" y="4438"/>
                  <a:pt x="6657" y="4470"/>
                  <a:pt x="6769" y="4494"/>
                </a:cubicBezTo>
                <a:cubicBezTo>
                  <a:pt x="6776" y="4494"/>
                  <a:pt x="6792" y="4494"/>
                  <a:pt x="6808" y="4494"/>
                </a:cubicBezTo>
                <a:cubicBezTo>
                  <a:pt x="6872" y="4519"/>
                  <a:pt x="6928" y="4534"/>
                  <a:pt x="6977" y="4543"/>
                </a:cubicBezTo>
                <a:cubicBezTo>
                  <a:pt x="7009" y="4558"/>
                  <a:pt x="7089" y="4551"/>
                  <a:pt x="7065" y="4543"/>
                </a:cubicBezTo>
                <a:cubicBezTo>
                  <a:pt x="7029" y="4531"/>
                  <a:pt x="6985" y="4517"/>
                  <a:pt x="6937" y="4502"/>
                </a:cubicBezTo>
                <a:lnTo>
                  <a:pt x="6895" y="4489"/>
                </a:lnTo>
                <a:lnTo>
                  <a:pt x="6960" y="4502"/>
                </a:lnTo>
                <a:cubicBezTo>
                  <a:pt x="6984" y="4510"/>
                  <a:pt x="7072" y="4502"/>
                  <a:pt x="7040" y="4494"/>
                </a:cubicBezTo>
                <a:cubicBezTo>
                  <a:pt x="6977" y="4470"/>
                  <a:pt x="6816" y="4438"/>
                  <a:pt x="6696" y="4399"/>
                </a:cubicBezTo>
                <a:cubicBezTo>
                  <a:pt x="6744" y="4407"/>
                  <a:pt x="6784" y="4414"/>
                  <a:pt x="6825" y="4423"/>
                </a:cubicBezTo>
                <a:cubicBezTo>
                  <a:pt x="6880" y="4438"/>
                  <a:pt x="6936" y="4455"/>
                  <a:pt x="6992" y="4470"/>
                </a:cubicBezTo>
                <a:cubicBezTo>
                  <a:pt x="6992" y="4470"/>
                  <a:pt x="6992" y="4470"/>
                  <a:pt x="7184" y="4526"/>
                </a:cubicBezTo>
                <a:cubicBezTo>
                  <a:pt x="7248" y="4551"/>
                  <a:pt x="7312" y="4566"/>
                  <a:pt x="7368" y="4582"/>
                </a:cubicBezTo>
                <a:cubicBezTo>
                  <a:pt x="7400" y="4590"/>
                  <a:pt x="7488" y="4582"/>
                  <a:pt x="7456" y="4575"/>
                </a:cubicBezTo>
                <a:cubicBezTo>
                  <a:pt x="7297" y="4526"/>
                  <a:pt x="7136" y="4478"/>
                  <a:pt x="6977" y="4431"/>
                </a:cubicBezTo>
                <a:cubicBezTo>
                  <a:pt x="6977" y="4431"/>
                  <a:pt x="6977" y="4423"/>
                  <a:pt x="6968" y="4423"/>
                </a:cubicBezTo>
                <a:cubicBezTo>
                  <a:pt x="6960" y="4423"/>
                  <a:pt x="6945" y="4423"/>
                  <a:pt x="6936" y="4414"/>
                </a:cubicBezTo>
                <a:cubicBezTo>
                  <a:pt x="6945" y="4414"/>
                  <a:pt x="6945" y="4414"/>
                  <a:pt x="6936" y="4407"/>
                </a:cubicBezTo>
                <a:cubicBezTo>
                  <a:pt x="6832" y="4375"/>
                  <a:pt x="6728" y="4343"/>
                  <a:pt x="6632" y="4311"/>
                </a:cubicBezTo>
                <a:cubicBezTo>
                  <a:pt x="6632" y="4311"/>
                  <a:pt x="6625" y="4302"/>
                  <a:pt x="6616" y="4302"/>
                </a:cubicBezTo>
                <a:cubicBezTo>
                  <a:pt x="6616" y="4302"/>
                  <a:pt x="6616" y="4302"/>
                  <a:pt x="6576" y="4294"/>
                </a:cubicBezTo>
                <a:cubicBezTo>
                  <a:pt x="6584" y="4287"/>
                  <a:pt x="6584" y="4287"/>
                  <a:pt x="6576" y="4287"/>
                </a:cubicBezTo>
                <a:cubicBezTo>
                  <a:pt x="6608" y="4287"/>
                  <a:pt x="6649" y="4279"/>
                  <a:pt x="6632" y="4279"/>
                </a:cubicBezTo>
                <a:cubicBezTo>
                  <a:pt x="6528" y="4247"/>
                  <a:pt x="6432" y="4214"/>
                  <a:pt x="6329" y="4191"/>
                </a:cubicBezTo>
                <a:cubicBezTo>
                  <a:pt x="6312" y="4191"/>
                  <a:pt x="6280" y="4191"/>
                  <a:pt x="6256" y="4191"/>
                </a:cubicBezTo>
                <a:cubicBezTo>
                  <a:pt x="6033" y="4118"/>
                  <a:pt x="5801" y="4062"/>
                  <a:pt x="5616" y="4039"/>
                </a:cubicBezTo>
                <a:cubicBezTo>
                  <a:pt x="5608" y="4039"/>
                  <a:pt x="5528" y="4039"/>
                  <a:pt x="5560" y="4047"/>
                </a:cubicBezTo>
                <a:cubicBezTo>
                  <a:pt x="5569" y="4055"/>
                  <a:pt x="5640" y="4071"/>
                  <a:pt x="5728" y="4103"/>
                </a:cubicBezTo>
                <a:cubicBezTo>
                  <a:pt x="5728" y="4103"/>
                  <a:pt x="5728" y="4103"/>
                  <a:pt x="5880" y="4150"/>
                </a:cubicBezTo>
                <a:cubicBezTo>
                  <a:pt x="5921" y="4159"/>
                  <a:pt x="5960" y="4174"/>
                  <a:pt x="5992" y="4182"/>
                </a:cubicBezTo>
                <a:cubicBezTo>
                  <a:pt x="5977" y="4182"/>
                  <a:pt x="5968" y="4182"/>
                  <a:pt x="5968" y="4191"/>
                </a:cubicBezTo>
                <a:cubicBezTo>
                  <a:pt x="5936" y="4182"/>
                  <a:pt x="5896" y="4174"/>
                  <a:pt x="5865" y="4174"/>
                </a:cubicBezTo>
                <a:cubicBezTo>
                  <a:pt x="5865" y="4174"/>
                  <a:pt x="5857" y="4174"/>
                  <a:pt x="5840" y="4174"/>
                </a:cubicBezTo>
                <a:cubicBezTo>
                  <a:pt x="5608" y="4094"/>
                  <a:pt x="5368" y="4023"/>
                  <a:pt x="5129" y="3942"/>
                </a:cubicBezTo>
                <a:cubicBezTo>
                  <a:pt x="4919" y="3873"/>
                  <a:pt x="4715" y="3796"/>
                  <a:pt x="4512" y="3725"/>
                </a:cubicBezTo>
                <a:lnTo>
                  <a:pt x="4446" y="3703"/>
                </a:lnTo>
                <a:lnTo>
                  <a:pt x="4456" y="3705"/>
                </a:lnTo>
                <a:cubicBezTo>
                  <a:pt x="4488" y="3715"/>
                  <a:pt x="4525" y="3723"/>
                  <a:pt x="4560" y="3734"/>
                </a:cubicBezTo>
                <a:cubicBezTo>
                  <a:pt x="4577" y="3742"/>
                  <a:pt x="4601" y="3742"/>
                  <a:pt x="4616" y="3742"/>
                </a:cubicBezTo>
                <a:cubicBezTo>
                  <a:pt x="4616" y="3742"/>
                  <a:pt x="4616" y="3742"/>
                  <a:pt x="4672" y="3758"/>
                </a:cubicBezTo>
                <a:cubicBezTo>
                  <a:pt x="4696" y="3766"/>
                  <a:pt x="4728" y="3766"/>
                  <a:pt x="4752" y="3766"/>
                </a:cubicBezTo>
                <a:cubicBezTo>
                  <a:pt x="4856" y="3798"/>
                  <a:pt x="4968" y="3830"/>
                  <a:pt x="5080" y="3871"/>
                </a:cubicBezTo>
                <a:cubicBezTo>
                  <a:pt x="5112" y="3878"/>
                  <a:pt x="5192" y="3871"/>
                  <a:pt x="5168" y="3863"/>
                </a:cubicBezTo>
                <a:cubicBezTo>
                  <a:pt x="5080" y="3835"/>
                  <a:pt x="4994" y="3807"/>
                  <a:pt x="4909" y="3780"/>
                </a:cubicBezTo>
                <a:lnTo>
                  <a:pt x="4662" y="3705"/>
                </a:lnTo>
                <a:lnTo>
                  <a:pt x="4748" y="3727"/>
                </a:lnTo>
                <a:cubicBezTo>
                  <a:pt x="4800" y="3742"/>
                  <a:pt x="4852" y="3759"/>
                  <a:pt x="4904" y="3775"/>
                </a:cubicBezTo>
                <a:cubicBezTo>
                  <a:pt x="4921" y="3783"/>
                  <a:pt x="4953" y="3783"/>
                  <a:pt x="4976" y="3775"/>
                </a:cubicBezTo>
                <a:cubicBezTo>
                  <a:pt x="5097" y="3815"/>
                  <a:pt x="5224" y="3839"/>
                  <a:pt x="5352" y="3871"/>
                </a:cubicBezTo>
                <a:cubicBezTo>
                  <a:pt x="5361" y="3878"/>
                  <a:pt x="5384" y="3878"/>
                  <a:pt x="5408" y="3878"/>
                </a:cubicBezTo>
                <a:cubicBezTo>
                  <a:pt x="5408" y="3878"/>
                  <a:pt x="5408" y="3878"/>
                  <a:pt x="5505" y="3910"/>
                </a:cubicBezTo>
                <a:cubicBezTo>
                  <a:pt x="5488" y="3910"/>
                  <a:pt x="5481" y="3910"/>
                  <a:pt x="5496" y="3918"/>
                </a:cubicBezTo>
                <a:cubicBezTo>
                  <a:pt x="5625" y="3967"/>
                  <a:pt x="5752" y="4006"/>
                  <a:pt x="5880" y="4039"/>
                </a:cubicBezTo>
                <a:cubicBezTo>
                  <a:pt x="6185" y="4174"/>
                  <a:pt x="6576" y="4238"/>
                  <a:pt x="6904" y="4311"/>
                </a:cubicBezTo>
                <a:cubicBezTo>
                  <a:pt x="7056" y="4350"/>
                  <a:pt x="7200" y="4390"/>
                  <a:pt x="7353" y="4414"/>
                </a:cubicBezTo>
                <a:cubicBezTo>
                  <a:pt x="7368" y="4414"/>
                  <a:pt x="7464" y="4414"/>
                  <a:pt x="7441" y="4407"/>
                </a:cubicBezTo>
                <a:cubicBezTo>
                  <a:pt x="7344" y="4367"/>
                  <a:pt x="7241" y="4335"/>
                  <a:pt x="7136" y="4311"/>
                </a:cubicBezTo>
                <a:cubicBezTo>
                  <a:pt x="7136" y="4311"/>
                  <a:pt x="7136" y="4311"/>
                  <a:pt x="7177" y="4319"/>
                </a:cubicBezTo>
                <a:cubicBezTo>
                  <a:pt x="7200" y="4326"/>
                  <a:pt x="7288" y="4319"/>
                  <a:pt x="7256" y="4311"/>
                </a:cubicBezTo>
                <a:cubicBezTo>
                  <a:pt x="7096" y="4262"/>
                  <a:pt x="6928" y="4214"/>
                  <a:pt x="6760" y="4174"/>
                </a:cubicBezTo>
                <a:cubicBezTo>
                  <a:pt x="6681" y="4142"/>
                  <a:pt x="6600" y="4118"/>
                  <a:pt x="6512" y="4094"/>
                </a:cubicBezTo>
                <a:cubicBezTo>
                  <a:pt x="6640" y="4118"/>
                  <a:pt x="6760" y="4150"/>
                  <a:pt x="6889" y="4174"/>
                </a:cubicBezTo>
                <a:cubicBezTo>
                  <a:pt x="6945" y="4182"/>
                  <a:pt x="6992" y="4199"/>
                  <a:pt x="7048" y="4206"/>
                </a:cubicBezTo>
                <a:cubicBezTo>
                  <a:pt x="7065" y="4214"/>
                  <a:pt x="7072" y="4214"/>
                  <a:pt x="7089" y="4214"/>
                </a:cubicBezTo>
                <a:cubicBezTo>
                  <a:pt x="7089" y="4214"/>
                  <a:pt x="7089" y="4214"/>
                  <a:pt x="7121" y="4214"/>
                </a:cubicBezTo>
                <a:cubicBezTo>
                  <a:pt x="7153" y="4223"/>
                  <a:pt x="7224" y="4214"/>
                  <a:pt x="7184" y="4206"/>
                </a:cubicBezTo>
                <a:cubicBezTo>
                  <a:pt x="7112" y="4191"/>
                  <a:pt x="7040" y="4182"/>
                  <a:pt x="6968" y="4167"/>
                </a:cubicBezTo>
                <a:cubicBezTo>
                  <a:pt x="6968" y="4167"/>
                  <a:pt x="6968" y="4167"/>
                  <a:pt x="6952" y="4159"/>
                </a:cubicBezTo>
                <a:cubicBezTo>
                  <a:pt x="6952" y="4159"/>
                  <a:pt x="6952" y="4159"/>
                  <a:pt x="7016" y="4174"/>
                </a:cubicBezTo>
                <a:cubicBezTo>
                  <a:pt x="7033" y="4174"/>
                  <a:pt x="7112" y="4174"/>
                  <a:pt x="7096" y="4167"/>
                </a:cubicBezTo>
                <a:cubicBezTo>
                  <a:pt x="7121" y="4167"/>
                  <a:pt x="7153" y="4174"/>
                  <a:pt x="7177" y="4174"/>
                </a:cubicBezTo>
                <a:cubicBezTo>
                  <a:pt x="7184" y="4174"/>
                  <a:pt x="7273" y="4174"/>
                  <a:pt x="7248" y="4167"/>
                </a:cubicBezTo>
                <a:cubicBezTo>
                  <a:pt x="7192" y="4142"/>
                  <a:pt x="7128" y="4118"/>
                  <a:pt x="7065" y="4103"/>
                </a:cubicBezTo>
                <a:cubicBezTo>
                  <a:pt x="7072" y="4103"/>
                  <a:pt x="7072" y="4103"/>
                  <a:pt x="7065" y="4094"/>
                </a:cubicBezTo>
                <a:cubicBezTo>
                  <a:pt x="7033" y="4086"/>
                  <a:pt x="7001" y="4079"/>
                  <a:pt x="6968" y="4062"/>
                </a:cubicBezTo>
                <a:cubicBezTo>
                  <a:pt x="7009" y="4071"/>
                  <a:pt x="7048" y="4079"/>
                  <a:pt x="7089" y="4079"/>
                </a:cubicBezTo>
                <a:cubicBezTo>
                  <a:pt x="7096" y="4079"/>
                  <a:pt x="7184" y="4079"/>
                  <a:pt x="7153" y="4071"/>
                </a:cubicBezTo>
                <a:cubicBezTo>
                  <a:pt x="7001" y="4030"/>
                  <a:pt x="6816" y="3991"/>
                  <a:pt x="6664" y="3942"/>
                </a:cubicBezTo>
                <a:cubicBezTo>
                  <a:pt x="6664" y="3935"/>
                  <a:pt x="6672" y="3935"/>
                  <a:pt x="6664" y="3935"/>
                </a:cubicBezTo>
                <a:cubicBezTo>
                  <a:pt x="6664" y="3935"/>
                  <a:pt x="6664" y="3935"/>
                  <a:pt x="6649" y="3927"/>
                </a:cubicBezTo>
                <a:cubicBezTo>
                  <a:pt x="6728" y="3942"/>
                  <a:pt x="6808" y="3959"/>
                  <a:pt x="6889" y="3974"/>
                </a:cubicBezTo>
                <a:cubicBezTo>
                  <a:pt x="6904" y="3974"/>
                  <a:pt x="7001" y="3983"/>
                  <a:pt x="6960" y="3967"/>
                </a:cubicBezTo>
                <a:cubicBezTo>
                  <a:pt x="6960" y="3967"/>
                  <a:pt x="6960" y="3967"/>
                  <a:pt x="6896" y="3942"/>
                </a:cubicBezTo>
                <a:cubicBezTo>
                  <a:pt x="6960" y="3959"/>
                  <a:pt x="7024" y="3967"/>
                  <a:pt x="7089" y="3974"/>
                </a:cubicBezTo>
                <a:cubicBezTo>
                  <a:pt x="7104" y="3974"/>
                  <a:pt x="7192" y="3974"/>
                  <a:pt x="7160" y="3967"/>
                </a:cubicBezTo>
                <a:cubicBezTo>
                  <a:pt x="7160" y="3967"/>
                  <a:pt x="7160" y="3967"/>
                  <a:pt x="7128" y="3959"/>
                </a:cubicBezTo>
                <a:cubicBezTo>
                  <a:pt x="7160" y="3959"/>
                  <a:pt x="7216" y="3951"/>
                  <a:pt x="7200" y="3942"/>
                </a:cubicBezTo>
                <a:cubicBezTo>
                  <a:pt x="7056" y="3910"/>
                  <a:pt x="6913" y="3871"/>
                  <a:pt x="6769" y="3839"/>
                </a:cubicBezTo>
                <a:cubicBezTo>
                  <a:pt x="6793" y="3839"/>
                  <a:pt x="6830" y="3834"/>
                  <a:pt x="6837" y="3828"/>
                </a:cubicBezTo>
                <a:lnTo>
                  <a:pt x="6833" y="3824"/>
                </a:lnTo>
                <a:lnTo>
                  <a:pt x="6937" y="3846"/>
                </a:lnTo>
                <a:cubicBezTo>
                  <a:pt x="6986" y="3855"/>
                  <a:pt x="7036" y="3863"/>
                  <a:pt x="7089" y="3871"/>
                </a:cubicBezTo>
                <a:cubicBezTo>
                  <a:pt x="7096" y="3871"/>
                  <a:pt x="7128" y="3871"/>
                  <a:pt x="7144" y="3863"/>
                </a:cubicBezTo>
                <a:cubicBezTo>
                  <a:pt x="6872" y="3822"/>
                  <a:pt x="6608" y="3766"/>
                  <a:pt x="6336" y="3719"/>
                </a:cubicBezTo>
                <a:cubicBezTo>
                  <a:pt x="6424" y="3742"/>
                  <a:pt x="6512" y="3766"/>
                  <a:pt x="6593" y="3790"/>
                </a:cubicBezTo>
                <a:cubicBezTo>
                  <a:pt x="6569" y="3790"/>
                  <a:pt x="6512" y="3790"/>
                  <a:pt x="6537" y="3798"/>
                </a:cubicBezTo>
                <a:cubicBezTo>
                  <a:pt x="6569" y="3807"/>
                  <a:pt x="6593" y="3815"/>
                  <a:pt x="6625" y="3822"/>
                </a:cubicBezTo>
                <a:cubicBezTo>
                  <a:pt x="6625" y="3822"/>
                  <a:pt x="6625" y="3822"/>
                  <a:pt x="6576" y="3815"/>
                </a:cubicBezTo>
                <a:cubicBezTo>
                  <a:pt x="6480" y="3790"/>
                  <a:pt x="6385" y="3766"/>
                  <a:pt x="6288" y="3742"/>
                </a:cubicBezTo>
                <a:cubicBezTo>
                  <a:pt x="6217" y="3710"/>
                  <a:pt x="6136" y="3687"/>
                  <a:pt x="6056" y="3663"/>
                </a:cubicBezTo>
                <a:cubicBezTo>
                  <a:pt x="5953" y="3639"/>
                  <a:pt x="5848" y="3615"/>
                  <a:pt x="5736" y="3599"/>
                </a:cubicBezTo>
                <a:cubicBezTo>
                  <a:pt x="5776" y="3607"/>
                  <a:pt x="5808" y="3615"/>
                  <a:pt x="5848" y="3631"/>
                </a:cubicBezTo>
                <a:cubicBezTo>
                  <a:pt x="5826" y="3631"/>
                  <a:pt x="5817" y="3631"/>
                  <a:pt x="5823" y="3638"/>
                </a:cubicBezTo>
                <a:lnTo>
                  <a:pt x="5823" y="3638"/>
                </a:lnTo>
                <a:lnTo>
                  <a:pt x="5821" y="3637"/>
                </a:lnTo>
                <a:cubicBezTo>
                  <a:pt x="5682" y="3597"/>
                  <a:pt x="5549" y="3564"/>
                  <a:pt x="5408" y="3543"/>
                </a:cubicBezTo>
                <a:cubicBezTo>
                  <a:pt x="5400" y="3543"/>
                  <a:pt x="5312" y="3534"/>
                  <a:pt x="5336" y="3543"/>
                </a:cubicBezTo>
                <a:cubicBezTo>
                  <a:pt x="5569" y="3655"/>
                  <a:pt x="5824" y="3703"/>
                  <a:pt x="6080" y="3766"/>
                </a:cubicBezTo>
                <a:cubicBezTo>
                  <a:pt x="6056" y="3775"/>
                  <a:pt x="6033" y="3775"/>
                  <a:pt x="6048" y="3783"/>
                </a:cubicBezTo>
                <a:cubicBezTo>
                  <a:pt x="6085" y="3794"/>
                  <a:pt x="6116" y="3807"/>
                  <a:pt x="6150" y="3819"/>
                </a:cubicBezTo>
                <a:lnTo>
                  <a:pt x="6166" y="3824"/>
                </a:lnTo>
                <a:lnTo>
                  <a:pt x="6164" y="3824"/>
                </a:lnTo>
                <a:cubicBezTo>
                  <a:pt x="6151" y="3821"/>
                  <a:pt x="6138" y="3819"/>
                  <a:pt x="6128" y="3815"/>
                </a:cubicBezTo>
                <a:cubicBezTo>
                  <a:pt x="6121" y="3815"/>
                  <a:pt x="6104" y="3815"/>
                  <a:pt x="6080" y="3815"/>
                </a:cubicBezTo>
                <a:cubicBezTo>
                  <a:pt x="6048" y="3807"/>
                  <a:pt x="6016" y="3790"/>
                  <a:pt x="5992" y="3783"/>
                </a:cubicBezTo>
                <a:cubicBezTo>
                  <a:pt x="5960" y="3775"/>
                  <a:pt x="5880" y="3783"/>
                  <a:pt x="5904" y="3790"/>
                </a:cubicBezTo>
                <a:cubicBezTo>
                  <a:pt x="5904" y="3790"/>
                  <a:pt x="5904" y="3790"/>
                  <a:pt x="6048" y="3839"/>
                </a:cubicBezTo>
                <a:cubicBezTo>
                  <a:pt x="6033" y="3839"/>
                  <a:pt x="6009" y="3839"/>
                  <a:pt x="6000" y="3839"/>
                </a:cubicBezTo>
                <a:cubicBezTo>
                  <a:pt x="5928" y="3815"/>
                  <a:pt x="5857" y="3790"/>
                  <a:pt x="5792" y="3775"/>
                </a:cubicBezTo>
                <a:cubicBezTo>
                  <a:pt x="5776" y="3766"/>
                  <a:pt x="5745" y="3766"/>
                  <a:pt x="5720" y="3766"/>
                </a:cubicBezTo>
                <a:cubicBezTo>
                  <a:pt x="5648" y="3742"/>
                  <a:pt x="5576" y="3727"/>
                  <a:pt x="5505" y="3703"/>
                </a:cubicBezTo>
                <a:cubicBezTo>
                  <a:pt x="5488" y="3695"/>
                  <a:pt x="5384" y="3695"/>
                  <a:pt x="5424" y="3710"/>
                </a:cubicBezTo>
                <a:cubicBezTo>
                  <a:pt x="5424" y="3710"/>
                  <a:pt x="5424" y="3710"/>
                  <a:pt x="5537" y="3751"/>
                </a:cubicBezTo>
                <a:cubicBezTo>
                  <a:pt x="5520" y="3751"/>
                  <a:pt x="5505" y="3751"/>
                  <a:pt x="5520" y="3758"/>
                </a:cubicBezTo>
                <a:cubicBezTo>
                  <a:pt x="5672" y="3830"/>
                  <a:pt x="5872" y="3878"/>
                  <a:pt x="6056" y="3927"/>
                </a:cubicBezTo>
                <a:cubicBezTo>
                  <a:pt x="6040" y="3927"/>
                  <a:pt x="6033" y="3927"/>
                  <a:pt x="6024" y="3935"/>
                </a:cubicBezTo>
                <a:cubicBezTo>
                  <a:pt x="5984" y="3918"/>
                  <a:pt x="5977" y="3918"/>
                  <a:pt x="5912" y="3903"/>
                </a:cubicBezTo>
                <a:cubicBezTo>
                  <a:pt x="5896" y="3903"/>
                  <a:pt x="5808" y="3895"/>
                  <a:pt x="5833" y="3903"/>
                </a:cubicBezTo>
                <a:cubicBezTo>
                  <a:pt x="5848" y="3918"/>
                  <a:pt x="5872" y="3927"/>
                  <a:pt x="5896" y="3935"/>
                </a:cubicBezTo>
                <a:cubicBezTo>
                  <a:pt x="5776" y="3903"/>
                  <a:pt x="5664" y="3871"/>
                  <a:pt x="5544" y="3847"/>
                </a:cubicBezTo>
                <a:cubicBezTo>
                  <a:pt x="5528" y="3839"/>
                  <a:pt x="5432" y="3830"/>
                  <a:pt x="5472" y="3847"/>
                </a:cubicBezTo>
                <a:cubicBezTo>
                  <a:pt x="5472" y="3847"/>
                  <a:pt x="5472" y="3847"/>
                  <a:pt x="5481" y="3854"/>
                </a:cubicBezTo>
                <a:cubicBezTo>
                  <a:pt x="5449" y="3847"/>
                  <a:pt x="5408" y="3839"/>
                  <a:pt x="5376" y="3830"/>
                </a:cubicBezTo>
                <a:cubicBezTo>
                  <a:pt x="5320" y="3815"/>
                  <a:pt x="5264" y="3798"/>
                  <a:pt x="5208" y="3775"/>
                </a:cubicBezTo>
                <a:cubicBezTo>
                  <a:pt x="5224" y="3775"/>
                  <a:pt x="5232" y="3775"/>
                  <a:pt x="5217" y="3766"/>
                </a:cubicBezTo>
                <a:cubicBezTo>
                  <a:pt x="5185" y="3758"/>
                  <a:pt x="5152" y="3751"/>
                  <a:pt x="5120" y="3742"/>
                </a:cubicBezTo>
                <a:cubicBezTo>
                  <a:pt x="5104" y="3734"/>
                  <a:pt x="5088" y="3727"/>
                  <a:pt x="5064" y="3719"/>
                </a:cubicBezTo>
                <a:cubicBezTo>
                  <a:pt x="5112" y="3727"/>
                  <a:pt x="5161" y="3727"/>
                  <a:pt x="5208" y="3734"/>
                </a:cubicBezTo>
                <a:cubicBezTo>
                  <a:pt x="5217" y="3734"/>
                  <a:pt x="5288" y="3734"/>
                  <a:pt x="5273" y="3727"/>
                </a:cubicBezTo>
                <a:cubicBezTo>
                  <a:pt x="5152" y="3671"/>
                  <a:pt x="5024" y="3622"/>
                  <a:pt x="4897" y="3583"/>
                </a:cubicBezTo>
                <a:cubicBezTo>
                  <a:pt x="4897" y="3583"/>
                  <a:pt x="4897" y="3583"/>
                  <a:pt x="4888" y="3583"/>
                </a:cubicBezTo>
                <a:cubicBezTo>
                  <a:pt x="4888" y="3583"/>
                  <a:pt x="4888" y="3583"/>
                  <a:pt x="4888" y="3575"/>
                </a:cubicBezTo>
                <a:cubicBezTo>
                  <a:pt x="4888" y="3575"/>
                  <a:pt x="4888" y="3575"/>
                  <a:pt x="4960" y="3599"/>
                </a:cubicBezTo>
                <a:cubicBezTo>
                  <a:pt x="4984" y="3607"/>
                  <a:pt x="5080" y="3615"/>
                  <a:pt x="5048" y="3599"/>
                </a:cubicBezTo>
                <a:cubicBezTo>
                  <a:pt x="4960" y="3567"/>
                  <a:pt x="4865" y="3526"/>
                  <a:pt x="4777" y="3495"/>
                </a:cubicBezTo>
                <a:cubicBezTo>
                  <a:pt x="4792" y="3495"/>
                  <a:pt x="4880" y="3502"/>
                  <a:pt x="4848" y="3487"/>
                </a:cubicBezTo>
                <a:cubicBezTo>
                  <a:pt x="4848" y="3487"/>
                  <a:pt x="4848" y="3487"/>
                  <a:pt x="4728" y="3446"/>
                </a:cubicBezTo>
                <a:cubicBezTo>
                  <a:pt x="4728" y="3446"/>
                  <a:pt x="4728" y="3446"/>
                  <a:pt x="4809" y="3470"/>
                </a:cubicBezTo>
                <a:cubicBezTo>
                  <a:pt x="4840" y="3479"/>
                  <a:pt x="4872" y="3487"/>
                  <a:pt x="4897" y="3495"/>
                </a:cubicBezTo>
                <a:cubicBezTo>
                  <a:pt x="4936" y="3511"/>
                  <a:pt x="5000" y="3502"/>
                  <a:pt x="4984" y="3495"/>
                </a:cubicBezTo>
                <a:cubicBezTo>
                  <a:pt x="4984" y="3495"/>
                  <a:pt x="4984" y="3495"/>
                  <a:pt x="4897" y="3470"/>
                </a:cubicBezTo>
                <a:cubicBezTo>
                  <a:pt x="4872" y="3463"/>
                  <a:pt x="4856" y="3455"/>
                  <a:pt x="4833" y="3446"/>
                </a:cubicBezTo>
                <a:cubicBezTo>
                  <a:pt x="4953" y="3479"/>
                  <a:pt x="5064" y="3511"/>
                  <a:pt x="5176" y="3543"/>
                </a:cubicBezTo>
                <a:cubicBezTo>
                  <a:pt x="5192" y="3543"/>
                  <a:pt x="5281" y="3543"/>
                  <a:pt x="5249" y="3534"/>
                </a:cubicBezTo>
                <a:cubicBezTo>
                  <a:pt x="5112" y="3487"/>
                  <a:pt x="4953" y="3438"/>
                  <a:pt x="4816" y="3382"/>
                </a:cubicBezTo>
                <a:cubicBezTo>
                  <a:pt x="4584" y="3319"/>
                  <a:pt x="4352" y="3263"/>
                  <a:pt x="4129" y="3199"/>
                </a:cubicBezTo>
                <a:cubicBezTo>
                  <a:pt x="3897" y="3135"/>
                  <a:pt x="3664" y="3071"/>
                  <a:pt x="3432" y="2999"/>
                </a:cubicBezTo>
                <a:cubicBezTo>
                  <a:pt x="3432" y="2999"/>
                  <a:pt x="3432" y="2999"/>
                  <a:pt x="3088" y="2895"/>
                </a:cubicBezTo>
                <a:cubicBezTo>
                  <a:pt x="3088" y="2895"/>
                  <a:pt x="3088" y="2895"/>
                  <a:pt x="2744" y="2783"/>
                </a:cubicBezTo>
                <a:cubicBezTo>
                  <a:pt x="2544" y="2734"/>
                  <a:pt x="2352" y="2671"/>
                  <a:pt x="2152" y="2599"/>
                </a:cubicBezTo>
                <a:cubicBezTo>
                  <a:pt x="1961" y="2535"/>
                  <a:pt x="1768" y="2455"/>
                  <a:pt x="1576" y="2375"/>
                </a:cubicBezTo>
                <a:cubicBezTo>
                  <a:pt x="1592" y="2375"/>
                  <a:pt x="1592" y="2375"/>
                  <a:pt x="1592" y="2367"/>
                </a:cubicBezTo>
                <a:cubicBezTo>
                  <a:pt x="1528" y="2343"/>
                  <a:pt x="1456" y="2319"/>
                  <a:pt x="1392" y="2303"/>
                </a:cubicBezTo>
                <a:cubicBezTo>
                  <a:pt x="1400" y="2296"/>
                  <a:pt x="1409" y="2296"/>
                  <a:pt x="1400" y="2287"/>
                </a:cubicBezTo>
                <a:cubicBezTo>
                  <a:pt x="1328" y="2255"/>
                  <a:pt x="1240" y="2231"/>
                  <a:pt x="1169" y="2191"/>
                </a:cubicBezTo>
                <a:cubicBezTo>
                  <a:pt x="1176" y="2191"/>
                  <a:pt x="1192" y="2191"/>
                  <a:pt x="1199" y="2191"/>
                </a:cubicBezTo>
                <a:cubicBezTo>
                  <a:pt x="1199" y="2191"/>
                  <a:pt x="1199" y="2191"/>
                  <a:pt x="1224" y="2191"/>
                </a:cubicBezTo>
                <a:cubicBezTo>
                  <a:pt x="1240" y="2199"/>
                  <a:pt x="1289" y="2191"/>
                  <a:pt x="1272" y="2183"/>
                </a:cubicBezTo>
                <a:cubicBezTo>
                  <a:pt x="1272" y="2183"/>
                  <a:pt x="1272" y="2183"/>
                  <a:pt x="1216" y="2151"/>
                </a:cubicBezTo>
                <a:cubicBezTo>
                  <a:pt x="1216" y="2151"/>
                  <a:pt x="1216" y="2151"/>
                  <a:pt x="1289" y="2176"/>
                </a:cubicBezTo>
                <a:cubicBezTo>
                  <a:pt x="1296" y="2183"/>
                  <a:pt x="1345" y="2176"/>
                  <a:pt x="1336" y="2167"/>
                </a:cubicBezTo>
                <a:cubicBezTo>
                  <a:pt x="1280" y="2143"/>
                  <a:pt x="1224" y="2119"/>
                  <a:pt x="1169" y="2095"/>
                </a:cubicBezTo>
                <a:cubicBezTo>
                  <a:pt x="1184" y="2095"/>
                  <a:pt x="1199" y="2088"/>
                  <a:pt x="1192" y="2079"/>
                </a:cubicBezTo>
                <a:cubicBezTo>
                  <a:pt x="1144" y="2056"/>
                  <a:pt x="1096" y="2039"/>
                  <a:pt x="1048" y="2023"/>
                </a:cubicBezTo>
                <a:cubicBezTo>
                  <a:pt x="1064" y="2015"/>
                  <a:pt x="1072" y="2015"/>
                  <a:pt x="1072" y="2007"/>
                </a:cubicBezTo>
                <a:cubicBezTo>
                  <a:pt x="1072" y="2007"/>
                  <a:pt x="1072" y="2007"/>
                  <a:pt x="1081" y="2015"/>
                </a:cubicBezTo>
                <a:cubicBezTo>
                  <a:pt x="1088" y="2015"/>
                  <a:pt x="1136" y="2007"/>
                  <a:pt x="1120" y="2000"/>
                </a:cubicBezTo>
                <a:cubicBezTo>
                  <a:pt x="1104" y="1991"/>
                  <a:pt x="1081" y="1975"/>
                  <a:pt x="1064" y="1968"/>
                </a:cubicBezTo>
                <a:cubicBezTo>
                  <a:pt x="1048" y="1959"/>
                  <a:pt x="1025" y="1968"/>
                  <a:pt x="1016" y="1968"/>
                </a:cubicBezTo>
                <a:cubicBezTo>
                  <a:pt x="1000" y="1968"/>
                  <a:pt x="976" y="1959"/>
                  <a:pt x="960" y="1951"/>
                </a:cubicBezTo>
                <a:cubicBezTo>
                  <a:pt x="960" y="1951"/>
                  <a:pt x="960" y="1951"/>
                  <a:pt x="960" y="1944"/>
                </a:cubicBezTo>
                <a:cubicBezTo>
                  <a:pt x="905" y="1919"/>
                  <a:pt x="847" y="1895"/>
                  <a:pt x="800" y="1863"/>
                </a:cubicBezTo>
                <a:cubicBezTo>
                  <a:pt x="824" y="1863"/>
                  <a:pt x="856" y="1871"/>
                  <a:pt x="880" y="1880"/>
                </a:cubicBezTo>
                <a:cubicBezTo>
                  <a:pt x="960" y="1919"/>
                  <a:pt x="1048" y="1944"/>
                  <a:pt x="1128" y="1975"/>
                </a:cubicBezTo>
                <a:cubicBezTo>
                  <a:pt x="1144" y="1975"/>
                  <a:pt x="1176" y="1968"/>
                  <a:pt x="1176" y="1959"/>
                </a:cubicBezTo>
                <a:cubicBezTo>
                  <a:pt x="1224" y="1983"/>
                  <a:pt x="1272" y="2000"/>
                  <a:pt x="1320" y="2015"/>
                </a:cubicBezTo>
                <a:cubicBezTo>
                  <a:pt x="1320" y="2015"/>
                  <a:pt x="1320" y="2015"/>
                  <a:pt x="1328" y="2015"/>
                </a:cubicBezTo>
                <a:cubicBezTo>
                  <a:pt x="1328" y="2023"/>
                  <a:pt x="1336" y="2023"/>
                  <a:pt x="1336" y="2023"/>
                </a:cubicBezTo>
                <a:cubicBezTo>
                  <a:pt x="1384" y="2039"/>
                  <a:pt x="1440" y="2056"/>
                  <a:pt x="1488" y="2071"/>
                </a:cubicBezTo>
                <a:cubicBezTo>
                  <a:pt x="1496" y="2079"/>
                  <a:pt x="1551" y="2071"/>
                  <a:pt x="1536" y="2063"/>
                </a:cubicBezTo>
                <a:cubicBezTo>
                  <a:pt x="1504" y="2047"/>
                  <a:pt x="1463" y="2031"/>
                  <a:pt x="1433" y="2015"/>
                </a:cubicBezTo>
                <a:cubicBezTo>
                  <a:pt x="1448" y="2007"/>
                  <a:pt x="1456" y="2007"/>
                  <a:pt x="1448" y="2000"/>
                </a:cubicBezTo>
                <a:cubicBezTo>
                  <a:pt x="1416" y="1975"/>
                  <a:pt x="1384" y="1959"/>
                  <a:pt x="1352" y="1944"/>
                </a:cubicBezTo>
                <a:cubicBezTo>
                  <a:pt x="1368" y="1944"/>
                  <a:pt x="1409" y="1935"/>
                  <a:pt x="1392" y="1927"/>
                </a:cubicBezTo>
                <a:cubicBezTo>
                  <a:pt x="1312" y="1887"/>
                  <a:pt x="1224" y="1863"/>
                  <a:pt x="1136" y="1824"/>
                </a:cubicBezTo>
                <a:cubicBezTo>
                  <a:pt x="1136" y="1824"/>
                  <a:pt x="1128" y="1824"/>
                  <a:pt x="1120" y="1824"/>
                </a:cubicBezTo>
                <a:cubicBezTo>
                  <a:pt x="993" y="1775"/>
                  <a:pt x="864" y="1727"/>
                  <a:pt x="736" y="1679"/>
                </a:cubicBezTo>
                <a:cubicBezTo>
                  <a:pt x="656" y="1639"/>
                  <a:pt x="585" y="1599"/>
                  <a:pt x="504" y="1560"/>
                </a:cubicBezTo>
                <a:cubicBezTo>
                  <a:pt x="512" y="1560"/>
                  <a:pt x="512" y="1560"/>
                  <a:pt x="512" y="1551"/>
                </a:cubicBezTo>
                <a:cubicBezTo>
                  <a:pt x="512" y="1551"/>
                  <a:pt x="512" y="1551"/>
                  <a:pt x="465" y="1531"/>
                </a:cubicBezTo>
                <a:lnTo>
                  <a:pt x="436" y="1519"/>
                </a:lnTo>
                <a:lnTo>
                  <a:pt x="456" y="1518"/>
                </a:lnTo>
                <a:cubicBezTo>
                  <a:pt x="466" y="1517"/>
                  <a:pt x="476" y="1515"/>
                  <a:pt x="480" y="1511"/>
                </a:cubicBezTo>
                <a:cubicBezTo>
                  <a:pt x="536" y="1535"/>
                  <a:pt x="600" y="1560"/>
                  <a:pt x="656" y="1584"/>
                </a:cubicBezTo>
                <a:cubicBezTo>
                  <a:pt x="641" y="1584"/>
                  <a:pt x="600" y="1592"/>
                  <a:pt x="616" y="1599"/>
                </a:cubicBezTo>
                <a:cubicBezTo>
                  <a:pt x="616" y="1599"/>
                  <a:pt x="616" y="1599"/>
                  <a:pt x="759" y="1655"/>
                </a:cubicBezTo>
                <a:cubicBezTo>
                  <a:pt x="768" y="1663"/>
                  <a:pt x="784" y="1655"/>
                  <a:pt x="800" y="1655"/>
                </a:cubicBezTo>
                <a:cubicBezTo>
                  <a:pt x="800" y="1655"/>
                  <a:pt x="800" y="1655"/>
                  <a:pt x="808" y="1655"/>
                </a:cubicBezTo>
                <a:cubicBezTo>
                  <a:pt x="817" y="1663"/>
                  <a:pt x="832" y="1655"/>
                  <a:pt x="840" y="1655"/>
                </a:cubicBezTo>
                <a:cubicBezTo>
                  <a:pt x="840" y="1655"/>
                  <a:pt x="840" y="1655"/>
                  <a:pt x="847" y="1655"/>
                </a:cubicBezTo>
                <a:cubicBezTo>
                  <a:pt x="905" y="1679"/>
                  <a:pt x="960" y="1695"/>
                  <a:pt x="1025" y="1711"/>
                </a:cubicBezTo>
                <a:cubicBezTo>
                  <a:pt x="1025" y="1719"/>
                  <a:pt x="1032" y="1711"/>
                  <a:pt x="1040" y="1711"/>
                </a:cubicBezTo>
                <a:cubicBezTo>
                  <a:pt x="1072" y="1727"/>
                  <a:pt x="1104" y="1743"/>
                  <a:pt x="1120" y="1751"/>
                </a:cubicBezTo>
                <a:cubicBezTo>
                  <a:pt x="1136" y="1759"/>
                  <a:pt x="1184" y="1743"/>
                  <a:pt x="1169" y="1743"/>
                </a:cubicBezTo>
                <a:cubicBezTo>
                  <a:pt x="1144" y="1731"/>
                  <a:pt x="1111" y="1715"/>
                  <a:pt x="1076" y="1697"/>
                </a:cubicBezTo>
                <a:lnTo>
                  <a:pt x="1071" y="1695"/>
                </a:lnTo>
                <a:lnTo>
                  <a:pt x="1081" y="1698"/>
                </a:lnTo>
                <a:cubicBezTo>
                  <a:pt x="1096" y="1703"/>
                  <a:pt x="1112" y="1707"/>
                  <a:pt x="1128" y="1711"/>
                </a:cubicBezTo>
                <a:cubicBezTo>
                  <a:pt x="1136" y="1711"/>
                  <a:pt x="1184" y="1711"/>
                  <a:pt x="1169" y="1695"/>
                </a:cubicBezTo>
                <a:cubicBezTo>
                  <a:pt x="1136" y="1679"/>
                  <a:pt x="1057" y="1655"/>
                  <a:pt x="1000" y="1631"/>
                </a:cubicBezTo>
                <a:cubicBezTo>
                  <a:pt x="1025" y="1639"/>
                  <a:pt x="1048" y="1639"/>
                  <a:pt x="1072" y="1639"/>
                </a:cubicBezTo>
                <a:cubicBezTo>
                  <a:pt x="1096" y="1655"/>
                  <a:pt x="1120" y="1663"/>
                  <a:pt x="1152" y="1679"/>
                </a:cubicBezTo>
                <a:cubicBezTo>
                  <a:pt x="1152" y="1679"/>
                  <a:pt x="1152" y="1679"/>
                  <a:pt x="1240" y="1719"/>
                </a:cubicBezTo>
                <a:cubicBezTo>
                  <a:pt x="1272" y="1736"/>
                  <a:pt x="1304" y="1751"/>
                  <a:pt x="1336" y="1767"/>
                </a:cubicBezTo>
                <a:cubicBezTo>
                  <a:pt x="1352" y="1775"/>
                  <a:pt x="1392" y="1759"/>
                  <a:pt x="1384" y="1751"/>
                </a:cubicBezTo>
                <a:cubicBezTo>
                  <a:pt x="1304" y="1711"/>
                  <a:pt x="1224" y="1679"/>
                  <a:pt x="1152" y="1639"/>
                </a:cubicBezTo>
                <a:cubicBezTo>
                  <a:pt x="1144" y="1639"/>
                  <a:pt x="1136" y="1631"/>
                  <a:pt x="1128" y="1631"/>
                </a:cubicBezTo>
                <a:cubicBezTo>
                  <a:pt x="1136" y="1631"/>
                  <a:pt x="1136" y="1631"/>
                  <a:pt x="1136" y="1623"/>
                </a:cubicBezTo>
                <a:cubicBezTo>
                  <a:pt x="1088" y="1599"/>
                  <a:pt x="1032" y="1575"/>
                  <a:pt x="993" y="1551"/>
                </a:cubicBezTo>
                <a:cubicBezTo>
                  <a:pt x="993" y="1543"/>
                  <a:pt x="984" y="1543"/>
                  <a:pt x="984" y="1543"/>
                </a:cubicBezTo>
                <a:cubicBezTo>
                  <a:pt x="984" y="1543"/>
                  <a:pt x="984" y="1543"/>
                  <a:pt x="968" y="1535"/>
                </a:cubicBezTo>
                <a:lnTo>
                  <a:pt x="968" y="1528"/>
                </a:lnTo>
                <a:cubicBezTo>
                  <a:pt x="968" y="1528"/>
                  <a:pt x="968" y="1528"/>
                  <a:pt x="960" y="1528"/>
                </a:cubicBezTo>
                <a:cubicBezTo>
                  <a:pt x="984" y="1528"/>
                  <a:pt x="1008" y="1519"/>
                  <a:pt x="1000" y="1519"/>
                </a:cubicBezTo>
                <a:cubicBezTo>
                  <a:pt x="952" y="1496"/>
                  <a:pt x="905" y="1472"/>
                  <a:pt x="847" y="1455"/>
                </a:cubicBezTo>
                <a:cubicBezTo>
                  <a:pt x="847" y="1447"/>
                  <a:pt x="824" y="1447"/>
                  <a:pt x="808" y="1455"/>
                </a:cubicBezTo>
                <a:cubicBezTo>
                  <a:pt x="705" y="1408"/>
                  <a:pt x="585" y="1367"/>
                  <a:pt x="488" y="1359"/>
                </a:cubicBezTo>
                <a:cubicBezTo>
                  <a:pt x="480" y="1359"/>
                  <a:pt x="440" y="1367"/>
                  <a:pt x="456" y="1375"/>
                </a:cubicBezTo>
                <a:cubicBezTo>
                  <a:pt x="456" y="1375"/>
                  <a:pt x="495" y="1391"/>
                  <a:pt x="536" y="1408"/>
                </a:cubicBezTo>
                <a:cubicBezTo>
                  <a:pt x="536" y="1415"/>
                  <a:pt x="536" y="1415"/>
                  <a:pt x="536" y="1415"/>
                </a:cubicBezTo>
                <a:cubicBezTo>
                  <a:pt x="536" y="1415"/>
                  <a:pt x="536" y="1415"/>
                  <a:pt x="608" y="1440"/>
                </a:cubicBezTo>
                <a:cubicBezTo>
                  <a:pt x="632" y="1455"/>
                  <a:pt x="648" y="1463"/>
                  <a:pt x="664" y="1463"/>
                </a:cubicBezTo>
                <a:cubicBezTo>
                  <a:pt x="656" y="1472"/>
                  <a:pt x="648" y="1472"/>
                  <a:pt x="648" y="1472"/>
                </a:cubicBezTo>
                <a:cubicBezTo>
                  <a:pt x="632" y="1472"/>
                  <a:pt x="616" y="1472"/>
                  <a:pt x="592" y="1472"/>
                </a:cubicBezTo>
                <a:cubicBezTo>
                  <a:pt x="592" y="1463"/>
                  <a:pt x="592" y="1472"/>
                  <a:pt x="585" y="1472"/>
                </a:cubicBezTo>
                <a:cubicBezTo>
                  <a:pt x="440" y="1399"/>
                  <a:pt x="296" y="1335"/>
                  <a:pt x="152" y="1264"/>
                </a:cubicBezTo>
                <a:cubicBezTo>
                  <a:pt x="128" y="1255"/>
                  <a:pt x="104" y="1255"/>
                  <a:pt x="80" y="1247"/>
                </a:cubicBezTo>
                <a:cubicBezTo>
                  <a:pt x="75" y="1247"/>
                  <a:pt x="73" y="1244"/>
                  <a:pt x="70" y="1242"/>
                </a:cubicBezTo>
                <a:lnTo>
                  <a:pt x="70" y="1242"/>
                </a:lnTo>
                <a:lnTo>
                  <a:pt x="82" y="1245"/>
                </a:lnTo>
                <a:cubicBezTo>
                  <a:pt x="100" y="1251"/>
                  <a:pt x="118" y="1255"/>
                  <a:pt x="136" y="1255"/>
                </a:cubicBezTo>
                <a:cubicBezTo>
                  <a:pt x="112" y="1247"/>
                  <a:pt x="88" y="1240"/>
                  <a:pt x="72" y="1223"/>
                </a:cubicBezTo>
                <a:cubicBezTo>
                  <a:pt x="64" y="1232"/>
                  <a:pt x="55" y="1232"/>
                  <a:pt x="55" y="1232"/>
                </a:cubicBezTo>
                <a:cubicBezTo>
                  <a:pt x="42" y="1224"/>
                  <a:pt x="28" y="1212"/>
                  <a:pt x="8" y="1203"/>
                </a:cubicBezTo>
                <a:lnTo>
                  <a:pt x="0" y="1200"/>
                </a:lnTo>
                <a:lnTo>
                  <a:pt x="0" y="1199"/>
                </a:lnTo>
                <a:lnTo>
                  <a:pt x="6" y="1193"/>
                </a:lnTo>
                <a:cubicBezTo>
                  <a:pt x="11" y="1187"/>
                  <a:pt x="16" y="1181"/>
                  <a:pt x="16" y="1176"/>
                </a:cubicBezTo>
                <a:cubicBezTo>
                  <a:pt x="32" y="1183"/>
                  <a:pt x="55" y="1183"/>
                  <a:pt x="64" y="1176"/>
                </a:cubicBezTo>
                <a:cubicBezTo>
                  <a:pt x="120" y="1200"/>
                  <a:pt x="176" y="1215"/>
                  <a:pt x="233" y="1240"/>
                </a:cubicBezTo>
                <a:cubicBezTo>
                  <a:pt x="240" y="1247"/>
                  <a:pt x="288" y="1240"/>
                  <a:pt x="280" y="1232"/>
                </a:cubicBezTo>
                <a:cubicBezTo>
                  <a:pt x="208" y="1200"/>
                  <a:pt x="136" y="1167"/>
                  <a:pt x="64" y="1144"/>
                </a:cubicBezTo>
                <a:cubicBezTo>
                  <a:pt x="88" y="1152"/>
                  <a:pt x="120" y="1159"/>
                  <a:pt x="152" y="1167"/>
                </a:cubicBezTo>
                <a:cubicBezTo>
                  <a:pt x="160" y="1176"/>
                  <a:pt x="176" y="1167"/>
                  <a:pt x="192" y="1167"/>
                </a:cubicBezTo>
                <a:cubicBezTo>
                  <a:pt x="192" y="1167"/>
                  <a:pt x="192" y="1167"/>
                  <a:pt x="376" y="1223"/>
                </a:cubicBezTo>
                <a:cubicBezTo>
                  <a:pt x="384" y="1223"/>
                  <a:pt x="400" y="1223"/>
                  <a:pt x="407" y="1223"/>
                </a:cubicBezTo>
                <a:cubicBezTo>
                  <a:pt x="407" y="1223"/>
                  <a:pt x="407" y="1223"/>
                  <a:pt x="456" y="1247"/>
                </a:cubicBezTo>
                <a:cubicBezTo>
                  <a:pt x="448" y="1247"/>
                  <a:pt x="440" y="1247"/>
                  <a:pt x="448" y="1255"/>
                </a:cubicBezTo>
                <a:cubicBezTo>
                  <a:pt x="512" y="1296"/>
                  <a:pt x="568" y="1320"/>
                  <a:pt x="632" y="1343"/>
                </a:cubicBezTo>
                <a:cubicBezTo>
                  <a:pt x="776" y="1440"/>
                  <a:pt x="976" y="1487"/>
                  <a:pt x="1144" y="1528"/>
                </a:cubicBezTo>
                <a:cubicBezTo>
                  <a:pt x="1216" y="1560"/>
                  <a:pt x="1289" y="1592"/>
                  <a:pt x="1368" y="1607"/>
                </a:cubicBezTo>
                <a:cubicBezTo>
                  <a:pt x="1377" y="1607"/>
                  <a:pt x="1424" y="1599"/>
                  <a:pt x="1416" y="1592"/>
                </a:cubicBezTo>
                <a:cubicBezTo>
                  <a:pt x="1396" y="1576"/>
                  <a:pt x="1372" y="1562"/>
                  <a:pt x="1347" y="1549"/>
                </a:cubicBezTo>
                <a:lnTo>
                  <a:pt x="1292" y="1527"/>
                </a:lnTo>
                <a:lnTo>
                  <a:pt x="1324" y="1522"/>
                </a:lnTo>
                <a:cubicBezTo>
                  <a:pt x="1336" y="1519"/>
                  <a:pt x="1344" y="1515"/>
                  <a:pt x="1336" y="1511"/>
                </a:cubicBezTo>
                <a:cubicBezTo>
                  <a:pt x="1257" y="1479"/>
                  <a:pt x="1176" y="1440"/>
                  <a:pt x="1096" y="1415"/>
                </a:cubicBezTo>
                <a:cubicBezTo>
                  <a:pt x="1057" y="1391"/>
                  <a:pt x="1016" y="1367"/>
                  <a:pt x="976" y="1352"/>
                </a:cubicBezTo>
                <a:cubicBezTo>
                  <a:pt x="1040" y="1367"/>
                  <a:pt x="1104" y="1391"/>
                  <a:pt x="1169" y="1408"/>
                </a:cubicBezTo>
                <a:cubicBezTo>
                  <a:pt x="1192" y="1415"/>
                  <a:pt x="1216" y="1423"/>
                  <a:pt x="1248" y="1431"/>
                </a:cubicBezTo>
                <a:cubicBezTo>
                  <a:pt x="1248" y="1431"/>
                  <a:pt x="1257" y="1431"/>
                  <a:pt x="1264" y="1431"/>
                </a:cubicBezTo>
                <a:cubicBezTo>
                  <a:pt x="1264" y="1431"/>
                  <a:pt x="1264" y="1431"/>
                  <a:pt x="1280" y="1431"/>
                </a:cubicBezTo>
                <a:cubicBezTo>
                  <a:pt x="1296" y="1440"/>
                  <a:pt x="1345" y="1423"/>
                  <a:pt x="1320" y="1423"/>
                </a:cubicBezTo>
                <a:cubicBezTo>
                  <a:pt x="1304" y="1419"/>
                  <a:pt x="1286" y="1413"/>
                  <a:pt x="1268" y="1407"/>
                </a:cubicBezTo>
                <a:lnTo>
                  <a:pt x="1242" y="1399"/>
                </a:lnTo>
                <a:lnTo>
                  <a:pt x="1269" y="1394"/>
                </a:lnTo>
                <a:cubicBezTo>
                  <a:pt x="1280" y="1391"/>
                  <a:pt x="1288" y="1387"/>
                  <a:pt x="1280" y="1384"/>
                </a:cubicBezTo>
                <a:cubicBezTo>
                  <a:pt x="1296" y="1384"/>
                  <a:pt x="1312" y="1391"/>
                  <a:pt x="1328" y="1391"/>
                </a:cubicBezTo>
                <a:cubicBezTo>
                  <a:pt x="1328" y="1391"/>
                  <a:pt x="1377" y="1384"/>
                  <a:pt x="1368" y="1375"/>
                </a:cubicBezTo>
                <a:cubicBezTo>
                  <a:pt x="1345" y="1359"/>
                  <a:pt x="1312" y="1343"/>
                  <a:pt x="1280" y="1327"/>
                </a:cubicBezTo>
                <a:cubicBezTo>
                  <a:pt x="1289" y="1327"/>
                  <a:pt x="1289" y="1327"/>
                  <a:pt x="1280" y="1320"/>
                </a:cubicBezTo>
                <a:cubicBezTo>
                  <a:pt x="1280" y="1320"/>
                  <a:pt x="1280" y="1320"/>
                  <a:pt x="1240" y="1296"/>
                </a:cubicBezTo>
                <a:cubicBezTo>
                  <a:pt x="1257" y="1303"/>
                  <a:pt x="1280" y="1303"/>
                  <a:pt x="1296" y="1303"/>
                </a:cubicBezTo>
                <a:cubicBezTo>
                  <a:pt x="1304" y="1303"/>
                  <a:pt x="1352" y="1303"/>
                  <a:pt x="1336" y="1296"/>
                </a:cubicBezTo>
                <a:cubicBezTo>
                  <a:pt x="1264" y="1264"/>
                  <a:pt x="1169" y="1240"/>
                  <a:pt x="1096" y="1200"/>
                </a:cubicBezTo>
                <a:lnTo>
                  <a:pt x="1102" y="1192"/>
                </a:lnTo>
                <a:lnTo>
                  <a:pt x="1216" y="1215"/>
                </a:lnTo>
                <a:cubicBezTo>
                  <a:pt x="1224" y="1223"/>
                  <a:pt x="1272" y="1215"/>
                  <a:pt x="1257" y="1208"/>
                </a:cubicBezTo>
                <a:cubicBezTo>
                  <a:pt x="1252" y="1204"/>
                  <a:pt x="1248" y="1200"/>
                  <a:pt x="1243" y="1196"/>
                </a:cubicBezTo>
                <a:lnTo>
                  <a:pt x="1241" y="1195"/>
                </a:lnTo>
                <a:lnTo>
                  <a:pt x="1250" y="1197"/>
                </a:lnTo>
                <a:cubicBezTo>
                  <a:pt x="1276" y="1203"/>
                  <a:pt x="1304" y="1208"/>
                  <a:pt x="1328" y="1208"/>
                </a:cubicBezTo>
                <a:cubicBezTo>
                  <a:pt x="1336" y="1208"/>
                  <a:pt x="1384" y="1208"/>
                  <a:pt x="1368" y="1191"/>
                </a:cubicBezTo>
                <a:cubicBezTo>
                  <a:pt x="1368" y="1191"/>
                  <a:pt x="1368" y="1191"/>
                  <a:pt x="1352" y="1183"/>
                </a:cubicBezTo>
                <a:cubicBezTo>
                  <a:pt x="1368" y="1183"/>
                  <a:pt x="1400" y="1176"/>
                  <a:pt x="1392" y="1176"/>
                </a:cubicBezTo>
                <a:cubicBezTo>
                  <a:pt x="1320" y="1144"/>
                  <a:pt x="1248" y="1127"/>
                  <a:pt x="1184" y="1095"/>
                </a:cubicBezTo>
                <a:cubicBezTo>
                  <a:pt x="1199" y="1095"/>
                  <a:pt x="1232" y="1088"/>
                  <a:pt x="1216" y="1079"/>
                </a:cubicBezTo>
                <a:cubicBezTo>
                  <a:pt x="1216" y="1079"/>
                  <a:pt x="1216" y="1079"/>
                  <a:pt x="1199" y="1071"/>
                </a:cubicBezTo>
                <a:cubicBezTo>
                  <a:pt x="1248" y="1088"/>
                  <a:pt x="1296" y="1103"/>
                  <a:pt x="1352" y="1103"/>
                </a:cubicBezTo>
                <a:cubicBezTo>
                  <a:pt x="1360" y="1112"/>
                  <a:pt x="1409" y="1095"/>
                  <a:pt x="1392" y="1095"/>
                </a:cubicBezTo>
                <a:cubicBezTo>
                  <a:pt x="1264" y="1047"/>
                  <a:pt x="1120" y="1024"/>
                  <a:pt x="1008" y="951"/>
                </a:cubicBezTo>
                <a:cubicBezTo>
                  <a:pt x="1104" y="983"/>
                  <a:pt x="1192" y="1032"/>
                  <a:pt x="1296" y="1056"/>
                </a:cubicBezTo>
                <a:cubicBezTo>
                  <a:pt x="1296" y="1056"/>
                  <a:pt x="1312" y="1047"/>
                  <a:pt x="1328" y="1047"/>
                </a:cubicBezTo>
                <a:cubicBezTo>
                  <a:pt x="1360" y="1056"/>
                  <a:pt x="1392" y="1071"/>
                  <a:pt x="1424" y="1079"/>
                </a:cubicBezTo>
                <a:cubicBezTo>
                  <a:pt x="1433" y="1079"/>
                  <a:pt x="1456" y="1079"/>
                  <a:pt x="1463" y="1071"/>
                </a:cubicBezTo>
                <a:cubicBezTo>
                  <a:pt x="1496" y="1088"/>
                  <a:pt x="1521" y="1095"/>
                  <a:pt x="1551" y="1112"/>
                </a:cubicBezTo>
                <a:cubicBezTo>
                  <a:pt x="1568" y="1112"/>
                  <a:pt x="1609" y="1103"/>
                  <a:pt x="1600" y="1095"/>
                </a:cubicBezTo>
                <a:cubicBezTo>
                  <a:pt x="1560" y="1079"/>
                  <a:pt x="1528" y="1063"/>
                  <a:pt x="1488" y="1047"/>
                </a:cubicBezTo>
                <a:cubicBezTo>
                  <a:pt x="1504" y="1047"/>
                  <a:pt x="1521" y="1039"/>
                  <a:pt x="1512" y="1039"/>
                </a:cubicBezTo>
                <a:cubicBezTo>
                  <a:pt x="1345" y="975"/>
                  <a:pt x="1176" y="936"/>
                  <a:pt x="1016" y="856"/>
                </a:cubicBezTo>
                <a:cubicBezTo>
                  <a:pt x="1128" y="880"/>
                  <a:pt x="1257" y="951"/>
                  <a:pt x="1377" y="983"/>
                </a:cubicBezTo>
                <a:cubicBezTo>
                  <a:pt x="1384" y="983"/>
                  <a:pt x="1433" y="975"/>
                  <a:pt x="1416" y="968"/>
                </a:cubicBezTo>
                <a:cubicBezTo>
                  <a:pt x="1345" y="936"/>
                  <a:pt x="1264" y="912"/>
                  <a:pt x="1184" y="880"/>
                </a:cubicBezTo>
                <a:cubicBezTo>
                  <a:pt x="1280" y="904"/>
                  <a:pt x="1377" y="951"/>
                  <a:pt x="1463" y="968"/>
                </a:cubicBezTo>
                <a:cubicBezTo>
                  <a:pt x="1472" y="968"/>
                  <a:pt x="1521" y="959"/>
                  <a:pt x="1504" y="959"/>
                </a:cubicBezTo>
                <a:cubicBezTo>
                  <a:pt x="1377" y="904"/>
                  <a:pt x="1248" y="856"/>
                  <a:pt x="1128" y="800"/>
                </a:cubicBezTo>
                <a:cubicBezTo>
                  <a:pt x="1128" y="792"/>
                  <a:pt x="1128" y="792"/>
                  <a:pt x="1128" y="792"/>
                </a:cubicBezTo>
                <a:cubicBezTo>
                  <a:pt x="1128" y="792"/>
                  <a:pt x="1128" y="792"/>
                  <a:pt x="1136" y="800"/>
                </a:cubicBezTo>
                <a:cubicBezTo>
                  <a:pt x="1232" y="848"/>
                  <a:pt x="1336" y="880"/>
                  <a:pt x="1440" y="912"/>
                </a:cubicBezTo>
                <a:cubicBezTo>
                  <a:pt x="1456" y="919"/>
                  <a:pt x="1496" y="904"/>
                  <a:pt x="1488" y="904"/>
                </a:cubicBezTo>
                <a:cubicBezTo>
                  <a:pt x="1488" y="904"/>
                  <a:pt x="1488" y="904"/>
                  <a:pt x="1472" y="904"/>
                </a:cubicBezTo>
                <a:cubicBezTo>
                  <a:pt x="1496" y="904"/>
                  <a:pt x="1521" y="888"/>
                  <a:pt x="1504" y="888"/>
                </a:cubicBezTo>
                <a:cubicBezTo>
                  <a:pt x="1496" y="880"/>
                  <a:pt x="1463" y="871"/>
                  <a:pt x="1433" y="863"/>
                </a:cubicBezTo>
                <a:cubicBezTo>
                  <a:pt x="1456" y="863"/>
                  <a:pt x="1480" y="856"/>
                  <a:pt x="1472" y="848"/>
                </a:cubicBezTo>
                <a:cubicBezTo>
                  <a:pt x="1472" y="848"/>
                  <a:pt x="1472" y="848"/>
                  <a:pt x="1384" y="816"/>
                </a:cubicBezTo>
                <a:cubicBezTo>
                  <a:pt x="1400" y="816"/>
                  <a:pt x="1416" y="807"/>
                  <a:pt x="1409" y="807"/>
                </a:cubicBezTo>
                <a:cubicBezTo>
                  <a:pt x="1240" y="711"/>
                  <a:pt x="1064" y="631"/>
                  <a:pt x="888" y="543"/>
                </a:cubicBezTo>
                <a:cubicBezTo>
                  <a:pt x="896" y="543"/>
                  <a:pt x="896" y="543"/>
                  <a:pt x="888" y="536"/>
                </a:cubicBezTo>
                <a:cubicBezTo>
                  <a:pt x="888" y="536"/>
                  <a:pt x="888" y="536"/>
                  <a:pt x="744" y="472"/>
                </a:cubicBezTo>
                <a:cubicBezTo>
                  <a:pt x="744" y="472"/>
                  <a:pt x="744" y="472"/>
                  <a:pt x="712" y="448"/>
                </a:cubicBezTo>
                <a:cubicBezTo>
                  <a:pt x="759" y="472"/>
                  <a:pt x="800" y="487"/>
                  <a:pt x="847" y="504"/>
                </a:cubicBezTo>
                <a:cubicBezTo>
                  <a:pt x="864" y="511"/>
                  <a:pt x="905" y="504"/>
                  <a:pt x="896" y="496"/>
                </a:cubicBezTo>
                <a:cubicBezTo>
                  <a:pt x="808" y="464"/>
                  <a:pt x="720" y="423"/>
                  <a:pt x="648" y="367"/>
                </a:cubicBezTo>
                <a:cubicBezTo>
                  <a:pt x="636" y="356"/>
                  <a:pt x="610" y="362"/>
                  <a:pt x="602" y="369"/>
                </a:cubicBezTo>
                <a:lnTo>
                  <a:pt x="601" y="373"/>
                </a:lnTo>
                <a:lnTo>
                  <a:pt x="593" y="370"/>
                </a:lnTo>
                <a:cubicBezTo>
                  <a:pt x="578" y="364"/>
                  <a:pt x="548" y="352"/>
                  <a:pt x="488" y="328"/>
                </a:cubicBezTo>
                <a:cubicBezTo>
                  <a:pt x="504" y="328"/>
                  <a:pt x="520" y="320"/>
                  <a:pt x="512" y="320"/>
                </a:cubicBezTo>
                <a:cubicBezTo>
                  <a:pt x="512" y="320"/>
                  <a:pt x="512" y="320"/>
                  <a:pt x="504" y="320"/>
                </a:cubicBezTo>
                <a:cubicBezTo>
                  <a:pt x="512" y="311"/>
                  <a:pt x="512" y="311"/>
                  <a:pt x="504" y="311"/>
                </a:cubicBezTo>
                <a:cubicBezTo>
                  <a:pt x="504" y="311"/>
                  <a:pt x="504" y="311"/>
                  <a:pt x="488" y="303"/>
                </a:cubicBezTo>
                <a:cubicBezTo>
                  <a:pt x="504" y="303"/>
                  <a:pt x="528" y="296"/>
                  <a:pt x="520" y="296"/>
                </a:cubicBezTo>
                <a:cubicBezTo>
                  <a:pt x="488" y="279"/>
                  <a:pt x="456" y="264"/>
                  <a:pt x="424" y="247"/>
                </a:cubicBezTo>
                <a:cubicBezTo>
                  <a:pt x="432" y="247"/>
                  <a:pt x="432" y="247"/>
                  <a:pt x="440" y="247"/>
                </a:cubicBezTo>
                <a:cubicBezTo>
                  <a:pt x="440" y="247"/>
                  <a:pt x="440" y="247"/>
                  <a:pt x="544" y="303"/>
                </a:cubicBezTo>
                <a:cubicBezTo>
                  <a:pt x="552" y="303"/>
                  <a:pt x="576" y="303"/>
                  <a:pt x="585" y="296"/>
                </a:cubicBezTo>
                <a:cubicBezTo>
                  <a:pt x="688" y="335"/>
                  <a:pt x="784" y="391"/>
                  <a:pt x="880" y="440"/>
                </a:cubicBezTo>
                <a:cubicBezTo>
                  <a:pt x="896" y="448"/>
                  <a:pt x="937" y="432"/>
                  <a:pt x="928" y="432"/>
                </a:cubicBezTo>
                <a:cubicBezTo>
                  <a:pt x="817" y="376"/>
                  <a:pt x="720" y="320"/>
                  <a:pt x="600" y="271"/>
                </a:cubicBezTo>
                <a:cubicBezTo>
                  <a:pt x="592" y="271"/>
                  <a:pt x="576" y="271"/>
                  <a:pt x="568" y="279"/>
                </a:cubicBezTo>
                <a:cubicBezTo>
                  <a:pt x="520" y="256"/>
                  <a:pt x="480" y="232"/>
                  <a:pt x="440" y="216"/>
                </a:cubicBezTo>
                <a:cubicBezTo>
                  <a:pt x="440" y="208"/>
                  <a:pt x="448" y="200"/>
                  <a:pt x="440" y="200"/>
                </a:cubicBezTo>
                <a:cubicBezTo>
                  <a:pt x="432" y="184"/>
                  <a:pt x="424" y="168"/>
                  <a:pt x="416" y="159"/>
                </a:cubicBezTo>
                <a:cubicBezTo>
                  <a:pt x="424" y="159"/>
                  <a:pt x="440" y="168"/>
                  <a:pt x="448" y="168"/>
                </a:cubicBezTo>
                <a:cubicBezTo>
                  <a:pt x="464" y="176"/>
                  <a:pt x="512" y="168"/>
                  <a:pt x="495" y="159"/>
                </a:cubicBezTo>
                <a:cubicBezTo>
                  <a:pt x="472" y="144"/>
                  <a:pt x="448" y="136"/>
                  <a:pt x="432" y="127"/>
                </a:cubicBezTo>
                <a:cubicBezTo>
                  <a:pt x="432" y="127"/>
                  <a:pt x="432" y="127"/>
                  <a:pt x="464" y="32"/>
                </a:cubicBezTo>
                <a:cubicBezTo>
                  <a:pt x="480" y="39"/>
                  <a:pt x="495" y="48"/>
                  <a:pt x="512" y="56"/>
                </a:cubicBezTo>
                <a:cubicBezTo>
                  <a:pt x="528" y="56"/>
                  <a:pt x="576" y="48"/>
                  <a:pt x="560" y="39"/>
                </a:cubicBezTo>
                <a:cubicBezTo>
                  <a:pt x="560" y="39"/>
                  <a:pt x="560" y="39"/>
                  <a:pt x="480" y="0"/>
                </a:cubicBez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dirty="0">
              <a:latin typeface="思源宋体 CN Heavy" pitchFamily="18" charset="-122"/>
              <a:sym typeface="Arial" panose="020B0604020202020204" pitchFamily="34" charset="0"/>
            </a:endParaRPr>
          </a:p>
        </p:txBody>
      </p:sp>
      <p:pic>
        <p:nvPicPr>
          <p:cNvPr id="10" name="图片占位符 9" descr="C:/兼职/觅知网/2月/国风实拍松柏/松柏/P-1625765-A7CF45B7.jpgP-1625765-A7CF45B7"/>
          <p:cNvPicPr>
            <a:picLocks noGrp="1" noChangeAspect="1"/>
          </p:cNvPicPr>
          <p:nvPr>
            <p:ph type="pic" sz="quarter" idx="10"/>
          </p:nvPr>
        </p:nvPicPr>
        <p:blipFill>
          <a:blip r:embed="R7109311d470d47c0" cstate="screen">
            <a:extLst>
              <a:ext uri="{28A0092B-C50C-407E-A947-70E740481C1C}">
                <a14:useLocalDpi xmlns:a14="http://schemas.microsoft.com/office/drawing/2010/main"/>
              </a:ext>
            </a:extLst>
          </a:blip>
          <a:srcRect/>
          <a:stretch>
            <a:fillRect/>
          </a:stretch>
        </p:blipFill>
        <p:spPr>
          <a:xfrm>
            <a:off x="397193" y="-118497"/>
            <a:ext cx="13965354" cy="3895370"/>
          </a:xfrm>
        </p:spPr>
      </p:pic>
      <p:sp>
        <p:nvSpPr>
          <p:cNvPr id="23" name="文本框 22"/>
          <p:cNvSpPr txBox="1"/>
          <p:nvPr>
            <p:custDataLst>
              <p:tags r:id="Rfaf03e171f83406d"/>
            </p:custDataLst>
          </p:nvPr>
        </p:nvSpPr>
        <p:spPr>
          <a:xfrm>
            <a:off x="745490" y="2915285"/>
            <a:ext cx="5350510" cy="1322070"/>
          </a:xfrm>
          <a:prstGeom prst="rect">
            <a:avLst/>
          </a:prstGeom>
          <a:noFill/>
        </p:spPr>
        <p:txBody>
          <a:bodyPr wrap="square" rtlCol="0">
            <a:spAutoFit/>
          </a:bodyPr>
          <a:lstStyle/>
          <a:p>
            <a:pPr algn="ctr"/>
            <a:r>
              <a:rPr lang="zh-CN" altLang="en-US" sz="8000" dirty="0">
                <a:solidFill>
                  <a:schemeClr val="bg1"/>
                </a:solidFill>
                <a:latin typeface="思源宋体 CN Heavy" pitchFamily="18" charset="-122"/>
                <a:ea typeface="思源宋体 CN Heavy" pitchFamily="18" charset="-122"/>
                <a:cs typeface="+mn-ea"/>
                <a:sym typeface="Arial" panose="020B0604020202020204" pitchFamily="34" charset="0"/>
              </a:rPr>
              <a:t>万古长青</a:t>
            </a:r>
          </a:p>
        </p:txBody>
      </p:sp>
      <p:sp>
        <p:nvSpPr>
          <p:cNvPr id="9" name="文本框 8"/>
          <p:cNvSpPr txBox="1"/>
          <p:nvPr>
            <p:custDataLst>
              <p:tags r:id="R2eee596739f54ca2"/>
            </p:custDataLst>
          </p:nvPr>
        </p:nvSpPr>
        <p:spPr>
          <a:xfrm>
            <a:off x="1125855" y="4237355"/>
            <a:ext cx="4737735" cy="1050290"/>
          </a:xfrm>
          <a:prstGeom prst="rect">
            <a:avLst/>
          </a:prstGeom>
          <a:noFill/>
        </p:spPr>
        <p:txBody>
          <a:bodyPr vert="horz" wrap="square" rtlCol="0">
            <a:spAutoFit/>
          </a:bodyPr>
          <a:lstStyle>
            <a:defPPr>
              <a:defRPr lang="zh-CN"/>
            </a:defPPr>
            <a:lvl1pPr>
              <a:lnSpc>
                <a:spcPct val="130000"/>
              </a:lnSpc>
              <a:defRPr sz="1200">
                <a:solidFill>
                  <a:schemeClr val="tx1">
                    <a:lumMod val="50000"/>
                    <a:lumOff val="50000"/>
                  </a:schemeClr>
                </a:solidFill>
                <a:latin typeface="+mn-ea"/>
              </a:defRPr>
            </a:lvl1pPr>
          </a:lstStyle>
          <a:p>
            <a:pPr indent="0" fontAlgn="auto"/>
            <a:r>
              <a:rPr lang="zh-CN" altLang="en-US"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点此输入内容或者复制您的内容在这里，通过复制您的文本后在此框中选择粘贴，并选择只保留文字</a:t>
            </a:r>
            <a:r>
              <a:rPr lang="en-US" altLang="zh-CN"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a:t>
            </a:r>
            <a:r>
              <a:rPr lang="zh-CN" altLang="en-US"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通过复制您的文本后在此框中选择粘贴。 ，通过复制您的文本后在此框中选择粘贴，并选择只保留文字</a:t>
            </a:r>
            <a:r>
              <a:rPr lang="en-US" altLang="zh-CN"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a:t>
            </a:r>
            <a:r>
              <a:rPr lang="zh-CN" altLang="en-US"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通过复制您的文本后在此框中选择粘贴。</a:t>
            </a:r>
            <a:endParaRPr lang="en-US" altLang="zh-CN"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endParaRPr>
          </a:p>
        </p:txBody>
      </p:sp>
      <p:sp>
        <p:nvSpPr>
          <p:cNvPr id="11" name="文本框 10"/>
          <p:cNvSpPr txBox="1"/>
          <p:nvPr>
            <p:custDataLst>
              <p:tags r:id="Re57c69faf52546fd"/>
            </p:custDataLst>
          </p:nvPr>
        </p:nvSpPr>
        <p:spPr>
          <a:xfrm>
            <a:off x="6396355" y="4237355"/>
            <a:ext cx="4737735" cy="1050290"/>
          </a:xfrm>
          <a:prstGeom prst="rect">
            <a:avLst/>
          </a:prstGeom>
          <a:noFill/>
        </p:spPr>
        <p:txBody>
          <a:bodyPr vert="horz" wrap="square" rtlCol="0">
            <a:spAutoFit/>
          </a:bodyPr>
          <a:lstStyle>
            <a:defPPr>
              <a:defRPr lang="zh-CN"/>
            </a:defPPr>
            <a:lvl1pPr>
              <a:lnSpc>
                <a:spcPct val="130000"/>
              </a:lnSpc>
              <a:defRPr sz="1200">
                <a:solidFill>
                  <a:schemeClr val="tx1">
                    <a:lumMod val="50000"/>
                    <a:lumOff val="50000"/>
                  </a:schemeClr>
                </a:solidFill>
                <a:latin typeface="+mn-ea"/>
              </a:defRPr>
            </a:lvl1pPr>
          </a:lstStyle>
          <a:p>
            <a:pPr indent="0" fontAlgn="auto"/>
            <a:r>
              <a:rPr lang="zh-CN" altLang="en-US"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点此输入内容或者复制您的内容在这里，通过复制您的文本后在此框中选择粘贴，并选择只保留文字</a:t>
            </a:r>
            <a:r>
              <a:rPr lang="en-US" altLang="zh-CN"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a:t>
            </a:r>
            <a:r>
              <a:rPr lang="zh-CN" altLang="en-US"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通过复制您的文本后在此框中选择粘贴。 ，通过复制您的文本后在此框中选择粘贴，并选择只保留文字</a:t>
            </a:r>
            <a:r>
              <a:rPr lang="en-US" altLang="zh-CN"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a:t>
            </a:r>
            <a:r>
              <a:rPr lang="zh-CN" altLang="en-US"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通过复制您的文本后在此框中选择粘贴。</a:t>
            </a:r>
            <a:endParaRPr lang="en-US" altLang="zh-CN" dirty="0">
              <a:solidFill>
                <a:schemeClr val="tx1">
                  <a:lumMod val="75000"/>
                  <a:lumOff val="25000"/>
                </a:scheme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endParaRPr>
          </a:p>
        </p:txBody>
      </p:sp>
      <p:sp>
        <p:nvSpPr>
          <p:cNvPr id="8" name="TextBox 4"/>
          <p:cNvSpPr txBox="1"/>
          <p:nvPr/>
        </p:nvSpPr>
        <p:spPr>
          <a:xfrm>
            <a:off x="0" y="5"/>
            <a:ext cx="604867" cy="1275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dirty="0">
                <a:solidFill>
                  <a:schemeClr val="tx1">
                    <a:alpha val="0"/>
                  </a:schemeClr>
                </a:solidFill>
                <a:latin typeface="思源宋体 CN Heavy" pitchFamily="18" charset="-122"/>
                <a:ea typeface="微软雅黑" panose="020B0503020204020204" pitchFamily="34" charset="-122"/>
                <a:sym typeface="Arial" panose="020B0604020202020204" pitchFamily="34" charset="0"/>
              </a:rPr>
              <a:t>行业</a:t>
            </a:r>
            <a:r>
              <a:rPr lang="en-US" altLang="zh-CN" sz="135" dirty="0">
                <a:solidFill>
                  <a:schemeClr val="tx1">
                    <a:alpha val="0"/>
                  </a:schemeClr>
                </a:solidFill>
                <a:latin typeface="思源宋体 CN Heavy" pitchFamily="18" charset="-122"/>
                <a:ea typeface="微软雅黑" panose="020B0503020204020204" pitchFamily="34" charset="-122"/>
                <a:sym typeface="Arial" panose="020B0604020202020204" pitchFamily="34" charset="0"/>
              </a:rPr>
              <a:t>PPT</a:t>
            </a:r>
            <a:r>
              <a:rPr lang="zh-CN" altLang="en-US" sz="135" dirty="0">
                <a:solidFill>
                  <a:schemeClr val="tx1">
                    <a:alpha val="0"/>
                  </a:schemeClr>
                </a:solidFill>
                <a:latin typeface="思源宋体 CN Heavy" pitchFamily="18" charset="-122"/>
                <a:ea typeface="微软雅黑" panose="020B0503020204020204" pitchFamily="34" charset="-122"/>
                <a:sym typeface="Arial" panose="020B0604020202020204" pitchFamily="34" charset="0"/>
              </a:rPr>
              <a:t>模板</a:t>
            </a:r>
            <a:r>
              <a:rPr lang="en-US" altLang="zh-CN" sz="135" dirty="0">
                <a:solidFill>
                  <a:schemeClr val="tx1">
                    <a:alpha val="0"/>
                  </a:schemeClr>
                </a:solidFill>
                <a:latin typeface="思源宋体 CN Heavy" pitchFamily="18" charset="-122"/>
                <a:ea typeface="微软雅黑" panose="020B0503020204020204" pitchFamily="34" charset="-122"/>
                <a:sym typeface="Arial" panose="020B0604020202020204" pitchFamily="34" charset="0"/>
              </a:rPr>
              <a:t>http://www.1ppt.com/hangye/</a:t>
            </a:r>
          </a:p>
        </p:txBody>
      </p:sp>
    </p:spTree>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dur="1000" fill="hold" grpId="0" nodeType="afterEffect">
                                  <p:stCondLst>
                                    <p:cond delay="0"/>
                                  </p:stCondLst>
                                  <p:childTnLst>
                                    <p:set>
                                      <p:cBhvr>
                                        <p:cTn id="6" dur="1000"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par>
                                <p:cTn id="8" presetID="22" presetClass="entr" presetSubtype="2" dur="1000" fill="hold" nodeType="withEffect">
                                  <p:stCondLst>
                                    <p:cond delay="0"/>
                                  </p:stCondLst>
                                  <p:childTnLst>
                                    <p:set>
                                      <p:cBhvr>
                                        <p:cTn id="9" dur="1000" fill="hold">
                                          <p:stCondLst>
                                            <p:cond delay="0"/>
                                          </p:stCondLst>
                                        </p:cTn>
                                        <p:tgtEl>
                                          <p:spTgt spid="10"/>
                                        </p:tgtEl>
                                        <p:attrNameLst>
                                          <p:attrName>style.visibility</p:attrName>
                                        </p:attrNameLst>
                                      </p:cBhvr>
                                      <p:to>
                                        <p:strVal val="visible"/>
                                      </p:to>
                                    </p:set>
                                    <p:animEffect transition="in" filter="wipe(right)">
                                      <p:cBhvr>
                                        <p:cTn id="10" dur="1000"/>
                                        <p:tgtEl>
                                          <p:spTgt spid="10"/>
                                        </p:tgtEl>
                                      </p:cBhvr>
                                    </p:animEffect>
                                  </p:childTnLst>
                                </p:cTn>
                              </p:par>
                            </p:childTnLst>
                          </p:cTn>
                        </p:par>
                        <p:par>
                          <p:cTn id="11" fill="hold" nodeType="afterGroup">
                            <p:stCondLst>
                              <p:cond delay="1000"/>
                            </p:stCondLst>
                            <p:childTnLst>
                              <p:par>
                                <p:cTn id="12" presetID="29" presetClass="entr" presetSubtype="0" dur="1000" fill="hold" grpId="0" nodeType="after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1000" fill="hold"/>
                                        <p:tgtEl>
                                          <p:spTgt spid="23"/>
                                        </p:tgtEl>
                                        <p:attrNameLst>
                                          <p:attrName>ppt_x</p:attrName>
                                        </p:attrNameLst>
                                      </p:cBhvr>
                                      <p:tavLst>
                                        <p:tav tm="0">
                                          <p:val>
                                            <p:strVal val="#ppt_x-.2"/>
                                          </p:val>
                                        </p:tav>
                                        <p:tav tm="100000">
                                          <p:val>
                                            <p:strVal val="#ppt_x"/>
                                          </p:val>
                                        </p:tav>
                                      </p:tavLst>
                                    </p:anim>
                                    <p:anim calcmode="lin" valueType="num">
                                      <p:cBhvr>
                                        <p:cTn id="15" dur="1000" fill="hold"/>
                                        <p:tgtEl>
                                          <p:spTgt spid="23"/>
                                        </p:tgtEl>
                                        <p:attrNameLst>
                                          <p:attrName>ppt_y</p:attrName>
                                        </p:attrNameLst>
                                      </p:cBhvr>
                                      <p:tavLst>
                                        <p:tav tm="0">
                                          <p:val>
                                            <p:strVal val="#ppt_y"/>
                                          </p:val>
                                        </p:tav>
                                        <p:tav tm="100000">
                                          <p:val>
                                            <p:strVal val="#ppt_y"/>
                                          </p:val>
                                        </p:tav>
                                      </p:tavLst>
                                    </p:anim>
                                    <p:animEffect transition="in" filter="wipe(right)" prLst="gradientSize: 0.1">
                                      <p:cBhvr>
                                        <p:cTn id="16" dur="1000"/>
                                        <p:tgtEl>
                                          <p:spTgt spid="23"/>
                                        </p:tgtEl>
                                      </p:cBhvr>
                                    </p:animEffect>
                                  </p:childTnLst>
                                </p:cTn>
                              </p:par>
                            </p:childTnLst>
                          </p:cTn>
                        </p:par>
                        <p:par>
                          <p:cTn id="17" fill="hold" nodeType="afterGroup">
                            <p:stCondLst>
                              <p:cond delay="2000"/>
                            </p:stCondLst>
                            <p:childTnLst>
                              <p:par>
                                <p:cTn id="18" presetID="12" presetClass="entr" presetSubtype="1" dur="1000" fill="hold" grpId="0" nodeType="afterEffect">
                                  <p:stCondLst>
                                    <p:cond delay="0"/>
                                  </p:stCondLst>
                                  <p:childTnLst>
                                    <p:set>
                                      <p:cBhvr>
                                        <p:cTn id="19" dur="1000" fill="hold">
                                          <p:stCondLst>
                                            <p:cond delay="0"/>
                                          </p:stCondLst>
                                        </p:cTn>
                                        <p:tgtEl>
                                          <p:spTgt spid="9"/>
                                        </p:tgtEl>
                                        <p:attrNameLst>
                                          <p:attrName>style.visibility</p:attrName>
                                        </p:attrNameLst>
                                      </p:cBhvr>
                                      <p:to>
                                        <p:strVal val="visible"/>
                                      </p:to>
                                    </p:set>
                                    <p:anim calcmode="lin" valueType="num">
                                      <p:cBhvr additive="base">
                                        <p:cTn id="20" dur="1000"/>
                                        <p:tgtEl>
                                          <p:spTgt spid="9"/>
                                        </p:tgtEl>
                                        <p:attrNameLst>
                                          <p:attrName>ppt_y</p:attrName>
                                        </p:attrNameLst>
                                      </p:cBhvr>
                                      <p:tavLst>
                                        <p:tav tm="0">
                                          <p:val>
                                            <p:strVal val="#ppt_y-#ppt_h*1.125000"/>
                                          </p:val>
                                        </p:tav>
                                        <p:tav tm="100000">
                                          <p:val>
                                            <p:strVal val="#ppt_y"/>
                                          </p:val>
                                        </p:tav>
                                      </p:tavLst>
                                    </p:anim>
                                    <p:animEffect transition="in" filter="wipe(down)">
                                      <p:cBhvr>
                                        <p:cTn id="21" dur="1000"/>
                                        <p:tgtEl>
                                          <p:spTgt spid="9"/>
                                        </p:tgtEl>
                                      </p:cBhvr>
                                    </p:animEffect>
                                  </p:childTnLst>
                                </p:cTn>
                              </p:par>
                            </p:childTnLst>
                          </p:cTn>
                        </p:par>
                        <p:par>
                          <p:cTn id="22" fill="hold" nodeType="afterGroup">
                            <p:stCondLst>
                              <p:cond delay="3000"/>
                            </p:stCondLst>
                            <p:childTnLst>
                              <p:par>
                                <p:cTn id="23" presetID="12" presetClass="entr" presetSubtype="1" dur="1000" fill="hold" grpId="0" nodeType="afterEffect">
                                  <p:stCondLst>
                                    <p:cond delay="0"/>
                                  </p:stCondLst>
                                  <p:childTnLst>
                                    <p:set>
                                      <p:cBhvr>
                                        <p:cTn id="24" dur="1000" fill="hold">
                                          <p:stCondLst>
                                            <p:cond delay="0"/>
                                          </p:stCondLst>
                                        </p:cTn>
                                        <p:tgtEl>
                                          <p:spTgt spid="11"/>
                                        </p:tgtEl>
                                        <p:attrNameLst>
                                          <p:attrName>style.visibility</p:attrName>
                                        </p:attrNameLst>
                                      </p:cBhvr>
                                      <p:to>
                                        <p:strVal val="visible"/>
                                      </p:to>
                                    </p:set>
                                    <p:anim calcmode="lin" valueType="num">
                                      <p:cBhvr additive="base">
                                        <p:cTn id="25" dur="1000"/>
                                        <p:tgtEl>
                                          <p:spTgt spid="11"/>
                                        </p:tgtEl>
                                        <p:attrNameLst>
                                          <p:attrName>ppt_y</p:attrName>
                                        </p:attrNameLst>
                                      </p:cBhvr>
                                      <p:tavLst>
                                        <p:tav tm="0">
                                          <p:val>
                                            <p:strVal val="#ppt_y-#ppt_h*1.125000"/>
                                          </p:val>
                                        </p:tav>
                                        <p:tav tm="100000">
                                          <p:val>
                                            <p:strVal val="#ppt_y"/>
                                          </p:val>
                                        </p:tav>
                                      </p:tavLst>
                                    </p:anim>
                                    <p:animEffect transition="in" filter="wipe(down)">
                                      <p:cBhvr>
                                        <p:cTn id="2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 grpId="0"/>
      <p:bldP spid="9"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4" name="图片 3" descr="new-P-1524215-79635798O"/>
          <p:cNvPicPr>
            <a:picLocks noChangeAspect="1"/>
          </p:cNvPicPr>
          <p:nvPr/>
        </p:nvPicPr>
        <p:blipFill>
          <a:blip r:embed="Rb08f0e1ca03f4a16">
            <a:alphaModFix amt="12000"/>
          </a:blip>
          <a:stretch>
            <a:fillRect/>
          </a:stretch>
        </p:blipFill>
        <p:spPr>
          <a:xfrm>
            <a:off x="0" y="0"/>
            <a:ext cx="12200890" cy="6858000"/>
          </a:xfrm>
          <a:prstGeom prst="rect">
            <a:avLst/>
          </a:prstGeom>
          <a:solidFill>
            <a:schemeClr val="accent6">
              <a:lumMod val="40000"/>
              <a:lumOff val="60000"/>
            </a:schemeClr>
          </a:solidFill>
        </p:spPr>
      </p:pic>
      <p:pic>
        <p:nvPicPr>
          <p:cNvPr id="5" name="图片 4" descr="P-1618107-FC739ECC"/>
          <p:cNvPicPr>
            <a:picLocks noChangeAspect="1"/>
          </p:cNvPicPr>
          <p:nvPr/>
        </p:nvPicPr>
        <p:blipFill>
          <a:blip r:embed="R98b85206837b489b" cstate="screen">
            <a:extLst>
              <a:ext uri="{28A0092B-C50C-407E-A947-70E740481C1C}">
                <a14:useLocalDpi xmlns:a14="http://schemas.microsoft.com/office/drawing/2010/main"/>
              </a:ext>
            </a:extLst>
          </a:blip>
          <a:srcRect/>
          <a:stretch>
            <a:fillRect/>
          </a:stretch>
        </p:blipFill>
        <p:spPr>
          <a:xfrm>
            <a:off x="4328795" y="1096010"/>
            <a:ext cx="7861300" cy="4666615"/>
          </a:xfrm>
          <a:prstGeom prst="rect">
            <a:avLst/>
          </a:prstGeom>
        </p:spPr>
      </p:pic>
      <p:pic>
        <p:nvPicPr>
          <p:cNvPr id="7" name="图片 6" descr="P-1618107-FC739ECC"/>
          <p:cNvPicPr>
            <a:picLocks noChangeAspect="1"/>
          </p:cNvPicPr>
          <p:nvPr/>
        </p:nvPicPr>
        <p:blipFill>
          <a:blip r:embed="R97021c26af4d4910" cstate="screen">
            <a:extLst>
              <a:ext uri="{28A0092B-C50C-407E-A947-70E740481C1C}">
                <a14:useLocalDpi xmlns:a14="http://schemas.microsoft.com/office/drawing/2010/main"/>
              </a:ext>
            </a:extLst>
          </a:blip>
          <a:srcRect/>
          <a:stretch>
            <a:fillRect/>
          </a:stretch>
        </p:blipFill>
        <p:spPr>
          <a:xfrm>
            <a:off x="8890" y="1096010"/>
            <a:ext cx="1948180" cy="4666615"/>
          </a:xfrm>
          <a:prstGeom prst="rect">
            <a:avLst/>
          </a:prstGeom>
        </p:spPr>
      </p:pic>
      <p:sp>
        <p:nvSpPr>
          <p:cNvPr id="8" name="文本框 7"/>
          <p:cNvSpPr txBox="1"/>
          <p:nvPr/>
        </p:nvSpPr>
        <p:spPr>
          <a:xfrm>
            <a:off x="1785620" y="151130"/>
            <a:ext cx="1410970" cy="1906905"/>
          </a:xfrm>
          <a:prstGeom prst="rect">
            <a:avLst/>
          </a:prstGeom>
          <a:noFill/>
        </p:spPr>
        <p:txBody>
          <a:bodyPr wrap="square" rtlCol="0">
            <a:spAutoFit/>
          </a:bodyPr>
          <a:lstStyle/>
          <a:p>
            <a:r>
              <a:rPr lang="zh-CN" altLang="en-US" sz="11800" dirty="0">
                <a:solidFill>
                  <a:schemeClr val="accent4">
                    <a:lumMod val="25000"/>
                  </a:schemeClr>
                </a:solidFill>
                <a:effectLst>
                  <a:outerShdw dist="63500" dir="2700000" algn="tl" rotWithShape="0">
                    <a:schemeClr val="bg1">
                      <a:alpha val="40000"/>
                    </a:schemeClr>
                  </a:outerShdw>
                </a:effectLst>
                <a:latin typeface="华文行楷" pitchFamily="2" charset="-122"/>
                <a:ea typeface="华文行楷" pitchFamily="2" charset="-122"/>
                <a:sym typeface="Arial" panose="020B0604020202020204" pitchFamily="34" charset="0"/>
              </a:rPr>
              <a:t>感</a:t>
            </a:r>
          </a:p>
        </p:txBody>
      </p:sp>
      <p:sp>
        <p:nvSpPr>
          <p:cNvPr id="9" name="文本框 8"/>
          <p:cNvSpPr txBox="1"/>
          <p:nvPr/>
        </p:nvSpPr>
        <p:spPr>
          <a:xfrm>
            <a:off x="2669540" y="1539240"/>
            <a:ext cx="1416050" cy="1906905"/>
          </a:xfrm>
          <a:prstGeom prst="rect">
            <a:avLst/>
          </a:prstGeom>
          <a:noFill/>
        </p:spPr>
        <p:txBody>
          <a:bodyPr wrap="square" rtlCol="0" anchor="t">
            <a:spAutoFit/>
          </a:bodyPr>
          <a:lstStyle/>
          <a:p>
            <a:r>
              <a:rPr lang="zh-CN" altLang="en-US" sz="11800" dirty="0">
                <a:solidFill>
                  <a:schemeClr val="accent4">
                    <a:lumMod val="25000"/>
                  </a:schemeClr>
                </a:solidFill>
                <a:effectLst>
                  <a:outerShdw dist="63500" dir="2700000" algn="tl" rotWithShape="0">
                    <a:schemeClr val="bg1">
                      <a:alpha val="40000"/>
                    </a:schemeClr>
                  </a:outerShdw>
                </a:effectLst>
                <a:latin typeface="华文行楷" pitchFamily="2" charset="-122"/>
                <a:ea typeface="华文行楷" pitchFamily="2" charset="-122"/>
                <a:sym typeface="Arial" panose="020B0604020202020204" pitchFamily="34" charset="0"/>
              </a:rPr>
              <a:t>谢</a:t>
            </a:r>
          </a:p>
        </p:txBody>
      </p:sp>
      <p:sp>
        <p:nvSpPr>
          <p:cNvPr id="10" name="文本框 9"/>
          <p:cNvSpPr txBox="1"/>
          <p:nvPr/>
        </p:nvSpPr>
        <p:spPr>
          <a:xfrm>
            <a:off x="1920875" y="2952115"/>
            <a:ext cx="1347470" cy="1906905"/>
          </a:xfrm>
          <a:prstGeom prst="rect">
            <a:avLst/>
          </a:prstGeom>
          <a:noFill/>
        </p:spPr>
        <p:txBody>
          <a:bodyPr wrap="square" rtlCol="0" anchor="t">
            <a:spAutoFit/>
          </a:bodyPr>
          <a:lstStyle/>
          <a:p>
            <a:r>
              <a:rPr lang="zh-CN" altLang="en-US" sz="11800" dirty="0">
                <a:solidFill>
                  <a:schemeClr val="accent4">
                    <a:lumMod val="25000"/>
                  </a:schemeClr>
                </a:solidFill>
                <a:effectLst>
                  <a:outerShdw dist="63500" dir="2700000" algn="tl" rotWithShape="0">
                    <a:schemeClr val="bg1">
                      <a:alpha val="40000"/>
                    </a:schemeClr>
                  </a:outerShdw>
                </a:effectLst>
                <a:latin typeface="华文行楷" pitchFamily="2" charset="-122"/>
                <a:ea typeface="华文行楷" pitchFamily="2" charset="-122"/>
                <a:sym typeface="Arial" panose="020B0604020202020204" pitchFamily="34" charset="0"/>
              </a:rPr>
              <a:t>观</a:t>
            </a:r>
          </a:p>
        </p:txBody>
      </p:sp>
      <p:sp>
        <p:nvSpPr>
          <p:cNvPr id="11" name="文本框 10"/>
          <p:cNvSpPr txBox="1"/>
          <p:nvPr/>
        </p:nvSpPr>
        <p:spPr>
          <a:xfrm>
            <a:off x="2830830" y="4302760"/>
            <a:ext cx="1566545" cy="1906905"/>
          </a:xfrm>
          <a:prstGeom prst="rect">
            <a:avLst/>
          </a:prstGeom>
          <a:noFill/>
        </p:spPr>
        <p:txBody>
          <a:bodyPr wrap="square" rtlCol="0" anchor="t">
            <a:spAutoFit/>
          </a:bodyPr>
          <a:lstStyle/>
          <a:p>
            <a:r>
              <a:rPr lang="zh-CN" altLang="en-US" sz="11800" dirty="0">
                <a:solidFill>
                  <a:schemeClr val="accent4">
                    <a:lumMod val="25000"/>
                  </a:schemeClr>
                </a:solidFill>
                <a:effectLst>
                  <a:outerShdw dist="63500" dir="2700000" algn="tl" rotWithShape="0">
                    <a:schemeClr val="bg1">
                      <a:alpha val="40000"/>
                    </a:schemeClr>
                  </a:outerShdw>
                </a:effectLst>
                <a:latin typeface="华文行楷" pitchFamily="2" charset="-122"/>
                <a:ea typeface="华文行楷" pitchFamily="2" charset="-122"/>
                <a:sym typeface="Arial" panose="020B0604020202020204" pitchFamily="34" charset="0"/>
              </a:rPr>
              <a:t>看</a:t>
            </a:r>
          </a:p>
        </p:txBody>
      </p:sp>
      <p:sp>
        <p:nvSpPr>
          <p:cNvPr id="12" name="文本框 11"/>
          <p:cNvSpPr txBox="1"/>
          <p:nvPr/>
        </p:nvSpPr>
        <p:spPr>
          <a:xfrm>
            <a:off x="4391660" y="5019040"/>
            <a:ext cx="7226300" cy="1014730"/>
          </a:xfrm>
          <a:prstGeom prst="rect">
            <a:avLst/>
          </a:prstGeom>
          <a:noFill/>
        </p:spPr>
        <p:txBody>
          <a:bodyPr wrap="square" rtlCol="0">
            <a:spAutoFit/>
          </a:bodyPr>
          <a:lstStyle/>
          <a:p>
            <a:r>
              <a:rPr lang="en-US" altLang="zh-CN" sz="6000" b="1" dirty="0">
                <a:solidFill>
                  <a:srgbClr val="C2CFC7"/>
                </a:solidFill>
                <a:effectLst/>
                <a:latin typeface="思源宋体 CN Heavy" pitchFamily="18" charset="-122"/>
                <a:ea typeface="微软雅黑" panose="020B0503020204020204" pitchFamily="34" charset="-122"/>
                <a:sym typeface="Arial" panose="020B0604020202020204" pitchFamily="34" charset="0"/>
              </a:rPr>
              <a:t>THANKS</a:t>
            </a:r>
          </a:p>
        </p:txBody>
      </p:sp>
      <p:sp>
        <p:nvSpPr>
          <p:cNvPr id="13" name="文本框 12"/>
          <p:cNvSpPr txBox="1"/>
          <p:nvPr/>
        </p:nvSpPr>
        <p:spPr>
          <a:xfrm>
            <a:off x="4460240" y="5901055"/>
            <a:ext cx="6499860" cy="396240"/>
          </a:xfrm>
          <a:prstGeom prst="rect">
            <a:avLst/>
          </a:prstGeom>
          <a:noFill/>
        </p:spPr>
        <p:txBody>
          <a:bodyPr wrap="square" rtlCol="0">
            <a:spAutoFit/>
          </a:bodyPr>
          <a:lstStyle>
            <a:defPPr>
              <a:defRPr lang="zh-CN"/>
            </a:defPPr>
            <a:lvl1pPr>
              <a:defRPr sz="2000">
                <a:solidFill>
                  <a:srgbClr val="273F39"/>
                </a:solidFill>
                <a:latin typeface="思源宋体 CN Heavy" pitchFamily="18" charset="-122"/>
                <a:ea typeface="思源宋体 CN Heavy" pitchFamily="18" charset="-122"/>
              </a:defRPr>
            </a:lvl1pPr>
          </a:lstStyle>
          <a:p>
            <a:r>
              <a:rPr lang="zh-CN" altLang="en-US" dirty="0">
                <a:sym typeface="Arial" panose="020B0604020202020204" pitchFamily="34" charset="0"/>
              </a:rPr>
              <a:t>新中式森系国风营销宣传通用模板</a:t>
            </a:r>
            <a:r>
              <a:rPr lang="en-US" altLang="zh-CN" dirty="0">
                <a:sym typeface="Arial" panose="020B0604020202020204" pitchFamily="34" charset="0"/>
              </a:rPr>
              <a:t> |  </a:t>
            </a:r>
            <a:r>
              <a:rPr lang="zh-CN" altLang="en-US" dirty="0">
                <a:sym typeface="Arial" panose="020B0604020202020204" pitchFamily="34" charset="0"/>
              </a:rPr>
              <a:t>宣讲人：XX</a:t>
            </a:r>
            <a:r>
              <a:rPr lang="en-US" altLang="zh-CN" dirty="0">
                <a:sym typeface="Arial" panose="020B0604020202020204" pitchFamily="34" charset="0"/>
              </a:rPr>
              <a:t>PPT</a:t>
            </a:r>
            <a:endParaRPr lang="zh-CN" altLang="en-US" dirty="0">
              <a:sym typeface="Arial" panose="020B0604020202020204" pitchFamily="34" charset="0"/>
            </a:endParaRPr>
          </a:p>
        </p:txBody>
      </p:sp>
      <p:sp>
        <p:nvSpPr>
          <p:cNvPr id="14" name="文本框 13"/>
          <p:cNvSpPr txBox="1"/>
          <p:nvPr/>
        </p:nvSpPr>
        <p:spPr>
          <a:xfrm>
            <a:off x="4460240" y="6269355"/>
            <a:ext cx="6096000" cy="368300"/>
          </a:xfrm>
          <a:prstGeom prst="rect">
            <a:avLst/>
          </a:prstGeom>
          <a:noFill/>
        </p:spPr>
        <p:txBody>
          <a:bodyPr wrap="square" rtlCol="0" anchor="t">
            <a:spAutoFit/>
          </a:bodyPr>
          <a:lstStyle/>
          <a:p>
            <a:r>
              <a:rPr lang="zh-CN" altLang="en-US" dirty="0">
                <a:solidFill>
                  <a:srgbClr val="273F39">
                    <a:alpha val="32000"/>
                  </a:srgbClr>
                </a:solidFill>
                <a:latin typeface="思源宋体 CN Heavy" pitchFamily="18" charset="-122"/>
                <a:ea typeface="微软雅黑" panose="020B0503020204020204" pitchFamily="34" charset="-122"/>
                <a:cs typeface="阿里巴巴普惠体 Medium" panose="00020600040101010101" charset="-122"/>
                <a:sym typeface="Arial" panose="020B0604020202020204" pitchFamily="34" charset="0"/>
              </a:rPr>
              <a:t>君不见拂云百丈青松柯,纵使秋风无奈何</a:t>
            </a:r>
          </a:p>
        </p:txBody>
      </p:sp>
    </p:spTree>
    <p:custDataLst>
      <p:tags r:id="Rc0de439ca3c74559"/>
    </p:custDataLst>
  </p:cSld>
  <p:clrMapOvr>
    <a:masterClrMapping/>
  </p:clrMapOvr>
  <mc:AlternateContent xmlns:mc="http://schemas.openxmlformats.org/markup-compatibility/2006" xmlns:p14="http://schemas.microsoft.com/office/powerpoint/2010/main">
    <mc:Choice Requires="p14">
      <p:transition spd="slow" p14:dur="2000" advClick="0" advTm="0">
        <p14:reveal/>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dur="1000" fill="hold" nodeType="afterEffect">
                                  <p:stCondLst>
                                    <p:cond delay="0"/>
                                  </p:stCondLst>
                                  <p:childTnLst>
                                    <p:set>
                                      <p:cBhvr>
                                        <p:cTn id="6" dur="1000" fill="hold">
                                          <p:stCondLst>
                                            <p:cond delay="0"/>
                                          </p:stCondLst>
                                        </p:cTn>
                                        <p:tgtEl>
                                          <p:spTgt spid="5"/>
                                        </p:tgtEl>
                                        <p:attrNameLst>
                                          <p:attrName>style.visibility</p:attrName>
                                        </p:attrNameLst>
                                      </p:cBhvr>
                                      <p:to>
                                        <p:strVal val="visible"/>
                                      </p:to>
                                    </p:set>
                                    <p:anim calcmode="lin" valueType="num">
                                      <p:cBhvr additive="base">
                                        <p:cTn id="7" dur="1000"/>
                                        <p:tgtEl>
                                          <p:spTgt spid="5"/>
                                        </p:tgtEl>
                                        <p:attrNameLst>
                                          <p:attrName>ppt_x</p:attrName>
                                        </p:attrNameLst>
                                      </p:cBhvr>
                                      <p:tavLst>
                                        <p:tav tm="0">
                                          <p:val>
                                            <p:strVal val="#ppt_x-#ppt_w*1.125000"/>
                                          </p:val>
                                        </p:tav>
                                        <p:tav tm="100000">
                                          <p:val>
                                            <p:strVal val="#ppt_x"/>
                                          </p:val>
                                        </p:tav>
                                      </p:tavLst>
                                    </p:anim>
                                    <p:animEffect transition="in" filter="wipe(right)">
                                      <p:cBhvr>
                                        <p:cTn id="8" dur="1000"/>
                                        <p:tgtEl>
                                          <p:spTgt spid="5"/>
                                        </p:tgtEl>
                                      </p:cBhvr>
                                    </p:animEffect>
                                  </p:childTnLst>
                                </p:cTn>
                              </p:par>
                              <p:par>
                                <p:cTn id="9" presetID="12" presetClass="entr" presetSubtype="2" dur="1000" fill="hold" nodeType="withEffect">
                                  <p:stCondLst>
                                    <p:cond delay="0"/>
                                  </p:stCondLst>
                                  <p:childTnLst>
                                    <p:set>
                                      <p:cBhvr>
                                        <p:cTn id="10" dur="1000" fill="hold">
                                          <p:stCondLst>
                                            <p:cond delay="0"/>
                                          </p:stCondLst>
                                        </p:cTn>
                                        <p:tgtEl>
                                          <p:spTgt spid="7"/>
                                        </p:tgtEl>
                                        <p:attrNameLst>
                                          <p:attrName>style.visibility</p:attrName>
                                        </p:attrNameLst>
                                      </p:cBhvr>
                                      <p:to>
                                        <p:strVal val="visible"/>
                                      </p:to>
                                    </p:set>
                                    <p:anim calcmode="lin" valueType="num">
                                      <p:cBhvr additive="base">
                                        <p:cTn id="11" dur="1000"/>
                                        <p:tgtEl>
                                          <p:spTgt spid="7"/>
                                        </p:tgtEl>
                                        <p:attrNameLst>
                                          <p:attrName>ppt_x</p:attrName>
                                        </p:attrNameLst>
                                      </p:cBhvr>
                                      <p:tavLst>
                                        <p:tav tm="0">
                                          <p:val>
                                            <p:strVal val="#ppt_x+#ppt_w*1.125000"/>
                                          </p:val>
                                        </p:tav>
                                        <p:tav tm="100000">
                                          <p:val>
                                            <p:strVal val="#ppt_x"/>
                                          </p:val>
                                        </p:tav>
                                      </p:tavLst>
                                    </p:anim>
                                    <p:animEffect transition="in" filter="wipe(left)">
                                      <p:cBhvr>
                                        <p:cTn id="12" dur="1000"/>
                                        <p:tgtEl>
                                          <p:spTgt spid="7"/>
                                        </p:tgtEl>
                                      </p:cBhvr>
                                    </p:animEffect>
                                  </p:childTnLst>
                                </p:cTn>
                              </p:par>
                            </p:childTnLst>
                          </p:cTn>
                        </p:par>
                        <p:par>
                          <p:cTn id="13" fill="hold" nodeType="afterGroup">
                            <p:stCondLst>
                              <p:cond delay="1000"/>
                            </p:stCondLst>
                            <p:childTnLst>
                              <p:par>
                                <p:cTn id="14" presetID="55" presetClass="entr" presetSubtype="0" dur="100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1000" fill="hold"/>
                                        <p:tgtEl>
                                          <p:spTgt spid="8"/>
                                        </p:tgtEl>
                                        <p:attrNameLst>
                                          <p:attrName>ppt_w</p:attrName>
                                        </p:attrNameLst>
                                      </p:cBhvr>
                                      <p:tavLst>
                                        <p:tav tm="0">
                                          <p:val>
                                            <p:strVal val="#ppt_w*0.70"/>
                                          </p:val>
                                        </p:tav>
                                        <p:tav tm="100000">
                                          <p:val>
                                            <p:strVal val="#ppt_w"/>
                                          </p:val>
                                        </p:tav>
                                      </p:tavLst>
                                    </p:anim>
                                    <p:anim calcmode="lin" valueType="num">
                                      <p:cBhvr>
                                        <p:cTn id="17" dur="1000" fill="hold"/>
                                        <p:tgtEl>
                                          <p:spTgt spid="8"/>
                                        </p:tgtEl>
                                        <p:attrNameLst>
                                          <p:attrName>ppt_h</p:attrName>
                                        </p:attrNameLst>
                                      </p:cBhvr>
                                      <p:tavLst>
                                        <p:tav tm="0">
                                          <p:val>
                                            <p:strVal val="#ppt_h"/>
                                          </p:val>
                                        </p:tav>
                                        <p:tav tm="100000">
                                          <p:val>
                                            <p:strVal val="#ppt_h"/>
                                          </p:val>
                                        </p:tav>
                                      </p:tavLst>
                                    </p:anim>
                                    <p:animEffect transition="in" filter="fade">
                                      <p:cBhvr>
                                        <p:cTn id="18" dur="1000"/>
                                        <p:tgtEl>
                                          <p:spTgt spid="8"/>
                                        </p:tgtEl>
                                      </p:cBhvr>
                                    </p:animEffect>
                                  </p:childTnLst>
                                </p:cTn>
                              </p:par>
                              <p:par>
                                <p:cTn id="19" presetID="55" presetClass="entr" presetSubtype="0" dur="100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ppt_w</p:attrName>
                                        </p:attrNameLst>
                                      </p:cBhvr>
                                      <p:tavLst>
                                        <p:tav tm="0">
                                          <p:val>
                                            <p:strVal val="#ppt_w*0.70"/>
                                          </p:val>
                                        </p:tav>
                                        <p:tav tm="100000">
                                          <p:val>
                                            <p:strVal val="#ppt_w"/>
                                          </p:val>
                                        </p:tav>
                                      </p:tavLst>
                                    </p:anim>
                                    <p:anim calcmode="lin" valueType="num">
                                      <p:cBhvr>
                                        <p:cTn id="22" dur="1000" fill="hold"/>
                                        <p:tgtEl>
                                          <p:spTgt spid="9"/>
                                        </p:tgtEl>
                                        <p:attrNameLst>
                                          <p:attrName>ppt_h</p:attrName>
                                        </p:attrNameLst>
                                      </p:cBhvr>
                                      <p:tavLst>
                                        <p:tav tm="0">
                                          <p:val>
                                            <p:strVal val="#ppt_h"/>
                                          </p:val>
                                        </p:tav>
                                        <p:tav tm="100000">
                                          <p:val>
                                            <p:strVal val="#ppt_h"/>
                                          </p:val>
                                        </p:tav>
                                      </p:tavLst>
                                    </p:anim>
                                    <p:animEffect transition="in" filter="fade">
                                      <p:cBhvr>
                                        <p:cTn id="23" dur="1000"/>
                                        <p:tgtEl>
                                          <p:spTgt spid="9"/>
                                        </p:tgtEl>
                                      </p:cBhvr>
                                    </p:animEffect>
                                  </p:childTnLst>
                                </p:cTn>
                              </p:par>
                              <p:par>
                                <p:cTn id="24" presetID="55" presetClass="entr" presetSubtype="0" dur="100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1000" fill="hold"/>
                                        <p:tgtEl>
                                          <p:spTgt spid="10"/>
                                        </p:tgtEl>
                                        <p:attrNameLst>
                                          <p:attrName>ppt_w</p:attrName>
                                        </p:attrNameLst>
                                      </p:cBhvr>
                                      <p:tavLst>
                                        <p:tav tm="0">
                                          <p:val>
                                            <p:strVal val="#ppt_w*0.70"/>
                                          </p:val>
                                        </p:tav>
                                        <p:tav tm="100000">
                                          <p:val>
                                            <p:strVal val="#ppt_w"/>
                                          </p:val>
                                        </p:tav>
                                      </p:tavLst>
                                    </p:anim>
                                    <p:anim calcmode="lin" valueType="num">
                                      <p:cBhvr>
                                        <p:cTn id="27" dur="1000" fill="hold"/>
                                        <p:tgtEl>
                                          <p:spTgt spid="10"/>
                                        </p:tgtEl>
                                        <p:attrNameLst>
                                          <p:attrName>ppt_h</p:attrName>
                                        </p:attrNameLst>
                                      </p:cBhvr>
                                      <p:tavLst>
                                        <p:tav tm="0">
                                          <p:val>
                                            <p:strVal val="#ppt_h"/>
                                          </p:val>
                                        </p:tav>
                                        <p:tav tm="100000">
                                          <p:val>
                                            <p:strVal val="#ppt_h"/>
                                          </p:val>
                                        </p:tav>
                                      </p:tavLst>
                                    </p:anim>
                                    <p:animEffect transition="in" filter="fade">
                                      <p:cBhvr>
                                        <p:cTn id="28" dur="1000"/>
                                        <p:tgtEl>
                                          <p:spTgt spid="10"/>
                                        </p:tgtEl>
                                      </p:cBhvr>
                                    </p:animEffect>
                                  </p:childTnLst>
                                </p:cTn>
                              </p:par>
                              <p:par>
                                <p:cTn id="29" presetID="55" presetClass="entr" presetSubtype="0" dur="100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1000" fill="hold"/>
                                        <p:tgtEl>
                                          <p:spTgt spid="11"/>
                                        </p:tgtEl>
                                        <p:attrNameLst>
                                          <p:attrName>ppt_w</p:attrName>
                                        </p:attrNameLst>
                                      </p:cBhvr>
                                      <p:tavLst>
                                        <p:tav tm="0">
                                          <p:val>
                                            <p:strVal val="#ppt_w*0.70"/>
                                          </p:val>
                                        </p:tav>
                                        <p:tav tm="100000">
                                          <p:val>
                                            <p:strVal val="#ppt_w"/>
                                          </p:val>
                                        </p:tav>
                                      </p:tavLst>
                                    </p:anim>
                                    <p:anim calcmode="lin" valueType="num">
                                      <p:cBhvr>
                                        <p:cTn id="32" dur="1000" fill="hold"/>
                                        <p:tgtEl>
                                          <p:spTgt spid="11"/>
                                        </p:tgtEl>
                                        <p:attrNameLst>
                                          <p:attrName>ppt_h</p:attrName>
                                        </p:attrNameLst>
                                      </p:cBhvr>
                                      <p:tavLst>
                                        <p:tav tm="0">
                                          <p:val>
                                            <p:strVal val="#ppt_h"/>
                                          </p:val>
                                        </p:tav>
                                        <p:tav tm="100000">
                                          <p:val>
                                            <p:strVal val="#ppt_h"/>
                                          </p:val>
                                        </p:tav>
                                      </p:tavLst>
                                    </p:anim>
                                    <p:animEffect transition="in" filter="fade">
                                      <p:cBhvr>
                                        <p:cTn id="33" dur="1000"/>
                                        <p:tgtEl>
                                          <p:spTgt spid="11"/>
                                        </p:tgtEl>
                                      </p:cBhvr>
                                    </p:animEffect>
                                  </p:childTnLst>
                                </p:cTn>
                              </p:par>
                            </p:childTnLst>
                          </p:cTn>
                        </p:par>
                        <p:par>
                          <p:cTn id="34" fill="hold" nodeType="afterGroup">
                            <p:stCondLst>
                              <p:cond delay="2000"/>
                            </p:stCondLst>
                            <p:childTnLst>
                              <p:par>
                                <p:cTn id="35" presetID="40" presetClass="entr" presetSubtype="0" dur="1500" fill="hold" grpId="0" nodeType="afterEffect">
                                  <p:stCondLst>
                                    <p:cond delay="0"/>
                                  </p:stCondLst>
                                  <p:iterate type="lt">
                                    <p:tmPct val="10000"/>
                                  </p:iterate>
                                  <p:childTnLst>
                                    <p:set>
                                      <p:cBhvr>
                                        <p:cTn id="36" dur="1500" fill="hold">
                                          <p:stCondLst>
                                            <p:cond delay="0"/>
                                          </p:stCondLst>
                                        </p:cTn>
                                        <p:tgtEl>
                                          <p:spTgt spid="12"/>
                                        </p:tgtEl>
                                        <p:attrNameLst>
                                          <p:attrName>style.visibility</p:attrName>
                                        </p:attrNameLst>
                                      </p:cBhvr>
                                      <p:to>
                                        <p:strVal val="visible"/>
                                      </p:to>
                                    </p:set>
                                    <p:animEffect transition="in" filter="fade">
                                      <p:cBhvr>
                                        <p:cTn id="37" dur="1500"/>
                                        <p:tgtEl>
                                          <p:spTgt spid="12"/>
                                        </p:tgtEl>
                                      </p:cBhvr>
                                    </p:animEffect>
                                    <p:anim calcmode="lin" valueType="num">
                                      <p:cBhvr>
                                        <p:cTn id="38" dur="1500" fill="hold"/>
                                        <p:tgtEl>
                                          <p:spTgt spid="12"/>
                                        </p:tgtEl>
                                        <p:attrNameLst>
                                          <p:attrName>ppt_x</p:attrName>
                                        </p:attrNameLst>
                                      </p:cBhvr>
                                      <p:tavLst>
                                        <p:tav tm="0">
                                          <p:val>
                                            <p:strVal val="#ppt_x-.1"/>
                                          </p:val>
                                        </p:tav>
                                        <p:tav tm="100000">
                                          <p:val>
                                            <p:strVal val="#ppt_x"/>
                                          </p:val>
                                        </p:tav>
                                      </p:tavLst>
                                    </p:anim>
                                    <p:anim calcmode="lin" valueType="num">
                                      <p:cBhvr>
                                        <p:cTn id="39" dur="1500" fill="hold"/>
                                        <p:tgtEl>
                                          <p:spTgt spid="12"/>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3500"/>
                            </p:stCondLst>
                            <p:childTnLst>
                              <p:par>
                                <p:cTn id="41" presetID="55" presetClass="entr" presetSubtype="0" dur="1000"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1000" fill="hold"/>
                                        <p:tgtEl>
                                          <p:spTgt spid="13"/>
                                        </p:tgtEl>
                                        <p:attrNameLst>
                                          <p:attrName>ppt_w</p:attrName>
                                        </p:attrNameLst>
                                      </p:cBhvr>
                                      <p:tavLst>
                                        <p:tav tm="0">
                                          <p:val>
                                            <p:strVal val="#ppt_w*0.70"/>
                                          </p:val>
                                        </p:tav>
                                        <p:tav tm="100000">
                                          <p:val>
                                            <p:strVal val="#ppt_w"/>
                                          </p:val>
                                        </p:tav>
                                      </p:tavLst>
                                    </p:anim>
                                    <p:anim calcmode="lin" valueType="num">
                                      <p:cBhvr>
                                        <p:cTn id="44" dur="1000" fill="hold"/>
                                        <p:tgtEl>
                                          <p:spTgt spid="13"/>
                                        </p:tgtEl>
                                        <p:attrNameLst>
                                          <p:attrName>ppt_h</p:attrName>
                                        </p:attrNameLst>
                                      </p:cBhvr>
                                      <p:tavLst>
                                        <p:tav tm="0">
                                          <p:val>
                                            <p:strVal val="#ppt_h"/>
                                          </p:val>
                                        </p:tav>
                                        <p:tav tm="100000">
                                          <p:val>
                                            <p:strVal val="#ppt_h"/>
                                          </p:val>
                                        </p:tav>
                                      </p:tavLst>
                                    </p:anim>
                                    <p:animEffect transition="in" filter="fade">
                                      <p:cBhvr>
                                        <p:cTn id="45" dur="1000"/>
                                        <p:tgtEl>
                                          <p:spTgt spid="13"/>
                                        </p:tgtEl>
                                      </p:cBhvr>
                                    </p:animEffect>
                                  </p:childTnLst>
                                </p:cTn>
                              </p:par>
                            </p:childTnLst>
                          </p:cTn>
                        </p:par>
                        <p:par>
                          <p:cTn id="46" fill="hold" nodeType="afterGroup">
                            <p:stCondLst>
                              <p:cond delay="4500"/>
                            </p:stCondLst>
                            <p:childTnLst>
                              <p:par>
                                <p:cTn id="47" presetID="10" presetClass="entr" presetSubtype="0" dur="1000" fill="hold" grpId="0" nodeType="afterEffect">
                                  <p:stCondLst>
                                    <p:cond delay="0"/>
                                  </p:stCondLst>
                                  <p:childTnLst>
                                    <p:set>
                                      <p:cBhvr>
                                        <p:cTn id="48" dur="1000"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0605ec274c1e4fd4">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97165e951257485a">
            <p14:nvContentPartPr>
              <p14:cNvPr id="16" name="墨迹 15"/>
              <p14:cNvContentPartPr/>
              <p14:nvPr/>
            </p14:nvContentPartPr>
            <p14:xfrm>
              <a:off x="2093051" y="-286110"/>
              <a:ext cx="360" cy="360"/>
            </p14:xfrm>
          </p:contentPart>
        </mc:Choice>
        <mc:Fallback>
          <p:pic>
            <p:nvPicPr>
              <p:cNvPr id="16" name="墨迹 15"/>
              <p:cNvPicPr/>
              <p:nvPr/>
            </p:nvPicPr>
            <p:blipFill>
              <a:blip r:embed="Rd3e5fad1032b4ac8"/>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dd48af1b1f3f47cc">
            <p14:nvContentPartPr>
              <p14:cNvPr id="17" name="墨迹 16"/>
              <p14:cNvContentPartPr/>
              <p14:nvPr/>
            </p14:nvContentPartPr>
            <p14:xfrm>
              <a:off x="822971" y="-489150"/>
              <a:ext cx="360" cy="360"/>
            </p14:xfrm>
          </p:contentPart>
        </mc:Choice>
        <mc:Fallback>
          <p:pic>
            <p:nvPicPr>
              <p:cNvPr id="17" name="墨迹 16"/>
              <p:cNvPicPr/>
              <p:nvPr/>
            </p:nvPicPr>
            <p:blipFill>
              <a:blip r:embed="Rd3e5fad1032b4ac8"/>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24db7662adfd48cabe3c2b3dafcb4a51"/>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56d8d14f9fb24b11"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93eb856943034576"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5001f2efc4504b13"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ccb0c0ba8fff4f7d">
            <p14:nvContentPartPr>
              <p14:cNvPr id="15" name="墨迹 14"/>
              <p14:cNvContentPartPr/>
              <p14:nvPr/>
            </p14:nvContentPartPr>
            <p14:xfrm>
              <a:off x="5357445" y="1361610"/>
              <a:ext cx="1892160" cy="360"/>
            </p14:xfrm>
          </p:contentPart>
        </mc:Choice>
        <mc:Fallback xmlns="">
          <p:pic>
            <p:nvPicPr>
              <p:cNvPr id="15" name="墨迹 14"/>
            </p:nvPicPr>
            <p:blipFill>
              <a:blip r:embed="R574b763a8466422a"/>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567ca175705047b7">
            <p14:nvContentPartPr>
              <p14:cNvPr id="16" name="墨迹 15"/>
              <p14:cNvContentPartPr/>
              <p14:nvPr/>
            </p14:nvContentPartPr>
            <p14:xfrm>
              <a:off x="1974990" y="-204574"/>
              <a:ext cx="360" cy="360"/>
            </p14:xfrm>
          </p:contentPart>
        </mc:Choice>
        <mc:Fallback>
          <p:pic>
            <p:nvPicPr>
              <p:cNvPr id="16" name="墨迹 15"/>
              <p:cNvPicPr/>
              <p:nvPr/>
            </p:nvPicPr>
            <p:blipFill>
              <a:blip r:embed="R674acc7c3a9545c4"/>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b23a16574dc94795">
            <p14:nvContentPartPr>
              <p14:cNvPr id="17" name="墨迹 16"/>
              <p14:cNvContentPartPr/>
              <p14:nvPr/>
            </p14:nvContentPartPr>
            <p14:xfrm>
              <a:off x="704910" y="-489150"/>
              <a:ext cx="360" cy="360"/>
            </p14:xfrm>
          </p:contentPart>
        </mc:Choice>
        <mc:Fallback xmlns="">
          <p:pic>
            <p:nvPicPr>
              <p:cNvPr id="17" name="墨迹 16"/>
            </p:nvPicPr>
            <p:blipFill>
              <a:blip r:embed="Rec94bb43b33d44b5"/>
            </p:blipFill>
            <p:spPr>
              <a:xfrm>
                <a:off x="704910" y="-489150"/>
                <a:ext cx="360" cy="360"/>
              </a:xfrm>
              <a:prstGeom prst="rect"/>
            </p:spPr>
          </p:pic>
        </mc:Fallback>
      </mc:AlternateContent>
      <p:pic>
        <p:nvPicPr>
          <p:cNvPr id="19" name="图片 18"/>
          <p:cNvPicPr>
            <a:picLocks noChangeAspect="1"/>
          </p:cNvPicPr>
          <p:nvPr/>
        </p:nvPicPr>
        <p:blipFill>
          <a:blip r:embed="R363d400bb0494e0e">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d4e2c02304044f5e"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5427683fc97a4c6da1375b3f3919e32c"/>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0d71d16eb67941e6"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0b9c881fc4004c2f">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74fcc7587a6d4b72">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c3b454b445214d14">
            <p14:nvContentPartPr>
              <p14:cNvPr id="8" name="墨迹 7"/>
              <p14:cNvContentPartPr/>
              <p14:nvPr/>
            </p14:nvContentPartPr>
            <p14:xfrm>
              <a:off x="907950" y="-825390"/>
              <a:ext cx="360" cy="360"/>
            </p14:xfrm>
          </p:contentPart>
        </mc:Choice>
        <mc:Fallback xmlns="">
          <p:pic>
            <p:nvPicPr>
              <p:cNvPr id="8" name="墨迹 7"/>
            </p:nvPicPr>
            <p:blipFill>
              <a:blip r:embed="Rcffb1f4402c34569"/>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a9a86de35dbe448b">
            <p14:nvContentPartPr>
              <p14:cNvPr id="13" name="墨迹 12"/>
              <p14:cNvContentPartPr/>
              <p14:nvPr/>
            </p14:nvContentPartPr>
            <p14:xfrm>
              <a:off x="1130070" y="-939870"/>
              <a:ext cx="360" cy="360"/>
            </p14:xfrm>
          </p:contentPart>
        </mc:Choice>
        <mc:Fallback xmlns="">
          <p:pic>
            <p:nvPicPr>
              <p:cNvPr id="13" name="墨迹 12"/>
            </p:nvPicPr>
            <p:blipFill>
              <a:blip r:embed="Rcffb1f4402c34569"/>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92bdf71b921f4b35">
            <p14:nvContentPartPr>
              <p14:cNvPr id="14" name="墨迹 13"/>
              <p14:cNvContentPartPr/>
              <p14:nvPr/>
            </p14:nvContentPartPr>
            <p14:xfrm>
              <a:off x="768270" y="-768510"/>
              <a:ext cx="360" cy="360"/>
            </p14:xfrm>
          </p:contentPart>
        </mc:Choice>
        <mc:Fallback xmlns="">
          <p:pic>
            <p:nvPicPr>
              <p:cNvPr id="14" name="墨迹 13"/>
            </p:nvPicPr>
            <p:blipFill>
              <a:blip r:embed="Rcffb1f4402c34569"/>
            </p:blipFill>
            <p:spPr>
              <a:xfrm>
                <a:off x="768270" y="-768510"/>
                <a:ext cx="360" cy="360"/>
              </a:xfrm>
              <a:prstGeom prst="rect"/>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0c3d94ab30f04fcbb275876f57438358"/>
              </a:rPr>
              <a:t>部分字体来源于</a:t>
            </a:r>
            <a:r>
              <a:rPr lang="en-US" altLang="zh-CN" dirty="0">
                <a:hlinkClick r:id="R0c3d94ab30f04fcbb275876f57438358"/>
              </a:rPr>
              <a:t>100font.com  </a:t>
            </a:r>
            <a:r>
              <a:rPr lang="zh-CN" altLang="en-US" dirty="0">
                <a:hlinkClick r:id="R0c3d94ab30f04fcbb275876f57438358"/>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fb8d43209888467cb6d5f5e4c9580278"/>
              </a:rPr>
              <a:t>部分图标来源于</a:t>
            </a:r>
            <a:r>
              <a:rPr lang="en-US" altLang="zh-CN" dirty="0">
                <a:hlinkClick r:id="Rfb8d43209888467cb6d5f5e4c9580278"/>
              </a:rPr>
              <a:t>Storyset.com </a:t>
            </a:r>
            <a:r>
              <a:rPr lang="zh-CN" altLang="en-US" dirty="0">
                <a:hlinkClick r:id="Rfb8d43209888467cb6d5f5e4c9580278"/>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24.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37.55,&quot;left&quot;:283.55,&quot;top&quot;:292.25,&quot;width&quot;:582.3}"/>
</p:tagLst>
</file>

<file path=ppt/slides/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37.55,&quot;left&quot;:283.55,&quot;top&quot;:292.25,&quot;width&quot;:582.3}"/>
</p:tagLst>
</file>

<file path=ppt/slides/tags/tag2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2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37.55,&quot;left&quot;:283.55,&quot;top&quot;:292.25,&quot;width&quot;:582.3}"/>
</p:tagLst>
</file>

<file path=ppt/slides/tags/tag3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37.55,&quot;left&quot;:283.55,&quot;top&quot;:292.25,&quot;width&quot;:582.3}"/>
</p:tagLst>
</file>

<file path=ppt/slides/tags/tag4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4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4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4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4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37.55,&quot;left&quot;:283.55,&quot;top&quot;:292.25,&quot;width&quot;:582.3}"/>
</p:tagLst>
</file>

<file path=ppt/slides/tags/tag4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4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4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4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7.55,&quot;left&quot;:283.55,&quot;top&quot;:292.25,&quot;width&quot;:582.3}"/>
</p:tagLst>
</file>

<file path=ppt/slides/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80.922283464567,&quot;left&quot;:0,&quot;top&quot;:136.36055118110238,&quot;width&quot;:960}"/>
</p:tagLst>
</file>

<file path=ppt/slides/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2.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93.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7.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98.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99.xml><?xml version="1.0" encoding="utf-8"?>
<p:tagLst xmlns:a="http://schemas.openxmlformats.org/drawingml/2006/main" xmlns:r="http://schemas.openxmlformats.org/officeDocument/2006/relationships" xmlns:p="http://schemas.openxmlformats.org/presentationml/2006/main">
  <p:tag name="KSO_WM_BLIP_RECT_BOTTOM" val="-19"/>
  <p:tag name="KSO_WM_BLIP_RECT_LEFT" val="0"/>
  <p:tag name="KSO_WM_BLIP_RECT_RIGHT" val="0"/>
  <p:tag name="KSO_WM_BLIP_RECT_TOP" val="-19"/>
  <p:tag name="KSO_WM_CREATIVE_CROP_HEIGHT" val="310.679"/>
  <p:tag name="KSO_WM_CREATIVE_CROP_ORG_HEIGHT" val="426"/>
  <p:tag name="KSO_WM_CREATIVE_CROP_ORG_WIDTH" val="1093"/>
  <p:tag name="KSO_WM_CREATIVE_CROP_TEMPLATE_ID" val="3258760"/>
  <p:tag name="KSO_WM_CREATIVE_CROP_VERSION" val="1"/>
  <p:tag name="KSO_WM_CREATIVE_CROP_WIDTH" val="1093"/>
  <p:tag name="KSO_WM_DIAGRAM_GROUP_CODE" val="1666875135"/>
  <p:tag name="KSO_WM_DIAGRAM_VIRTUALLY_FRAME" val="{&quot;height&quot;:562.0396835327149,&quot;left&quot;:-66.499755859375,&quot;top&quot;:114.66031646728516,&quot;width&quot;:1121.999755859375}"/>
  <p:tag name="KSO_WM_TAG_VERSION" val="1.0"/>
  <p:tag name="KSO_WM_TEMPLATE_CATEGORY" val="crop"/>
  <p:tag name="KSO_WM_TEMPLATE_INDEX" val="20201116"/>
  <p:tag name="KSO_WM_UNIT_COMPATIBLE" val="0"/>
  <p:tag name="KSO_WM_UNIT_DIAGRAM_ISNUMVISUAL" val="0"/>
  <p:tag name="KSO_WM_UNIT_DIAGRAM_ISREFERUNIT" val="0"/>
  <p:tag name="KSO_WM_UNIT_HIGHLIGHT" val="0"/>
  <p:tag name="KSO_WM_UNIT_ID" val="crop20201116_1*ζ_h_d*1_1_1"/>
  <p:tag name="KSO_WM_UNIT_LAYERLEVEL" val="1_1_1"/>
  <p:tag name="KSO_WM_UNIT_VALUE" val="962*3384"/>
  <p:tag name="PICTUREFILLRANGE" val="42240ee7-0bec-46e8-9e22-9421ecb215cf"/>
</p:tagLst>
</file>

<file path=ppt/slides/tags/tag100.xml><?xml version="1.0" encoding="utf-8"?>
<p:tagLst xmlns:a="http://schemas.openxmlformats.org/drawingml/2006/main" xmlns:r="http://schemas.openxmlformats.org/officeDocument/2006/relationships" xmlns:p="http://schemas.openxmlformats.org/presentationml/2006/main">
  <p:tag name="KSO_WM_BLIP_RECT_BOTTOM" val="-19"/>
  <p:tag name="KSO_WM_BLIP_RECT_LEFT" val="0"/>
  <p:tag name="KSO_WM_BLIP_RECT_RIGHT" val="0"/>
  <p:tag name="KSO_WM_BLIP_RECT_TOP" val="-19"/>
  <p:tag name="KSO_WM_CREATIVE_CROP_HEIGHT" val="310.679"/>
  <p:tag name="KSO_WM_CREATIVE_CROP_ORG_HEIGHT" val="426"/>
  <p:tag name="KSO_WM_CREATIVE_CROP_ORG_WIDTH" val="1093"/>
  <p:tag name="KSO_WM_CREATIVE_CROP_TEMPLATE_ID" val="3258760"/>
  <p:tag name="KSO_WM_CREATIVE_CROP_VERSION" val="1"/>
  <p:tag name="KSO_WM_CREATIVE_CROP_WIDTH" val="1093"/>
  <p:tag name="KSO_WM_DIAGRAM_GROUP_CODE" val="1666875135"/>
  <p:tag name="KSO_WM_DIAGRAM_VIRTUALLY_FRAME" val="{&quot;height&quot;:553.6896835327149,&quot;left&quot;:-66.499755859375,&quot;top&quot;:114.66031646728516,&quot;width&quot;:1121.999755859375}"/>
  <p:tag name="KSO_WM_TAG_VERSION" val="1.0"/>
  <p:tag name="KSO_WM_TEMPLATE_CATEGORY" val="crop"/>
  <p:tag name="KSO_WM_TEMPLATE_INDEX" val="20201116"/>
  <p:tag name="KSO_WM_UNIT_COMPATIBLE" val="0"/>
  <p:tag name="KSO_WM_UNIT_DIAGRAM_ISNUMVISUAL" val="0"/>
  <p:tag name="KSO_WM_UNIT_DIAGRAM_ISREFERUNIT" val="0"/>
  <p:tag name="KSO_WM_UNIT_HIGHLIGHT" val="0"/>
  <p:tag name="KSO_WM_UNIT_ID" val="crop20201116_1*ζ_h_d*1_1_1"/>
  <p:tag name="KSO_WM_UNIT_LAYERLEVEL" val="1_1_1"/>
  <p:tag name="KSO_WM_UNIT_VALUE" val="962*3384"/>
  <p:tag name="PICTUREFILLRANGE" val="42240ee7-0bec-46e8-9e22-9421ecb215cf"/>
</p:tagLst>
</file>

<file path=ppt/slides/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266.58944881889767,&quot;left&quot;:0,&quot;top&quot;:136.36055118110238,&quot;width&quot;:960}"/>
</p:tagLst>
</file>

<file path=ppt/slides/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430.49433070866144,&quot;left&quot;:378.25,&quot;top&quot;:41.35566929133858,&quot;width&quot;:564.1}"/>
</p:tagLst>
</file>

<file path=ppt/slides/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180.3,&quot;left&quot;:73.1327559055118,&quot;top&quot;:148.9,&quot;width&quot;:568.4874803149607}"/>
</p:tagLst>
</file>

<file path=ppt/slides/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180.3,&quot;left&quot;:73.1327559055118,&quot;top&quot;:148.9,&quot;width&quot;:568.4874803149607}"/>
</p:tagLst>
</file>

<file path=ppt/slides/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58.86677165354334,&quot;left&quot;:73.1327559055118,&quot;top&quot;:148.9203937007874,&quot;width&quot;:568.4874803149607}"/>
</p:tagLst>
</file>

<file path=ppt/slides/tags/tag15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58.86677165354334,&quot;left&quot;:73.1327559055118,&quot;top&quot;:148.9203937007874,&quot;width&quot;:568.4874803149607}"/>
</p:tagLst>
</file>

<file path=ppt/slides/tags/tag154.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docProps/app.xml><?xml version="1.0" encoding="utf-8"?>
<Properties xmlns="http://schemas.openxmlformats.org/officeDocument/2006/extended-properties" xmlns:vt="http://schemas.openxmlformats.org/officeDocument/2006/docPropsVTypes">
  <Template>1</Template>
  <TotalTime>10</TotalTime>
  <Words>1930</Words>
  <Application>Microsoft Office PowerPoint</Application>
  <PresentationFormat>宽屏</PresentationFormat>
  <Paragraphs>106</Paragraphs>
  <Slides>25</Slides>
  <Notes>11</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25</vt:i4>
      </vt:variant>
    </vt:vector>
  </HeadingPairs>
  <TitlesOfParts>
    <vt:vector size="35" baseType="lpstr">
      <vt:lpstr>华文行楷</vt:lpstr>
      <vt:lpstr>思源宋体 CN Heavy</vt:lpstr>
      <vt:lpstr>微软雅黑</vt:lpstr>
      <vt:lpstr>Arial</vt:lpstr>
      <vt:lpstr>Calibri</vt:lpstr>
      <vt:lpstr>Poppins Light</vt:lpstr>
      <vt:lpstr>Wingdings</vt:lpstr>
      <vt:lpstr>第一PPT，www.1ppt.com</vt:lpstr>
      <vt:lpstr>1_WPS</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高级感绿色</dc:title>
  <dc:creator>第一PPT</dc:creator>
  <cp:keywords>www.1ppt.com</cp:keywords>
  <dc:description>www.1ppt.com</dc:description>
  <cp:lastModifiedBy>JP Liu</cp:lastModifiedBy>
  <cp:revision>176</cp:revision>
  <dcterms:created xsi:type="dcterms:W3CDTF">2019-06-19T02:08:00Z</dcterms:created>
  <dcterms:modified xsi:type="dcterms:W3CDTF">2025-04-28T03:58:40Z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3DFD4B6D849A475E8D48A98B852C3515_13</vt:lpwstr>
  </property>
  <property fmtid="{D5CDD505-2E9C-101B-9397-08002B2CF9AE}" pid="3" name="KSOProductBuildVer">
    <vt:lpwstr>2052-12.1.0.18608</vt:lpwstr>
  </property>
</Properties>
</file>